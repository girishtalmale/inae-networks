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4.xml" ContentType="application/vnd.openxmlformats-officedocument.presentationml.notesSlide+xml"/>
  <Override PartName="/ppt/ink/ink14.xml" ContentType="application/inkml+xml"/>
  <Override PartName="/ppt/notesSlides/notesSlide5.xml" ContentType="application/vnd.openxmlformats-officedocument.presentationml.notesSlide+xml"/>
  <Override PartName="/ppt/ink/ink15.xml" ContentType="application/inkml+xml"/>
  <Override PartName="/ppt/notesSlides/notesSlide6.xml" ContentType="application/vnd.openxmlformats-officedocument.presentationml.notesSlide+xml"/>
  <Override PartName="/ppt/ink/ink16.xml" ContentType="application/inkml+xml"/>
  <Override PartName="/ppt/notesSlides/notesSlide7.xml" ContentType="application/vnd.openxmlformats-officedocument.presentationml.notesSlide+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notesSlides/notesSlide8.xml" ContentType="application/vnd.openxmlformats-officedocument.presentationml.notesSlide+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notesSlides/notesSlide9.xml" ContentType="application/vnd.openxmlformats-officedocument.presentationml.notesSlide+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97" r:id="rId4"/>
  </p:sldMasterIdLst>
  <p:notesMasterIdLst>
    <p:notesMasterId r:id="rId45"/>
  </p:notesMasterIdLst>
  <p:handoutMasterIdLst>
    <p:handoutMasterId r:id="rId46"/>
  </p:handoutMasterIdLst>
  <p:sldIdLst>
    <p:sldId id="2435" r:id="rId5"/>
    <p:sldId id="2710" r:id="rId6"/>
    <p:sldId id="2559" r:id="rId7"/>
    <p:sldId id="1384" r:id="rId8"/>
    <p:sldId id="1081" r:id="rId9"/>
    <p:sldId id="2713" r:id="rId10"/>
    <p:sldId id="1085" r:id="rId11"/>
    <p:sldId id="1390" r:id="rId12"/>
    <p:sldId id="2715" r:id="rId13"/>
    <p:sldId id="1391" r:id="rId14"/>
    <p:sldId id="1086" r:id="rId15"/>
    <p:sldId id="1392" r:id="rId16"/>
    <p:sldId id="2716" r:id="rId17"/>
    <p:sldId id="2717" r:id="rId18"/>
    <p:sldId id="2718" r:id="rId19"/>
    <p:sldId id="2726" r:id="rId20"/>
    <p:sldId id="2719" r:id="rId21"/>
    <p:sldId id="1293" r:id="rId22"/>
    <p:sldId id="1402" r:id="rId23"/>
    <p:sldId id="1400" r:id="rId24"/>
    <p:sldId id="1403" r:id="rId25"/>
    <p:sldId id="1419" r:id="rId26"/>
    <p:sldId id="1421" r:id="rId27"/>
    <p:sldId id="2725" r:id="rId28"/>
    <p:sldId id="2724" r:id="rId29"/>
    <p:sldId id="2720" r:id="rId30"/>
    <p:sldId id="1310" r:id="rId31"/>
    <p:sldId id="1309" r:id="rId32"/>
    <p:sldId id="1399" r:id="rId33"/>
    <p:sldId id="1316" r:id="rId34"/>
    <p:sldId id="1318" r:id="rId35"/>
    <p:sldId id="1984" r:id="rId36"/>
    <p:sldId id="263" r:id="rId37"/>
    <p:sldId id="1992" r:id="rId38"/>
    <p:sldId id="1987" r:id="rId39"/>
    <p:sldId id="1113" r:id="rId40"/>
    <p:sldId id="1115" r:id="rId41"/>
    <p:sldId id="1116" r:id="rId42"/>
    <p:sldId id="1317" r:id="rId43"/>
    <p:sldId id="1971" r:id="rId44"/>
  </p:sldIdLst>
  <p:sldSz cx="12192000" cy="6858000"/>
  <p:notesSz cx="6858000" cy="9144000"/>
  <p:custDataLst>
    <p:tags r:id="rId4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0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B7250D-7B6C-4C4B-9174-4954FC14F717}" v="170" dt="2026-06-08T18:49:38.038"/>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9461"/>
    <p:restoredTop sz="94658"/>
  </p:normalViewPr>
  <p:slideViewPr>
    <p:cSldViewPr snapToGrid="0">
      <p:cViewPr>
        <p:scale>
          <a:sx n="91" d="100"/>
          <a:sy n="91" d="100"/>
        </p:scale>
        <p:origin x="80" y="808"/>
      </p:cViewPr>
      <p:guideLst>
        <p:guide orient="horz" pos="300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gs" Target="tags/tag1.xml"/><Relationship Id="rId50" Type="http://schemas.openxmlformats.org/officeDocument/2006/relationships/viewProps" Target="viewProps.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un Mangla" userId="88b13cb7-320d-4618-8f69-c67540fd8b8b" providerId="ADAL" clId="{B1A93881-C5B7-5A3A-8E14-6CE2B5CD3772}"/>
    <pc:docChg chg="undo custSel addSld delSld modSld sldOrd">
      <pc:chgData name="Tarun Mangla" userId="88b13cb7-320d-4618-8f69-c67540fd8b8b" providerId="ADAL" clId="{B1A93881-C5B7-5A3A-8E14-6CE2B5CD3772}" dt="2026-06-08T18:50:04.582" v="1965" actId="478"/>
      <pc:docMkLst>
        <pc:docMk/>
      </pc:docMkLst>
      <pc:sldChg chg="addSp delSp modSp add mod modClrScheme chgLayout">
        <pc:chgData name="Tarun Mangla" userId="88b13cb7-320d-4618-8f69-c67540fd8b8b" providerId="ADAL" clId="{B1A93881-C5B7-5A3A-8E14-6CE2B5CD3772}" dt="2026-06-08T18:31:31.704" v="1795" actId="478"/>
        <pc:sldMkLst>
          <pc:docMk/>
          <pc:sldMk cId="0" sldId="263"/>
        </pc:sldMkLst>
        <pc:spChg chg="mod ord">
          <ac:chgData name="Tarun Mangla" userId="88b13cb7-320d-4618-8f69-c67540fd8b8b" providerId="ADAL" clId="{B1A93881-C5B7-5A3A-8E14-6CE2B5CD3772}" dt="2026-06-08T18:31:29.585" v="1794" actId="700"/>
          <ac:spMkLst>
            <pc:docMk/>
            <pc:sldMk cId="0" sldId="263"/>
            <ac:spMk id="4" creationId="{6FAEB4BF-F841-5A17-BF9D-B7031AAD1B88}"/>
          </ac:spMkLst>
        </pc:spChg>
        <pc:spChg chg="add del mod ord">
          <ac:chgData name="Tarun Mangla" userId="88b13cb7-320d-4618-8f69-c67540fd8b8b" providerId="ADAL" clId="{B1A93881-C5B7-5A3A-8E14-6CE2B5CD3772}" dt="2026-06-08T18:31:31.704" v="1795" actId="478"/>
          <ac:spMkLst>
            <pc:docMk/>
            <pc:sldMk cId="0" sldId="263"/>
            <ac:spMk id="9" creationId="{14F787A4-3B82-C278-D18A-C470708D4669}"/>
          </ac:spMkLst>
        </pc:spChg>
        <pc:inkChg chg="del">
          <ac:chgData name="Tarun Mangla" userId="88b13cb7-320d-4618-8f69-c67540fd8b8b" providerId="ADAL" clId="{B1A93881-C5B7-5A3A-8E14-6CE2B5CD3772}" dt="2026-06-08T18:12:10.817" v="1344" actId="478"/>
          <ac:inkMkLst>
            <pc:docMk/>
            <pc:sldMk cId="0" sldId="263"/>
            <ac:inkMk id="8" creationId="{994C669D-D274-5CF9-BC5B-63BC7534C4E5}"/>
          </ac:inkMkLst>
        </pc:inkChg>
      </pc:sldChg>
      <pc:sldChg chg="delSp modSp add mod modClrScheme modAnim chgLayout">
        <pc:chgData name="Tarun Mangla" userId="88b13cb7-320d-4618-8f69-c67540fd8b8b" providerId="ADAL" clId="{B1A93881-C5B7-5A3A-8E14-6CE2B5CD3772}" dt="2026-06-08T16:27:47.477" v="498" actId="20577"/>
        <pc:sldMkLst>
          <pc:docMk/>
          <pc:sldMk cId="3910256167" sldId="1081"/>
        </pc:sldMkLst>
        <pc:spChg chg="mod ord">
          <ac:chgData name="Tarun Mangla" userId="88b13cb7-320d-4618-8f69-c67540fd8b8b" providerId="ADAL" clId="{B1A93881-C5B7-5A3A-8E14-6CE2B5CD3772}" dt="2026-06-08T16:27:47.477" v="498" actId="20577"/>
          <ac:spMkLst>
            <pc:docMk/>
            <pc:sldMk cId="3910256167" sldId="1081"/>
            <ac:spMk id="2" creationId="{19673C0F-EEA6-3549-BFCE-D83173D8EA3B}"/>
          </ac:spMkLst>
        </pc:spChg>
        <pc:spChg chg="mod ord">
          <ac:chgData name="Tarun Mangla" userId="88b13cb7-320d-4618-8f69-c67540fd8b8b" providerId="ADAL" clId="{B1A93881-C5B7-5A3A-8E14-6CE2B5CD3772}" dt="2026-06-08T14:03:19.407" v="308" actId="700"/>
          <ac:spMkLst>
            <pc:docMk/>
            <pc:sldMk cId="3910256167" sldId="1081"/>
            <ac:spMk id="3" creationId="{E6236E45-D353-3946-A538-2B64275829F3}"/>
          </ac:spMkLst>
        </pc:spChg>
        <pc:inkChg chg="del">
          <ac:chgData name="Tarun Mangla" userId="88b13cb7-320d-4618-8f69-c67540fd8b8b" providerId="ADAL" clId="{B1A93881-C5B7-5A3A-8E14-6CE2B5CD3772}" dt="2026-06-08T14:03:29.827" v="312" actId="478"/>
          <ac:inkMkLst>
            <pc:docMk/>
            <pc:sldMk cId="3910256167" sldId="1081"/>
            <ac:inkMk id="4" creationId="{E136B0FB-68CE-676B-2C66-2845E90BBE22}"/>
          </ac:inkMkLst>
        </pc:inkChg>
        <pc:inkChg chg="del">
          <ac:chgData name="Tarun Mangla" userId="88b13cb7-320d-4618-8f69-c67540fd8b8b" providerId="ADAL" clId="{B1A93881-C5B7-5A3A-8E14-6CE2B5CD3772}" dt="2026-06-08T14:03:27.940" v="311" actId="478"/>
          <ac:inkMkLst>
            <pc:docMk/>
            <pc:sldMk cId="3910256167" sldId="1081"/>
            <ac:inkMk id="17" creationId="{ABB2043F-1787-8A19-B152-273258653FEC}"/>
          </ac:inkMkLst>
        </pc:inkChg>
        <pc:inkChg chg="del">
          <ac:chgData name="Tarun Mangla" userId="88b13cb7-320d-4618-8f69-c67540fd8b8b" providerId="ADAL" clId="{B1A93881-C5B7-5A3A-8E14-6CE2B5CD3772}" dt="2026-06-08T14:03:27.940" v="311" actId="478"/>
          <ac:inkMkLst>
            <pc:docMk/>
            <pc:sldMk cId="3910256167" sldId="1081"/>
            <ac:inkMk id="21" creationId="{8B35EF17-059D-0E3F-3C23-68EA6E2EEC08}"/>
          </ac:inkMkLst>
        </pc:inkChg>
        <pc:inkChg chg="del">
          <ac:chgData name="Tarun Mangla" userId="88b13cb7-320d-4618-8f69-c67540fd8b8b" providerId="ADAL" clId="{B1A93881-C5B7-5A3A-8E14-6CE2B5CD3772}" dt="2026-06-08T14:03:27.940" v="311" actId="478"/>
          <ac:inkMkLst>
            <pc:docMk/>
            <pc:sldMk cId="3910256167" sldId="1081"/>
            <ac:inkMk id="23" creationId="{E2C4445E-5811-9A7B-A4B7-BE9E80549461}"/>
          </ac:inkMkLst>
        </pc:inkChg>
        <pc:inkChg chg="del">
          <ac:chgData name="Tarun Mangla" userId="88b13cb7-320d-4618-8f69-c67540fd8b8b" providerId="ADAL" clId="{B1A93881-C5B7-5A3A-8E14-6CE2B5CD3772}" dt="2026-06-08T14:03:27.940" v="311" actId="478"/>
          <ac:inkMkLst>
            <pc:docMk/>
            <pc:sldMk cId="3910256167" sldId="1081"/>
            <ac:inkMk id="24" creationId="{B61EF9E2-E2DA-E36C-48AB-6C32D1019A7B}"/>
          </ac:inkMkLst>
        </pc:inkChg>
        <pc:inkChg chg="del">
          <ac:chgData name="Tarun Mangla" userId="88b13cb7-320d-4618-8f69-c67540fd8b8b" providerId="ADAL" clId="{B1A93881-C5B7-5A3A-8E14-6CE2B5CD3772}" dt="2026-06-08T14:03:23.466" v="310" actId="478"/>
          <ac:inkMkLst>
            <pc:docMk/>
            <pc:sldMk cId="3910256167" sldId="1081"/>
            <ac:inkMk id="31" creationId="{8AEA3C5C-42AA-F4D3-FD71-D7956C8ECD4E}"/>
          </ac:inkMkLst>
        </pc:inkChg>
        <pc:inkChg chg="del">
          <ac:chgData name="Tarun Mangla" userId="88b13cb7-320d-4618-8f69-c67540fd8b8b" providerId="ADAL" clId="{B1A93881-C5B7-5A3A-8E14-6CE2B5CD3772}" dt="2026-06-08T14:03:22.197" v="309" actId="478"/>
          <ac:inkMkLst>
            <pc:docMk/>
            <pc:sldMk cId="3910256167" sldId="1081"/>
            <ac:inkMk id="32" creationId="{27E06D82-339F-7BE2-A6C2-5500B79CD8F6}"/>
          </ac:inkMkLst>
        </pc:inkChg>
        <pc:inkChg chg="del">
          <ac:chgData name="Tarun Mangla" userId="88b13cb7-320d-4618-8f69-c67540fd8b8b" providerId="ADAL" clId="{B1A93881-C5B7-5A3A-8E14-6CE2B5CD3772}" dt="2026-06-08T14:03:27.940" v="311" actId="478"/>
          <ac:inkMkLst>
            <pc:docMk/>
            <pc:sldMk cId="3910256167" sldId="1081"/>
            <ac:inkMk id="34" creationId="{DACC12BA-6267-001E-8D33-3613E6D29D5D}"/>
          </ac:inkMkLst>
        </pc:inkChg>
        <pc:inkChg chg="del">
          <ac:chgData name="Tarun Mangla" userId="88b13cb7-320d-4618-8f69-c67540fd8b8b" providerId="ADAL" clId="{B1A93881-C5B7-5A3A-8E14-6CE2B5CD3772}" dt="2026-06-08T14:03:27.940" v="311" actId="478"/>
          <ac:inkMkLst>
            <pc:docMk/>
            <pc:sldMk cId="3910256167" sldId="1081"/>
            <ac:inkMk id="35" creationId="{7F4E06DC-D8BA-A145-5550-6AD3545CE0E9}"/>
          </ac:inkMkLst>
        </pc:inkChg>
        <pc:inkChg chg="del">
          <ac:chgData name="Tarun Mangla" userId="88b13cb7-320d-4618-8f69-c67540fd8b8b" providerId="ADAL" clId="{B1A93881-C5B7-5A3A-8E14-6CE2B5CD3772}" dt="2026-06-08T14:03:27.940" v="311" actId="478"/>
          <ac:inkMkLst>
            <pc:docMk/>
            <pc:sldMk cId="3910256167" sldId="1081"/>
            <ac:inkMk id="42" creationId="{F373F6EC-8321-8F06-107F-8421FB30461D}"/>
          </ac:inkMkLst>
        </pc:inkChg>
        <pc:inkChg chg="del">
          <ac:chgData name="Tarun Mangla" userId="88b13cb7-320d-4618-8f69-c67540fd8b8b" providerId="ADAL" clId="{B1A93881-C5B7-5A3A-8E14-6CE2B5CD3772}" dt="2026-06-08T14:03:27.940" v="311" actId="478"/>
          <ac:inkMkLst>
            <pc:docMk/>
            <pc:sldMk cId="3910256167" sldId="1081"/>
            <ac:inkMk id="45" creationId="{A075719E-209F-B095-70C9-988344A9F6BF}"/>
          </ac:inkMkLst>
        </pc:inkChg>
        <pc:inkChg chg="del">
          <ac:chgData name="Tarun Mangla" userId="88b13cb7-320d-4618-8f69-c67540fd8b8b" providerId="ADAL" clId="{B1A93881-C5B7-5A3A-8E14-6CE2B5CD3772}" dt="2026-06-08T14:03:27.940" v="311" actId="478"/>
          <ac:inkMkLst>
            <pc:docMk/>
            <pc:sldMk cId="3910256167" sldId="1081"/>
            <ac:inkMk id="47" creationId="{EC68F2D0-E0B4-5AEB-6F7F-FD3D729C1064}"/>
          </ac:inkMkLst>
        </pc:inkChg>
        <pc:inkChg chg="del">
          <ac:chgData name="Tarun Mangla" userId="88b13cb7-320d-4618-8f69-c67540fd8b8b" providerId="ADAL" clId="{B1A93881-C5B7-5A3A-8E14-6CE2B5CD3772}" dt="2026-06-08T14:03:27.940" v="311" actId="478"/>
          <ac:inkMkLst>
            <pc:docMk/>
            <pc:sldMk cId="3910256167" sldId="1081"/>
            <ac:inkMk id="52" creationId="{A4459B4F-DCF5-647D-8399-03C5FF2CC74D}"/>
          </ac:inkMkLst>
        </pc:inkChg>
        <pc:inkChg chg="del">
          <ac:chgData name="Tarun Mangla" userId="88b13cb7-320d-4618-8f69-c67540fd8b8b" providerId="ADAL" clId="{B1A93881-C5B7-5A3A-8E14-6CE2B5CD3772}" dt="2026-06-08T14:03:13.167" v="306" actId="478"/>
          <ac:inkMkLst>
            <pc:docMk/>
            <pc:sldMk cId="3910256167" sldId="1081"/>
            <ac:inkMk id="56" creationId="{DE380525-66B0-D086-AD14-619898B7E432}"/>
          </ac:inkMkLst>
        </pc:inkChg>
        <pc:inkChg chg="del">
          <ac:chgData name="Tarun Mangla" userId="88b13cb7-320d-4618-8f69-c67540fd8b8b" providerId="ADAL" clId="{B1A93881-C5B7-5A3A-8E14-6CE2B5CD3772}" dt="2026-06-08T14:03:11.138" v="304" actId="478"/>
          <ac:inkMkLst>
            <pc:docMk/>
            <pc:sldMk cId="3910256167" sldId="1081"/>
            <ac:inkMk id="57" creationId="{9A238B0F-0CA9-FB42-1F9F-DE6D650F663A}"/>
          </ac:inkMkLst>
        </pc:inkChg>
        <pc:inkChg chg="del">
          <ac:chgData name="Tarun Mangla" userId="88b13cb7-320d-4618-8f69-c67540fd8b8b" providerId="ADAL" clId="{B1A93881-C5B7-5A3A-8E14-6CE2B5CD3772}" dt="2026-06-08T14:03:09.740" v="303" actId="478"/>
          <ac:inkMkLst>
            <pc:docMk/>
            <pc:sldMk cId="3910256167" sldId="1081"/>
            <ac:inkMk id="58" creationId="{69845EE9-0F3D-7F79-C2A6-E5CFC3969407}"/>
          </ac:inkMkLst>
        </pc:inkChg>
        <pc:inkChg chg="del">
          <ac:chgData name="Tarun Mangla" userId="88b13cb7-320d-4618-8f69-c67540fd8b8b" providerId="ADAL" clId="{B1A93881-C5B7-5A3A-8E14-6CE2B5CD3772}" dt="2026-06-08T14:03:09.740" v="303" actId="478"/>
          <ac:inkMkLst>
            <pc:docMk/>
            <pc:sldMk cId="3910256167" sldId="1081"/>
            <ac:inkMk id="59" creationId="{B4CF97A3-D993-D792-74D3-3BB47F7881D0}"/>
          </ac:inkMkLst>
        </pc:inkChg>
        <pc:inkChg chg="del">
          <ac:chgData name="Tarun Mangla" userId="88b13cb7-320d-4618-8f69-c67540fd8b8b" providerId="ADAL" clId="{B1A93881-C5B7-5A3A-8E14-6CE2B5CD3772}" dt="2026-06-08T14:03:09.740" v="303" actId="478"/>
          <ac:inkMkLst>
            <pc:docMk/>
            <pc:sldMk cId="3910256167" sldId="1081"/>
            <ac:inkMk id="60" creationId="{F48AD361-FA40-42C0-B2D8-B45857C7C38F}"/>
          </ac:inkMkLst>
        </pc:inkChg>
        <pc:inkChg chg="del">
          <ac:chgData name="Tarun Mangla" userId="88b13cb7-320d-4618-8f69-c67540fd8b8b" providerId="ADAL" clId="{B1A93881-C5B7-5A3A-8E14-6CE2B5CD3772}" dt="2026-06-08T14:03:09.740" v="303" actId="478"/>
          <ac:inkMkLst>
            <pc:docMk/>
            <pc:sldMk cId="3910256167" sldId="1081"/>
            <ac:inkMk id="61" creationId="{585AE199-46B9-FB1C-8F99-07F4D19B745A}"/>
          </ac:inkMkLst>
        </pc:inkChg>
        <pc:inkChg chg="del">
          <ac:chgData name="Tarun Mangla" userId="88b13cb7-320d-4618-8f69-c67540fd8b8b" providerId="ADAL" clId="{B1A93881-C5B7-5A3A-8E14-6CE2B5CD3772}" dt="2026-06-08T14:03:09.740" v="303" actId="478"/>
          <ac:inkMkLst>
            <pc:docMk/>
            <pc:sldMk cId="3910256167" sldId="1081"/>
            <ac:inkMk id="62" creationId="{0F7121C8-96E4-BE42-D609-23DAF9421D30}"/>
          </ac:inkMkLst>
        </pc:inkChg>
        <pc:inkChg chg="del">
          <ac:chgData name="Tarun Mangla" userId="88b13cb7-320d-4618-8f69-c67540fd8b8b" providerId="ADAL" clId="{B1A93881-C5B7-5A3A-8E14-6CE2B5CD3772}" dt="2026-06-08T14:03:13.990" v="307" actId="478"/>
          <ac:inkMkLst>
            <pc:docMk/>
            <pc:sldMk cId="3910256167" sldId="1081"/>
            <ac:inkMk id="63" creationId="{8A4F6D6E-A541-896D-8E89-2761EDCD74CD}"/>
          </ac:inkMkLst>
        </pc:inkChg>
        <pc:inkChg chg="del">
          <ac:chgData name="Tarun Mangla" userId="88b13cb7-320d-4618-8f69-c67540fd8b8b" providerId="ADAL" clId="{B1A93881-C5B7-5A3A-8E14-6CE2B5CD3772}" dt="2026-06-08T14:03:11.755" v="305" actId="478"/>
          <ac:inkMkLst>
            <pc:docMk/>
            <pc:sldMk cId="3910256167" sldId="1081"/>
            <ac:inkMk id="64" creationId="{4DB60237-E940-B470-EAEB-28480C1E7775}"/>
          </ac:inkMkLst>
        </pc:inkChg>
        <pc:inkChg chg="del">
          <ac:chgData name="Tarun Mangla" userId="88b13cb7-320d-4618-8f69-c67540fd8b8b" providerId="ADAL" clId="{B1A93881-C5B7-5A3A-8E14-6CE2B5CD3772}" dt="2026-06-08T14:03:09.740" v="303" actId="478"/>
          <ac:inkMkLst>
            <pc:docMk/>
            <pc:sldMk cId="3910256167" sldId="1081"/>
            <ac:inkMk id="65" creationId="{C8CC5891-17CB-E957-A2E0-8F01D17C4963}"/>
          </ac:inkMkLst>
        </pc:inkChg>
        <pc:inkChg chg="del">
          <ac:chgData name="Tarun Mangla" userId="88b13cb7-320d-4618-8f69-c67540fd8b8b" providerId="ADAL" clId="{B1A93881-C5B7-5A3A-8E14-6CE2B5CD3772}" dt="2026-06-08T14:03:09.740" v="303" actId="478"/>
          <ac:inkMkLst>
            <pc:docMk/>
            <pc:sldMk cId="3910256167" sldId="1081"/>
            <ac:inkMk id="66" creationId="{B0E937E5-2112-6B69-6594-DF18D92A8EBD}"/>
          </ac:inkMkLst>
        </pc:inkChg>
      </pc:sldChg>
      <pc:sldChg chg="addSp delSp modSp add mod modClrScheme chgLayout">
        <pc:chgData name="Tarun Mangla" userId="88b13cb7-320d-4618-8f69-c67540fd8b8b" providerId="ADAL" clId="{B1A93881-C5B7-5A3A-8E14-6CE2B5CD3772}" dt="2026-06-08T16:30:24.747" v="508" actId="14100"/>
        <pc:sldMkLst>
          <pc:docMk/>
          <pc:sldMk cId="943649641" sldId="1085"/>
        </pc:sldMkLst>
        <pc:spChg chg="mod ord">
          <ac:chgData name="Tarun Mangla" userId="88b13cb7-320d-4618-8f69-c67540fd8b8b" providerId="ADAL" clId="{B1A93881-C5B7-5A3A-8E14-6CE2B5CD3772}" dt="2026-06-08T14:11:55.068" v="398" actId="20577"/>
          <ac:spMkLst>
            <pc:docMk/>
            <pc:sldMk cId="943649641" sldId="1085"/>
            <ac:spMk id="3" creationId="{E6236E45-D353-3946-A538-2B64275829F3}"/>
          </ac:spMkLst>
        </pc:spChg>
        <pc:spChg chg="add del mod ord">
          <ac:chgData name="Tarun Mangla" userId="88b13cb7-320d-4618-8f69-c67540fd8b8b" providerId="ADAL" clId="{B1A93881-C5B7-5A3A-8E14-6CE2B5CD3772}" dt="2026-06-08T14:10:11.126" v="343" actId="478"/>
          <ac:spMkLst>
            <pc:docMk/>
            <pc:sldMk cId="943649641" sldId="1085"/>
            <ac:spMk id="5" creationId="{488C9887-7687-13FC-87C3-E3B136CD1ADB}"/>
          </ac:spMkLst>
        </pc:spChg>
        <pc:spChg chg="mod">
          <ac:chgData name="Tarun Mangla" userId="88b13cb7-320d-4618-8f69-c67540fd8b8b" providerId="ADAL" clId="{B1A93881-C5B7-5A3A-8E14-6CE2B5CD3772}" dt="2026-06-08T14:10:16.418" v="344" actId="1076"/>
          <ac:spMkLst>
            <pc:docMk/>
            <pc:sldMk cId="943649641" sldId="1085"/>
            <ac:spMk id="81" creationId="{6B160A08-0872-E943-930F-3549C899DA74}"/>
          </ac:spMkLst>
        </pc:spChg>
        <pc:spChg chg="mod">
          <ac:chgData name="Tarun Mangla" userId="88b13cb7-320d-4618-8f69-c67540fd8b8b" providerId="ADAL" clId="{B1A93881-C5B7-5A3A-8E14-6CE2B5CD3772}" dt="2026-06-08T16:30:24.747" v="508" actId="14100"/>
          <ac:spMkLst>
            <pc:docMk/>
            <pc:sldMk cId="943649641" sldId="1085"/>
            <ac:spMk id="98" creationId="{86ABE5DC-F743-3B4F-90D0-2B2BE524A3D1}"/>
          </ac:spMkLst>
        </pc:spChg>
        <pc:spChg chg="mod">
          <ac:chgData name="Tarun Mangla" userId="88b13cb7-320d-4618-8f69-c67540fd8b8b" providerId="ADAL" clId="{B1A93881-C5B7-5A3A-8E14-6CE2B5CD3772}" dt="2026-06-08T16:30:23.517" v="507" actId="14100"/>
          <ac:spMkLst>
            <pc:docMk/>
            <pc:sldMk cId="943649641" sldId="1085"/>
            <ac:spMk id="101" creationId="{9676552A-43A0-714A-AEA1-0C4E2D4CA023}"/>
          </ac:spMkLst>
        </pc:spChg>
        <pc:spChg chg="mod">
          <ac:chgData name="Tarun Mangla" userId="88b13cb7-320d-4618-8f69-c67540fd8b8b" providerId="ADAL" clId="{B1A93881-C5B7-5A3A-8E14-6CE2B5CD3772}" dt="2026-06-08T16:30:24.747" v="508" actId="14100"/>
          <ac:spMkLst>
            <pc:docMk/>
            <pc:sldMk cId="943649641" sldId="1085"/>
            <ac:spMk id="109" creationId="{A4D454C9-2377-2144-9568-DFFF47AB5F0B}"/>
          </ac:spMkLst>
        </pc:spChg>
        <pc:spChg chg="mod">
          <ac:chgData name="Tarun Mangla" userId="88b13cb7-320d-4618-8f69-c67540fd8b8b" providerId="ADAL" clId="{B1A93881-C5B7-5A3A-8E14-6CE2B5CD3772}" dt="2026-06-08T16:30:24.747" v="508" actId="14100"/>
          <ac:spMkLst>
            <pc:docMk/>
            <pc:sldMk cId="943649641" sldId="1085"/>
            <ac:spMk id="127" creationId="{EFBEBACC-6C23-394B-9616-85081FAC0AC6}"/>
          </ac:spMkLst>
        </pc:spChg>
        <pc:spChg chg="mod">
          <ac:chgData name="Tarun Mangla" userId="88b13cb7-320d-4618-8f69-c67540fd8b8b" providerId="ADAL" clId="{B1A93881-C5B7-5A3A-8E14-6CE2B5CD3772}" dt="2026-06-08T16:30:24.747" v="508" actId="14100"/>
          <ac:spMkLst>
            <pc:docMk/>
            <pc:sldMk cId="943649641" sldId="1085"/>
            <ac:spMk id="129" creationId="{0DD50976-05F4-7849-BC93-4C4F6CC58AA1}"/>
          </ac:spMkLst>
        </pc:spChg>
        <pc:spChg chg="mod">
          <ac:chgData name="Tarun Mangla" userId="88b13cb7-320d-4618-8f69-c67540fd8b8b" providerId="ADAL" clId="{B1A93881-C5B7-5A3A-8E14-6CE2B5CD3772}" dt="2026-06-08T16:30:24.747" v="508" actId="14100"/>
          <ac:spMkLst>
            <pc:docMk/>
            <pc:sldMk cId="943649641" sldId="1085"/>
            <ac:spMk id="161" creationId="{DF8BBCE7-EB2F-F445-91D0-25BC1FEF2755}"/>
          </ac:spMkLst>
        </pc:spChg>
        <pc:spChg chg="mod">
          <ac:chgData name="Tarun Mangla" userId="88b13cb7-320d-4618-8f69-c67540fd8b8b" providerId="ADAL" clId="{B1A93881-C5B7-5A3A-8E14-6CE2B5CD3772}" dt="2026-06-08T16:30:24.747" v="508" actId="14100"/>
          <ac:spMkLst>
            <pc:docMk/>
            <pc:sldMk cId="943649641" sldId="1085"/>
            <ac:spMk id="224" creationId="{32543A2D-22B6-0649-AEEC-F06F4021DD31}"/>
          </ac:spMkLst>
        </pc:spChg>
        <pc:spChg chg="mod">
          <ac:chgData name="Tarun Mangla" userId="88b13cb7-320d-4618-8f69-c67540fd8b8b" providerId="ADAL" clId="{B1A93881-C5B7-5A3A-8E14-6CE2B5CD3772}" dt="2026-06-08T16:30:24.747" v="508" actId="14100"/>
          <ac:spMkLst>
            <pc:docMk/>
            <pc:sldMk cId="943649641" sldId="1085"/>
            <ac:spMk id="226" creationId="{04DABA4E-DEC2-D946-A0D0-F5C45FA6DC9D}"/>
          </ac:spMkLst>
        </pc:spChg>
        <pc:spChg chg="mod">
          <ac:chgData name="Tarun Mangla" userId="88b13cb7-320d-4618-8f69-c67540fd8b8b" providerId="ADAL" clId="{B1A93881-C5B7-5A3A-8E14-6CE2B5CD3772}" dt="2026-06-08T16:30:24.747" v="508" actId="14100"/>
          <ac:spMkLst>
            <pc:docMk/>
            <pc:sldMk cId="943649641" sldId="1085"/>
            <ac:spMk id="227" creationId="{47344229-14F7-4C43-8414-5F5AF377468F}"/>
          </ac:spMkLst>
        </pc:spChg>
        <pc:spChg chg="mod">
          <ac:chgData name="Tarun Mangla" userId="88b13cb7-320d-4618-8f69-c67540fd8b8b" providerId="ADAL" clId="{B1A93881-C5B7-5A3A-8E14-6CE2B5CD3772}" dt="2026-06-08T16:30:24.747" v="508" actId="14100"/>
          <ac:spMkLst>
            <pc:docMk/>
            <pc:sldMk cId="943649641" sldId="1085"/>
            <ac:spMk id="236" creationId="{D4EE57CB-32BD-2B45-8492-05F066B59A98}"/>
          </ac:spMkLst>
        </pc:spChg>
        <pc:spChg chg="mod">
          <ac:chgData name="Tarun Mangla" userId="88b13cb7-320d-4618-8f69-c67540fd8b8b" providerId="ADAL" clId="{B1A93881-C5B7-5A3A-8E14-6CE2B5CD3772}" dt="2026-06-08T16:30:24.747" v="508" actId="14100"/>
          <ac:spMkLst>
            <pc:docMk/>
            <pc:sldMk cId="943649641" sldId="1085"/>
            <ac:spMk id="237" creationId="{A0F9C46B-BB97-4648-AFE1-934417BB3F9C}"/>
          </ac:spMkLst>
        </pc:spChg>
        <pc:inkChg chg="del">
          <ac:chgData name="Tarun Mangla" userId="88b13cb7-320d-4618-8f69-c67540fd8b8b" providerId="ADAL" clId="{B1A93881-C5B7-5A3A-8E14-6CE2B5CD3772}" dt="2026-06-08T14:09:50.603" v="336" actId="478"/>
          <ac:inkMkLst>
            <pc:docMk/>
            <pc:sldMk cId="943649641" sldId="1085"/>
            <ac:inkMk id="4" creationId="{6EB8F722-6B6E-1999-4D05-50A9763C8511}"/>
          </ac:inkMkLst>
        </pc:inkChg>
        <pc:inkChg chg="del">
          <ac:chgData name="Tarun Mangla" userId="88b13cb7-320d-4618-8f69-c67540fd8b8b" providerId="ADAL" clId="{B1A93881-C5B7-5A3A-8E14-6CE2B5CD3772}" dt="2026-06-08T14:10:04.635" v="339" actId="478"/>
          <ac:inkMkLst>
            <pc:docMk/>
            <pc:sldMk cId="943649641" sldId="1085"/>
            <ac:inkMk id="25" creationId="{A3662C89-E59F-D2EF-2C4F-348B520C6439}"/>
          </ac:inkMkLst>
        </pc:inkChg>
        <pc:inkChg chg="del">
          <ac:chgData name="Tarun Mangla" userId="88b13cb7-320d-4618-8f69-c67540fd8b8b" providerId="ADAL" clId="{B1A93881-C5B7-5A3A-8E14-6CE2B5CD3772}" dt="2026-06-08T14:10:07.578" v="342" actId="478"/>
          <ac:inkMkLst>
            <pc:docMk/>
            <pc:sldMk cId="943649641" sldId="1085"/>
            <ac:inkMk id="26" creationId="{2136D5A9-FE9F-1CDF-B12A-8234F462D02F}"/>
          </ac:inkMkLst>
        </pc:inkChg>
        <pc:inkChg chg="del">
          <ac:chgData name="Tarun Mangla" userId="88b13cb7-320d-4618-8f69-c67540fd8b8b" providerId="ADAL" clId="{B1A93881-C5B7-5A3A-8E14-6CE2B5CD3772}" dt="2026-06-08T14:10:05.544" v="340" actId="478"/>
          <ac:inkMkLst>
            <pc:docMk/>
            <pc:sldMk cId="943649641" sldId="1085"/>
            <ac:inkMk id="27" creationId="{B54385CC-D971-2D8D-A8D5-27900869C36C}"/>
          </ac:inkMkLst>
        </pc:inkChg>
        <pc:inkChg chg="del">
          <ac:chgData name="Tarun Mangla" userId="88b13cb7-320d-4618-8f69-c67540fd8b8b" providerId="ADAL" clId="{B1A93881-C5B7-5A3A-8E14-6CE2B5CD3772}" dt="2026-06-08T14:10:06.884" v="341" actId="478"/>
          <ac:inkMkLst>
            <pc:docMk/>
            <pc:sldMk cId="943649641" sldId="1085"/>
            <ac:inkMk id="28" creationId="{D24DD899-29E8-31A2-8ABD-E4DF52F059B5}"/>
          </ac:inkMkLst>
        </pc:inkChg>
        <pc:inkChg chg="del">
          <ac:chgData name="Tarun Mangla" userId="88b13cb7-320d-4618-8f69-c67540fd8b8b" providerId="ADAL" clId="{B1A93881-C5B7-5A3A-8E14-6CE2B5CD3772}" dt="2026-06-08T14:10:01.303" v="338" actId="478"/>
          <ac:inkMkLst>
            <pc:docMk/>
            <pc:sldMk cId="943649641" sldId="1085"/>
            <ac:inkMk id="29" creationId="{9AEA106C-805B-19EB-E578-F7EB55250969}"/>
          </ac:inkMkLst>
        </pc:inkChg>
        <pc:inkChg chg="del">
          <ac:chgData name="Tarun Mangla" userId="88b13cb7-320d-4618-8f69-c67540fd8b8b" providerId="ADAL" clId="{B1A93881-C5B7-5A3A-8E14-6CE2B5CD3772}" dt="2026-06-08T16:29:36.944" v="504" actId="478"/>
          <ac:inkMkLst>
            <pc:docMk/>
            <pc:sldMk cId="943649641" sldId="1085"/>
            <ac:inkMk id="30" creationId="{8E200434-EA2F-6776-0CD6-4797AD00EC56}"/>
          </ac:inkMkLst>
        </pc:inkChg>
      </pc:sldChg>
      <pc:sldChg chg="addSp delSp modSp add mod modClrScheme chgLayout">
        <pc:chgData name="Tarun Mangla" userId="88b13cb7-320d-4618-8f69-c67540fd8b8b" providerId="ADAL" clId="{B1A93881-C5B7-5A3A-8E14-6CE2B5CD3772}" dt="2026-06-08T16:35:31.081" v="537" actId="478"/>
        <pc:sldMkLst>
          <pc:docMk/>
          <pc:sldMk cId="157376832" sldId="1086"/>
        </pc:sldMkLst>
        <pc:spChg chg="mod ord">
          <ac:chgData name="Tarun Mangla" userId="88b13cb7-320d-4618-8f69-c67540fd8b8b" providerId="ADAL" clId="{B1A93881-C5B7-5A3A-8E14-6CE2B5CD3772}" dt="2026-06-08T16:35:19.654" v="536" actId="207"/>
          <ac:spMkLst>
            <pc:docMk/>
            <pc:sldMk cId="157376832" sldId="1086"/>
            <ac:spMk id="3" creationId="{E6236E45-D353-3946-A538-2B64275829F3}"/>
          </ac:spMkLst>
        </pc:spChg>
        <pc:spChg chg="add del mod ord">
          <ac:chgData name="Tarun Mangla" userId="88b13cb7-320d-4618-8f69-c67540fd8b8b" providerId="ADAL" clId="{B1A93881-C5B7-5A3A-8E14-6CE2B5CD3772}" dt="2026-06-08T14:13:48.671" v="471" actId="478"/>
          <ac:spMkLst>
            <pc:docMk/>
            <pc:sldMk cId="157376832" sldId="1086"/>
            <ac:spMk id="5" creationId="{28E5604F-4D06-D086-4D13-F15A28C23B42}"/>
          </ac:spMkLst>
        </pc:spChg>
        <pc:spChg chg="mod">
          <ac:chgData name="Tarun Mangla" userId="88b13cb7-320d-4618-8f69-c67540fd8b8b" providerId="ADAL" clId="{B1A93881-C5B7-5A3A-8E14-6CE2B5CD3772}" dt="2026-06-08T16:35:08.997" v="534" actId="21"/>
          <ac:spMkLst>
            <pc:docMk/>
            <pc:sldMk cId="157376832" sldId="1086"/>
            <ac:spMk id="81" creationId="{6B160A08-0872-E943-930F-3549C899DA74}"/>
          </ac:spMkLst>
        </pc:spChg>
        <pc:inkChg chg="del">
          <ac:chgData name="Tarun Mangla" userId="88b13cb7-320d-4618-8f69-c67540fd8b8b" providerId="ADAL" clId="{B1A93881-C5B7-5A3A-8E14-6CE2B5CD3772}" dt="2026-06-08T14:13:50.705" v="472" actId="478"/>
          <ac:inkMkLst>
            <pc:docMk/>
            <pc:sldMk cId="157376832" sldId="1086"/>
            <ac:inkMk id="4" creationId="{81BC762D-5394-A90D-C3FF-3B56BA45A275}"/>
          </ac:inkMkLst>
        </pc:inkChg>
        <pc:inkChg chg="add del">
          <ac:chgData name="Tarun Mangla" userId="88b13cb7-320d-4618-8f69-c67540fd8b8b" providerId="ADAL" clId="{B1A93881-C5B7-5A3A-8E14-6CE2B5CD3772}" dt="2026-06-08T16:35:31.081" v="537" actId="478"/>
          <ac:inkMkLst>
            <pc:docMk/>
            <pc:sldMk cId="157376832" sldId="1086"/>
            <ac:inkMk id="9" creationId="{4A001648-A3D7-DF45-7479-7CC3383B9A92}"/>
          </ac:inkMkLst>
        </pc:inkChg>
        <pc:inkChg chg="add del">
          <ac:chgData name="Tarun Mangla" userId="88b13cb7-320d-4618-8f69-c67540fd8b8b" providerId="ADAL" clId="{B1A93881-C5B7-5A3A-8E14-6CE2B5CD3772}" dt="2026-06-08T16:35:31.081" v="537" actId="478"/>
          <ac:inkMkLst>
            <pc:docMk/>
            <pc:sldMk cId="157376832" sldId="1086"/>
            <ac:inkMk id="17" creationId="{6B025529-5507-5817-31D3-9ECB844847E9}"/>
          </ac:inkMkLst>
        </pc:inkChg>
      </pc:sldChg>
      <pc:sldChg chg="modSp add del mod modClrScheme chgLayout">
        <pc:chgData name="Tarun Mangla" userId="88b13cb7-320d-4618-8f69-c67540fd8b8b" providerId="ADAL" clId="{B1A93881-C5B7-5A3A-8E14-6CE2B5CD3772}" dt="2026-06-08T18:49:35.778" v="1961" actId="2696"/>
        <pc:sldMkLst>
          <pc:docMk/>
          <pc:sldMk cId="2247426334" sldId="1113"/>
        </pc:sldMkLst>
        <pc:spChg chg="mod ord">
          <ac:chgData name="Tarun Mangla" userId="88b13cb7-320d-4618-8f69-c67540fd8b8b" providerId="ADAL" clId="{B1A93881-C5B7-5A3A-8E14-6CE2B5CD3772}" dt="2026-06-08T17:58:42.794" v="1285" actId="700"/>
          <ac:spMkLst>
            <pc:docMk/>
            <pc:sldMk cId="2247426334" sldId="1113"/>
            <ac:spMk id="2" creationId="{7A719438-0C98-CC4E-B2A6-DFB0F8C5A663}"/>
          </ac:spMkLst>
        </pc:spChg>
        <pc:spChg chg="mod ord">
          <ac:chgData name="Tarun Mangla" userId="88b13cb7-320d-4618-8f69-c67540fd8b8b" providerId="ADAL" clId="{B1A93881-C5B7-5A3A-8E14-6CE2B5CD3772}" dt="2026-06-08T18:49:23.613" v="1960" actId="20577"/>
          <ac:spMkLst>
            <pc:docMk/>
            <pc:sldMk cId="2247426334" sldId="1113"/>
            <ac:spMk id="11" creationId="{1F8DAEA6-A5F2-2048-AC8C-FB7957AA6B67}"/>
          </ac:spMkLst>
        </pc:spChg>
        <pc:spChg chg="mod ord">
          <ac:chgData name="Tarun Mangla" userId="88b13cb7-320d-4618-8f69-c67540fd8b8b" providerId="ADAL" clId="{B1A93881-C5B7-5A3A-8E14-6CE2B5CD3772}" dt="2026-06-08T17:58:42.794" v="1285" actId="700"/>
          <ac:spMkLst>
            <pc:docMk/>
            <pc:sldMk cId="2247426334" sldId="1113"/>
            <ac:spMk id="26" creationId="{5A6A87A6-6869-BA48-B857-B9B45AE2678A}"/>
          </ac:spMkLst>
        </pc:spChg>
      </pc:sldChg>
      <pc:sldChg chg="add">
        <pc:chgData name="Tarun Mangla" userId="88b13cb7-320d-4618-8f69-c67540fd8b8b" providerId="ADAL" clId="{B1A93881-C5B7-5A3A-8E14-6CE2B5CD3772}" dt="2026-06-08T18:49:38.038" v="1962"/>
        <pc:sldMkLst>
          <pc:docMk/>
          <pc:sldMk cId="3530689600" sldId="1113"/>
        </pc:sldMkLst>
      </pc:sldChg>
      <pc:sldChg chg="addSp modSp add del mod modClrScheme chgLayout">
        <pc:chgData name="Tarun Mangla" userId="88b13cb7-320d-4618-8f69-c67540fd8b8b" providerId="ADAL" clId="{B1A93881-C5B7-5A3A-8E14-6CE2B5CD3772}" dt="2026-06-08T18:49:35.778" v="1961" actId="2696"/>
        <pc:sldMkLst>
          <pc:docMk/>
          <pc:sldMk cId="2106690341" sldId="1115"/>
        </pc:sldMkLst>
        <pc:spChg chg="add mod ord">
          <ac:chgData name="Tarun Mangla" userId="88b13cb7-320d-4618-8f69-c67540fd8b8b" providerId="ADAL" clId="{B1A93881-C5B7-5A3A-8E14-6CE2B5CD3772}" dt="2026-06-08T17:58:37.768" v="1283" actId="700"/>
          <ac:spMkLst>
            <pc:docMk/>
            <pc:sldMk cId="2106690341" sldId="1115"/>
            <ac:spMk id="2" creationId="{C4A8B4E1-41A8-EC71-9B29-72B6BBFB03EF}"/>
          </ac:spMkLst>
        </pc:spChg>
        <pc:spChg chg="mod ord">
          <ac:chgData name="Tarun Mangla" userId="88b13cb7-320d-4618-8f69-c67540fd8b8b" providerId="ADAL" clId="{B1A93881-C5B7-5A3A-8E14-6CE2B5CD3772}" dt="2026-06-08T18:34:13.071" v="1856" actId="20577"/>
          <ac:spMkLst>
            <pc:docMk/>
            <pc:sldMk cId="2106690341" sldId="1115"/>
            <ac:spMk id="11" creationId="{1F8DAEA6-A5F2-2048-AC8C-FB7957AA6B67}"/>
          </ac:spMkLst>
        </pc:spChg>
        <pc:spChg chg="mod ord">
          <ac:chgData name="Tarun Mangla" userId="88b13cb7-320d-4618-8f69-c67540fd8b8b" providerId="ADAL" clId="{B1A93881-C5B7-5A3A-8E14-6CE2B5CD3772}" dt="2026-06-08T17:58:37.768" v="1283" actId="700"/>
          <ac:spMkLst>
            <pc:docMk/>
            <pc:sldMk cId="2106690341" sldId="1115"/>
            <ac:spMk id="41" creationId="{AA29DABC-DA37-E842-8BB6-80170D376CC3}"/>
          </ac:spMkLst>
        </pc:spChg>
      </pc:sldChg>
      <pc:sldChg chg="add">
        <pc:chgData name="Tarun Mangla" userId="88b13cb7-320d-4618-8f69-c67540fd8b8b" providerId="ADAL" clId="{B1A93881-C5B7-5A3A-8E14-6CE2B5CD3772}" dt="2026-06-08T18:49:38.038" v="1962"/>
        <pc:sldMkLst>
          <pc:docMk/>
          <pc:sldMk cId="4250989525" sldId="1115"/>
        </pc:sldMkLst>
      </pc:sldChg>
      <pc:sldChg chg="addSp delSp modSp add del mod modClrScheme chgLayout">
        <pc:chgData name="Tarun Mangla" userId="88b13cb7-320d-4618-8f69-c67540fd8b8b" providerId="ADAL" clId="{B1A93881-C5B7-5A3A-8E14-6CE2B5CD3772}" dt="2026-06-08T18:49:35.778" v="1961" actId="2696"/>
        <pc:sldMkLst>
          <pc:docMk/>
          <pc:sldMk cId="1142129515" sldId="1116"/>
        </pc:sldMkLst>
        <pc:spChg chg="add mod ord">
          <ac:chgData name="Tarun Mangla" userId="88b13cb7-320d-4618-8f69-c67540fd8b8b" providerId="ADAL" clId="{B1A93881-C5B7-5A3A-8E14-6CE2B5CD3772}" dt="2026-06-08T18:13:01.871" v="1346" actId="700"/>
          <ac:spMkLst>
            <pc:docMk/>
            <pc:sldMk cId="1142129515" sldId="1116"/>
            <ac:spMk id="5" creationId="{37EAAACF-58E9-531D-4B31-0D5691F81F24}"/>
          </ac:spMkLst>
        </pc:spChg>
        <pc:spChg chg="mod ord">
          <ac:chgData name="Tarun Mangla" userId="88b13cb7-320d-4618-8f69-c67540fd8b8b" providerId="ADAL" clId="{B1A93881-C5B7-5A3A-8E14-6CE2B5CD3772}" dt="2026-06-08T18:13:01.928" v="1347" actId="27636"/>
          <ac:spMkLst>
            <pc:docMk/>
            <pc:sldMk cId="1142129515" sldId="1116"/>
            <ac:spMk id="11" creationId="{1F8DAEA6-A5F2-2048-AC8C-FB7957AA6B67}"/>
          </ac:spMkLst>
        </pc:spChg>
        <pc:spChg chg="del mod ord">
          <ac:chgData name="Tarun Mangla" userId="88b13cb7-320d-4618-8f69-c67540fd8b8b" providerId="ADAL" clId="{B1A93881-C5B7-5A3A-8E14-6CE2B5CD3772}" dt="2026-06-08T18:32:14.102" v="1802" actId="478"/>
          <ac:spMkLst>
            <pc:docMk/>
            <pc:sldMk cId="1142129515" sldId="1116"/>
            <ac:spMk id="139" creationId="{EFB5062F-EFE8-6D43-B7D3-4E78EAF54E50}"/>
          </ac:spMkLst>
        </pc:spChg>
      </pc:sldChg>
      <pc:sldChg chg="add">
        <pc:chgData name="Tarun Mangla" userId="88b13cb7-320d-4618-8f69-c67540fd8b8b" providerId="ADAL" clId="{B1A93881-C5B7-5A3A-8E14-6CE2B5CD3772}" dt="2026-06-08T18:49:38.038" v="1962"/>
        <pc:sldMkLst>
          <pc:docMk/>
          <pc:sldMk cId="1291180617" sldId="1116"/>
        </pc:sldMkLst>
      </pc:sldChg>
      <pc:sldChg chg="addSp delSp modSp add del mod modClrScheme chgLayout">
        <pc:chgData name="Tarun Mangla" userId="88b13cb7-320d-4618-8f69-c67540fd8b8b" providerId="ADAL" clId="{B1A93881-C5B7-5A3A-8E14-6CE2B5CD3772}" dt="2026-06-08T18:32:28.158" v="1806" actId="2696"/>
        <pc:sldMkLst>
          <pc:docMk/>
          <pc:sldMk cId="1730507282" sldId="1117"/>
        </pc:sldMkLst>
        <pc:spChg chg="add del mod ord">
          <ac:chgData name="Tarun Mangla" userId="88b13cb7-320d-4618-8f69-c67540fd8b8b" providerId="ADAL" clId="{B1A93881-C5B7-5A3A-8E14-6CE2B5CD3772}" dt="2026-06-08T18:32:22.881" v="1804" actId="478"/>
          <ac:spMkLst>
            <pc:docMk/>
            <pc:sldMk cId="1730507282" sldId="1117"/>
            <ac:spMk id="2" creationId="{112E8BC1-380E-DE98-100E-B54C6DB0C43C}"/>
          </ac:spMkLst>
        </pc:spChg>
        <pc:spChg chg="mod ord">
          <ac:chgData name="Tarun Mangla" userId="88b13cb7-320d-4618-8f69-c67540fd8b8b" providerId="ADAL" clId="{B1A93881-C5B7-5A3A-8E14-6CE2B5CD3772}" dt="2026-06-08T18:32:20.234" v="1803" actId="700"/>
          <ac:spMkLst>
            <pc:docMk/>
            <pc:sldMk cId="1730507282" sldId="1117"/>
            <ac:spMk id="11" creationId="{1F8DAEA6-A5F2-2048-AC8C-FB7957AA6B67}"/>
          </ac:spMkLst>
        </pc:spChg>
        <pc:spChg chg="del mod ord">
          <ac:chgData name="Tarun Mangla" userId="88b13cb7-320d-4618-8f69-c67540fd8b8b" providerId="ADAL" clId="{B1A93881-C5B7-5A3A-8E14-6CE2B5CD3772}" dt="2026-06-08T18:32:25.771" v="1805" actId="478"/>
          <ac:spMkLst>
            <pc:docMk/>
            <pc:sldMk cId="1730507282" sldId="1117"/>
            <ac:spMk id="57" creationId="{2A3B0BEC-456F-A94A-98CC-4D78DDF619AD}"/>
          </ac:spMkLst>
        </pc:spChg>
      </pc:sldChg>
      <pc:sldChg chg="del">
        <pc:chgData name="Tarun Mangla" userId="88b13cb7-320d-4618-8f69-c67540fd8b8b" providerId="ADAL" clId="{B1A93881-C5B7-5A3A-8E14-6CE2B5CD3772}" dt="2026-06-08T13:46:14.585" v="261" actId="2696"/>
        <pc:sldMkLst>
          <pc:docMk/>
          <pc:sldMk cId="1448817830" sldId="1227"/>
        </pc:sldMkLst>
      </pc:sldChg>
      <pc:sldChg chg="del">
        <pc:chgData name="Tarun Mangla" userId="88b13cb7-320d-4618-8f69-c67540fd8b8b" providerId="ADAL" clId="{B1A93881-C5B7-5A3A-8E14-6CE2B5CD3772}" dt="2026-06-08T13:46:14.787" v="274" actId="2696"/>
        <pc:sldMkLst>
          <pc:docMk/>
          <pc:sldMk cId="144395918" sldId="1229"/>
        </pc:sldMkLst>
      </pc:sldChg>
      <pc:sldChg chg="del">
        <pc:chgData name="Tarun Mangla" userId="88b13cb7-320d-4618-8f69-c67540fd8b8b" providerId="ADAL" clId="{B1A93881-C5B7-5A3A-8E14-6CE2B5CD3772}" dt="2026-06-08T13:46:14.813" v="276" actId="2696"/>
        <pc:sldMkLst>
          <pc:docMk/>
          <pc:sldMk cId="2178218744" sldId="1230"/>
        </pc:sldMkLst>
      </pc:sldChg>
      <pc:sldChg chg="del">
        <pc:chgData name="Tarun Mangla" userId="88b13cb7-320d-4618-8f69-c67540fd8b8b" providerId="ADAL" clId="{B1A93881-C5B7-5A3A-8E14-6CE2B5CD3772}" dt="2026-06-08T13:46:14.617" v="263" actId="2696"/>
        <pc:sldMkLst>
          <pc:docMk/>
          <pc:sldMk cId="3550071220" sldId="1261"/>
        </pc:sldMkLst>
      </pc:sldChg>
      <pc:sldChg chg="del">
        <pc:chgData name="Tarun Mangla" userId="88b13cb7-320d-4618-8f69-c67540fd8b8b" providerId="ADAL" clId="{B1A93881-C5B7-5A3A-8E14-6CE2B5CD3772}" dt="2026-06-08T13:46:14.624" v="264" actId="2696"/>
        <pc:sldMkLst>
          <pc:docMk/>
          <pc:sldMk cId="3353676231" sldId="1263"/>
        </pc:sldMkLst>
      </pc:sldChg>
      <pc:sldChg chg="addSp modSp add del mod">
        <pc:chgData name="Tarun Mangla" userId="88b13cb7-320d-4618-8f69-c67540fd8b8b" providerId="ADAL" clId="{B1A93881-C5B7-5A3A-8E14-6CE2B5CD3772}" dt="2026-06-08T17:49:42.056" v="1130" actId="2696"/>
        <pc:sldMkLst>
          <pc:docMk/>
          <pc:sldMk cId="2446448288" sldId="1290"/>
        </pc:sldMkLst>
        <pc:spChg chg="mod">
          <ac:chgData name="Tarun Mangla" userId="88b13cb7-320d-4618-8f69-c67540fd8b8b" providerId="ADAL" clId="{B1A93881-C5B7-5A3A-8E14-6CE2B5CD3772}" dt="2026-06-08T17:42:49.819" v="1034" actId="21"/>
          <ac:spMkLst>
            <pc:docMk/>
            <pc:sldMk cId="2446448288" sldId="1290"/>
            <ac:spMk id="229" creationId="{DCAA8DA2-D27E-D149-BF59-3D35D2D4D206}"/>
          </ac:spMkLst>
        </pc:spChg>
        <pc:cxnChg chg="add mod">
          <ac:chgData name="Tarun Mangla" userId="88b13cb7-320d-4618-8f69-c67540fd8b8b" providerId="ADAL" clId="{B1A93881-C5B7-5A3A-8E14-6CE2B5CD3772}" dt="2026-06-08T17:46:08.099" v="1039" actId="1076"/>
          <ac:cxnSpMkLst>
            <pc:docMk/>
            <pc:sldMk cId="2446448288" sldId="1290"/>
            <ac:cxnSpMk id="2" creationId="{18B67E6D-71F7-9BBA-16F5-2319E1ADDA3F}"/>
          </ac:cxnSpMkLst>
        </pc:cxnChg>
      </pc:sldChg>
      <pc:sldChg chg="addSp delSp modSp add del mod modClrScheme chgLayout">
        <pc:chgData name="Tarun Mangla" userId="88b13cb7-320d-4618-8f69-c67540fd8b8b" providerId="ADAL" clId="{B1A93881-C5B7-5A3A-8E14-6CE2B5CD3772}" dt="2026-06-08T17:53:02.119" v="1157" actId="2696"/>
        <pc:sldMkLst>
          <pc:docMk/>
          <pc:sldMk cId="1281989703" sldId="1292"/>
        </pc:sldMkLst>
        <pc:spChg chg="del">
          <ac:chgData name="Tarun Mangla" userId="88b13cb7-320d-4618-8f69-c67540fd8b8b" providerId="ADAL" clId="{B1A93881-C5B7-5A3A-8E14-6CE2B5CD3772}" dt="2026-06-08T17:51:15.824" v="1150" actId="478"/>
          <ac:spMkLst>
            <pc:docMk/>
            <pc:sldMk cId="1281989703" sldId="1292"/>
            <ac:spMk id="5" creationId="{BF56433D-1EBF-D447-9924-50E7F0E2E029}"/>
          </ac:spMkLst>
        </pc:spChg>
        <pc:spChg chg="mod ord">
          <ac:chgData name="Tarun Mangla" userId="88b13cb7-320d-4618-8f69-c67540fd8b8b" providerId="ADAL" clId="{B1A93881-C5B7-5A3A-8E14-6CE2B5CD3772}" dt="2026-06-08T17:52:28.724" v="1152" actId="700"/>
          <ac:spMkLst>
            <pc:docMk/>
            <pc:sldMk cId="1281989703" sldId="1292"/>
            <ac:spMk id="6" creationId="{5EE58ED7-62E2-2642-BB6A-E4AB185BFC3C}"/>
          </ac:spMkLst>
        </pc:spChg>
        <pc:spChg chg="add del mod ord">
          <ac:chgData name="Tarun Mangla" userId="88b13cb7-320d-4618-8f69-c67540fd8b8b" providerId="ADAL" clId="{B1A93881-C5B7-5A3A-8E14-6CE2B5CD3772}" dt="2026-06-08T17:52:31.799" v="1153" actId="478"/>
          <ac:spMkLst>
            <pc:docMk/>
            <pc:sldMk cId="1281989703" sldId="1292"/>
            <ac:spMk id="7" creationId="{D74259E2-BC05-E5B7-49E6-C46F5DE54B10}"/>
          </ac:spMkLst>
        </pc:spChg>
        <pc:inkChg chg="del">
          <ac:chgData name="Tarun Mangla" userId="88b13cb7-320d-4618-8f69-c67540fd8b8b" providerId="ADAL" clId="{B1A93881-C5B7-5A3A-8E14-6CE2B5CD3772}" dt="2026-06-08T17:52:11.096" v="1151" actId="478"/>
          <ac:inkMkLst>
            <pc:docMk/>
            <pc:sldMk cId="1281989703" sldId="1292"/>
            <ac:inkMk id="4" creationId="{8AC2B546-0545-9B47-EAB4-CCDBC3AF9656}"/>
          </ac:inkMkLst>
        </pc:inkChg>
      </pc:sldChg>
      <pc:sldChg chg="addSp delSp modSp add mod ord modClrScheme chgLayout">
        <pc:chgData name="Tarun Mangla" userId="88b13cb7-320d-4618-8f69-c67540fd8b8b" providerId="ADAL" clId="{B1A93881-C5B7-5A3A-8E14-6CE2B5CD3772}" dt="2026-06-08T17:48:43.624" v="1129" actId="478"/>
        <pc:sldMkLst>
          <pc:docMk/>
          <pc:sldMk cId="2077659711" sldId="1293"/>
        </pc:sldMkLst>
        <pc:spChg chg="add del mod ord">
          <ac:chgData name="Tarun Mangla" userId="88b13cb7-320d-4618-8f69-c67540fd8b8b" providerId="ADAL" clId="{B1A93881-C5B7-5A3A-8E14-6CE2B5CD3772}" dt="2026-06-08T17:48:43.624" v="1129" actId="478"/>
          <ac:spMkLst>
            <pc:docMk/>
            <pc:sldMk cId="2077659711" sldId="1293"/>
            <ac:spMk id="3" creationId="{7B4ED335-C7E7-54EB-3874-86BA95FD977E}"/>
          </ac:spMkLst>
        </pc:spChg>
        <pc:spChg chg="mod ord">
          <ac:chgData name="Tarun Mangla" userId="88b13cb7-320d-4618-8f69-c67540fd8b8b" providerId="ADAL" clId="{B1A93881-C5B7-5A3A-8E14-6CE2B5CD3772}" dt="2026-06-08T17:48:39.888" v="1128" actId="700"/>
          <ac:spMkLst>
            <pc:docMk/>
            <pc:sldMk cId="2077659711" sldId="1293"/>
            <ac:spMk id="8" creationId="{4F2D8B6E-E303-7C52-0E04-1F80133269D7}"/>
          </ac:spMkLst>
        </pc:spChg>
        <pc:inkChg chg="del">
          <ac:chgData name="Tarun Mangla" userId="88b13cb7-320d-4618-8f69-c67540fd8b8b" providerId="ADAL" clId="{B1A93881-C5B7-5A3A-8E14-6CE2B5CD3772}" dt="2026-06-08T17:48:13.075" v="1126" actId="478"/>
          <ac:inkMkLst>
            <pc:docMk/>
            <pc:sldMk cId="2077659711" sldId="1293"/>
            <ac:inkMk id="2" creationId="{0B6C8930-7456-8468-1068-62CC6E6F302C}"/>
          </ac:inkMkLst>
        </pc:inkChg>
      </pc:sldChg>
      <pc:sldChg chg="addSp delSp modSp add mod modClrScheme chgLayout">
        <pc:chgData name="Tarun Mangla" userId="88b13cb7-320d-4618-8f69-c67540fd8b8b" providerId="ADAL" clId="{B1A93881-C5B7-5A3A-8E14-6CE2B5CD3772}" dt="2026-06-08T18:11:39.093" v="1341" actId="478"/>
        <pc:sldMkLst>
          <pc:docMk/>
          <pc:sldMk cId="3301473045" sldId="1309"/>
        </pc:sldMkLst>
        <pc:spChg chg="mod ord">
          <ac:chgData name="Tarun Mangla" userId="88b13cb7-320d-4618-8f69-c67540fd8b8b" providerId="ADAL" clId="{B1A93881-C5B7-5A3A-8E14-6CE2B5CD3772}" dt="2026-06-08T18:11:37.526" v="1340" actId="27636"/>
          <ac:spMkLst>
            <pc:docMk/>
            <pc:sldMk cId="3301473045" sldId="1309"/>
            <ac:spMk id="3" creationId="{FECD85E7-B9DB-9043-B7EC-8C0919E801A1}"/>
          </ac:spMkLst>
        </pc:spChg>
        <pc:spChg chg="add del mod ord">
          <ac:chgData name="Tarun Mangla" userId="88b13cb7-320d-4618-8f69-c67540fd8b8b" providerId="ADAL" clId="{B1A93881-C5B7-5A3A-8E14-6CE2B5CD3772}" dt="2026-06-08T18:11:39.093" v="1341" actId="478"/>
          <ac:spMkLst>
            <pc:docMk/>
            <pc:sldMk cId="3301473045" sldId="1309"/>
            <ac:spMk id="4" creationId="{4046821A-A080-EF95-4FC0-E9A35CA70B91}"/>
          </ac:spMkLst>
        </pc:spChg>
      </pc:sldChg>
      <pc:sldChg chg="addSp delSp modSp add mod modClrScheme chgLayout">
        <pc:chgData name="Tarun Mangla" userId="88b13cb7-320d-4618-8f69-c67540fd8b8b" providerId="ADAL" clId="{B1A93881-C5B7-5A3A-8E14-6CE2B5CD3772}" dt="2026-06-08T18:11:26.819" v="1338" actId="478"/>
        <pc:sldMkLst>
          <pc:docMk/>
          <pc:sldMk cId="288226325" sldId="1310"/>
        </pc:sldMkLst>
        <pc:spChg chg="mod ord">
          <ac:chgData name="Tarun Mangla" userId="88b13cb7-320d-4618-8f69-c67540fd8b8b" providerId="ADAL" clId="{B1A93881-C5B7-5A3A-8E14-6CE2B5CD3772}" dt="2026-06-08T18:11:25.186" v="1337" actId="27636"/>
          <ac:spMkLst>
            <pc:docMk/>
            <pc:sldMk cId="288226325" sldId="1310"/>
            <ac:spMk id="3" creationId="{FECD85E7-B9DB-9043-B7EC-8C0919E801A1}"/>
          </ac:spMkLst>
        </pc:spChg>
        <pc:spChg chg="add del mod ord">
          <ac:chgData name="Tarun Mangla" userId="88b13cb7-320d-4618-8f69-c67540fd8b8b" providerId="ADAL" clId="{B1A93881-C5B7-5A3A-8E14-6CE2B5CD3772}" dt="2026-06-08T18:11:26.819" v="1338" actId="478"/>
          <ac:spMkLst>
            <pc:docMk/>
            <pc:sldMk cId="288226325" sldId="1310"/>
            <ac:spMk id="4" creationId="{EFFB97E5-07C4-E662-5B46-0A1AEE45F592}"/>
          </ac:spMkLst>
        </pc:spChg>
        <pc:inkChg chg="del">
          <ac:chgData name="Tarun Mangla" userId="88b13cb7-320d-4618-8f69-c67540fd8b8b" providerId="ADAL" clId="{B1A93881-C5B7-5A3A-8E14-6CE2B5CD3772}" dt="2026-06-08T18:11:19.838" v="1335" actId="478"/>
          <ac:inkMkLst>
            <pc:docMk/>
            <pc:sldMk cId="288226325" sldId="1310"/>
            <ac:inkMk id="2" creationId="{5EE324E0-ADCF-C199-C7F5-51192844A33B}"/>
          </ac:inkMkLst>
        </pc:inkChg>
      </pc:sldChg>
      <pc:sldChg chg="addSp delSp modSp add del mod modClrScheme chgLayout">
        <pc:chgData name="Tarun Mangla" userId="88b13cb7-320d-4618-8f69-c67540fd8b8b" providerId="ADAL" clId="{B1A93881-C5B7-5A3A-8E14-6CE2B5CD3772}" dt="2026-06-08T18:31:00.258" v="1773" actId="2696"/>
        <pc:sldMkLst>
          <pc:docMk/>
          <pc:sldMk cId="3599546933" sldId="1315"/>
        </pc:sldMkLst>
        <pc:spChg chg="add del mod ord">
          <ac:chgData name="Tarun Mangla" userId="88b13cb7-320d-4618-8f69-c67540fd8b8b" providerId="ADAL" clId="{B1A93881-C5B7-5A3A-8E14-6CE2B5CD3772}" dt="2026-06-08T18:30:24.531" v="1769" actId="478"/>
          <ac:spMkLst>
            <pc:docMk/>
            <pc:sldMk cId="3599546933" sldId="1315"/>
            <ac:spMk id="2" creationId="{EEB1C250-F6F3-A402-59B0-BEFAE808284F}"/>
          </ac:spMkLst>
        </pc:spChg>
        <pc:spChg chg="mod ord">
          <ac:chgData name="Tarun Mangla" userId="88b13cb7-320d-4618-8f69-c67540fd8b8b" providerId="ADAL" clId="{B1A93881-C5B7-5A3A-8E14-6CE2B5CD3772}" dt="2026-06-08T18:30:22.389" v="1768" actId="700"/>
          <ac:spMkLst>
            <pc:docMk/>
            <pc:sldMk cId="3599546933" sldId="1315"/>
            <ac:spMk id="109" creationId="{00000000-0000-0000-0000-000000000000}"/>
          </ac:spMkLst>
        </pc:spChg>
      </pc:sldChg>
      <pc:sldChg chg="addSp delSp modSp add mod modClrScheme chgLayout">
        <pc:chgData name="Tarun Mangla" userId="88b13cb7-320d-4618-8f69-c67540fd8b8b" providerId="ADAL" clId="{B1A93881-C5B7-5A3A-8E14-6CE2B5CD3772}" dt="2026-06-08T18:48:11.066" v="1864"/>
        <pc:sldMkLst>
          <pc:docMk/>
          <pc:sldMk cId="2507739519" sldId="1316"/>
        </pc:sldMkLst>
        <pc:spChg chg="add del mod ord">
          <ac:chgData name="Tarun Mangla" userId="88b13cb7-320d-4618-8f69-c67540fd8b8b" providerId="ADAL" clId="{B1A93881-C5B7-5A3A-8E14-6CE2B5CD3772}" dt="2026-06-08T18:30:57.836" v="1772" actId="700"/>
          <ac:spMkLst>
            <pc:docMk/>
            <pc:sldMk cId="2507739519" sldId="1316"/>
            <ac:spMk id="2" creationId="{527AD877-8763-5E67-7C59-62D9835C7E60}"/>
          </ac:spMkLst>
        </pc:spChg>
        <pc:spChg chg="add del mod ord">
          <ac:chgData name="Tarun Mangla" userId="88b13cb7-320d-4618-8f69-c67540fd8b8b" providerId="ADAL" clId="{B1A93881-C5B7-5A3A-8E14-6CE2B5CD3772}" dt="2026-06-08T18:30:57.836" v="1772" actId="700"/>
          <ac:spMkLst>
            <pc:docMk/>
            <pc:sldMk cId="2507739519" sldId="1316"/>
            <ac:spMk id="3" creationId="{130270AD-E880-F547-71D4-32D071C3FE3F}"/>
          </ac:spMkLst>
        </pc:spChg>
        <pc:spChg chg="add del mod ord">
          <ac:chgData name="Tarun Mangla" userId="88b13cb7-320d-4618-8f69-c67540fd8b8b" providerId="ADAL" clId="{B1A93881-C5B7-5A3A-8E14-6CE2B5CD3772}" dt="2026-06-08T18:48:04.759" v="1861" actId="478"/>
          <ac:spMkLst>
            <pc:docMk/>
            <pc:sldMk cId="2507739519" sldId="1316"/>
            <ac:spMk id="4" creationId="{A87E7BB3-75A4-374A-675A-339EBDB9DC61}"/>
          </ac:spMkLst>
        </pc:spChg>
        <pc:spChg chg="del mod">
          <ac:chgData name="Tarun Mangla" userId="88b13cb7-320d-4618-8f69-c67540fd8b8b" providerId="ADAL" clId="{B1A93881-C5B7-5A3A-8E14-6CE2B5CD3772}" dt="2026-06-08T18:48:11.066" v="1864"/>
          <ac:spMkLst>
            <pc:docMk/>
            <pc:sldMk cId="2507739519" sldId="1316"/>
            <ac:spMk id="6" creationId="{00000000-0000-0000-0000-000000000000}"/>
          </ac:spMkLst>
        </pc:spChg>
        <pc:spChg chg="mod ord">
          <ac:chgData name="Tarun Mangla" userId="88b13cb7-320d-4618-8f69-c67540fd8b8b" providerId="ADAL" clId="{B1A93881-C5B7-5A3A-8E14-6CE2B5CD3772}" dt="2026-06-08T18:31:07.556" v="1791" actId="20577"/>
          <ac:spMkLst>
            <pc:docMk/>
            <pc:sldMk cId="2507739519" sldId="1316"/>
            <ac:spMk id="109" creationId="{00000000-0000-0000-0000-000000000000}"/>
          </ac:spMkLst>
        </pc:spChg>
      </pc:sldChg>
      <pc:sldChg chg="addSp delSp modSp add del mod modClrScheme chgLayout">
        <pc:chgData name="Tarun Mangla" userId="88b13cb7-320d-4618-8f69-c67540fd8b8b" providerId="ADAL" clId="{B1A93881-C5B7-5A3A-8E14-6CE2B5CD3772}" dt="2026-06-08T18:32:58.633" v="1812" actId="2696"/>
        <pc:sldMkLst>
          <pc:docMk/>
          <pc:sldMk cId="184149838" sldId="1317"/>
        </pc:sldMkLst>
        <pc:spChg chg="mod ord">
          <ac:chgData name="Tarun Mangla" userId="88b13cb7-320d-4618-8f69-c67540fd8b8b" providerId="ADAL" clId="{B1A93881-C5B7-5A3A-8E14-6CE2B5CD3772}" dt="2026-06-08T18:32:34.951" v="1808" actId="27636"/>
          <ac:spMkLst>
            <pc:docMk/>
            <pc:sldMk cId="184149838" sldId="1317"/>
            <ac:spMk id="3" creationId="{FECD85E7-B9DB-9043-B7EC-8C0919E801A1}"/>
          </ac:spMkLst>
        </pc:spChg>
        <pc:spChg chg="mod ord">
          <ac:chgData name="Tarun Mangla" userId="88b13cb7-320d-4618-8f69-c67540fd8b8b" providerId="ADAL" clId="{B1A93881-C5B7-5A3A-8E14-6CE2B5CD3772}" dt="2026-06-08T18:32:34.921" v="1807" actId="700"/>
          <ac:spMkLst>
            <pc:docMk/>
            <pc:sldMk cId="184149838" sldId="1317"/>
            <ac:spMk id="4" creationId="{A8F71119-17C6-6045-B8FE-FECA68C801C0}"/>
          </ac:spMkLst>
        </pc:spChg>
        <pc:spChg chg="add del mod ord">
          <ac:chgData name="Tarun Mangla" userId="88b13cb7-320d-4618-8f69-c67540fd8b8b" providerId="ADAL" clId="{B1A93881-C5B7-5A3A-8E14-6CE2B5CD3772}" dt="2026-06-08T18:32:38.070" v="1809" actId="478"/>
          <ac:spMkLst>
            <pc:docMk/>
            <pc:sldMk cId="184149838" sldId="1317"/>
            <ac:spMk id="147" creationId="{7DCBE497-FB25-982A-3AFA-0242A2FED689}"/>
          </ac:spMkLst>
        </pc:spChg>
      </pc:sldChg>
      <pc:sldChg chg="delSp add mod">
        <pc:chgData name="Tarun Mangla" userId="88b13cb7-320d-4618-8f69-c67540fd8b8b" providerId="ADAL" clId="{B1A93881-C5B7-5A3A-8E14-6CE2B5CD3772}" dt="2026-06-08T18:49:59.967" v="1964" actId="478"/>
        <pc:sldMkLst>
          <pc:docMk/>
          <pc:sldMk cId="291727146" sldId="1317"/>
        </pc:sldMkLst>
        <pc:spChg chg="del">
          <ac:chgData name="Tarun Mangla" userId="88b13cb7-320d-4618-8f69-c67540fd8b8b" providerId="ADAL" clId="{B1A93881-C5B7-5A3A-8E14-6CE2B5CD3772}" dt="2026-06-08T18:49:59.967" v="1964" actId="478"/>
          <ac:spMkLst>
            <pc:docMk/>
            <pc:sldMk cId="291727146" sldId="1317"/>
            <ac:spMk id="4" creationId="{A8F71119-17C6-6045-B8FE-FECA68C801C0}"/>
          </ac:spMkLst>
        </pc:spChg>
      </pc:sldChg>
      <pc:sldChg chg="addSp delSp modSp add mod modClrScheme chgLayout">
        <pc:chgData name="Tarun Mangla" userId="88b13cb7-320d-4618-8f69-c67540fd8b8b" providerId="ADAL" clId="{B1A93881-C5B7-5A3A-8E14-6CE2B5CD3772}" dt="2026-06-08T18:48:37.796" v="1940" actId="1037"/>
        <pc:sldMkLst>
          <pc:docMk/>
          <pc:sldMk cId="2034441475" sldId="1318"/>
        </pc:sldMkLst>
        <pc:spChg chg="add del mod ord">
          <ac:chgData name="Tarun Mangla" userId="88b13cb7-320d-4618-8f69-c67540fd8b8b" providerId="ADAL" clId="{B1A93881-C5B7-5A3A-8E14-6CE2B5CD3772}" dt="2026-06-08T18:31:13.161" v="1792" actId="478"/>
          <ac:spMkLst>
            <pc:docMk/>
            <pc:sldMk cId="2034441475" sldId="1318"/>
            <ac:spMk id="3" creationId="{97EF98F2-157F-15E8-F4D9-70B6023B95E9}"/>
          </ac:spMkLst>
        </pc:spChg>
        <pc:spChg chg="mod">
          <ac:chgData name="Tarun Mangla" userId="88b13cb7-320d-4618-8f69-c67540fd8b8b" providerId="ADAL" clId="{B1A93881-C5B7-5A3A-8E14-6CE2B5CD3772}" dt="2026-06-08T18:48:37.796" v="1940" actId="1037"/>
          <ac:spMkLst>
            <pc:docMk/>
            <pc:sldMk cId="2034441475" sldId="1318"/>
            <ac:spMk id="59" creationId="{00000000-0000-0000-0000-000000000000}"/>
          </ac:spMkLst>
        </pc:spChg>
        <pc:spChg chg="mod">
          <ac:chgData name="Tarun Mangla" userId="88b13cb7-320d-4618-8f69-c67540fd8b8b" providerId="ADAL" clId="{B1A93881-C5B7-5A3A-8E14-6CE2B5CD3772}" dt="2026-06-08T18:48:37.796" v="1940" actId="1037"/>
          <ac:spMkLst>
            <pc:docMk/>
            <pc:sldMk cId="2034441475" sldId="1318"/>
            <ac:spMk id="65" creationId="{00000000-0000-0000-0000-000000000000}"/>
          </ac:spMkLst>
        </pc:spChg>
        <pc:spChg chg="mod">
          <ac:chgData name="Tarun Mangla" userId="88b13cb7-320d-4618-8f69-c67540fd8b8b" providerId="ADAL" clId="{B1A93881-C5B7-5A3A-8E14-6CE2B5CD3772}" dt="2026-06-08T18:48:37.796" v="1940" actId="1037"/>
          <ac:spMkLst>
            <pc:docMk/>
            <pc:sldMk cId="2034441475" sldId="1318"/>
            <ac:spMk id="66" creationId="{00000000-0000-0000-0000-000000000000}"/>
          </ac:spMkLst>
        </pc:spChg>
        <pc:spChg chg="mod">
          <ac:chgData name="Tarun Mangla" userId="88b13cb7-320d-4618-8f69-c67540fd8b8b" providerId="ADAL" clId="{B1A93881-C5B7-5A3A-8E14-6CE2B5CD3772}" dt="2026-06-08T18:48:37.796" v="1940" actId="1037"/>
          <ac:spMkLst>
            <pc:docMk/>
            <pc:sldMk cId="2034441475" sldId="1318"/>
            <ac:spMk id="67" creationId="{00000000-0000-0000-0000-000000000000}"/>
          </ac:spMkLst>
        </pc:spChg>
        <pc:spChg chg="mod">
          <ac:chgData name="Tarun Mangla" userId="88b13cb7-320d-4618-8f69-c67540fd8b8b" providerId="ADAL" clId="{B1A93881-C5B7-5A3A-8E14-6CE2B5CD3772}" dt="2026-06-08T18:48:37.796" v="1940" actId="1037"/>
          <ac:spMkLst>
            <pc:docMk/>
            <pc:sldMk cId="2034441475" sldId="1318"/>
            <ac:spMk id="68" creationId="{00000000-0000-0000-0000-000000000000}"/>
          </ac:spMkLst>
        </pc:spChg>
        <pc:spChg chg="mod">
          <ac:chgData name="Tarun Mangla" userId="88b13cb7-320d-4618-8f69-c67540fd8b8b" providerId="ADAL" clId="{B1A93881-C5B7-5A3A-8E14-6CE2B5CD3772}" dt="2026-06-08T18:48:37.796" v="1940" actId="1037"/>
          <ac:spMkLst>
            <pc:docMk/>
            <pc:sldMk cId="2034441475" sldId="1318"/>
            <ac:spMk id="69" creationId="{00000000-0000-0000-0000-000000000000}"/>
          </ac:spMkLst>
        </pc:spChg>
        <pc:spChg chg="mod">
          <ac:chgData name="Tarun Mangla" userId="88b13cb7-320d-4618-8f69-c67540fd8b8b" providerId="ADAL" clId="{B1A93881-C5B7-5A3A-8E14-6CE2B5CD3772}" dt="2026-06-08T18:48:19.967" v="1884" actId="1037"/>
          <ac:spMkLst>
            <pc:docMk/>
            <pc:sldMk cId="2034441475" sldId="1318"/>
            <ac:spMk id="71" creationId="{00000000-0000-0000-0000-000000000000}"/>
          </ac:spMkLst>
        </pc:spChg>
        <pc:spChg chg="mod">
          <ac:chgData name="Tarun Mangla" userId="88b13cb7-320d-4618-8f69-c67540fd8b8b" providerId="ADAL" clId="{B1A93881-C5B7-5A3A-8E14-6CE2B5CD3772}" dt="2026-06-08T18:48:37.796" v="1940" actId="1037"/>
          <ac:spMkLst>
            <pc:docMk/>
            <pc:sldMk cId="2034441475" sldId="1318"/>
            <ac:spMk id="72" creationId="{00000000-0000-0000-0000-000000000000}"/>
          </ac:spMkLst>
        </pc:spChg>
        <pc:spChg chg="mod">
          <ac:chgData name="Tarun Mangla" userId="88b13cb7-320d-4618-8f69-c67540fd8b8b" providerId="ADAL" clId="{B1A93881-C5B7-5A3A-8E14-6CE2B5CD3772}" dt="2026-06-08T18:48:37.796" v="1940" actId="1037"/>
          <ac:spMkLst>
            <pc:docMk/>
            <pc:sldMk cId="2034441475" sldId="1318"/>
            <ac:spMk id="80" creationId="{00000000-0000-0000-0000-000000000000}"/>
          </ac:spMkLst>
        </pc:spChg>
        <pc:spChg chg="mod">
          <ac:chgData name="Tarun Mangla" userId="88b13cb7-320d-4618-8f69-c67540fd8b8b" providerId="ADAL" clId="{B1A93881-C5B7-5A3A-8E14-6CE2B5CD3772}" dt="2026-06-08T18:48:37.796" v="1940" actId="1037"/>
          <ac:spMkLst>
            <pc:docMk/>
            <pc:sldMk cId="2034441475" sldId="1318"/>
            <ac:spMk id="84" creationId="{00000000-0000-0000-0000-000000000000}"/>
          </ac:spMkLst>
        </pc:spChg>
        <pc:spChg chg="mod ord">
          <ac:chgData name="Tarun Mangla" userId="88b13cb7-320d-4618-8f69-c67540fd8b8b" providerId="ADAL" clId="{B1A93881-C5B7-5A3A-8E14-6CE2B5CD3772}" dt="2026-06-08T18:48:31.801" v="1909" actId="1037"/>
          <ac:spMkLst>
            <pc:docMk/>
            <pc:sldMk cId="2034441475" sldId="1318"/>
            <ac:spMk id="109" creationId="{00000000-0000-0000-0000-000000000000}"/>
          </ac:spMkLst>
        </pc:spChg>
        <pc:spChg chg="mod">
          <ac:chgData name="Tarun Mangla" userId="88b13cb7-320d-4618-8f69-c67540fd8b8b" providerId="ADAL" clId="{B1A93881-C5B7-5A3A-8E14-6CE2B5CD3772}" dt="2026-06-08T18:48:37.796" v="1940" actId="1037"/>
          <ac:spMkLst>
            <pc:docMk/>
            <pc:sldMk cId="2034441475" sldId="1318"/>
            <ac:spMk id="110" creationId="{00000000-0000-0000-0000-000000000000}"/>
          </ac:spMkLst>
        </pc:spChg>
        <pc:inkChg chg="del">
          <ac:chgData name="Tarun Mangla" userId="88b13cb7-320d-4618-8f69-c67540fd8b8b" providerId="ADAL" clId="{B1A93881-C5B7-5A3A-8E14-6CE2B5CD3772}" dt="2026-06-08T18:12:01.358" v="1343" actId="478"/>
          <ac:inkMkLst>
            <pc:docMk/>
            <pc:sldMk cId="2034441475" sldId="1318"/>
            <ac:inkMk id="2" creationId="{1042BE8F-5161-B6BE-29D3-32659D66497C}"/>
          </ac:inkMkLst>
        </pc:inkChg>
      </pc:sldChg>
      <pc:sldChg chg="modSp add del mod">
        <pc:chgData name="Tarun Mangla" userId="88b13cb7-320d-4618-8f69-c67540fd8b8b" providerId="ADAL" clId="{B1A93881-C5B7-5A3A-8E14-6CE2B5CD3772}" dt="2026-06-08T18:16:30.638" v="1416" actId="2696"/>
        <pc:sldMkLst>
          <pc:docMk/>
          <pc:sldMk cId="2628370257" sldId="1350"/>
        </pc:sldMkLst>
        <pc:spChg chg="mod">
          <ac:chgData name="Tarun Mangla" userId="88b13cb7-320d-4618-8f69-c67540fd8b8b" providerId="ADAL" clId="{B1A93881-C5B7-5A3A-8E14-6CE2B5CD3772}" dt="2026-06-08T18:14:59.673" v="1358" actId="1076"/>
          <ac:spMkLst>
            <pc:docMk/>
            <pc:sldMk cId="2628370257" sldId="1350"/>
            <ac:spMk id="2" creationId="{00000000-0000-0000-0000-000000000000}"/>
          </ac:spMkLst>
        </pc:spChg>
      </pc:sldChg>
      <pc:sldChg chg="del">
        <pc:chgData name="Tarun Mangla" userId="88b13cb7-320d-4618-8f69-c67540fd8b8b" providerId="ADAL" clId="{B1A93881-C5B7-5A3A-8E14-6CE2B5CD3772}" dt="2026-06-08T13:46:14.834" v="277" actId="2696"/>
        <pc:sldMkLst>
          <pc:docMk/>
          <pc:sldMk cId="194585953" sldId="1352"/>
        </pc:sldMkLst>
      </pc:sldChg>
      <pc:sldChg chg="del">
        <pc:chgData name="Tarun Mangla" userId="88b13cb7-320d-4618-8f69-c67540fd8b8b" providerId="ADAL" clId="{B1A93881-C5B7-5A3A-8E14-6CE2B5CD3772}" dt="2026-06-08T13:46:14.536" v="259" actId="2696"/>
        <pc:sldMkLst>
          <pc:docMk/>
          <pc:sldMk cId="2374826469" sldId="1363"/>
        </pc:sldMkLst>
      </pc:sldChg>
      <pc:sldChg chg="del">
        <pc:chgData name="Tarun Mangla" userId="88b13cb7-320d-4618-8f69-c67540fd8b8b" providerId="ADAL" clId="{B1A93881-C5B7-5A3A-8E14-6CE2B5CD3772}" dt="2026-06-08T13:46:14.647" v="265" actId="2696"/>
        <pc:sldMkLst>
          <pc:docMk/>
          <pc:sldMk cId="472386005" sldId="1365"/>
        </pc:sldMkLst>
      </pc:sldChg>
      <pc:sldChg chg="del">
        <pc:chgData name="Tarun Mangla" userId="88b13cb7-320d-4618-8f69-c67540fd8b8b" providerId="ADAL" clId="{B1A93881-C5B7-5A3A-8E14-6CE2B5CD3772}" dt="2026-06-08T13:46:14.725" v="269" actId="2696"/>
        <pc:sldMkLst>
          <pc:docMk/>
          <pc:sldMk cId="2645691766" sldId="1373"/>
        </pc:sldMkLst>
      </pc:sldChg>
      <pc:sldChg chg="del">
        <pc:chgData name="Tarun Mangla" userId="88b13cb7-320d-4618-8f69-c67540fd8b8b" providerId="ADAL" clId="{B1A93881-C5B7-5A3A-8E14-6CE2B5CD3772}" dt="2026-06-08T13:46:14.748" v="271" actId="2696"/>
        <pc:sldMkLst>
          <pc:docMk/>
          <pc:sldMk cId="2540080830" sldId="1375"/>
        </pc:sldMkLst>
      </pc:sldChg>
      <pc:sldChg chg="del">
        <pc:chgData name="Tarun Mangla" userId="88b13cb7-320d-4618-8f69-c67540fd8b8b" providerId="ADAL" clId="{B1A93881-C5B7-5A3A-8E14-6CE2B5CD3772}" dt="2026-06-08T13:46:14.757" v="272" actId="2696"/>
        <pc:sldMkLst>
          <pc:docMk/>
          <pc:sldMk cId="1367379856" sldId="1378"/>
        </pc:sldMkLst>
      </pc:sldChg>
      <pc:sldChg chg="addSp delSp modSp add mod modClrScheme modAnim chgLayout">
        <pc:chgData name="Tarun Mangla" userId="88b13cb7-320d-4618-8f69-c67540fd8b8b" providerId="ADAL" clId="{B1A93881-C5B7-5A3A-8E14-6CE2B5CD3772}" dt="2026-06-08T14:18:01.829" v="494" actId="20577"/>
        <pc:sldMkLst>
          <pc:docMk/>
          <pc:sldMk cId="3915262673" sldId="1384"/>
        </pc:sldMkLst>
        <pc:spChg chg="mod ord">
          <ac:chgData name="Tarun Mangla" userId="88b13cb7-320d-4618-8f69-c67540fd8b8b" providerId="ADAL" clId="{B1A93881-C5B7-5A3A-8E14-6CE2B5CD3772}" dt="2026-06-08T14:18:01.829" v="494" actId="20577"/>
          <ac:spMkLst>
            <pc:docMk/>
            <pc:sldMk cId="3915262673" sldId="1384"/>
            <ac:spMk id="3" creationId="{C56750B5-073A-5464-A977-D8498C0FD9CA}"/>
          </ac:spMkLst>
        </pc:spChg>
        <pc:spChg chg="add del mod ord">
          <ac:chgData name="Tarun Mangla" userId="88b13cb7-320d-4618-8f69-c67540fd8b8b" providerId="ADAL" clId="{B1A93881-C5B7-5A3A-8E14-6CE2B5CD3772}" dt="2026-06-08T13:47:11.629" v="283" actId="700"/>
          <ac:spMkLst>
            <pc:docMk/>
            <pc:sldMk cId="3915262673" sldId="1384"/>
            <ac:spMk id="5" creationId="{28018440-AED3-6F4A-D9E9-E07F34F43A36}"/>
          </ac:spMkLst>
        </pc:spChg>
        <pc:spChg chg="add del mod ord">
          <ac:chgData name="Tarun Mangla" userId="88b13cb7-320d-4618-8f69-c67540fd8b8b" providerId="ADAL" clId="{B1A93881-C5B7-5A3A-8E14-6CE2B5CD3772}" dt="2026-06-08T13:47:11.629" v="283" actId="700"/>
          <ac:spMkLst>
            <pc:docMk/>
            <pc:sldMk cId="3915262673" sldId="1384"/>
            <ac:spMk id="6" creationId="{B683892B-B7AF-B276-1D05-C738574C6659}"/>
          </ac:spMkLst>
        </pc:spChg>
        <pc:spChg chg="add del mod">
          <ac:chgData name="Tarun Mangla" userId="88b13cb7-320d-4618-8f69-c67540fd8b8b" providerId="ADAL" clId="{B1A93881-C5B7-5A3A-8E14-6CE2B5CD3772}" dt="2026-06-08T13:47:14.234" v="284" actId="478"/>
          <ac:spMkLst>
            <pc:docMk/>
            <pc:sldMk cId="3915262673" sldId="1384"/>
            <ac:spMk id="7" creationId="{D24C542E-B8C4-2E40-31C3-D8E32738F6FF}"/>
          </ac:spMkLst>
        </pc:spChg>
        <pc:spChg chg="mod">
          <ac:chgData name="Tarun Mangla" userId="88b13cb7-320d-4618-8f69-c67540fd8b8b" providerId="ADAL" clId="{B1A93881-C5B7-5A3A-8E14-6CE2B5CD3772}" dt="2026-06-08T14:02:27.217" v="301" actId="1076"/>
          <ac:spMkLst>
            <pc:docMk/>
            <pc:sldMk cId="3915262673" sldId="1384"/>
            <ac:spMk id="8" creationId="{EF7F4C38-8291-3C22-2F2E-5CE7E1D308E6}"/>
          </ac:spMkLst>
        </pc:spChg>
        <pc:spChg chg="add del mod ord">
          <ac:chgData name="Tarun Mangla" userId="88b13cb7-320d-4618-8f69-c67540fd8b8b" providerId="ADAL" clId="{B1A93881-C5B7-5A3A-8E14-6CE2B5CD3772}" dt="2026-06-08T13:47:15.756" v="285" actId="478"/>
          <ac:spMkLst>
            <pc:docMk/>
            <pc:sldMk cId="3915262673" sldId="1384"/>
            <ac:spMk id="11" creationId="{39ED6461-D747-93FC-EA63-AB0375565184}"/>
          </ac:spMkLst>
        </pc:spChg>
        <pc:inkChg chg="del mod">
          <ac:chgData name="Tarun Mangla" userId="88b13cb7-320d-4618-8f69-c67540fd8b8b" providerId="ADAL" clId="{B1A93881-C5B7-5A3A-8E14-6CE2B5CD3772}" dt="2026-06-08T14:02:17.472" v="288" actId="478"/>
          <ac:inkMkLst>
            <pc:docMk/>
            <pc:sldMk cId="3915262673" sldId="1384"/>
            <ac:inkMk id="2" creationId="{83020CCE-FD47-E93E-E4CE-59237CDBA59F}"/>
          </ac:inkMkLst>
        </pc:inkChg>
        <pc:inkChg chg="mod">
          <ac:chgData name="Tarun Mangla" userId="88b13cb7-320d-4618-8f69-c67540fd8b8b" providerId="ADAL" clId="{B1A93881-C5B7-5A3A-8E14-6CE2B5CD3772}" dt="2026-06-08T14:02:24.524" v="300" actId="1036"/>
          <ac:inkMkLst>
            <pc:docMk/>
            <pc:sldMk cId="3915262673" sldId="1384"/>
            <ac:inkMk id="4" creationId="{7CFB7BF8-3FCF-1B56-4BAE-0CA3DA1C8A04}"/>
          </ac:inkMkLst>
        </pc:inkChg>
        <pc:inkChg chg="mod">
          <ac:chgData name="Tarun Mangla" userId="88b13cb7-320d-4618-8f69-c67540fd8b8b" providerId="ADAL" clId="{B1A93881-C5B7-5A3A-8E14-6CE2B5CD3772}" dt="2026-06-08T14:02:24.524" v="300" actId="1036"/>
          <ac:inkMkLst>
            <pc:docMk/>
            <pc:sldMk cId="3915262673" sldId="1384"/>
            <ac:inkMk id="10" creationId="{0EEF8D04-956C-591F-79A8-62BD3DDC2992}"/>
          </ac:inkMkLst>
        </pc:inkChg>
        <pc:inkChg chg="mod">
          <ac:chgData name="Tarun Mangla" userId="88b13cb7-320d-4618-8f69-c67540fd8b8b" providerId="ADAL" clId="{B1A93881-C5B7-5A3A-8E14-6CE2B5CD3772}" dt="2026-06-08T14:02:24.524" v="300" actId="1036"/>
          <ac:inkMkLst>
            <pc:docMk/>
            <pc:sldMk cId="3915262673" sldId="1384"/>
            <ac:inkMk id="26" creationId="{078A6501-9137-612C-096F-C08090927296}"/>
          </ac:inkMkLst>
        </pc:inkChg>
        <pc:inkChg chg="mod">
          <ac:chgData name="Tarun Mangla" userId="88b13cb7-320d-4618-8f69-c67540fd8b8b" providerId="ADAL" clId="{B1A93881-C5B7-5A3A-8E14-6CE2B5CD3772}" dt="2026-06-08T14:02:24.524" v="300" actId="1036"/>
          <ac:inkMkLst>
            <pc:docMk/>
            <pc:sldMk cId="3915262673" sldId="1384"/>
            <ac:inkMk id="32" creationId="{B7DD336D-768D-00ED-3013-27C029B1763C}"/>
          </ac:inkMkLst>
        </pc:inkChg>
        <pc:inkChg chg="mod">
          <ac:chgData name="Tarun Mangla" userId="88b13cb7-320d-4618-8f69-c67540fd8b8b" providerId="ADAL" clId="{B1A93881-C5B7-5A3A-8E14-6CE2B5CD3772}" dt="2026-06-08T14:02:24.524" v="300" actId="1036"/>
          <ac:inkMkLst>
            <pc:docMk/>
            <pc:sldMk cId="3915262673" sldId="1384"/>
            <ac:inkMk id="36" creationId="{EAA6D841-DA31-6B02-2975-EA6C5E74D4EC}"/>
          </ac:inkMkLst>
        </pc:inkChg>
        <pc:inkChg chg="mod">
          <ac:chgData name="Tarun Mangla" userId="88b13cb7-320d-4618-8f69-c67540fd8b8b" providerId="ADAL" clId="{B1A93881-C5B7-5A3A-8E14-6CE2B5CD3772}" dt="2026-06-08T14:02:24.524" v="300" actId="1036"/>
          <ac:inkMkLst>
            <pc:docMk/>
            <pc:sldMk cId="3915262673" sldId="1384"/>
            <ac:inkMk id="42" creationId="{42E7A0D9-F3B7-A8EA-28F3-3A9ACD74B708}"/>
          </ac:inkMkLst>
        </pc:inkChg>
        <pc:inkChg chg="mod">
          <ac:chgData name="Tarun Mangla" userId="88b13cb7-320d-4618-8f69-c67540fd8b8b" providerId="ADAL" clId="{B1A93881-C5B7-5A3A-8E14-6CE2B5CD3772}" dt="2026-06-08T14:02:24.524" v="300" actId="1036"/>
          <ac:inkMkLst>
            <pc:docMk/>
            <pc:sldMk cId="3915262673" sldId="1384"/>
            <ac:inkMk id="51" creationId="{0A2CD6C2-0B24-9E92-39BB-D416FFAE7C46}"/>
          </ac:inkMkLst>
        </pc:inkChg>
        <pc:inkChg chg="mod">
          <ac:chgData name="Tarun Mangla" userId="88b13cb7-320d-4618-8f69-c67540fd8b8b" providerId="ADAL" clId="{B1A93881-C5B7-5A3A-8E14-6CE2B5CD3772}" dt="2026-06-08T14:02:24.524" v="300" actId="1036"/>
          <ac:inkMkLst>
            <pc:docMk/>
            <pc:sldMk cId="3915262673" sldId="1384"/>
            <ac:inkMk id="52" creationId="{9F8C94FA-559C-1040-F12C-9E5A91637A3B}"/>
          </ac:inkMkLst>
        </pc:inkChg>
        <pc:inkChg chg="mod">
          <ac:chgData name="Tarun Mangla" userId="88b13cb7-320d-4618-8f69-c67540fd8b8b" providerId="ADAL" clId="{B1A93881-C5B7-5A3A-8E14-6CE2B5CD3772}" dt="2026-06-08T14:02:24.524" v="300" actId="1036"/>
          <ac:inkMkLst>
            <pc:docMk/>
            <pc:sldMk cId="3915262673" sldId="1384"/>
            <ac:inkMk id="58" creationId="{221FCB59-F53D-EF6B-6883-6ACF62CDD1E7}"/>
          </ac:inkMkLst>
        </pc:inkChg>
        <pc:inkChg chg="mod">
          <ac:chgData name="Tarun Mangla" userId="88b13cb7-320d-4618-8f69-c67540fd8b8b" providerId="ADAL" clId="{B1A93881-C5B7-5A3A-8E14-6CE2B5CD3772}" dt="2026-06-08T14:02:24.524" v="300" actId="1036"/>
          <ac:inkMkLst>
            <pc:docMk/>
            <pc:sldMk cId="3915262673" sldId="1384"/>
            <ac:inkMk id="61" creationId="{B3AE92CD-04D2-231E-2AB3-90DEC9192E16}"/>
          </ac:inkMkLst>
        </pc:inkChg>
      </pc:sldChg>
      <pc:sldChg chg="delSp modSp add del mod modClrScheme chgLayout">
        <pc:chgData name="Tarun Mangla" userId="88b13cb7-320d-4618-8f69-c67540fd8b8b" providerId="ADAL" clId="{B1A93881-C5B7-5A3A-8E14-6CE2B5CD3772}" dt="2026-06-08T17:12:52.476" v="650"/>
        <pc:sldMkLst>
          <pc:docMk/>
          <pc:sldMk cId="3665879840" sldId="1386"/>
        </pc:sldMkLst>
        <pc:spChg chg="mod ord">
          <ac:chgData name="Tarun Mangla" userId="88b13cb7-320d-4618-8f69-c67540fd8b8b" providerId="ADAL" clId="{B1A93881-C5B7-5A3A-8E14-6CE2B5CD3772}" dt="2026-06-08T17:11:09.282" v="648" actId="20577"/>
          <ac:spMkLst>
            <pc:docMk/>
            <pc:sldMk cId="3665879840" sldId="1386"/>
            <ac:spMk id="6" creationId="{5EE58ED7-62E2-2642-BB6A-E4AB185BFC3C}"/>
          </ac:spMkLst>
        </pc:spChg>
        <pc:spChg chg="mod ord">
          <ac:chgData name="Tarun Mangla" userId="88b13cb7-320d-4618-8f69-c67540fd8b8b" providerId="ADAL" clId="{B1A93881-C5B7-5A3A-8E14-6CE2B5CD3772}" dt="2026-06-08T17:10:35.748" v="646" actId="1076"/>
          <ac:spMkLst>
            <pc:docMk/>
            <pc:sldMk cId="3665879840" sldId="1386"/>
            <ac:spMk id="7" creationId="{5507B360-8633-344E-8C84-B4DA39DA217E}"/>
          </ac:spMkLst>
        </pc:spChg>
        <pc:inkChg chg="del">
          <ac:chgData name="Tarun Mangla" userId="88b13cb7-320d-4618-8f69-c67540fd8b8b" providerId="ADAL" clId="{B1A93881-C5B7-5A3A-8E14-6CE2B5CD3772}" dt="2026-06-08T17:10:10.014" v="639" actId="478"/>
          <ac:inkMkLst>
            <pc:docMk/>
            <pc:sldMk cId="3665879840" sldId="1386"/>
            <ac:inkMk id="2" creationId="{3A9505A8-4675-6DE8-0814-5F559992D0A8}"/>
          </ac:inkMkLst>
        </pc:inkChg>
      </pc:sldChg>
      <pc:sldChg chg="addSp delSp modSp add del mod modClrScheme chgLayout">
        <pc:chgData name="Tarun Mangla" userId="88b13cb7-320d-4618-8f69-c67540fd8b8b" providerId="ADAL" clId="{B1A93881-C5B7-5A3A-8E14-6CE2B5CD3772}" dt="2026-06-08T16:28:50.388" v="500"/>
        <pc:sldMkLst>
          <pc:docMk/>
          <pc:sldMk cId="4151773238" sldId="1389"/>
        </pc:sldMkLst>
        <pc:spChg chg="mod ord">
          <ac:chgData name="Tarun Mangla" userId="88b13cb7-320d-4618-8f69-c67540fd8b8b" providerId="ADAL" clId="{B1A93881-C5B7-5A3A-8E14-6CE2B5CD3772}" dt="2026-06-08T14:11:06.727" v="370" actId="20577"/>
          <ac:spMkLst>
            <pc:docMk/>
            <pc:sldMk cId="4151773238" sldId="1389"/>
            <ac:spMk id="3" creationId="{FB36D76E-0BB3-325F-1D06-BEB238E79896}"/>
          </ac:spMkLst>
        </pc:spChg>
        <pc:spChg chg="add del mod ord">
          <ac:chgData name="Tarun Mangla" userId="88b13cb7-320d-4618-8f69-c67540fd8b8b" providerId="ADAL" clId="{B1A93881-C5B7-5A3A-8E14-6CE2B5CD3772}" dt="2026-06-08T14:09:34.726" v="334" actId="478"/>
          <ac:spMkLst>
            <pc:docMk/>
            <pc:sldMk cId="4151773238" sldId="1389"/>
            <ac:spMk id="5" creationId="{FB31B6B5-E8FB-1124-87A7-484140902626}"/>
          </ac:spMkLst>
        </pc:spChg>
        <pc:inkChg chg="del">
          <ac:chgData name="Tarun Mangla" userId="88b13cb7-320d-4618-8f69-c67540fd8b8b" providerId="ADAL" clId="{B1A93881-C5B7-5A3A-8E14-6CE2B5CD3772}" dt="2026-06-08T14:08:29.877" v="324" actId="478"/>
          <ac:inkMkLst>
            <pc:docMk/>
            <pc:sldMk cId="4151773238" sldId="1389"/>
            <ac:inkMk id="2" creationId="{0681FD5E-B09D-D81C-0F0B-DBFBE687F19A}"/>
          </ac:inkMkLst>
        </pc:inkChg>
        <pc:inkChg chg="del">
          <ac:chgData name="Tarun Mangla" userId="88b13cb7-320d-4618-8f69-c67540fd8b8b" providerId="ADAL" clId="{B1A93881-C5B7-5A3A-8E14-6CE2B5CD3772}" dt="2026-06-08T14:09:35.803" v="335" actId="478"/>
          <ac:inkMkLst>
            <pc:docMk/>
            <pc:sldMk cId="4151773238" sldId="1389"/>
            <ac:inkMk id="4" creationId="{D7A38679-851E-3FC0-A8F1-1364B43F3F1A}"/>
          </ac:inkMkLst>
        </pc:inkChg>
        <pc:inkChg chg="del">
          <ac:chgData name="Tarun Mangla" userId="88b13cb7-320d-4618-8f69-c67540fd8b8b" providerId="ADAL" clId="{B1A93881-C5B7-5A3A-8E14-6CE2B5CD3772}" dt="2026-06-08T14:09:07.843" v="328" actId="478"/>
          <ac:inkMkLst>
            <pc:docMk/>
            <pc:sldMk cId="4151773238" sldId="1389"/>
            <ac:inkMk id="27" creationId="{BC500E6E-CF2E-8717-C38D-C807639988A8}"/>
          </ac:inkMkLst>
        </pc:inkChg>
        <pc:inkChg chg="del">
          <ac:chgData name="Tarun Mangla" userId="88b13cb7-320d-4618-8f69-c67540fd8b8b" providerId="ADAL" clId="{B1A93881-C5B7-5A3A-8E14-6CE2B5CD3772}" dt="2026-06-08T14:09:34.726" v="334" actId="478"/>
          <ac:inkMkLst>
            <pc:docMk/>
            <pc:sldMk cId="4151773238" sldId="1389"/>
            <ac:inkMk id="28" creationId="{BDF069ED-F8B9-0E85-43F3-06583332A026}"/>
          </ac:inkMkLst>
        </pc:inkChg>
        <pc:inkChg chg="del">
          <ac:chgData name="Tarun Mangla" userId="88b13cb7-320d-4618-8f69-c67540fd8b8b" providerId="ADAL" clId="{B1A93881-C5B7-5A3A-8E14-6CE2B5CD3772}" dt="2026-06-08T14:09:34.726" v="334" actId="478"/>
          <ac:inkMkLst>
            <pc:docMk/>
            <pc:sldMk cId="4151773238" sldId="1389"/>
            <ac:inkMk id="29" creationId="{77A8171E-BC73-51C5-0972-C75417940757}"/>
          </ac:inkMkLst>
        </pc:inkChg>
        <pc:inkChg chg="del">
          <ac:chgData name="Tarun Mangla" userId="88b13cb7-320d-4618-8f69-c67540fd8b8b" providerId="ADAL" clId="{B1A93881-C5B7-5A3A-8E14-6CE2B5CD3772}" dt="2026-06-08T14:09:34.726" v="334" actId="478"/>
          <ac:inkMkLst>
            <pc:docMk/>
            <pc:sldMk cId="4151773238" sldId="1389"/>
            <ac:inkMk id="32" creationId="{B97D8BF7-4C9A-59E1-398F-3C5E82540991}"/>
          </ac:inkMkLst>
        </pc:inkChg>
        <pc:inkChg chg="del">
          <ac:chgData name="Tarun Mangla" userId="88b13cb7-320d-4618-8f69-c67540fd8b8b" providerId="ADAL" clId="{B1A93881-C5B7-5A3A-8E14-6CE2B5CD3772}" dt="2026-06-08T14:08:38.661" v="325" actId="478"/>
          <ac:inkMkLst>
            <pc:docMk/>
            <pc:sldMk cId="4151773238" sldId="1389"/>
            <ac:inkMk id="46" creationId="{BC37323E-FCAB-9026-74FB-0CDE38069D5C}"/>
          </ac:inkMkLst>
        </pc:inkChg>
        <pc:inkChg chg="del">
          <ac:chgData name="Tarun Mangla" userId="88b13cb7-320d-4618-8f69-c67540fd8b8b" providerId="ADAL" clId="{B1A93881-C5B7-5A3A-8E14-6CE2B5CD3772}" dt="2026-06-08T14:08:38.661" v="325" actId="478"/>
          <ac:inkMkLst>
            <pc:docMk/>
            <pc:sldMk cId="4151773238" sldId="1389"/>
            <ac:inkMk id="48" creationId="{2747D855-A1E9-6812-0E00-67D288010912}"/>
          </ac:inkMkLst>
        </pc:inkChg>
        <pc:inkChg chg="del">
          <ac:chgData name="Tarun Mangla" userId="88b13cb7-320d-4618-8f69-c67540fd8b8b" providerId="ADAL" clId="{B1A93881-C5B7-5A3A-8E14-6CE2B5CD3772}" dt="2026-06-08T14:08:38.661" v="325" actId="478"/>
          <ac:inkMkLst>
            <pc:docMk/>
            <pc:sldMk cId="4151773238" sldId="1389"/>
            <ac:inkMk id="62" creationId="{7D75FE68-C5CB-09B9-6FF3-3BF77FCB44D5}"/>
          </ac:inkMkLst>
        </pc:inkChg>
        <pc:inkChg chg="del">
          <ac:chgData name="Tarun Mangla" userId="88b13cb7-320d-4618-8f69-c67540fd8b8b" providerId="ADAL" clId="{B1A93881-C5B7-5A3A-8E14-6CE2B5CD3772}" dt="2026-06-08T14:08:38.661" v="325" actId="478"/>
          <ac:inkMkLst>
            <pc:docMk/>
            <pc:sldMk cId="4151773238" sldId="1389"/>
            <ac:inkMk id="80" creationId="{260CA344-B76B-BDEE-3298-601290F925BC}"/>
          </ac:inkMkLst>
        </pc:inkChg>
        <pc:inkChg chg="del">
          <ac:chgData name="Tarun Mangla" userId="88b13cb7-320d-4618-8f69-c67540fd8b8b" providerId="ADAL" clId="{B1A93881-C5B7-5A3A-8E14-6CE2B5CD3772}" dt="2026-06-08T14:08:38.661" v="325" actId="478"/>
          <ac:inkMkLst>
            <pc:docMk/>
            <pc:sldMk cId="4151773238" sldId="1389"/>
            <ac:inkMk id="81" creationId="{A3565905-A58F-A4E2-91B1-B3C5691E477A}"/>
          </ac:inkMkLst>
        </pc:inkChg>
        <pc:inkChg chg="del">
          <ac:chgData name="Tarun Mangla" userId="88b13cb7-320d-4618-8f69-c67540fd8b8b" providerId="ADAL" clId="{B1A93881-C5B7-5A3A-8E14-6CE2B5CD3772}" dt="2026-06-08T14:08:38.661" v="325" actId="478"/>
          <ac:inkMkLst>
            <pc:docMk/>
            <pc:sldMk cId="4151773238" sldId="1389"/>
            <ac:inkMk id="82" creationId="{F551E2C4-2DD2-23E8-450B-831896F5BEF7}"/>
          </ac:inkMkLst>
        </pc:inkChg>
        <pc:inkChg chg="del">
          <ac:chgData name="Tarun Mangla" userId="88b13cb7-320d-4618-8f69-c67540fd8b8b" providerId="ADAL" clId="{B1A93881-C5B7-5A3A-8E14-6CE2B5CD3772}" dt="2026-06-08T14:08:38.661" v="325" actId="478"/>
          <ac:inkMkLst>
            <pc:docMk/>
            <pc:sldMk cId="4151773238" sldId="1389"/>
            <ac:inkMk id="165" creationId="{12D9BDE0-5004-42A0-DBE1-45C618520097}"/>
          </ac:inkMkLst>
        </pc:inkChg>
        <pc:inkChg chg="del">
          <ac:chgData name="Tarun Mangla" userId="88b13cb7-320d-4618-8f69-c67540fd8b8b" providerId="ADAL" clId="{B1A93881-C5B7-5A3A-8E14-6CE2B5CD3772}" dt="2026-06-08T14:08:38.661" v="325" actId="478"/>
          <ac:inkMkLst>
            <pc:docMk/>
            <pc:sldMk cId="4151773238" sldId="1389"/>
            <ac:inkMk id="166" creationId="{B55F8F29-6424-ABF2-5227-102174321DB0}"/>
          </ac:inkMkLst>
        </pc:inkChg>
        <pc:inkChg chg="del">
          <ac:chgData name="Tarun Mangla" userId="88b13cb7-320d-4618-8f69-c67540fd8b8b" providerId="ADAL" clId="{B1A93881-C5B7-5A3A-8E14-6CE2B5CD3772}" dt="2026-06-08T14:08:38.661" v="325" actId="478"/>
          <ac:inkMkLst>
            <pc:docMk/>
            <pc:sldMk cId="4151773238" sldId="1389"/>
            <ac:inkMk id="177" creationId="{049A7797-E950-8B76-8600-70A393FECC3D}"/>
          </ac:inkMkLst>
        </pc:inkChg>
        <pc:inkChg chg="del">
          <ac:chgData name="Tarun Mangla" userId="88b13cb7-320d-4618-8f69-c67540fd8b8b" providerId="ADAL" clId="{B1A93881-C5B7-5A3A-8E14-6CE2B5CD3772}" dt="2026-06-08T14:08:38.661" v="325" actId="478"/>
          <ac:inkMkLst>
            <pc:docMk/>
            <pc:sldMk cId="4151773238" sldId="1389"/>
            <ac:inkMk id="192" creationId="{A86EA420-3B15-EFE4-A25B-A6BD7AAF9E21}"/>
          </ac:inkMkLst>
        </pc:inkChg>
        <pc:inkChg chg="del">
          <ac:chgData name="Tarun Mangla" userId="88b13cb7-320d-4618-8f69-c67540fd8b8b" providerId="ADAL" clId="{B1A93881-C5B7-5A3A-8E14-6CE2B5CD3772}" dt="2026-06-08T14:08:39.980" v="326" actId="478"/>
          <ac:inkMkLst>
            <pc:docMk/>
            <pc:sldMk cId="4151773238" sldId="1389"/>
            <ac:inkMk id="193" creationId="{948B6725-E2ED-E770-47C4-A91673BC6F1A}"/>
          </ac:inkMkLst>
        </pc:inkChg>
        <pc:inkChg chg="del">
          <ac:chgData name="Tarun Mangla" userId="88b13cb7-320d-4618-8f69-c67540fd8b8b" providerId="ADAL" clId="{B1A93881-C5B7-5A3A-8E14-6CE2B5CD3772}" dt="2026-06-08T14:09:16.790" v="330" actId="478"/>
          <ac:inkMkLst>
            <pc:docMk/>
            <pc:sldMk cId="4151773238" sldId="1389"/>
            <ac:inkMk id="200" creationId="{FA4E4917-F7B7-3223-55B3-E84597929F80}"/>
          </ac:inkMkLst>
        </pc:inkChg>
        <pc:inkChg chg="del">
          <ac:chgData name="Tarun Mangla" userId="88b13cb7-320d-4618-8f69-c67540fd8b8b" providerId="ADAL" clId="{B1A93881-C5B7-5A3A-8E14-6CE2B5CD3772}" dt="2026-06-08T14:09:20.775" v="331" actId="478"/>
          <ac:inkMkLst>
            <pc:docMk/>
            <pc:sldMk cId="4151773238" sldId="1389"/>
            <ac:inkMk id="215" creationId="{68C58C50-254C-9EC4-2802-0FDAEAD61BCA}"/>
          </ac:inkMkLst>
        </pc:inkChg>
        <pc:inkChg chg="del">
          <ac:chgData name="Tarun Mangla" userId="88b13cb7-320d-4618-8f69-c67540fd8b8b" providerId="ADAL" clId="{B1A93881-C5B7-5A3A-8E14-6CE2B5CD3772}" dt="2026-06-08T14:09:20.775" v="331" actId="478"/>
          <ac:inkMkLst>
            <pc:docMk/>
            <pc:sldMk cId="4151773238" sldId="1389"/>
            <ac:inkMk id="216" creationId="{E2A14382-24E1-57E9-A071-C5338547340A}"/>
          </ac:inkMkLst>
        </pc:inkChg>
        <pc:inkChg chg="del">
          <ac:chgData name="Tarun Mangla" userId="88b13cb7-320d-4618-8f69-c67540fd8b8b" providerId="ADAL" clId="{B1A93881-C5B7-5A3A-8E14-6CE2B5CD3772}" dt="2026-06-08T14:09:12.874" v="329" actId="478"/>
          <ac:inkMkLst>
            <pc:docMk/>
            <pc:sldMk cId="4151773238" sldId="1389"/>
            <ac:inkMk id="220" creationId="{17B081A7-7F39-EA56-3BD7-45E57ADE44FF}"/>
          </ac:inkMkLst>
        </pc:inkChg>
        <pc:inkChg chg="del">
          <ac:chgData name="Tarun Mangla" userId="88b13cb7-320d-4618-8f69-c67540fd8b8b" providerId="ADAL" clId="{B1A93881-C5B7-5A3A-8E14-6CE2B5CD3772}" dt="2026-06-08T14:09:20.775" v="331" actId="478"/>
          <ac:inkMkLst>
            <pc:docMk/>
            <pc:sldMk cId="4151773238" sldId="1389"/>
            <ac:inkMk id="221" creationId="{9B148777-BCE2-3848-AD4D-E63C027C6611}"/>
          </ac:inkMkLst>
        </pc:inkChg>
        <pc:inkChg chg="del">
          <ac:chgData name="Tarun Mangla" userId="88b13cb7-320d-4618-8f69-c67540fd8b8b" providerId="ADAL" clId="{B1A93881-C5B7-5A3A-8E14-6CE2B5CD3772}" dt="2026-06-08T14:09:20.775" v="331" actId="478"/>
          <ac:inkMkLst>
            <pc:docMk/>
            <pc:sldMk cId="4151773238" sldId="1389"/>
            <ac:inkMk id="225" creationId="{DA05C7B8-9FB0-EEEB-D0B4-DFCD2335FA5B}"/>
          </ac:inkMkLst>
        </pc:inkChg>
        <pc:inkChg chg="del">
          <ac:chgData name="Tarun Mangla" userId="88b13cb7-320d-4618-8f69-c67540fd8b8b" providerId="ADAL" clId="{B1A93881-C5B7-5A3A-8E14-6CE2B5CD3772}" dt="2026-06-08T14:09:12.874" v="329" actId="478"/>
          <ac:inkMkLst>
            <pc:docMk/>
            <pc:sldMk cId="4151773238" sldId="1389"/>
            <ac:inkMk id="238" creationId="{0B5563B8-2017-8219-8865-838743E9C44C}"/>
          </ac:inkMkLst>
        </pc:inkChg>
        <pc:inkChg chg="del">
          <ac:chgData name="Tarun Mangla" userId="88b13cb7-320d-4618-8f69-c67540fd8b8b" providerId="ADAL" clId="{B1A93881-C5B7-5A3A-8E14-6CE2B5CD3772}" dt="2026-06-08T14:09:12.874" v="329" actId="478"/>
          <ac:inkMkLst>
            <pc:docMk/>
            <pc:sldMk cId="4151773238" sldId="1389"/>
            <ac:inkMk id="239" creationId="{906419BD-EF11-46F2-D90B-BCB988B65FB8}"/>
          </ac:inkMkLst>
        </pc:inkChg>
        <pc:inkChg chg="del">
          <ac:chgData name="Tarun Mangla" userId="88b13cb7-320d-4618-8f69-c67540fd8b8b" providerId="ADAL" clId="{B1A93881-C5B7-5A3A-8E14-6CE2B5CD3772}" dt="2026-06-08T14:09:12.874" v="329" actId="478"/>
          <ac:inkMkLst>
            <pc:docMk/>
            <pc:sldMk cId="4151773238" sldId="1389"/>
            <ac:inkMk id="245" creationId="{CF069BB5-9646-F7CA-0E0E-0B9D6C50F50F}"/>
          </ac:inkMkLst>
        </pc:inkChg>
        <pc:inkChg chg="del">
          <ac:chgData name="Tarun Mangla" userId="88b13cb7-320d-4618-8f69-c67540fd8b8b" providerId="ADAL" clId="{B1A93881-C5B7-5A3A-8E14-6CE2B5CD3772}" dt="2026-06-08T14:09:12.874" v="329" actId="478"/>
          <ac:inkMkLst>
            <pc:docMk/>
            <pc:sldMk cId="4151773238" sldId="1389"/>
            <ac:inkMk id="258" creationId="{5F1F7344-4AA6-C1D5-0BD5-664D091ADF36}"/>
          </ac:inkMkLst>
        </pc:inkChg>
        <pc:inkChg chg="del">
          <ac:chgData name="Tarun Mangla" userId="88b13cb7-320d-4618-8f69-c67540fd8b8b" providerId="ADAL" clId="{B1A93881-C5B7-5A3A-8E14-6CE2B5CD3772}" dt="2026-06-08T14:09:12.874" v="329" actId="478"/>
          <ac:inkMkLst>
            <pc:docMk/>
            <pc:sldMk cId="4151773238" sldId="1389"/>
            <ac:inkMk id="274" creationId="{EA3A68E8-D4DA-B989-AADD-C3016BF47DF6}"/>
          </ac:inkMkLst>
        </pc:inkChg>
        <pc:inkChg chg="del">
          <ac:chgData name="Tarun Mangla" userId="88b13cb7-320d-4618-8f69-c67540fd8b8b" providerId="ADAL" clId="{B1A93881-C5B7-5A3A-8E14-6CE2B5CD3772}" dt="2026-06-08T14:09:12.874" v="329" actId="478"/>
          <ac:inkMkLst>
            <pc:docMk/>
            <pc:sldMk cId="4151773238" sldId="1389"/>
            <ac:inkMk id="275" creationId="{53B7377E-0EE2-8998-E70C-8195F35AC05C}"/>
          </ac:inkMkLst>
        </pc:inkChg>
        <pc:inkChg chg="del">
          <ac:chgData name="Tarun Mangla" userId="88b13cb7-320d-4618-8f69-c67540fd8b8b" providerId="ADAL" clId="{B1A93881-C5B7-5A3A-8E14-6CE2B5CD3772}" dt="2026-06-08T14:09:22.722" v="332" actId="478"/>
          <ac:inkMkLst>
            <pc:docMk/>
            <pc:sldMk cId="4151773238" sldId="1389"/>
            <ac:inkMk id="285" creationId="{9733FC50-C082-77FF-8D7A-10B08D3AC653}"/>
          </ac:inkMkLst>
        </pc:inkChg>
        <pc:inkChg chg="del">
          <ac:chgData name="Tarun Mangla" userId="88b13cb7-320d-4618-8f69-c67540fd8b8b" providerId="ADAL" clId="{B1A93881-C5B7-5A3A-8E14-6CE2B5CD3772}" dt="2026-06-08T14:09:12.874" v="329" actId="478"/>
          <ac:inkMkLst>
            <pc:docMk/>
            <pc:sldMk cId="4151773238" sldId="1389"/>
            <ac:inkMk id="290" creationId="{BF16A1F1-E1B0-09A7-1D57-6B41BB73D102}"/>
          </ac:inkMkLst>
        </pc:inkChg>
        <pc:inkChg chg="del">
          <ac:chgData name="Tarun Mangla" userId="88b13cb7-320d-4618-8f69-c67540fd8b8b" providerId="ADAL" clId="{B1A93881-C5B7-5A3A-8E14-6CE2B5CD3772}" dt="2026-06-08T14:09:25.890" v="333" actId="478"/>
          <ac:inkMkLst>
            <pc:docMk/>
            <pc:sldMk cId="4151773238" sldId="1389"/>
            <ac:inkMk id="293" creationId="{E51042ED-342A-15A9-3C71-309BD31A56B0}"/>
          </ac:inkMkLst>
        </pc:inkChg>
      </pc:sldChg>
      <pc:sldChg chg="delSp modSp add mod ord modClrScheme chgLayout">
        <pc:chgData name="Tarun Mangla" userId="88b13cb7-320d-4618-8f69-c67540fd8b8b" providerId="ADAL" clId="{B1A93881-C5B7-5A3A-8E14-6CE2B5CD3772}" dt="2026-06-08T16:32:00.785" v="532" actId="1076"/>
        <pc:sldMkLst>
          <pc:docMk/>
          <pc:sldMk cId="2064905719" sldId="1390"/>
        </pc:sldMkLst>
        <pc:spChg chg="mod ord">
          <ac:chgData name="Tarun Mangla" userId="88b13cb7-320d-4618-8f69-c67540fd8b8b" providerId="ADAL" clId="{B1A93881-C5B7-5A3A-8E14-6CE2B5CD3772}" dt="2026-06-08T16:32:00.785" v="532" actId="1076"/>
          <ac:spMkLst>
            <pc:docMk/>
            <pc:sldMk cId="2064905719" sldId="1390"/>
            <ac:spMk id="2" creationId="{735A4C34-088E-6A6F-2A68-F312FE62F945}"/>
          </ac:spMkLst>
        </pc:spChg>
        <pc:spChg chg="mod ord">
          <ac:chgData name="Tarun Mangla" userId="88b13cb7-320d-4618-8f69-c67540fd8b8b" providerId="ADAL" clId="{B1A93881-C5B7-5A3A-8E14-6CE2B5CD3772}" dt="2026-06-08T14:12:17.569" v="462" actId="20577"/>
          <ac:spMkLst>
            <pc:docMk/>
            <pc:sldMk cId="2064905719" sldId="1390"/>
            <ac:spMk id="3" creationId="{09495029-4997-E3DF-6FC6-DD74A61C8DBA}"/>
          </ac:spMkLst>
        </pc:spChg>
        <pc:spChg chg="mod">
          <ac:chgData name="Tarun Mangla" userId="88b13cb7-320d-4618-8f69-c67540fd8b8b" providerId="ADAL" clId="{B1A93881-C5B7-5A3A-8E14-6CE2B5CD3772}" dt="2026-06-08T14:05:22.334" v="319" actId="1076"/>
          <ac:spMkLst>
            <pc:docMk/>
            <pc:sldMk cId="2064905719" sldId="1390"/>
            <ac:spMk id="6" creationId="{00450B15-382F-07CF-9DC9-6505C8DCFB50}"/>
          </ac:spMkLst>
        </pc:spChg>
        <pc:inkChg chg="del">
          <ac:chgData name="Tarun Mangla" userId="88b13cb7-320d-4618-8f69-c67540fd8b8b" providerId="ADAL" clId="{B1A93881-C5B7-5A3A-8E14-6CE2B5CD3772}" dt="2026-06-08T14:03:53.736" v="313" actId="478"/>
          <ac:inkMkLst>
            <pc:docMk/>
            <pc:sldMk cId="2064905719" sldId="1390"/>
            <ac:inkMk id="7" creationId="{5971A9D1-7668-7A54-FD64-CE1DB240D219}"/>
          </ac:inkMkLst>
        </pc:inkChg>
        <pc:inkChg chg="del">
          <ac:chgData name="Tarun Mangla" userId="88b13cb7-320d-4618-8f69-c67540fd8b8b" providerId="ADAL" clId="{B1A93881-C5B7-5A3A-8E14-6CE2B5CD3772}" dt="2026-06-08T14:07:49.535" v="320" actId="478"/>
          <ac:inkMkLst>
            <pc:docMk/>
            <pc:sldMk cId="2064905719" sldId="1390"/>
            <ac:inkMk id="12" creationId="{5AFC1177-0766-593E-7BC3-41C97E6F4EEB}"/>
          </ac:inkMkLst>
        </pc:inkChg>
        <pc:inkChg chg="del">
          <ac:chgData name="Tarun Mangla" userId="88b13cb7-320d-4618-8f69-c67540fd8b8b" providerId="ADAL" clId="{B1A93881-C5B7-5A3A-8E14-6CE2B5CD3772}" dt="2026-06-08T14:07:53.411" v="322" actId="478"/>
          <ac:inkMkLst>
            <pc:docMk/>
            <pc:sldMk cId="2064905719" sldId="1390"/>
            <ac:inkMk id="20" creationId="{22F44529-8FAA-73AE-E3DA-32D2DDE7803C}"/>
          </ac:inkMkLst>
        </pc:inkChg>
        <pc:inkChg chg="del">
          <ac:chgData name="Tarun Mangla" userId="88b13cb7-320d-4618-8f69-c67540fd8b8b" providerId="ADAL" clId="{B1A93881-C5B7-5A3A-8E14-6CE2B5CD3772}" dt="2026-06-08T14:07:50.651" v="321" actId="478"/>
          <ac:inkMkLst>
            <pc:docMk/>
            <pc:sldMk cId="2064905719" sldId="1390"/>
            <ac:inkMk id="21" creationId="{95857452-D922-B20E-501F-9E04F16605B0}"/>
          </ac:inkMkLst>
        </pc:inkChg>
        <pc:inkChg chg="del mod">
          <ac:chgData name="Tarun Mangla" userId="88b13cb7-320d-4618-8f69-c67540fd8b8b" providerId="ADAL" clId="{B1A93881-C5B7-5A3A-8E14-6CE2B5CD3772}" dt="2026-06-08T14:05:18.102" v="318" actId="478"/>
          <ac:inkMkLst>
            <pc:docMk/>
            <pc:sldMk cId="2064905719" sldId="1390"/>
            <ac:inkMk id="35" creationId="{B0DA76AA-270E-4DBD-FF29-2F71C039AC1C}"/>
          </ac:inkMkLst>
        </pc:inkChg>
        <pc:inkChg chg="del mod">
          <ac:chgData name="Tarun Mangla" userId="88b13cb7-320d-4618-8f69-c67540fd8b8b" providerId="ADAL" clId="{B1A93881-C5B7-5A3A-8E14-6CE2B5CD3772}" dt="2026-06-08T14:05:18.102" v="318" actId="478"/>
          <ac:inkMkLst>
            <pc:docMk/>
            <pc:sldMk cId="2064905719" sldId="1390"/>
            <ac:inkMk id="47" creationId="{B2196569-7BD0-6564-2DEF-C41BAAE434DC}"/>
          </ac:inkMkLst>
        </pc:inkChg>
        <pc:inkChg chg="del mod">
          <ac:chgData name="Tarun Mangla" userId="88b13cb7-320d-4618-8f69-c67540fd8b8b" providerId="ADAL" clId="{B1A93881-C5B7-5A3A-8E14-6CE2B5CD3772}" dt="2026-06-08T14:05:18.102" v="318" actId="478"/>
          <ac:inkMkLst>
            <pc:docMk/>
            <pc:sldMk cId="2064905719" sldId="1390"/>
            <ac:inkMk id="49" creationId="{76B4CC41-0465-C66F-3C33-CD6CEBB327E4}"/>
          </ac:inkMkLst>
        </pc:inkChg>
        <pc:inkChg chg="del mod">
          <ac:chgData name="Tarun Mangla" userId="88b13cb7-320d-4618-8f69-c67540fd8b8b" providerId="ADAL" clId="{B1A93881-C5B7-5A3A-8E14-6CE2B5CD3772}" dt="2026-06-08T14:05:18.102" v="318" actId="478"/>
          <ac:inkMkLst>
            <pc:docMk/>
            <pc:sldMk cId="2064905719" sldId="1390"/>
            <ac:inkMk id="52" creationId="{50C5AF95-E436-B0CB-5162-4BD3B87200F9}"/>
          </ac:inkMkLst>
        </pc:inkChg>
        <pc:inkChg chg="del mod">
          <ac:chgData name="Tarun Mangla" userId="88b13cb7-320d-4618-8f69-c67540fd8b8b" providerId="ADAL" clId="{B1A93881-C5B7-5A3A-8E14-6CE2B5CD3772}" dt="2026-06-08T14:05:18.102" v="318" actId="478"/>
          <ac:inkMkLst>
            <pc:docMk/>
            <pc:sldMk cId="2064905719" sldId="1390"/>
            <ac:inkMk id="55" creationId="{C2481032-B21B-C4C9-9FBA-432A4904F67C}"/>
          </ac:inkMkLst>
        </pc:inkChg>
        <pc:inkChg chg="del mod">
          <ac:chgData name="Tarun Mangla" userId="88b13cb7-320d-4618-8f69-c67540fd8b8b" providerId="ADAL" clId="{B1A93881-C5B7-5A3A-8E14-6CE2B5CD3772}" dt="2026-06-08T14:05:18.102" v="318" actId="478"/>
          <ac:inkMkLst>
            <pc:docMk/>
            <pc:sldMk cId="2064905719" sldId="1390"/>
            <ac:inkMk id="66" creationId="{C9FEE568-9604-1CC6-9C25-B8DEA17C0966}"/>
          </ac:inkMkLst>
        </pc:inkChg>
        <pc:inkChg chg="del mod">
          <ac:chgData name="Tarun Mangla" userId="88b13cb7-320d-4618-8f69-c67540fd8b8b" providerId="ADAL" clId="{B1A93881-C5B7-5A3A-8E14-6CE2B5CD3772}" dt="2026-06-08T14:05:18.102" v="318" actId="478"/>
          <ac:inkMkLst>
            <pc:docMk/>
            <pc:sldMk cId="2064905719" sldId="1390"/>
            <ac:inkMk id="67" creationId="{0AEECF72-7731-BFDD-DD61-A4F145EDC538}"/>
          </ac:inkMkLst>
        </pc:inkChg>
        <pc:inkChg chg="del mod">
          <ac:chgData name="Tarun Mangla" userId="88b13cb7-320d-4618-8f69-c67540fd8b8b" providerId="ADAL" clId="{B1A93881-C5B7-5A3A-8E14-6CE2B5CD3772}" dt="2026-06-08T14:05:18.102" v="318" actId="478"/>
          <ac:inkMkLst>
            <pc:docMk/>
            <pc:sldMk cId="2064905719" sldId="1390"/>
            <ac:inkMk id="74" creationId="{CEEBF595-E3EB-70F7-7E38-523CCB8EBC2F}"/>
          </ac:inkMkLst>
        </pc:inkChg>
        <pc:inkChg chg="del mod">
          <ac:chgData name="Tarun Mangla" userId="88b13cb7-320d-4618-8f69-c67540fd8b8b" providerId="ADAL" clId="{B1A93881-C5B7-5A3A-8E14-6CE2B5CD3772}" dt="2026-06-08T14:05:18.102" v="318" actId="478"/>
          <ac:inkMkLst>
            <pc:docMk/>
            <pc:sldMk cId="2064905719" sldId="1390"/>
            <ac:inkMk id="81" creationId="{6BD582D4-B6C0-B0A5-54C1-4521E1182A5C}"/>
          </ac:inkMkLst>
        </pc:inkChg>
        <pc:inkChg chg="del">
          <ac:chgData name="Tarun Mangla" userId="88b13cb7-320d-4618-8f69-c67540fd8b8b" providerId="ADAL" clId="{B1A93881-C5B7-5A3A-8E14-6CE2B5CD3772}" dt="2026-06-08T14:04:21.200" v="314" actId="478"/>
          <ac:inkMkLst>
            <pc:docMk/>
            <pc:sldMk cId="2064905719" sldId="1390"/>
            <ac:inkMk id="96" creationId="{DEE5FCF6-4231-A320-CABA-1939D2506C9C}"/>
          </ac:inkMkLst>
        </pc:inkChg>
        <pc:inkChg chg="del">
          <ac:chgData name="Tarun Mangla" userId="88b13cb7-320d-4618-8f69-c67540fd8b8b" providerId="ADAL" clId="{B1A93881-C5B7-5A3A-8E14-6CE2B5CD3772}" dt="2026-06-08T14:04:21.200" v="314" actId="478"/>
          <ac:inkMkLst>
            <pc:docMk/>
            <pc:sldMk cId="2064905719" sldId="1390"/>
            <ac:inkMk id="100" creationId="{008BB4A6-176C-9488-A6C4-715D9FD28591}"/>
          </ac:inkMkLst>
        </pc:inkChg>
        <pc:inkChg chg="del">
          <ac:chgData name="Tarun Mangla" userId="88b13cb7-320d-4618-8f69-c67540fd8b8b" providerId="ADAL" clId="{B1A93881-C5B7-5A3A-8E14-6CE2B5CD3772}" dt="2026-06-08T14:04:21.200" v="314" actId="478"/>
          <ac:inkMkLst>
            <pc:docMk/>
            <pc:sldMk cId="2064905719" sldId="1390"/>
            <ac:inkMk id="107" creationId="{CEC1E928-0447-ECAB-BA6B-63E8C4C7239F}"/>
          </ac:inkMkLst>
        </pc:inkChg>
        <pc:inkChg chg="del">
          <ac:chgData name="Tarun Mangla" userId="88b13cb7-320d-4618-8f69-c67540fd8b8b" providerId="ADAL" clId="{B1A93881-C5B7-5A3A-8E14-6CE2B5CD3772}" dt="2026-06-08T14:04:21.200" v="314" actId="478"/>
          <ac:inkMkLst>
            <pc:docMk/>
            <pc:sldMk cId="2064905719" sldId="1390"/>
            <ac:inkMk id="113" creationId="{8822B7AB-317E-2EC7-3B95-61798352E8AD}"/>
          </ac:inkMkLst>
        </pc:inkChg>
        <pc:inkChg chg="del">
          <ac:chgData name="Tarun Mangla" userId="88b13cb7-320d-4618-8f69-c67540fd8b8b" providerId="ADAL" clId="{B1A93881-C5B7-5A3A-8E14-6CE2B5CD3772}" dt="2026-06-08T14:07:53.411" v="322" actId="478"/>
          <ac:inkMkLst>
            <pc:docMk/>
            <pc:sldMk cId="2064905719" sldId="1390"/>
            <ac:inkMk id="117" creationId="{7B2F7D51-ABA0-431C-0BA7-387FCE7B5FDD}"/>
          </ac:inkMkLst>
        </pc:inkChg>
        <pc:inkChg chg="del">
          <ac:chgData name="Tarun Mangla" userId="88b13cb7-320d-4618-8f69-c67540fd8b8b" providerId="ADAL" clId="{B1A93881-C5B7-5A3A-8E14-6CE2B5CD3772}" dt="2026-06-08T14:07:53.411" v="322" actId="478"/>
          <ac:inkMkLst>
            <pc:docMk/>
            <pc:sldMk cId="2064905719" sldId="1390"/>
            <ac:inkMk id="121" creationId="{624D252A-DBBC-4020-C3D6-68C65AFCADC0}"/>
          </ac:inkMkLst>
        </pc:inkChg>
        <pc:inkChg chg="del">
          <ac:chgData name="Tarun Mangla" userId="88b13cb7-320d-4618-8f69-c67540fd8b8b" providerId="ADAL" clId="{B1A93881-C5B7-5A3A-8E14-6CE2B5CD3772}" dt="2026-06-08T14:04:23.878" v="315" actId="478"/>
          <ac:inkMkLst>
            <pc:docMk/>
            <pc:sldMk cId="2064905719" sldId="1390"/>
            <ac:inkMk id="124" creationId="{26589795-E634-E18D-22E8-38F4B78EB48D}"/>
          </ac:inkMkLst>
        </pc:inkChg>
        <pc:inkChg chg="del">
          <ac:chgData name="Tarun Mangla" userId="88b13cb7-320d-4618-8f69-c67540fd8b8b" providerId="ADAL" clId="{B1A93881-C5B7-5A3A-8E14-6CE2B5CD3772}" dt="2026-06-08T14:04:23.878" v="315" actId="478"/>
          <ac:inkMkLst>
            <pc:docMk/>
            <pc:sldMk cId="2064905719" sldId="1390"/>
            <ac:inkMk id="133" creationId="{BF5E0663-3557-43B6-7D4A-7F62C804C9C2}"/>
          </ac:inkMkLst>
        </pc:inkChg>
        <pc:inkChg chg="del">
          <ac:chgData name="Tarun Mangla" userId="88b13cb7-320d-4618-8f69-c67540fd8b8b" providerId="ADAL" clId="{B1A93881-C5B7-5A3A-8E14-6CE2B5CD3772}" dt="2026-06-08T14:04:23.878" v="315" actId="478"/>
          <ac:inkMkLst>
            <pc:docMk/>
            <pc:sldMk cId="2064905719" sldId="1390"/>
            <ac:inkMk id="140" creationId="{581DFCC0-315B-9824-184D-97C2BBC29903}"/>
          </ac:inkMkLst>
        </pc:inkChg>
        <pc:inkChg chg="del">
          <ac:chgData name="Tarun Mangla" userId="88b13cb7-320d-4618-8f69-c67540fd8b8b" providerId="ADAL" clId="{B1A93881-C5B7-5A3A-8E14-6CE2B5CD3772}" dt="2026-06-08T14:07:54.896" v="323" actId="478"/>
          <ac:inkMkLst>
            <pc:docMk/>
            <pc:sldMk cId="2064905719" sldId="1390"/>
            <ac:inkMk id="234" creationId="{C2CB1C03-1F14-C78A-8148-A2BA1A569EC3}"/>
          </ac:inkMkLst>
        </pc:inkChg>
      </pc:sldChg>
      <pc:sldChg chg="addSp delSp modSp add mod modClrScheme chgLayout">
        <pc:chgData name="Tarun Mangla" userId="88b13cb7-320d-4618-8f69-c67540fd8b8b" providerId="ADAL" clId="{B1A93881-C5B7-5A3A-8E14-6CE2B5CD3772}" dt="2026-06-08T17:05:44.133" v="618" actId="478"/>
        <pc:sldMkLst>
          <pc:docMk/>
          <pc:sldMk cId="3052312630" sldId="1391"/>
        </pc:sldMkLst>
        <pc:spChg chg="mod ord">
          <ac:chgData name="Tarun Mangla" userId="88b13cb7-320d-4618-8f69-c67540fd8b8b" providerId="ADAL" clId="{B1A93881-C5B7-5A3A-8E14-6CE2B5CD3772}" dt="2026-06-08T14:12:51.132" v="465" actId="700"/>
          <ac:spMkLst>
            <pc:docMk/>
            <pc:sldMk cId="3052312630" sldId="1391"/>
            <ac:spMk id="3" creationId="{12C4B71B-AC26-EFD3-C383-58E7949FEB12}"/>
          </ac:spMkLst>
        </pc:spChg>
        <pc:spChg chg="add del mod ord">
          <ac:chgData name="Tarun Mangla" userId="88b13cb7-320d-4618-8f69-c67540fd8b8b" providerId="ADAL" clId="{B1A93881-C5B7-5A3A-8E14-6CE2B5CD3772}" dt="2026-06-08T17:05:44.133" v="618" actId="478"/>
          <ac:spMkLst>
            <pc:docMk/>
            <pc:sldMk cId="3052312630" sldId="1391"/>
            <ac:spMk id="4" creationId="{F0198BAE-D269-4D7D-22EA-0A1B6F5870A2}"/>
          </ac:spMkLst>
        </pc:spChg>
        <pc:picChg chg="mod ord">
          <ac:chgData name="Tarun Mangla" userId="88b13cb7-320d-4618-8f69-c67540fd8b8b" providerId="ADAL" clId="{B1A93881-C5B7-5A3A-8E14-6CE2B5CD3772}" dt="2026-06-08T14:12:51.132" v="465" actId="700"/>
          <ac:picMkLst>
            <pc:docMk/>
            <pc:sldMk cId="3052312630" sldId="1391"/>
            <ac:picMk id="5" creationId="{7C41B95F-EED6-8B3F-429C-84B712FD088F}"/>
          </ac:picMkLst>
        </pc:picChg>
        <pc:inkChg chg="del">
          <ac:chgData name="Tarun Mangla" userId="88b13cb7-320d-4618-8f69-c67540fd8b8b" providerId="ADAL" clId="{B1A93881-C5B7-5A3A-8E14-6CE2B5CD3772}" dt="2026-06-08T14:12:46.259" v="464" actId="478"/>
          <ac:inkMkLst>
            <pc:docMk/>
            <pc:sldMk cId="3052312630" sldId="1391"/>
            <ac:inkMk id="2" creationId="{58C338B7-22DE-3599-191E-C76A09ECD4EB}"/>
          </ac:inkMkLst>
        </pc:inkChg>
      </pc:sldChg>
      <pc:sldChg chg="addSp delSp modSp add mod modClrScheme chgLayout">
        <pc:chgData name="Tarun Mangla" userId="88b13cb7-320d-4618-8f69-c67540fd8b8b" providerId="ADAL" clId="{B1A93881-C5B7-5A3A-8E14-6CE2B5CD3772}" dt="2026-06-08T16:47:03.248" v="553" actId="1076"/>
        <pc:sldMkLst>
          <pc:docMk/>
          <pc:sldMk cId="3645301590" sldId="1392"/>
        </pc:sldMkLst>
        <pc:spChg chg="mod ord">
          <ac:chgData name="Tarun Mangla" userId="88b13cb7-320d-4618-8f69-c67540fd8b8b" providerId="ADAL" clId="{B1A93881-C5B7-5A3A-8E14-6CE2B5CD3772}" dt="2026-06-08T14:13:59.020" v="473" actId="700"/>
          <ac:spMkLst>
            <pc:docMk/>
            <pc:sldMk cId="3645301590" sldId="1392"/>
            <ac:spMk id="3" creationId="{C56750B5-073A-5464-A977-D8498C0FD9CA}"/>
          </ac:spMkLst>
        </pc:spChg>
        <pc:spChg chg="add del mod ord">
          <ac:chgData name="Tarun Mangla" userId="88b13cb7-320d-4618-8f69-c67540fd8b8b" providerId="ADAL" clId="{B1A93881-C5B7-5A3A-8E14-6CE2B5CD3772}" dt="2026-06-08T16:46:54.022" v="538" actId="478"/>
          <ac:spMkLst>
            <pc:docMk/>
            <pc:sldMk cId="3645301590" sldId="1392"/>
            <ac:spMk id="5" creationId="{162B8B99-8972-C78F-D67D-E4A73F4E9C2C}"/>
          </ac:spMkLst>
        </pc:spChg>
        <pc:spChg chg="mod">
          <ac:chgData name="Tarun Mangla" userId="88b13cb7-320d-4618-8f69-c67540fd8b8b" providerId="ADAL" clId="{B1A93881-C5B7-5A3A-8E14-6CE2B5CD3772}" dt="2026-06-08T16:47:03.248" v="553" actId="1076"/>
          <ac:spMkLst>
            <pc:docMk/>
            <pc:sldMk cId="3645301590" sldId="1392"/>
            <ac:spMk id="8" creationId="{EF7F4C38-8291-3C22-2F2E-5CE7E1D308E6}"/>
          </ac:spMkLst>
        </pc:spChg>
        <pc:inkChg chg="del">
          <ac:chgData name="Tarun Mangla" userId="88b13cb7-320d-4618-8f69-c67540fd8b8b" providerId="ADAL" clId="{B1A93881-C5B7-5A3A-8E14-6CE2B5CD3772}" dt="2026-06-08T14:13:34.972" v="469" actId="478"/>
          <ac:inkMkLst>
            <pc:docMk/>
            <pc:sldMk cId="3645301590" sldId="1392"/>
            <ac:inkMk id="2" creationId="{20A89431-75BB-E5ED-C32F-036CE938B4CA}"/>
          </ac:inkMkLst>
        </pc:inkChg>
        <pc:inkChg chg="mod">
          <ac:chgData name="Tarun Mangla" userId="88b13cb7-320d-4618-8f69-c67540fd8b8b" providerId="ADAL" clId="{B1A93881-C5B7-5A3A-8E14-6CE2B5CD3772}" dt="2026-06-08T16:46:59.359" v="552" actId="1036"/>
          <ac:inkMkLst>
            <pc:docMk/>
            <pc:sldMk cId="3645301590" sldId="1392"/>
            <ac:inkMk id="4" creationId="{7CFB7BF8-3FCF-1B56-4BAE-0CA3DA1C8A04}"/>
          </ac:inkMkLst>
        </pc:inkChg>
        <pc:inkChg chg="mod">
          <ac:chgData name="Tarun Mangla" userId="88b13cb7-320d-4618-8f69-c67540fd8b8b" providerId="ADAL" clId="{B1A93881-C5B7-5A3A-8E14-6CE2B5CD3772}" dt="2026-06-08T16:46:59.359" v="552" actId="1036"/>
          <ac:inkMkLst>
            <pc:docMk/>
            <pc:sldMk cId="3645301590" sldId="1392"/>
            <ac:inkMk id="10" creationId="{0EEF8D04-956C-591F-79A8-62BD3DDC2992}"/>
          </ac:inkMkLst>
        </pc:inkChg>
        <pc:inkChg chg="mod">
          <ac:chgData name="Tarun Mangla" userId="88b13cb7-320d-4618-8f69-c67540fd8b8b" providerId="ADAL" clId="{B1A93881-C5B7-5A3A-8E14-6CE2B5CD3772}" dt="2026-06-08T16:46:59.359" v="552" actId="1036"/>
          <ac:inkMkLst>
            <pc:docMk/>
            <pc:sldMk cId="3645301590" sldId="1392"/>
            <ac:inkMk id="26" creationId="{078A6501-9137-612C-096F-C08090927296}"/>
          </ac:inkMkLst>
        </pc:inkChg>
        <pc:inkChg chg="mod">
          <ac:chgData name="Tarun Mangla" userId="88b13cb7-320d-4618-8f69-c67540fd8b8b" providerId="ADAL" clId="{B1A93881-C5B7-5A3A-8E14-6CE2B5CD3772}" dt="2026-06-08T16:46:59.359" v="552" actId="1036"/>
          <ac:inkMkLst>
            <pc:docMk/>
            <pc:sldMk cId="3645301590" sldId="1392"/>
            <ac:inkMk id="32" creationId="{B7DD336D-768D-00ED-3013-27C029B1763C}"/>
          </ac:inkMkLst>
        </pc:inkChg>
        <pc:inkChg chg="mod">
          <ac:chgData name="Tarun Mangla" userId="88b13cb7-320d-4618-8f69-c67540fd8b8b" providerId="ADAL" clId="{B1A93881-C5B7-5A3A-8E14-6CE2B5CD3772}" dt="2026-06-08T16:46:59.359" v="552" actId="1036"/>
          <ac:inkMkLst>
            <pc:docMk/>
            <pc:sldMk cId="3645301590" sldId="1392"/>
            <ac:inkMk id="36" creationId="{EAA6D841-DA31-6B02-2975-EA6C5E74D4EC}"/>
          </ac:inkMkLst>
        </pc:inkChg>
        <pc:inkChg chg="mod">
          <ac:chgData name="Tarun Mangla" userId="88b13cb7-320d-4618-8f69-c67540fd8b8b" providerId="ADAL" clId="{B1A93881-C5B7-5A3A-8E14-6CE2B5CD3772}" dt="2026-06-08T16:46:59.359" v="552" actId="1036"/>
          <ac:inkMkLst>
            <pc:docMk/>
            <pc:sldMk cId="3645301590" sldId="1392"/>
            <ac:inkMk id="42" creationId="{42E7A0D9-F3B7-A8EA-28F3-3A9ACD74B708}"/>
          </ac:inkMkLst>
        </pc:inkChg>
        <pc:inkChg chg="mod">
          <ac:chgData name="Tarun Mangla" userId="88b13cb7-320d-4618-8f69-c67540fd8b8b" providerId="ADAL" clId="{B1A93881-C5B7-5A3A-8E14-6CE2B5CD3772}" dt="2026-06-08T16:46:59.359" v="552" actId="1036"/>
          <ac:inkMkLst>
            <pc:docMk/>
            <pc:sldMk cId="3645301590" sldId="1392"/>
            <ac:inkMk id="51" creationId="{0A2CD6C2-0B24-9E92-39BB-D416FFAE7C46}"/>
          </ac:inkMkLst>
        </pc:inkChg>
        <pc:inkChg chg="mod">
          <ac:chgData name="Tarun Mangla" userId="88b13cb7-320d-4618-8f69-c67540fd8b8b" providerId="ADAL" clId="{B1A93881-C5B7-5A3A-8E14-6CE2B5CD3772}" dt="2026-06-08T16:46:59.359" v="552" actId="1036"/>
          <ac:inkMkLst>
            <pc:docMk/>
            <pc:sldMk cId="3645301590" sldId="1392"/>
            <ac:inkMk id="52" creationId="{9F8C94FA-559C-1040-F12C-9E5A91637A3B}"/>
          </ac:inkMkLst>
        </pc:inkChg>
        <pc:inkChg chg="mod">
          <ac:chgData name="Tarun Mangla" userId="88b13cb7-320d-4618-8f69-c67540fd8b8b" providerId="ADAL" clId="{B1A93881-C5B7-5A3A-8E14-6CE2B5CD3772}" dt="2026-06-08T16:46:59.359" v="552" actId="1036"/>
          <ac:inkMkLst>
            <pc:docMk/>
            <pc:sldMk cId="3645301590" sldId="1392"/>
            <ac:inkMk id="58" creationId="{221FCB59-F53D-EF6B-6883-6ACF62CDD1E7}"/>
          </ac:inkMkLst>
        </pc:inkChg>
        <pc:inkChg chg="mod">
          <ac:chgData name="Tarun Mangla" userId="88b13cb7-320d-4618-8f69-c67540fd8b8b" providerId="ADAL" clId="{B1A93881-C5B7-5A3A-8E14-6CE2B5CD3772}" dt="2026-06-08T16:46:59.359" v="552" actId="1036"/>
          <ac:inkMkLst>
            <pc:docMk/>
            <pc:sldMk cId="3645301590" sldId="1392"/>
            <ac:inkMk id="61" creationId="{B3AE92CD-04D2-231E-2AB3-90DEC9192E16}"/>
          </ac:inkMkLst>
        </pc:inkChg>
      </pc:sldChg>
      <pc:sldChg chg="addSp delSp modSp add mod ord modClrScheme chgLayout">
        <pc:chgData name="Tarun Mangla" userId="88b13cb7-320d-4618-8f69-c67540fd8b8b" providerId="ADAL" clId="{B1A93881-C5B7-5A3A-8E14-6CE2B5CD3772}" dt="2026-06-08T18:22:07.927" v="1661" actId="1038"/>
        <pc:sldMkLst>
          <pc:docMk/>
          <pc:sldMk cId="3853024416" sldId="1399"/>
        </pc:sldMkLst>
        <pc:spChg chg="mod ord">
          <ac:chgData name="Tarun Mangla" userId="88b13cb7-320d-4618-8f69-c67540fd8b8b" providerId="ADAL" clId="{B1A93881-C5B7-5A3A-8E14-6CE2B5CD3772}" dt="2026-06-08T18:16:03.750" v="1382" actId="20577"/>
          <ac:spMkLst>
            <pc:docMk/>
            <pc:sldMk cId="3853024416" sldId="1399"/>
            <ac:spMk id="2" creationId="{0C1B8519-F020-5F41-9762-E63B0FD7EA80}"/>
          </ac:spMkLst>
        </pc:spChg>
        <pc:spChg chg="add del mod ord">
          <ac:chgData name="Tarun Mangla" userId="88b13cb7-320d-4618-8f69-c67540fd8b8b" providerId="ADAL" clId="{B1A93881-C5B7-5A3A-8E14-6CE2B5CD3772}" dt="2026-06-08T18:11:13.342" v="1334" actId="478"/>
          <ac:spMkLst>
            <pc:docMk/>
            <pc:sldMk cId="3853024416" sldId="1399"/>
            <ac:spMk id="5" creationId="{8A2CDD8E-3E60-4B96-E5D5-5DDDFD13D225}"/>
          </ac:spMkLst>
        </pc:spChg>
        <pc:spChg chg="mod">
          <ac:chgData name="Tarun Mangla" userId="88b13cb7-320d-4618-8f69-c67540fd8b8b" providerId="ADAL" clId="{B1A93881-C5B7-5A3A-8E14-6CE2B5CD3772}" dt="2026-06-08T18:16:12.924" v="1383" actId="1076"/>
          <ac:spMkLst>
            <pc:docMk/>
            <pc:sldMk cId="3853024416" sldId="1399"/>
            <ac:spMk id="8" creationId="{5A512F01-F1D6-0B7D-48BB-37CED337D69D}"/>
          </ac:spMkLst>
        </pc:spChg>
        <pc:spChg chg="mod">
          <ac:chgData name="Tarun Mangla" userId="88b13cb7-320d-4618-8f69-c67540fd8b8b" providerId="ADAL" clId="{B1A93881-C5B7-5A3A-8E14-6CE2B5CD3772}" dt="2026-06-08T18:22:07.927" v="1661" actId="1038"/>
          <ac:spMkLst>
            <pc:docMk/>
            <pc:sldMk cId="3853024416" sldId="1399"/>
            <ac:spMk id="13" creationId="{62B04B43-D6DE-1643-8C5F-DAEC3D27B5B9}"/>
          </ac:spMkLst>
        </pc:spChg>
        <pc:spChg chg="mod">
          <ac:chgData name="Tarun Mangla" userId="88b13cb7-320d-4618-8f69-c67540fd8b8b" providerId="ADAL" clId="{B1A93881-C5B7-5A3A-8E14-6CE2B5CD3772}" dt="2026-06-08T18:22:07.927" v="1661" actId="1038"/>
          <ac:spMkLst>
            <pc:docMk/>
            <pc:sldMk cId="3853024416" sldId="1399"/>
            <ac:spMk id="16" creationId="{73F730FD-50D6-6D47-8351-91FF553BF577}"/>
          </ac:spMkLst>
        </pc:spChg>
        <pc:spChg chg="mod">
          <ac:chgData name="Tarun Mangla" userId="88b13cb7-320d-4618-8f69-c67540fd8b8b" providerId="ADAL" clId="{B1A93881-C5B7-5A3A-8E14-6CE2B5CD3772}" dt="2026-06-08T18:22:07.927" v="1661" actId="1038"/>
          <ac:spMkLst>
            <pc:docMk/>
            <pc:sldMk cId="3853024416" sldId="1399"/>
            <ac:spMk id="21" creationId="{697D85E7-E59C-2948-B89C-5F82FF5C75D9}"/>
          </ac:spMkLst>
        </pc:spChg>
        <pc:spChg chg="mod">
          <ac:chgData name="Tarun Mangla" userId="88b13cb7-320d-4618-8f69-c67540fd8b8b" providerId="ADAL" clId="{B1A93881-C5B7-5A3A-8E14-6CE2B5CD3772}" dt="2026-06-08T18:22:07.927" v="1661" actId="1038"/>
          <ac:spMkLst>
            <pc:docMk/>
            <pc:sldMk cId="3853024416" sldId="1399"/>
            <ac:spMk id="28" creationId="{F601D68E-5FC2-E24B-9E6A-DBF25E086E34}"/>
          </ac:spMkLst>
        </pc:spChg>
        <pc:spChg chg="mod">
          <ac:chgData name="Tarun Mangla" userId="88b13cb7-320d-4618-8f69-c67540fd8b8b" providerId="ADAL" clId="{B1A93881-C5B7-5A3A-8E14-6CE2B5CD3772}" dt="2026-06-08T18:22:07.927" v="1661" actId="1038"/>
          <ac:spMkLst>
            <pc:docMk/>
            <pc:sldMk cId="3853024416" sldId="1399"/>
            <ac:spMk id="32" creationId="{40D693B4-9136-E641-8D14-C1E0622EC370}"/>
          </ac:spMkLst>
        </pc:spChg>
        <pc:spChg chg="mod">
          <ac:chgData name="Tarun Mangla" userId="88b13cb7-320d-4618-8f69-c67540fd8b8b" providerId="ADAL" clId="{B1A93881-C5B7-5A3A-8E14-6CE2B5CD3772}" dt="2026-06-08T18:22:00.462" v="1636" actId="1038"/>
          <ac:spMkLst>
            <pc:docMk/>
            <pc:sldMk cId="3853024416" sldId="1399"/>
            <ac:spMk id="37" creationId="{63958D1A-98FE-AF43-AC11-DB72B9D9C0BC}"/>
          </ac:spMkLst>
        </pc:spChg>
        <pc:spChg chg="mod">
          <ac:chgData name="Tarun Mangla" userId="88b13cb7-320d-4618-8f69-c67540fd8b8b" providerId="ADAL" clId="{B1A93881-C5B7-5A3A-8E14-6CE2B5CD3772}" dt="2026-06-08T18:22:07.927" v="1661" actId="1038"/>
          <ac:spMkLst>
            <pc:docMk/>
            <pc:sldMk cId="3853024416" sldId="1399"/>
            <ac:spMk id="38" creationId="{0D459D87-1893-1743-8D5A-F323FDD3499D}"/>
          </ac:spMkLst>
        </pc:spChg>
        <pc:spChg chg="mod">
          <ac:chgData name="Tarun Mangla" userId="88b13cb7-320d-4618-8f69-c67540fd8b8b" providerId="ADAL" clId="{B1A93881-C5B7-5A3A-8E14-6CE2B5CD3772}" dt="2026-06-08T18:22:07.927" v="1661" actId="1038"/>
          <ac:spMkLst>
            <pc:docMk/>
            <pc:sldMk cId="3853024416" sldId="1399"/>
            <ac:spMk id="41" creationId="{DE45BAF9-F85F-CE49-B15E-73BB262FDBEB}"/>
          </ac:spMkLst>
        </pc:spChg>
        <pc:spChg chg="mod">
          <ac:chgData name="Tarun Mangla" userId="88b13cb7-320d-4618-8f69-c67540fd8b8b" providerId="ADAL" clId="{B1A93881-C5B7-5A3A-8E14-6CE2B5CD3772}" dt="2026-06-08T18:22:07.927" v="1661" actId="1038"/>
          <ac:spMkLst>
            <pc:docMk/>
            <pc:sldMk cId="3853024416" sldId="1399"/>
            <ac:spMk id="44" creationId="{CBC3FC3D-F764-0047-9677-FB9B8EAAFE5C}"/>
          </ac:spMkLst>
        </pc:spChg>
        <pc:spChg chg="mod">
          <ac:chgData name="Tarun Mangla" userId="88b13cb7-320d-4618-8f69-c67540fd8b8b" providerId="ADAL" clId="{B1A93881-C5B7-5A3A-8E14-6CE2B5CD3772}" dt="2026-06-08T18:22:00.462" v="1636" actId="1038"/>
          <ac:spMkLst>
            <pc:docMk/>
            <pc:sldMk cId="3853024416" sldId="1399"/>
            <ac:spMk id="47" creationId="{E9D99F85-7DA2-B94F-9793-067BFD27650F}"/>
          </ac:spMkLst>
        </pc:spChg>
        <pc:spChg chg="mod">
          <ac:chgData name="Tarun Mangla" userId="88b13cb7-320d-4618-8f69-c67540fd8b8b" providerId="ADAL" clId="{B1A93881-C5B7-5A3A-8E14-6CE2B5CD3772}" dt="2026-06-08T18:22:07.927" v="1661" actId="1038"/>
          <ac:spMkLst>
            <pc:docMk/>
            <pc:sldMk cId="3853024416" sldId="1399"/>
            <ac:spMk id="53" creationId="{6A51F44D-8E0B-DD44-A2B0-5A5743630F7B}"/>
          </ac:spMkLst>
        </pc:spChg>
        <pc:spChg chg="mod">
          <ac:chgData name="Tarun Mangla" userId="88b13cb7-320d-4618-8f69-c67540fd8b8b" providerId="ADAL" clId="{B1A93881-C5B7-5A3A-8E14-6CE2B5CD3772}" dt="2026-06-08T18:22:07.927" v="1661" actId="1038"/>
          <ac:spMkLst>
            <pc:docMk/>
            <pc:sldMk cId="3853024416" sldId="1399"/>
            <ac:spMk id="57" creationId="{9E496939-D5D8-314E-A293-36FDE55B110E}"/>
          </ac:spMkLst>
        </pc:spChg>
        <pc:spChg chg="del mod">
          <ac:chgData name="Tarun Mangla" userId="88b13cb7-320d-4618-8f69-c67540fd8b8b" providerId="ADAL" clId="{B1A93881-C5B7-5A3A-8E14-6CE2B5CD3772}" dt="2026-06-08T18:14:44.918" v="1357"/>
          <ac:spMkLst>
            <pc:docMk/>
            <pc:sldMk cId="3853024416" sldId="1399"/>
            <ac:spMk id="62" creationId="{1FBC4707-F7A4-A94F-8160-5F9B1176127F}"/>
          </ac:spMkLst>
        </pc:spChg>
        <pc:inkChg chg="del">
          <ac:chgData name="Tarun Mangla" userId="88b13cb7-320d-4618-8f69-c67540fd8b8b" providerId="ADAL" clId="{B1A93881-C5B7-5A3A-8E14-6CE2B5CD3772}" dt="2026-06-08T18:11:00.062" v="1331" actId="478"/>
          <ac:inkMkLst>
            <pc:docMk/>
            <pc:sldMk cId="3853024416" sldId="1399"/>
            <ac:inkMk id="4" creationId="{BA10BD74-52B5-0707-4301-DD2322FA85E3}"/>
          </ac:inkMkLst>
        </pc:inkChg>
      </pc:sldChg>
      <pc:sldChg chg="addSp delSp modSp add mod modClrScheme delAnim modAnim chgLayout">
        <pc:chgData name="Tarun Mangla" userId="88b13cb7-320d-4618-8f69-c67540fd8b8b" providerId="ADAL" clId="{B1A93881-C5B7-5A3A-8E14-6CE2B5CD3772}" dt="2026-06-08T17:53:52.493" v="1257" actId="20577"/>
        <pc:sldMkLst>
          <pc:docMk/>
          <pc:sldMk cId="3640460409" sldId="1400"/>
        </pc:sldMkLst>
        <pc:spChg chg="del">
          <ac:chgData name="Tarun Mangla" userId="88b13cb7-320d-4618-8f69-c67540fd8b8b" providerId="ADAL" clId="{B1A93881-C5B7-5A3A-8E14-6CE2B5CD3772}" dt="2026-06-08T17:53:36.409" v="1218" actId="478"/>
          <ac:spMkLst>
            <pc:docMk/>
            <pc:sldMk cId="3640460409" sldId="1400"/>
            <ac:spMk id="2" creationId="{0F43C6FC-329A-BD41-8BB6-95A12D72D350}"/>
          </ac:spMkLst>
        </pc:spChg>
        <pc:spChg chg="add del mod ord">
          <ac:chgData name="Tarun Mangla" userId="88b13cb7-320d-4618-8f69-c67540fd8b8b" providerId="ADAL" clId="{B1A93881-C5B7-5A3A-8E14-6CE2B5CD3772}" dt="2026-06-08T17:52:57.310" v="1156" actId="478"/>
          <ac:spMkLst>
            <pc:docMk/>
            <pc:sldMk cId="3640460409" sldId="1400"/>
            <ac:spMk id="3" creationId="{85FE8F3E-C6F8-B44B-8E82-27EA7140915B}"/>
          </ac:spMkLst>
        </pc:spChg>
        <pc:spChg chg="mod ord">
          <ac:chgData name="Tarun Mangla" userId="88b13cb7-320d-4618-8f69-c67540fd8b8b" providerId="ADAL" clId="{B1A93881-C5B7-5A3A-8E14-6CE2B5CD3772}" dt="2026-06-08T17:53:24.790" v="1217" actId="20577"/>
          <ac:spMkLst>
            <pc:docMk/>
            <pc:sldMk cId="3640460409" sldId="1400"/>
            <ac:spMk id="6" creationId="{5EE58ED7-62E2-2642-BB6A-E4AB185BFC3C}"/>
          </ac:spMkLst>
        </pc:spChg>
        <pc:spChg chg="mod">
          <ac:chgData name="Tarun Mangla" userId="88b13cb7-320d-4618-8f69-c67540fd8b8b" providerId="ADAL" clId="{B1A93881-C5B7-5A3A-8E14-6CE2B5CD3772}" dt="2026-06-08T17:53:52.493" v="1257" actId="20577"/>
          <ac:spMkLst>
            <pc:docMk/>
            <pc:sldMk cId="3640460409" sldId="1400"/>
            <ac:spMk id="280" creationId="{B4272163-18FE-8D42-9D74-AD852AF94689}"/>
          </ac:spMkLst>
        </pc:spChg>
        <pc:spChg chg="del mod">
          <ac:chgData name="Tarun Mangla" userId="88b13cb7-320d-4618-8f69-c67540fd8b8b" providerId="ADAL" clId="{B1A93881-C5B7-5A3A-8E14-6CE2B5CD3772}" dt="2026-06-08T17:53:39.479" v="1220" actId="478"/>
          <ac:spMkLst>
            <pc:docMk/>
            <pc:sldMk cId="3640460409" sldId="1400"/>
            <ac:spMk id="288" creationId="{6B1E1F16-BB2B-0F4C-9B24-BC894FF5CF79}"/>
          </ac:spMkLst>
        </pc:spChg>
        <pc:cxnChg chg="del">
          <ac:chgData name="Tarun Mangla" userId="88b13cb7-320d-4618-8f69-c67540fd8b8b" providerId="ADAL" clId="{B1A93881-C5B7-5A3A-8E14-6CE2B5CD3772}" dt="2026-06-08T17:53:40.579" v="1221" actId="478"/>
          <ac:cxnSpMkLst>
            <pc:docMk/>
            <pc:sldMk cId="3640460409" sldId="1400"/>
            <ac:cxnSpMk id="281" creationId="{31BA1DB9-2969-4441-97FB-835EAFDCA3ED}"/>
          </ac:cxnSpMkLst>
        </pc:cxnChg>
      </pc:sldChg>
      <pc:sldChg chg="modSp add mod ord modClrScheme chgLayout">
        <pc:chgData name="Tarun Mangla" userId="88b13cb7-320d-4618-8f69-c67540fd8b8b" providerId="ADAL" clId="{B1A93881-C5B7-5A3A-8E14-6CE2B5CD3772}" dt="2026-06-08T17:52:41.795" v="1154" actId="20578"/>
        <pc:sldMkLst>
          <pc:docMk/>
          <pc:sldMk cId="133859598" sldId="1402"/>
        </pc:sldMkLst>
        <pc:spChg chg="mod ord">
          <ac:chgData name="Tarun Mangla" userId="88b13cb7-320d-4618-8f69-c67540fd8b8b" providerId="ADAL" clId="{B1A93881-C5B7-5A3A-8E14-6CE2B5CD3772}" dt="2026-06-08T17:50:49.086" v="1149" actId="700"/>
          <ac:spMkLst>
            <pc:docMk/>
            <pc:sldMk cId="133859598" sldId="1402"/>
            <ac:spMk id="2" creationId="{DD8B0DC0-2B7A-FC40-48A1-D8805978A1F4}"/>
          </ac:spMkLst>
        </pc:spChg>
        <pc:spChg chg="mod ord">
          <ac:chgData name="Tarun Mangla" userId="88b13cb7-320d-4618-8f69-c67540fd8b8b" providerId="ADAL" clId="{B1A93881-C5B7-5A3A-8E14-6CE2B5CD3772}" dt="2026-06-08T17:50:49.086" v="1149" actId="700"/>
          <ac:spMkLst>
            <pc:docMk/>
            <pc:sldMk cId="133859598" sldId="1402"/>
            <ac:spMk id="3" creationId="{CB3757F8-F0E5-BC39-27E4-3F4AD9638E21}"/>
          </ac:spMkLst>
        </pc:spChg>
        <pc:spChg chg="mod">
          <ac:chgData name="Tarun Mangla" userId="88b13cb7-320d-4618-8f69-c67540fd8b8b" providerId="ADAL" clId="{B1A93881-C5B7-5A3A-8E14-6CE2B5CD3772}" dt="2026-06-08T17:50:40.361" v="1148" actId="20577"/>
          <ac:spMkLst>
            <pc:docMk/>
            <pc:sldMk cId="133859598" sldId="1402"/>
            <ac:spMk id="4" creationId="{9E14784D-B743-45A0-D239-0EC620FE0EE5}"/>
          </ac:spMkLst>
        </pc:spChg>
      </pc:sldChg>
      <pc:sldChg chg="addSp delSp modSp add mod modClrScheme chgLayout">
        <pc:chgData name="Tarun Mangla" userId="88b13cb7-320d-4618-8f69-c67540fd8b8b" providerId="ADAL" clId="{B1A93881-C5B7-5A3A-8E14-6CE2B5CD3772}" dt="2026-06-08T17:55:34.550" v="1274" actId="20577"/>
        <pc:sldMkLst>
          <pc:docMk/>
          <pc:sldMk cId="202137552" sldId="1403"/>
        </pc:sldMkLst>
        <pc:spChg chg="add del mod ord">
          <ac:chgData name="Tarun Mangla" userId="88b13cb7-320d-4618-8f69-c67540fd8b8b" providerId="ADAL" clId="{B1A93881-C5B7-5A3A-8E14-6CE2B5CD3772}" dt="2026-06-08T14:15:22.789" v="481" actId="700"/>
          <ac:spMkLst>
            <pc:docMk/>
            <pc:sldMk cId="202137552" sldId="1403"/>
            <ac:spMk id="2" creationId="{B0ACBDE4-325D-1552-8AB9-8D164CDC3A77}"/>
          </ac:spMkLst>
        </pc:spChg>
        <pc:spChg chg="mod ord">
          <ac:chgData name="Tarun Mangla" userId="88b13cb7-320d-4618-8f69-c67540fd8b8b" providerId="ADAL" clId="{B1A93881-C5B7-5A3A-8E14-6CE2B5CD3772}" dt="2026-06-08T17:55:34.550" v="1274" actId="20577"/>
          <ac:spMkLst>
            <pc:docMk/>
            <pc:sldMk cId="202137552" sldId="1403"/>
            <ac:spMk id="6" creationId="{AFDCD413-006B-ED4B-AEF9-134A3BF97F67}"/>
          </ac:spMkLst>
        </pc:spChg>
        <pc:spChg chg="mod ord">
          <ac:chgData name="Tarun Mangla" userId="88b13cb7-320d-4618-8f69-c67540fd8b8b" providerId="ADAL" clId="{B1A93881-C5B7-5A3A-8E14-6CE2B5CD3772}" dt="2026-06-08T14:16:55.217" v="482" actId="700"/>
          <ac:spMkLst>
            <pc:docMk/>
            <pc:sldMk cId="202137552" sldId="1403"/>
            <ac:spMk id="7" creationId="{DC99B995-DF9B-954B-BF35-D3DB0A1E5B16}"/>
          </ac:spMkLst>
        </pc:spChg>
      </pc:sldChg>
      <pc:sldChg chg="delSp modSp add del mod modClrScheme chgLayout">
        <pc:chgData name="Tarun Mangla" userId="88b13cb7-320d-4618-8f69-c67540fd8b8b" providerId="ADAL" clId="{B1A93881-C5B7-5A3A-8E14-6CE2B5CD3772}" dt="2026-06-08T17:07:59.309" v="620"/>
        <pc:sldMkLst>
          <pc:docMk/>
          <pc:sldMk cId="415382856" sldId="1405"/>
        </pc:sldMkLst>
        <pc:spChg chg="mod ord">
          <ac:chgData name="Tarun Mangla" userId="88b13cb7-320d-4618-8f69-c67540fd8b8b" providerId="ADAL" clId="{B1A93881-C5B7-5A3A-8E14-6CE2B5CD3772}" dt="2026-06-08T17:05:09.575" v="615" actId="20577"/>
          <ac:spMkLst>
            <pc:docMk/>
            <pc:sldMk cId="415382856" sldId="1405"/>
            <ac:spMk id="2" creationId="{7BBAC925-6C97-DDA7-5233-6D4B8017F0DF}"/>
          </ac:spMkLst>
        </pc:spChg>
        <pc:spChg chg="mod ord">
          <ac:chgData name="Tarun Mangla" userId="88b13cb7-320d-4618-8f69-c67540fd8b8b" providerId="ADAL" clId="{B1A93881-C5B7-5A3A-8E14-6CE2B5CD3772}" dt="2026-06-08T14:12:37.929" v="463" actId="700"/>
          <ac:spMkLst>
            <pc:docMk/>
            <pc:sldMk cId="415382856" sldId="1405"/>
            <ac:spMk id="3" creationId="{BE965E4E-487D-3A94-B8B4-69F4552036CB}"/>
          </ac:spMkLst>
        </pc:spChg>
        <pc:inkChg chg="del">
          <ac:chgData name="Tarun Mangla" userId="88b13cb7-320d-4618-8f69-c67540fd8b8b" providerId="ADAL" clId="{B1A93881-C5B7-5A3A-8E14-6CE2B5CD3772}" dt="2026-06-08T17:04:50.442" v="599" actId="478"/>
          <ac:inkMkLst>
            <pc:docMk/>
            <pc:sldMk cId="415382856" sldId="1405"/>
            <ac:inkMk id="4" creationId="{0247302C-2B99-2A26-8412-5AF1C317358B}"/>
          </ac:inkMkLst>
        </pc:inkChg>
        <pc:inkChg chg="del">
          <ac:chgData name="Tarun Mangla" userId="88b13cb7-320d-4618-8f69-c67540fd8b8b" providerId="ADAL" clId="{B1A93881-C5B7-5A3A-8E14-6CE2B5CD3772}" dt="2026-06-08T17:03:47.832" v="591" actId="478"/>
          <ac:inkMkLst>
            <pc:docMk/>
            <pc:sldMk cId="415382856" sldId="1405"/>
            <ac:inkMk id="13" creationId="{340B2CC4-27F9-FFBD-0838-38411982E0F8}"/>
          </ac:inkMkLst>
        </pc:inkChg>
        <pc:inkChg chg="del">
          <ac:chgData name="Tarun Mangla" userId="88b13cb7-320d-4618-8f69-c67540fd8b8b" providerId="ADAL" clId="{B1A93881-C5B7-5A3A-8E14-6CE2B5CD3772}" dt="2026-06-08T17:03:52.002" v="593" actId="478"/>
          <ac:inkMkLst>
            <pc:docMk/>
            <pc:sldMk cId="415382856" sldId="1405"/>
            <ac:inkMk id="18" creationId="{1F082464-A26A-7748-5830-BA2AF56768FA}"/>
          </ac:inkMkLst>
        </pc:inkChg>
        <pc:inkChg chg="del">
          <ac:chgData name="Tarun Mangla" userId="88b13cb7-320d-4618-8f69-c67540fd8b8b" providerId="ADAL" clId="{B1A93881-C5B7-5A3A-8E14-6CE2B5CD3772}" dt="2026-06-08T17:03:52.002" v="593" actId="478"/>
          <ac:inkMkLst>
            <pc:docMk/>
            <pc:sldMk cId="415382856" sldId="1405"/>
            <ac:inkMk id="30" creationId="{60E845ED-795A-3F8C-2B43-63DEBB849A69}"/>
          </ac:inkMkLst>
        </pc:inkChg>
        <pc:inkChg chg="del">
          <ac:chgData name="Tarun Mangla" userId="88b13cb7-320d-4618-8f69-c67540fd8b8b" providerId="ADAL" clId="{B1A93881-C5B7-5A3A-8E14-6CE2B5CD3772}" dt="2026-06-08T17:03:50.065" v="592" actId="478"/>
          <ac:inkMkLst>
            <pc:docMk/>
            <pc:sldMk cId="415382856" sldId="1405"/>
            <ac:inkMk id="31" creationId="{C6CC00A9-FF0A-8CCD-617F-E4376068B3C3}"/>
          </ac:inkMkLst>
        </pc:inkChg>
        <pc:inkChg chg="del">
          <ac:chgData name="Tarun Mangla" userId="88b13cb7-320d-4618-8f69-c67540fd8b8b" providerId="ADAL" clId="{B1A93881-C5B7-5A3A-8E14-6CE2B5CD3772}" dt="2026-06-08T17:04:47.862" v="596" actId="478"/>
          <ac:inkMkLst>
            <pc:docMk/>
            <pc:sldMk cId="415382856" sldId="1405"/>
            <ac:inkMk id="32" creationId="{61A229C0-BAFE-E5EE-234F-DE2E1C70E4BE}"/>
          </ac:inkMkLst>
        </pc:inkChg>
        <pc:inkChg chg="del">
          <ac:chgData name="Tarun Mangla" userId="88b13cb7-320d-4618-8f69-c67540fd8b8b" providerId="ADAL" clId="{B1A93881-C5B7-5A3A-8E14-6CE2B5CD3772}" dt="2026-06-08T17:04:48.683" v="597" actId="478"/>
          <ac:inkMkLst>
            <pc:docMk/>
            <pc:sldMk cId="415382856" sldId="1405"/>
            <ac:inkMk id="43" creationId="{C635AC69-5403-CE7E-38EB-35ECC262E3B6}"/>
          </ac:inkMkLst>
        </pc:inkChg>
        <pc:inkChg chg="del">
          <ac:chgData name="Tarun Mangla" userId="88b13cb7-320d-4618-8f69-c67540fd8b8b" providerId="ADAL" clId="{B1A93881-C5B7-5A3A-8E14-6CE2B5CD3772}" dt="2026-06-08T17:04:49.463" v="598" actId="478"/>
          <ac:inkMkLst>
            <pc:docMk/>
            <pc:sldMk cId="415382856" sldId="1405"/>
            <ac:inkMk id="44" creationId="{273F20C2-815C-32A4-AA95-54C23238F542}"/>
          </ac:inkMkLst>
        </pc:inkChg>
        <pc:inkChg chg="del">
          <ac:chgData name="Tarun Mangla" userId="88b13cb7-320d-4618-8f69-c67540fd8b8b" providerId="ADAL" clId="{B1A93881-C5B7-5A3A-8E14-6CE2B5CD3772}" dt="2026-06-08T17:04:43.156" v="594" actId="478"/>
          <ac:inkMkLst>
            <pc:docMk/>
            <pc:sldMk cId="415382856" sldId="1405"/>
            <ac:inkMk id="52" creationId="{814F7D3E-C9AC-E34A-B8D8-F4D986F7D74A}"/>
          </ac:inkMkLst>
        </pc:inkChg>
        <pc:inkChg chg="del">
          <ac:chgData name="Tarun Mangla" userId="88b13cb7-320d-4618-8f69-c67540fd8b8b" providerId="ADAL" clId="{B1A93881-C5B7-5A3A-8E14-6CE2B5CD3772}" dt="2026-06-08T17:04:51.530" v="600" actId="478"/>
          <ac:inkMkLst>
            <pc:docMk/>
            <pc:sldMk cId="415382856" sldId="1405"/>
            <ac:inkMk id="67" creationId="{5D88E3D9-D9D9-807A-8EE9-6D791EB0D798}"/>
          </ac:inkMkLst>
        </pc:inkChg>
        <pc:inkChg chg="del">
          <ac:chgData name="Tarun Mangla" userId="88b13cb7-320d-4618-8f69-c67540fd8b8b" providerId="ADAL" clId="{B1A93881-C5B7-5A3A-8E14-6CE2B5CD3772}" dt="2026-06-08T17:04:43.156" v="594" actId="478"/>
          <ac:inkMkLst>
            <pc:docMk/>
            <pc:sldMk cId="415382856" sldId="1405"/>
            <ac:inkMk id="91" creationId="{BD5BAF7D-296D-70F9-8E58-95EA6A449E64}"/>
          </ac:inkMkLst>
        </pc:inkChg>
        <pc:inkChg chg="del">
          <ac:chgData name="Tarun Mangla" userId="88b13cb7-320d-4618-8f69-c67540fd8b8b" providerId="ADAL" clId="{B1A93881-C5B7-5A3A-8E14-6CE2B5CD3772}" dt="2026-06-08T17:04:43.156" v="594" actId="478"/>
          <ac:inkMkLst>
            <pc:docMk/>
            <pc:sldMk cId="415382856" sldId="1405"/>
            <ac:inkMk id="104" creationId="{67FCEB51-1AB6-0F55-3733-F02A3922FC24}"/>
          </ac:inkMkLst>
        </pc:inkChg>
        <pc:inkChg chg="del">
          <ac:chgData name="Tarun Mangla" userId="88b13cb7-320d-4618-8f69-c67540fd8b8b" providerId="ADAL" clId="{B1A93881-C5B7-5A3A-8E14-6CE2B5CD3772}" dt="2026-06-08T17:04:44.860" v="595" actId="478"/>
          <ac:inkMkLst>
            <pc:docMk/>
            <pc:sldMk cId="415382856" sldId="1405"/>
            <ac:inkMk id="139" creationId="{35741765-EA22-5D88-5327-98E8E3F13380}"/>
          </ac:inkMkLst>
        </pc:inkChg>
        <pc:inkChg chg="del">
          <ac:chgData name="Tarun Mangla" userId="88b13cb7-320d-4618-8f69-c67540fd8b8b" providerId="ADAL" clId="{B1A93881-C5B7-5A3A-8E14-6CE2B5CD3772}" dt="2026-06-08T17:04:43.156" v="594" actId="478"/>
          <ac:inkMkLst>
            <pc:docMk/>
            <pc:sldMk cId="415382856" sldId="1405"/>
            <ac:inkMk id="142" creationId="{D96D7AC4-F0C9-973E-4790-6994EA5B3558}"/>
          </ac:inkMkLst>
        </pc:inkChg>
        <pc:inkChg chg="del">
          <ac:chgData name="Tarun Mangla" userId="88b13cb7-320d-4618-8f69-c67540fd8b8b" providerId="ADAL" clId="{B1A93881-C5B7-5A3A-8E14-6CE2B5CD3772}" dt="2026-06-08T17:04:43.156" v="594" actId="478"/>
          <ac:inkMkLst>
            <pc:docMk/>
            <pc:sldMk cId="415382856" sldId="1405"/>
            <ac:inkMk id="151" creationId="{DB50A98A-7290-13C1-DF2B-02AD571F0BC7}"/>
          </ac:inkMkLst>
        </pc:inkChg>
        <pc:inkChg chg="del">
          <ac:chgData name="Tarun Mangla" userId="88b13cb7-320d-4618-8f69-c67540fd8b8b" providerId="ADAL" clId="{B1A93881-C5B7-5A3A-8E14-6CE2B5CD3772}" dt="2026-06-08T17:04:43.156" v="594" actId="478"/>
          <ac:inkMkLst>
            <pc:docMk/>
            <pc:sldMk cId="415382856" sldId="1405"/>
            <ac:inkMk id="171" creationId="{F578873E-0253-63D1-82B1-8D69FB8FC394}"/>
          </ac:inkMkLst>
        </pc:inkChg>
        <pc:inkChg chg="del">
          <ac:chgData name="Tarun Mangla" userId="88b13cb7-320d-4618-8f69-c67540fd8b8b" providerId="ADAL" clId="{B1A93881-C5B7-5A3A-8E14-6CE2B5CD3772}" dt="2026-06-08T17:04:43.156" v="594" actId="478"/>
          <ac:inkMkLst>
            <pc:docMk/>
            <pc:sldMk cId="415382856" sldId="1405"/>
            <ac:inkMk id="173" creationId="{DE07ECDE-031F-4BFA-E631-E943FE43BB11}"/>
          </ac:inkMkLst>
        </pc:inkChg>
        <pc:inkChg chg="del">
          <ac:chgData name="Tarun Mangla" userId="88b13cb7-320d-4618-8f69-c67540fd8b8b" providerId="ADAL" clId="{B1A93881-C5B7-5A3A-8E14-6CE2B5CD3772}" dt="2026-06-08T17:04:43.156" v="594" actId="478"/>
          <ac:inkMkLst>
            <pc:docMk/>
            <pc:sldMk cId="415382856" sldId="1405"/>
            <ac:inkMk id="221" creationId="{5993B87C-82AE-DBD4-E750-6E0041F1762A}"/>
          </ac:inkMkLst>
        </pc:inkChg>
        <pc:inkChg chg="del">
          <ac:chgData name="Tarun Mangla" userId="88b13cb7-320d-4618-8f69-c67540fd8b8b" providerId="ADAL" clId="{B1A93881-C5B7-5A3A-8E14-6CE2B5CD3772}" dt="2026-06-08T17:04:43.156" v="594" actId="478"/>
          <ac:inkMkLst>
            <pc:docMk/>
            <pc:sldMk cId="415382856" sldId="1405"/>
            <ac:inkMk id="226" creationId="{25519E4D-6EC4-5D1A-923F-707A18611CCA}"/>
          </ac:inkMkLst>
        </pc:inkChg>
        <pc:inkChg chg="del">
          <ac:chgData name="Tarun Mangla" userId="88b13cb7-320d-4618-8f69-c67540fd8b8b" providerId="ADAL" clId="{B1A93881-C5B7-5A3A-8E14-6CE2B5CD3772}" dt="2026-06-08T17:04:43.156" v="594" actId="478"/>
          <ac:inkMkLst>
            <pc:docMk/>
            <pc:sldMk cId="415382856" sldId="1405"/>
            <ac:inkMk id="230" creationId="{76176CB0-75D2-EADE-1A37-36DFAFC5E6AB}"/>
          </ac:inkMkLst>
        </pc:inkChg>
      </pc:sldChg>
      <pc:sldChg chg="add del">
        <pc:chgData name="Tarun Mangla" userId="88b13cb7-320d-4618-8f69-c67540fd8b8b" providerId="ADAL" clId="{B1A93881-C5B7-5A3A-8E14-6CE2B5CD3772}" dt="2026-06-08T17:55:29.459" v="1266" actId="2696"/>
        <pc:sldMkLst>
          <pc:docMk/>
          <pc:sldMk cId="1729410788" sldId="1406"/>
        </pc:sldMkLst>
      </pc:sldChg>
      <pc:sldChg chg="add del">
        <pc:chgData name="Tarun Mangla" userId="88b13cb7-320d-4618-8f69-c67540fd8b8b" providerId="ADAL" clId="{B1A93881-C5B7-5A3A-8E14-6CE2B5CD3772}" dt="2026-06-08T17:55:26.311" v="1265" actId="2696"/>
        <pc:sldMkLst>
          <pc:docMk/>
          <pc:sldMk cId="3057514034" sldId="1415"/>
        </pc:sldMkLst>
      </pc:sldChg>
      <pc:sldChg chg="add del">
        <pc:chgData name="Tarun Mangla" userId="88b13cb7-320d-4618-8f69-c67540fd8b8b" providerId="ADAL" clId="{B1A93881-C5B7-5A3A-8E14-6CE2B5CD3772}" dt="2026-06-08T17:54:17.376" v="1258" actId="2696"/>
        <pc:sldMkLst>
          <pc:docMk/>
          <pc:sldMk cId="1822729699" sldId="1416"/>
        </pc:sldMkLst>
      </pc:sldChg>
      <pc:sldChg chg="delSp modSp add del mod modClrScheme chgLayout">
        <pc:chgData name="Tarun Mangla" userId="88b13cb7-320d-4618-8f69-c67540fd8b8b" providerId="ADAL" clId="{B1A93881-C5B7-5A3A-8E14-6CE2B5CD3772}" dt="2026-06-08T17:54:26.391" v="1259" actId="2696"/>
        <pc:sldMkLst>
          <pc:docMk/>
          <pc:sldMk cId="930307077" sldId="1417"/>
        </pc:sldMkLst>
        <pc:spChg chg="mod ord">
          <ac:chgData name="Tarun Mangla" userId="88b13cb7-320d-4618-8f69-c67540fd8b8b" providerId="ADAL" clId="{B1A93881-C5B7-5A3A-8E14-6CE2B5CD3772}" dt="2026-06-08T14:17:19.794" v="483" actId="700"/>
          <ac:spMkLst>
            <pc:docMk/>
            <pc:sldMk cId="930307077" sldId="1417"/>
            <ac:spMk id="2" creationId="{DD8B0DC0-2B7A-FC40-48A1-D8805978A1F4}"/>
          </ac:spMkLst>
        </pc:spChg>
        <pc:spChg chg="mod ord">
          <ac:chgData name="Tarun Mangla" userId="88b13cb7-320d-4618-8f69-c67540fd8b8b" providerId="ADAL" clId="{B1A93881-C5B7-5A3A-8E14-6CE2B5CD3772}" dt="2026-06-08T14:17:19.794" v="483" actId="700"/>
          <ac:spMkLst>
            <pc:docMk/>
            <pc:sldMk cId="930307077" sldId="1417"/>
            <ac:spMk id="3" creationId="{CB3757F8-F0E5-BC39-27E4-3F4AD9638E21}"/>
          </ac:spMkLst>
        </pc:spChg>
        <pc:inkChg chg="del">
          <ac:chgData name="Tarun Mangla" userId="88b13cb7-320d-4618-8f69-c67540fd8b8b" providerId="ADAL" clId="{B1A93881-C5B7-5A3A-8E14-6CE2B5CD3772}" dt="2026-06-08T14:17:23.275" v="484" actId="478"/>
          <ac:inkMkLst>
            <pc:docMk/>
            <pc:sldMk cId="930307077" sldId="1417"/>
            <ac:inkMk id="4" creationId="{C184C921-FD42-D5DC-6A89-8F3ADA35063C}"/>
          </ac:inkMkLst>
        </pc:inkChg>
      </pc:sldChg>
      <pc:sldChg chg="add del">
        <pc:chgData name="Tarun Mangla" userId="88b13cb7-320d-4618-8f69-c67540fd8b8b" providerId="ADAL" clId="{B1A93881-C5B7-5A3A-8E14-6CE2B5CD3772}" dt="2026-06-08T17:54:29.721" v="1260" actId="2696"/>
        <pc:sldMkLst>
          <pc:docMk/>
          <pc:sldMk cId="3946846016" sldId="1418"/>
        </pc:sldMkLst>
      </pc:sldChg>
      <pc:sldChg chg="addSp delSp modSp add mod ord modClrScheme chgLayout">
        <pc:chgData name="Tarun Mangla" userId="88b13cb7-320d-4618-8f69-c67540fd8b8b" providerId="ADAL" clId="{B1A93881-C5B7-5A3A-8E14-6CE2B5CD3772}" dt="2026-06-08T18:19:58.605" v="1421" actId="20578"/>
        <pc:sldMkLst>
          <pc:docMk/>
          <pc:sldMk cId="730774003" sldId="1419"/>
        </pc:sldMkLst>
        <pc:spChg chg="add del mod ord">
          <ac:chgData name="Tarun Mangla" userId="88b13cb7-320d-4618-8f69-c67540fd8b8b" providerId="ADAL" clId="{B1A93881-C5B7-5A3A-8E14-6CE2B5CD3772}" dt="2026-06-08T18:01:39.565" v="1287" actId="478"/>
          <ac:spMkLst>
            <pc:docMk/>
            <pc:sldMk cId="730774003" sldId="1419"/>
            <ac:spMk id="2" creationId="{849E0BE9-E35E-C31D-6029-96736115221A}"/>
          </ac:spMkLst>
        </pc:spChg>
        <pc:spChg chg="del mod ord">
          <ac:chgData name="Tarun Mangla" userId="88b13cb7-320d-4618-8f69-c67540fd8b8b" providerId="ADAL" clId="{B1A93881-C5B7-5A3A-8E14-6CE2B5CD3772}" dt="2026-06-08T18:01:42.322" v="1288" actId="478"/>
          <ac:spMkLst>
            <pc:docMk/>
            <pc:sldMk cId="730774003" sldId="1419"/>
            <ac:spMk id="5" creationId="{BF56433D-1EBF-D447-9924-50E7F0E2E029}"/>
          </ac:spMkLst>
        </pc:spChg>
        <pc:spChg chg="mod ord">
          <ac:chgData name="Tarun Mangla" userId="88b13cb7-320d-4618-8f69-c67540fd8b8b" providerId="ADAL" clId="{B1A93881-C5B7-5A3A-8E14-6CE2B5CD3772}" dt="2026-06-08T18:08:58.584" v="1327" actId="20577"/>
          <ac:spMkLst>
            <pc:docMk/>
            <pc:sldMk cId="730774003" sldId="1419"/>
            <ac:spMk id="6" creationId="{5EE58ED7-62E2-2642-BB6A-E4AB185BFC3C}"/>
          </ac:spMkLst>
        </pc:spChg>
        <pc:inkChg chg="del">
          <ac:chgData name="Tarun Mangla" userId="88b13cb7-320d-4618-8f69-c67540fd8b8b" providerId="ADAL" clId="{B1A93881-C5B7-5A3A-8E14-6CE2B5CD3772}" dt="2026-06-08T18:09:04.859" v="1328" actId="478"/>
          <ac:inkMkLst>
            <pc:docMk/>
            <pc:sldMk cId="730774003" sldId="1419"/>
            <ac:inkMk id="13" creationId="{F49027BE-2A7D-B3E0-56C0-56A44CCB4BA0}"/>
          </ac:inkMkLst>
        </pc:inkChg>
        <pc:inkChg chg="del">
          <ac:chgData name="Tarun Mangla" userId="88b13cb7-320d-4618-8f69-c67540fd8b8b" providerId="ADAL" clId="{B1A93881-C5B7-5A3A-8E14-6CE2B5CD3772}" dt="2026-06-08T18:09:08.925" v="1329" actId="478"/>
          <ac:inkMkLst>
            <pc:docMk/>
            <pc:sldMk cId="730774003" sldId="1419"/>
            <ac:inkMk id="31" creationId="{8C73AD33-379A-4645-F822-2E183CC5C75D}"/>
          </ac:inkMkLst>
        </pc:inkChg>
        <pc:inkChg chg="del">
          <ac:chgData name="Tarun Mangla" userId="88b13cb7-320d-4618-8f69-c67540fd8b8b" providerId="ADAL" clId="{B1A93881-C5B7-5A3A-8E14-6CE2B5CD3772}" dt="2026-06-08T18:09:08.925" v="1329" actId="478"/>
          <ac:inkMkLst>
            <pc:docMk/>
            <pc:sldMk cId="730774003" sldId="1419"/>
            <ac:inkMk id="32" creationId="{46075EEA-4522-F752-0E1B-7B6059EF133C}"/>
          </ac:inkMkLst>
        </pc:inkChg>
        <pc:inkChg chg="del">
          <ac:chgData name="Tarun Mangla" userId="88b13cb7-320d-4618-8f69-c67540fd8b8b" providerId="ADAL" clId="{B1A93881-C5B7-5A3A-8E14-6CE2B5CD3772}" dt="2026-06-08T18:09:08.925" v="1329" actId="478"/>
          <ac:inkMkLst>
            <pc:docMk/>
            <pc:sldMk cId="730774003" sldId="1419"/>
            <ac:inkMk id="43" creationId="{EE7C51D2-6072-CA71-BC59-6FF306E6122B}"/>
          </ac:inkMkLst>
        </pc:inkChg>
        <pc:inkChg chg="del">
          <ac:chgData name="Tarun Mangla" userId="88b13cb7-320d-4618-8f69-c67540fd8b8b" providerId="ADAL" clId="{B1A93881-C5B7-5A3A-8E14-6CE2B5CD3772}" dt="2026-06-08T18:09:08.925" v="1329" actId="478"/>
          <ac:inkMkLst>
            <pc:docMk/>
            <pc:sldMk cId="730774003" sldId="1419"/>
            <ac:inkMk id="44" creationId="{DF5A35FD-6667-0519-0436-4AF1D6F04629}"/>
          </ac:inkMkLst>
        </pc:inkChg>
        <pc:inkChg chg="del">
          <ac:chgData name="Tarun Mangla" userId="88b13cb7-320d-4618-8f69-c67540fd8b8b" providerId="ADAL" clId="{B1A93881-C5B7-5A3A-8E14-6CE2B5CD3772}" dt="2026-06-08T18:09:08.925" v="1329" actId="478"/>
          <ac:inkMkLst>
            <pc:docMk/>
            <pc:sldMk cId="730774003" sldId="1419"/>
            <ac:inkMk id="57" creationId="{12755816-A3E6-4F74-824C-5B7A9DD30886}"/>
          </ac:inkMkLst>
        </pc:inkChg>
        <pc:inkChg chg="del">
          <ac:chgData name="Tarun Mangla" userId="88b13cb7-320d-4618-8f69-c67540fd8b8b" providerId="ADAL" clId="{B1A93881-C5B7-5A3A-8E14-6CE2B5CD3772}" dt="2026-06-08T18:09:08.925" v="1329" actId="478"/>
          <ac:inkMkLst>
            <pc:docMk/>
            <pc:sldMk cId="730774003" sldId="1419"/>
            <ac:inkMk id="58" creationId="{D5093EE0-CAA6-8621-9198-FC7FD59A1E74}"/>
          </ac:inkMkLst>
        </pc:inkChg>
        <pc:inkChg chg="del">
          <ac:chgData name="Tarun Mangla" userId="88b13cb7-320d-4618-8f69-c67540fd8b8b" providerId="ADAL" clId="{B1A93881-C5B7-5A3A-8E14-6CE2B5CD3772}" dt="2026-06-08T18:09:08.925" v="1329" actId="478"/>
          <ac:inkMkLst>
            <pc:docMk/>
            <pc:sldMk cId="730774003" sldId="1419"/>
            <ac:inkMk id="59" creationId="{958A0F7A-E949-A528-E562-8470D910033C}"/>
          </ac:inkMkLst>
        </pc:inkChg>
      </pc:sldChg>
      <pc:sldChg chg="addSp delSp modSp add mod ord modClrScheme chgLayout">
        <pc:chgData name="Tarun Mangla" userId="88b13cb7-320d-4618-8f69-c67540fd8b8b" providerId="ADAL" clId="{B1A93881-C5B7-5A3A-8E14-6CE2B5CD3772}" dt="2026-06-08T18:26:37.577" v="1711" actId="20577"/>
        <pc:sldMkLst>
          <pc:docMk/>
          <pc:sldMk cId="3728631129" sldId="1421"/>
        </pc:sldMkLst>
        <pc:spChg chg="add mod ord">
          <ac:chgData name="Tarun Mangla" userId="88b13cb7-320d-4618-8f69-c67540fd8b8b" providerId="ADAL" clId="{B1A93881-C5B7-5A3A-8E14-6CE2B5CD3772}" dt="2026-06-08T18:26:37.577" v="1711" actId="20577"/>
          <ac:spMkLst>
            <pc:docMk/>
            <pc:sldMk cId="3728631129" sldId="1421"/>
            <ac:spMk id="3" creationId="{6DB8FFD1-97C8-DC1E-45D2-0830E28D3077}"/>
          </ac:spMkLst>
        </pc:spChg>
        <pc:spChg chg="add del mod ord">
          <ac:chgData name="Tarun Mangla" userId="88b13cb7-320d-4618-8f69-c67540fd8b8b" providerId="ADAL" clId="{B1A93881-C5B7-5A3A-8E14-6CE2B5CD3772}" dt="2026-06-08T17:55:07.379" v="1263" actId="478"/>
          <ac:spMkLst>
            <pc:docMk/>
            <pc:sldMk cId="3728631129" sldId="1421"/>
            <ac:spMk id="4" creationId="{6A13A1C3-9168-FEB0-FDDF-C3CECD8ECB70}"/>
          </ac:spMkLst>
        </pc:spChg>
        <pc:inkChg chg="del">
          <ac:chgData name="Tarun Mangla" userId="88b13cb7-320d-4618-8f69-c67540fd8b8b" providerId="ADAL" clId="{B1A93881-C5B7-5A3A-8E14-6CE2B5CD3772}" dt="2026-06-08T17:54:58.607" v="1261" actId="478"/>
          <ac:inkMkLst>
            <pc:docMk/>
            <pc:sldMk cId="3728631129" sldId="1421"/>
            <ac:inkMk id="2" creationId="{AE793DE2-9688-2B8F-26DB-0662284A5F0C}"/>
          </ac:inkMkLst>
        </pc:inkChg>
      </pc:sldChg>
      <pc:sldChg chg="delSp add mod">
        <pc:chgData name="Tarun Mangla" userId="88b13cb7-320d-4618-8f69-c67540fd8b8b" providerId="ADAL" clId="{B1A93881-C5B7-5A3A-8E14-6CE2B5CD3772}" dt="2026-06-08T18:50:04.582" v="1965" actId="478"/>
        <pc:sldMkLst>
          <pc:docMk/>
          <pc:sldMk cId="866754861" sldId="1971"/>
        </pc:sldMkLst>
        <pc:spChg chg="del">
          <ac:chgData name="Tarun Mangla" userId="88b13cb7-320d-4618-8f69-c67540fd8b8b" providerId="ADAL" clId="{B1A93881-C5B7-5A3A-8E14-6CE2B5CD3772}" dt="2026-06-08T18:50:04.582" v="1965" actId="478"/>
          <ac:spMkLst>
            <pc:docMk/>
            <pc:sldMk cId="866754861" sldId="1971"/>
            <ac:spMk id="4" creationId="{A8F71119-17C6-6045-B8FE-FECA68C801C0}"/>
          </ac:spMkLst>
        </pc:spChg>
      </pc:sldChg>
      <pc:sldChg chg="addSp delSp modSp add del mod modClrScheme chgLayout">
        <pc:chgData name="Tarun Mangla" userId="88b13cb7-320d-4618-8f69-c67540fd8b8b" providerId="ADAL" clId="{B1A93881-C5B7-5A3A-8E14-6CE2B5CD3772}" dt="2026-06-08T18:32:58.633" v="1812" actId="2696"/>
        <pc:sldMkLst>
          <pc:docMk/>
          <pc:sldMk cId="1876877769" sldId="1971"/>
        </pc:sldMkLst>
        <pc:spChg chg="mod ord">
          <ac:chgData name="Tarun Mangla" userId="88b13cb7-320d-4618-8f69-c67540fd8b8b" providerId="ADAL" clId="{B1A93881-C5B7-5A3A-8E14-6CE2B5CD3772}" dt="2026-06-08T18:32:44.196" v="1810" actId="700"/>
          <ac:spMkLst>
            <pc:docMk/>
            <pc:sldMk cId="1876877769" sldId="1971"/>
            <ac:spMk id="3" creationId="{FECD85E7-B9DB-9043-B7EC-8C0919E801A1}"/>
          </ac:spMkLst>
        </pc:spChg>
        <pc:spChg chg="mod ord">
          <ac:chgData name="Tarun Mangla" userId="88b13cb7-320d-4618-8f69-c67540fd8b8b" providerId="ADAL" clId="{B1A93881-C5B7-5A3A-8E14-6CE2B5CD3772}" dt="2026-06-08T18:32:44.196" v="1810" actId="700"/>
          <ac:spMkLst>
            <pc:docMk/>
            <pc:sldMk cId="1876877769" sldId="1971"/>
            <ac:spMk id="4" creationId="{A8F71119-17C6-6045-B8FE-FECA68C801C0}"/>
          </ac:spMkLst>
        </pc:spChg>
        <pc:spChg chg="add del mod ord">
          <ac:chgData name="Tarun Mangla" userId="88b13cb7-320d-4618-8f69-c67540fd8b8b" providerId="ADAL" clId="{B1A93881-C5B7-5A3A-8E14-6CE2B5CD3772}" dt="2026-06-08T18:32:45.600" v="1811" actId="478"/>
          <ac:spMkLst>
            <pc:docMk/>
            <pc:sldMk cId="1876877769" sldId="1971"/>
            <ac:spMk id="147" creationId="{7938C38E-D7DF-3B8B-F496-4320D840827A}"/>
          </ac:spMkLst>
        </pc:spChg>
      </pc:sldChg>
      <pc:sldChg chg="addSp delSp modSp add mod modClrScheme chgLayout">
        <pc:chgData name="Tarun Mangla" userId="88b13cb7-320d-4618-8f69-c67540fd8b8b" providerId="ADAL" clId="{B1A93881-C5B7-5A3A-8E14-6CE2B5CD3772}" dt="2026-06-08T18:31:21.013" v="1793" actId="700"/>
        <pc:sldMkLst>
          <pc:docMk/>
          <pc:sldMk cId="1315793538" sldId="1984"/>
        </pc:sldMkLst>
        <pc:spChg chg="mod ord">
          <ac:chgData name="Tarun Mangla" userId="88b13cb7-320d-4618-8f69-c67540fd8b8b" providerId="ADAL" clId="{B1A93881-C5B7-5A3A-8E14-6CE2B5CD3772}" dt="2026-06-08T18:31:21.013" v="1793" actId="700"/>
          <ac:spMkLst>
            <pc:docMk/>
            <pc:sldMk cId="1315793538" sldId="1984"/>
            <ac:spMk id="2" creationId="{985D31BD-44D6-0DBC-9EB0-2C12F4D8A44B}"/>
          </ac:spMkLst>
        </pc:spChg>
        <pc:spChg chg="add mod ord">
          <ac:chgData name="Tarun Mangla" userId="88b13cb7-320d-4618-8f69-c67540fd8b8b" providerId="ADAL" clId="{B1A93881-C5B7-5A3A-8E14-6CE2B5CD3772}" dt="2026-06-08T18:31:21.013" v="1793" actId="700"/>
          <ac:spMkLst>
            <pc:docMk/>
            <pc:sldMk cId="1315793538" sldId="1984"/>
            <ac:spMk id="39" creationId="{12999E1E-27EB-8FE2-CF3E-9DF365AC8E32}"/>
          </ac:spMkLst>
        </pc:spChg>
        <pc:inkChg chg="del">
          <ac:chgData name="Tarun Mangla" userId="88b13cb7-320d-4618-8f69-c67540fd8b8b" providerId="ADAL" clId="{B1A93881-C5B7-5A3A-8E14-6CE2B5CD3772}" dt="2026-06-08T17:57:56.426" v="1279" actId="478"/>
          <ac:inkMkLst>
            <pc:docMk/>
            <pc:sldMk cId="1315793538" sldId="1984"/>
            <ac:inkMk id="3" creationId="{7775B9FE-5647-A461-23E4-0927E2262CD0}"/>
          </ac:inkMkLst>
        </pc:inkChg>
      </pc:sldChg>
      <pc:sldChg chg="delSp add del mod">
        <pc:chgData name="Tarun Mangla" userId="88b13cb7-320d-4618-8f69-c67540fd8b8b" providerId="ADAL" clId="{B1A93881-C5B7-5A3A-8E14-6CE2B5CD3772}" dt="2026-06-08T18:13:51.698" v="1350" actId="2696"/>
        <pc:sldMkLst>
          <pc:docMk/>
          <pc:sldMk cId="2036161121" sldId="1985"/>
        </pc:sldMkLst>
        <pc:inkChg chg="del">
          <ac:chgData name="Tarun Mangla" userId="88b13cb7-320d-4618-8f69-c67540fd8b8b" providerId="ADAL" clId="{B1A93881-C5B7-5A3A-8E14-6CE2B5CD3772}" dt="2026-06-08T18:12:42.537" v="1345" actId="478"/>
          <ac:inkMkLst>
            <pc:docMk/>
            <pc:sldMk cId="2036161121" sldId="1985"/>
            <ac:inkMk id="3" creationId="{7E460797-E179-19A5-1A89-FC6358616345}"/>
          </ac:inkMkLst>
        </pc:inkChg>
      </pc:sldChg>
      <pc:sldChg chg="add del">
        <pc:chgData name="Tarun Mangla" userId="88b13cb7-320d-4618-8f69-c67540fd8b8b" providerId="ADAL" clId="{B1A93881-C5B7-5A3A-8E14-6CE2B5CD3772}" dt="2026-06-08T17:58:31.049" v="1281" actId="2696"/>
        <pc:sldMkLst>
          <pc:docMk/>
          <pc:sldMk cId="3456255954" sldId="1986"/>
        </pc:sldMkLst>
      </pc:sldChg>
      <pc:sldChg chg="delSp modSp add mod ord modAnim">
        <pc:chgData name="Tarun Mangla" userId="88b13cb7-320d-4618-8f69-c67540fd8b8b" providerId="ADAL" clId="{B1A93881-C5B7-5A3A-8E14-6CE2B5CD3772}" dt="2026-06-08T18:49:48.839" v="1963" actId="20578"/>
        <pc:sldMkLst>
          <pc:docMk/>
          <pc:sldMk cId="475862736" sldId="1987"/>
        </pc:sldMkLst>
        <pc:spChg chg="mod">
          <ac:chgData name="Tarun Mangla" userId="88b13cb7-320d-4618-8f69-c67540fd8b8b" providerId="ADAL" clId="{B1A93881-C5B7-5A3A-8E14-6CE2B5CD3772}" dt="2026-06-08T18:49:02.140" v="1948" actId="20577"/>
          <ac:spMkLst>
            <pc:docMk/>
            <pc:sldMk cId="475862736" sldId="1987"/>
            <ac:spMk id="3" creationId="{FECD85E7-B9DB-9043-B7EC-8C0919E801A1}"/>
          </ac:spMkLst>
        </pc:spChg>
        <pc:spChg chg="del">
          <ac:chgData name="Tarun Mangla" userId="88b13cb7-320d-4618-8f69-c67540fd8b8b" providerId="ADAL" clId="{B1A93881-C5B7-5A3A-8E14-6CE2B5CD3772}" dt="2026-06-08T18:33:21.885" v="1828" actId="478"/>
          <ac:spMkLst>
            <pc:docMk/>
            <pc:sldMk cId="475862736" sldId="1987"/>
            <ac:spMk id="4" creationId="{A8F71119-17C6-6045-B8FE-FECA68C801C0}"/>
          </ac:spMkLst>
        </pc:spChg>
        <pc:spChg chg="mod">
          <ac:chgData name="Tarun Mangla" userId="88b13cb7-320d-4618-8f69-c67540fd8b8b" providerId="ADAL" clId="{B1A93881-C5B7-5A3A-8E14-6CE2B5CD3772}" dt="2026-06-08T18:33:46.116" v="1835" actId="20577"/>
          <ac:spMkLst>
            <pc:docMk/>
            <pc:sldMk cId="475862736" sldId="1987"/>
            <ac:spMk id="247" creationId="{A2095929-467E-784A-A05A-6CE113CF3D5B}"/>
          </ac:spMkLst>
        </pc:spChg>
      </pc:sldChg>
      <pc:sldChg chg="addSp delSp modSp add del mod modClrScheme chgLayout">
        <pc:chgData name="Tarun Mangla" userId="88b13cb7-320d-4618-8f69-c67540fd8b8b" providerId="ADAL" clId="{B1A93881-C5B7-5A3A-8E14-6CE2B5CD3772}" dt="2026-06-08T18:32:58.633" v="1812" actId="2696"/>
        <pc:sldMkLst>
          <pc:docMk/>
          <pc:sldMk cId="2412261595" sldId="1987"/>
        </pc:sldMkLst>
        <pc:spChg chg="add del mod ord">
          <ac:chgData name="Tarun Mangla" userId="88b13cb7-320d-4618-8f69-c67540fd8b8b" providerId="ADAL" clId="{B1A93881-C5B7-5A3A-8E14-6CE2B5CD3772}" dt="2026-06-08T18:13:12.549" v="1349" actId="478"/>
          <ac:spMkLst>
            <pc:docMk/>
            <pc:sldMk cId="2412261595" sldId="1987"/>
            <ac:spMk id="2" creationId="{AF0ABF46-75D3-CA3A-2816-35FBEEDE5FD1}"/>
          </ac:spMkLst>
        </pc:spChg>
        <pc:spChg chg="mod ord">
          <ac:chgData name="Tarun Mangla" userId="88b13cb7-320d-4618-8f69-c67540fd8b8b" providerId="ADAL" clId="{B1A93881-C5B7-5A3A-8E14-6CE2B5CD3772}" dt="2026-06-08T18:13:09.792" v="1348" actId="700"/>
          <ac:spMkLst>
            <pc:docMk/>
            <pc:sldMk cId="2412261595" sldId="1987"/>
            <ac:spMk id="3" creationId="{FECD85E7-B9DB-9043-B7EC-8C0919E801A1}"/>
          </ac:spMkLst>
        </pc:spChg>
        <pc:spChg chg="mod ord">
          <ac:chgData name="Tarun Mangla" userId="88b13cb7-320d-4618-8f69-c67540fd8b8b" providerId="ADAL" clId="{B1A93881-C5B7-5A3A-8E14-6CE2B5CD3772}" dt="2026-06-08T18:13:09.792" v="1348" actId="700"/>
          <ac:spMkLst>
            <pc:docMk/>
            <pc:sldMk cId="2412261595" sldId="1987"/>
            <ac:spMk id="4" creationId="{A8F71119-17C6-6045-B8FE-FECA68C801C0}"/>
          </ac:spMkLst>
        </pc:spChg>
      </pc:sldChg>
      <pc:sldChg chg="add del">
        <pc:chgData name="Tarun Mangla" userId="88b13cb7-320d-4618-8f69-c67540fd8b8b" providerId="ADAL" clId="{B1A93881-C5B7-5A3A-8E14-6CE2B5CD3772}" dt="2026-06-08T17:57:32.959" v="1278" actId="2696"/>
        <pc:sldMkLst>
          <pc:docMk/>
          <pc:sldMk cId="2543170545" sldId="1988"/>
        </pc:sldMkLst>
      </pc:sldChg>
      <pc:sldChg chg="delSp add del mod">
        <pc:chgData name="Tarun Mangla" userId="88b13cb7-320d-4618-8f69-c67540fd8b8b" providerId="ADAL" clId="{B1A93881-C5B7-5A3A-8E14-6CE2B5CD3772}" dt="2026-06-08T18:11:46.512" v="1342" actId="2696"/>
        <pc:sldMkLst>
          <pc:docMk/>
          <pc:sldMk cId="1106359555" sldId="1990"/>
        </pc:sldMkLst>
        <pc:inkChg chg="del">
          <ac:chgData name="Tarun Mangla" userId="88b13cb7-320d-4618-8f69-c67540fd8b8b" providerId="ADAL" clId="{B1A93881-C5B7-5A3A-8E14-6CE2B5CD3772}" dt="2026-06-08T17:57:04.993" v="1275" actId="478"/>
          <ac:inkMkLst>
            <pc:docMk/>
            <pc:sldMk cId="1106359555" sldId="1990"/>
            <ac:inkMk id="4" creationId="{F4F80997-C2CB-A5EF-B145-B3083E05C5C3}"/>
          </ac:inkMkLst>
        </pc:inkChg>
      </pc:sldChg>
      <pc:sldChg chg="addSp delSp modSp add del mod modClrScheme chgLayout">
        <pc:chgData name="Tarun Mangla" userId="88b13cb7-320d-4618-8f69-c67540fd8b8b" providerId="ADAL" clId="{B1A93881-C5B7-5A3A-8E14-6CE2B5CD3772}" dt="2026-06-08T17:58:31.052" v="1282" actId="2696"/>
        <pc:sldMkLst>
          <pc:docMk/>
          <pc:sldMk cId="2386538464" sldId="1991"/>
        </pc:sldMkLst>
        <pc:spChg chg="del mod ord">
          <ac:chgData name="Tarun Mangla" userId="88b13cb7-320d-4618-8f69-c67540fd8b8b" providerId="ADAL" clId="{B1A93881-C5B7-5A3A-8E14-6CE2B5CD3772}" dt="2026-06-08T17:58:27.281" v="1280" actId="700"/>
          <ac:spMkLst>
            <pc:docMk/>
            <pc:sldMk cId="2386538464" sldId="1991"/>
            <ac:spMk id="2" creationId="{E9D74CF0-2AE8-83DD-91C1-98C0A67A349F}"/>
          </ac:spMkLst>
        </pc:spChg>
        <pc:spChg chg="add mod ord">
          <ac:chgData name="Tarun Mangla" userId="88b13cb7-320d-4618-8f69-c67540fd8b8b" providerId="ADAL" clId="{B1A93881-C5B7-5A3A-8E14-6CE2B5CD3772}" dt="2026-06-08T17:58:27.281" v="1280" actId="700"/>
          <ac:spMkLst>
            <pc:docMk/>
            <pc:sldMk cId="2386538464" sldId="1991"/>
            <ac:spMk id="3" creationId="{80DD199D-2F04-3C61-4C7A-336CEEBDB7BB}"/>
          </ac:spMkLst>
        </pc:spChg>
        <pc:spChg chg="add mod ord">
          <ac:chgData name="Tarun Mangla" userId="88b13cb7-320d-4618-8f69-c67540fd8b8b" providerId="ADAL" clId="{B1A93881-C5B7-5A3A-8E14-6CE2B5CD3772}" dt="2026-06-08T17:58:27.281" v="1280" actId="700"/>
          <ac:spMkLst>
            <pc:docMk/>
            <pc:sldMk cId="2386538464" sldId="1991"/>
            <ac:spMk id="4" creationId="{4C04870E-0E6D-8980-AC52-E7794FB7CEC7}"/>
          </ac:spMkLst>
        </pc:spChg>
      </pc:sldChg>
      <pc:sldChg chg="addSp delSp modSp add mod modClrScheme chgLayout">
        <pc:chgData name="Tarun Mangla" userId="88b13cb7-320d-4618-8f69-c67540fd8b8b" providerId="ADAL" clId="{B1A93881-C5B7-5A3A-8E14-6CE2B5CD3772}" dt="2026-06-08T18:31:50.748" v="1801" actId="478"/>
        <pc:sldMkLst>
          <pc:docMk/>
          <pc:sldMk cId="883942919" sldId="1992"/>
        </pc:sldMkLst>
        <pc:spChg chg="mod ord">
          <ac:chgData name="Tarun Mangla" userId="88b13cb7-320d-4618-8f69-c67540fd8b8b" providerId="ADAL" clId="{B1A93881-C5B7-5A3A-8E14-6CE2B5CD3772}" dt="2026-06-08T18:31:44.465" v="1798" actId="700"/>
          <ac:spMkLst>
            <pc:docMk/>
            <pc:sldMk cId="883942919" sldId="1992"/>
            <ac:spMk id="2" creationId="{A191E96D-79AF-8590-6A0B-A796CEC1C0B3}"/>
          </ac:spMkLst>
        </pc:spChg>
        <pc:spChg chg="add del mod ord">
          <ac:chgData name="Tarun Mangla" userId="88b13cb7-320d-4618-8f69-c67540fd8b8b" providerId="ADAL" clId="{B1A93881-C5B7-5A3A-8E14-6CE2B5CD3772}" dt="2026-06-08T18:31:46.714" v="1799" actId="478"/>
          <ac:spMkLst>
            <pc:docMk/>
            <pc:sldMk cId="883942919" sldId="1992"/>
            <ac:spMk id="6" creationId="{2913E79C-E59D-76C5-9FBC-EC00E87ADC48}"/>
          </ac:spMkLst>
        </pc:spChg>
        <pc:inkChg chg="del">
          <ac:chgData name="Tarun Mangla" userId="88b13cb7-320d-4618-8f69-c67540fd8b8b" providerId="ADAL" clId="{B1A93881-C5B7-5A3A-8E14-6CE2B5CD3772}" dt="2026-06-08T18:31:49.107" v="1800" actId="478"/>
          <ac:inkMkLst>
            <pc:docMk/>
            <pc:sldMk cId="883942919" sldId="1992"/>
            <ac:inkMk id="3" creationId="{7E460797-E179-19A5-1A89-FC6358616345}"/>
          </ac:inkMkLst>
        </pc:inkChg>
        <pc:inkChg chg="del">
          <ac:chgData name="Tarun Mangla" userId="88b13cb7-320d-4618-8f69-c67540fd8b8b" providerId="ADAL" clId="{B1A93881-C5B7-5A3A-8E14-6CE2B5CD3772}" dt="2026-06-08T18:31:49.107" v="1800" actId="478"/>
          <ac:inkMkLst>
            <pc:docMk/>
            <pc:sldMk cId="883942919" sldId="1992"/>
            <ac:inkMk id="4" creationId="{13873B2E-CA30-C367-AA74-7D8A87467555}"/>
          </ac:inkMkLst>
        </pc:inkChg>
        <pc:inkChg chg="del">
          <ac:chgData name="Tarun Mangla" userId="88b13cb7-320d-4618-8f69-c67540fd8b8b" providerId="ADAL" clId="{B1A93881-C5B7-5A3A-8E14-6CE2B5CD3772}" dt="2026-06-08T18:31:50.748" v="1801" actId="478"/>
          <ac:inkMkLst>
            <pc:docMk/>
            <pc:sldMk cId="883942919" sldId="1992"/>
            <ac:inkMk id="5" creationId="{723EFCC3-7E7D-7B00-DE99-2CFA9DA313A3}"/>
          </ac:inkMkLst>
        </pc:inkChg>
      </pc:sldChg>
      <pc:sldChg chg="modSp mod">
        <pc:chgData name="Tarun Mangla" userId="88b13cb7-320d-4618-8f69-c67540fd8b8b" providerId="ADAL" clId="{B1A93881-C5B7-5A3A-8E14-6CE2B5CD3772}" dt="2026-06-08T12:00:32.946" v="1" actId="20577"/>
        <pc:sldMkLst>
          <pc:docMk/>
          <pc:sldMk cId="3924103784" sldId="2435"/>
        </pc:sldMkLst>
        <pc:spChg chg="mod">
          <ac:chgData name="Tarun Mangla" userId="88b13cb7-320d-4618-8f69-c67540fd8b8b" providerId="ADAL" clId="{B1A93881-C5B7-5A3A-8E14-6CE2B5CD3772}" dt="2026-06-08T12:00:32.946" v="1" actId="20577"/>
          <ac:spMkLst>
            <pc:docMk/>
            <pc:sldMk cId="3924103784" sldId="2435"/>
            <ac:spMk id="6" creationId="{F0514A78-E399-BC42-A905-7EBE7FD6FACC}"/>
          </ac:spMkLst>
        </pc:spChg>
      </pc:sldChg>
      <pc:sldChg chg="delSp modSp mod modAnim">
        <pc:chgData name="Tarun Mangla" userId="88b13cb7-320d-4618-8f69-c67540fd8b8b" providerId="ADAL" clId="{B1A93881-C5B7-5A3A-8E14-6CE2B5CD3772}" dt="2026-06-08T12:01:57.163" v="208" actId="20577"/>
        <pc:sldMkLst>
          <pc:docMk/>
          <pc:sldMk cId="2082182904" sldId="2559"/>
        </pc:sldMkLst>
        <pc:spChg chg="mod">
          <ac:chgData name="Tarun Mangla" userId="88b13cb7-320d-4618-8f69-c67540fd8b8b" providerId="ADAL" clId="{B1A93881-C5B7-5A3A-8E14-6CE2B5CD3772}" dt="2026-06-08T12:01:57.163" v="208" actId="20577"/>
          <ac:spMkLst>
            <pc:docMk/>
            <pc:sldMk cId="2082182904" sldId="2559"/>
            <ac:spMk id="2" creationId="{0F300117-0992-0B5F-90CF-0B1DCEF83E32}"/>
          </ac:spMkLst>
        </pc:spChg>
        <pc:inkChg chg="del">
          <ac:chgData name="Tarun Mangla" userId="88b13cb7-320d-4618-8f69-c67540fd8b8b" providerId="ADAL" clId="{B1A93881-C5B7-5A3A-8E14-6CE2B5CD3772}" dt="2026-06-08T12:01:09.789" v="58" actId="478"/>
          <ac:inkMkLst>
            <pc:docMk/>
            <pc:sldMk cId="2082182904" sldId="2559"/>
            <ac:inkMk id="3" creationId="{2492818F-C75C-D429-2BB0-6B3ECB1771E4}"/>
          </ac:inkMkLst>
        </pc:inkChg>
      </pc:sldChg>
      <pc:sldChg chg="del">
        <pc:chgData name="Tarun Mangla" userId="88b13cb7-320d-4618-8f69-c67540fd8b8b" providerId="ADAL" clId="{B1A93881-C5B7-5A3A-8E14-6CE2B5CD3772}" dt="2026-06-08T13:46:14.306" v="246" actId="2696"/>
        <pc:sldMkLst>
          <pc:docMk/>
          <pc:sldMk cId="2410694092" sldId="2689"/>
        </pc:sldMkLst>
      </pc:sldChg>
      <pc:sldChg chg="del">
        <pc:chgData name="Tarun Mangla" userId="88b13cb7-320d-4618-8f69-c67540fd8b8b" providerId="ADAL" clId="{B1A93881-C5B7-5A3A-8E14-6CE2B5CD3772}" dt="2026-06-08T13:46:14.344" v="247" actId="2696"/>
        <pc:sldMkLst>
          <pc:docMk/>
          <pc:sldMk cId="1807542898" sldId="2692"/>
        </pc:sldMkLst>
      </pc:sldChg>
      <pc:sldChg chg="del">
        <pc:chgData name="Tarun Mangla" userId="88b13cb7-320d-4618-8f69-c67540fd8b8b" providerId="ADAL" clId="{B1A93881-C5B7-5A3A-8E14-6CE2B5CD3772}" dt="2026-06-08T13:46:14.381" v="249" actId="2696"/>
        <pc:sldMkLst>
          <pc:docMk/>
          <pc:sldMk cId="638694850" sldId="2693"/>
        </pc:sldMkLst>
      </pc:sldChg>
      <pc:sldChg chg="del">
        <pc:chgData name="Tarun Mangla" userId="88b13cb7-320d-4618-8f69-c67540fd8b8b" providerId="ADAL" clId="{B1A93881-C5B7-5A3A-8E14-6CE2B5CD3772}" dt="2026-06-08T13:46:14.364" v="248" actId="2696"/>
        <pc:sldMkLst>
          <pc:docMk/>
          <pc:sldMk cId="51387114" sldId="2694"/>
        </pc:sldMkLst>
      </pc:sldChg>
      <pc:sldChg chg="del">
        <pc:chgData name="Tarun Mangla" userId="88b13cb7-320d-4618-8f69-c67540fd8b8b" providerId="ADAL" clId="{B1A93881-C5B7-5A3A-8E14-6CE2B5CD3772}" dt="2026-06-08T13:46:14.423" v="251" actId="2696"/>
        <pc:sldMkLst>
          <pc:docMk/>
          <pc:sldMk cId="342742576" sldId="2697"/>
        </pc:sldMkLst>
      </pc:sldChg>
      <pc:sldChg chg="del">
        <pc:chgData name="Tarun Mangla" userId="88b13cb7-320d-4618-8f69-c67540fd8b8b" providerId="ADAL" clId="{B1A93881-C5B7-5A3A-8E14-6CE2B5CD3772}" dt="2026-06-08T13:46:14.435" v="252" actId="2696"/>
        <pc:sldMkLst>
          <pc:docMk/>
          <pc:sldMk cId="2347109594" sldId="2699"/>
        </pc:sldMkLst>
      </pc:sldChg>
      <pc:sldChg chg="del">
        <pc:chgData name="Tarun Mangla" userId="88b13cb7-320d-4618-8f69-c67540fd8b8b" providerId="ADAL" clId="{B1A93881-C5B7-5A3A-8E14-6CE2B5CD3772}" dt="2026-06-08T13:46:14.472" v="254" actId="2696"/>
        <pc:sldMkLst>
          <pc:docMk/>
          <pc:sldMk cId="3953914319" sldId="2701"/>
        </pc:sldMkLst>
      </pc:sldChg>
      <pc:sldChg chg="del">
        <pc:chgData name="Tarun Mangla" userId="88b13cb7-320d-4618-8f69-c67540fd8b8b" providerId="ADAL" clId="{B1A93881-C5B7-5A3A-8E14-6CE2B5CD3772}" dt="2026-06-08T13:46:14.488" v="256" actId="2696"/>
        <pc:sldMkLst>
          <pc:docMk/>
          <pc:sldMk cId="2410547436" sldId="2702"/>
        </pc:sldMkLst>
      </pc:sldChg>
      <pc:sldChg chg="del">
        <pc:chgData name="Tarun Mangla" userId="88b13cb7-320d-4618-8f69-c67540fd8b8b" providerId="ADAL" clId="{B1A93881-C5B7-5A3A-8E14-6CE2B5CD3772}" dt="2026-06-08T13:46:14.680" v="266" actId="2696"/>
        <pc:sldMkLst>
          <pc:docMk/>
          <pc:sldMk cId="88132014" sldId="2708"/>
        </pc:sldMkLst>
      </pc:sldChg>
      <pc:sldChg chg="addSp delSp modSp mod">
        <pc:chgData name="Tarun Mangla" userId="88b13cb7-320d-4618-8f69-c67540fd8b8b" providerId="ADAL" clId="{B1A93881-C5B7-5A3A-8E14-6CE2B5CD3772}" dt="2026-06-08T12:01:05.876" v="57" actId="20577"/>
        <pc:sldMkLst>
          <pc:docMk/>
          <pc:sldMk cId="861557325" sldId="2710"/>
        </pc:sldMkLst>
        <pc:spChg chg="mod">
          <ac:chgData name="Tarun Mangla" userId="88b13cb7-320d-4618-8f69-c67540fd8b8b" providerId="ADAL" clId="{B1A93881-C5B7-5A3A-8E14-6CE2B5CD3772}" dt="2026-06-08T12:01:05.876" v="57" actId="20577"/>
          <ac:spMkLst>
            <pc:docMk/>
            <pc:sldMk cId="861557325" sldId="2710"/>
            <ac:spMk id="2" creationId="{DC51DC51-B357-6C57-B475-8C584FC2286D}"/>
          </ac:spMkLst>
        </pc:spChg>
        <pc:spChg chg="del">
          <ac:chgData name="Tarun Mangla" userId="88b13cb7-320d-4618-8f69-c67540fd8b8b" providerId="ADAL" clId="{B1A93881-C5B7-5A3A-8E14-6CE2B5CD3772}" dt="2026-06-08T12:00:50.211" v="18" actId="478"/>
          <ac:spMkLst>
            <pc:docMk/>
            <pc:sldMk cId="861557325" sldId="2710"/>
            <ac:spMk id="3" creationId="{CF8C398C-1C3B-4D3F-DDD9-A32D94472321}"/>
          </ac:spMkLst>
        </pc:spChg>
        <pc:spChg chg="add mod">
          <ac:chgData name="Tarun Mangla" userId="88b13cb7-320d-4618-8f69-c67540fd8b8b" providerId="ADAL" clId="{B1A93881-C5B7-5A3A-8E14-6CE2B5CD3772}" dt="2026-06-08T12:00:50.211" v="18" actId="478"/>
          <ac:spMkLst>
            <pc:docMk/>
            <pc:sldMk cId="861557325" sldId="2710"/>
            <ac:spMk id="5" creationId="{E9A95232-D2AF-4365-D399-A8ECCFFB026B}"/>
          </ac:spMkLst>
        </pc:spChg>
        <pc:grpChg chg="del">
          <ac:chgData name="Tarun Mangla" userId="88b13cb7-320d-4618-8f69-c67540fd8b8b" providerId="ADAL" clId="{B1A93881-C5B7-5A3A-8E14-6CE2B5CD3772}" dt="2026-06-08T12:00:47.862" v="17" actId="478"/>
          <ac:grpSpMkLst>
            <pc:docMk/>
            <pc:sldMk cId="861557325" sldId="2710"/>
            <ac:grpSpMk id="159" creationId="{63398845-EDCE-9242-054A-E9B13C7C5904}"/>
          </ac:grpSpMkLst>
        </pc:grpChg>
      </pc:sldChg>
      <pc:sldChg chg="add del">
        <pc:chgData name="Tarun Mangla" userId="88b13cb7-320d-4618-8f69-c67540fd8b8b" providerId="ADAL" clId="{B1A93881-C5B7-5A3A-8E14-6CE2B5CD3772}" dt="2026-06-08T16:29:18.428" v="502"/>
        <pc:sldMkLst>
          <pc:docMk/>
          <pc:sldMk cId="1383026548" sldId="2711"/>
        </pc:sldMkLst>
      </pc:sldChg>
      <pc:sldChg chg="modSp add del mod">
        <pc:chgData name="Tarun Mangla" userId="88b13cb7-320d-4618-8f69-c67540fd8b8b" providerId="ADAL" clId="{B1A93881-C5B7-5A3A-8E14-6CE2B5CD3772}" dt="2026-06-08T16:29:41.782" v="506"/>
        <pc:sldMkLst>
          <pc:docMk/>
          <pc:sldMk cId="2300271087" sldId="2712"/>
        </pc:sldMkLst>
        <pc:spChg chg="mod">
          <ac:chgData name="Tarun Mangla" userId="88b13cb7-320d-4618-8f69-c67540fd8b8b" providerId="ADAL" clId="{B1A93881-C5B7-5A3A-8E14-6CE2B5CD3772}" dt="2026-06-08T16:29:19.422" v="503" actId="27636"/>
          <ac:spMkLst>
            <pc:docMk/>
            <pc:sldMk cId="2300271087" sldId="2712"/>
            <ac:spMk id="163" creationId="{8C5FD101-2A29-556D-D7BD-33573882DCD0}"/>
          </ac:spMkLst>
        </pc:spChg>
      </pc:sldChg>
      <pc:sldChg chg="modSp del mod">
        <pc:chgData name="Tarun Mangla" userId="88b13cb7-320d-4618-8f69-c67540fd8b8b" providerId="ADAL" clId="{B1A93881-C5B7-5A3A-8E14-6CE2B5CD3772}" dt="2026-06-08T13:46:14.223" v="244" actId="2696"/>
        <pc:sldMkLst>
          <pc:docMk/>
          <pc:sldMk cId="3251826621" sldId="2712"/>
        </pc:sldMkLst>
        <pc:spChg chg="mod">
          <ac:chgData name="Tarun Mangla" userId="88b13cb7-320d-4618-8f69-c67540fd8b8b" providerId="ADAL" clId="{B1A93881-C5B7-5A3A-8E14-6CE2B5CD3772}" dt="2026-06-08T12:25:27.959" v="241" actId="20577"/>
          <ac:spMkLst>
            <pc:docMk/>
            <pc:sldMk cId="3251826621" sldId="2712"/>
            <ac:spMk id="2" creationId="{45390FA0-3B07-723F-298F-8DDFDB7E1A13}"/>
          </ac:spMkLst>
        </pc:spChg>
      </pc:sldChg>
      <pc:sldChg chg="modSp add mod modAnim">
        <pc:chgData name="Tarun Mangla" userId="88b13cb7-320d-4618-8f69-c67540fd8b8b" providerId="ADAL" clId="{B1A93881-C5B7-5A3A-8E14-6CE2B5CD3772}" dt="2026-06-08T17:03:20.261" v="590" actId="5793"/>
        <pc:sldMkLst>
          <pc:docMk/>
          <pc:sldMk cId="3136927203" sldId="2713"/>
        </pc:sldMkLst>
        <pc:spChg chg="mod">
          <ac:chgData name="Tarun Mangla" userId="88b13cb7-320d-4618-8f69-c67540fd8b8b" providerId="ADAL" clId="{B1A93881-C5B7-5A3A-8E14-6CE2B5CD3772}" dt="2026-06-08T16:31:27.733" v="530" actId="20577"/>
          <ac:spMkLst>
            <pc:docMk/>
            <pc:sldMk cId="3136927203" sldId="2713"/>
            <ac:spMk id="3" creationId="{FB36D76E-0BB3-325F-1D06-BEB238E79896}"/>
          </ac:spMkLst>
        </pc:spChg>
        <pc:spChg chg="mod">
          <ac:chgData name="Tarun Mangla" userId="88b13cb7-320d-4618-8f69-c67540fd8b8b" providerId="ADAL" clId="{B1A93881-C5B7-5A3A-8E14-6CE2B5CD3772}" dt="2026-06-08T16:31:12.918" v="523" actId="21"/>
          <ac:spMkLst>
            <pc:docMk/>
            <pc:sldMk cId="3136927203" sldId="2713"/>
            <ac:spMk id="162" creationId="{82842961-F9B6-25FE-4491-7B7646253BD8}"/>
          </ac:spMkLst>
        </pc:spChg>
        <pc:spChg chg="mod">
          <ac:chgData name="Tarun Mangla" userId="88b13cb7-320d-4618-8f69-c67540fd8b8b" providerId="ADAL" clId="{B1A93881-C5B7-5A3A-8E14-6CE2B5CD3772}" dt="2026-06-08T17:03:20.261" v="590" actId="5793"/>
          <ac:spMkLst>
            <pc:docMk/>
            <pc:sldMk cId="3136927203" sldId="2713"/>
            <ac:spMk id="163" creationId="{8C5FD101-2A29-556D-D7BD-33573882DCD0}"/>
          </ac:spMkLst>
        </pc:spChg>
      </pc:sldChg>
      <pc:sldChg chg="modSp add del mod">
        <pc:chgData name="Tarun Mangla" userId="88b13cb7-320d-4618-8f69-c67540fd8b8b" providerId="ADAL" clId="{B1A93881-C5B7-5A3A-8E14-6CE2B5CD3772}" dt="2026-06-08T17:08:51.109" v="631"/>
        <pc:sldMkLst>
          <pc:docMk/>
          <pc:sldMk cId="3129611262" sldId="2714"/>
        </pc:sldMkLst>
        <pc:spChg chg="mod">
          <ac:chgData name="Tarun Mangla" userId="88b13cb7-320d-4618-8f69-c67540fd8b8b" providerId="ADAL" clId="{B1A93881-C5B7-5A3A-8E14-6CE2B5CD3772}" dt="2026-06-08T17:08:35.184" v="629" actId="20577"/>
          <ac:spMkLst>
            <pc:docMk/>
            <pc:sldMk cId="3129611262" sldId="2714"/>
            <ac:spMk id="2" creationId="{7BBAC925-6C97-DDA7-5233-6D4B8017F0DF}"/>
          </ac:spMkLst>
        </pc:spChg>
      </pc:sldChg>
      <pc:sldChg chg="del">
        <pc:chgData name="Tarun Mangla" userId="88b13cb7-320d-4618-8f69-c67540fd8b8b" providerId="ADAL" clId="{B1A93881-C5B7-5A3A-8E14-6CE2B5CD3772}" dt="2026-06-08T13:46:14.259" v="245" actId="2696"/>
        <pc:sldMkLst>
          <pc:docMk/>
          <pc:sldMk cId="2627311509" sldId="2715"/>
        </pc:sldMkLst>
      </pc:sldChg>
      <pc:sldChg chg="modSp add mod">
        <pc:chgData name="Tarun Mangla" userId="88b13cb7-320d-4618-8f69-c67540fd8b8b" providerId="ADAL" clId="{B1A93881-C5B7-5A3A-8E14-6CE2B5CD3772}" dt="2026-06-08T17:09:04.305" v="638" actId="5793"/>
        <pc:sldMkLst>
          <pc:docMk/>
          <pc:sldMk cId="2732153053" sldId="2715"/>
        </pc:sldMkLst>
        <pc:spChg chg="mod">
          <ac:chgData name="Tarun Mangla" userId="88b13cb7-320d-4618-8f69-c67540fd8b8b" providerId="ADAL" clId="{B1A93881-C5B7-5A3A-8E14-6CE2B5CD3772}" dt="2026-06-08T17:09:04.305" v="638" actId="5793"/>
          <ac:spMkLst>
            <pc:docMk/>
            <pc:sldMk cId="2732153053" sldId="2715"/>
            <ac:spMk id="2" creationId="{7BBAC925-6C97-DDA7-5233-6D4B8017F0DF}"/>
          </ac:spMkLst>
        </pc:spChg>
      </pc:sldChg>
      <pc:sldChg chg="delSp modSp add mod delAnim">
        <pc:chgData name="Tarun Mangla" userId="88b13cb7-320d-4618-8f69-c67540fd8b8b" providerId="ADAL" clId="{B1A93881-C5B7-5A3A-8E14-6CE2B5CD3772}" dt="2026-06-08T17:38:51.037" v="716" actId="1076"/>
        <pc:sldMkLst>
          <pc:docMk/>
          <pc:sldMk cId="823374384" sldId="2716"/>
        </pc:sldMkLst>
        <pc:spChg chg="mod">
          <ac:chgData name="Tarun Mangla" userId="88b13cb7-320d-4618-8f69-c67540fd8b8b" providerId="ADAL" clId="{B1A93881-C5B7-5A3A-8E14-6CE2B5CD3772}" dt="2026-06-08T17:38:51.037" v="716" actId="1076"/>
          <ac:spMkLst>
            <pc:docMk/>
            <pc:sldMk cId="823374384" sldId="2716"/>
            <ac:spMk id="7" creationId="{5507B360-8633-344E-8C84-B4DA39DA217E}"/>
          </ac:spMkLst>
        </pc:spChg>
        <pc:spChg chg="mod">
          <ac:chgData name="Tarun Mangla" userId="88b13cb7-320d-4618-8f69-c67540fd8b8b" providerId="ADAL" clId="{B1A93881-C5B7-5A3A-8E14-6CE2B5CD3772}" dt="2026-06-08T17:38:32.329" v="709" actId="1076"/>
          <ac:spMkLst>
            <pc:docMk/>
            <pc:sldMk cId="823374384" sldId="2716"/>
            <ac:spMk id="10" creationId="{C6AF8616-528F-F43B-C798-9FBCAE37962F}"/>
          </ac:spMkLst>
        </pc:spChg>
        <pc:spChg chg="mod">
          <ac:chgData name="Tarun Mangla" userId="88b13cb7-320d-4618-8f69-c67540fd8b8b" providerId="ADAL" clId="{B1A93881-C5B7-5A3A-8E14-6CE2B5CD3772}" dt="2026-06-08T17:38:32.329" v="709" actId="1076"/>
          <ac:spMkLst>
            <pc:docMk/>
            <pc:sldMk cId="823374384" sldId="2716"/>
            <ac:spMk id="205" creationId="{58704566-F2E3-C92E-E4CB-DC0834BDFAA3}"/>
          </ac:spMkLst>
        </pc:spChg>
        <pc:spChg chg="mod">
          <ac:chgData name="Tarun Mangla" userId="88b13cb7-320d-4618-8f69-c67540fd8b8b" providerId="ADAL" clId="{B1A93881-C5B7-5A3A-8E14-6CE2B5CD3772}" dt="2026-06-08T17:38:41.346" v="712" actId="1076"/>
          <ac:spMkLst>
            <pc:docMk/>
            <pc:sldMk cId="823374384" sldId="2716"/>
            <ac:spMk id="206" creationId="{BF71637D-650D-16DD-886E-EBB3A863A46E}"/>
          </ac:spMkLst>
        </pc:spChg>
        <pc:spChg chg="mod">
          <ac:chgData name="Tarun Mangla" userId="88b13cb7-320d-4618-8f69-c67540fd8b8b" providerId="ADAL" clId="{B1A93881-C5B7-5A3A-8E14-6CE2B5CD3772}" dt="2026-06-08T17:38:37.374" v="711" actId="1076"/>
          <ac:spMkLst>
            <pc:docMk/>
            <pc:sldMk cId="823374384" sldId="2716"/>
            <ac:spMk id="207" creationId="{AB286571-6764-D7F0-41CB-E0803AC8D164}"/>
          </ac:spMkLst>
        </pc:spChg>
        <pc:grpChg chg="del mod">
          <ac:chgData name="Tarun Mangla" userId="88b13cb7-320d-4618-8f69-c67540fd8b8b" providerId="ADAL" clId="{B1A93881-C5B7-5A3A-8E14-6CE2B5CD3772}" dt="2026-06-08T17:38:47.769" v="715" actId="478"/>
          <ac:grpSpMkLst>
            <pc:docMk/>
            <pc:sldMk cId="823374384" sldId="2716"/>
            <ac:grpSpMk id="3" creationId="{C109245C-7CB2-1700-2CF9-656EF70C04DF}"/>
          </ac:grpSpMkLst>
        </pc:grpChg>
        <pc:grpChg chg="mod">
          <ac:chgData name="Tarun Mangla" userId="88b13cb7-320d-4618-8f69-c67540fd8b8b" providerId="ADAL" clId="{B1A93881-C5B7-5A3A-8E14-6CE2B5CD3772}" dt="2026-06-08T17:38:32.329" v="709" actId="1076"/>
          <ac:grpSpMkLst>
            <pc:docMk/>
            <pc:sldMk cId="823374384" sldId="2716"/>
            <ac:grpSpMk id="11" creationId="{99A1A953-DE55-B15E-4912-826C300DB392}"/>
          </ac:grpSpMkLst>
        </pc:grpChg>
        <pc:grpChg chg="mod">
          <ac:chgData name="Tarun Mangla" userId="88b13cb7-320d-4618-8f69-c67540fd8b8b" providerId="ADAL" clId="{B1A93881-C5B7-5A3A-8E14-6CE2B5CD3772}" dt="2026-06-08T17:38:32.329" v="709" actId="1076"/>
          <ac:grpSpMkLst>
            <pc:docMk/>
            <pc:sldMk cId="823374384" sldId="2716"/>
            <ac:grpSpMk id="25" creationId="{600E6AA5-3760-A8FA-CC44-9503C7D7F602}"/>
          </ac:grpSpMkLst>
        </pc:grpChg>
        <pc:grpChg chg="mod">
          <ac:chgData name="Tarun Mangla" userId="88b13cb7-320d-4618-8f69-c67540fd8b8b" providerId="ADAL" clId="{B1A93881-C5B7-5A3A-8E14-6CE2B5CD3772}" dt="2026-06-08T17:38:32.329" v="709" actId="1076"/>
          <ac:grpSpMkLst>
            <pc:docMk/>
            <pc:sldMk cId="823374384" sldId="2716"/>
            <ac:grpSpMk id="39" creationId="{585CF858-BAEE-B8A7-E36B-349985860161}"/>
          </ac:grpSpMkLst>
        </pc:grpChg>
        <pc:grpChg chg="mod">
          <ac:chgData name="Tarun Mangla" userId="88b13cb7-320d-4618-8f69-c67540fd8b8b" providerId="ADAL" clId="{B1A93881-C5B7-5A3A-8E14-6CE2B5CD3772}" dt="2026-06-08T17:38:32.329" v="709" actId="1076"/>
          <ac:grpSpMkLst>
            <pc:docMk/>
            <pc:sldMk cId="823374384" sldId="2716"/>
            <ac:grpSpMk id="53" creationId="{B282A3EE-2759-5A40-F7A9-692ACAC4008C}"/>
          </ac:grpSpMkLst>
        </pc:grpChg>
        <pc:grpChg chg="mod">
          <ac:chgData name="Tarun Mangla" userId="88b13cb7-320d-4618-8f69-c67540fd8b8b" providerId="ADAL" clId="{B1A93881-C5B7-5A3A-8E14-6CE2B5CD3772}" dt="2026-06-08T17:38:32.329" v="709" actId="1076"/>
          <ac:grpSpMkLst>
            <pc:docMk/>
            <pc:sldMk cId="823374384" sldId="2716"/>
            <ac:grpSpMk id="73" creationId="{FA386641-2076-7B5E-237F-9E2954E9A835}"/>
          </ac:grpSpMkLst>
        </pc:grpChg>
        <pc:grpChg chg="mod">
          <ac:chgData name="Tarun Mangla" userId="88b13cb7-320d-4618-8f69-c67540fd8b8b" providerId="ADAL" clId="{B1A93881-C5B7-5A3A-8E14-6CE2B5CD3772}" dt="2026-06-08T17:38:32.329" v="709" actId="1076"/>
          <ac:grpSpMkLst>
            <pc:docMk/>
            <pc:sldMk cId="823374384" sldId="2716"/>
            <ac:grpSpMk id="138" creationId="{4530B541-9821-D0EB-EEC3-1E3B52DA00DC}"/>
          </ac:grpSpMkLst>
        </pc:grpChg>
        <pc:grpChg chg="del mod">
          <ac:chgData name="Tarun Mangla" userId="88b13cb7-320d-4618-8f69-c67540fd8b8b" providerId="ADAL" clId="{B1A93881-C5B7-5A3A-8E14-6CE2B5CD3772}" dt="2026-06-08T17:38:33.918" v="710" actId="478"/>
          <ac:grpSpMkLst>
            <pc:docMk/>
            <pc:sldMk cId="823374384" sldId="2716"/>
            <ac:grpSpMk id="208" creationId="{07F2F1A6-9D65-3D0D-298E-99F4EEBDB569}"/>
          </ac:grpSpMkLst>
        </pc:grpChg>
        <pc:inkChg chg="mod">
          <ac:chgData name="Tarun Mangla" userId="88b13cb7-320d-4618-8f69-c67540fd8b8b" providerId="ADAL" clId="{B1A93881-C5B7-5A3A-8E14-6CE2B5CD3772}" dt="2026-06-08T17:38:32.329" v="709" actId="1076"/>
          <ac:inkMkLst>
            <pc:docMk/>
            <pc:sldMk cId="823374384" sldId="2716"/>
            <ac:inkMk id="377" creationId="{D93C73CD-E68C-4A4B-3685-FEDE0956D20F}"/>
          </ac:inkMkLst>
        </pc:inkChg>
        <pc:cxnChg chg="mod">
          <ac:chgData name="Tarun Mangla" userId="88b13cb7-320d-4618-8f69-c67540fd8b8b" providerId="ADAL" clId="{B1A93881-C5B7-5A3A-8E14-6CE2B5CD3772}" dt="2026-06-08T17:38:32.329" v="709" actId="1076"/>
          <ac:cxnSpMkLst>
            <pc:docMk/>
            <pc:sldMk cId="823374384" sldId="2716"/>
            <ac:cxnSpMk id="69" creationId="{58B7E5CA-F30F-97D0-0A07-52187CD6399E}"/>
          </ac:cxnSpMkLst>
        </pc:cxnChg>
        <pc:cxnChg chg="mod">
          <ac:chgData name="Tarun Mangla" userId="88b13cb7-320d-4618-8f69-c67540fd8b8b" providerId="ADAL" clId="{B1A93881-C5B7-5A3A-8E14-6CE2B5CD3772}" dt="2026-06-08T17:38:33.918" v="710" actId="478"/>
          <ac:cxnSpMkLst>
            <pc:docMk/>
            <pc:sldMk cId="823374384" sldId="2716"/>
            <ac:cxnSpMk id="228" creationId="{03B8D62D-D785-B4EB-7423-0042780409AE}"/>
          </ac:cxnSpMkLst>
        </pc:cxnChg>
      </pc:sldChg>
      <pc:sldChg chg="del">
        <pc:chgData name="Tarun Mangla" userId="88b13cb7-320d-4618-8f69-c67540fd8b8b" providerId="ADAL" clId="{B1A93881-C5B7-5A3A-8E14-6CE2B5CD3772}" dt="2026-06-08T13:46:14.406" v="250" actId="2696"/>
        <pc:sldMkLst>
          <pc:docMk/>
          <pc:sldMk cId="957013066" sldId="2717"/>
        </pc:sldMkLst>
      </pc:sldChg>
      <pc:sldChg chg="addSp modSp new mod">
        <pc:chgData name="Tarun Mangla" userId="88b13cb7-320d-4618-8f69-c67540fd8b8b" providerId="ADAL" clId="{B1A93881-C5B7-5A3A-8E14-6CE2B5CD3772}" dt="2026-06-08T17:42:53.258" v="1037" actId="27636"/>
        <pc:sldMkLst>
          <pc:docMk/>
          <pc:sldMk cId="1473551198" sldId="2717"/>
        </pc:sldMkLst>
        <pc:spChg chg="mod">
          <ac:chgData name="Tarun Mangla" userId="88b13cb7-320d-4618-8f69-c67540fd8b8b" providerId="ADAL" clId="{B1A93881-C5B7-5A3A-8E14-6CE2B5CD3772}" dt="2026-06-08T17:39:31.766" v="772" actId="20577"/>
          <ac:spMkLst>
            <pc:docMk/>
            <pc:sldMk cId="1473551198" sldId="2717"/>
            <ac:spMk id="2" creationId="{6A02A6E4-3A46-4509-D388-35E65990986C}"/>
          </ac:spMkLst>
        </pc:spChg>
        <pc:spChg chg="mod">
          <ac:chgData name="Tarun Mangla" userId="88b13cb7-320d-4618-8f69-c67540fd8b8b" providerId="ADAL" clId="{B1A93881-C5B7-5A3A-8E14-6CE2B5CD3772}" dt="2026-06-08T17:42:53.258" v="1037" actId="27636"/>
          <ac:spMkLst>
            <pc:docMk/>
            <pc:sldMk cId="1473551198" sldId="2717"/>
            <ac:spMk id="3" creationId="{A2783E4B-3C62-C791-9D60-E8307570766D}"/>
          </ac:spMkLst>
        </pc:spChg>
        <pc:spChg chg="mod">
          <ac:chgData name="Tarun Mangla" userId="88b13cb7-320d-4618-8f69-c67540fd8b8b" providerId="ADAL" clId="{B1A93881-C5B7-5A3A-8E14-6CE2B5CD3772}" dt="2026-06-08T17:40:02.819" v="777"/>
          <ac:spMkLst>
            <pc:docMk/>
            <pc:sldMk cId="1473551198" sldId="2717"/>
            <ac:spMk id="9" creationId="{38070E4D-76AC-134F-86C9-201E43429912}"/>
          </ac:spMkLst>
        </pc:spChg>
        <pc:spChg chg="mod">
          <ac:chgData name="Tarun Mangla" userId="88b13cb7-320d-4618-8f69-c67540fd8b8b" providerId="ADAL" clId="{B1A93881-C5B7-5A3A-8E14-6CE2B5CD3772}" dt="2026-06-08T17:40:02.819" v="777"/>
          <ac:spMkLst>
            <pc:docMk/>
            <pc:sldMk cId="1473551198" sldId="2717"/>
            <ac:spMk id="25" creationId="{164862C9-004B-895E-66C0-F2362788536D}"/>
          </ac:spMkLst>
        </pc:spChg>
        <pc:spChg chg="mod">
          <ac:chgData name="Tarun Mangla" userId="88b13cb7-320d-4618-8f69-c67540fd8b8b" providerId="ADAL" clId="{B1A93881-C5B7-5A3A-8E14-6CE2B5CD3772}" dt="2026-06-08T17:40:02.819" v="777"/>
          <ac:spMkLst>
            <pc:docMk/>
            <pc:sldMk cId="1473551198" sldId="2717"/>
            <ac:spMk id="26" creationId="{DCE2847F-C31F-C9B3-D521-5A6AAB2F6D2B}"/>
          </ac:spMkLst>
        </pc:spChg>
        <pc:spChg chg="mod">
          <ac:chgData name="Tarun Mangla" userId="88b13cb7-320d-4618-8f69-c67540fd8b8b" providerId="ADAL" clId="{B1A93881-C5B7-5A3A-8E14-6CE2B5CD3772}" dt="2026-06-08T17:40:02.819" v="777"/>
          <ac:spMkLst>
            <pc:docMk/>
            <pc:sldMk cId="1473551198" sldId="2717"/>
            <ac:spMk id="37" creationId="{F638AC4E-0989-E8F8-6E59-7DB252D390AB}"/>
          </ac:spMkLst>
        </pc:spChg>
        <pc:spChg chg="mod">
          <ac:chgData name="Tarun Mangla" userId="88b13cb7-320d-4618-8f69-c67540fd8b8b" providerId="ADAL" clId="{B1A93881-C5B7-5A3A-8E14-6CE2B5CD3772}" dt="2026-06-08T17:40:02.819" v="777"/>
          <ac:spMkLst>
            <pc:docMk/>
            <pc:sldMk cId="1473551198" sldId="2717"/>
            <ac:spMk id="44" creationId="{E8554190-1A86-DF64-7FE6-DCF98A5C248B}"/>
          </ac:spMkLst>
        </pc:spChg>
        <pc:spChg chg="mod">
          <ac:chgData name="Tarun Mangla" userId="88b13cb7-320d-4618-8f69-c67540fd8b8b" providerId="ADAL" clId="{B1A93881-C5B7-5A3A-8E14-6CE2B5CD3772}" dt="2026-06-08T17:40:02.819" v="777"/>
          <ac:spMkLst>
            <pc:docMk/>
            <pc:sldMk cId="1473551198" sldId="2717"/>
            <ac:spMk id="89" creationId="{B8529CA5-606A-484F-75EC-997C389A60EA}"/>
          </ac:spMkLst>
        </pc:spChg>
        <pc:spChg chg="mod">
          <ac:chgData name="Tarun Mangla" userId="88b13cb7-320d-4618-8f69-c67540fd8b8b" providerId="ADAL" clId="{B1A93881-C5B7-5A3A-8E14-6CE2B5CD3772}" dt="2026-06-08T17:40:02.819" v="777"/>
          <ac:spMkLst>
            <pc:docMk/>
            <pc:sldMk cId="1473551198" sldId="2717"/>
            <ac:spMk id="123" creationId="{D3099E11-7CEB-FF11-FE1B-6CCF380DB6CD}"/>
          </ac:spMkLst>
        </pc:spChg>
        <pc:spChg chg="mod">
          <ac:chgData name="Tarun Mangla" userId="88b13cb7-320d-4618-8f69-c67540fd8b8b" providerId="ADAL" clId="{B1A93881-C5B7-5A3A-8E14-6CE2B5CD3772}" dt="2026-06-08T17:40:02.819" v="777"/>
          <ac:spMkLst>
            <pc:docMk/>
            <pc:sldMk cId="1473551198" sldId="2717"/>
            <ac:spMk id="167" creationId="{0CBEB3F8-23AB-98D1-DAD2-D5A26C23B2B3}"/>
          </ac:spMkLst>
        </pc:spChg>
        <pc:spChg chg="mod">
          <ac:chgData name="Tarun Mangla" userId="88b13cb7-320d-4618-8f69-c67540fd8b8b" providerId="ADAL" clId="{B1A93881-C5B7-5A3A-8E14-6CE2B5CD3772}" dt="2026-06-08T17:40:02.819" v="777"/>
          <ac:spMkLst>
            <pc:docMk/>
            <pc:sldMk cId="1473551198" sldId="2717"/>
            <ac:spMk id="189" creationId="{9D3016EB-201D-CC76-B8DB-E720E8367D49}"/>
          </ac:spMkLst>
        </pc:spChg>
        <pc:spChg chg="mod">
          <ac:chgData name="Tarun Mangla" userId="88b13cb7-320d-4618-8f69-c67540fd8b8b" providerId="ADAL" clId="{B1A93881-C5B7-5A3A-8E14-6CE2B5CD3772}" dt="2026-06-08T17:40:02.819" v="777"/>
          <ac:spMkLst>
            <pc:docMk/>
            <pc:sldMk cId="1473551198" sldId="2717"/>
            <ac:spMk id="193" creationId="{C440B565-B14F-3062-69E9-5FC01A142FC4}"/>
          </ac:spMkLst>
        </pc:spChg>
      </pc:sldChg>
      <pc:sldChg chg="addSp delSp modSp new mod">
        <pc:chgData name="Tarun Mangla" userId="88b13cb7-320d-4618-8f69-c67540fd8b8b" providerId="ADAL" clId="{B1A93881-C5B7-5A3A-8E14-6CE2B5CD3772}" dt="2026-06-08T18:04:28.946" v="1317" actId="1076"/>
        <pc:sldMkLst>
          <pc:docMk/>
          <pc:sldMk cId="2905502233" sldId="2718"/>
        </pc:sldMkLst>
        <pc:spChg chg="mod">
          <ac:chgData name="Tarun Mangla" userId="88b13cb7-320d-4618-8f69-c67540fd8b8b" providerId="ADAL" clId="{B1A93881-C5B7-5A3A-8E14-6CE2B5CD3772}" dt="2026-06-08T17:46:31.565" v="1053" actId="20577"/>
          <ac:spMkLst>
            <pc:docMk/>
            <pc:sldMk cId="2905502233" sldId="2718"/>
            <ac:spMk id="2" creationId="{A16A990F-1E72-6B7A-7F17-BF06D41FB5C5}"/>
          </ac:spMkLst>
        </pc:spChg>
        <pc:spChg chg="del">
          <ac:chgData name="Tarun Mangla" userId="88b13cb7-320d-4618-8f69-c67540fd8b8b" providerId="ADAL" clId="{B1A93881-C5B7-5A3A-8E14-6CE2B5CD3772}" dt="2026-06-08T17:46:34.804" v="1055" actId="478"/>
          <ac:spMkLst>
            <pc:docMk/>
            <pc:sldMk cId="2905502233" sldId="2718"/>
            <ac:spMk id="3" creationId="{48A95339-2998-A394-BD38-B27F61500B41}"/>
          </ac:spMkLst>
        </pc:spChg>
        <pc:spChg chg="add mod">
          <ac:chgData name="Tarun Mangla" userId="88b13cb7-320d-4618-8f69-c67540fd8b8b" providerId="ADAL" clId="{B1A93881-C5B7-5A3A-8E14-6CE2B5CD3772}" dt="2026-06-08T18:04:28.946" v="1317" actId="1076"/>
          <ac:spMkLst>
            <pc:docMk/>
            <pc:sldMk cId="2905502233" sldId="2718"/>
            <ac:spMk id="7" creationId="{C3807E2A-D71B-3ABE-8854-137B8811CA8A}"/>
          </ac:spMkLst>
        </pc:spChg>
        <pc:picChg chg="add mod">
          <ac:chgData name="Tarun Mangla" userId="88b13cb7-320d-4618-8f69-c67540fd8b8b" providerId="ADAL" clId="{B1A93881-C5B7-5A3A-8E14-6CE2B5CD3772}" dt="2026-06-08T18:03:00.588" v="1291" actId="1076"/>
          <ac:picMkLst>
            <pc:docMk/>
            <pc:sldMk cId="2905502233" sldId="2718"/>
            <ac:picMk id="5" creationId="{D4A0969B-609E-FCA2-4056-ED2089A3FC7B}"/>
          </ac:picMkLst>
        </pc:picChg>
      </pc:sldChg>
      <pc:sldChg chg="addSp delSp modSp add mod">
        <pc:chgData name="Tarun Mangla" userId="88b13cb7-320d-4618-8f69-c67540fd8b8b" providerId="ADAL" clId="{B1A93881-C5B7-5A3A-8E14-6CE2B5CD3772}" dt="2026-06-08T17:47:56.675" v="1125" actId="20577"/>
        <pc:sldMkLst>
          <pc:docMk/>
          <pc:sldMk cId="4186991742" sldId="2719"/>
        </pc:sldMkLst>
        <pc:spChg chg="mod">
          <ac:chgData name="Tarun Mangla" userId="88b13cb7-320d-4618-8f69-c67540fd8b8b" providerId="ADAL" clId="{B1A93881-C5B7-5A3A-8E14-6CE2B5CD3772}" dt="2026-06-08T17:47:56.675" v="1125" actId="20577"/>
          <ac:spMkLst>
            <pc:docMk/>
            <pc:sldMk cId="4186991742" sldId="2719"/>
            <ac:spMk id="2" creationId="{24404D70-9114-D32B-D53E-FD6252C01926}"/>
          </ac:spMkLst>
        </pc:spChg>
        <pc:picChg chg="add mod">
          <ac:chgData name="Tarun Mangla" userId="88b13cb7-320d-4618-8f69-c67540fd8b8b" providerId="ADAL" clId="{B1A93881-C5B7-5A3A-8E14-6CE2B5CD3772}" dt="2026-06-08T17:47:42.720" v="1065" actId="1076"/>
          <ac:picMkLst>
            <pc:docMk/>
            <pc:sldMk cId="4186991742" sldId="2719"/>
            <ac:picMk id="4" creationId="{8F56B5FD-01DD-1E52-4D73-78262FDA15AF}"/>
          </ac:picMkLst>
        </pc:picChg>
        <pc:picChg chg="del">
          <ac:chgData name="Tarun Mangla" userId="88b13cb7-320d-4618-8f69-c67540fd8b8b" providerId="ADAL" clId="{B1A93881-C5B7-5A3A-8E14-6CE2B5CD3772}" dt="2026-06-08T17:47:38.487" v="1062" actId="478"/>
          <ac:picMkLst>
            <pc:docMk/>
            <pc:sldMk cId="4186991742" sldId="2719"/>
            <ac:picMk id="5" creationId="{C580BB62-A57C-0FF6-08C8-77C4A7BAF137}"/>
          </ac:picMkLst>
        </pc:picChg>
      </pc:sldChg>
      <pc:sldChg chg="addSp modSp new mod">
        <pc:chgData name="Tarun Mangla" userId="88b13cb7-320d-4618-8f69-c67540fd8b8b" providerId="ADAL" clId="{B1A93881-C5B7-5A3A-8E14-6CE2B5CD3772}" dt="2026-06-08T18:19:42.896" v="1420" actId="1076"/>
        <pc:sldMkLst>
          <pc:docMk/>
          <pc:sldMk cId="2895342963" sldId="2720"/>
        </pc:sldMkLst>
        <pc:picChg chg="add mod">
          <ac:chgData name="Tarun Mangla" userId="88b13cb7-320d-4618-8f69-c67540fd8b8b" providerId="ADAL" clId="{B1A93881-C5B7-5A3A-8E14-6CE2B5CD3772}" dt="2026-06-08T18:19:42.896" v="1420" actId="1076"/>
          <ac:picMkLst>
            <pc:docMk/>
            <pc:sldMk cId="2895342963" sldId="2720"/>
            <ac:picMk id="4" creationId="{19DA3A21-6CCD-9E46-491F-AE86DDA8019C}"/>
          </ac:picMkLst>
        </pc:picChg>
      </pc:sldChg>
      <pc:sldChg chg="del">
        <pc:chgData name="Tarun Mangla" userId="88b13cb7-320d-4618-8f69-c67540fd8b8b" providerId="ADAL" clId="{B1A93881-C5B7-5A3A-8E14-6CE2B5CD3772}" dt="2026-06-08T13:46:14.447" v="253" actId="2696"/>
        <pc:sldMkLst>
          <pc:docMk/>
          <pc:sldMk cId="4167768341" sldId="2720"/>
        </pc:sldMkLst>
      </pc:sldChg>
      <pc:sldChg chg="del">
        <pc:chgData name="Tarun Mangla" userId="88b13cb7-320d-4618-8f69-c67540fd8b8b" providerId="ADAL" clId="{B1A93881-C5B7-5A3A-8E14-6CE2B5CD3772}" dt="2026-06-08T13:46:14.502" v="257" actId="2696"/>
        <pc:sldMkLst>
          <pc:docMk/>
          <pc:sldMk cId="2432243477" sldId="2721"/>
        </pc:sldMkLst>
      </pc:sldChg>
      <pc:sldChg chg="modSp new del mod">
        <pc:chgData name="Tarun Mangla" userId="88b13cb7-320d-4618-8f69-c67540fd8b8b" providerId="ADAL" clId="{B1A93881-C5B7-5A3A-8E14-6CE2B5CD3772}" dt="2026-06-08T18:22:08.494" v="1663"/>
        <pc:sldMkLst>
          <pc:docMk/>
          <pc:sldMk cId="2509998812" sldId="2721"/>
        </pc:sldMkLst>
        <pc:spChg chg="mod">
          <ac:chgData name="Tarun Mangla" userId="88b13cb7-320d-4618-8f69-c67540fd8b8b" providerId="ADAL" clId="{B1A93881-C5B7-5A3A-8E14-6CE2B5CD3772}" dt="2026-06-08T18:21:36.916" v="1626" actId="20577"/>
          <ac:spMkLst>
            <pc:docMk/>
            <pc:sldMk cId="2509998812" sldId="2721"/>
            <ac:spMk id="2" creationId="{986420CB-CAEB-92AB-3B75-90340BD37BBA}"/>
          </ac:spMkLst>
        </pc:spChg>
        <pc:spChg chg="mod">
          <ac:chgData name="Tarun Mangla" userId="88b13cb7-320d-4618-8f69-c67540fd8b8b" providerId="ADAL" clId="{B1A93881-C5B7-5A3A-8E14-6CE2B5CD3772}" dt="2026-06-08T18:21:21.809" v="1621" actId="20577"/>
          <ac:spMkLst>
            <pc:docMk/>
            <pc:sldMk cId="2509998812" sldId="2721"/>
            <ac:spMk id="3" creationId="{16092F76-6D17-DF81-1D08-D1557A88EC60}"/>
          </ac:spMkLst>
        </pc:spChg>
      </pc:sldChg>
      <pc:sldChg chg="new del">
        <pc:chgData name="Tarun Mangla" userId="88b13cb7-320d-4618-8f69-c67540fd8b8b" providerId="ADAL" clId="{B1A93881-C5B7-5A3A-8E14-6CE2B5CD3772}" dt="2026-06-08T18:20:03.617" v="1423" actId="2696"/>
        <pc:sldMkLst>
          <pc:docMk/>
          <pc:sldMk cId="3259603051" sldId="2721"/>
        </pc:sldMkLst>
      </pc:sldChg>
      <pc:sldChg chg="add del">
        <pc:chgData name="Tarun Mangla" userId="88b13cb7-320d-4618-8f69-c67540fd8b8b" providerId="ADAL" clId="{B1A93881-C5B7-5A3A-8E14-6CE2B5CD3772}" dt="2026-06-08T18:22:17.113" v="1665"/>
        <pc:sldMkLst>
          <pc:docMk/>
          <pc:sldMk cId="472256982" sldId="2722"/>
        </pc:sldMkLst>
      </pc:sldChg>
      <pc:sldChg chg="del">
        <pc:chgData name="Tarun Mangla" userId="88b13cb7-320d-4618-8f69-c67540fd8b8b" providerId="ADAL" clId="{B1A93881-C5B7-5A3A-8E14-6CE2B5CD3772}" dt="2026-06-08T13:46:14.483" v="255" actId="2696"/>
        <pc:sldMkLst>
          <pc:docMk/>
          <pc:sldMk cId="2421201663" sldId="2722"/>
        </pc:sldMkLst>
      </pc:sldChg>
      <pc:sldChg chg="del">
        <pc:chgData name="Tarun Mangla" userId="88b13cb7-320d-4618-8f69-c67540fd8b8b" providerId="ADAL" clId="{B1A93881-C5B7-5A3A-8E14-6CE2B5CD3772}" dt="2026-06-08T13:46:14.560" v="260" actId="2696"/>
        <pc:sldMkLst>
          <pc:docMk/>
          <pc:sldMk cId="681253395" sldId="2723"/>
        </pc:sldMkLst>
      </pc:sldChg>
      <pc:sldChg chg="add del">
        <pc:chgData name="Tarun Mangla" userId="88b13cb7-320d-4618-8f69-c67540fd8b8b" providerId="ADAL" clId="{B1A93881-C5B7-5A3A-8E14-6CE2B5CD3772}" dt="2026-06-08T18:23:40.140" v="1667"/>
        <pc:sldMkLst>
          <pc:docMk/>
          <pc:sldMk cId="3092661394" sldId="2723"/>
        </pc:sldMkLst>
      </pc:sldChg>
      <pc:sldChg chg="modSp add mod ord">
        <pc:chgData name="Tarun Mangla" userId="88b13cb7-320d-4618-8f69-c67540fd8b8b" providerId="ADAL" clId="{B1A93881-C5B7-5A3A-8E14-6CE2B5CD3772}" dt="2026-06-08T18:47:17.106" v="1858" actId="20578"/>
        <pc:sldMkLst>
          <pc:docMk/>
          <pc:sldMk cId="652452489" sldId="2724"/>
        </pc:sldMkLst>
        <pc:spChg chg="mod">
          <ac:chgData name="Tarun Mangla" userId="88b13cb7-320d-4618-8f69-c67540fd8b8b" providerId="ADAL" clId="{B1A93881-C5B7-5A3A-8E14-6CE2B5CD3772}" dt="2026-06-08T18:23:54.672" v="1668" actId="1076"/>
          <ac:spMkLst>
            <pc:docMk/>
            <pc:sldMk cId="652452489" sldId="2724"/>
            <ac:spMk id="3" creationId="{16092F76-6D17-DF81-1D08-D1557A88EC60}"/>
          </ac:spMkLst>
        </pc:spChg>
      </pc:sldChg>
      <pc:sldChg chg="del">
        <pc:chgData name="Tarun Mangla" userId="88b13cb7-320d-4618-8f69-c67540fd8b8b" providerId="ADAL" clId="{B1A93881-C5B7-5A3A-8E14-6CE2B5CD3772}" dt="2026-06-08T13:46:14.598" v="262" actId="2696"/>
        <pc:sldMkLst>
          <pc:docMk/>
          <pc:sldMk cId="1597316834" sldId="2724"/>
        </pc:sldMkLst>
      </pc:sldChg>
      <pc:sldChg chg="del">
        <pc:chgData name="Tarun Mangla" userId="88b13cb7-320d-4618-8f69-c67540fd8b8b" providerId="ADAL" clId="{B1A93881-C5B7-5A3A-8E14-6CE2B5CD3772}" dt="2026-06-08T13:46:14.766" v="273" actId="2696"/>
        <pc:sldMkLst>
          <pc:docMk/>
          <pc:sldMk cId="605174092" sldId="2725"/>
        </pc:sldMkLst>
      </pc:sldChg>
      <pc:sldChg chg="addSp delSp modSp new mod">
        <pc:chgData name="Tarun Mangla" userId="88b13cb7-320d-4618-8f69-c67540fd8b8b" providerId="ADAL" clId="{B1A93881-C5B7-5A3A-8E14-6CE2B5CD3772}" dt="2026-06-08T18:29:06.593" v="1767" actId="1076"/>
        <pc:sldMkLst>
          <pc:docMk/>
          <pc:sldMk cId="3128282755" sldId="2725"/>
        </pc:sldMkLst>
        <pc:spChg chg="mod">
          <ac:chgData name="Tarun Mangla" userId="88b13cb7-320d-4618-8f69-c67540fd8b8b" providerId="ADAL" clId="{B1A93881-C5B7-5A3A-8E14-6CE2B5CD3772}" dt="2026-06-08T18:28:02.137" v="1756" actId="20577"/>
          <ac:spMkLst>
            <pc:docMk/>
            <pc:sldMk cId="3128282755" sldId="2725"/>
            <ac:spMk id="2" creationId="{6BC9616B-8176-31EA-3421-82C7FFBF7B75}"/>
          </ac:spMkLst>
        </pc:spChg>
        <pc:spChg chg="del">
          <ac:chgData name="Tarun Mangla" userId="88b13cb7-320d-4618-8f69-c67540fd8b8b" providerId="ADAL" clId="{B1A93881-C5B7-5A3A-8E14-6CE2B5CD3772}" dt="2026-06-08T18:29:01.388" v="1765" actId="478"/>
          <ac:spMkLst>
            <pc:docMk/>
            <pc:sldMk cId="3128282755" sldId="2725"/>
            <ac:spMk id="3" creationId="{E925DFD1-195C-86F1-6682-CAE91448FB32}"/>
          </ac:spMkLst>
        </pc:spChg>
        <pc:picChg chg="add mod">
          <ac:chgData name="Tarun Mangla" userId="88b13cb7-320d-4618-8f69-c67540fd8b8b" providerId="ADAL" clId="{B1A93881-C5B7-5A3A-8E14-6CE2B5CD3772}" dt="2026-06-08T18:29:06.593" v="1767" actId="1076"/>
          <ac:picMkLst>
            <pc:docMk/>
            <pc:sldMk cId="3128282755" sldId="2725"/>
            <ac:picMk id="5" creationId="{BEEA0830-3078-0A0C-FAEA-3D0D9C524307}"/>
          </ac:picMkLst>
        </pc:picChg>
      </pc:sldChg>
      <pc:sldChg chg="modSp new del mod ord">
        <pc:chgData name="Tarun Mangla" userId="88b13cb7-320d-4618-8f69-c67540fd8b8b" providerId="ADAL" clId="{B1A93881-C5B7-5A3A-8E14-6CE2B5CD3772}" dt="2026-06-08T18:28:20.137" v="1760"/>
        <pc:sldMkLst>
          <pc:docMk/>
          <pc:sldMk cId="1360780196" sldId="2726"/>
        </pc:sldMkLst>
        <pc:spChg chg="mod">
          <ac:chgData name="Tarun Mangla" userId="88b13cb7-320d-4618-8f69-c67540fd8b8b" providerId="ADAL" clId="{B1A93881-C5B7-5A3A-8E14-6CE2B5CD3772}" dt="2026-06-08T18:28:03.943" v="1758"/>
          <ac:spMkLst>
            <pc:docMk/>
            <pc:sldMk cId="1360780196" sldId="2726"/>
            <ac:spMk id="2" creationId="{2489E48B-FE4B-6562-1A26-44E9A17E12E7}"/>
          </ac:spMkLst>
        </pc:spChg>
      </pc:sldChg>
      <pc:sldChg chg="del">
        <pc:chgData name="Tarun Mangla" userId="88b13cb7-320d-4618-8f69-c67540fd8b8b" providerId="ADAL" clId="{B1A93881-C5B7-5A3A-8E14-6CE2B5CD3772}" dt="2026-06-08T13:46:14.695" v="267" actId="2696"/>
        <pc:sldMkLst>
          <pc:docMk/>
          <pc:sldMk cId="3411090699" sldId="2726"/>
        </pc:sldMkLst>
      </pc:sldChg>
      <pc:sldChg chg="add del ord">
        <pc:chgData name="Tarun Mangla" userId="88b13cb7-320d-4618-8f69-c67540fd8b8b" providerId="ADAL" clId="{B1A93881-C5B7-5A3A-8E14-6CE2B5CD3772}" dt="2026-06-08T18:47:33.184" v="1859" actId="2696"/>
        <pc:sldMkLst>
          <pc:docMk/>
          <pc:sldMk cId="1712525618" sldId="2727"/>
        </pc:sldMkLst>
      </pc:sldChg>
      <pc:sldChg chg="del">
        <pc:chgData name="Tarun Mangla" userId="88b13cb7-320d-4618-8f69-c67540fd8b8b" providerId="ADAL" clId="{B1A93881-C5B7-5A3A-8E14-6CE2B5CD3772}" dt="2026-06-08T13:46:14.799" v="275" actId="2696"/>
        <pc:sldMkLst>
          <pc:docMk/>
          <pc:sldMk cId="2983654290" sldId="2727"/>
        </pc:sldMkLst>
      </pc:sldChg>
      <pc:sldChg chg="new del">
        <pc:chgData name="Tarun Mangla" userId="88b13cb7-320d-4618-8f69-c67540fd8b8b" providerId="ADAL" clId="{B1A93881-C5B7-5A3A-8E14-6CE2B5CD3772}" dt="2026-06-08T18:47:43.409" v="1860" actId="2696"/>
        <pc:sldMkLst>
          <pc:docMk/>
          <pc:sldMk cId="2118606266" sldId="2728"/>
        </pc:sldMkLst>
      </pc:sldChg>
      <pc:sldChg chg="del">
        <pc:chgData name="Tarun Mangla" userId="88b13cb7-320d-4618-8f69-c67540fd8b8b" providerId="ADAL" clId="{B1A93881-C5B7-5A3A-8E14-6CE2B5CD3772}" dt="2026-06-08T13:46:14.841" v="278" actId="2696"/>
        <pc:sldMkLst>
          <pc:docMk/>
          <pc:sldMk cId="3441779412" sldId="2730"/>
        </pc:sldMkLst>
      </pc:sldChg>
      <pc:sldChg chg="del">
        <pc:chgData name="Tarun Mangla" userId="88b13cb7-320d-4618-8f69-c67540fd8b8b" providerId="ADAL" clId="{B1A93881-C5B7-5A3A-8E14-6CE2B5CD3772}" dt="2026-06-08T13:46:14.511" v="258" actId="2696"/>
        <pc:sldMkLst>
          <pc:docMk/>
          <pc:sldMk cId="3423954677" sldId="2731"/>
        </pc:sldMkLst>
      </pc:sldChg>
      <pc:sldChg chg="del">
        <pc:chgData name="Tarun Mangla" userId="88b13cb7-320d-4618-8f69-c67540fd8b8b" providerId="ADAL" clId="{B1A93881-C5B7-5A3A-8E14-6CE2B5CD3772}" dt="2026-06-08T13:46:14.847" v="279" actId="2696"/>
        <pc:sldMkLst>
          <pc:docMk/>
          <pc:sldMk cId="518204507" sldId="2732"/>
        </pc:sldMkLst>
      </pc:sldChg>
      <pc:sldChg chg="del">
        <pc:chgData name="Tarun Mangla" userId="88b13cb7-320d-4618-8f69-c67540fd8b8b" providerId="ADAL" clId="{B1A93881-C5B7-5A3A-8E14-6CE2B5CD3772}" dt="2026-06-08T13:46:14.714" v="268" actId="2696"/>
        <pc:sldMkLst>
          <pc:docMk/>
          <pc:sldMk cId="86901293" sldId="2733"/>
        </pc:sldMkLst>
      </pc:sldChg>
      <pc:sldChg chg="del">
        <pc:chgData name="Tarun Mangla" userId="88b13cb7-320d-4618-8f69-c67540fd8b8b" providerId="ADAL" clId="{B1A93881-C5B7-5A3A-8E14-6CE2B5CD3772}" dt="2026-06-08T13:46:14.742" v="270" actId="2696"/>
        <pc:sldMkLst>
          <pc:docMk/>
          <pc:sldMk cId="3146701368" sldId="2734"/>
        </pc:sldMkLst>
      </pc:sldChg>
    </pc:docChg>
  </pc:docChgLst>
  <pc:docChgLst>
    <pc:chgData name="Tarun Mangla" userId="88b13cb7-320d-4618-8f69-c67540fd8b8b" providerId="ADAL" clId="{19AB1C34-A1D1-41A2-B59E-C940E8658E55}"/>
    <pc:docChg chg="custSel addSld modSld">
      <pc:chgData name="Tarun Mangla" userId="88b13cb7-320d-4618-8f69-c67540fd8b8b" providerId="ADAL" clId="{19AB1C34-A1D1-41A2-B59E-C940E8658E55}" dt="2026-06-09T04:40:44.444" v="25" actId="478"/>
      <pc:docMkLst>
        <pc:docMk/>
      </pc:docMkLst>
      <pc:sldChg chg="addSp mod">
        <pc:chgData name="Tarun Mangla" userId="88b13cb7-320d-4618-8f69-c67540fd8b8b" providerId="ADAL" clId="{19AB1C34-A1D1-41A2-B59E-C940E8658E55}" dt="2026-06-09T04:40:36.325" v="23" actId="7634"/>
        <pc:sldMkLst>
          <pc:docMk/>
          <pc:sldMk cId="3910256167" sldId="1081"/>
        </pc:sldMkLst>
        <pc:inkChg chg="add">
          <ac:chgData name="Tarun Mangla" userId="88b13cb7-320d-4618-8f69-c67540fd8b8b" providerId="ADAL" clId="{19AB1C34-A1D1-41A2-B59E-C940E8658E55}" dt="2026-06-09T04:40:36.325" v="23" actId="7634"/>
          <ac:inkMkLst>
            <pc:docMk/>
            <pc:sldMk cId="3910256167" sldId="1081"/>
            <ac:inkMk id="4" creationId="{D3E6DA4F-27F5-C637-1692-EBED8357C61D}"/>
          </ac:inkMkLst>
        </pc:inkChg>
      </pc:sldChg>
      <pc:sldChg chg="addSp mod">
        <pc:chgData name="Tarun Mangla" userId="88b13cb7-320d-4618-8f69-c67540fd8b8b" providerId="ADAL" clId="{19AB1C34-A1D1-41A2-B59E-C940E8658E55}" dt="2026-06-09T04:40:36.325" v="23" actId="7634"/>
        <pc:sldMkLst>
          <pc:docMk/>
          <pc:sldMk cId="943649641" sldId="1085"/>
        </pc:sldMkLst>
        <pc:inkChg chg="add">
          <ac:chgData name="Tarun Mangla" userId="88b13cb7-320d-4618-8f69-c67540fd8b8b" providerId="ADAL" clId="{19AB1C34-A1D1-41A2-B59E-C940E8658E55}" dt="2026-06-09T04:40:36.325" v="23" actId="7634"/>
          <ac:inkMkLst>
            <pc:docMk/>
            <pc:sldMk cId="943649641" sldId="1085"/>
            <ac:inkMk id="4" creationId="{292674BA-818C-EA16-1131-4A531775DE9E}"/>
          </ac:inkMkLst>
        </pc:inkChg>
      </pc:sldChg>
      <pc:sldChg chg="addSp mod">
        <pc:chgData name="Tarun Mangla" userId="88b13cb7-320d-4618-8f69-c67540fd8b8b" providerId="ADAL" clId="{19AB1C34-A1D1-41A2-B59E-C940E8658E55}" dt="2026-06-09T04:40:36.325" v="23" actId="7634"/>
        <pc:sldMkLst>
          <pc:docMk/>
          <pc:sldMk cId="157376832" sldId="1086"/>
        </pc:sldMkLst>
        <pc:inkChg chg="add">
          <ac:chgData name="Tarun Mangla" userId="88b13cb7-320d-4618-8f69-c67540fd8b8b" providerId="ADAL" clId="{19AB1C34-A1D1-41A2-B59E-C940E8658E55}" dt="2026-06-09T04:40:36.325" v="23" actId="7634"/>
          <ac:inkMkLst>
            <pc:docMk/>
            <pc:sldMk cId="157376832" sldId="1086"/>
            <ac:inkMk id="4" creationId="{ADA6ABFE-099B-F217-1832-F87DB73F6F94}"/>
          </ac:inkMkLst>
        </pc:inkChg>
      </pc:sldChg>
      <pc:sldChg chg="addSp mod">
        <pc:chgData name="Tarun Mangla" userId="88b13cb7-320d-4618-8f69-c67540fd8b8b" providerId="ADAL" clId="{19AB1C34-A1D1-41A2-B59E-C940E8658E55}" dt="2026-06-09T04:40:36.325" v="23" actId="7634"/>
        <pc:sldMkLst>
          <pc:docMk/>
          <pc:sldMk cId="3915262673" sldId="1384"/>
        </pc:sldMkLst>
        <pc:inkChg chg="add">
          <ac:chgData name="Tarun Mangla" userId="88b13cb7-320d-4618-8f69-c67540fd8b8b" providerId="ADAL" clId="{19AB1C34-A1D1-41A2-B59E-C940E8658E55}" dt="2026-06-09T04:40:36.325" v="23" actId="7634"/>
          <ac:inkMkLst>
            <pc:docMk/>
            <pc:sldMk cId="3915262673" sldId="1384"/>
            <ac:inkMk id="2" creationId="{D5E21A3E-7732-7DD2-C48B-D4CE4B907F29}"/>
          </ac:inkMkLst>
        </pc:inkChg>
      </pc:sldChg>
      <pc:sldChg chg="addSp mod">
        <pc:chgData name="Tarun Mangla" userId="88b13cb7-320d-4618-8f69-c67540fd8b8b" providerId="ADAL" clId="{19AB1C34-A1D1-41A2-B59E-C940E8658E55}" dt="2026-06-09T04:40:36.325" v="23" actId="7634"/>
        <pc:sldMkLst>
          <pc:docMk/>
          <pc:sldMk cId="2064905719" sldId="1390"/>
        </pc:sldMkLst>
        <pc:inkChg chg="add">
          <ac:chgData name="Tarun Mangla" userId="88b13cb7-320d-4618-8f69-c67540fd8b8b" providerId="ADAL" clId="{19AB1C34-A1D1-41A2-B59E-C940E8658E55}" dt="2026-06-09T04:40:36.325" v="23" actId="7634"/>
          <ac:inkMkLst>
            <pc:docMk/>
            <pc:sldMk cId="2064905719" sldId="1390"/>
            <ac:inkMk id="7" creationId="{51E4B6A7-4531-833D-69D1-24A39D4AEE53}"/>
          </ac:inkMkLst>
        </pc:inkChg>
      </pc:sldChg>
      <pc:sldChg chg="addSp mod">
        <pc:chgData name="Tarun Mangla" userId="88b13cb7-320d-4618-8f69-c67540fd8b8b" providerId="ADAL" clId="{19AB1C34-A1D1-41A2-B59E-C940E8658E55}" dt="2026-06-09T04:40:36.325" v="23" actId="7634"/>
        <pc:sldMkLst>
          <pc:docMk/>
          <pc:sldMk cId="3052312630" sldId="1391"/>
        </pc:sldMkLst>
        <pc:inkChg chg="add">
          <ac:chgData name="Tarun Mangla" userId="88b13cb7-320d-4618-8f69-c67540fd8b8b" providerId="ADAL" clId="{19AB1C34-A1D1-41A2-B59E-C940E8658E55}" dt="2026-06-09T04:40:36.325" v="23" actId="7634"/>
          <ac:inkMkLst>
            <pc:docMk/>
            <pc:sldMk cId="3052312630" sldId="1391"/>
            <ac:inkMk id="2" creationId="{11CC5966-E8E1-F1FE-8EA3-88337F2D4093}"/>
          </ac:inkMkLst>
        </pc:inkChg>
      </pc:sldChg>
      <pc:sldChg chg="addSp mod">
        <pc:chgData name="Tarun Mangla" userId="88b13cb7-320d-4618-8f69-c67540fd8b8b" providerId="ADAL" clId="{19AB1C34-A1D1-41A2-B59E-C940E8658E55}" dt="2026-06-09T04:40:36.325" v="23" actId="7634"/>
        <pc:sldMkLst>
          <pc:docMk/>
          <pc:sldMk cId="2082182904" sldId="2559"/>
        </pc:sldMkLst>
        <pc:inkChg chg="add">
          <ac:chgData name="Tarun Mangla" userId="88b13cb7-320d-4618-8f69-c67540fd8b8b" providerId="ADAL" clId="{19AB1C34-A1D1-41A2-B59E-C940E8658E55}" dt="2026-06-09T04:40:36.325" v="23" actId="7634"/>
          <ac:inkMkLst>
            <pc:docMk/>
            <pc:sldMk cId="2082182904" sldId="2559"/>
            <ac:inkMk id="3" creationId="{E849C755-AFCC-045D-B09C-E60F5482A44E}"/>
          </ac:inkMkLst>
        </pc:inkChg>
      </pc:sldChg>
      <pc:sldChg chg="addSp modSp mod">
        <pc:chgData name="Tarun Mangla" userId="88b13cb7-320d-4618-8f69-c67540fd8b8b" providerId="ADAL" clId="{19AB1C34-A1D1-41A2-B59E-C940E8658E55}" dt="2026-06-09T04:40:36.325" v="23" actId="7634"/>
        <pc:sldMkLst>
          <pc:docMk/>
          <pc:sldMk cId="861557325" sldId="2710"/>
        </pc:sldMkLst>
        <pc:spChg chg="mod">
          <ac:chgData name="Tarun Mangla" userId="88b13cb7-320d-4618-8f69-c67540fd8b8b" providerId="ADAL" clId="{19AB1C34-A1D1-41A2-B59E-C940E8658E55}" dt="2026-06-09T03:31:18.582" v="22" actId="20577"/>
          <ac:spMkLst>
            <pc:docMk/>
            <pc:sldMk cId="861557325" sldId="2710"/>
            <ac:spMk id="2" creationId="{DC51DC51-B357-6C57-B475-8C584FC2286D}"/>
          </ac:spMkLst>
        </pc:spChg>
        <pc:inkChg chg="add">
          <ac:chgData name="Tarun Mangla" userId="88b13cb7-320d-4618-8f69-c67540fd8b8b" providerId="ADAL" clId="{19AB1C34-A1D1-41A2-B59E-C940E8658E55}" dt="2026-06-09T04:40:36.325" v="23" actId="7634"/>
          <ac:inkMkLst>
            <pc:docMk/>
            <pc:sldMk cId="861557325" sldId="2710"/>
            <ac:inkMk id="3" creationId="{7F151EBD-ECB2-34B0-0051-652A3CFA699D}"/>
          </ac:inkMkLst>
        </pc:inkChg>
      </pc:sldChg>
      <pc:sldChg chg="addSp mod">
        <pc:chgData name="Tarun Mangla" userId="88b13cb7-320d-4618-8f69-c67540fd8b8b" providerId="ADAL" clId="{19AB1C34-A1D1-41A2-B59E-C940E8658E55}" dt="2026-06-09T04:40:36.325" v="23" actId="7634"/>
        <pc:sldMkLst>
          <pc:docMk/>
          <pc:sldMk cId="3136927203" sldId="2713"/>
        </pc:sldMkLst>
        <pc:inkChg chg="add">
          <ac:chgData name="Tarun Mangla" userId="88b13cb7-320d-4618-8f69-c67540fd8b8b" providerId="ADAL" clId="{19AB1C34-A1D1-41A2-B59E-C940E8658E55}" dt="2026-06-09T04:40:36.325" v="23" actId="7634"/>
          <ac:inkMkLst>
            <pc:docMk/>
            <pc:sldMk cId="3136927203" sldId="2713"/>
            <ac:inkMk id="2" creationId="{DDEDC609-CC31-09A7-B5E5-EFADC8CBA4ED}"/>
          </ac:inkMkLst>
        </pc:inkChg>
      </pc:sldChg>
      <pc:sldChg chg="addSp mod">
        <pc:chgData name="Tarun Mangla" userId="88b13cb7-320d-4618-8f69-c67540fd8b8b" providerId="ADAL" clId="{19AB1C34-A1D1-41A2-B59E-C940E8658E55}" dt="2026-06-09T04:40:36.325" v="23" actId="7634"/>
        <pc:sldMkLst>
          <pc:docMk/>
          <pc:sldMk cId="2732153053" sldId="2715"/>
        </pc:sldMkLst>
        <pc:inkChg chg="add">
          <ac:chgData name="Tarun Mangla" userId="88b13cb7-320d-4618-8f69-c67540fd8b8b" providerId="ADAL" clId="{19AB1C34-A1D1-41A2-B59E-C940E8658E55}" dt="2026-06-09T04:40:36.325" v="23" actId="7634"/>
          <ac:inkMkLst>
            <pc:docMk/>
            <pc:sldMk cId="2732153053" sldId="2715"/>
            <ac:inkMk id="4" creationId="{F77B9AF0-8227-5487-479A-2660999FB79B}"/>
          </ac:inkMkLst>
        </pc:inkChg>
      </pc:sldChg>
      <pc:sldChg chg="addSp mod">
        <pc:chgData name="Tarun Mangla" userId="88b13cb7-320d-4618-8f69-c67540fd8b8b" providerId="ADAL" clId="{19AB1C34-A1D1-41A2-B59E-C940E8658E55}" dt="2026-06-09T04:40:36.325" v="23" actId="7634"/>
        <pc:sldMkLst>
          <pc:docMk/>
          <pc:sldMk cId="823374384" sldId="2716"/>
        </pc:sldMkLst>
        <pc:inkChg chg="add">
          <ac:chgData name="Tarun Mangla" userId="88b13cb7-320d-4618-8f69-c67540fd8b8b" providerId="ADAL" clId="{19AB1C34-A1D1-41A2-B59E-C940E8658E55}" dt="2026-06-09T04:40:36.325" v="23" actId="7634"/>
          <ac:inkMkLst>
            <pc:docMk/>
            <pc:sldMk cId="823374384" sldId="2716"/>
            <ac:inkMk id="2" creationId="{B5EDF73E-15D7-2440-DECC-7FF44F798235}"/>
          </ac:inkMkLst>
        </pc:inkChg>
      </pc:sldChg>
      <pc:sldChg chg="addSp mod">
        <pc:chgData name="Tarun Mangla" userId="88b13cb7-320d-4618-8f69-c67540fd8b8b" providerId="ADAL" clId="{19AB1C34-A1D1-41A2-B59E-C940E8658E55}" dt="2026-06-09T04:40:36.325" v="23" actId="7634"/>
        <pc:sldMkLst>
          <pc:docMk/>
          <pc:sldMk cId="1473551198" sldId="2717"/>
        </pc:sldMkLst>
        <pc:inkChg chg="add">
          <ac:chgData name="Tarun Mangla" userId="88b13cb7-320d-4618-8f69-c67540fd8b8b" providerId="ADAL" clId="{19AB1C34-A1D1-41A2-B59E-C940E8658E55}" dt="2026-06-09T04:40:36.325" v="23" actId="7634"/>
          <ac:inkMkLst>
            <pc:docMk/>
            <pc:sldMk cId="1473551198" sldId="2717"/>
            <ac:inkMk id="203" creationId="{338B56FF-5356-799F-B1EB-F38836259C46}"/>
          </ac:inkMkLst>
        </pc:inkChg>
      </pc:sldChg>
      <pc:sldChg chg="addSp mod">
        <pc:chgData name="Tarun Mangla" userId="88b13cb7-320d-4618-8f69-c67540fd8b8b" providerId="ADAL" clId="{19AB1C34-A1D1-41A2-B59E-C940E8658E55}" dt="2026-06-09T04:40:36.325" v="23" actId="7634"/>
        <pc:sldMkLst>
          <pc:docMk/>
          <pc:sldMk cId="2905502233" sldId="2718"/>
        </pc:sldMkLst>
        <pc:inkChg chg="add">
          <ac:chgData name="Tarun Mangla" userId="88b13cb7-320d-4618-8f69-c67540fd8b8b" providerId="ADAL" clId="{19AB1C34-A1D1-41A2-B59E-C940E8658E55}" dt="2026-06-09T04:40:36.325" v="23" actId="7634"/>
          <ac:inkMkLst>
            <pc:docMk/>
            <pc:sldMk cId="2905502233" sldId="2718"/>
            <ac:inkMk id="3" creationId="{5252C02B-1CD8-CB01-5BE3-658CEA6B6361}"/>
          </ac:inkMkLst>
        </pc:inkChg>
      </pc:sldChg>
      <pc:sldChg chg="delSp add mod">
        <pc:chgData name="Tarun Mangla" userId="88b13cb7-320d-4618-8f69-c67540fd8b8b" providerId="ADAL" clId="{19AB1C34-A1D1-41A2-B59E-C940E8658E55}" dt="2026-06-09T04:40:44.444" v="25" actId="478"/>
        <pc:sldMkLst>
          <pc:docMk/>
          <pc:sldMk cId="2102208451" sldId="2726"/>
        </pc:sldMkLst>
        <pc:inkChg chg="del">
          <ac:chgData name="Tarun Mangla" userId="88b13cb7-320d-4618-8f69-c67540fd8b8b" providerId="ADAL" clId="{19AB1C34-A1D1-41A2-B59E-C940E8658E55}" dt="2026-06-09T04:40:44.444" v="25" actId="478"/>
          <ac:inkMkLst>
            <pc:docMk/>
            <pc:sldMk cId="2102208451" sldId="2726"/>
            <ac:inkMk id="3" creationId="{5252C02B-1CD8-CB01-5BE3-658CEA6B6361}"/>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6/9/26</a:t>
            </a:fld>
            <a:endParaRPr lang="en-US"/>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2503 3853 8348,'6'-8'-545,"-4"1"1,9 6-55,-7-4 0,1 2 599,-5-7 0,0 7 0,0-3 0,0 6 0,0 0 0,-6 0 0,4 6 2,-4 2 1,6 6 0,-2 1 0,-1-1 81,-2 0 1,1 5-41,4 0-39,0 0 1,0 0 0,0 1-1,0 3 1,0 0-123,0-1 1,0 5 152,0-3-64,0-4 1,0 6 0,0-6 0,0 1 0,0 1-5,0 0 0,0-5 40,0 2-5,0-3 1,0-2 0,0 1 0,0-1 43,0 0 1,1-5 11,4 1 1,-3-1 74,2 6-98,4-7 139,-6-2 0,6-6 0,-3 0 590,4 0-366,-3 0-57,1 0 1,-1 0 102,3 0-676,4 0 186,-5 0 0,5-5-574,-4 0 0,-1-1 235,1 1-7,-5 4 1,4-6 390,-4 7 0,-2 0 0,4 0 0,-25-12 0,-4-4 0</inkml:trace>
  <inkml:trace contextRef="#ctx0" brushRef="#br0">2560 3995 8274,'-15'0'-225,"3"-2"0,1-1 0,1-2 0,1 1 225,1-3 0,-3 4 0,6-6 0,2-2 0,0-2 0,-2-1 0,3 0 0,-1-2 0,5-2 0,3-1 0,10-4 0,1 2 0,5 1 0,4-1 0,3 2 0,6 5 0,-3 0 0,6-1 0,-3 3 0,-2 2 0,-2-1 0,-2 7 0,-1-1 0,-3 5 0,-5 1 0,-3 4 0,-2 3 0,0 6-121,-6 0 0,3 2 0,-6 2 1,-4 2-1,-4 1-329,-6-1 1,-4 4 406,-1-5 38,-7 6 1,-1-7 0,-6 4 0,-2-2 0,-2-2-17,-1-3 0,-2 0-5,2-1 25,3 0 1,-5-6 0,8-2 0,4-1 0,4 0 0,3-2 0,8-2 0,2-1 0,7 0 0,6 0 0,5 0 0,6 0 0,7 0 0,-1 0 63,3 0 0,-1 0 0,0 0 0,-4 2 0,-2 1 184,-2 2 0,-3 4-187,0-4 38,-1 6 0,0-3 1,-1 6-1,-2 1 1,-3-1 87,-2 0 0,4 5-107,-6 0-55,1 0 0,-5 0 0,0 0 0,0-2 0,2-1-143,2-2 1,-2 0-414,3 1 226,3-1 1,-5-5 305,6 1 0,-4-7 0,4 2 0,-5-4 0,7-7 0,-7-4 0,1-2 0,0-2 0,0-1 0,4-4 0,-4 0-65,6 0 0,-10 5 0,6 0 1,-3 0 855,1 0-580,0-1-382,-5 8 1,0-3 229,0 10 1,2 3 297,2 11-318,-2 1 0,4-1 1,-6 0-1,2 2 0,1 1-24,2 2 1,1 0-430,-1-5 362,3 1 0,6-6 0,0-1 1,2 0-1,1-2-184,2 0 0,2-1 206,-2-5 13,-4-6 1,12-2-1,-5-8 1,1-1-1,-4-4 356,-4-1 0,-7-2-143,-3-4-83,-3 6 0,-2-5 0,0 5 1,-2 0-1,-3 3 47,-4 3 1,-5 3-373,-5 4 146,3 3 0,-5 6 0,5 0 1,-1 0-1,-4 1-258,-1 4 0,5 8 197,-2 6 117,3 0 0,7-4 1,1 3-1,2 1 1,2-2-102,3-1 1,1-2 110,0 0 0,0-6 0,6 3 0,4-4 0,4-1 0,5 0 0,4-3 0,4-1 0,2-2 0,-1-6 0,-1-2 0,-2-7 0,-3 1 0,-1 0 0,-4 0 0,-1 4 0,-2 1 44,-6-1 0,3-4 492,-6 0-805,0 6 263,-5 2 1,0 7 0,0 4 0,0 5 0,0 2 249,0 2 0,0 1-216,0-1 93,0 6 0,0-4 1,0 3-1,1-3 0,4-3-431,5-4 1,7 2-206,2-6 431,6 6 1,-3-10 0,7 4-1,-1-3 1,-1-4 83,-3-3 0,-2-2 0,-3-8 0,-3 1 0,-1-2 0,-7-1 0,0 0 0,-1 2 0,-1 4 0,-1 7 170,-5-6 456,0 7-445,0-3 137,-7 6-132,6 6 0,-10 2 0,6 6-133,2 0 0,1 0-574,2 1 336,0-7 1,6 3 0,6-7 0,3 0 0,6-3-217,1-1 1,2 0 400,4 0 0,1-6 0,-3-2 0,0-8 0,-3-3 0,1-5 0,-2-2 0,-3-4 0,-9-4 0,-4-2 0,-6-7 0,0-1 0,0 0 0,-2 0 0,-2 3 0,0 9 0,-5 4 54,6 6 1,-5 14 71,3 3 0,4 11-462,-4 8 469,3 1 0,2 12 1,0-4-1,-1 4 1,-2 2 781,-2-1 0,0 0-297,5 1-478,0-1 0,0 1 0,0-1 0,0 1 0,0-1-198,0 0 0,0-4-679,0 0 597,0-7 0,6 7 0,4-8 0,3-4 1,2 1-378,4 0 0,-1-6-110,5-2 506,1-3 1,0-4 0,-2-3 0,-2-4 0,-2-4 120,-2-1 0,-2-5-38,0 0 58,0-6 1,-4 4 0,-2-2-1,-2 4 1,-3 3 761,-1 2-525,4 0 458,-4 6-663,4 1 1,-8 9-49,-2 3 203,2-4 1,-4 12-1,6-4 1,0 4 0,0 1-223,0 0-281,6 1 143,8-1 1,2 0 0,5-1 0,-3-4-1,3-4-507,1-4 1,2-1 159,4 0 500,1 0 0,-2-1 0,-4-4 0,-2-3 0,-2-1 0,0-1 0,-5 2 0,-5-1 0,-5 3 13,2-1 1,-6 7 15,0 0 283,0 7 0,-2 5 0,-1-1 0,-2-1 1,1 1 1547,-3 1-1125,6 3-1449,-6-1 1,3-5-715,-1 1 1067,0-7 227,12 3 0,0-12 0,8-3 0,0-6 0,3-2 134,1-2 0,5-5 0,-6 5 0,1 0 0,-3 5 0,2 2 0,1 1 0,-2 3 11,-1 1 0,-2 3 375,0 4-260,0 0 1,-1 6-1,-2 3 1,-3 4 0,0 1 532,0 0 0,-5 1-289,2-1-380,3 0 0,-7 0 0,4 0 0,-2-1-950,2-3 78,-4-4 724,12-6 0,-5 0 0,6 0 0,2-2 1,3-4 157,5-8 0,1 0 0,-1-5 0,2-3 0,-3 6 0,5-3 0,-1 3 0,-2 3 0,-1 4 0,-7-2 0,2 6 14,-3 0 1,-2 5-1,0 0 771,1 0-392,-8 0-64,0 0 1,-7 2 484,0 3-536,0-4-582,0 6 0,-2-7-17,-3 0-85,4 0 301,-12 0 1,10 0-1,-8 0 1,-3 0-1,-4 1 15,1 4 1,0 3 330,-2 6-236,3 0 0,-5-1 0,7-2 0,2-2 0,0 2-163,3 2 0,6 1 28,-2 0 40,-3-6 1,7 5 0,-3-5 0,8 0 0,5-2-74,4 0 1,6-4 49,0 3 95,6-4 0,-5-7 0,4-2 0,-5-3 1,-3-2 128,-2-2 1,0-3 224,1 4-196,-1 0 0,-5 0 0,-1-1 0,-2 1 442,-2 0-1076,-3 6 436,-1 2 1,-6 18-1,-2 6 1,-1 4 461,-1 2 0,1 4-9,-6 5-316,7 0 0,-3 2 1,7 1-1,0 2 0,3 0 47,1 2 1,-5-1 106,0-1-364,1-3 0,4-7 0,0 1 0,0-1 0,0-1-136,0-3 1,0-4-40,0-6 268,-7 1 0,4-7 0,-6-4 0,-2-2 285,-2-2 0,-6-6 536,0-4-577,0-2 1,5-4 0,1-3 0,4-5 0,3-3 351,-1-1 0,6-1-437,-4 1-197,10 6 0,3-5 1,7 5-1,3-2 0,2 2-365,2 1 1,2-2 131,4 4 118,1 0 0,-5 5 1,-2 1-1,-2 2 0,-2 3-1956,-3 2 2147,0 1 0,-1-1 0,-63-9 0,-16-7 0</inkml:trace>
  <inkml:trace contextRef="#ctx0" brushRef="#br0">4422 3966 8212,'-8'-22'-1549,"-3"0"1239,6 3 1,-1 5 309,1 0 0,2 0 0,-6 6 0,-2 0 0,-2 3 0,-64 10 0,30-1 0,0 0 0</inkml:trace>
  <inkml:trace contextRef="#ctx0" brushRef="#br0">3797 3981 6741,'15'0'317,"4"0"0,11-2-432,13-3 1,11 2 0,7-5 0,-1 0-270,-1 0 0,-9 4 384,-2-6 0,-23 1 0,-6-5 0</inkml:trace>
  <inkml:trace contextRef="#ctx0" brushRef="#br0">6327 4052 8060,'-8'-10'-329,"2"1"0,1-2 0,-1-2 374,-2-1 1,5 4 0,-3 2 1797,-1 2-1236,6 1-538,-6 5 1,7 2 0,0 3 448,0 4-476,0 4 0,2 1 0,1 0 1,2 0-1,-2 1-186,-1-1 1,-1 0 11,4 0-388,-3-6 0,4 5 1,-6-4-1066,0 4 1566,0 1-109,6-6 1,-3-2 0,7-6-1,1-1-1,2-4 0,7-3 444,4-6-158,3 0 0,1 0 1,1-1-1,-1 3 0,-1 1 558,-4 1 1,3 7-223,-7-2-427,0 4 1,-5 1 0,0 0-1,-1 1 136,-4 4-11,-2 3-272,-7 6 0,0 0 1,0 1-1243,0-1 455,0-6 435,-7-2 1,6-8 432,-4-2 0,14-4 0,6-6-51,2-1 0,4 1 0,1 0 1,1 0-1,1 1 80,1 4 0,-4-2 342,-2 6-59,3 0 1,-6 7-1,3 2 1,-5 6 553,-5 2 1,2 7-183,-6 0-591,0 0 0,-5-4 1,0-1-1,0 0 0,0 0-261,0 0 1,0-4 125,0-1-733,0-5 0,-2 2 0,-2-6 1,-6 0 774,-3 0 0,-21-40 0,-9-21 0,-4-2 0,1-1 0</inkml:trace>
  <inkml:trace contextRef="#ctx0" brushRef="#br0">6484 3710 8182,'0'-9'1243,"0"0"-1025,0 5-1011,0-8-497,0 10 0,1-9 1290,4 6 0,41 26 0,15 10 0</inkml:trace>
  <inkml:trace contextRef="#ctx0" brushRef="#br0">8033 4165 6060,'10'-14'163,"-1"0"0,1 0 175,-2 0-211,11-7 1,-10 4 0,12-9 0,-1-2 0,2-4 0,2-1 0,0-2-4,1-2 0,-4-3-94,-2 2 1,-5-1-1,-3 4 1,-3 0-95,-2 0 0,-3 9-20,-8 7 0,-2 4 1,-9 4-1,-2 3-66,-1 2 103,-6 1 1,8 12 0,-7 4-1,-1 4 1,0 6 1,1 1 0,-1 3 17,6 9 133,0 2 0,4 2 0,3 0 0,1 1 0,3 1 304,2-2 1,1 1-25,5-6-498,6 7 1,2-15-1,8 2 1,3-5-1,6-5-315,7-1 0,2-8-213,4-3 503,3-4 1,-9-2 0,4-4 0,-1-6 0,-5-5 137,-5-3 0,1-6 0,-7 1 0,0-3 0,0-6 0,-1 0 0,0 3 0,-2 3 167,-2 4 0,0 7 154,0 2-219,-6-1 0,5 14 0,-5-2-9,0 6 1,-2 0 26,-6 6-90,6 1 0,-4-1 0,3 1-152,-4 1 0,-1-3 166,0 1-131,0-6 368,0 4 0,-1-7-324,-4 0 50,-3 0 0,-2 0 0,1 1 0,-2 2 0,-2 4 12,-1 1 0,-5-4-64,0 6 46,0-1 0,7 6 0,1-1 0,1 0 0,-1 2-93,-2 3 1,5-3-371,4 3 373,2-4 0,2 0 0,0-1 0,2-2 0,2-1-117,6-1 0,3-7 88,1 2 84,6-4 1,-2-1 0,4-1 0,0-4 0,-2-4 57,1-4 0,-2-6-142,-5 0 347,-6-6 1,3 9 0,-6-5-1,-2 3 1,-1-1 943,-2 1-695,0 2-214,0 2 1,-2 6-469,-3 4 1,4 8-50,-4 6 273,3 2 0,2 3 1,0-1-1,0 2 1,0 1-204,0 2 0,7 0 37,2-5 0,4-1 41,1-4 0,7 2 0,1-6 1,1-2-313,1-1 1,-5-2-109,5 0 455,-7 0 1,4-7 0,-7-2 0,0-4-1,-1-1 70,-4 0 0,-1 0 535,-3-1-218,-4 8 1,6-1 645,-7 3-959,0 3 197,0-4 1,0 8-1,0 2 1,1 4 81,4 0 0,-2 5-469,7-4 25,-1-2 1,7 4 0,1-7 0,2 1 0,-1 0-1069,-3 0 1037,6-1 0,-5-4 0,4-1-80,1-4 1,-10-3 271,3-6 0,-3 0 0,2-2 0,-4-1 0,-4-2 68,-3 0 0,-2 9 0,0 1 0,-2-1 411,-3 2 1,2 2 87,-6 6-400,-1 6 1,1 7 0,-1 7 0,1 3-1,1 2 414,3 2 1,4 1 141,1 1-575,0 5 1,0-4 0,0 3 0,0-3 0,0-1-33,0-1 1,0-4-155,0 0-16,6-7 1,-5 4 0,4-7 0,-5 0-136,-5 0 0,2-6 42,-6-3 45,-1-3 0,-5-2 1,-3 0-1,-1-2 1,0-3-280,-1-4 0,4-4 523,-3-1-205,3 0 0,7 3 1,1-2-1,1-3 1,4 0-219,2 1 0,9 0-153,6 1 283,6 0 0,9 0 1,1-1-1,3 1 1,5 0-185,3 0 0,2-2-110,-1-3 391,7 3 1,-6-4-1,1 4 1,-6-1 0,-5-2-66,-6 1 1,-2 2 118,-10 2 125,-4 6 1,-11-4 0,0 2 0,-2-1 82,-3 2 1,-3-2-46,-6 6 83,6 0 1,-4 5 0,2 0 0,-2 2 0,-3 2 120,1 6 1,0 3 51,0 1-295,-1 0 0,3 2 1,1 1-1,3 4 1,0-1 106,0 1 1,5-1 0,-2-1-242,4-3 1,2 5 0,4-7 0,6 0 0,6-1-154,7-4 0,5 2-52,4-6 43,-3 0 1,6-7-1,-4-3 1,1-6 0,-3-4-395,-5-4 1,0-7 261,-6 3 372,0 2 1,-6-6 0,-4 5 0,-2 0-1,-3 3-70,1 3 631,0 2-482,-5 6 0,-2 2 0,-2 7-240,-6 4 0,2 3 613,-1 6-353,6 0 0,-8 2 0,6 2 1,0 1-1,0-2 165,1-1 1,-1-2-177,5 0-74,0-6 1,0 5 0,0-4 39,0 4-67,0-5 531,0-2 1,0-8-119,0-2 0,6-4-611,4-6 116,-4-7 0,7 4 1,-4-7-1,4 0 0,1 1-265,0-1 1,0 5-361,1-5 347,-1 13 1,0-8 0,0 11-1,0-1-886,1-1 1,-6 7-604,1-1 1641,-7 8 0,3-1 0,-6 7 0,0 1 153,0 2 0,-25 20 0,-7 5 0</inkml:trace>
  <inkml:trace contextRef="#ctx0" brushRef="#br0">10450 3938 8135,'0'-14'-341,"-1"1"1,-2 2 0,-4 2 0,0-2 0,-3-2 340,2-1 329,-4 6 1,10-5 0,-4 5-1,1-1 485,0-1 1,7 7-784,7-2 1,5 4 0,4 1 0,2 0-55,2 0 0,-4 0 0,2 0 0,-1 1-92,0 4 1,0-2-303,-5 7 1,-4-6 249,-1 6 0,-4-1 0,3 7 0,-2 2-21,-2 1 0,-9 1 531,-5-1-240,-2 3 1,-9 7-1,-3-3 1,-2 0-1,-3-3 153,1 3 1,1-1-219,3-1-62,4-4 1,5-7 0,3-2-22,2-2 0,7-5 110,13 0 343,5-2 0,19-4 1,0-1-1,3-3 0,1-1 576,-2 1 0,-1-3-290,-7 4-439,-6-6 1,-1 9-1,-9-4 1,-1 1 736,-1 1-979,-7-1-100,3 5 1,-7 0-2351,-4 0 1470,3 0-753,-10 0 0,9 0 525,-7 0 1,5 5 1194,-4-1 0,-57-5 0,23-3 0,0 0 0</inkml:trace>
  <inkml:trace contextRef="#ctx0" brushRef="#br0">3128 5317 7915,'0'-10'-1078,"0"1"2348,0-2-590,0 5 0,0-2 0,0 3 1,2-3 1867,3 0-2321,-4 2-4,6 6 0,-7 1 1,0 4 25,0 5 1,0 2-48,0 3 1,-5 0-252,0 4 0,0-3 0,5 5 0,0-2 26,0 0 1,-4 6 90,-1-2-140,0-2 0,5 4 0,0-4 0,0 1 1,0 3-283,0 2 1,0-3 123,0-1 1,0-4 131,0 5 0,0-7 1,0 2-1,0-3-13,0-2 0,0-4 24,0-1 97,0-5 0,2 3 0,2-3 353,6 0 0,9 1-205,5-5 1,4-5 0,4-1 0,4 0 200,5-1 1,-1 3-410,7 4 90,-9-7 1,1 6 0,-4-4-1,-2 3 1,-1 2-138,-5 0 1,-8 0-308,0 0-314,-10 0 516,4 0 0,-12-1 37,4-4 98,-3 4 1,-4-11-1,-1 6 1,-2-2 0,0-3-50,-1-1 1,3 2 25,-7 1 83,7-1 1,-9-3 0,4 2-1,-2 2 1,2-2 104,2-2 1,0 4 497,1-1-212,3 7 1,-5-8 532,2 6-1108,3-6 64,-4 10 1,7-6-77,4 7 1,-2 7 74,7 2 193,-1 4 0,1 1 0,-1 0 0,2 0 0,0 1 121,-1-1 1,1 5-56,-6 0-130,6 0 0,-10-3 0,4 1 0,-3 2 1,-2-2 71,0-1 1,0-2-153,0 1-16,0-8 1,-7 6 0,-2-3 0,-5 2 0,-4 1-465,-1-4 0,-4 2-1385,4-6 1390,-7 6 0,9-3 0,-5 5 0,1-2 554,4-2 0,1-12 0,2 1 0</inkml:trace>
  <inkml:trace contextRef="#ctx0" brushRef="#br0">4593 5530 7854,'-2'-8'126,"-1"2"0,-3 1 0,-1-1 1170,1-2-435,1 5 1,5-5 810,0 3-1570,0 4 1,0-4 0,0 10-142,0 4 0,0-1-20,0 1 1,0 6 26,0 4 1,0 1 0,0-2 0,0 2 25,0 2 0,0 0-58,0 2 64,-6 3 0,4-10 0,-2 5 0,2-1 0,1-4-252,-4-1 1,3-2-515,-3 1-321,4-1 0,1-5-1814,0 1 2901,0-7 0,25-28 0,7-15 0</inkml:trace>
  <inkml:trace contextRef="#ctx0" brushRef="#br0">4507 5530 7854,'8'0'3050,"-1"0"-1637,-1-6-217,-4 4-876,4-10-517,-6 10 39,6-4 124,2 12 1,2-3-1,-1 7 1,2 1 0,2 1-261,1 3 1,0-1-56,0 0 252,1-6 1,-1 5-1,-2-4 0,0 2 1,-3 0-319,2-1 343,2-7 41,1 3 0,0-6 0,-1-1 1,-2-4-1,-2-5-190,2-2 1,2-4 21,1-3 198,7-3 1,-5-5-1,4 2 1,-1 3-1,0 1 81,-2 4 1,4 1-142,-2 2 340,-6-1-231,-1 8 265,-10 0-170,4 14 1,-6 5 0,0 9 0,0-1 0,-1 2 549,-4 0 0,3 1 124,-3 0-658,-2 4 0,5-5 1,-3 7-1,4-2 0,1-2 130,0-1 1,-5-2-43,0 1-227,0-2 1,5-7 0,0 0 0,0 1-253,0-1 0,0-5 51,0 1-786,0-7-1612,0 3 2162,0-18 1,0 7 416,0-9 0,26-42 0,5-13 0</inkml:trace>
  <inkml:trace contextRef="#ctx0" brushRef="#br0">5403 5473 7910,'10'-4'-68,"-2"-3"1,-2-1-68,-3-3 1155,-1 5 1,-2-2 1251,0 3-1881,0 4 1,0-4-213,0 10 1,-2 3 0,-1 6 0,-3 0 74,-2 0 1,0 7 99,-2 3-361,-2-4 1,4 7-1,-5-5 1,2 2 0,2-1 36,-2 3 0,-1-4 100,3 2-348,-4-7 0,10 3 0,-5-5 1,0-1-1720,0 0 1451,5 0 355,-3-6 0,6-3 1,0-10-1,2-4 1,1-5-402,1-5 1,8-4-284,-3-5 665,4-7 1,2 0 0,3-4 0,1 1-1,-2 2 165,-1 4 1,-3 1 668,-4 12-403,4 0 0,-5 6 318,6 4 0,-5 5-86,1 14-188,-7-1 1,5 13-1,-5-3 1,2 5 0,-1 3 634,3 1 0,-4 1-512,6-1-295,-5 1 0,7-1 0,-7 1 1,1-1-1,0-1 15,0-3 1,4 1-72,-4-6-116,0 0 0,-4-5-782,4 0-753,-4-6 236,6-2 1,-7-7-739,0-4 0,-5-8 1101,0-6 955,-6 1 0,-12-15 0,-6-6 0,-6-3 0,1-1 0</inkml:trace>
  <inkml:trace contextRef="#ctx0" brushRef="#br0">5318 5687 7910,'-14'4'1515,"-1"1"-513,8 0-433,-6-5-308,11 0 1,-2 0 0,8 0 203,6 0 1,2 0-61,3 0-470,5-7 1,2 4 0,7-5 0,-1 2 0,1 1-1333,-1-1 1,-1 3 585,-3-7-96,-4 7 1,-1-5 906,0 4 0,-6-11 0,-7-7 0</inkml:trace>
  <inkml:trace contextRef="#ctx0" brushRef="#br0">5958 5473 10850,'0'-8'1281,"0"-4"1,-7 10-1222,-2-3 0,-4 4 0,-1 1 0,-2 0-127,-3 0 0,2 6 0,-7 4 0,-1 2-97,-2 3 0,-1 5 174,-1 4 1,1 3-328,-1 1 0,7 2 1,5 2-1,6 1 263,6-2 0,3-1 83,2-1 0,13-7 0,6-3 0,6-5 116,4-4 0,1-2 330,3-4-337,-3-2 0,5 4 1,-7-7-1,-1-4 1,-3-3 169,-5 0 0,-8-3-106,-2 6-829,-6-6-837,4 10 1,-9-6 277,-3 7 233,-3 0 0,-6 0 953,0 0 0,-23 8 0,-10 3 0,-3 1 0,-1 0 0</inkml:trace>
  <inkml:trace contextRef="#ctx0" brushRef="#br0">6782 5630 7788,'13'-7'-728,"-4"-2"1,-2-4 1602,-7-1 1,0 5 0,-2 1 0,-1 0 444,-2 0 0,-4 3-1031,4-4 1,-4 4-1,2-3 1,-1 2-1,-3 3-14,-1 1-362,-3 2 1,4 0 0,-1 2 0,-4 2 0,0 6-487,0 2 1,2 3 381,0-1 1,1 5 0,2 0-1,3 0-358,2 1 0,0-4-6,1 3 338,3-3 1,-2-2 0,8-1 0,6-4 0,4-4-380,5-4 1,-2-1 273,7 0 318,0-6 1,-1-2 0,0-6 0,-3 0 0,-2 0 430,-3-1 0,0-4-261,-1 0 413,0 0 0,-6 5 0,-2 0 616,0 0-1167,-4 0 15,4 6 0,-6 3 0,-1 10 1,-2 4-1,-2 4-77,2 1 0,-4 0-104,3 0 52,-1 1 0,5-1 0,0 0 1,0 0-909,0 1 608,6-8 213,8 6 1,4-11 0,4 1 0,0-6 0,0-7-234,3-2 1,2-7 117,2 0 404,-1-7 1,1 11 0,-1-4 0,1 3-1,-1 2 386,0-1 1,-1 3-58,-3 2-219,-4 4 0,-5 6 0,-1 0 356,0 0-650,-6 6-26,-2 2 1,-1 2 0,0-1-298,-2 2 58,-1-4 202,-2-1 1,-2-6-103,-3 0 166,4 0 58,-6 0 1,1-2-1,-3-1 152,-4-2 0,-1 1 11,-1 4-141,1 0 1,0 0 0,0 1 0,1 4 0,2 3 63,2 0 0,-1 4-48,-4-2-15,6 2 0,-3 3 0,6-1 0,2 0 1,2 0-95,1 1-212,0-1 233,0 0 1,7-5 0,6-1 0,4-1 0,2-4-340,2-2 1,-4-7 68,7-3 237,0-4 1,-2-3 0,-3-3 0,-3-4 0,-4-4 21,-2-2 0,1-1 22,-7-3 4,8 3 0,-11-9 0,4 5 0,-4 3 1,-1 2 214,0 6 0,0 2 1244,0 7-1173,0 6 0,-1 2 0,-2 7 1,-2 4-1,0 5-267,-1 2 0,3 9 405,-7 2-263,7 4 1,-8 2 0,6-1 0,2-1 0,2-2-197,1-1 1,0-2-137,0 2 55,0-4 0,1-6 0,4 1 0,4-3 0,6-2-481,4-5 1,3-4 274,6-1 212,1 0 1,5-6 0,3-4 0,-1-2 0,-1-4 26,-1-3 0,-4 3-141,4-3 447,-4 3 0,-3 7 0,-4 1 0,-4 2 1,-3 3 641,-2 1-563,0-4-111,-6 4 1,-1-3-147,-7 10 11,0-3-91,0 4-13,0-6 0,-2 0 74,-3 0-88,4 0 0,-7 0 0,3 0 0,-4 0-205,-4 0 460,-1 0-116,-7 6 1,5-3 0,-3 7-1,2 1 1,0 2-22,-2 1 1,0 0 73,5 0-101,-1 0 1,1 1 0,0-1 0,1 2-81,4 3 0,2-4-27,7 4 93,0-3 0,8-8 1,7-3-1,7-4 1,6-2-168,5-4 1,-3-3 110,4-6 53,-4-7 0,-2 4 0,0-7 1,-1-1-1,-3-3 53,-5-5 1,-5 1-81,-4-6 69,-4 0 1,-6-5-1,0 2 1,-2 3-1,-2 5 205,-6 3 0,2 8 563,-1 3-542,-1 10 0,1 2 1,1 11-94,2 5 1,1 2 276,5 13-309,0 0 0,0 6 0,0 3 0,0 3 0,0 0 340,0-2 0,5-3-329,-1 2-150,1-3 0,0 3 0,1-7 0,0-4 0,2-2-330,0-2 1,2-2 180,4-2 10,0-6 0,5-2 0,2-8 0,-1-2 0,2-7-193,0-7 1,-3 1 117,5-7 290,0 0 1,-1-2-1,0 0 1,-3 3 0,-3-1 65,-1 2 1,-8 6 410,-3 7-22,-3-1-382,-2 2 0,0 3-348,0 10 235,0 3 0,1 6 0,4 1 0,3-1 0,1 0 213,1 0 1,-1 5-222,5 0 11,1 0 0,-1-5 1,-2 0-1,0 1 0,-3-1 18,2 0 0,-3-1 131,1-4-164,-5 4 0,8-7 1,-4 5-1,2-3-17,-1-2 1,-4-1 36,4-5 6,1 0 1,-1 0-1,1 0 1,2-1 0,4-4 74,3-5 1,5-2 120,-5-2-166,6-7 0,-3 4 1,5-7-1,-3-1 1,-5-2-28,-4-2 1,0 6 11,-1-1 22,-6 7 1,-2-4 0,-6 7 102,0 0 1,-1 6-98,-4 3-115,-3 3 1,-6 2-1,-1 2 1,1 3 0,0 6-111,0 6 0,0-1 84,-1 3 68,7-3 1,-3 0 0,5 1 0,0 2 0,-1-2-71,4-1 1,2-2-58,1 0 86,0 1 1,1-1 0,4-1 0,5-4 0,2-3-287,2 1 1,7-6-80,3 4 322,2-3 1,3-9 0,1-4 0,2-5 0,1-4 123,-2-2 1,4 3-70,-2-5 27,0 0 1,-4 2-1,-1 3 1,-1 4-1,-3 2 149,-5 3 1,1 4 69,-1 6-135,0 0 1,-5 0 0,-1 2 0,-2 2-1,-3 6 247,-2 3-408,5 1 28,-9 0 1,4 0 0,-6 0-202,0 1-407,-6-7 455,-2-2 0,-11-6 1,0 0-1,0 0 1,-1 0-480,-4 0 1,-1 0 68,1 0 602,-3-6 0,5 2 0,-5-4 0,3 1 1,6 0 373,2 1 1,2-4-239,-1 6 368,7-1 1,1 3 4,2-2 1,5 4 106,0 0-439,0 0 0,12 12 1,-2-4-1,3 2 0,1-2 14,0-2 1,6 3-518,4-4 273,3 0 1,-3-5 0,-1 0-1,3 0 1,2 0-111,5 0 1,-3-2-1,4-2 132,-4-4 1,3-7 0,0 0-1,-2-3 1,-1 1 183,-1 4 1,-1-1 77,1 5-55,-7 2 0,3 1 0,-6 6 1,-1 0-1,-3 0 330,0 0 0,-1 1-275,0 4-100,0 3 1,-6 6 0,-3 1 0,-4-1 0,-1 0 108,0 0 1,0 0-192,0 1-70,-12-1 0,2-5 0,-10-1 0,-1 0 0,-4-2-364,-7 1 0,1-3-405,-7-4 486,6 0 0,-7-4 1,7-3-1,4 0 324,2-5 0,22-44 0,-1-14 0</inkml:trace>
  <inkml:trace contextRef="#ctx0" brushRef="#br0">10166 5402 7877,'-1'10'2057,"-4"-1"-1619,3-6 1,-3 8 205,10-6 1,3 0-414,6-5 0,5 0 0,0 0 1,-1 0-1,-3 1 0,0 3-176,-1 0 0,0 1-284,0-5 0,1 0-2620,-1 0 2148,0 0 0,-1-1 701,-4-4 0,48-28 0,6-13 0</inkml:trace>
  <inkml:trace contextRef="#ctx0" brushRef="#br0">10920 5175 7877,'6'-14'-1313,"-4"-1"2008,2 1 1,-2 5 3570,-2-1-3908,0 7 1,0-2 0,0 10 0,0 4 169,0 4 0,-6 6 524,-4 0-831,-3 6 0,4-3 0,-1 7 0,-1-1 0,-1-1-77,-2-3 0,4 1-896,1-6 291,5 6 1,-2-9 0,6 3 0,0-3-954,0-2 0,8-6 661,6-3 507,0-4 0,13-7 0,-5-3 0,2-6 0,0-2-59,1-2 0,2-6 82,1 1 414,-5 3 0,2-1 0,-6 5 0,-2 0 0,-3 2 1191,-4 4-981,-4 8-186,-6-3 0,0 7 0,0 6 0,0 5 390,0 6 0,0 7 400,0-1-733,0 3 0,-5-4 1,1 1-1,1 0 1,-1-1-141,0 1 1,2-5-120,-3 5-126,4-13 1,1 8-1,0-10-2018,0 4 1223,0-5 29,-7-2 1,6-8 0,-4-2-1020,3-6 1,2-2 1897,0-3 0,51-37 0,-19 21 0,-1 1 0</inkml:trace>
  <inkml:trace contextRef="#ctx0" brushRef="#br0">11545 5274 7935,'8'-6'644,"5"-2"303,-12-6-252,6 6 1,-14-3-245,-2 6 0,-4 0 0,-3 7 0,-3 1 177,-4 2 0,2 6-141,2-2-487,-3 4 0,8 1 0,-2 1 0,7-1 0,2 0-337,4 0 1,2 5 342,1 0-189,6 0 1,2-3 0,8 1 0,3 2 0,4-1-139,4-3 1,-3 0 275,0-1-26,-7 0 0,3-1 0,-5-2 324,-1-2 226,-6 1-344,-8-2 1,-8-2 0,-8-5 0,-3 3 0,-5 0 3,-2-1 1,-1-1-276,3-2 157,-3 0 0,11-2 0,-3-1 162,4-1 0,7-7-91,3 1-185,3 4 1,4-12 0,4 4 0,9-2 0,7-1-1,5-2 1,1 2 353,0-7-129,1 0 0,-5 2 0,-2 3 0,-2 3 1,-2 2 1026,-3 0-1125,-7 0-291,-1 0 1,-7 4 0,-4 2-1,-5 2 1,-10 3-1359,-6 1 0,-4 2 1615,1 0 0,-9 8 0,-5 3 0,-4 1 0,0 0 0</inkml:trace>
  <inkml:trace contextRef="#ctx0" brushRef="#br0">12199 5217 7821,'14'-6'-145,"-4"-2"0,-1-4 0,1 1-1246,-2 1 2486,-2 7 0,-6-2-479,0 10 1,0 3-551,0 6 0,0 5 0,0 1 0,-1 1-114,-4 0 1,3 4-1,-4-1 1,1 1-263,0-2 0,-1 4 167,1-3 1,4 1 0,-6 1-1,3-4-269,-1-2 1,-1-1 34,1-5-155,3 1 625,-4-1 1,6-8-1,0-6 1,6-11-1,4-9-41,2-3 1,0 4 82,2-4 1,-3 4 0,8-3 0,-3 1 218,-2 4 0,0 3-395,0 4 75,0 4 1,1 6 0,0 0-1,3 0 1,1 1 30,-2 4 0,-1 3 72,-2 6-128,-6 0 1,3 2 0,-6 2 0,-2 1 0,-1-2-120,-2-1 0,-2-2-113,-3 0 208,-3 0 0,-7-1 1,-4-2-1,-3-3 1,-2 0-162,0 0 1,0-5 43,-4 2 14,0-4 0,1-1 0,1 0 1,4-1-1,2-2 25,2-2 1,3-5-44,0 6 315,7-1 1,1 0-223,2 0 1,5 1-57,0 4 161,0 0 0,12 0 0,-2 0 0,3 0 0,2 0 329,4 0 1,-1 4-190,5 1-264,1 0 0,5-5 1,1 0-1,1-2 1,4-1-472,1-2 1,-4-6 151,1 2 337,3-4 0,-7 4 0,1-1 0,-6-1 0,-6-1 30,-5-3 1,0 1 89,-9 0 223,1 0 1,-5 4 350,0 1 1,-1 6-1066,-4-2 366,3 3 1,-9 4 0,7 3-1,-1 4 1,0 4 100,0 1 1,1 0 157,4 0-227,-7 7 1,6-5-1,-4 3 1,5-4 0,5-2-103,4-3 0,4 2-270,1-2 287,0-4 0,5 0 1,2-6-1,1-1 1,3-4-225,2-5 1,1-2 196,1-2 102,-7-7 1,3-1-1,-6-6 1,-1-2 0,-3-2 419,0-1 0,-3-7-41,-2 2-5,-4-3 0,-6 5 0,0 4 0,0 7 992,0 6-1634,0 10 266,0 2 0,0 9 0,0 3 1,-2 6-1,-1 6-74,-1 7 1,-6 4 862,5 5-496,1-3 0,-1 10 0,0-5 0,0-1 0,1 1 223,-1-3 1,0-5-126,5 1-492,0-9 0,2 13 1,2-13-1,6-2 1,3-1-664,1-2 0,5-6 190,0-3 317,6-4 0,-8-1 0,7-1 1,0-4-1,-1-6-799,1-7 0,-2-4 1085,2-6 0,-12-11 0,-3-7 0,-2-4 0,0 0 0</inkml:trace>
  <inkml:trace contextRef="#ctx0" brushRef="#br0">12768 5331 7790,'0'8'1335,"2"-2"-1074,2-6 1,4 0 0,8-1-1,5-2 302,7-2-906,0-6 1,13 3-1,-3-6 1,2 0-1,-1-2-2295,-1-3 2638,-12 3 0,-42-16 0,-17-7 0,-8 0 0,1 0 0</inkml:trace>
  <inkml:trace contextRef="#ctx0" brushRef="#br0">12569 5146 7918,'-10'0'-91,"1"0"0,4 0 276,-4 0 3230,6-6-3098,-4 4 0,9-5 0,1 2 0,3-3-981,2 0 1,2-3-180,4 6 0,0-6 843,0 2 0,13 9 0,3 1 0</inkml:trace>
  <inkml:trace contextRef="#ctx0" brushRef="#br0">14318 5345 7822,'0'-9'-105,"0"-1"1,-2 1 0,-1-1 0,-2 1 131,2-2 0,-3-2 1,-1-1-1,0 0 663,-5 0 1,0 1-1,-2 4-915,-1 4 1,4 3 0,-1 4 0,-4 4-315,0 8 1,0 2 451,2 8 1,5-2 0,-1 3-1,1-3-168,1-1 1,-3-1 44,6-1 86,0-9 0,5 9 1,2-11-1,3 0 152,4-4 0,5-2 605,5-2-468,-3-6 1,9-2 0,-4-7 0,-1 1-1,1 0 348,-4 0 0,-1 0 893,-2-1-968,0 1 0,-4 2 0,-2 0 0,0 5 275,0 0-1601,-5 3 750,3 4 1,-6 1 0,-1 4-1,-3 4-86,0 4 0,-1 1-44,5 0 16,0 1 0,0-1 0,0 0 0,0 0-576,0 0 0,2-6 260,2-3 466,4 3 1,8-6 0,1 2-1,4-4 1,1-4 52,3-6 0,2-3 318,2-1-135,-1-6 0,-4 4 1,-1-5-1,1 2 1,-2 2 599,-3 4 1,0-1-82,-5 5-484,4 2 1,-15 1-1,6 6-635,2 0 227,-4 0 150,-1 0 1,-6 6 0,2 2-200,2 0 0,-2 0 99,3-3-511,-4-4 861,-1 6 124,0-7-224,-6 0 1,-2 0-1,-6 0 1,-2 0 57,-3 0 0,3 0-114,-3 0-11,3 0 1,1 4 0,-3 3-1,-1-1 1,2 2-376,1 0 0,4 1 145,2 6 196,-3-8 0,10 6 0,-5-3 0,2 2 103,3 2 0,3-1 79,5-3-48,9 2 1,3-10 0,7 3 0,1-4 0,2-2 35,1-4 1,1-3-286,-1-6 194,1-1 0,-2-3 0,-2-3 0,-3-1 0,-3-3 78,-6-2 1,-1-2 161,-7 1-158,0-7 1,-5 0-1,0-3 1,0 7-1,0 4 298,0 3 1,-2 12 156,-3-3-700,4 11 0,-7-3 0,5 9 1,-4 3-1,1 6-376,0 6 0,-4 7 260,6 9 260,-7-3 1,9 10 0,-4-7 0,1-2-1,0-1 3,2-1 0,1-6-159,2 1-14,0-7 1,7 7 0,2-8 0,5-5-1,5-3-133,5-5 0,3-1 7,1-2 252,1-7 1,4-1-1,0-7 1,-1-3-1,-2-2 340,-2-2 0,1 4 232,-1-1-426,-6-3 1,4 6-1,-8-1 1,0 6 373,-2 6-384,-2 4-394,-6 1 1,-2 1-104,-6 4 0,0-2 143,0 7-218,0-7 187,0 3 104,0 0 316,-6-4 1,3 4 0,-7-6 0,-1 0 13,-2 0 1,-6 0-135,1 0-23,-1 7 1,4-4 0,1 6 0,-2 1 0,-1-1-74,-2 1-42,0-1 56,5 5 1,1 1 0,2-1 0,3 0-89,2 0 1,3-4 79,7-1 73,4-6 1,8 8-1,2-6 1,2-2-1,2-1-87,3-2 0,-2-6 19,0-4 71,1 4 0,-2-12 1,-3 3-1,-3-4 0,-2-5 60,0-3 0,-1 2 163,-4-8-115,4-4 0,-11 3 1,2-6-1,-2 5 1,-2 4 408,0 4 0,0 13-156,0-1-430,-6 11 0,2-1 0,-3 11 0,-1 9-262,0 7 0,0 6 537,-2 5-65,-2-3 0,9 10 0,-5-7 0,1 0 0,4 0 11,2 0 0,1-4-107,0-5-171,0-7 1,1 8-1,4-6 1,6-3-1,5-5-331,3-6 0,0-4 290,-5-1 131,6 0 1,-2-6 0,4-3-1,-1-4 1,-4-3 150,-1-3 1,-1-1 366,4-4-318,-9-3 1,9 7 0,-11-4 0,1 5 0,-1 3 556,-2 2 1,1 6-371,-2 3-384,-4 4 0,7 2-219,-3 4 0,-2 3 259,6 6 11,1 7 0,-1-6 0,-1 4 0,0-3 0,0-2-204,3 1 0,-3-1-56,1 0-201,-5 0 0,8 0 0,-2-1-546,2-3 909,3-4-31,-1-6 1,0 0-1,2 0 1,1-2 0,2-2 45,-1-6 0,2-3 527,-1-1-312,6 0 0,-9-5 1,3-1-1,-3-1 1,-2 0 220,0 4 1,-4-3-286,-1 1 175,-6 6 0,4 0-408,-7 4 1,-2 3-55,-3 1 101,-2 10 1,-8 2-1,1 9 1,0 2-1,0 1 168,-1-2 1,3-1-106,2-2-128,-2 6 1,10-8 0,-3 2 0,4-2-87,1 1 0,6 0-163,4-4 267,9-3 1,3-6-1,8 0 1,3-1 0,3-4-68,1-4 1,4-4 543,-3-1-217,3-7 1,0 5-1,-3-2 1,-5 2 0,-3 2 537,-2-1 0,-4 7-180,0 4-374,-7 2 0,-1 2 0,-7 0 0,1 2 0,-2 2 56,-4 6 0,-2 3-54,-2 1-245,0-6 1,0 4 0,0-2-1,0 2-202,0 3 0,-6-3-323,-4-2 489,4-4 0,-7-1 0,2 0 0,-5-1 0,-3 1-362,2 0 1,0-1 162,-2-4 284,3 0 1,-5 0 0,7 0-1,0 0-93,0 0 264,6 0 387,-5 0-115,12-6 0,1 5-2,9-4-229,4 3 0,6 2 0,1 0 0,2-1 0,2-2 20,-2-2 1,7-5 29,-1 6-284,0-8 1,7 5 0,-6-8 0,-1 3 0,0 1 62,1 1 1,-1 1-5,1-5 36,-1 6 0,-4 1 1,-2 7-1,0 0 1,-1 0 60,-1 0 1,-6 7 268,-4 2-304,-7 4 1,8 1-1,-6 0 1,-2 0 0,-1 1 139,-2-1 0,-5-5-88,0 1-110,-6-1 0,-2 4 0,-6-4 0,1-2 0,-3-3-191,-3 1 0,2 0-71,-2-5 129,7 0 1,-5 0 0,6-2 0,0-1 0,4-2 184,-1 2 1,5-3 5,-1 1-32,6 0 1,-4 4-67,7-4 267,0 4-43,7-6 0,0 7 0,9 0 0,2 0 0,2 0 344,2 0 0,4 0-578,7 0 90,-3 0 0,5-4 0,-7-3 0,0 1 0,1-2 10,-1 0 1,-1-1 90,-3-6 51,3 7 0,-12-4 0,4 2 556,-3-2-439,-8 4-739,-2 2 1,-7 6-1216,-4 0 1331,4 0 285,-6 6 1,7 2 0,2 4 0,1-1 0,3-1 264,2 1 0,2-3-93,4 1-64,0-6 1,5 9 0,2-8 0,-1-1 0,1-1 368,-4-2 0,4 0-89,-2 0-288,-1 0 1,-3-5-1,-3-1 1,-1 0-1,-1-2 239,1 0-194,-5-2 27,1-4 0,-7 5-309,0-1-161,0 7-82,0-3 286,0 6 580,0 0-322,-7 0 271,6 0-321,-6 0 1,6 0-200,-4 0 100,-3 0 30,-6 0 0,4 0 67,1 0 1,4 0 407,-4 0-106,6 0 1,-5 0 528,3 0-732,3 0-11,-4 0 1,4 0 349,-2 0-303,2 0-21,-4 0 1,6-2 0,-2-1 556,-3-2-416,4 1-366,-5 4-1156,6 0 317,0 0 686,-7 0 1,4 0-1,-6 1 1,-2 4-182,-2 4 0,3 2 247,1-1 31,0 2 1,-1-2 0,2 7 0,2 2-1,3-1-147,1-3 0,4 0 308,2-1-85,4 0 1,11 0 0,2 1 0,1-3 0,3-2-31,2-6 1,1-2-114,1-2 247,-1 0 0,6-2 1,-3-2-1,-2-6 1,-4-2 424,0-3 0,-3 1-156,2 0-202,-7 0 1,4-1-1,-7 3 1,-1 1 236,-4 1-390,-3 7 63,1-3 0,-4 12 1,5 4-1,-2 2 95,-3 2 0,0 1 270,2-1-176,-3 0 0,4 0 0,-7 1-20,-4-1 1,2-5-9,-7 1-318,1-7 1,-6 3-1,0-6 1,-4 0-1,-5 0-549,-3 0 0,-3 0 261,-3 0-217,3-6 1,-5 4-1,7-4 1,-1 1 631,1 0 0,-1-31 0,1-3 0</inkml:trace>
  <inkml:trace contextRef="#ctx0" brushRef="#br0">26147 5445 7900,'8'0'-1268,"3"-2"2242,-6-2 1,1 2 0,-3-4 908,2-1-672,0 6 0,-5-7 1143,0 3-2323,0 4 50,0-6 462,0 14-410,0 0 0,-5 12 0,0 2 0,0 1 0,-1 3 46,-3 2 0,1 6-265,-2 1 134,7 5 0,-8-3 1,6 7-1,0 1 0,1 2-60,-1 1 1,-1-4-85,1-5 43,3 0 0,-4 5 1,6-2-1,0-3 1,0-5-173,0-3 0,0-7 217,0 1-92,0 0 0,-5-2 1,1-3-1,0-3-465,3-2 139,1 0-347,0-6-285,-7-2 517,6-6 91,-5-6 0,6 3 0,0-7 1,1-1-1,2-3-1088,2-5 0,1 2 1538,-1-7 0,9-44 0,-3 26 0,0 0 0</inkml:trace>
  <inkml:trace contextRef="#ctx0" brushRef="#br0">26133 5473 7900,'14'-6'311,"-5"3"2179,1-7-1054,-7 1-1220,10 1 0,-4-3 0,10 6 1,5 2 128,3 1 0,9 2-115,7 0 1,1 0-175,8 0 1,5 0-1,4 0 1,1 2-55,1 3 0,-6-4-205,0 4 1,-6-3 139,-9-2 0,-4 1 0,-3 2 0,-5 2-164,-8-2-53,-5-1-48,-9-2 286,-1 0 291,-7 0 109,0 0 11,-7 0-269,6 0-148,-6 0 1,7 1 590,0 4-412,0 3 4,0 6 1,0 1 0,0-1 0,0 0-1,0 0 516,0 0-541,0 1 1,0 4 0,-1 1 0,-2 1 0,-2 1 109,2 0 1,1 2 9,2 4-224,-6-6 0,4 7 1,-4-3-1,1 6 1,0 0 98,2-2 0,0 3-203,-2 0 1,4 0 101,-4-4 0,2 4 0,0 0 0,-2-2 37,2-1 1,1-3-21,2-3-3,0 3 0,-4-7 1,-1 4-1,2-5 90,1-3-33,-4-2 81,4-6 0,-6-2 0,4-6 213,-6 0 0,2-4-97,-1-1-281,-1 0 0,-9-1 0,-1-2 0,-2-2 0,-4 2-209,-1 2 1,-6-3 224,0 4-128,-6 0 1,2 0 0,-5 1 0,-1 1 0,2 1-349,3 2 0,-8 0-60,4 0 364,2 0 1,1 0 0,4 0 0,0 0 0,2 0-340,6 0 0,5 0-267,8 0 172,6 0 1,3 0-729,10 0 0,3 0 707,6 0 0,0 0-1081,0 0 1701,1 0 0,18-25 0,5-7 0</inkml:trace>
  <inkml:trace contextRef="#ctx0" brushRef="#br0">26147 5530 7900,'0'-9'1705,"0"-1"1,1 7-1417,4-2 1,-2 4-1,7 1 1,1 1 261,2 4 1,2 3-296,4 6 1,5 8 0,9 5-1,3 6 31,1 4 1,4-4 24,-3 5-190,9 0 1,-3 4-1,4 1 1,-6-2-1,-4-1 391,-4-3-490,-4-5 1,-4 1 0,0-9-433,-3-5 1,-10-3 0,1-2-1778,-1 0 1508,-7-6 174,1-2 0,-9-6 1,-1-1-422,-2-4 0,-4-8 261,4-6 393,-6-6 271,3-3 0,6-28 0,2-13 0,1-8 0,0 1 0</inkml:trace>
  <inkml:trace contextRef="#ctx0" brushRef="#br0">26801 5573 7900,'6'-8'0,"-3"2"1471,7 6 157,-7 0-1148,10 0-53,-12 0 0,6 1 0,-9 4 1,-3 4 1537,-4 4-1650,-4 8 1,-7-2 0,-4 7 0,-5 4-1,-4 2 653,-5 3 1,-4-4-354,-6 7-513,-2-6 0,-7 3 0,-2-7 0,1-1 0,1-2-128,7-1 1,5-7-746,7 2 1,4-3 80,5-2 1,9-4-226,5-1 1,8-4-1930,7 4 2020,6-5 1,3 7 0,10-7 0,5-1 823,3-1 0,9-10 0,7-3 0,3-1 0,-1 0 0</inkml:trace>
  <inkml:trace contextRef="#ctx0" brushRef="#br0">27412 5772 7794,'-8'-10'78,"2"2"960,0 2-252,4 1 0,-4 4 0,4-2 710,-3-2 1,5-1-909,0 1 1,7 2-415,7-7 1,7 6 0,4-6 0,6-1 187,7-2 1,5-1-214,4 0-94,4-7 0,7-1 1,4-6-1,6-2 0,5-3 28,-36 14 1,1 0 0,6-2 0,1 1-91,0-1 1,0-1-84,3-2 1,0-1 0,4 1-1,1-1 1,-1-1 0,0 0 0,-1 2-1,1 2 1,-2 2 0,1 1-189,-1 2 1,-1 0 233,-2 2 1,-1 0-1,-1 1 1,-3 0-1,29-11 14,-14 6 0,-17 0 82,-12 9 1,-6 4-1,-8 0 225,1-1-217,-7 6 0,-1-5 0,-3 4 384,0-3-369,1 4-116,1-6-831,-4 7 401,4 0-1125,-6 0-1194,0 0 0,-4 2 1181,-1 3 1609,-6-4 0,3-1 0,-6-8 0</inkml:trace>
  <inkml:trace contextRef="#ctx0" brushRef="#br0">29516 4720 7876,'0'-14'0,"0"-1"0,0 1 1309,0 0 1,0 5 1058,0-1-1338,0 1-864,0 1 1,0 3 0,0 10-19,0 4 0,0 10 173,0 5-142,-6 9 0,5 0 0,-4 8 1,2 3-1,0 2 393,-2 3-503,-6-5 0,9 7 0,-4-5 138,0 1 1,4 1-163,-3-6 0,-1-4 0,1-2 1,2-2-404,1-8-189,2-3 0,0-14-1611,0 1 1101,0-7-167,0-10 0,0 3 654,0-11 1,0 0-1,0-6 1,0-1 569,0-3 0,3-14 0,1-6 0,0-5 0,0 0 0</inkml:trace>
  <inkml:trace contextRef="#ctx0" brushRef="#br0">29445 4777 7883,'-9'-5'341,"-1"0"675,7-6-699,-3 3 1,6-6-1,2 1 1,2 4 240,6 4 1,10-1-236,9 1-165,5-6 1,11 10 0,2-6-1,7 2 1,6 1 10,6 1 0,5 1-99,5 2-123,3-6 1,0 4 0,-5-3 0,-6 4 0,-5-1-66,1-3 1,-17 4-20,0-4 0,-12-1 104,-2 1 0,-7 0 0,-4 5 0,-3-1-40,-7-4 222,3 3 58,-14-4-336,-1 6 169,-1 0 1,-7 0 0,5 2 0,-4 2 71,-1 6 1,4 3 120,-6 1-106,7 0 0,-10 2 1,5 3-1,-1 3 0,-1 2 531,-1-1 0,3 6-16,-1 4-437,-1 0 0,1 0 1,0 2-1,-1 1 1,2 4 105,3 1 0,-1-3-80,1 0-156,1-7 0,2 9 1,-1-7-1,-2-2 0,2-2-150,1-5 0,2 2-340,0-2 336,-6-3 1,5-1 0,-4-6-96,3 1 0,-3-6 202,1 1 10,-1-7 1,-3 3 0,-5-6-1,-6 0 251,-3 0 1,-1 0-249,-6 0 1,-10 0-146,-4 0 0,-9 0 0,1-1 0,-1-3-393,0 0 1,0-3 188,-5 3 138,7 2 0,1-6 0,6 5 0,-1-3 0,-1-1-339,3 1 0,2-3 108,12 4 70,-1 0 0,7 0 0,3 1-515,4 0 0,8 3-514,7 1 0,8-5-209,11 0 1569,-3-6 0,4-47 0,-5-20 0</inkml:trace>
  <inkml:trace contextRef="#ctx0" brushRef="#br0">29431 4734 8016,'8'-6'765,"-2"4"194,-6-4 1,2 6-504,3 0 1,-2 1-1,6 4 1,2 5 414,2 2 0,1 4-415,0 3 1,9 3-356,5 7 0,2 1 1,8 1-1,1 4-26,3 1-82,0 2 1,1 5 0,-1-2 0,0-3 0,-5-3-18,-3-1 1,-4-5-666,-2-1 160,-6-6 0,-6-7 1,-8-1-2620,-2 0 1975,-1-6 105,-5-2 0,0-7 1068,0-4 0,7-37 0,5-19 0,0-5 0,0-1 0</inkml:trace>
  <inkml:trace contextRef="#ctx0" brushRef="#br0">30227 4905 8074,'10'8'-713,"-1"-4"3883,-6-2-948,10-2-539,-11 0-1124,4 0 1,-6 1 84,0 4 1,-3 3-312,-7 6 1,-5 2-1,-15 3 1,-5 5 294,-8 3-611,-6 7 1,-9-4-1,-5 5 1,-7-2 0,-3 0-165,4-1 0,-1-7-936,9-1 643,5-7 1,9 2-1,11-9 1,9-4-2575,11 0 631,8-4 1686,8 11 1,8-10 0,5 5 696,4-2 0,34 11 0,2-1 0</inkml:trace>
  <inkml:trace contextRef="#ctx0" brushRef="#br0">26801 6540 8042,'9'-5'3277,"1"0"-3028,-7 0 1,10 5 0,-4 2 252,4 3 1,7 3-342,4 6 1,4 6 0,7 4 0,6 4-1,7 6 1,2 4 56,4 3 1,1 3-1,2 2 1,0 1 66,0-1 1,-2-2-1246,-3-1 1056,-3-1 0,-1-4 1,1-1-1,1-1 1,2-1-195,-1-1 1,3 4-152,-7-5 1,7 2 183,-2-2 0,3 2 0,2 3 0,-2-5-26,-3-3 0,-3 2-22,-6-4 42,0 4 1,-13-16 0,-7 3 0,-5-4-262,-4 0 132,-6-7 155,-2-2 0,-7-6 169,-4 0 1128,3 0-2188,-4 0 205,6 0 0,-2-5 43,-2 0-2310,2 1 2998,-4 4 0,12-7 0,2-1 0</inkml:trace>
  <inkml:trace contextRef="#ctx0" brushRef="#br0">28706 7393 7858,'0'-18'874,"0"4"672,0 1-1116,0 7 1,0-3 0,0 9 0,0 6 249,0 5 1,0 5 0,-2 1 0,-2 4 33,-6 1 0,2 1-433,-1 6 0,-1 4 0,-4 0 0,0-1 228,0-2 1,0 3-68,-1 0-320,1 7 1,0-9 0,0 6-1,1-3 1,2-2 172,1-2 1,3-3-547,-3-4-162,4-2 0,6-7-1860,0 0-157,0-6 1742,0-1 0,1-9 0,3-4 1,0-7-616,-1-4 0,4-9-628,-3 3 1771,8-10 0,-5-2 0,6-5 1,-2 1-1,-3-2 160,-2 0 0,4-4 0,-5 12 40,6-6 1,-5 7 0,5-3 0,-2 4-1,4 6 763,5 2 1,-3 5-285,4 3-20,3 7 0,-4 2 0,5 6 0,3 0 0,1 0 527,1 0 0,5 6-359,0 4-485,7-4 1,-4 7 0,7-5 0,1 1 0,0 1 204,-1 1 1,3-3-735,-8 1 323,3-6 1,-3 8-1,-2-6 1,-1-2-1,-5-1-574,-5-2 400,-4 0-1,-7 0 0,-8 0 3,-6 0 164,-6 0 203,-8 6 0,1-3 0,2 7 0,1 1 0,1 1 357,1 3 1,-3-1 191,6 0-506,-6 0 0,10 2 1,-6 2-1,3 0 1,-1 1 375,2 2 1,1-4-419,2 7-161,0 0 1,0-2 0,0-2 0,0-1-1,0 0 54,0-1 1,0 2-96,0-1 32,0 0 1,0-5 0,0 1 0,-1-1-1,-3 0-76,0 0 0,-6 0 48,5 1 8,-6-1 1,3-2-1,-7 0 1,-3-3 0,-2 0 2,-2-1 1,-2 0-170,-5-3 122,1-3 0,0 4 0,-2-6 0,-2-2 1,-3-2-50,-1-6 0,-2-1-102,-5 2 145,7-4 0,-3 5 1,4-6-1,0 0 1,0 1-20,4 4 0,7-3-12,5 8-367,3-7-508,2 9 0,8-4 124,6 6 3,0 0 1,12 0-1,-2 0 1,4 0-2882,5 0 3728,-10-7 0,29-64 0,-22 25 0,0-1 0</inkml:trace>
  <inkml:trace contextRef="#ctx0" brushRef="#br0">28607 7407 12018,'6'8'732,"2"6"0,6-1 0,2 5-82,3 5 1,4 2 0,11 8 0,5 5-60,7 3 1,4-3-424,7 0 0,-1-2 1,-4 0-1,-6-6-475,-7-4 1,-4-9 91,-7 2 1,-6-5 0,-3-4-1902,-3-5-459,-8-4 1673,-2-1 0,-6-3 0,0-5-821,0-6 0,0-10 1723,0 0 0,0-2 0,5-22 0,3-9 0,0-4 0,0-1 0</inkml:trace>
  <inkml:trace contextRef="#ctx0" brushRef="#br0">29275 7520 7916,'0'-14'923,"0"0"0,0 0 706,0 0-891,0 6 1,-2 1-176,-3 7 1,-2 2 277,-8 3-552,1 3 1,-6 7 0,-4 4 0,-3 5-1,-3 3 597,-3 1 1,1 1-47,-6-1-613,7 1 0,-9-1 1,5 1-1,1-1 1,-1 0 191,3 1 0,-1-5-188,5-1-120,2-5 1,12-3 0,0-5-583,0 1-984,6-5 843,2 1 1,10-9-1,3-1-573,1-2 0,-4-1-1282,6 1 1829,-7 3 0,10-5 0,-4 3 0,4-2 0,1 0 638,0-1 0,26-23 0,5-1 0</inkml:trace>
  <inkml:trace contextRef="#ctx0" brushRef="#br0">29886 5473 8002,'0'-14'336,"0"0"0,0 0 2301,0-1-2069,0 1 1,0 8-1,0 6 248,0 8-645,0 4 0,-6 9 1,-4 3-1,-2 4 0,-3 4 180,1 1 0,-5 6-184,0-1 0,-1 3 0,2 4 1,-2 2 83,-2 5 0,0 3 90,-2 2-279,-3 0 0,7 0 0,-6 0 0,4 0 0,2 0 98,2-1 0,2-3-52,2-1-30,0 0 1,5 0 0,-1-2-1,-3-1 1,-2-3 130,-4-1 0,-5 2 198,5 0-325,0 1 1,-1-6 0,-4 1 0,-3 1 0,0 0 244,3-1 0,-2 3 232,2-8-429,3 3 0,-4 2 0,5-2 0,-1-2 1,0-1 39,4 1 0,1-2 47,2 1-215,0-7 1,0 4 0,1-7 0,4-1 0,2-3-114,1-5 142,4-3-696,-4-2 490,6-6 1,0-8-2408,0-10 1879,0-2 0,6-2 0,4-2 0,2-2 1,4-2 702,3-2 0,4-23 0,2-10 0,5-6 0,0-1 0</inkml:trace>
  <inkml:trace contextRef="#ctx0" brushRef="#br0">26076 5601 13849,'-10'0'1348,"1"-1"0,-2-4 715,-2-5-1927,-7 4 0,-4-11 0,-11 1 0,-9-5 1,-11-4-1,-12-3 0,-5-4-54,34 16 0,0-1 0,-3-3 1,0 0-55,0 2 1,1-1 0,0-2 0,1 1 0,0-1 0,1 0-1,1 2 1,1 1-45,-29-16 0,7 6-285,6 4 1,3-1 0,6 6 0,4 3-288,5 5 1,7 0-662,13 6 551,6 1 1,4 4 28,8 0 275,-2 0 1,12 0 0,-1 1 0,6 2 0,3 4-1331,3 1 0,2 1-160,1 5 1884,-12-6 0,-9 5 0,-15-5 0</inkml:trace>
  <inkml:trace contextRef="#ctx0" brushRef="#br0">23829 4350 7329,'-8'-1'-216,"2"-3"1,0 0 2017,-4 1-1057,-2-5 1,2 6 1045,1-3-1598,6 4 0,3 1 1,9 0-1,5 0 1,7 0-1,7 0 285,9 0 1,5 0-160,6 0-239,-4 0 1,11-2 0,-3-1 0,4-2 0,-1 2 119,-3 2 0,0-4-525,-9 0 226,-4 0 0,-12 5 0,-5-1-374,-8-4 319,-6 3 151,-14-4 0,3 6 0,-7 0 233,-1 0 1,5 6-110,1 4 154,-3-4 0,7 8 1,-4-1-1,4 6 1,-1 2 567,-3-1 1,4 5-294,-4-1-414,3 3 1,2 1 0,0 1-1,0 1 1,0 1 18,0 3 0,0-1 28,0-5-121,0 1 0,0-3 1,0-2-1,0-3 1,2-2-68,3 0 1,-4-5-709,4-5-861,-3-6-2277,-2 4 1490,0-7 1822,0 0 1,-2-5-1,-3-1 1,-6-2 538,-6-3 0,-24-21 0,-11-6 0</inkml:trace>
  <inkml:trace contextRef="#ctx0" brushRef="#br0">23972 4464 7926,'-10'-14'5,"1"0"0,1-1 1611,-2 1-1045,-2 0 1,8 1 2103,-5 4-663,6 2-1841,-4 7 1,7 2 0,0 3 0,0 4 378,0 4 1,0 3-5,0 3-400,-6-4 1,5 12-1,-6-3 1,3 3-1,-1 1 93,2 1 0,-1-2-21,0-4-360,2 4 1,-4-5 0,6 7-1,0-3 1,0-2-314,0-5 1,0 2-58,0-2 296,0 0 1,1-7 0,4-1 0,5-3-1,4-2-625,5-2 1,3-3 204,6-1 494,1 0 0,4 0 0,2 0 0,1 0 0,4-1-62,1-4 0,1 2 2,1-7 162,-7 7 1,1-3 0,-7 6-1,0 0 1,-5 0 302,-3 0-118,-3 0 778,-5 0 535,-6 0 173,-8 0-1079,-8 0 1,-6 0-375,0 0 0,0 0 0,-2 0 0,-2 0-204,-1 0 1,-1 0-323,1 0 227,3 0 0,-4 0 0,4 0 0,-2 0 1,-1 0-834,2 0 1,-3 5 378,1-1 356,0 1 1,0-5-1,-2 0 1,1 0-1,-1 0-165,4 0 0,1 0 18,2 0 445,-1 0 0,1-5 0,0-1 773,0-2-195,6 5-371,2-3 1,4 1-1,-3 0 237,-4 2 0,1 1-73,-2 2-255,1 7 0,-5-4 0,-1 6 1,0 2-1,-3 2 506,-1 1 0,-4 2 57,4 3-601,-7-3 1,6 4-1,-5-4 1,2 1-1,1 2-11,0-1 1,3 2-117,-4-1 10,5 0 1,-2-6 0,7-2 0,2-2-764,2 2 1,5-3-12,0 2-2975,2-7 883,2 3 1718,6-6 809,2 0 0,6 0 0,1 0 0,-1 0 0,2 0-787,3 0 0,3-4-231,6-1 1112,1-6 0,7 1 205,7-9 0,15-3 0,18-6 0,3-1 0,-14 5 0,1-1 0,0 0 0,-1 0 0</inkml:trace>
  <inkml:trace contextRef="#ctx0" brushRef="#br0">24355 4919 7943,'37'0'254,"-4"0"421,-9 0 493,-4-6 1443,-12 4-2050,-2-4 1,-7 6 0,-4 0 143,-4 0 1,-6 6 754,-4 3-1049,4 10 1,-7-1 0,4 4 0,-2 0-1,-1 0 366,1 3 0,1 2-545,4 2-266,-5-1 0,7 1 1,-3-3-1,2 0 0,3-4-405,-2-2 0,7 1 308,1-2-954,-2-3 1,5-1-210,-3-5 0,2-7 600,-2 2 275,-3-10 0,-7 2 1,-4-7-1,-7-1 1,-4-1-956,-3-2 1,-6 4 415,1 1 770,-10-1 1,3 1 0,-6 1-1,4 1 1,4 4 474,3 2 0,9 1 612,-2 0 560,9 0-56,3 0 1,20 0-511,6 0-525,12 0 1,10 0-1,8 0 1,3 0-1,4 0 374,4 0 0,6 0-410,-4 0-665,-1 0 0,0 0 0,1 0 0,-3 0 0,-2 0-1447,-5 0 1,-3 0-352,-7 0 1169,1 0 962,-14 0 0,-27-7 0,-20-1 0</inkml:trace>
  <inkml:trace contextRef="#ctx0" brushRef="#br0">30170 3483 7818,'7'-8'414,"-6"-5"0,6 4 1,-3-4 1465,1-1-1374,0 0 0,-5 8 1,0 6 554,0 8 1,0 4-653,0 2 0,0 7 0,-2 3 0,-1 2 189,-2 3 1,-6-1-382,2 1 0,-2 1 1,0 1-1,1 3 254,-1-3 1,0 5-327,2 2 0,-4-3 0,4 0 0,-4-2 52,-1 0 0,0 5 22,-1-5-412,7 0 0,-4-9 0,4-2 0,-2-1 0,3-4-1293,0-1 677,2-8-796,5-2-1053,0-6 1898,0 0 1,2-5 0,3-1-404,4-2 1,4 0 1162,1-1 0,8-37 0,2-16 0,3-1 0,0 0 0</inkml:trace>
  <inkml:trace contextRef="#ctx0" brushRef="#br0">29858 3000 7942,'0'-15'218,"0"-4"1,0 1 1028,0 0 0,0 7-555,0 2 1,3 5-453,6 0 0,2 2 0,15 2 0,2 0 100,4 0 1,7 2-280,-1 2 0,8 0 1,3 4-1,0-1-77,0 1 1,-2-3-527,-4 5 412,0-7 1,-7 3-1,-3-4 1,-5 1-436,-4 1 406,-3 1 257,-13-5 0,-4 0 718,-8 0-576,-4 0 12,-7 0 0,6 7 1,1 2-1,0 5 0,0 4 527,-3 1 1,3 6-268,-1-1-244,-1 2 1,1 3 0,1-2 0,0-2 0,2-3 102,-1-1 0,1 2-470,1-4-2,4 0 0,-7-5 0,5 1 0,-2-1-1144,2 0 104,1-6-1915,2-2 1035,0-6 1,-1-6 2020,-4-4 0,-27-33 0,-13-15 0,-6-4 0,0 0 0</inkml:trace>
  <inkml:trace contextRef="#ctx0" brushRef="#br0">29915 3014 7942,'-8'0'1495,"-5"0"1,10-5 9,-7 0-556,7 1-333,-9 4 0,4 1 0,-5 4 546,4 4-951,-4 4 1,10 1 0,-5 2-1,0 1 1,2 4 85,-1 1 1,-2-3-252,4 5-172,0-7 1,4 8-1,-2-4 1,-2 0 0,3-1-1070,5-3 1,5-2 184,7-6 589,5 4 0,2-12 1,8 4-1,3-3 1,5-2-511,3 0 0,7 0 741,-1 0 108,1-7 1,-10 4 0,-2-5 0,-3 2-1,-6 3 41,-7 1 632,-10-4-263,-4 4 1,-7-2 736,-4 8 1,-3-1-147,-6 7-586,0-7 1,-1 8 0,0-6-1,-3 0 1,-1-1 152,2 1 1,-4 0-287,2-5-357,-6 0 1,9 0 0,-4 0-1,1 0 1,0 0-964,1 0 1,1-2 650,-2-2 88,10 2 0,-10-6 0,9 5 1,-1-3-387,2-2 0,-2 3 856,6-5 157,0 7 921,5-3-183,0 6-586,0 0 1,-5 2 0,-1 1 1984,-2 1-1613,-1 8-551,-6-5 1,0 8-1,-3-3 1,-2-1-1,-1-1 132,1 1 0,-4 2 36,5 1-322,-6 0 0,4 0 0,-4 0 0,3 1 0,1-1 174,4 0 1,1 0-551,2 0 18,0-6 0,6 5-923,3-4-502,3 4 1090,2-5 1,7-2 0,4-6 0,6 0 0,5 0-1323,0 0 0,10 0 981,-4 0 969,4 0 0,28-19 0,8-4 0</inkml:trace>
  <inkml:trace contextRef="#ctx0" brushRef="#br0">30341 3369 7942,'6'-14'4,"-4"0"1862,3 0-574,-4-1 0,-1 6 1049,0-1-1520,0 7 1,-6 8 103,-3 9 0,-9 8 1,-2-1-1,-1 1 197,1 3 0,-4 2-614,5 2-455,-6-1 0,9 0 1,-3-1-1,3-1 1,2-4-415,0-2 0,-1-1 170,1-5-378,0 1 0,4-7 0,3-2 0,-1-1 0,0-1-1958,-3-1 1,-2-1 1586,-1-2-26,-7-6 0,-7-2 0,-10-5 0,-5 2 0,-2 2-260,-3-2 1,-6 3 1225,2-2 171,3 7 1,7-3 0,8 6-1,6 0 2789,4 0-2219,10 0 118,20 0 1,17 6-1,14 4 1,8 1 0,5 0 668,7-2 0,8-4-956,-3 4-782,-1-5 0,-4 7 1,-2-7-1,-3-1 1,-4-1-1662,-4-2 1,-6 0 1870,0 0 0,-19-19 0,0-5 0</inkml:trace>
  <inkml:trace contextRef="#ctx0" brushRef="#br0">29389 8089 7783,'-15'-9'-223,"1"-1"0,0-1 0,0 0 0,-1 0 450,1 2 1,0-1-1,0-3 1,1 2-1,2 3 1,3 1 1154,2-1 0,0 5-57,1-2 0,5 3-509,0 2 1,1 2-415,9 3 0,-2 2 1,3 8-1,-2 0 296,2 4 0,2-1-159,1 5-373,0 1 1,1 5-1,-1-1 1,0 0 0,2 2 266,3 4 1,-3-3-101,3 7-200,-4-6 0,0 7 0,-1-6 1,-2-1-1,0-2 38,-3-2 1,-4-5-120,4-5-959,-6-2-638,4-8-199,-7-1 849,0-7 0,0-2 0,0-3-3344,0-4 1578,0 2 1413,0-5 1248,0 10 0,12-23 0,4 1 0</inkml:trace>
  <inkml:trace contextRef="#ctx0" brushRef="#br0">30043 8516 7783,'0'8'3694,"0"-2"-2844,0-6 0,6 0 270,3 0 0,-1 0-662,2 0 1,-6 0-151,6 0 118,-7 0 0,3 1 1,-6 4 100,0 5 1,-1 4-6,-4 5-409,-3-3 1,-1 10-1,-1-2 1,-1 3-1,-1 1 178,-3 1 0,3-1-328,2 1 45,-2-1 0,8-4 1,-3-2-1,-1-1 0,1-4-1026,1-1 734,1-2-2135,5-6-1726,0-2 2848,7-19 494,0 4 1,3-13 0,-1 3 802,2-5 0,4-14 0,2-7 0,2-5 0,0 0 0</inkml:trace>
  <inkml:trace contextRef="#ctx0" brushRef="#br0">30114 8473 7783,'-8'-6'661,"0"-1"422,3-2 1,4-4 1442,-4 4-1871,3 2-403,9 1 0,8 6 0,15 0 0,13 0 1,12 2 351,10 2 0,12 4-400,-34-1 0,0 1-186,-1 2 1,1 0 0,0-2 0,-1 0 0,33 11 0,-11-3 0,-10-2-277,-10 0 0,-18-4-545,-7-1 612,-10-6 0,-11 5 1,-2-5-1,-7 2-182,-7-2 0,1 5 975,-7 2-439,1 2 0,-6 2 1,1 1-1,-1-1 1,2 2 715,4 3 0,2-2-358,7 7-261,6-1 0,-3 6 0,6-1 0,2 1 0,1 1 247,2 3 0,0-5-199,0 1-205,0-1 1,0-12 0,0 3 0,0-3-105,0-2 0,-1-6 14,-4-4-311,4-2 0,-12-2 0,3 0 0,-2-2 1,-4-1-702,-3-1 1,3-3 142,-3 3 573,3 2 0,2-4 0,0 6 1,0 0-1,0 0-237,-1 0 1,-4 0 615,0 0-201,1 0 1,-3 0-1,-3 0 1,-3-2-1,-3-1-521,-3-2 1,2-6 21,-7 2 312,0-4 1,-5-1 0,2 0 0,2 1 0,2 2-429,3 1 0,0 6 387,6-6-26,6 7 0,3-2 24,9 10 1,10 1 168,10 4 56,9 2 1,-2-8 0,7 4-1,0-2 1,-2-1 109,-3 1 0,-4-5 0,0 4 0,-7-3 0,3-4-79,-7-3 1,1 2 212,-5-6 345,0 6 1,0-5 0,-1 3 2652,-4-4-2054,3 2-555,-4 1 0,6 4 0,-2-1 1391,-2-2-1253,-4 1-407,-7 4 1,1 1 0,0 2 0,0 4 0,-2 1 9,-3 3 1,2 1-283,-7 3 61,0-1 1,1 0-1,-1 0 1,-1 0-1,-1 1 43,3-1 1,-3 0-409,7 0 193,-6 1 1,8-6-1,-5 0 1,1 1 0,4-1-1533,1 1 1091,-5-7-657,6 3 1,-6-1-1950,7 0 2279,6 0 542,8-5 0,8 0 1,8 0-1,3 0 355,4 0 0,18-8 0,8-3 0,5-1 0,0 0 0</inkml:trace>
  <inkml:trace contextRef="#ctx0" brushRef="#br0">30370 9212 7783,'9'10'0,"0"-1"0,-5-4 2446,0 4-1818,4 1 1,-6 4 0,3 0-1,-5 1 343,-5-1 1,2 0-388,-7 0 0,1 0-504,-5 1 0,-1-1 1,1 0-1,0-1-647,0-4 0,4 2 188,1-6-345,-1 6 1,-4-9 0,0 2-1,0-2-1008,-1-2 1,-4 0 1063,0 0 228,-6 0 1,-3-6 0,-12-5 439,-6-7 0,-23-6 0,-13-6 0,21 8 0,0-1 0,0 1 0</inkml:trace>
  <inkml:trace contextRef="#ctx0" brushRef="#br0">29673 9298 7783,'-22'0'-1025,"6"-5"614,6 0 1289,7 0 0,-1 7 1,8 1-1,7 3 0,8 2 1298,10 3-1692,6 8 0,13-3 1,6 3 318,6-3 0,0-2-783,7 0 1,-9 0 0,1-1 0,-7-3-1851,-3-6 1052,-8-2 1,-13-2-1,-9-2 778,-3-2 0,-32-31 0,-17-14 0,1-6 0,-1 1 0</inkml:trace>
  <inkml:trace contextRef="#ctx0" brushRef="#br0">26772 4876 7939,'15'0'1168,"-3"-1"412,-2-4-1432,-4 3 1,-6-2 0,0 8 0,0 7 0,-1 5-1,-3 5 656,0 1 1,-7-3-647,1 4 0,2 1 0,-1 5 0,-2-3 51,-2-2 1,4 3-1,-1-5 1,1 0-47,1-3 0,-3-3-189,6-2 1,-5 0-398,6 1 0,-1-6-858,5 1 1363,0-7-79,0 3 0,0-19 0,2-4 1,1-5-128,1-2 1,6-4 222,-5-5-48,6-7 0,-8 4 0,5-7 0,-2 2 0,-1 3 277,1 5 0,-4 8 108,2 1-364,-2 7 0,-2 1 1,0 10-447,0 4 0,0 5 64,0 11 360,-6 1 1,-2 5 0,-6 2-1,-1 2 1,1-2 18,0-1 1,1-2-202,4-5 65,-4 0 0,10-1 0,-5-2-237,2-2 671,1-6-292,5 4 1,2-9 0,2-3 0,6-4 0,4-4 1,5-1 0,-3 0 231,3 0-275,3-1 0,-6 6 0,3 1 0,-4 0 0,0 2-1173,-1-1 614,0 3-169,0 4 1,-6 1-1,-3 4 1,-3 4 694,-2 4 0,-32 1 0,-8 1 0</inkml:trace>
  <inkml:trace contextRef="#ctx0" brushRef="#br0">26730 4023 7819,'-8'-9'252,"3"-1"0,2-1 1,0-1 3494,-2-3-2437,0 7-1024,5 2 1,0 19 0,0 4 0,0 4 404,0-2 1,0 1-505,0-1 1,0 5-1,0-4 1,-1 3 79,-4 2 1,3-3-232,-2 2 23,-4-7 0,2 8 0,-6-4 0,5-1 1,-1 2-396,0 1 0,5-6 32,-2 2 154,3-3 1,2-2 0,2 0-1,3 0 1,6-1-28,6-4 1,4-1 67,2-3 119,4-3 1,-6 4-1,2-6 1,-2 0-1,-2-2-285,0-2 0,0 0-1305,-5-5 867,0 6 0,-4-8 0,-1 4 713,2 0 0,-17-35 0,-4-11 0</inkml:trace>
  <inkml:trace contextRef="#ctx0" brushRef="#br0">26943 4236 7934,'13'-14'279,"-4"0"1,4 1 265,-4 4 1,4-2 168,1 6 0,-3-4 0,2 4 1,1 0 304,-3-1 0,3 4-25,-4-2-595,2 2 0,3 4-259,-1 2 1,-6 4-346,-3 6 156,-4 1 1,-1 4 0,0 1 0,-1 1 0,-4 1-234,-5 0 0,-2 0-1,-3 2 211,1 3 0,2-12 0,1 4 1,1-1-1,1-1 124,1 2-53,-5 0 269,11-5 0,-4 0 0,8-1 0,2-3 442,6-6 1,3-2-210,1-2-447,6 0 0,-4 0 1,3 0-1,-3 0 0,-2 0-397,0 0-303,1-6 210,-1 4 0,-5-4 0,-1 4 1,0-1-4452,0-2 2099,-5 0 2788,3 5 0,-50 0 0,-11 0 0</inkml:trace>
  <inkml:trace contextRef="#ctx0" brushRef="#br0">27697 4222 7750,'14'-1'128,"0"-2"1,-1-4-1,-2 1 1,-3-2 1782,-2 0-1224,5 5 0,-11-3-219,0 6-396,-6 0 1,-4 0 0,1 0-1,-2 0 1,-2 1 170,-1 4 1,-2 1-249,-3 4 1,8 1 0,-3-5-1,1 2-226,1 3 0,2-3 32,1 1 1,5-4 0,0 5 53,2 1 1,2 1 178,0 3 1,0-1 0,2 0 1,1 0-1,3 0 0,2 1 122,3-1 0,0 0-16,-1 0-102,2-6 0,-10 5 0,3-4 0,-4 4 106,-1 1 0,-1-6-30,-4-3-124,-3-4 0,-6-1 1,-2 0-1,-1 0 1,-2 0 12,1 0 0,-2 0-125,1 0 128,6-6 0,0 4 1,6-4-35,-1 0-58,-5 4 98,11-4 1,-2 6 0,7-2 0,5-1 12,4-2 0,-1 1-66,8 4-62,4 0 1,-6-5-1,5 0 1,0 1-1,-1-1-202,-1 0 0,-1-1 117,-5 1 203,1 3 1,-1-10-1,0 4 1,0-2-1,0 1 230,1-2 1,-7 3 387,-4-2 245,4 7 459,-6-9-1728,4 10 399,-6-4 1,-1 7-1,-3 4 1,0 5 484,0 2 0,1 2-399,-1 1-110,2-1 1,-4-5 0,6 1-1,0 1 1,1 2-312,4 1 1,-2-2 153,7-2-1,-1 2 1,5-10 0,1 3-1,-1-4 1,0-1-360,0 0 1,2-1 268,3-4 285,-3-3 0,3-6 0,-8-2 1,-2-1-1,1-4 405,-2-1 1,3 5-51,-7-2-34,1 3 1,-5 2 480,0 0-1417,0 6 503,0 1 0,-5 9 1,1 3-1,-1 4 1,0 4 78,0 1 0,1 5 31,4 0-61,0 0 0,0-5 1,0 0-1,0 1 1,1-1-269,4 0 1,3-1-15,6-4 213,0 4 0,1-10 0,-1 5 0,0-2 1,0-3-61,0-1 1,1-4 82,-1-2 243,0 2 1,0-11 0,1 2 0,-3-5-1,-1-3 104,-1 2 1,-6 1 20,6 2-59,-7 0 0,3 0 1,-6-1 672,0 1-1172,0 6 128,0 2 1,-1 6-1,-4 0 1,-3 2-1,-1 1-701,-1 1 0,7 8 321,-2-3 125,-3-3 1,7 7-1,-4-4-266,4 4 0,7 0 270,3-4 359,4-2 1,3-7 0,1 0 0,4 0-1,-1 0 319,1 0 1,-2 0 967,-5 0-775,0 0 1,-4 0 0,-1-2 1054,2-3-942,-4 4-391,-1-6 1,-6 9 44,0 3 0,-2-2 89,-2 6-358,2 1 0,-4-1 0,4 1 0,-1 1 0,-2 1-174,2 3 1,1-1 10,2 0-116,7-6 1,-1 5 0,5-6 0,-1 1 0,2-1-353,6-1 1,-3-4 577,4 2 57,-3-2 0,-2-4 0,1-4 0,-1-7 123,0-4 0,0-7-77,0 5 22,-6-12 0,5 7 1,-5-11-1,0 2 1,-2 0 123,0 1 1,-4 2 138,3 2-58,-4 6 1,-1 1-1,0 7 115,0 0-227,-6 6-125,4 2 0,-4 9 0,5 5 0,-3 6 0,0 3 363,0 4 1,3-4-145,1 7-84,-6-7 0,4 9 1,-3-6-1,4 1 0,1 1-118,0 0 1,0-5-657,0 2 419,6-3 0,-3-2 0,5 0 1,0 1-390,0-1 0,1-6 50,6-4 414,-1-2 1,0-2 0,0-2 0,0-2 0,2-6 19,3-2 0,-3-7 166,3 0 4,3 0 1,-11 5-1,3-1 1,-1 3-1,-2 1 369,-2 1-215,4 7-167,-5-3 1,2 6 158,-1 0-119,-6 0-516,3 0 1,-6 1-196,0 4 720,-6-3-123,-2 4 0,-6-6 1,0 0-1,0 0 0,-1 0-164,1 0 593,0 0-284,0 6 0,-1-3 0,1 5 1,2 0-1,1 0 263,1 3 1,7-3-152,-2 1-141,4 1 1,1 4 0,1 0-1,6 1 1,5-1-32,6 0 1,7-4-38,-1-1 1,2-6 1,4 3 0,2-6-1,3-1 1,-1-4-34,1-4 0,-2-9 64,-4-1-83,-1-6 1,-6 3 0,-3-8-1,-3-2 1,-3-1-45,-4 2 1,-2 2 334,-7 5-100,0-2 0,-2 15 0,-3-2 0,-4 7 55,-4 7 0,-1 10-91,0 8 130,0 6 1,4-1 0,1 8 0,-3 1 0,1-3 118,2-5 0,1 0-188,3-6-747,4 0 0,-6-4-678,7-1 963,0-6 90,0-8 0,5-10 0,1-7 0,2-2 0,3 0-93,2-2 1,1 10 962,1-3-460,-8 3 0,6 3 0,-3 3 0,2 4 0,2 1 798,1 0 0,-1 1 97,0 4-864,0 3 1,5 6 0,0 1-1,0-1 1,0 0 469,0 0 1,6-4-136,-1-1-1005,-3 1 1,-1-2 0,-6-4 0,1-2 0,-3-4-2096,-2-2 1,-4-4 571,-6-7 923,0 1 0,-14-6 1021,-10-4 0,-27-9 0,-13-5 0,15 10 0,1 0 0,-1 0 0</inkml:trace>
  <inkml:trace contextRef="#ctx0" brushRef="#br0">28834 4222 7920,'14'0'0,"51"-19"0,-26 7 0,-1 1 0</inkml:trace>
  <inkml:trace contextRef="#ctx0" brushRef="#br0">24000 3469 7889,'0'-14'405,"5"-1"1,-1 1-1,0 0 2199,-3 0-2127,-1 6 1,-1 2 0,-4 7 0,-5 5 0,-4 9 0,-3 7-1,-4 5 359,-1 1 0,0 2 0,-3 2 0,3 1-478,1-2 0,-3-1-290,5-1 0,1-2 1,3-2-1,1-5-288,0-4 1,6 2-1022,3-9-667,4-3 0,2-1-27,4-10 1,4-2 1053,10-8 450,-3 1 0,9-2 0,-4-1 1,0-4-1,-1-1 431,-3-3 0,-1-2 0,-2-1-59,1-1 1,-1-1 0,0-1 0,0-1 0,-1 4 2187,-4 2-390,4 9-779,-11-3 0,10 12 0,-2 6 639,2 10 1,3 3 78,-1 13-1282,0-1 0,-4 7 0,-1 2 0,1 3 0,-1-1 801,0 1 0,-4 3-475,5-5-639,-7 0 1,3-9 0,-6-2 0,0-1 0,0-4-735,0-1 508,0-8-2306,0 5 0,0-13-1948,0 0 961,0-7 2793,-6-7 0,3 0 0,-7-2 0,-1-1 1,-3-2 642,-5 1 0,3 2 0,-3 2 0,-3 0 0,5 6 0,-5 2 0,1 1 0,4-1 103,1-2 0,-3 5 713,0-2 1479,6 3 1,1 2 2279,2 0-4013,10 0 0,8 0 1,17 0-174,7 0 1,4 0-1,7 0 1,0 0-453,-1 0 0,-1 0 133,-3 0-1471,-3 0 1,-13 0 0,-3 0-4094,-3 0 2924,-8 0 2570,-8 7 0,-46-6 0,-16 6 0</inkml:trace>
  <inkml:trace contextRef="#ctx0" brushRef="#br0">30839 3312 7842,'9'-6'387,"1"-3"1,-1-4 0,1 0 2966,-1 4-2493,-6-4 0,4 13-137,-7 0-460,-7 7 0,4 7 0,-5 0 0,0 0 0,2 0 323,0 1 1,-5 4-219,1 0-278,4 6 1,-7-9 0,4 4 0,-2-1 0,0 0 206,1-2 1,2 1-418,-1 1 28,-4-3 0,10 4 0,-5-6-663,2 1 438,1-8 253,5 6 1,13-11-1,6 2 1,6-4 0,5-3-1,3-2 1,2-4-8,3 4 219,3-6 0,-11 8 1,1-5-1,-5 0 702,-7 0 1,-5 4-199,-5-6-670,-2 7 1,-9-8 0,-3 5-1,-6-2 1,-5-3-500,-2-2 0,-8 4-83,3-1 431,2 1 0,-6-1 0,5 2 0,0 2 0,3 1-1136,3-1 763,2 4 70,0-4 374,6 6 51,2 0 1,21 0-1,4 0-3,0 0 0,5-2 459,0-2-239,-4 2 1,1-6-1,-6 3 1,3-2 0,1-3 698,-2 1 1,-6-1-419,-1-4 1,-6 0-456,6-1 0,-7 1 1,2 0-1,-5 0-126,-5 0 0,-4-1 126,-10 1-407,-3 6 0,-7-3 0,1 6 0,-1 2 1,1 2-1778,-1 1 1,1 0 784,0 0 1402,5 0 0,-3 25 0,3 7 0</inkml:trace>
  <inkml:trace contextRef="#ctx0" brushRef="#br0">31038 9298 7659,'12'-2'529,"-1"-3"0,-3-4 1633,-1-4-1579,4 5 1,-10-4-1,4 2 1,-3-3 485,-2-1 1,-2 5-860,-3-1 1,2 7-121,-6-2 0,-2 4 0,-7 1 0,-2 0 93,-2 0 1,-2 0-1,-5 0 1,1 1-54,0 4 1,-1 1 28,1 4-189,-7 3 0,10-4 1,-2 8-1,5 2 1,4 0-154,3 2 0,7 1 243,3 6 27,10 1 1,9-1 0,11 1 0,7-1 0,4-1 427,0-3 1,-1-4 433,-6-6-593,-1-6 0,-1 3 0,-3-6 0,-5-2 1213,-4-1-978,-7-2-326,-1-6 1,-7 2 0,0-5-1,-2-1-345,-3 3 1,2-5-53,-6 8-1408,5-7 1,-8 9-1643,2-3 1,2 4 1145,-1 1 847,6 0 1,-5 0 1188,3 0 0,-15-25 0,-10-7 0</inkml:trace>
  <inkml:trace contextRef="#ctx0" brushRef="#br0">5105 6511 8024,'-2'-8'95,"-1"2"1,-2 0-1,0-2 1811,-1 0-1260,4-5 1,-4 10 659,6-6-774,0 5-485,0-2-55,0 6-12,0 6 43,0 2 1,0 6 0,0 1 0,0 0-1,0 3-37,0 1 1,-1 1 90,-4-1-167,3-3 0,-4 9 0,6-4 0,-2 1 0,-1 2-81,-2-2 0,1 0-71,4-3 213,0-3 1,0 4 0,0-6-1,0 1 1,0-1-175,0 0 236,6 0-17,-4 1 0,10-6 0,-2-1 0,2-2 290,3-3 0,-1-1 17,0-2-203,0 0 0,7-5 0,1-1 0,2 0 0,-2-2 275,-2 0 1,6 3-160,-3-4-170,-2-1 1,-1 2 0,-4 2 0,1 0 336,2-4-240,0 4-482,-4-1 127,-7 1-12,-2 5 259,-6-6 17,0 7 1,-6 0-314,-2 0 1,-2-5-1,1-1 1,-2 0-326,-2 0 1,3-4 255,1 5 345,0 1 1,-1-1 0,1-1 280,-2-2-363,4 4 45,1-2 28,6 6 1,1 0 205,4 0-195,3 0 0,2 5 0,-1 1 1,1 2-1,-1 3 167,0 2 1,-4 1 234,5 0-308,-7 0 0,3 2 0,-6 2 0,0 1 0,0-2 15,0-1 1,0-2 81,0 0-478,0 0 0,-6 1 0,-2-1 0,-2-2 0,1 0-1924,-2-3 1,-2 0 2173,-1 6 0,-13-1 0,-3 0 0</inkml:trace>
  <inkml:trace contextRef="#ctx0" brushRef="#br0">6370 6682 8063,'5'-10'-188,"1"1"1,0-2 0,2 0 0,-1 0 832,-1 1 1,3 1 0,-4-6 0,0 3 557,1 2 1,-6-1-1133,0 7 1,-11-1 0,-8 6-1,0 3 172,-1 0 1,-1 7-119,-3-1 1,-2 2-1,3 3 1,1-1-133,3 0 1,2 0-205,-2 1 139,10-1 1,-14 0 0,12 0 0,0 0 0,0 1-186,3-1 1,2 0 185,6 0 47,0 0 0,0 1 0,2-1 0,2 0 0,7 0 190,7 1 1,4-6-22,6 0-56,-6 1 1,5-1 0,-5 1 0,1-1 0,-4-1 208,-4-3-372,0 3 89,-8 0 0,0 1 0,-7 1 0,-2-1 92,-3-1 1,-7 3-152,-7-6-50,-6 6 1,2-9 0,-5 4 0,0-1-1,-1-1-429,1 0 1,1-1 167,3 1 439,4-2 1,5 4 0,1-6-1,2-1 736,2-4-565,4 3-83,6-10 0,1 10 0,4-3-17,5 4 1,-3 1 70,3 0-181,-1 0 1,7 0 0,2 0 0,1 0-1,0 0 29,1 0 1,1 1-226,2 4 67,4-3 1,-5 4 0,8-7 0,2-3 0,3-2-232,1-2 0,0-3-441,2-8 618,3 3 0,-11-9 1,3 5-1,-4-3 1,-5 0-194,-5 1 1,-10-4 70,-4 7 195,-4-6 1,-1 9-1,-1-3 1,-4 5-42,-4 5 0,-6 2 10,-4 7 118,4 0 0,-8 8 0,6 5 0,-2 6 0,2 1 82,1 1 0,2 3 437,0-5-385,6 6 0,-3-8 1,6 5-1,2-1 1,1-4 390,2-1 0,2-2-233,2 0-251,4-6 1,11 3-1,2-6 1,1-2 0,3-1-156,2-2 0,1-2-65,1-2 38,6-4 1,-4-11-1,6-2 1,-3-1-1,-2-3-417,-2-2 0,-3-1 175,-3-1 224,2 1 1,-10-1 0,3 1 0,-5-1 0,-4 1-323,-5-1 1,-4 3 177,-1 2 410,0 3 0,-1 7 1,-4 0 394,-5 0-286,-2 6-176,-3 2 0,6 6 1,1 1-1,0 4 1,0 4 98,-3 4 1,3 1 67,-1 0-61,-1 1 0,-2 4 1,1 0-1,1 0 1,1-1 686,1 1 1,-3 5-338,6-5-346,0 0 1,4 0 0,-2 0 0,-2 0 0,2 0 44,1 0 0,4 0-114,2-5-83,-2 0 0,11 0 0,-5 1 0,1-1 0,0 0-223,3 0 0,0-4-226,2-1 320,1 1 0,-1-2 0,0-2 0,2-1-200,3-1 83,-3 1 190,10-11 0,-10-1 0,3-5 0,-3-1 1,-2-3-104,0 1 0,5-3 4,0-1 36,0-3 0,0-2 1,0 1-1,-1-2 1,-4-1-99,-5 3 1,2-4 35,-6 3 147,6 3 1,-9-4 0,2 6-1,-2 2 1,-4 1-99,-2 2 1,1 1 8,-7 4 91,7-4 0,-10 12 0,4-4-21,-4 3 0,4 2-294,-1 0 298,7 0 0,-8 7 0,5 2 0,-1 4 168,1 1 0,1 0 567,5 0-559,0 7 0,-4-5 0,-1 3 1,2-2-1,1 0 612,2 2 1,-5 5-180,1-5-374,-1 6 0,3-7 1,-1 5-1,-2 1 1,2 0 52,2-1 0,-4-4-138,0 5-133,0 0 1,5 4 0,0-1 0,0-2 0,0-1-141,0 1 0,-1 4-178,-4 4 222,4-3 0,-6 5 0,6-7 0,-3 2 0,0 2-330,1 1 1,-1 0-41,0-5 313,2 1 0,-4-1 0,6 1 0,1-2 0,4-4-3,5-4 1,2-3-111,2-2 368,1-6 1,-1-2 0,0-6 0,0-1 0,1-4 480,-1-4 1,0-9-183,0-1-393,0-6 1,1 1 0,-1-7 0,-2-4 0,0 0-282,-3 0 1,-6 2 242,2 5-296,-4-1 0,-7 1 1,-3 0-1,-6 1 1,-5 1-345,-9 3 1,-1 5 123,-7-1 484,-1 10 0,0-2 0,3 6 0,3 2 1255,6 1 31,7 2-1137,4 7 1,15-6-1,13 4 1,9-5-1,11-5-145,7-4 0,7-4 110,1-1-431,-1 0 0,-6 0 1,-3 1-1,-5 2 0,-6 1-3202,-8-1 3593,0 5 0,-55-26 0,-6 1 0</inkml:trace>
  <inkml:trace contextRef="#ctx0" brushRef="#br0">7607 6938 8173,'-10'0'2024,"1"0"0,4 0-358,-4 0-498,6 0-1153,-4 0 0,9 0 0,3 0 0,4 0-289,4 0 1,1 0-1,0 0-1727,0 0 0,1 0 2001,-1 0 0,38 0 0,10 0 0</inkml:trace>
  <inkml:trace contextRef="#ctx0" brushRef="#br0">7977 7009 8173,'7'-7'2993,"1"1"-2201,-3-3 1,-3 1 1300,2 3-1573,-2-3 1,3-6 0,1 0 0,0-1-204,1 1-321,4 0 1,-5 0 0,5-2-124,-1-3 0,4 2 1,5-7-1,0 0-614,1 2 0,-4-5-588,3 4 1033,3-4 0,-6-2 1,3 2-1,-5 2 1,-3 3-284,-1 2 1,-7-4 818,2 5-219,-4 6 1,-2 5-1,-4 5 1,-5-2-1,-2 2 103,-2 2 0,-1 7 169,1 3-262,-6 4 1,4 3-1,-3 1 1,3 4 0,3 1 409,4 3 1,-2 0-72,6-1-166,-6 3 1,9-5 0,-2 7 0,2-3 0,2 0 332,0-3 1,2 0-164,2 0-363,4-2 0,8-7 0,2 0 0,2-1 0,2-2-69,3-2 0,4-5-891,4 0 747,-3-2 1,6-8-1,-4-4 1,1-3-1,-1-1-294,-2 0 1,-3-5 286,-4 0 207,4 0 0,-13 5 0,2 0 0,-6-1 521,-4 1 408,-1 0-436,-5 0 1,-2 6-1,-3 3-293,-4 4 0,-4 1-341,-1 0-15,6 0 0,-4 4 0,4 3 1,-2 1-1,2 3-708,2 1 620,1 2 188,-1 1 1,4-1-1,-2 0 1,2 0-28,2 1 1,6-1 229,4 0-118,2-6 0,4-2 0,3-6 0,5 0 0,3 0-153,1 0 1,2-1-38,3-4 108,-3-3 1,5-11 0,-6 0 0,-3 2 0,0-1 78,-3-1 1,-5 4-17,1-4 83,-10 3 1,2 6-1,-6 1 222,-2-2-230,-1 4-209,-2 1 0,1 6-188,4 0 1,3 2 83,6 2 150,0-2 1,-4 4 0,-1-6 0,2 2-234,2 3 0,-3-4 278,-1 4 294,-6-3 580,3-2-603,-6 0 483,0 0-451,-6 0 1,-2 0-455,-6 0 1,-2 0 0,-1 0 0,-2 1 77,2 4 0,1 3-345,2 6 353,-1-6 0,1 5 1,0-4-1,0 4 1,1 1-5,4 0 1,-3 0-345,8 1 321,-1-1 0,5 0 0,2-1 1,4-2 48,8-2 1,0-6 200,5 2-192,3-3 1,-1-2 0,3-2 0,-4-3-1,-1-3 108,0 0 1,0-4 99,-5 2-12,-6-2 1,3-2 0,-4-1 0,-1 1 0,0 0 820,-3 0-556,5-1-123,-6 8-373,4-6 0,-7 11-717,-4-2 645,3 8 1,-4 4-1,6 6 1,0 1 135,0-1 1,0 0 65,0 0-2,0 1 0,2-6 0,2-1 1,6 0-1,2-2-109,3 0 0,-1-1 134,0-5-68,0 0 0,2 0 0,1-1 0,2-4 0,-1-5 63,-2-2 1,-2-2 3,0-1 77,0 1 0,-4 0 0,-2 0 0,-2-1 454,-3 1 1,-1 5-208,-2-1-214,0 7 0,-2-3 1,-3 6-335,-4 0 1,1 0-682,-2 0 356,7 6 1,-5-3-1,5 7-2065,-2 1 2078,7 1 488,12-4 0,2-1 1,5-6-1,-2 2 1,1 2 136,2-2 0,-4-1 24,1-2 342,-4 0 0,0 0 0,-1 0 1602,0 0-1422,-6 0-470,-2 0 0,-6 1 0,0 4 0,-1 5 265,-4 2 1,2 3-135,-7-1-297,7 0 1,-8 0 0,6 0 0,1 1-329,-3-1 1,6 0-1264,-4 0 1199,3-6 0,9-2 0,2-4 0,4 1 0,1 2-194,0-2 1,7-6 226,2-2 235,-2-6 0,6 3 1,-5-8-1,0-1 1,-1-2 303,-1 2 0,-4-4-7,3 2 576,-10 0 1,2 10 713,-6-1-1180,0 7-163,-5-3 1,-2 7 0,-1 4 0,-3 6 0,0 5 198,-1 3 1,-4 2 116,2-3-336,2-2 1,-4 5 0,5-7 0,0 0-400,-1 0 0,1-1-639,1-3 363,4 2 600,-6-10-12,7 4-193,0-12 0,0-2 0,0-6 0,2-1 0,1 1-338,2 0 0,6-2 88,-2-3 281,4 3 0,1-4 0,1 6 1,-1 1-1,-2 2 37,-2 2 0,2 4-304,-2-5 295,3 7 1,1-3-1,-2 7 1,0 4 75,-3 5-127,0 2 190,-1 3 1,0-1 0,-5 0 0,2 0 0,0-1-972,1-4 426,-4 4 162,4-5 1,-1 1-1,1-1 50,2-1 1,2-3-279,4-4 703,0-6 1,0-2 0,0-6 0,1 0 0,-3-1 491,-2 1 1,2 0-301,-2 0 348,-4 6 1,2-3-1,-5 4 37,2 0-1228,0 3 424,-5-2 1,0 8-1,0 2 1,1 4-324,4 0 1,-2 3-17,7-6 148,-7 6 0,9-5 0,-2 4 0,4-5 0,4-4-569,1-1 0,4 0 199,-4 0 667,0 0 1,-5 0 0,1-1 0,-1-3 0,-2-2-26,-2-2 1,1 3 1512,-6-4 108,-1 6 123,-4-10-2010,0 12 222,0-6 1,0 9 385,0 3-417,0 3-188,0 6 0,2-5 1,3-1-1,4-2-605,4-2 0,1-3 334,0-1 383,7 0 1,-5 0 0,4 0 0,-1-1 0,2-3 316,1 0 0,-5-6-20,2 5 37,3-6 0,-6 10 0,3-5 1,-3 1-1,-2 0 531,0 2 0,0 1-197,1 2-272,-1 0 0,0 0 0,0 2 0,1 3 1,-1 4 1,0-3-636,0-1 217,0 3 1,1-6-1,-1 2 1,0 0-1155,0 0 980,0-2 342,1 4 1,-6-7 0,-1-4 442,-2-5 0,-1-2-109,-5-2-107,0 6 0,-1-5 0,-4 4 0,-5-3 0,-2 1 370,-3 2 1,-3 6-180,-1-2-464,-7 3 1,4 2 0,-5 0 0,4 0-1,2 0-311,1 0 0,4 5-425,-3 0 460,3 6 0,2-3 1,1 6-1,4 0-656,4 1 0,3-1 320,2 0 534,7 0 0,2-4 0,9-2 1,2-2-1,2-3 161,3-1 0,2-2 50,2 0 75,-1-7 1,-4 1-1,-2-5 1,-1 3 0,-4 0 717,-1 0 1,-7 3-266,1-4-151,-7 6 0,3-5-709,-6 3 0,0 10-503,0 0 714,0 12 1,-5 5-1,-1 8 1,-2 3-1,-3 5 542,-2 3 0,-1 4 375,0 2-652,0-3 1,0 4 0,-1-9 0,1-3 0,0-1 178,0-3 0,1-9-591,4-4 427,-4-3 0,5-8 0,-6-5 689,0-6 1,4-5-151,1-6-563,-1 0 1,-2-5 0,2-2 0,4-1 0,1-3-266,0-2 0,2-6 12,8 0-496,3 0 1,6 1 0,0 2 0,0 3 0,2 0-440,3 0 0,3 5-1848,7 3 2102,-7 3 1,5 2 0,-4 0 0,3 1 0,-3 4 704,-4 4 0,-22 10 0,-6 3 0</inkml:trace>
  <inkml:trace contextRef="#ctx0" brushRef="#br0">11858 6596 7890,'-2'-14'611,"-2"2"1596,-6 2-1883,4 4 0,-7 6 0,4 0 0,-4 0 1,-1 0-1,0 0 0,-2 1 37,-3 4 1,3-2 0,-4 7-1,1 1-548,0 1 1,0 3 113,5-1-256,-1 0 1,6 0 0,1 1 0,2-1 0,2 0-260,3 0 0,1 0 367,0 1 41,0-1 0,6 0 37,4 0 437,2 0 716,-4-6-351,5-1 0,-18-7-262,0 0-379,-6 0 1,-3 0 0,0 0 0,0 0 52,-1 0 1,6-2 147,0-3-351,5 4-431,-8-6 463,10 7-592,-4 0 632,6 0-80,0 0 1,1 5 0,3 2 10,0 0 0,7-3 29,-1 0 0,2 4 1,4-5 0,2 5 0,2-1 0,1-4-160,-1-2 0,1-1 321,-2 0 1,1 0-8,4 0 0,1 0 0,-6-1 1,0-4 264,2-4 1,-6 1-92,4-2 1,-3 1 201,-2-6 1,-1 6 0,-2-1 921,-1-1-869,-7 5 0,3-2-1047,-6 3 0,0 5 97,0 0 0,-5 2 256,1 8 0,-1-1 79,5 5 0,0 0 0,0 1 1,0-1-304,0 0 0,1-1 131,4-4 1,3 4 183,6-4 0,1-1 1,0 0-1,3-2-21,1-2 1,4-3 204,-4-1 1,5-1-45,-5-4 0,2-3 1,-6-8-1,1-1 382,-3-2 0,-2-2 228,3 2 1,-6 4-92,-3-4 1,-4 8 0,-1 1 1214,0-1-1113,0 5-1377,0-1-169,0 7 0,0 2 512,0 3 0,-4 3 120,-1 6 1,0 0-1,5 0-565,0 0 626,0 1 0,6-1 0,2 0 0,2-1 0,-1-2-87,2-2 1,7-6 185,1 2 119,0-3 1,0-2 0,-1 0 0,0 0 0,-2-2 189,-2-3 0,0-2-212,0-8 482,1 1 1,-6 0-1,-1 0 1,-2-1 1274,-3 1-925,-1 0-621,-2 0 1,0 4-1,-2 2 1,-2 2-316,-6 3-185,4 1 362,-7 2-1963,12 0 1,-4 0 51,10 0 1687,3 0 0,10 0 0,3 0 0,0 2 0,1 1 105,0 2 1,-5 0 1,2-5 101,3 0 0,-6 0 0,3 0 883,-3 0-219,-8 6-478,-2-5 0,-6 12 0,0-3 0,0 2 326,0 2 1,-5 2-165,1 3-319,-1-3 1,0 5 0,0-7 0,2 0 0,2 0-99,1 0 0,0 1-101,0-1 2,0 0 0,0-4 1,1-3-1,4 0 129,4-4-74,10-2 187,3-7 1,1 1 0,-4-7 0,-4-4 0,1-1 65,3-4 0,-3-1-12,3-6-229,-3-1 0,-2-1 1,0-2-1,0-1 0,-1 2-301,-4 1 1,2 1 43,-6 1 185,6-1 1,-9 7-1,3 3-41,-4 4 415,-1 7-293,0 1 1,-1 7 0,-3 2 0,0 3-123,1 4 0,-4 4 64,2 1 335,1 7 0,2-4 0,-1 5 0,-2 0 0,0 0 542,-1 4 0,5-4-318,-4 1-340,3 1 0,2-2 0,-1-1 1,-2-2-1,-2 0 145,2-2 1,1-1-1188,2-2 696,0 0 0,6-1 0,4-4 0,2-2 1,3-3-387,-1 1 0,6-2 368,4-7 213,-3-4 1,10-7 0,-1 0 0,3-4 0,4-3 0,-1-1 0,-4-3-43,1 2 162,-3 3 0,-8 1 0,-3 7 0,-3 2 478,-2 2-308,-6 5-181,-2-2 0,-7 6-49,-4 0 0,3 2-54,-2 2 83,-4-2-97,6 4 183,-11-6-144,12 0 1,-7 2 0,3 1-41,-4 2 1,1 0-215,-2-5 208,1 6 0,-5-3 0,0 7 0,-1 1 1,1 1-115,0 2 0,0-1 87,-1-3 80,1 9 0,5-10 1,-1 10-1,1-3 0,1-2 76,3 0 0,4 0-126,1 1 109,0-7 1,1 3-1,5-5 1,9 0 0,7 1 141,5-4 1,6-2-342,0-1 138,0 0 0,0-6 0,1-4 0,-3-2 0,-1-2-86,-1-1 0,-1-5 47,0-4 71,-5 4 1,-3-12 0,-6 4 0,-1-2 0,-4-2-35,-4-1 0,-3 3-265,-2-3 327,0 9 1,0 3-1,-2 9 1,-1 1-1,-3 3 480,-2 2-270,5 1-525,-10 11 1,10 4 0,-5 7 0,0 3 0,2 3 234,-1 2 0,-2 2 51,4 1 232,-6 1 0,8-3 1,-5 0-1,2-4 0,3-2 67,1-2 0,0-2-355,-2-2 69,2 0 1,-4-5-468,6 1 458,0-7-62,6 3 1,-3-12 0,7-3-1,2-2 1,4-1-162,3 3 1,0 0 70,-5-6 50,1 1 0,-1 5 1,0 1-139,0 1 0,0 3 45,1 4 306,-8 0 1,5 1-1,-6 4 1,2 4-1,1 4 363,-1 1 1,0 1 5,-3-1-316,-4 0 0,10 0 0,-4 0 1,1 1 613,3-1-1250,-5-6-314,0 4-67,-6-10 1,0 3-1097,0-10 1248,0-9 670,0-2 0,-40-33 0,-21-11 0,19 18 0,0 1 0,0-1 0</inkml:trace>
  <inkml:trace contextRef="#ctx0" brushRef="#br0">12370 6611 8016,'9'0'615,"1"0"1,2 0-327,12 0 1,8 0-381,15 0 0,8 0 114,7 0 1,-2-2-1,-8-1 1,-6-2-1700,-6 2 766,-12 1 910,-14 2 0,-64-25 0,-21-6 0</inkml:trace>
  <inkml:trace contextRef="#ctx0" brushRef="#br0">5048 7819 8062,'8'-6'3755,"-2"4"-3291,-6-4 13,0 6 1,0 1-161,0 4 0,0-2-92,0 7-151,0-1 0,0 5 0,0 1 0,-2-1-86,-2 0 1,0 5 0,-3 0 0,0-2 16,4-1 1,-3 3-191,1 0 113,0 0 0,4 0 1,-2 0-1,-2-2 1,2-1-279,1-2 221,2 1 112,0-1 0,0 0 0,2 0 10,2 0 0,0-6-24,5-3 74,1-3 1,-1 2 0,0 1 0,3-2 0,0-1 109,2-2 1,2 0 86,3 0-153,-3 0 1,4-5 0,-4 0 0,2 1-1,1-1 74,-2 0 1,-1-4-82,-2 4-38,0-6 0,0 9 0,1-4 1,-1 1-1,-1-1-43,-4-2 13,4 5 41,-12-3 0,6-1 27,-7-2-30,0 2-277,0-5 0,-7 10 0,-2-4 0,-4 1 1,-1 0-152,0 2 1,4-3 57,1 1 254,-1 0 0,-4 5 0,0 0 0,1-1 60,4-4 1,1 4 298,3-4-76,3 3 1,-5 2-30,2 0-41,3 0 0,2 5 0,10 1 36,2 2 0,3-3 88,-1 4-176,0 1 1,-5 4 0,1 0 0,1 1 0,0-1 153,-1 0 1,-3 0 109,-2 0-289,-3 1 0,4 0 0,-7 3 0,-4 1 0,-5-2-302,-2-1 0,-4-2 34,-3 0-538,3 1 1,-4-1 0,5-2 0,3 0 735,2-3 0,17 0 0,8 6 0</inkml:trace>
  <inkml:trace contextRef="#ctx0" brushRef="#br0">6270 8388 7782,'0'8'3478,"0"-2"-2804,0-6 1,-1 0 556,-4 0-1082,4-6 0,-7-1 0,5-4 0,-2 2 0,2-2 0,3-4 474,4-3-745,4 2 0,11-16 0,2 2 0,2-5 0,7-6-593,7-5 446,4 2 1,2-9 0,-2 5-207,-4 2 0,-2 5 1,-8 7-491,-3 5 992,-10 10-37,-8 5 0,-12 12 0,-5 9 1,-6 1-1,-7 3 143,-3 1 0,-1 4-10,-1 3-18,1-3 0,-4 9 0,4-6 0,6-2 0,4-1 148,4-2 1,6 2-161,3 3 1,4-9 0,1 9 0,3-10 0,6 2 1,9 0 241,2-1 1,7-2 64,-3 1-304,3 4 1,0-10 0,-2 5 0,-3 0 0,-3 0 27,-6 3 1,-1-4-197,-7 3 111,0-7 1,-5 10 0,-2-4 0,-3 4 0,-4 1 12,-4 0 1,-7-4-257,-4-1 88,3 1 0,-4 2 0,5-2 0,-1-4 0,-1-1-331,0 0 0,5-1 63,-2-4 395,9 0 1,-3-1-1,6-4 1,-3-3-1,2-1 321,2-1-93,1 1 75,5-5-223,0 6 0,2 1-1,2 7-22,-2 0 1,6 0 0,-5 2-1,3 1 1,2 3 316,3 2 0,-3-3-355,2 4-77,-1-5 0,5 4 1,2-5-1,3 1 1,3 0-366,0-3 0,5-1 186,-3 0-7,3 0 1,1-6 0,2-5-1,2-5 1,1-5-502,-1-1 1,-7 3 84,-1-4 611,-1-1 1,-2-6 0,-5-2-1,-7-1 1,-3 2 745,-2 1-241,-3 8-290,-1 1 0,-6 13 0,-4 3 240,-2 4 0,-1 7-112,4 4-177,-4 9 0,11-2 1,-4 7-1,1 1 1,1 0 554,0-1 1,-2 7-9,1-2-500,1-4 1,4 2 0,0-3 0,-2 4 0,-1 4-1,-2 1 1,0 0-104,5-5 0,0-4-127,0 0 1,0 0 0,0 4 0,0 0-188,0 1 1,0-5 96,0-1 41,0 1 1,0 0 0,0-2 0,0-2 0,-1-2-114,-4-3-74,4 0 254,-6-7 0,6-2-2,-4-6 0,3-2 251,-2-2-313,2-4 1,-3-7 0,1 0 0,0-4 0,3-5-643,1-3 0,0-3 228,0-3 275,0-3 1,0-5 0,0 1 0,1 2 0,4 0-40,5 2 1,2-5 319,2 3-4,1 3 0,0 5 1,4 8-1,5 2 1,3 2 334,1 2 0,1 8-38,-1 4-253,-6 2 0,5 4 0,-5 2 0,0 6 0,-4 3 49,-7 1 1,0 0 91,-6 0-176,-1 0 0,-4 1 0,0-1 0,-1 0 1,-4 2 59,-4 3 1,-4-5-98,-1 0-152,0 0 0,-1-6 0,0 5 1,-3-2-1,-1-3-269,2-2 1,-4-1 142,2-5 149,-6 0 1,8 0-1,-5 0 1,1 0-1,4-2 86,1-2 374,2 2-71,-1-10 1,8 8-138,2-5 5,3 6-77,9-4 1,0 7 0,8 0 0,-1 2 0,2 1 359,3 2-462,-4 0 0,12-5 0,-3 0-176,3 0 1,3 0 35,3 0 0,-3-7 0,5-2 1,0-4 38,2-1 1,0-5 95,1 0 1,-7-5-1,2 4 1,-3-1 97,-1 1 1,-5 1 92,-1 5 1,-5-1 61,1 1 1,-4 6 187,0 4-424,-7 2 90,-2 2 0,-6 6 27,0 4-250,0-4 130,0 7 0,-2-12-223,-2 4 287,2-3 1,-11 2 0,4 1 0,-4 0 0,-1 0-35,0-1 0,0 6-39,-1-6 42,1 8 0,0-6 1,-2 6-1,-1 0 0,-2 0 15,1-1 0,7 2-7,2 6-7,-1-3 0,1 4 1,1-6-1,2 1-108,3-1 1,3-2 27,4-2-35,4-4 0,6-1 1,2 0-1,2-4 1,2-2-277,2-4 1,-3-6 264,5 1 1,-7 3 50,2-3 1,-3-1-1,-2-6 1,0-2 217,1 1 0,-6-2 473,1 1-457,-1-6 1,-1 9 0,-3-3-1,-4 3 1,-1 2 1021,0 0-574,0 6-583,0 1 0,-1 7 0,-2 2 0,-2 3 50,2 4 0,-4 9 99,3 0 0,-1 6-149,5-5 1,0 5 0,0-5 0,0-2-411,0-1 0,5-2 163,-1 0 0,9-1-172,1-3 0,0-4 1,7-6-1,-2 0-172,0 0 1,6-2 40,-1-2 463,-4-4 1,6-7 0,-6 0 0,1-4 0,-1-3 197,-2-1 0,-4 3 746,-5 6 164,4-1 283,-11 1-910,4 6-206,-6 2 1,0 12-1,0 4 1,-2 4-1,-1 3 626,-2 2 0,-4 0-521,4-4 1,-1-1-294,1 0 1,4 0 0,-6 0-1,2 1-1161,1-1 709,-1-6-131,5 4 1,-2-10 47,-2 3 1,2-5 182,-3-5 0,4 2 184,1-7 1,0-4 0,0-6 0,0-1 20,0 0 1,5-4 264,-1 2-100,7 2 1,-3-1 0,6 4-1,1 0 1,-1 0 97,0 2 0,2 8 211,3 4 1,-3 2 61,3 2 0,1 0 1,-1 2-1,-2 2 300,-1 6 0,-3 3-52,-4 1-548,4 0 0,-11 2 1,2 1-1,-2 2 0,-2-1 22,0-3 1,0 0-880,0-1 1,0-5-62,0 1 1,0-6-1344,0 6 1448,0-7 536,6 3 1,-3-7-1,7-4 1,1-4 0,2-4 53,1-1 1,5 0 219,0-1-115,0 1 1,0 0 0,0 0 0,-2-1 0,-1 1 350,-2 0 0,0 0 8,0 0 731,-6 6-324,5-5-463,-11 11-156,4-4 1,-6 8 0,0 2-1,0 6 1,-2 3 428,-2 1 0,2 0-230,-3 0 0,4 2-275,1 3 1,0-3-1,0 3 1,0-3-126,0-2 1,0 0-516,0 0 0,0-4-99,0-1 0,0-4-347,0 4 342,0-5 810,0 2 1,0-8-1,1-2 91,4-6 0,-3-7-80,2-2-67,4 0 0,-6 5 1,2-1-1,0 1 1,-1 0 187,2 0 0,-1 4-152,-4 1 0,2 1 41,3-2 1,-4 2 44,4 4 297,3 2-218,-7-4 0,10 7 0,-6 4-5,-2 5 0,4-3-337,-3 3-25,1-1 0,-5 6 0,0-1-196,0 0 0,0-4 141,0-1 0,0-4-144,0 4 1,0-4 215,0 4 179,0-5 1,0 4 576,0-4-97,0-2-399,0 4-88,0-6 0,0-1-180,0-4 0,0-3-395,0-6 359,0 6 0,5-5 1,1 5-1,1-1 0,0-1-140,1-1 1,2 3 31,4-1 220,-6 6 0,5-5 1,-4 5-1,4-2 373,1 2-97,0 1-155,-6 2 0,3 2 0,-5 1 1,1 3-1,-1 2 236,-3 3 1,0-3-337,2 2 1,-3-1-144,2 5 1,-2 1 0,0-1-212,2 0 349,-2 0-416,11 0 0,-10-4 0,6-2-175,2-2 0,2-1 531,1-5 1,0-6 36,1-4 1,3-3-1,1-2 1,-1-3 173,-2-1 1,-2-6-110,0 1 0,-1 2-37,-4-2 1,2 7 0,-6-2 603,-2 3-239,-1 2-261,-2 6 230,0 2 71,0 19 0,0-4-176,0 10 0,0-3 0,0-2-16,0 0 1,0 0-750,0 1 245,0-1 1,4-5 0,3-1 0,1 0-1,3-2-621,1 1 1,4-2 308,3-5 0,-2 0 334,7 0 0,-5 0 1,3 0-1,0-2-35,0-3 0,-4 2-21,1-6 339,-3 5 1,-2-7 0,0 7 0,-1-1 919,-4-1-815,4 4 650,-12-4 1,7 6 528,-3 0-878,3 6-374,6-4 1,-4 9 0,-1-7 0,2 0 0,3-3-442,5-1 1,-3 0-506,3 0 701,3 0 1,-4-6 0,5-4 0,1-1 0,-2 0-212,-3 2 1,-3-1 193,-2-4 122,-6 0 1,3 0 0,-6-1 231,-2 1 0,-8 6 89,-4 4-210,-4 2 1,-3 2 0,-1 0 0,-2 2 0,0 2-80,-2 6 0,7 4 322,0 5-138,0-3 0,7 9 0,-4-5 0,4 3 1,0 2 547,4 2 0,0 1-32,-2 1-400,4-1 0,-6 5 1,7 0-1,0-1 0,0-2 14,0-2 0,0-4-221,0 0-104,0 0 0,-5-2 1,-1-2-1,-2-1 1,-3 0-300,-1-2 0,-3-6 99,1-1 222,0-7 0,0 3 0,-1-6 0,1 0 1,0-1 564,0-4 0,4-3 149,1-6-651,-1-7 0,2-1 0,4-8 0,2-3 0,4-5-563,2-3 1,6 0-759,9 3 934,-3 3 0,9 7 0,-4 0 0,1-1 0,3 2-1302,2 4 0,-5 4-868,-3 9 1767,-3-2 760,-8 10 0,-21 8 0,-11 10 0</inkml:trace>
  <inkml:trace contextRef="#ctx0" brushRef="#br0">10237 8288 15994,'5'-19'-94,"1"-1"1,2-2-1,3-5 1,2-5-633,1-6 524,0-3 0,1-2 0,-1 1 1,0-1-1,-1 2 0,-2 3 1,-3 7-614,-2 5 1166,-1 6-466,-5 12 0,0 3 139,0 10 1,0 8 0,-2 7 0,-1 1 201,-2-1 1,-1 5-1,3-1 1,-2 3 171,2 1 0,-4-4 39,3 0-355,-1-1 1,5 1 0,0-2 0,0-1 0,0-2-98,0 1 0,0-4-12,0 3-175,6-9 1,2 1-1,6-7 1,1 0 0,-1-3-421,0-1 1,2-6 147,3-4 434,3-2 1,2-9 0,-2-1 0,-2-2-1,-2 2 436,-3 2 0,-5-4-224,-1 5 359,-5 0 1,2 10 140,-6-1 0,-2 7-1020,-2-2 235,-4 4 0,-2 2 0,2 4 0,0 3 1,2 1-723,0 1 0,1-5-351,5 4 974,0 0 1,2 1 0,1-1 0,3 1 0,2-2 342,3-3 1,2 1-78,1-1 0,0 4 471,0-4 0,1 4 0,-1-2 380,0 1 0,-5-4-395,1 6-36,-7-1 0,3 1 0,-6-1 348,0 2-988,0 2 1,0-4-49,0 1 0,2-7 1,1 3-1,3-1-643,2 0 1,2 0 23,4-5 579,7 0 0,-4-2 1,5-3-1,0-4 1,0-5-24,4-5 0,-1 1 294,-1-6-15,2 1 1,-10-6-1,3 3 1,-3 0 0,-3 4 1008,-4 2-647,-3 1 196,-6 4 0,-1 8-430,-4 2 1,-3 10-361,-6 4 219,0 4 1,4 1-1,1 2 1,-1 1 0,1 4 49,-1 1 1,7-5-276,-2 2 174,4-3 0,1-2 1,0 0-1,1 0 1,6-1-212,7-3 0,2-3 118,7-2 45,1-3 1,3 4-1,-2-7 1,-1-4-1,1-5-185,2-2 1,-5-3 115,-3 1 202,3-6 0,-11 4 0,4-3 0,-4 3 0,-3 2 373,-4 0 1,-2 4-117,-2 1-102,0 6 0,-2-4 1,-2 9-137,-6 3 1,-3 7 239,-1 7-183,0 6 0,5-7 1,1 4-1,1 0 1,4-1 183,2-1 0,1-1-12,0-5-190,12 1 0,-1-3 0,15-1 0,2-3 1,5-2-395,4-2 0,-1-9 61,2-5-28,-3-2 1,-4-2 0,-1-2 0,-5-2 0,-2-2-759,-6-2 1,-1-2 276,-2-4 323,-6-1 438,-8 1 0,-32 4 0,-14 0 0,-4-2 0,-1 0 0</inkml:trace>
  <inkml:trace contextRef="#ctx0" brushRef="#br0">10209 7990 7743,'1'8'1767,"4"-4"-953,5-2 1,5-2 0,7-2-1,10-2-1581,8-6 1,5-4 174,12-5 0,2 3 1,-1-3-1,1 3-2094,-4 2 2686,-8 0 0,-10 6 0,-11 2 0</inkml:trace>
  <inkml:trace contextRef="#ctx0" brushRef="#br0">12270 8260 7743,'-8'-2'3059,"4"-3"-2780,2-2 1,2-8 0,2 1 0,2 0 0,6-2 0,3-1 3,1-2 0,5-11 1,1 1-1,1-2-220,-1-4 0,4-1 0,-5-5 0,-3 1-199,-5 2 1,0 7 20,-6-3 1,-1 11-1,-4 4-324,0 3 244,-6 8 171,-2 2 0,-6 7 0,0 4 0,0 5 0,-1 4 51,1 5 1,0 3 368,0 6-187,6-6 0,-5 5 0,5-3 0,0 4 0,2 4 477,0 1 1,4 0-246,-3-4-232,4-7 1,1 6 0,0-2 0,0 2 0,0-1 263,0 0 0,0 0-146,0 1-232,0 0 1,0-4 0,0 0 0,0-1 0,0 1 154,0 0 1,0 0-389,0 4 98,0 0 0,0-4 0,0 0 0,-2 0 0,-1-1-231,-2 1 0,-1-7-140,1 2 251,4-3 1,-7-3-1,5-2 4,-2-2 129,0-6 170,5 4 1,-5-14 0,1-4-1,0-5 1,3-4-499,1-2 0,0-7-101,0-4 126,0-6 1,0-2-1,0-8 1,0-2 0,1-1-356,4 1 1,-2-2 542,7 5 70,-1 7 0,6 2 0,0 6 0,3 3 0,2 4-58,2 7 0,7 8 607,4 2-332,0 6 1,-4-2 0,-1 10-1,0 4 1,-1 4 261,-3 1 1,-5 0-76,-10 0-302,-2 1 1,-7-1-1,0 0 1,0 0-1,-2 1 1,-3-1 1,-2-5-3,-8 1-189,-5-1 1,2 5 0,-4 1 0,0-3 0,2-1-700,-1-1 1,-4-5 221,1 4 518,4-6 1,-1 4 0,7-6 0,0 2 13,-1 2 1,8-2 509,2-8-305,3 4 0,4-12 0,4 4 0,8-4 0,8-1 243,5 0 1,3-1 18,3 1-329,-2-6 1,10 2 0,-3-5-1,1-1 1,0 0-270,-1 1 1,-6 0 186,1 0 1,-4 2-47,-6 7 251,-8 0 1,-11 6 46,-8 3-230,-4 4 1,-8 5 0,-2 3 0,-1 1 0,2 4-95,1 6 0,-1-3 108,3 4-36,-4-3 1,12-6 0,-3-1 0,4 2-328,3 2 0,2-4 460,0 1 1,13-7 1,-4 3 0,12-6-1,-1 0 1,3 0 401,-1 0 1,0 5-94,-3 0-163,-3-1 0,4 1 0,-7 1 0,-4 2 0,-3 3 548,1 2 0,-6 1-161,4 0-549,-3 1 0,-4-1 1,-1 0-1,-3 0 1,-1 1-312,1-1 0,1-5 241,5 1-730,0-7 0,2 3 0,3-6 0,4 0 75,4 0 0,3-6-648,2-4 1071,-2-2 1,11-7-1,-5 0 1,0 1-1,-1 1 99,-1-2 1,-5 3 767,-1-3 27,0 10 0,-11-2 1085,7 6-1336,-7 0-237,3 12 1,-7 1 0,-3 6 0,0 0-1,1 0 607,1 0-505,2 7-325,0-5 0,2 4 0,1-5 0,3-3 0,4-1-537,5-1 0,0-7-163,3 2 609,5-4 0,-8-1 0,6-1 0,-2-4 1,0-6-256,-2-7 1,-1 1 654,-2-7-153,-6 1 1,3-6-1,-6 1 1,-2-1 0,-1 1 244,-2-1 1,-7 3-67,-2 2-198,-4 3 0,-1 9 0,-2 2 0,-1 6 0,-4 4-264,-1 4 1,3 4-6,-4 6 123,5 7 1,-7-4-1,8 7 1,2 1 0,4 2 107,0 2 1,5-3-111,1-2-35,4-3 1,2-7-1,4 0 1,4 0-1,6-1-104,4-4 1,1-2-271,4-7 318,3 0 0,-5-5 1,6-1-1,1-2 1,-3-5-196,-2-4 1,3-1-187,-3-5 474,3 5 0,-5-9 0,-3 2 0,-4-5 0,1-5 2,3-1 0,-8-2 80,3-4 24,-9 5 0,6-1 0,-6 8 0,-2 5 528,-1 3-269,-2 9-77,0 7 1,0 17 0,0 3 378,0 2 0,-5 0 307,0-2-496,1 0 0,-1 0 0,-2-1 851,0-3-1100,3 2 231,-8-10-286,10 4 1,-4-4-388,6 2 185,0-2 1,-2 4 0,-1-4-1,-2 3 1,2 4 190,2 4 0,-1 1 181,-3 0-218,4 7 1,-7 1-1,5 6 1,-2 1-1,0-1 76,-1 1 0,4-3 88,-2-2-487,2 3 1,2-11 0,2 4 0,2-2 0,6-3-531,2-2 0,3-8-228,-1 0 763,0-4 0,5-6 1,2-2-1,-1-5 0,2-3-202,0-1 0,-4-5 505,1 2-45,-4-6 1,0 5-1,-3-4 1,-1 5-1,-3 3 787,-1 2 1,-3 4-217,-4 1-322,0 6 0,0-2 0,0 10 321,0 4 1,-1 6 16,-4 3-449,3-2 1,-4 6 0,6-4-1,0 1 1,2-2-8,2-1 0,0 1-1091,5-3 714,1 4 1,4-12 0,2 4 0,1-6 0,3-2-585,3-2 0,-6 0 133,2 0 520,3-6 0,-6-2 0,3-6 1,-3-2-1,-2-2-79,0-1 1,-6-6 277,-3 1 42,3-9 1,-7 5 0,2-2-1,-6 6 1,-6 4 208,-4 2 1,-3 2-103,-3 2-91,-3 6 0,-6 2 0,1 6 0,2 2 0,1 2 51,-1 6 0,3 4-74,-2 5-19,6-3 1,-1 6 0,8-5 0,4 2 0,0-1-91,4-3 1,3 0-288,5-1 1,4-2 162,10-2 1,2 1-1,6-6 1,-1-2-192,4-2 0,2-1 222,-3 0 97,-1 0 1,0-6 0,1-3 0,-1-2-1,1 0 469,-1 1 1,-1 1-189,-3-6 0,1 6 416,-6-1 1,5 7 272,-5-1-469,0 2-303,-12 2 0,0 2 426,-7 2-716,0 4 16,0 0 0,0 0-371,0-3 246,0-4 232,0 6 0,-7-7 0,-2 0 0,-4 0-28,-1 0 0,0 0 3,0 0 124,-1 0 0,-4 0 1,1 0-1,0 0 0,2 0 229,2 0-225,0 6-111,0 2 0,1 6 1,4 0-1,4 0 0,3 1 4,2-1 0,0 0-169,0 0 111,7 1 1,2-3-1,10-1 1,5-3-1,3-2-469,1-2 1,2-3-66,3-1 1,-3 0 357,3 0 1,-3-6 0,-1-4 0,-1-2 56,1-2 0,-7-2 516,-3-3-245,-3 3 0,-4-5 0,-2 6 0,-4-1 0,-1 0 566,-1 3 1,1 7-386,-5-3 1,-1 5 209,-4 0 0,2 4 0,-5 4-209,2 6 0,-4 3-53,5 1-96,1 0 1,4 0-1,0 0 1,0 1-1,1 0-50,4 4 1,1-8-473,4 4 0,7-6 223,-3 1 1,4 1-1,-3-7 1,3 0-219,1-3 1,0-2 388,-5-4 1,2 0 72,3-9 0,-8 3 1,3-10-1,-3 1 50,-3-4 1,3 0 80,-6-4-166,-1 9 1,-4-14-1,-1 11 1,-4 0 0,-6 3-102,-6 3 0,-1 8-9,-5 3 0,1 4-33,-2 1 0,-3 1 0,5 4 0,0 4-207,3 4 1,5 1 203,4 0 145,-3 7 0,12-5 1,-4 3-1,5-3 0,5-2-36,4 0 1,4-1 118,1-4 0,5-1-82,0-3 1,6-4 0,-1 4 0,3-3-69,1-2 1,1-2-2,-1-3 43,1-3 0,-1-6 0,-1-2 0,-2-1 0,-3-3-144,-1-3 1,3 0 92,-5-6 12,0-5 1,-7 2-1,-1-4 1,-3 1-1,-2 3-65,-2 2 1,-4 3 174,-5 4 1,-1 2 73,-4 7 1,-7 6-1,2 3 1,0 4 16,-1 1 0,0 8-139,-3 6 40,3 0 0,-4 13 0,6-3 0,-1 2 1,1 3 272,0-1 0,4 1 647,1-1-702,6 1 0,-4-1 0,7 0 0,2-1 0,3-1 286,4-3 1,6-5-610,3 1-31,-2-4 0,6-2 1,-4-2-1,2-3 0,1-2-247,-1-2 0,-1-3-65,-4-1 0,-1-6-144,0-4 0,0-2 1,-1-4-1,-2-2-736,-2 0 1,-5-8 576,0 3-330,-2-4 1,-5-2-1,-5 1 1021,-6-1 0,-45-1 0,-20 0 0,24 8 0,1-1 0,-1 0 0</inkml:trace>
  <inkml:trace contextRef="#ctx0" brushRef="#br0">13180 7876 7744,'-8'9'548,"4"1"1,4-7 388,4 2 0,6-4 1,9-1-1,6 0 175,7 0 0,4-1-874,7-4 0,1 2 0,2-5 0,1 0-194,-1 0 0,-8 3-97,-5-4-2167,-3 6 0,-8-4-2566,-3 7 4786,-9 7 0,-55 1 0,-18 6 0</inkml:trace>
  <inkml:trace contextRef="#ctx0" brushRef="#br0">2503 10151 7825,'0'-15'548,"0"1"895,0 0 562,0 6-1775,0 2 0,0 7 1,0 4-1,0 4 0,0 4 1,0 6 83,0 0-291,0 6 0,0-3 1,1 7-1,2-1 1,2 1 98,-2-1 1,-1 2-114,-2 3 51,0-3 0,5 5 1,-1-6-1,0-3 1,-3-2 102,-1-5-801,0 3-1123,0-6-882,0 4 873,0-12 1197,0-8 573,0-8 0,13-50 0,3-11 0</inkml:trace>
  <inkml:trace contextRef="#ctx0" brushRef="#br0">2503 10264 7832,'0'-8'549,"0"-4"1,1 5-99,4-2 1,3-4-169,6 4 0,5-5 0,2-4 0,1-1 57,3 2 0,0 1-356,-1 2 0,3 1 0,-5 2 0,0 3-72,-3 2 0,-3 1 11,-2 5 5,0 0 1,-1 7 0,-4 2 0,-4 4 0,-3 2-206,-2 4 1,0-1 54,0 5 172,0-5 0,-8 7 0,-5-4 1,-4-1-1,-2 1-69,-2-4 0,4-1-87,-7-2 136,1 0 1,-4-4 0,1-2 0,3 0 0,-1-2-16,2 0 1,1-1 273,7-5-37,6 0 0,0-2 188,13-2 1,0 2-155,14-3-46,3 4 0,-6 1 1,3 0-1,-2 0 0,0 0 303,2 0 0,0 5-229,-4-1-145,-8 7 0,6-3 1,-5 6-1,2-1 0,-3-2-110,0-1 0,2-1-473,-4 5 383,0-6 0,1 3 0,2-4 0,1-1 0,1 0-381,1-3 1,6-1 64,2-2 317,0-6 1,-5-1-1,1-4 1,-3 2-1,-1-4-42,-1-4 1,-2 1 481,1-3 9,-2 3 0,-7 2 1,0 0 1219,0 0-987,0 6-406,0 1 1,-2 9 0,-1 3-42,-2 4 1,-1 4 154,1 1-344,3 0 1,-4 5 0,6 0 0,0-2 0,0 1-140,0 1 1,6-3-313,4 3 382,3-10 0,1 4 0,2-5 0,1-1 0,3-2-364,3-3 1,-4-4 127,4-3 335,1-2 0,-2-12 0,-3-2 0,-3-1 0,-2-3 351,0-2 0,-4-2-62,-1 1-49,-6 0 1,2-1 0,-10 2 0,-4 4-1,-4 4 244,-1 3 1,0 8-197,0 3-257,-1 4 0,-4 2 0,0 4 0,2 6 0,1 5-179,2 3 0,0 4 112,0-4 64,-1 7 0,3-6 0,2 5 0,6-2 0,0-3-61,0-3 0,2-1-393,-3-1 335,10-1 0,3-6 0,8-4 0,3-2 0,4-2-364,4 0 1,2-6-29,-1-4 457,1-2 0,-1-3 0,0 1 0,1-2 0,-1-1 242,1-2 1,-6-5-39,1 5 767,-6 0 0,0 5 303,-8 0-760,-4 6-245,-6 2 0,-1 12 1,-4 3-1,-3 4 0,-1 1 434,-1 1 1,7 0-519,-2 4-186,-3-3 0,7 5 0,-4-7 0,3 0-959,2 0 1,2-6 462,3-3 367,3 3 1,11-7 0,1 3 0,1-8 0,1-5-481,0-4 1,-3-1 226,5 0 608,-7-7 1,2 4 0,-8-5 0,-3 1 1589,-2 4-805,5 1-582,-9 2 0,3 6 0,-9 5 104,0 6 1,-3 5-243,3 6-163,2 0 0,-4 1 0,6-1 1,0 0-1,0 2-254,0 3 1,6-8-624,3 3 565,4-3 1,1-3 0,2-3 0,3-4 0,5-1-272,3 0 1,-1-6 249,-2-4 245,3-2 1,-5-9-1,7-2 1,-3-4-1,-2-3 239,-5-3 1,-5-4-122,-4-5 0,-4-3 120,-6-2 0,-1 1 0,-4-3 0,-5 3 104,-2 5 1,2 14-190,1 4-62,6 12 1,-9 6-1,6 11 1,0 9-33,0 7 1,1 6 398,5 5-235,0 4 1,0 4 0,0-2 0,0-1 0,0 0 700,0-2 1,0 1-98,0-4-682,0-3 0,0 5 1,0-9-1,1-2 1,4-3-244,5-1 0,-3-6 95,3 1-272,-1-1 0,7-13 0,2 4 1,2-3-1,1-4-883,-1-3 0,4-4 384,-5-10 638,0 3 0,0-9 1,0 4-1,-2-1 1,-1-1-16,-2 0 1,0-2 638,1 6-23,-8 0 0,5 5 390,-8 0 1,1 8-516,-5 6 0,-6 7 0,-2 11 137,0 1 1,-3 0-376,6-5 1,0 0 0,4 0 0,-2 1-153,-2-1 1,2-2-90,7-2-116,4 3 1,8-12 0,2 4 0,2-4-1,2-1-988,3 0 0,2-6 322,2-3 820,-1-4 0,-4-1 0,-2 0 0,-1-1 0,-6 1 376,-4 0 0,0 4-216,-6 1-43,0 6 617,-5-4 1,0 14 407,0 2-451,0 4 0,0 1 0,0 0 1,0 1 222,0-1 1,0-5-865,0 1-7,6-7 1,2 5 0,6-5 0,2 2 0,3-2-822,5-2 0,3-7 182,1-3 458,1 2 1,-1-5-1,-1 2 1,0-1-1,-2 0 18,0 2 0,1 4 1002,-8-5-569,-2 7 1,5-3 0,-7 4 0,0-1-1,0-2 485,1 2 1,-6 2-186,1 1-223,-1 0 0,1 0 0,-3-2 0,1-1 178,0-2 0,-5-1-465,2 1-365,3 4 0,-6-12 0,1 5-737,-6 0 1,-5-3 711,-6 6 365,-1 1 1,-5 4-1,-2 0 1,0 1-1,1 4 335,0 4 1,6 4-78,-4 1 2,3 0 0,6 1 1,3 0-1,0 4 0,3 5 594,-3 3 1,6 1 134,-4 1-679,3 6 0,4-4 1,1 7-1,3 0 1,1-2 188,-1-2 0,-1 0-428,-5-1-44,0-6 0,0 0 1,0-5-1,0 0-389,0-3 0,-2-9 155,-3-5 206,-2-4 0,-12-1 1,-2 0-1,0-3 1,-1-5 7,0-6 0,3-5-27,-4 0 17,12-3 1,-7-3 0,13-2-1,2-3 1,2 0-358,1 0 0,12 1-616,7 1 671,7-1 0,7-4 0,1 2 0,3 2 0,2 4-932,2 0 1,-3 3 181,0-2 561,-13 6 558,2-2 0,-76-7 0,-15-3 0</inkml:trace>
  <inkml:trace contextRef="#ctx0" brushRef="#br0">4109 10122 7903,'-28'0'523,"-1"0"65,1 0 0,8-1 2924,5-4-3194,1 3 1,14-6 0,0 5 0,8-2-509,5 2 0,7-3-382,4 1 0,3-1 1,0 3-1,-2-2-1538,-1 2 0,-2 1 808,1 2 1302,4 0 0,-5 13 0,7 3 0</inkml:trace>
  <inkml:trace contextRef="#ctx0" brushRef="#br0">6185 10278 7807,'10'0'3624,"-1"0"-1924,-6 0-666,10 0-750,-12 0 0,6 7 0,-7 2 1,0 4-1,-2 1 75,-3 0-536,4 1 0,-5-1 0,4-2 0,-1-1-1567,-2-1 1051,0-1 0,12-1 0,2-5 48,4-6 1,1-5 333,0-6 434,7-6 0,-4 4 1,7-5-1,1 2 0,2 0 331,1 2 0,-1 1 587,-3 2-702,3 6 1,-10 2 0,5 6 0,-1 1 326,-4 4 0,-3 3-48,-4 6-504,-4 7 1,-6-4-1,0 5 1,0-1 0,0-4-342,0-1 187,-6-2-1682,4 0 799,-10-6 0,10-8 395,-3-9 322,4-10 0,7 2 0,4-6 1,2 1-1,4 2 382,3-1 1,-3 1 375,3 1-372,-3 9 0,-2-7 0,0 12 0,0 2 0,0 1 564,1 2 1,-3 7 235,-2 2-660,-4 10 0,-1-1 0,0 5 0,-2 1 0,-2 0 200,-1-1 1,0-4-603,0 5-73,0-7 1,0 4 0,0-7-1,-1-1-3775,-4-4 2274,3-2 675,-4-7 0,5-2 981,-4-3 0,-5-34 0,-1-18 0,-4-6 0,0 1 0</inkml:trace>
  <inkml:trace contextRef="#ctx0" brushRef="#br0">6555 9994 7807,'-22'-14'0,"3"0"1666,9-1 412,-2 8-554,10-6-1913,-4 11-513,6-4 1,6 8 0,4 2 0,2 6 901,2 2 0,32 41 0,-19-23 0,0 1 0</inkml:trace>
  <inkml:trace contextRef="#ctx0" brushRef="#br0">7365 10321 7807,'22'0'251,"-3"0"1,-3 0 1247,-2 0 0,-4 0 906,-1 0-1766,-6 0 0,5-5 1,-5-1 915,2-2-1196,6-1 0,-8-4 0,5 2 1,0 3-399,0 2 1,-3-5-6,4 1-313,1-2 0,4-3 1,0 0-1,0-4 0,1-5-584,-1-3 0,0-1 137,0-1 534,-6 1 0,-1-1 0,-7 3 0,0 2 1,0 5-250,0 3 1,-2 3 266,-3 4 174,-3 3 1,-6 6 0,0 0 0,0 1-1,-1 4 20,1 4 0,5 6-72,-1 4 205,7-4 1,-8 12 0,6-3 0,2 3 0,2 1 804,1 1 1,0-1-228,0 1-318,0-1 0,0-1 1,1-3-1,4-4 1,4-1 114,4 0 0,3-2-828,3-7 258,3-4 0,6-6 0,1 0 0,1-1 0,1-4-577,3-5 0,-1-4 247,-5-5 256,7 3 0,-5-10 0,5 2 0,-2-1 0,0 1-81,-1 5 0,-7 3 52,-1 2 244,-7 0 1,4 6 100,-7 3 0,-6 5-57,-4 5-30,-2-4 1,-2 7 82,0-3-106,0-3 659,-6 4-172,4 0-592,-11-4 91,6 4 0,-8-4 0,1 1 1,0 3 75,0 2 0,-5 2-63,0 4 31,0 0 1,6 0-1,2 2 1,2 1-1,-1 2 13,2-1 0,-3-3 10,6 0-202,1-1 1,4 0-1,1 0 1,6-1-79,7-4 1,2-2 121,7-7 52,1-7 0,3 1 0,-2-7 0,-1 1 0,0-4 118,-2 0 0,3-4 365,-6 1-290,-6 0 1,-2 5 0,-5-1-1,0 1 619,1 0-1216,-3 6 380,-4 2 1,-4 7 0,-3 4-1,1 5 1,-2 2 103,0 2 1,5 5 0,-2 0-31,4 0 1,1-5 0,0 1 0,0-1 0,1 0-316,4 0 0,3-1-61,6-4 203,7-2 1,1-2 0,6-1 0,1-2 0,-1-5-338,0-7 0,-1-2 161,-3-3 499,-3 1 0,-4-6 0,-1-3 1,-5 0-1,-2 1 126,-1 1 0,-5 2 600,2 5-585,-3 0 1,-4 6 0,-3 3-15,-4 4 1,-2 2-321,1 4 60,-2 9 0,10 2 0,-3 4 0,4-1 1,1 0-191,0-1 0,0-3 89,0 0-95,6-1 1,-3 0-1,8-1 1,4-4-1,3-4-382,5-3 1,-4-2 299,4 0 265,-5-7 1,7-1 0,-6-7 0,-2-3-1,-1-1 308,-2 2 0,-4 1 682,-1 2-452,-6 0 0,4-1 596,-7 1-1803,0 6 574,-7 8 1,6 10 0,-6 9 0,3 6 0,-1 5 248,2 3 1,1 7 415,2-2-347,-6-4 0,4 7 0,-2-3 0,2 3 1,0 0 78,-2-3 1,2-4 6,-3-11-458,-2 4 0,3-13 0,-5 2 0,-2-6-280,-2-4 1,-3-3 175,-3-8 144,4-3 0,-6-6 1,7-2-1,0-1 1,-1-4-145,1-1 1,5 3 204,-1-4-26,7 5 0,-2-7 1,10 6-1,6 0 1,7 0-299,5 0 1,6 0 124,4 5 181,3 0 1,8 0-1,2-1 1,3 1-1,0 0 1,0 0 0,3-2-69,-4-3 164,-1 3 1,-12-4 0,-7 5 0,-9 1-1,-8 0 187,-6 0 1,-3 0 4,-2-1-164,0 7 0,-7 1 0,-2 3 0,-4 0 1,-1 1 86,0 1 1,-1 2-261,1 0 137,0 6 1,0-3-1,1 7 1,2 3-1,3 2 39,2 4 0,0 2 436,1-2-377,3-3 0,-4 4 0,6-4 0,0 1 0,2 2 10,2-1 1,-1-3 19,7 0-193,-1-7 1,6 3 0,0-7 0,3-1 0,2-1-305,2-2 1,-3 0 103,5 0 19,0-6 1,4-2 0,1-6 0,-1-1-1,1 0-102,-1-4 0,-4 3 117,-1-3 195,1 3 0,-2 2 0,-3 0 113,-3-1 488,-8 8-166,-2 0 0,-7 7 39,-4 0 0,2 0-438,-7 0 105,7 0 0,-5 5 1,3 1 191,-4 2 1,1-3-153,-1 4-69,5-5 0,-4 7 0,5-5 0,-3 0-117,-2 1 0,5-1-93,-2-1-201,4-4 444,-6 6-429,6-7 196,-6 0 1,9-5-1,3-2 1,4 0-1,4-4-94,1-2 0,2-1 198,3-1 22,-3 1 0,10 5 1,-2 1-1,3 0 1,1 2 111,1-1 1,-5 3-92,-1 4-234,-5 0 1,2 0 0,-6 0-3223,1 0 1896,-7 6 893,-2 2 609,-6 6 0,-19-6 0,-5-2 0</inkml:trace>
  <inkml:trace contextRef="#ctx0" brushRef="#br0">9981 10179 7807,'0'-14'191,"0"4"1,0 1 0,-1-1 1159,-4 2 1,3-4-1,-2 2 373,2-2-1321,2-3 1,0 6-1,0-1 137,0-1-412,0-1 0,6 4-247,4 3 1,3 4 0,1 1-41,0 0 1,5 0-243,0 0 276,0 0 1,-10 0 0,1 0-1,1 1 1,0 4-222,-2 4 1,2-1 246,-6 2 94,0-1 1,-5 5 0,0 2-1,0 2 1,-2 1 104,-2-2 1,-4-1 145,-7-2-295,1 0 1,0 0-1,0 1 1,0-1-271,-1 0 0,7-4-18,4-1 363,2-6 0,2 10 0,2-5 0,2 1 356,6 1 0,3-6-89,1 6 101,0-7 0,-1 10 0,-2-4 0,-3 4 493,-2 1 1,-1 0 317,-5 0-993,0-6 0,-11 3 1,-5-4-1,-5-1 1,-4 0-88,-2-3 1,0-1-432,4-2-192,-4 0 1,11 0-1,-5-2 1,2-1-1,2-3-2783,4-2 3281,-1 5 0,-6-54 0,-10-6 0</inkml:trace>
  <inkml:trace contextRef="#ctx0" brushRef="#br0">3853 11913 7909,'0'-9'116,"0"-1"1120,0-1 823,0 5-1302,0 0 1,-1 6-718,-4 0 1,-4 0-1,-9 0 1,-2 0-1,-2 0 1,-2 0 40,2 0 1,-5 0-480,3 0 256,4 0 0,-6-7 1,7-2-1,2-5 0,3-5-372,4-5 1,4-4 98,6-6 386,0-2 0,8-7 0,5 1 0,6 1 0,1 3 72,1 5 0,4 9-137,-1 5 162,-4 3 0,1 8 0,-7 4 0,0 2 0,0 2 312,1 0 0,-3 6-221,-2 4 27,2 9 1,-10-3 0,3 4-1,-4 1 1,-1 2 359,0 4 0,-5-2-126,1 4-324,-7-4 0,4 10 0,-4-7 0,3 1 0,1-1 81,-1 1 1,4 1-220,0 3 0,1-8 0,-1 4 0,0-3-54,0 1 0,3-3-24,1 0 147,0-1 1,0-1 0,0-3 0,0-3 110,0-2-8,0-6 422,0-1-68,0-7 0,0-2 150,0-3-368,0 4 1,0-7-600,0 3 121,0 3 142,0-4-831,0 6-922,0 0 1727,0 6 30,0 2 3,0 0 0,-2 3 0,-1-4-35,-2 1 155,1-5-70,4 3 0,0-4 24,0 2 1,-2 0 225,-3 5-161,4-6 1,-7 3 0,3-4-37,-4 3 1,-4-4 6,-1 4-117,6-3 0,-5-2 1,4 0-1,-4 0 0,-1 0-133,0 0 379,0 0-83,-1 0 1,6-5 0,-1 0 56,-1 2 0,5 0-101,1-2-99,4 4 0,-1-6-841,-3 7 358,4 0-680,-6 0-200,14 0 676,1 0 319,0 0 0,-1 0-930,-2 0 149,-3 0 703,10 0 496,-10 0 0,23-6 0,-1-2 0</inkml:trace>
  <inkml:trace contextRef="#ctx0" brushRef="#br0">3740 11913 8041,'0'-20'-56,"0"-4"1,0-3 142,0-1 0,0-2 0,0-3 1,0-4-1,0 1 0,1 3 229,4 3 1,3 1-1,6 1 1,2 1 137,3 3-271,-3 4 1,4 7 0,-6 2 0,1 3 1016,-1 2-587,-6 1-226,-2 5 0,-7 0-168,-4 0 0,-5 0-346,-9 0 113,4 0 1,-11 7-1,6 2 1,-2 4-1,-4 2-95,-1 4 0,1 4-203,2 5 244,3 0 0,4 6 0,1-1 1,5-2-1,2-1-33,1-1 0,5-1 201,-2 1-72,3-1 0,9-1 1,2-3-1,4-4 0,1-1 154,0 0 0,0 0-120,1-5-39,-1 0 1,5 1 0,0-1 0,-2 0-1,-1 0 74,-2 1 1,-4-1-117,-1 0 61,-6-6 0,4 4 1,-7-2-1,-2 3 1,-3 1 105,-4 0 1,-5-1-273,-5-4 125,3 4 0,-11-10 0,3 5 0,-3-2 0,1-3-71,2-1 0,-3-2-66,3 0 137,4 0 0,-1-6 1,7-4-1,0-3 404,0-1 0,6 0 22,3 0-244,3 6 1,2 0-466,0 3 1,7 4 42,2-4 268,-3 3 1,7 9 0,-3 1 0,1 1 0,0 1 18,-2 1 1,1 0-124,4-2 24,0 4 1,0-7-1,2 5 1,3-3 0,5-2-226,3-2 0,1-3-382,0-1 469,7 0 0,-3-6 0,4-2 0,-1-2 1,-3 1-329,-2-2 1,-8-2 368,-3-1 230,-4 0 0,0-2 0,-3-1 0,-2-2 0,-6 1 1361,-2 3-890,-2 0 122,0 7 1,-2-3-500,-2 7 1,1 5 68,-7 9-177,7 2 1,-3 4 0,6 1 0,0 2 0,0-1 82,0-2 1,0 3-470,0 0 127,0-1 0,1-5 0,4-2 1,4-3-1,4-2-805,1-2 0,2 2 93,3-1 703,-3-1 0,9-10 0,-6-3 0,-2-4 0,-1-1 231,-2-1 1,1 1 48,-1 0 262,-6 0 1,3 0-1,-5 1 1,0 2 1531,1 1-1220,-2 7-269,1-3 1,-5 12 0,4 4 0,-3 4 143,-2 5 1,0-3-342,0 3-152,0-4 0,0 4 1,0 0-1,0-1-457,0-2 0,-2-7-991,-3 1-72,4-7 886,-5 3 1,6-12 160,0-4 402,0-2 1,6-4 0,3-3-1,4-3 1,1-2 429,0 0 0,5 5-43,0-4-92,7 5 1,-9 2 0,7 9 0,-1 0-1,-1 4 452,-3 2 1,2 2-282,-2 4-340,0 3 0,-6 11 0,-2 0 0,-4 0 0,0 0 174,-4 0 0,3-1-791,-1-3 133,0-1 0,-5 0 1,1-1-733,4-4 0,-2-2 440,7-7 548,-7 0 0,10-8 0,-4-5 0,4-4 0,2-2-58,4-2 1,-1 1-33,5-4 341,-5-3 1,7 7-1,-6-4 1,-2 6-1,-1 6 472,-2 2 1,1 7-229,-1-2 294,-6 4-513,4 1-163,-10 6 144,4-4 1,-6 6 106,0-4 24,0-2-292,-6 4 0,3-6 0,-7 0 0,-1 2 1,-3 1-512,-5 2 1,2 6 60,-7-2 393,7 4 1,-9 1 0,7 0 0,1 1 0,0-1-42,4 0 0,-3 0-70,7 0 144,4 1 0,-1-1 1,9-1-1,3-2 1,6-4 80,6 0 1,1-2-111,5-5 85,7-7 1,-1-1 0,1-6 0,-5 0-1,0 0 70,2-1 0,-5 0 252,-3-4-81,-3 3 1,-7 0 0,-1 7 0,-1-2 1559,-4-2-1323,-2 5-357,-1 2 0,-4 18 0,-3 6 0,-1 5 13,-3 6 0,5-4 72,1 8-88,-3 4 1,7-3 0,-4 6-1,4-4 1,-1 1 142,-3-1 0,4 0-90,-4 2-202,3-9 0,1-4 0,-2-6 0,-4-2-125,-1-1 0,4-3 366,-6-4-180,1-3 0,-1-7 0,1-4 0,-1-4 1,2-4-10,4-1 0,-3-5-257,3 0 201,-1-13 1,5 9 0,1-12 0,4 0 0,6-3-197,7-3 1,2-2-120,4 1 253,9 5 1,-8-4 0,15 3-1,4-3 1,5-1-210,2-1 1,-3 5 162,-5 0 123,0 7 1,-8-6-1,-7 7 1,-9 0-1,-8 3-88,-6 1 0,-5 4-27,-5-2 184,-3 6 1,-8-2 0,-1 6 0,-4 1 0,-1 4-62,-3 4 0,3 3-3,-2 2 29,7 0 0,-8 8 1,4 5-1,0 6 1,1 3 98,3 3 0,1 7-142,2 1 76,6 6 1,1-4 0,7 3 0,0-5 0,3-3 253,7-1 0,1-1-122,13 1-163,-1-7 0,7-2 1,2-7-1,3-4 0,1-4-70,4-3 0,-1-2 74,-1 0-247,3-7 0,-11-2 0,3-9 0,-3-2 1,-3-2-145,-3-3 1,-4 2 598,-5 0-167,-8-1 0,5-3 0,-8 3 0,-1 6 0,-3 2 255,-4 1 0,-4 8-253,-6 2-98,-7 10 0,4 4 0,-7 10 0,0 5 1,2 4-187,3 5 0,5-3 80,4 4 242,4 2 1,6-6 0,2 3 0,2-5 0,8-4-46,5-5 1,10-5-30,6-4-212,6-4 0,-2-6 0,4 0 0,-3-1 0,-5-4-1268,-3-5 1,-8-2 707,-3-3 754,-9 1 0,-48-32 0,-18-7 0</inkml:trace>
  <inkml:trace contextRef="#ctx0" brushRef="#br0">6782 11928 7866,'0'-23'88,"0"3"0,0 1 0,0 0 0,0 2 898,0 1 1,0 6 0,2 2-384,3 2 0,-2 3 1,5 8 159,-2 4-586,-1 4 1,-1 3 0,1 1 0,-2 4 0,-1-1 284,-2 1 0,0-1-290,0-1 0,-2-3-220,-2 3 1,2-3 0,-3-2-449,4 0 0,-1-4 163,-3-1-190,4-6 1,-5 2-518,6-10 0,0-3 520,0-6 428,0-6 1,6-3 0,3-5 0,4 0 0,1 1 172,0 3 0,5-1 829,0 6-718,0 0 1,0 6 0,0 4 0,-1 4 0,-3 3 392,0 2 1,-1 7 26,0 2-434,-6 4 0,3 6 0,-6 1 0,-2 2 1,-2 2 5,-1-2 1,0 4-194,0-8-242,0 1 1,0-4-1,2-1 1,3-1-715,4-4 0,5-3 303,5-6 414,4 0 0,5-6 0,-1-5 0,-2-5 1,-1-4 33,1-3 1,-4 1 474,-2-1-147,-4-4 1,-7 0 0,-3-6 0,-3 1 0,-2 2 563,0 2 1,-7 6-63,-2 3-522,-4 3 1,-6 8 0,0 3 0,2 5 0,1 5-43,2 4 0,1 10-197,4 5 25,-4-3 0,11 6 1,-2-4-1,2 2 0,4 1 8,2-3 0,0-4 121,5 5-8,7-7 1,1 2-1,9-8 1,2-3 0,5-1-46,4-4 0,-4-2 66,5-1-124,0-6 0,-2-7 1,-1-7-1,-2-2 0,0-3-19,-1-2 1,-7-2-16,-1 1 104,-7-1 0,3-4 0,-7-2 0,-2-1 0,-3-3 44,-2-2 1,-1-2 22,-5 0 55,0 7 1,0 3 0,0 9-1,-1 7 894,-4 6-596,3 4-424,-4 14 1,6 1 0,0 7 0,0 6 0,0 6 605,0 4 0,-5 9 901,0-2-1127,1 3 1,4 1 0,0 1 0,0 0 0,0-2 440,0-3 1,0 1-752,0-6 33,0 1 1,0-8-1,0-2 1,0-5-419,0-3-913,0-8 672,0-2 0,0-7 0,0-4 1,0-5-1176,0-2 1,0-3 1092,0 1 0,-2-6 279,-3-4 0,-3-3 1,-4-3-1,1-1 99,1-3 0,2 1 142,-1 5 575,-4 6 1,10 0 0,-5 4 63,2-1 1,9 7 535,11 7-754,7 3 0,9 2 0,1 2 0,3 1 0,-3 2 281,-1-2 0,-1 3-375,-1-1-160,1 6 0,-3-9 0,-2 2 0,-5-2-504,-3-2 133,-8 6 465,-2 2 1,-6 6 0,0 1 0,0-1 0,0 2 952,0 3 1,0-4-328,0 4-468,0 3 1,-2-4-1,-1 4 1,-1-2-27,0-2 1,3-2 64,1-2-1108,0-6 0,0 0-74,0-4 1,6-4 287,4 0 439,2-6 0,2-8 1,1 0-1,0-1 1,3 1-208,1 0 1,0 0 675,-5-1-154,0 1 1,0 2-1,1 2 1,-1 5 342,0 4 1,-4 1-157,-1 0-248,-6 0 1,8 6-1,-6 4 1,-2 2-1,0 2 273,2 1-212,-3-1-161,10 0 0,-9-4 1,7-2-1,1-2-213,2-3 0,1-1-25,0-2 189,0-7 0,-4-1 0,-2-6 0,0 0 0,-2 0-34,0-1 0,-1-3 121,-5-1-53,0-7 0,-2 11 0,-2-4 1,-6 3-1,-3 3-43,-1 4 1,0 1-262,0 3 155,0 3 0,-1-4 0,3 8-373,2 2 1,4 0 97,6 5 316,0-6 0,13 4 0,6-6 0,6 2 0,3 2-229,1-2 0,1-1 24,3-2 428,-3 0 1,5 0-1,-8-2 1,-2-1-1,-3-2 238,-2 2 0,-5 2 185,-6 1-350,-6 0 1,4 6 0,-7 3 0,0 4 0,-2 1 585,-3 0 0,2 2-262,-6 3-372,-1-3 0,-2 4 1,0-5-1,5-1 0,0 0-531,4 0 290,2 1-41,1-1 0,7-6 0,6-2 0,6-1 0,3-1-337,3 0 1,2-4 156,2-5 345,-7-3 1,3-6 0,-4 0 0,-1-1 0,-1 0 210,-6-4 0,-1 1 261,-7-5-392,0-7 1,-5 0-1,-2-4 1,-4 4-1,-8 2 60,-8-1 1,0 7-295,-2 3 91,0 4 1,-4 7-1,1 3 1,2 5-1,1 5-250,-1 4 1,4 9-62,2 1 275,10 6 0,-2-5 0,6 6 0,2-4 0,3-2-284,4-2 0,6-3-81,9 0 299,-3-1 1,15-6 0,-2-2 0,2-1-1,4 0-140,3-2 0,1-6 46,-1-2 329,3-6 0,-11 3 1,4-5-1,-6 2 1,-4 3 894,-5 2-210,-4 1-524,0 5 0,-6 0 1,-1 2-1,-2 3 0,-2 4 624,-3 4 0,-1 6-244,0 0-428,0-1 1,-5 1-1,1 0 1,1-1 116,1-2-260,2-2-211,0 0 1,2-6 0,2-3 0,6-4-521,2-1 1,3-1 239,-1-4 279,0-3 1,5-8 0,2-1-1,-1-4 1,2-1-210,0-3 1,-3-7 31,5-1 265,-7-13 1,4 8 0,-9-9-1,0 3 1,-5 1-122,0 1 1,-3 5 353,-4 4 26,0 9 0,-1 5-10,-4 10 1,4 9-201,-4 9 161,3 10 0,1 5 0,-2 8 1,-2 2-1,2 3 600,1 2 1,2-2-165,0 0-350,0 1 0,-2-1 0,-1-4 0,-1-3 0,0-3 25,3-4 1,1-2-73,0-7-971,0 0 1,1-6 378,4-3 0,3-11-123,6-9 339,0 1 0,5-13 1,0 4-1,0-6 1,0-2-321,0-2 1,2-1 653,-2 6 30,-3-1 1,3 6-1,-8 2 1,-4 4 312,0 4-526,-2 8-15,-5-1 0,-2 8 0,-3 4 0,-4 7 0,-5 6 100,-5 3 1,3-5-53,-3 2-24,3 3 0,2-6 0,1 5 1,2-2-1,3-1-77,2 0 0,1-2 123,5-2 51,0 0 0,6 0 0,6 0 0,5 1 1,7-3 403,2-2 0,3-4-81,-1-6-394,1 6 0,-2-4 0,-2 3 1,-3-4-1,-3-2-2535,-6-4 1631,1 3 57,-13-4 1,4 1 860,-10 1 0,-53-7 0,-19 3 0</inkml:trace>
  <inkml:trace contextRef="#ctx0" brushRef="#br0">10735 11672 6116,'-5'-10'2969,"0"1"-1090,2-2-1653,2 4 0,1-5 0,0 2 0,0-2 0,-2-3 0,-1 1 0,-2 0 0,0 0 0,1 0 1091,-1-1-1347,-6 1 0,3 5 0,-8 1 0,-3 1 0,-4 4-216,-4 2 1,-2 9 142,1 6-5,-1 0 1,6 13 0,1-3 0,1 2 0,4 3-225,1-1 1,8-4 70,3 0 157,4-7 1,9 4 0,6-7-1,8-2 1,6-2-144,5-5 0,-1-5-98,6-5 254,-6-3 1,2-6-1,-5-2 1,-1-1-1,1-4 18,-1-1 1,-6-2 430,-3-4-220,-3-1 0,-3 1 1,-2-2-1,-3-2 1,-2-2 350,-3-3 1,-1 1-79,-2-2-165,-7 3 1,1 7 0,-5 3 0,3 4 884,2 7-700,-5 9-540,9 5 1,-4 13-1,6 9 1,-2 3 0,-1 7 130,-2 2 1,0 3 864,5 1-654,-6 3 0,5-6 0,-4 4 1,3-1-1,2 0 349,0-2 0,0-1-807,0-7 182,0-6 1,7 4 0,2-7 0,4-4 0,1-3-258,0-8 1,2-2-975,3-2 965,-3 0 1,4-2-1,-6-2 1,1-6-1,-1-4-185,0-5 1,-1 2 213,-4-7 347,4 6 1,-10-8 0,5 2 0,-2-1-1,-1 1 574,1 5-465,-4 9 1,4-2 294,-6 2 0,0 6-515,0 4 1,0 11 405,0 8-343,0 0 1,0 0-1,2 1 1,1 1 0,3-1-76,2-2 0,2-3-244,4 0 103,0-1 1,5-2 0,2-2-1,1-5 1,1-4-389,-1-1 0,4-1 274,-7-4 342,0-3 1,0-11 0,-2-2 0,-3-1 0,-4-3 315,-4-2 1,-1-1-107,-5-1-124,0 1 0,-7 4 1,-4 2-1,-4 2 1,-6 4 133,-1 5 0,-2 4-453,-4 7 133,-1 0 0,3 2 0,0 3 0,4 6 0,2 5-296,2 3 1,2 1 30,2-1 188,6-3 0,0 4 1,5-5-1,-2-1 0,4-2-308,4-2 0,5 1-45,6-6 466,7-1 0,1-4 1,6 0-1,2-1 0,2-2 212,1-2 0,2-4-32,-2 4 77,-3-6 0,5 9 1,-7-3-1,-1 4 1,-2 1 741,-1 0 0,-7 0-439,2 0-269,-3 6 1,-8 2 0,-2 6 0,-1 0 0,0 1 339,-2-1 0,-1 5-527,-2 0-73,0-7 0,-5 1 1,-1-3-773,-2 2 66,4-4 562,-2-2 1,5-6-1,-3-1-290,0-4 0,-1-3 6,5-6 327,0 0 1,2-2 0,2-1 0,4-2-1,3 0 118,3-2 0,-3 5 207,8-3 1,-1 4-58,1 0 1,-3 6-1,4 1 1,-1 2 77,0 3 0,0 1-20,-5 2-126,0 6 1,1 2-1,-1 6 1,-2 1-1,-2-1 45,-5 0 1,-2 5-134,2 0-229,-4 0 1,6-5 0,-7 0-855,0 1 436,0-1 208,0-6 1,0-4-6,0-8 408,0-4 0,0-6 0,0-2-43,0-3 1,6 1 108,3-5 0,4 4 0,1-3 0,0 1 279,1 4 0,-1 3-161,0 4 0,0-1 0,0 6 0,1 2 92,-1 2 0,-1 7 29,-4 3-201,4 4 1,-7 1 0,5 2 0,-3 1 0,0 2-30,0-1 0,-5-3-480,2 0 305,3-7 1,-1 3 0,8-7 0,0 0-582,4-3 0,-3-1 187,3 0 364,-3-6 1,0-2-1,1-6 1,2-2 0,0-1 132,2-2 1,-6-2 75,4 2 245,-3 3 0,-6-3 0,-1 8 0,2 3 474,2 2-670,-5 1 1,0 5 42,-4 0 1,-1 2 67,7 3-274,-7-4-104,3 12 0,-6-10 91,0 6 450,0-5-139,0 2 0,-1-6-212,-4 0 1,2 0-56,-7 0 5,1 0 0,-7 0 0,-1 0 0,-2 0 1,0 0-134,-2 0 1,6 6-148,-4 4 282,3 2 0,2-2 1,-1-1-1,1 2 1,2 4-143,2 4-38,4-4 125,6 6 0,0-7 0,1-1 0,6-4 0,5-4-224,6-3 0,5-2-182,-4 0 465,7 0 1,-6-7-1,4-1 1,-4-1-1,-2-1 389,-4-1 0,6-6-129,-10-2-19,6 0 0,-13 5 0,5 0 943,-2-1-972,-1 1 1,-5 8-136,0 6 1,0 6 176,0 8-142,-6 1 1,4-1-1,-3 0 1,4 2-70,1 3 1,0-3 4,0 3-255,6-4 0,2-5 0,6-2 1,2-2-1,1-3-585,2-1 1,6-4 419,-1-3 288,-3-2 1,4-8 0,-4 1-1,-1 0 1,1-2 108,-4-3 1,-1 5 185,-2 0 120,0-1 0,-6 8 722,-3-8-925,-4 7 63,-1 2 1,0 17-1,0 3 1,0 2 930,0 0-833,0-2-258,0 0 1,2 1 0,3-3 0,4-1-540,4-1 0,1-7 111,0 2 51,1-4 1,5-2 0,2-2-1,2-4 1,-2-1-295,-1-3 0,2 0 892,-4 2-158,0-4 0,-5 12 524,1-4 478,-1 3-774,-6 2 1,-4 7-1,-7 2 1,-3 4 0,0 1 634,-1 0 0,-2 0-327,4 1-699,-6-8 0,8 6-415,-7-3 452,1-4-167,1 0 1,2-7-1,6-4 1,0-5-1,0-2-867,0-2 1,6-5 460,4 0 637,-4-7 0,6 11 1,0-6-1,3 4 1,4 1 168,-1 3 1,-3 4 448,0-1-481,-1 4 0,5 6 1,0 2-1,-2 1 0,-1 3 407,-2 2 1,0 1-93,1 6-580,-7-1 0,3 0 1,-5 0-1,2 0-2149,3 1 0,-3-3 560,1-2 1140,-6-4 565,10 0 0,-18-42 0,4-5 0</inkml:trace>
  <inkml:trace contextRef="#ctx0" brushRef="#br0">13067 11416 7931,'0'-14'427,"-2"-1"-173,-3 1-723,4 6 469,-6-4 0,14 10 0,1-4 0</inkml:trace>
  <inkml:trace contextRef="#ctx0" brushRef="#br0">26047 12183 8111,'-14'-6'74,"5"3"1,-1-5 0,1 0 576,1 0-475,-5 5 0,4-3 0,-9 6 0,-1 0 1,0 0-1,-1 0 0,-5 0 0,-5 0 228,-4 0 1,-7 0 0,0 0 0,-6 0-157,-4 0 1,-1 0-162,-5 0 1,5 0 0,2 0 0,-1 0-45,1 0 1,-3 0 238,-4 0-253,7 0 0,-1 0 0,6 0 0,-3 0 0,1 0 57,-2 0 1,6 1 61,1 4-151,-1-3 1,7 6 0,-9-4 0,-1 6 0,-1 1 40,1-2 0,2 6 22,1-1-8,1 0 0,1 7 0,1-6 1,4 3-1,0 2 102,-1 2 0,4-3-277,-5 5 151,6-7 1,-7 6 0,6-6-1,0 3 1,-2 1-3,-3-1 0,2 4-65,-2-5 10,6 0 1,-7 0 0,4 2 0,0-1 0,0 2-32,4 0 1,1-3 61,1 5 13,1 0 0,-1 3 0,1-2 0,1-1 0,2 1 9,1 2 0,0 6-23,-4 0 8,0 0 0,4-9 0,0 0 0,-1 1 0,0 2-94,1 1 1,-1 1-48,6-1 112,-7-6 0,11 5 1,-4-5-1,3 2 0,2-2-21,-1-2 1,1 4 90,0-5-58,0 6 0,0-4 0,-1 4 0,1-1 0,2 1 41,2 2 0,-3 0-45,4-4 19,3 4 1,-2-9-1,5 5 1,-4 1-1,1 0-18,0 0 1,1-6 11,5 6-39,0-6 0,0 4 1,0-5-1,0 4 1,0-1-26,0 1 1,0-1 195,0-1-137,0-3 1,0 9 0,0-4 0,1-1 0,3 2 6,0 0 1,3-3 8,-3 5 1,-2-6 0,9 7 0,-6-5 1,0 1-1,-1-1 47,1-2 1,4 2-28,-4-1-2,6 0 1,-9-3-1,4 1 1,-1 2-1,1-1 114,2-2 0,-5-2-87,2 0-30,3 6 1,-5-4 0,5 3 0,0-3 0,0-2 270,3 0 0,-3 1 72,1-1-266,1 0 1,-1-1 0,1-2 0,1-2 0,1 2-27,3 2 1,-6 1-134,1 0 47,-1 1 1,5-1-1,0 0 1,1 2-1,-1 1 12,0 2 0,0 0-133,1-5 145,5 1 1,1-1 0,4 0-1,-3 0 1,0 0-4,0 1 1,2-1 24,4 0-43,1 0 1,-1 1 0,1-1 0,-1 0-1,-1 0-14,-3 0 1,3 1 25,-4-1 30,4 0 0,6 0 0,0 0 0,-1 1 0,-2-1 245,-2 0 0,7 0 165,3 1-314,-3-8 0,6 6 1,-3-5-1,1 1 0,1 1 161,-2 1 0,-2-3-351,2 1 67,3-5 1,-9 7-1,6-5 1,0 0-1,-1 2-3,1 0 0,-4 0-261,3 1 295,-5 4 1,12-7 0,-4 5 0,-1-1 0,2-1 142,0-1 1,4 5-108,2-4-57,-3-2 1,5 1 0,-6-5-1,0 3 1,-1 0 41,1 1 0,-1 2 44,1-4-130,-7 0 1,6-1 0,-5 1 0,5-2 0,0-1-146,1-2 1,0 1 477,-1 4-275,7-3 1,-5 4-1,4-6 1,-4 0 0,-1 0 191,-1 0 1,1 0-11,0 0-212,-1 0 1,-4 0 0,0-1 0,2-3 0,1-2-137,1-2 1,-4 5 87,0-2 37,0-3 1,3 5 0,-1-5 0,-2 2 0,-1 1 14,0-1 1,4 4-39,-3-2 80,-3-4 0,6 5 0,-5-5 1,0 1-1,-3 3 93,-3-3 1,4 4-8,-1-6-128,0 5 0,-5-3 0,1 2 0,-1-3 0,1-2-5,-1 1 0,1 4-177,-1-4 96,0-1 1,1 1-1,-1-1 1,1 1 0,-1-1-273,1 1 1,1 1 176,3-1 129,-3-4 0,6 5 0,-4-6 0,3 0 0,-1-1-143,1 1 0,3 0 61,-5 0 57,7-1 1,-6 0-1,6-3 1,-1-1-1,2 2-113,1 1 0,2 0 50,-11-3 118,6 4 0,-2-8 1,4 6-1,-2-2 0,-2 2-50,-3 1 0,4-3-16,-5 0 43,7-6 1,-8 3-1,4-7 1,-1 1 0,-2-1-67,2 1 1,-4 0 47,7-1 33,-6 1 0,2-4 0,-5 0 0,-1 2 0,1-1 3,-1 1 0,-1 0-49,-3 1 106,3 1 0,-7 0 0,4-1 1,-5 1-1,-5-1 154,-5 1 0,3-1-49,-8 1-176,7 0 0,-9-2 0,4-2 0,-1-3 0,0 0-13,-2 1 1,0-4-191,2 5 210,-4-7 0,10 9 0,-4-6 1,-1 1-1,2 1-117,0 0 0,-5 2 295,2 5-94,-4-1 0,-1 1 0,0 1 0,-1 2 0,-4 1 0,-4-1 1,-6-1-117,-4 3 52,4-4 0,-12 5 0,5-7 0,-2 1 1,0 0-25,-1-1 0,-2 1 25,-1-1 1,-1-6 0,1 5 1,-2-3-1,-3 3 0,-4 2 69,1-1 0,-7 1-78,1 0-10,-1-1 0,-17-2 0,3 1 0,-1 3 0,-1 0-11,2 0 1,-1 3 78,-4 1-49,4 5 1,-5-7-1,4 6 1,-2 0 0,-7-2-14,-7-2 0,3 1-213,-4-2 104,3 7 1,2-10-1,0 3 1,0-3-1,1-1-327,4-1 0,-3 2-1187,2 4 1483,-2-4 0,-1 13 0,2 0 0,0 7 0,-4 6-445,-7 1 1,33 1-1,0 1 321,-4 2 0,0 1 67,4 2 0,-1 2 0,-5 2 1,0 2-1,4-2 0,0 1 1,-3 2-1,1-1 0,-4 2 1,0 0-516,-2 2 0,0-1 0,7 1 0,0 0 217,-1-3 0,1 0 511,3-3 0,1 0 0,3 3 0,-1-1 0,2-2 0,0-1 0,-35 7 0,7-4 0</inkml:trace>
  <inkml:trace contextRef="#ctx0" brushRef="#br0">23943 13221 7928,'-14'-6'2098,"0"-4"-1750,6-2 0,1 2 0,6 2 1,-2 1 863,-2-1-378,0 5 0,4-9-402,-4 8-424,-3-1 1,-6 5 0,0 2 0,-2 2 0,-2 6 15,-1 2 1,-6 4-209,1 3 117,4 3 0,-5 7 1,4-1-1,1 2 1,1 3-4,6 5 0,-1-1 80,4 0 49,4-5 1,0 8 0,7-7 0,4-2-1,4-2 188,4-6 0,6-2-35,0-7-111,6 0 1,2 1 0,8-3-1,0-2 1,1-6 198,0-2 0,2-2 50,5 0-233,6 0 1,-5-2 0,5-2-1,-2-6 1,1-2 181,-2-3 0,-5 0 135,-8-4-302,0 3 0,-22-6 0,2 4 1,-5-2-1,-5-2 196,-2-4 0,-8-5-474,-8-2 1,-5-2-1,-10 2 1,-3-4-324,-5 1 1,1 3-1233,-1 9 1190,1 4 1,-1 7-1,1 4 1,4 4-1,5 3-1528,2 2 1,9 2-280,-2 3 1615,-3 2 703,6 8 0,-17 12 0,3 3 0</inkml:trace>
  <inkml:trace contextRef="#ctx0" brushRef="#br0">23659 13278 7945,'8'-1'913,"-4"-4"1,0 3 1356,0-3-1218,-2 4 0,11 1-152,-4 0 1,4 1-212,1 4-516,-6 3 0,4 11 0,-2 2 0,4 1 1,3 3 152,2 2 1,7 1-66,-3 1-268,4-1 1,-3 1 0,0-3 0,-1 0 0,1-4-603,0-2 1,-8-1 112,-2-4-1008,0-8 0,-11 0-818,7-7 549,-7 0 1302,3 0 1,-4 0 0,1-2 470,2-3 0,6-34 0,-3-15 0</inkml:trace>
  <inkml:trace contextRef="#ctx0" brushRef="#br0">24256 13378 7945,'0'-10'1634,"0"1"1099,0 6-1152,0-10 1,0 10-925,0-7 0,-6 7-436,-4-2 0,-4 10 111,-5 5 0,-3 4 0,-7 5 0,-1 4 222,-3 4 0,2 2-127,-7-1-515,6 1 0,-7-3 1,5 0-1,3-4 0,2-2-86,6-2 1,2-4-1737,7-5-1171,6-2-880,2-1 1654,6-4 2307,6-2 0,15-34 0,9-11 0</inkml:trace>
  <inkml:trace contextRef="#ctx0" brushRef="#br0">26431 12866 7777,'0'-22'329,"0"1"0,-1 7 0,-3 0 0,-2 0 787,-2-1-811,5 1 0,-10 5 1,4 1-1,-4 0 1,-2 2-1,-3-1 1,-2 4 497,-2 1 1,-7 4-754,-4 3 1,-5 3 0,3 7 0,0 4 4,1 5 0,1 3 0,4 3 0,2 2 15,4 1 1,2 6-52,7-1-66,0-3 1,6 4 0,3-4-1,5 0 1,5-2-58,4-6 0,10 1 54,5-4 61,9-3 0,3-1 1,7-7-1,0-2 0,1-3-8,3-2 1,2-1 6,3-5 37,-3 0 1,-1-7-1,1-4 1,0-4-1,-2-6 110,-6-1 1,-11-2-77,-11-4 108,-3-1 1,-8-1 0,-5-3-1,-6-5 1,-8-3-64,-7-1 0,-8-1-816,-8 0 505,-5 7 0,4 1 0,-3 10 0,5 6 0,1 10-830,-1 5 0,8 6-1056,-3 3 1550,9 3 1,-4 12 0,5 4 520,-6 3 0,-35 20 0,25-21 0,0 0 0</inkml:trace>
  <inkml:trace contextRef="#ctx0" brushRef="#br0">26019 12909 7851,'1'-15'1036,"4"1"0,-3 0 177,3 0 389,-4 6-760,-1-5 0,5 13-588,0 0 0,1 6 0,-1 10 0,4 3 318,4 5 1,6 4-256,0 5-258,6-3 1,-3 10 0,7-7 0,-1-1 0,0-2-356,1-2 1,-5 1 51,-1-1-638,1-6 0,-2-1 0,-3-9-1003,-3-2 0,-7-4 263,1-6 1323,-7-6 0,3 1 1,-4-8-1,1-4 0,3-3 299,2-6 0,18-15 0,8-8 0,5-4 0,0-1 0</inkml:trace>
  <inkml:trace contextRef="#ctx0" brushRef="#br0">26588 12965 7851,'12'-22'603,"-2"3"116,2 4 0,-12 2 379,0 3 0,-6 4-350,-8 6 0,-7 8-315,-2 6 1,-4 5 0,-2 6 0,1-1 449,-1 1 0,1 1-250,0-3-562,-1 4 0,5-9 0,1 4 0,-1-2 0,2-2-776,3-3 1,5 0-414,4-1 0,-1-5-3793,6 1 4911,1-7 0,10-28 0,2-15 0</inkml:trace>
  <inkml:trace contextRef="#ctx0" brushRef="#br0">25152 14202 7789,'0'-14'505,"0"0"1,0 0 0,-2-1 1939,-3 1-2194,4 6 0,-12-3 1,4 6-1,-4 2 1,-3 3-1,-1 5 80,-2 4 1,-2 10-343,2 5 0,4 5 1,-4 4-1,4 3 1,6 2-1,4-2-44,4-1 0,1 3-56,0-5 141,0 0 1,11-4-1,4-2 1,8-4-1,7-4 99,6-3 0,2-8-80,4-3-13,-2-4 1,9-2 0,-6-4-1,-1-6 1,1-5-53,0-3 1,-7-6 6,-3 1 45,-3 4 0,-8-7 0,-4 3 0,-7-3 0,-7-1-12,-2-1 1,-4 1 23,-2 0-109,-4-7 1,-13 5 0,-3-2 0,-2 5 0,-4 5-902,-4 2 1,3 7 148,-7 8 59,6 4 0,-9 1 1,5 1-1,0 4 0,1 3 754,0 0 0,-33 30 0,27-19 0,0 1 0</inkml:trace>
  <inkml:trace contextRef="#ctx0" brushRef="#br0">24938 14174 7789,'0'-14'2508,"0"6"-1182,0-5-768,7 11 0,1-2-189,6 8 0,0 1 0,2 8 0,3 3 299,4-1-597,4 8 0,6-1 1,2 6-1,2-1 0,2-2-83,2-1 1,-5-7-228,-2 2-105,-4 3 1,-8-11-1,-3 2-3033,-3-5 1338,-9-3 1715,0-12 1,-7 3 0,-2-9 0,-3-4 0,-2-2 323,-1-2 0,1-4 0,7 1 0,-6-3 0,4-6 0,-2 0 0,2 0 0,2 0-450,0-1 1,2 8 394,2 7 2079,-2 3 0,4 5-841,-6 6 0,0 8 179,0 16-1058,-6 10 1,-7 2-1,-7 5 1,-2 1 0,-4-2 373,0-1 1,-3 0-241,1-6-442,-1 0 1,7-1 0,3-2 0,2-2-1145,-2-3 0,8-2 374,-3-9-737,9-3 1,0-7 1510,10-4 0,28-22 0,13-11 0</inkml:trace>
  <inkml:trace contextRef="#ctx0" brushRef="#br0">27469 14017 7766,'-14'-6'253,"0"-2"0,-1-1 1,1 1-1,-2 0 711,-3 0 1,4 5-738,-4-2 0,1-1 0,1 1 0,-2 2 1,2 1-1,1 2 0,2 2 0,-2 3 283,-3 4 0,3 4 0,-4 3 1,1 2-281,0 6 0,-2 3 0,4 1 0,-1 1-92,6-1 1,-1 6 17,8-1 0,-4 0-46,4-5 0,7 1 0,7-1 1,5-1-16,5-3-63,10 3 0,6-12 1,4 3-1,-1-6 1,1-4 35,3-1 0,0-3-8,1-4-52,-1 0 1,1 0 0,-2-1 0,-1-4 0,-4-4-38,-1-4 0,-7-6 113,-4 0-63,-7-6 1,2 3 0,-9-7-1,-6-1 1,-2-1-185,-2-3 0,-6 1-282,-4 5 202,-9-1 0,-4 1 0,-9 1 0,-3 3 1,-1 5-1035,-4 4 1,1 7 401,1 3 689,-3-3 1,11 6 0,-3-2-1,4 4 1,6 3-19,4 2 0,3 4-33,2-4-23,6 6 0,-3-8 0,4 7-1638,-1 1 1898,5-5 0,-28-12 0,-1-10 0</inkml:trace>
  <inkml:trace contextRef="#ctx0" brushRef="#br0">27099 13975 7902,'-6'-14'4711,"5"-1"-3753,-6 7 1,9 4-283,3 8 1,4 11-56,10 8 1,3 6-337,7 4 0,1-1 0,1 4 0,4 0 69,1 1-298,-4 0 1,7 1 0,-5-1 0,-3-4 0,-1-5-223,-1-2 1,-7-9-1755,-3 2-2181,-10-10-315,-3-2 2670,-18-14 1746,2-1 0,-29-44 0,1-9 0</inkml:trace>
  <inkml:trace contextRef="#ctx0" brushRef="#br0">27512 14088 7902,'6'-22'0,"-3"2"0,7 6 2857,-7-1-795,3 7-1257,-6 2-499,0 12 0,-3 4 0,-5 7 0,-8 4 0,-4 1 801,-5 3 0,2 1-488,0-3-545,-1 4 1,-3-6 0,2 4 0,3-3 0,0-1-354,0-4 0,3 3 295,-5-1-503,7 0 1,-2-9-1,8-2 1,1-2 0,-1-1-2145,-2 1 0,-1-4 2631,0 2 0,-19-27 0,-5-9 0</inkml:trace>
  <inkml:trace contextRef="#ctx0" brushRef="#br0">26431 13392 7902,'-1'-14'-1152,"-4"-1"2165,-5 1 357,4 0 1,-2 6-427,3 3 0,10 5-664,0 5 0,8 5 1,7 9-1,7 4 589,5 4 1,7 3 189,-1 3-837,3 4 1,2 5 0,-1 1-1,3 1 1,0 2 146,3 1 1,-1 10-44,-4-5-236,-1 0 1,-5-4 0,-4-1-1,-3-1 1,-3-3 71,-3-5 0,1-5-61,-6-10-280,0 4 0,0-11 1,-2 3-1,-3-5-1012,-3-4-549,-7-4 1063,2-6 1,-6-2 0,-2-1-289,-2-1 0,-4-7-1339,-7 1 2304,1-3 0,-38-13 0,-17-6 0,19 9 0,1 0 0,-1-1 0</inkml:trace>
  <inkml:trace contextRef="#ctx0" brushRef="#br0">26943 14202 7879,'14'0'0,"0"0"3838,1 0-2739,-7 0 0,-4 0 0,-10 0-689,-8 0 0,-7 0 1,-7 0-1,-2 0-248,-3 0 1,-2 0-74,-3 0 0,-5 7 0,2 0 1,-6 3 90,-4-1 1,4 1-116,-5 4-127,0 0 0,-5 1 0,0-1 1,0-2-1,0-1-187,0-1 0,2-7 207,3 2-28,-3 3 0,6-7 1,-5 4-1,3-3 0,2-2-228,4 0 0,0 0 96,3 0 105,5 0 1,3 0-1,7 1 1,3 2 0,5 2-1112,3-2 705,8-1-2062,2-2 1305,6 0 1,6 0-230,4 0 721,-4 0 768,1 0 0,-14-7 0,-1 0 0</inkml:trace>
  <inkml:trace contextRef="#ctx0" brushRef="#br0">25863 13349 7859,'9'-5'81,"-1"-1"0,0 0 0,-2-2 379,0 0 0,4 3 1,-4-3-1,1 1 2010,-1-1-1301,-1 4-843,1-2 0,-4 12-106,2 4 1,-9 3-1,-4 2 1,-4 4 142,-1 5 0,-6 3-18,-4 1-310,-3 1 0,0 1 1,0 1-1,1 4 0,-5 1-112,1 4 1,-4 1-69,1 2 126,-1-1 1,6-4 0,-2 0 0,-2 2 0,-1-1-173,2-1 1,1-2 47,1-3 78,1-2 0,-2 3 0,0-5 0,0-2 0,4-4-107,4-4 0,3 2-39,5-2 137,0 0 1,1-5 0,2 0 0,3 0 0,0-1-74,0-4 0,5 4 67,-1-3-45,2-4 1,2 2-426,0-4 346,0-2-1278,0 4 67,0-6 0,0-1 410,0-4 11,6 3 994,2-10 0,38-28 0,8-13 0</inkml:trace>
  <inkml:trace contextRef="#ctx0" brushRef="#br0">25891 13264 7901,'0'-14'1088,"0"-1"1,0 6-400,0 0 0,-6 5 16,-4 0 1,-4 2-450,-5 2 0,2 0 1,-7 0-1,-1 0 70,-2 0 1,-8 0-202,-3 0 1,-3 6 0,-3 2 0,-4 2 133,-4-1 1,-9-1-9,-6 2-238,-2 2 1,2-4 0,0 5 0,-5-2 0,-2-3-46,0-2 0,6 4 116,2-6-136,6 1 0,-8 0 1,3 1-1,-1 0 0,-4 1-275,2-4 1,11 0 258,0 2-116,10-4 1,1 10 0,11-4-1,9 1 1,3 1-229,6-1 0,1 0-54,2-3-469,6-4-562,2 6 781,6-7-38,0 0 1,1 4-1207,4 1 1960,-3 6 0,-2 10 0,-8 9 0</inkml:trace>
  <inkml:trace contextRef="#ctx0" brushRef="#br0">24128 13577 7359,'0'-15'1171,"0"1"0,0 5-833,0-1 1,2 7-1,2-2 1,6 4 210,2 1 1,3 6-314,-1 4 0,6 4 0,4 5 0,3 4 281,1 4 1,-2 2-350,2-1 1,-3 7-1,10 3 1,-2 3 191,0 2 1,7 1 165,-2 3-367,3-3 1,2 7-1,-1-5 1,1 0 0,-2-4 346,-3-2 1,0-13 67,-10 1-376,4-3 0,-12-3 0,4-3 0,-5-4 0,-3-6 147,-2-4 1,0 1-93,0-1 71,-6 0-29,-1-5-113,-7 0-1940,0 0-880,0-7 1,0 4 2637,0-6 0,-13-39 0,-3-13 0</inkml:trace>
  <inkml:trace contextRef="#ctx0" brushRef="#br0">4180 11430 9030,'0'-8'2687,"0"0"-1708,0 3 1,-1 4-632,-4-4 0,2 5 1,-5 5-1,2 4-441,3 4 1,1-4-352,2 1 299,0-7 1,6 3 0,4-6 0,2 0 92,3 0 0,-1-1 132,0-4 1,-4-1 74,-1-4 1,-6-2-1,2 2-206,-3-2 1,-10-1-1005,-7 3 712,1-2 1,-8 10-1,5-3 1,-2 4-1,1 2-1360,3 4 1,0 3 1702,1 6 0,13 38 0,2 10 0</inkml:trace>
  <inkml:trace contextRef="#ctx0" brushRef="#br0">1010 7122 7812,'0'-14'0,"0"0"0,0 0 379,0 0 0,0 4 1400,0 1 1,0 7-1023,0 2 1,-5 8-543,0 11 0,-6-2 1,2 7-1,-2 1 1,0 2-1,1 2 173,-1-1 1,0 0-315,2 1-156,-4-1 0,5 1 0,-6-2 0,0-2 1,1-3-948,4-2 543,-4 6 0,7-10-1843,-4 2 1643,-2-8 0,12-10 105,0-10 171,0-2 1,12-9 0,-1-2 0,5-4 0,3-2 409,-2 1 0,4-5-1095,-2 0 1159,0-1 1,-7 8 0,0 0 0,-5 4 0,0 2 566,-4 2 1,3 2 377,-1 2 134,0 6 1,-5 4-125,0 8 1,4 4-505,1 6-317,6 1 0,-8 5 0,7 4 0,-1 3 1,1 1 377,-1 1 1,-4-3-122,5-2-428,-7 3 1,8-6-1,-5 4 1,0-3 0,1-2 214,-4-2-1555,-2 4 202,-1-6 0,0 0-2706,0-7 1946,0-6 1060,0 3 811,-6-12 0,-21-16 0,-11-8 0,-4-5 0,-1 1 0</inkml:trace>
  <inkml:trace contextRef="#ctx0" brushRef="#br0">896 7378 7823,'-14'0'1402,"0"0"-465,6 0 4,-5 0 520,12 0-800,-6 0 1,14-1-290,2-4-245,4 3 1,7-4-1,6 5 1,4-3-1,4-2-677,3-2 1,-4 0 40,5-1 36,-7-4 0,4 7 1,-5-7-1,2 2 1,-1-2-820,-4 2 0,0-4 633,-8-4 529,0 0 0,-5 0 0,-1 0 0,-4 0 0,-4 0-137,-3 0 0,-4-2 668,-3 2-200,4 4 0,-10-1 1,4 8-1,-1 2 1908,-3 2-1094,5 3-767,0 1 0,1 3 1,-1 5-1,-1 8 0,-1 4 444,1 6 0,2 0-292,-5 3-213,7-1 1,-8 1 0,6-1 0,2 1 0,0-3-65,-2-2 0,4 1-157,-4-6-338,3 0 0,4-4 0,3-1 0,4-2 0,5-2-258,5-5 0,-1-5-337,5-5 723,1-3 0,9-8 1,2-3-1,0-3 1,0-2-47,-4 1 0,-1-1 557,-1-4-128,-7-1 1,5 2 0,-7 4 0,-1 4 0,-5 4 381,-1 6 1,-5 1-19,1 3-236,-6 4 0,4-4-227,-7 10-55,0-4-31,0 6 0,-2-3 175,-3 1-128,4 0 255,-5-5 1,4 1 0,-3 3-81,-4 0 0,-4 6-292,-1-5 151,0 6 1,-1-3-1,1 6 1,0 0-1,-2 0-106,-3 0 1,8 1-174,-3-1 98,3 0 0,1 2 1,3 1-1,0 2-431,4-1 0,8-7 175,4-2 250,4-6 0,7 4 1,3-9-1,0-3 1,1-4-39,1-4 1,-3-1 67,2 0 496,-7-1 0,4 0 0,-8-3 0,-2 1 0,-3 3 2100,-2 3-1422,-1 1-6,-5-4-910,0 6-553,-7 21 388,6 4 1,-10 19-1,6-4 1,0 3 0,0-1 349,1 1 1,-3 8-74,3-5-253,2 6 0,-6-12 1,5 4-1,-2-1 0,1-4-3,-3-1 0,4-8 128,-6-3-172,-1-9 1,-4 1 0,0-6 0,-1-2 0,1-2-140,0-1 1,0-1-5,0-4 165,-1-3 1,6-8 0,1-3 0,2-3 0,3-1-417,1-1 1,10-5-117,6-4 338,7-6 1,9 7 0,1-4 0,4 0 0,0 1-556,-1 0 1,0 3 794,-6 9-48,1 2 0,-3 7 0,-2 0 1691,-5 0-1075,-9 6-336,-4 1 0,-6 14 0,-2 2-141,-2 4 1,-3 6-138,-2 0 9,2 0 0,6-5 0,-2 0 1,-2 0-1,2 1-87,1-1 0,8 0-167,4 0 191,3-6 0,2 3 0,4-6 0,5-2 0,4-1-43,6-2 0,-4-7 372,3-2-6,-3-4 1,-3-3 0,-4-1 0,-5-4 0,-6 1 1031,-2-1 0,-8-2-447,-2 4-1013,0 0 0,-19 5 1,0 1-1,-7 3 1,-2 6-2103,-1 2 1,-4 4 469,0 2 1265,0 11 556,-2 0 0,-14 44 0,20-28 0,0 0 0</inkml:trace>
  <inkml:trace contextRef="#ctx0" brushRef="#br0">569 5260 7940,'0'-9'294,"0"-1"1,0-1 1366,0-2 1,0 7-1169,0 6 0,0 6 0,0 10 1,-1 5 391,-4 7-716,3 1 1,-10 5 0,4-4 0,-2 2 0,2 0 123,2-6-363,-5 3 1,8-9-1,-5 6 1,2-4-1,1-3-1535,-1-7 253,4 3 882,-4-14 1,6 4 0,0-10-454,0-4 1,0-10 318,0-5 550,0-3 0,6-6 0,3-2 0,2 1 0,1-1 615,-3 3 1,0 1-143,6-3 336,-1 11 0,-1-4 0,-2 13 186,-2-1 1,1 8-765,4 2-13,-6 10 1,4 9 0,-4 9 0,2 6 0,-1 2 384,2 3 0,-3 4-38,2-5-395,-7 0 1,9-2 0,-4-1 0,2-3 0,-2-1-502,-2-4 1,0-2-907,-1-6-298,-3-6 503,4 5 0,-12-13 281,-4 0 352,-2-6 0,-7-9 0,-2 1 0,-1 0 0,-3 0-766,-2 0 1167,5-1 1,-4 3-1,6 1 290,-2 1 1,4 7-1,1-3 1,4 1 240,4 0 455,6 1-598,-4 4 0,9 0 0,3 0 0,6 0 1,6 0 1587,7 0-1946,3 0 0,6 0 1,2 0-1,-1 0 1,3-2-703,-1-3 0,-4 2-26,1-6 608,3-1 0,-6 1 0,3-1 0,-3-1 0,-1-2-154,-1-1 0,-6 0 682,-3 0 602,-3 6 338,-2-5-685,-6 12 205,-1-6-237,-7 7-313,-7 0-298,6 0 1,-7 0 0,3 0-1,-4 2-398,-4 3 0,-1-2 130,-1 6 188,1 1 0,0 4 0,0 0 0,1 0 0,2 2 71,2 3 0,-1-3 142,-4 3-120,6 3 0,-3-6 1,6 3-1,2-3 1,2-2 378,1 0-347,0 0 0,6-6-94,3-3 1,6-4-1,2-1 1,2-1-153,-2-4 0,4-3 116,-2-6 21,6-6 0,-9 2 1,4-6-1,-1-1 0,0-2-148,-1-1 0,-4-5 125,-5 0 1,2-1 299,-6 6 0,0-5 0,-5 0 0,0 1 189,0 2 1,-6 8 346,-4 3-599,4 9 0,-2 4 1,5 8-1,-2 4-238,2 8 0,-4 7 606,3 7-408,-1 7 0,5 1 1,-2 5-1,-1-3 0,-1-3 352,0 0 1,3-5-667,1 3-14,0-9 1,5 1 0,1-6-1,2-3 1,3-4-704,1-2 0,4-7 580,3 2 1,2-10 10,2-5 1,9-8 0,-4-5 0,2 0-241,0-1 0,-1 0 186,-1-4 463,1-1 0,-2 3 0,-4 0 1,-2 4-1,-2 2 364,0 2 1,0 7 14,-5 2 1,0 6-196,0-2 0,-4 5 1,-2 5 603,-2 4-407,-1 4-11,-5 1 0,0 0-271,0 0 0,-2-4-23,-2-1 1,-4-6-190,-7 2 1,1 2-1,0-3 1,-2 1-14,-3 1 0,2-2 128,-7 5-242,7-6 1,-5 10-1,4-4 1,-1 2 0,2 0-257,1-1 1,2-1 310,0 6 0,4-1 90,1 0 1,6 0-1,-1 0 177,8 1 0,-1-7-62,6-4-45,1-2 1,9-2 0,1 0-1,1-2 1,1-2 200,0-6 0,-5-3-128,2-1 0,-3 0-131,-2 0 1,1-2-1,-1-3 1,0-3 72,0 0 1,-6-5-22,-3 3-49,3-3 1,-7-3 0,4-1 0,-5-2 0,-3 1-147,-2 2 1,-1 8-1,1 3 266,3 3 0,-5 8 1,2 7-1,-3 7-391,0 8 1,0 11 1322,3 4-727,4 6 0,-7 3 0,5-2 0,-2 0 0,2-1 735,1 0 1,2-4-579,0-7-445,0 3 1,0-11 0,2 3-1,3-5 1,6-3-798,6-2 0,5-5 306,7 0 232,-1-8 0,0-4 0,1-7 0,-1 1 1,1-2-360,-1-3 1,-6 4 215,-3-4 348,-3 3 1,-3 0-1,-2-1 1,-3-2 0,-2 0 732,-3-2-425,-1 5 0,-2-4 290,0 6-253,-7 6-952,0 2 521,-1 6 0,0 1 1,5 4-1,-2 4 167,2 4 0,0 1 506,-2 0-378,3 1 0,-4-1 1,6 0-1,-2 0 1,-1 0 220,-2 1 0,1-1-43,4 0-168,0 0 1,0 1-1,0-1 1,0 0 736,0 0-721,0 0 644,0-6 1,0 0 137,0-3 1,-5-5-1790,0 0 564,0-6 0,5-10 0,0-3 0,0-5 0,2-3-1090,3-1 1,-2-1-124,6 1 1177,1 0 0,9 1 1,0 1-1,-2 6 0,-1 3-273,-2 4 0,0 3 167,1 1-250,-1 3 1,-5 6 0,1 1 619,1 4 0,-74-41 0,22 15 0,1 1 0</inkml:trace>
  <inkml:trace contextRef="#ctx0" brushRef="#br0">1891 13321 9013,'0'-8'3931,"-4"8"-3778,-1 9 1,-5 4 0,4 3 0,-2 3-21,-3 4 0,3 4 1,-1 2-1,-2-1 1,-2 1-1,-1 1-141,0 3 1,1-5-57,4 1 0,-3-2 0,6-10 0,0-3-498,0-3 382,1-1 1,5-4 46,0-6 1,1-11-704,4-8 584,3-6 1,8 1 0,1-8 0,4-2 0,-1-1-236,1 0 0,2 0 163,-4 2 385,0 3 1,-4-5-1,-1 7 1,-2 1 0,-2 3 427,-5 5 0,1 8-189,-1 2-19,-1 6 1,-4-2 0,0 10 268,0 4 0,0 9-123,0 1-143,0 6 1,0-3 0,2 8-1,1 2 1,2 1 405,-2-2 0,3 4-597,-1-2 15,0 0 1,-5-4 0,0-1 0,0 1 0,0-2 0,0-4 0,0-2-1217,0-7-305,0 0 869,0-6 0,-2-3 182,-2-10 41,2-3 1,-11-6 0,4 0 0,-5-2 0,-4-1-492,-1-2 1,-1-7 416,1 3 308,3 2 1,-11-4-1,5 6 1,0 2-1,1 1 112,1 2 0,4 6 600,-3 3-478,10 3 1,-2 4-1,6 3 1,2 4 225,1 4 1,8 1 248,4 0-485,9 0 1,-2-1 0,7-2 0,1-3 0,4-2-237,4-2 1,-2-3-142,7-1 114,-6-6 1,9 3-1,-5-7 1,2 1-1,-1-1-296,-3 1 1,0-1 184,-6-4 293,0 0 1,-1 1 0,-3 2 0,-5 3 0,-3 0 76,-2 0 1,0 5-28,0-1 3,1 2 1,-6 2 0,1 0 175,1 0-273,-5 0 97,0 0 0,-7-2 80,-4-2 0,2 2 23,-7-3-193,1 4 1,-7 1 0,-1 0-1,-4 0 1,-1 0 240,-3 0 0,3 6-49,-2 4-158,7 2 1,-9 2 0,7 1 0,2-1 0,1 0-56,2 0 1,0 5 10,-1 0-31,8 6 0,-1-4 0,4 3 0,0-5 0,2-4 19,5 0 1,7-1-247,9 0 129,-3-6 0,12-2 0,-3-7 0,4-4 0,-1-3-393,4 0 0,-9-9 89,6 3 367,-4-10 1,-1 3-1,-2-6 1,-2 1-1,-2-3 10,-2 4 0,-8-4-174,-4 6 295,4-10 1,-6 1-1,3-4 1,-5 1 0,-4 5 539,0 5 0,-6-1-181,5 7 171,-6 7 0,8 5-212,-6 7 0,6 12-124,-2 2-144,3 3 1,1 4 0,-3 2 0,0 4 0,1 2 159,1-1 1,2 1-191,0-1-70,0 0 1,0-4 0,0-2 0,0-1-1,0-2-374,0 1 0,6-4-353,4 3 433,2-10 1,4-2 0,3-7 0,5 0-1,1 0-408,-1 0 0,3-7 122,-4-2 416,4-4 0,2-2 0,-2-3 0,-4-1 1,-2 0 91,-1-1 1,-4 4 140,3-3 240,3 3 1,-6 2 0,3 0 460,-3 0-536,-2 6-53,-6 1-55,-2 7-48,-6 0 4,0 0 0,-1 5 1,-4 0-80,-5-2 1,-2-1-13,-2-2 23,-1 6 0,1-5 0,0 6 0,0-1 0,-1 2 121,1 0 1,-5 4-70,0-2-125,0 3 1,5 1-1,0 2 1,0 1-1,0 2-58,-1-2 1,7-1-85,4-2 124,2 1 0,2-1 0,3-2 0,5-2 1,6-5-51,2-4 0,6-1-304,2 0 250,3-6 1,1-2 0,1-6 0,-1-2 0,-1-1-156,-3-2 1,1-7 191,-6 3 114,6-4 1,-11-2 0,2 1 0,-6 0 0,-4-1 54,-3 1 1,-1 1-70,-2 3 147,0-3 1,-2 7 0,-1-4 0,-2 5-1,1 5 399,-3 4 1,4 4-73,-6 6-452,5 0 1,-4 6 0,5 5 0,-1 7 0,0 5 217,3 4 1,-4 3 225,0 4-321,1-4 0,4 4 0,0-5 0,-2-1 0,-1-1 73,-2-3 1,0-4-339,5-6 33,7 1 0,-3-1 0,9-1 0,3-4 0,1-4-609,4-4 0,-4-2 276,7-4 248,0-3 1,-1-11 0,-1-1 0,-1-1 0,-2-1-213,1 0 0,-4 3 98,3-5 336,-9 7 0,1-4 1,-7 6-1,0-3 1,-3-1 364,-1 2 1,0 6 143,0 1-393,-6 7 1,-2-3 0,-6 7 0,0 6 18,-1 7 0,6 0 11,-1 5-94,7 3 1,-5-1-1,5 4 1,-2-3-1,2 0 179,2 0 0,1-4-59,0 1-195,0-4 1,0 0-1,0-1 1,0 0-86,0 0 91,0-6 31,6-1 0,-4-9-106,2-3 1,3 2 59,-3-6-68,7 5 1,-7-7 0,3 5 57,0-2 1,2 3 87,-4-4-64,0 6 1,-4-4 0,4 7 64,5 0 142,2 0-96,2 0 1,-4 2 0,-1 1 0,1 4 293,-2 0-297,4-3-124,-4 2 1,7-6 0,-1 0-128,0 0 185,0 0-26,0 0 1,1-6 0,-3-4-127,-2-3-658,2-1 163,-10 0 0,4 5 1,-4 1-1073,3 1 1,-2 3-489,6 4 1094,-6 0 1059,10 0 0,1 6 0,8 2 0</inkml:trace>
  <inkml:trace contextRef="#ctx0" brushRef="#br0">3896 13307 8151,'-14'0'1222,"0"0"89,-1 0 1,6 0-630,-1 0 1,9 0 0,1 0-223,8 0 1,6 0-352,5 0 1,5 0-8,9 0 1,-2 0-1,6 0 1,-2 0-34,-4 0 1,-1-2 19,-1-3 0,-1 4 0,-1-4 0,-3 3-391,-5 2-212,-4-6 198,-7 4 288,5-4 0,-16 5-481,3-4 355,-10 3 1,2-6-1,-6 4 1,0-4-227,0 0 1,-1-3-73,1 6 371,0-6 1,0 8 0,0-5 197,-1 2 48,7 1 29,2 5 82,0 0 254,11 0-378,-4 0 1,12 6 0,-2 2-1,-2 2 1,1-1 210,-2 2 1,0 2 51,-4 1-264,-2 0 0,4 0 0,-6 1 0,0-1 0,0 0 122,0 0 1,0 0-113,0 1-164,-6-1 1,3-1 0,-7-2 0,-1-2-300,-1 2 1,2-3 87,1 1-221,5-5 0,-3 2-89,2-6 1,2 0 305,-7 0-172,7 0-186,-3 0-219,6 0-1204,0 0 0,0 0 0</inkml:trace>
  <inkml:trace contextRef="#ctx0" brushRef="#br0">5389 13051 8176,'2'-8'1429,"2"3"1,7-1-1055,13 1 0,3-1 0,16 3 0,6-2 0,4 0 1,3 0-137,-4 1 1,0-1 0,-10 5-1,-4 0-755,-1 0 193,-14 0 1,-1 0-887,-12 0 554,-7 6 1,-3-4 0,-9 4 0,-6-1-1,-4 1-362,-4 2 0,-6-3 741,-4 4 248,3-6 1,-6 4 0,6-7 0,0 1-1,3 2 212,0 2 1,7 0 527,1-5 272,-4 0 1,14 1 437,0 4 0,7-2-119,7 7-980,3-1 0,6 6 0,0-1 0,0 0 1,0 2 172,1 3 0,-1-2-129,0 7-304,-6-7 0,-2 10 0,-6-3 0,0 1 0,0 0-157,0-1 1,0-7 207,0 2-588,-6 3 0,-2-6 0,-8 2 0,-1-6 1,-4-2-666,-1 1 1,3-5 256,-4-1 609,-1 3 0,0-7 0,2 4 1,2-3-21,2-2 714,2 0-162,8 0 1,4-5 0,10 0 0,8 2 848,8 1 1,10-2-218,1-1-631,7 0 1,-6 0 0,6 1 0,-4-1 0,1 0 201,-1 0 0,-4-1-218,1 1-604,-3 4 1,-2-7-1,-1 5 1,-2-2-1,-3 0-2730,-1-1 806,-2 4 1689,-5-10 0,-4 9 0,-3-7 0,0-1 595,-4-2 0,-1-1 0,-2 0 0,-7 0 0,4-2 0,-5-1 0,0-2 0,2 0-703,0-2 802,-5 5 877,9-4 0,-4 10 1,4 2 2167,-3 2-2378,4 1-386,-6 5 0,7 7 1,0 2-1,2 4 0,1 3 494,2 3 0,0-2-477,-5 7-371,0-1 0,0 1 0,0 0 1,0 1-1,0 2 26,0 1 1,0-4-394,0 0 202,0-7 0,0 4 1,0-7-1,0 0-1024,0 0 845,0-6 295,0-2 0,0-7 1,0-4-1,0-6 0,-2-6-71,-3-7 1,4-8-119,-4-1 130,3-6 1,2 1 0,2-8-1,3-1 1,4-1-69,4-1 0,1 5 30,0-3 97,1 9 0,5 9 1,4 10-1,3 5 1,-1 5 99,-2 4 0,3 10 337,-3 4-328,-4 10 1,-1 2 0,-9 4 0,-6-1 0,-2-1 69,-2-1 1,-2 5-283,-2-3 53,-4-3 1,-13 1 0,-2-5 0,-4 2 0,-3-2-963,-3-1 0,3-2 151,-4 1 225,4-8 1,8 6-1,3-5 1,5 1 658,5 1 0,46-20 0,19 1 0</inkml:trace>
  <inkml:trace contextRef="#ctx0" brushRef="#br0">6370 13292 8126,'0'-14'0,"-2"5"0,-2-1 1645,2 1 0,-4-1-157,6 1 0,0 7-655,0 2 0,1 8-156,4 11-542,-3-3 1,10 11 0,-4-5 0,2 1 0,-1 1 113,2 1 0,0-4-562,-1-2 180,2 3 1,-4-8 0,7 2 0,-3-5 0,-1-1-708,-1-3 0,-1 0 214,5-7 480,1 0 0,-6-7 0,1-4 0,1-6 0,1-7 53,2-2 1,-4-8-34,-1 1 166,1-6 1,4 7-1,0-3 1,-1 4-1,-4 5 475,-4 4 1,-2 5-145,2 8-239,-3-4 0,2 13 0,-7 0-976,-1 8 0,-6 4 529,5 3-351,-6-1 0,10 0 0,-6 0 666,1 0 0,11 7 0,-4 1 0</inkml:trace>
  <inkml:trace contextRef="#ctx0" brushRef="#br0">6924 13136 8114,'0'-22'0,"0"1"0,0 7 0,0 0 1857,0 0 1,0-1 56,0 1 1,-1 8-1151,-4 6 1,2 3-630,-6 11 1,4-1 0,-3 11-1,0 1 56,0 2 0,5 0 41,-2-4-363,4 4 0,1-6 0,0 2 0,0-4 0,1-3-1066,4-2 0,3-1 647,6-4 1,2-2 0,1-7 0,4-2 61,1-3 1,2-2 226,4-8 217,-6-5 0,3-1 0,-7-4 1,-4 3-1,-5 1 745,-2 4 1,2 1 65,-4 2-143,0 6 0,-5 3 0,0 12 164,0 7 0,-5 2-65,0 7-519,1 7 0,2 0 0,-1 4 0,-2-3 0,2 1 231,1 1 0,2-1-320,0-9-170,0 4 1,0-6 0,0 2-918,0-4 763,0-9-48,0-4 0,-4-8 0,-1-2 0,0-6-1689,-1-2 0,4-7 365,-3 0-471,-2 0 2052,5 5 0,2-32 0,8-8 0</inkml:trace>
  <inkml:trace contextRef="#ctx0" brushRef="#br0">3214 13648 8223,'-2'-10'228,"-3"1"250,4 6 80,-12-10-283,12 11 1,-11-5-155,8 2 1,-1 2-157,5-7 1,0 5 0,0-4 0,0-2 4,0-2 1,6-3 4,4-3 18,2 4 0,4-12 0,2 2 1,1-5-1,-2-4-4,-1 3 0,-2 2 28,0 6 146,-6 2 0,-2 7 0,-6 0-28,0-1 0,-6 9-232,-3 6 120,-4 6 1,-1 9 0,0-1 0,-1 0-1,3 0-16,2 1 1,-1-1-258,6 0 294,1 0 0,4 0 0,1 1 1,2 0-1,4 3 211,1 1 0,1 1 47,5-1-261,1-3 0,-1 9 0,-2-4 1,-1-1-1,-1 3 369,1-1 0,-3-5 178,1 2-497,1-3 0,-2-2 1,-2 0-266,0 0 1,2-6-662,6-3 589,1-3 0,-6-9 0,1-2 0,1-4 0,1-1-688,3 0 1,-6 1-951,1 4 1884,-1 2 0,18 26 0,3 5 0</inkml:trace>
  <inkml:trace contextRef="#ctx0" brushRef="#br0">8375 13122 11227,'14'0'393,"2"0"1,3 0 0,3-2-1,3-1 234,3-2 0,-4 1-697,5 4 0,-3-5 0,-7 0 0,-1 2 0,-2 0 0,-2 0-3374,0-2 2099,-6 0 1345,-2 11 0,-31 2 0,-7 7 0</inkml:trace>
  <inkml:trace contextRef="#ctx0" brushRef="#br0">8929 12994 8080,'6'-14'0,"-2"-1"687,5 1 0,-4 0-280,4 0 0,1 0 0,4 1 0,0 2 373,0 1 1,5 6-364,0-6 1,0 7-1,-3-2 1,2 4 520,0 1-884,1 0 0,-9 1 0,-1 4-23,2 4 0,-4 4 0,-2 1 0,-4 2-42,-1 3 0,-1-2-232,-4 7 151,-3-7 1,-8 10 0,-1-5 0,-2 1-1,0-3-472,-2 1 0,5-6 132,-2 4 187,2-3 1,1-2 78,1 1 88,6-1 238,8-6 0,10-2 0,7-6 0,4 0 0,-1 2 598,1 2 1,3-2-133,-6 3-400,1 3 0,-4-5 0,-3 6 0,-2 2 350,-5 2 1,-5 1 72,-5 0-578,-9 1 1,-9-6 0,-5-1 0,-2 0 0,-2-2-519,-1 0 1,0 1-860,5-2 767,-7-4 0,10 5 1,-2-6-1,6-1 1,7-4-1100,3-4 0,9 1 619,2-2 632,7 1 387,13-5 0,40-20 0,-22 15 0,0 0 0</inkml:trace>
  <inkml:trace contextRef="#ctx0" brushRef="#br0">9370 13022 8080,'8'-14'782,"4"0"1,-4 0-216,7-1 0,-3 1 60,-2 0 1,2 4-272,-2 1 0,2 6 0,3-2 1,-1 4-6,0 1 1,-4 1-1,-1 4 1,1 4-256,-3 4 0,4 6-105,-6 0 112,0 6 1,-5-3 0,-2 8 0,-2 2 0,-6 1 33,-2-1 0,-3-2-181,1-2 48,0-6 1,0 3 0,-1-6 0,3-1 0,2-2 41,6-2 1,2-5 114,2 1-104,6-7 0,10 3 0,13-7 1,7-4-1,5-5 27,2-2 0,-1-2-269,1-1 117,-7 1 1,-6 0 0,-8 1 0,-3 2-1042,-6 2-1308,-5 6 1536,-14-4 0,-4 9 881,-9 3 0,-22 1 0,-9 2 0,-8 3 0,0 0 0</inkml:trace>
  <inkml:trace contextRef="#ctx0" brushRef="#br0">10507 12951 8129,'15'-14'-332,"-3"0"-425,-2 0 696,-4 6 1,-1 0 0,-2 5 124,-5-2 167,2 0 1,-8 5 1055,4 0-158,2 0-314,-4 0 0,7 0 1004,4 0-1343,-3 0-191,4 0 1,-4 0 213,2 0 1,-2 6 404,3 4-760,-4 3 1,-1 5 0,-1 3-1,-3 0 1,0 1 21,1 0 0,1 0-46,2 2-90,0 2 0,0-3 0,0 3 0,0 0 0,0-4-385,0-2 1,0-1 163,0-5-468,-6 1 1,4-6 86,-3 1 601,4-7-108,1-3 1,0-8 0,1-8-1,4-1 1,5-2-66,2 1 0,7-2 131,0 1 28,6 0 0,2 5 0,6 0 0,-1 1 0,-2 3 273,-2 6 0,-1 2-50,-3 2-150,-3 0 0,-9 2 0,-1 2 0,-3 6 0,-2 3 423,-2 1 1,-9 0-214,-5 0-249,-9 0 1,2 1 0,-7-1 0,-1 0-1,-2 0-294,-1 0 1,-1-4-647,1-1 691,0-5 0,1 7 0,3-7 0,5 0 1,3-3-341,2-1 1,0 0 683,0 0-208,6 0-239,1 0 259,20 0 196,-4 0 0,14 0 0,-6 0 0,3-1 1,3-3 189,2 0 1,-3-1-261,2 5-233,-1-6 0,6-1 1,-1-4-1,1 2 0,-1-2-299,1-2 1,-3-1 401,-2 0-7,3-1 0,-11 1 0,1 0 0,-4 0 0,-5 0-67,-2-1 694,-1 1-172,-5 0 1,-2 6 74,-3 3 0,2 4-279,-6 1-128,6 6 0,-8 2 1,6 6-1,0 0 1,0 1-69,1-1 0,-1 0-16,5 0-91,0 0 1,1-1 0,4-2-1,5-3 1,2 0-476,3 0 0,5-5 204,4 2 248,-4-4 0,7-5 0,-3-3 0,3-1 0,0-4-149,-4-6 1,3 1 296,-8-7-68,1 1 0,-4-6 0,-3 1 1,-1-1-1,-3 1 146,-1-1 1,-3-4 257,-4 0-104,0 0 0,0 11 0,-1 4 0,-2 6 263,-2 2 1,-5 9-301,6 1-125,-1 6 0,0 15 0,-1 2 1,0 6-1,-1 2 615,4 2 1,-3 5-36,1-4-441,0 5 1,5-9 0,0 3 0,0-3 0,2-3-118,3-3 0,4 1 127,10-6-480,-3-6 0,9-2 0,-4-7 1,-1 0-1,2-3-812,0-1 1,-4-1-1278,1-4 1673,-3-3 0,-2-6 1,0-1-1,-1 0 0,-4-3 659,-4-1 0,-14-18 0,-6-8 0,-1-1 0,1-1 0</inkml:trace>
  <inkml:trace contextRef="#ctx0" brushRef="#br0">11119 13036 8081,'-15'8'2147,"1"-3"-854,6-3-757,-4-2 1,20 0-156,6 0 1,10-2 0,17-1 0,4-3 236,4-2-796,-3-2 1,3-4-1,-5 0-109,4 0 0,-10-1-2163,0 1 2450,-13 6 0,-61-11 0,-21 4 0</inkml:trace>
  <inkml:trace contextRef="#ctx0" brushRef="#br0">10920 12909 8134,'-15'0'0,"6"0"0,-1 0 3998,7 0-3363,-9-7 0,16 4-1019,1-6 187,6 5 1,3-2 0,1 6 0,-1 0 196,0 0 0,19 6 0,5 2 0</inkml:trace>
  <inkml:trace contextRef="#ctx0" brushRef="#br0">12668 13008 7972,'-6'-8'241,"-2"-5"1,-6 4 0,0-4 0,0 1 1135,-1 2-1140,1-2 1,-5 8 0,-1-3 0,-2 0 0,-2 4 0,2 3 0,1 3 0,2 4 0,0 0 257,2 5 0,1 5 1,2 2-1,1-2-1,4-1-417,2-2 0,7 0 0,0 1 1,0-1-1,2-1-549,3-4 0,7-3-84,7-6 0,7 0 1,-3 0 0,7-1 1,0-4-1,-3-4-112,0-4 1,-2-1 905,-1-1-210,3 8 0,-16-6 0,3 3 0,-1-2 0,-2-2 109,-2-1 0,2 6 1126,-6-1-387,0 7 0,-7-3-283,-2 6 0,-3 6-136,-2 4-486,-4 2 1,12 4 0,-6 2 0,2 1 0,1-2-473,1-1 310,1-2-242,8 0 0,-3-4 0,7-3 1,1 0-1,2-4-398,1-1 1,5-4 640,0-3 108,0-3 0,1-6 0,4 0 0,1-2 0,1-1 198,-3-2 0,1-2 711,4 2-654,-6 3 1,4-2-1,-7 6 1,-2 5 0,-1-1 372,-2 0 1,0 5 158,1-2-513,-8 3 1,4 4 0,-6 3 6,-2 4-135,-1-3-193,-2 1-7,0-1 0,-2-4 19,-2 2-45,2-2 0,-11-2 0,4 0 0,-4 0 0,-1 0-113,0 0 0,-5 0 332,0 0-45,-6 6 1,9-3 0,-5 7 0,2 1 0,0 2 49,2 1 1,1 0 34,2 0-59,6 0 0,-3 1 1,6-1-1,2 0 1,5 0 133,7 1 1,2-6-113,13 0-140,0-5 0,4 2 0,1-6 1,-1 0-1,0-2-182,1-2 0,-5-4 200,-1-6 42,-5-7 1,7 4 0,-6-7 0,-2-1 0,-3-4-36,-4-4 0,-4 3 151,-6-3-36,0-3 0,0 1 0,0-5 0,0 6 0,0 2 653,0 5 33,0 14 333,-6-5-1040,4 16 1,-6 7 0,5 10-1,-1 6 520,0 4-381,-3 2 1,5 6 0,-3 2 0,4 0 0,1 0 195,0-4-358,0-7 0,1 3 0,2-5-541,2 0 0,8 0 249,1-3 1,0-8 0,7 2 0,-1-5-995,4-5 966,-4-2 0,7-2 0,-5-2 0,2-4 0,0-2-323,1-7 1,2 2 721,1-5-80,-5 3 0,3-3 0,-3 0 0,0 2 0,-1 3 262,-1 4 0,-2-1 261,-5 6-326,0 1 1,-4 4 0,-1 0 495,2 0-541,-4 0-194,-1 0-55,-6 6 1,0-3 121,0 6-15,-6-5 1,2 2-1,-5-6 1,-2 0-1,-2 0-46,-1 0 0,-2 2-65,-3 2 77,3-2 0,-9 10 0,5-2 1,-1 3-1,-1 1-38,0 0 0,5 0 49,-2 0-27,3 1 0,6 0 0,2 3 1,2 1-1,4-2-147,6-1 1,5-7 144,10 1-63,3-7 0,7 3 1,-1-6-1,2 0 0,2-1-130,1-4 1,-2-3 58,-7-6 169,3 0 1,-6-2 0,2-1 0,-4-4-1,-3-1 56,-2-3 1,-1-2 33,-4-2-80,-2 1 1,-7 0 0,0-1 0,0 1 0,-2-1 190,-3 1 0,4 10 443,-4 4-461,-3 9 0,5-1 0,-5 9 114,2 7 0,1 6 385,5 12-459,-6 0 0,4 1 0,-3-1 1,4 1-1,1-1 82,0 1 0,0-1-12,0 0-368,0-5 1,1 2 0,3-6-1,2-2 1,2-1-529,3-2 0,1-4 340,3-1 40,5-6 0,1 4 0,2-7 0,-2-2 0,-2-3-210,0-4 1,1-5 260,-1-5 96,-3 3 1,5-6-1,-7 3 1,0-3 0,0-2 34,1 0 1,-3 7 268,-2-2-10,2 9 1,-10-2 618,3 2-707,-4 4-7,-1 6 1,-1 8-1,-3 6 1,-2 2-1,0 1 345,0 2 1,-4 0-161,5-5-308,1 1 0,4-1 0,0 0 0,0 0 0,0 1-224,0-1 1,0-5 251,0 1-181,6-7 1,2 8 0,6-6 0,0-1 0,0 1-107,1 0 0,-1 0 170,0-5 47,0 0 1,4-7 0,-1-1-1,-1-1 1,1-1 2,-1-1 0,1-3-38,2-5 24,-3 3 0,5-6 0,-5 5 0,1-2 0,2 2-47,-2 1 1,-3 2 21,-4-1 100,3 7 1,-12 1-232,4 2 135,-4 10 211,-1-4 0,0 13 0,0 1 0,0-1 0,-1 0 349,-4 0 0,4 0-227,-4 1-211,3-1 1,2 0 0,2-1 0,1-2 106,2-2 0,6-4-338,-2 4 30,-2-5 0,5 2 0,-2-6 0,2 0 0,3 0-356,-1 0 0,2-6 88,3-4 346,-4-2 1,7-3 0,-4 1 0,1-2 0,0-1-63,1-2 0,-2-5-47,5 5 165,-5-6 1,1 8 0,-8-5 0,-2 1-1,1 4 110,-2 1 0,-2 6-62,-6 1 186,0 6-349,0-4 1,-5 18 116,0 4 0,1-3 191,4-2-150,0-1 0,0 6 1,0-1 529,0 0-407,0 0-78,0 0 0,0-4 79,0-1-65,6 1 6,-4-2 1,5 0 190,-2-4-406,-3-2 347,4 4 70,-6-6-257,0 0 1,-6 0-163,-4 0 1,2 0-68,-1 0 1,-1 0 0,-4 0 0,0 0-464,0 0 349,0 0 272,-1 0 0,1 0 1,0 0-14,0 0 0,4 2-67,1 3 102,6-4 0,-4 7 1,9-5-57,3 2 1,7 0 11,7-5 11,0 0 1,-3 0-1,1 0 1,4-2 0,1-1 54,3-2 0,2-6 115,2 2-90,-1 2 0,0-5 0,2 4 0,2-2 0,1 1 86,-1-2 0,-2 3 64,-2-2-104,1 7 1,-7-3-1,-3 6 1,-3 0 515,-2 0-479,0 6 47,-6 2 0,-3 6 0,-9 1 1,-2-3 280,-2-2 1,-1 1-181,-5-6-410,-1 6 1,-4-8 0,-1 5 0,-1-2-1,-1-3-982,0-1 1,0-2 37,-2 0 826,-3 0 0,12 0 0,-4 0 0,3 0-131,2 0 1,4 0 416,1 0 459,6 0 92,-4 0 1,9-5 157,3 0-642,2 0 0,8 4 0,0-2 0,3-2 0,2 0-393,2-1 0,1 3-17,0-7 49,4 7 1,-9-5-1,4 5 1,-2-2 0,-2 1 263,-3-3 0,-7-1 0,-1-6 0</inkml:trace>
  <inkml:trace contextRef="#ctx0" brushRef="#br0">1721 14814 8073,'8'-7'2580,"-2"6"-2379,-6-6 1,-5 9 0,-1 3 0,-2 4 0,-3 4 0,-2 3 159,-1 2 1,0 0 0,0 6 0,-2 1-147,-3 2 0,2 1 0,-6 2 1,3 2-76,3 1 1,-4 0-205,2-5 1,2-4-1,6-2 1,3-1-123,1-4-236,-4-7 0,10-6-364,-4-8 0,10-11 128,4-8 368,4-4 0,3-3 0,3-3 0,4-5 0,3-2-167,-3 2 0,3-1 254,-7 6 267,6-7 1,-9 10-1,1-1 1,-4 5 1216,-4 7-986,1 4 125,4 13 1,-6 4 0,-2 13 0,-1 4 0,1 5 650,2 3 1,-5 1-151,2 1-675,3-1 0,-7 2 0,6 0 0,-3 0 0,1-3 172,-2 0 1,-1-5-257,-2 2-174,0-7 1,0 4-1,0-7-2385,0 0 1471,0-6 454,0-2 0,-2-6 1,-1-1-1,-3-4 1,-2-4-1270,-3-4 1,0-1 715,1-1 781,-9 1 0,10-5 0,-10 0 0,3 2 0,0 1 244,-3 2 0,4 0-31,-4 0 106,3 6 1,2-3 0,-1 6 387,1 2 1,6 3 955,4 4-1011,2-2 0,8 11 0,4-5 0,4 1 0,3-1 516,2-2 1,8 4-460,2-6-442,-1 1 1,8-5 0,-2 0 0,2-1 0,2-4-426,0-5 0,-5 1 165,5-5-27,0 3 0,-2-15 1,-3 6-1,-3-2 0,-1-4-459,-1 0 1,-11-3 148,-2 1 587,-11-1 1,3 2 0,-9 2 0,-3 5 0,-4 2 153,-4 6 0,-1 2 586,0 1-553,0 2 1,-1 9 0,1 3 0,0 4 0,0 5 464,0 5 1,-1 3-111,1 7-290,6-1 1,-3 1-1,6-1 1,1 1 0,-1 1 700,0 3 1,0-8-316,5 3-577,0-2 1,0 1 0,0-2 0,2-3 0,3-1-413,4-4 0,5-6 106,5-2-236,-3-5 1,10 2 0,-6-6-1,2 0 1,2-2-362,-2-2 1,5-4 9,-3-7 631,-4 1 1,2 0-1,-4-2 1,2-1-1,1-4 146,-1-1 1,1 0 282,-2-2-93,-4-2 1,6 10 0,-5-3-1,1 3 1,2 3 234,-1 4 0,-3-2-140,0 6 49,-1 0 1,0 5-1,0 0 360,0 0-426,-6 7-470,-1-6 0,-7 7-17,0-3 1,-7-2 165,-2 7 70,3-7 0,-12 5 1,4-5-1,-2 2 0,-1-1-64,-2 3 1,3-1 286,-3 3-139,-3 4 0,6-7 0,-3 5 0,3-1 1,2 1 51,0 2 0,1 1-63,4 0-32,-4-6 1,12 5 0,-3-4-228,8 4 0,8-5-93,7-4 95,6-2 1,-7-2-1,4-2 1,0-2-1,-1-6-329,-1-3 0,-1-1 233,-5 0 407,1 0 0,-1 0 1,-2-1-1,-1 3 758,-1 2-409,-7-2-213,3 10 0,-6-7 1,2 7 54,3 4 0,-4 9 479,4 3-478,-3 0 1,-1 11-1,2-4 1,2 1 0,-2 3 407,-1 2 0,-2 1-279,0 1-387,0 6 1,0-5 0,-2 1 0,-1-4 0,-3-3-302,-2 1 0,-2 0 75,-4-1-37,0-3 1,0-9 0,0-1-1,-2-3 1,-2-1-367,-1-4 0,-4 3 548,4-1 5,0-1 1,3-10-1,0-3 1,0-6-1,5-2 77,3-2 1,-1-6-8,4 1-42,0-3 0,12 4 1,4-1-1,5-1 0,4-1-110,2 3 0,7-4-29,4 3 89,0 4 0,2-6 0,1 6 0,2-1 0,0 1-214,2 2 1,-6 3 145,-1 0 12,-3 1 0,-1 5 0,-2 1 155,-4 1 49,-8 3 153,-9 4 0,-12 6 0,-4 5 0,-2 5 444,-3 3 1,-4 0-234,0-5-288,0 7 0,5-6 1,0 4-1,1-3 1,2-2 217,2 0 1,6 1-575,-2-1 67,3-6 1,4 3-1,4-6 1,7-2-410,4-2 1,9-1 233,-3 0 172,4-6 0,6-2 0,0-6 0,-1-2 1,-2-3-97,-1-5 1,-7 4 59,-3 1 190,-4-3 0,-2 4 0,-4-4 1,-4 2-1,-3 1 139,-2-2 0,-8 7-226,-6 0 47,-1 0 1,-11 7 0,2-2 0,-1 4 0,-1 5-36,3 5 1,1-2 61,-2 7-20,-3-1 1,11 10 0,-1 0-1,4-2 1,5 1 45,2 1 0,-3-4 262,4 4-340,0-3 1,11-2 0,4 1 0,4-3-1,5-2-385,5-6 0,4-2 85,5-2 175,-3 0 0,7-6 0,-6-2 0,2-3 0,-1-2-356,-2-3 0,3-3-28,0 0 602,1 4 0,-12-11 0,-3 7 0,-4 2 0,-2 1 300,-3 2 1,-4 5 407,-6-1-615,0 7 0,-6-3 0,-6 6 0,-3 1 0,-4 4 245,1 4 0,-2 4 4,1 1-313,0 0 0,6 1 0,2-1 1,3 0-124,2 0 0,1 1 146,5-1-43,0-6 0,2 3 0,3-7 0,4 0 0,5-1 169,5 2 1,-3-4-128,3 4 16,-10-4 1,4-1 0,-3-1 794,2-4-864,-4 4-108,-2-6 1,-6 6-427,0-4 57,0 3 150,0-4 1,0 4-873,0-2 107,0 2-68,0-4 803,0 6 632,0 0 277,-6 0-136,5 0 259,-6 0-1210,7 0-856,0 0 0,-6-7 1,-2 0-1</inkml:trace>
  <inkml:trace contextRef="#ctx0" brushRef="#br0">4436 15112 8130,'-9'0'146,"-1"0"1,-1 0 1260,-1 0-1007,4 0 1,3 0 0,10 0 0,6 0 0,6 0 0,7 0-1,4 0 2474,6 0-2656,2 0 0,5-2 0,-2-1 0,-1-1 0,0-1 196,-1-1-406,4 4 1,-11-6 0,1 5 0,-4-2 0,-5 0-299,-1-1 1,-7 3-69,-4-7 1,-7 6-101,1-6 0,-4 5 0,-4-4 0,-6-2-406,-2-2 0,-7-1 156,0 0 624,-7 0 1,11 4-1,-4 1 1,3-1-1,3 1 787,4-1-403,-4 7 9,11-3 1,2 6 0,10 1-1,3 4 1,1 5 458,0 2 0,2 7 315,3 0-830,-10 0 0,9 0 0,-12 2 0,0-1 1,1 2 0,-4 0 0,-2-4-1545,-1 1 583,-6-4 1,-2 0-1,-6-1 1,0 0-1,-1 0-4288,1 1 4996,6-1 0,-23-19 0,-1-4 0</inkml:trace>
  <inkml:trace contextRef="#ctx0" brushRef="#br0">5844 14700 7975,'0'-10'40,"0"1"0,0-2 1097,0-2 1076,0 5-995,0-4-1029,0 10 1,0 2 0,0 11 0,0 5-1,0 4 681,0 3-773,0 0 0,0 6 1,0-1-1,0 1 1,0-1-16,0 0 0,0 1-184,0-1-55,0-6 1,0 4 0,0-6 0,0 1-1105,0-1 959,0-1-925,0-5 0,0-7 0,0-7-230,0-8 0,0-5 1457,0-1 0,0-51 0,0-12 0</inkml:trace>
  <inkml:trace contextRef="#ctx0" brushRef="#br0">5844 14771 7975,'0'-14'220,"0"-2"18,0-3 0,0 8 763,0-3-676,0 3 0,5 1 1,1 2-1,2 0 1,3 2 707,2 0 1,6 1-160,-1 5-651,1 0 1,0 1-1,0 4 1,-1 5 0,-2 4 198,-2 5 0,0-2-58,0 7-329,0-7 0,-1 9 0,-3-6 0,-6 1 0,-1 1-182,2 0 0,-3-3 10,2 5-67,-2-7 0,-8 3 0,-4-5 0,-4-1 1,-3 0-191,-2 0 0,-7 1-398,3-1 571,-4-6 0,-6 3 0,0-5 0,1 0 1,2 1-360,1-4 0,6-2 574,-1-1 151,13 0 1,-6-1 169,12-4-277,0 4 0,18-11 0,6 6 0,4 0 0,4-1 311,2 4 0,-9-3-93,9 1-274,-4 1 0,3-1 0,1 0 1,-1 0-1,1 1-521,-1-1 0,1-6-242,-1 1 635,1-2 1,-6 2 0,1 1 0,0-2-1,-1-2-44,1-1 1,-7 0-97,2-1 412,-3 1 1,-6 0-1,-3 0 1135,0 0-843,-2 6-17,-5 1 0,-2 7 1,-1 2-94,-2 3 1,-4 3 94,4 6-294,-6 0 1,9 0 0,-3 0-1,2 2 1,0 2 208,-2 1 1,1-1-482,4-3-9,0-1 0,6-5 1,3-1-1,4 0 0,1-2-539,1 1 0,4-2-157,-1-5 655,8 0 0,-4-7 1,5-2-1,-2-4 1,-1-3-21,1-3 0,0 4 184,-1-4 185,3-4 0,-7 8 0,6-4 0,-4 3 0,0 2 209,0 0 1,0 1-144,2 3 224,-4 4 0,-5 6 1,-1 2-1,-2 2 0,-1 6 433,-1 3 1,-7 2-713,2 4-148,-4-3 1,-1 5-1,-1-7 1,-2 0-1,-4 0-507,-1 0 1,-6-1-776,-5-3 969,0 2 0,-1-5 0,-4 2 1,-3-3-1,0-1-663,4 0 0,-4 0 367,3-5 590,4 0 1,-1 0 0,7 0 0,0 0 373,-1 0 1,7-2-128,4-3-5,2 4 1,8-6 0,4 6 0,4-2 0,4-2 291,1 2 0,6-4-270,-2 3-226,4-7 0,2 7 0,-1-3 1,1-1-1,-1 0-339,1-3 0,-1 0-437,0 1 594,1-3 1,-2 1 0,-2-9-1,-3 1 1,-1-2-187,-4 0 0,-1-2 98,-2-5 203,-6 1 0,3-7 0,-6-1 1,-2 0-1,-2 2 481,-1 4 1,0 8-38,0 3-35,0 10 0,-1 3 0,-2 7 0,-4 4 154,-1 4 0,4 12-241,-6 7 72,1 1 1,-1 12-1,1-5 1,-1 2-1,2-2 344,4-1 0,2-2-541,2-4-76,0-1 1,0 1 0,0-3 0,2-2 0,4-5-547,8-3 1,2-8-871,8-3 1019,-1-4 1,6-1 0,-1-1 0,1-4 0,-1-5-675,1-2 1,-6-4 434,1-3 488,-7 3 1,9-11 0,-6 5 0,1-2 0,-1 2 225,-2 2 0,2 1-26,-1 5 290,0-1 1,0 6 0,0 1-1,-2 2 318,-1 3 0,-2 1-210,1 2-378,-7 0 1,-2 6-1,-5 4 328,4 2-944,-3-4 194,4-1 0,-8-6 1,-2 2-183,-6 2 1,1 0 135,-5-5 296,3 0 0,-12 0 0,6 1 1,-4 3-1,1 2 97,-1 2 1,-2-3-46,4 4 116,-7 1 1,11 4 0,-4 0 0,3 0 0,3 0 301,4 1 0,1-1-316,3 0-146,4 0 0,-1 0 0,10-1 0,3-2 0,6-3-434,4-2 0,3-1-246,4-5 493,0 0 1,-4-5 0,-2-1 0,0-2 0,-1-3-427,-1-2 1,-1-6 691,-4 1 66,-1-1 1,-2 3-1,-2-2 1,-4-1 2748,1 2-1895,-6 1-587,5 2 0,-7 6 0,-2 5-41,-2 6 1,-4 5-44,4 6-179,0 1 0,5-1 0,0 0 0,0 0 0,0 0-479,0 1 1,2-3-1437,2-2 1346,4 2 0,6-10 0,1 3 0,1-4 0,1-1-766,2 0 1,5-1 684,-6-4 463,1 3 0,0-10 0,0 2 0,-1-2 1520,-2-3-1055,-2 1 1018,-6 6 11,-2 2 1,-6 12-461,0 4-760,0 2 1,-2 3 0,-1-1-1,-2 2 1,1-1 212,-3 0 1,6 2-1259,-4-8 458,-3-2 0,5 4-743,-6-6-289,5-1 1079,-2-4 0,6-6 0,2-5 0,1-5 0,3-4-163,2-3 1,2 5 768,4-6-140,0 6 0,5-7 0,0 6 0,0 2 1,0 3 969,0 4 1,4-1-440,-4 6-444,0 1 0,0 5 1,0 4-1,-1 4 1,-3 6 348,0 4 0,-6-4-188,1 4-455,-1 3 0,-1-6 1,-2 3-1,1-3-533,2-2 1,-1-4-931,2-1 1152,-1-6 1,0 4-1,1-9 1,1-1-1,0-3-622,-1-2 1,2-7 706,-2-3 224,2-8 0,3 9 1,-1-5-1,0 0 0,0 1-9,0 1 0,1-4 699,-1 5-177,0 0 1,0 10 0,0 1 937,1 1-944,-1 3-265,0 10 1,-4-5 0,-3 6 221,0-1-808,-2-4-13,-5 4 237,0 0 1,-2-4-478,-3 3 533,-3-4 0,-6-1 0,0 0 1,0 0-1,-2 2 92,-3 3 0,3 1 21,-3 3 129,3 4 0,4-5 0,1 6 0,3 0 0,1 2 361,4 3 0,2-3-162,1 3-198,6-3 0,4-2 0,8 0 0,8-1 0,4-4-228,3-4 0,6-4 146,-1-1-135,3 0 0,-3-6 1,0-3-1,0-6 1,-1-4-309,-4-4 1,-5 1 109,-4-2 262,-4 0 1,-7 1 0,-4-1-1,-4 0 1,-3 2 111,-2 3 1,-2 5 104,-3 4-115,-9 4 0,-3 6 1,-5 3-1,0 5 0,1 8 44,1 5 0,1 7-19,4 5 174,1 0 1,6-4 0,4-1 0,2 1 0,5-3 624,7-2 0,5 1-299,14-6-686,-1-6 0,7-2 0,3-6 1,1-2-1,-1-3-926,-4-5 0,-4-3-86,-2-6 737,0 0 1,-5-5 0,-6-2-1,-6-1 375,-6-3 0,-27-24 0,-12-11 0,-1-6 0,-1 1 0</inkml:trace>
  <inkml:trace contextRef="#ctx0" brushRef="#br0">6882 14714 8476,'-6'8'2861,"6"-3"1,15-4-2782,18-1 0,7-1 1,17-4-1,6-5-1679,5-2 1,-2-2-1297,1-1 2895,-7 1 0,16-6 0,-4-3 0</inkml:trace>
  <inkml:trace contextRef="#ctx0" brushRef="#br0">9555 14558 8032,'-8'-23'956,"-3"-2"1,4 6 65,0 2 0,5 9 0,2 10 0,8 9 0,5 8-86,1 3 1,-5 1-1,1 6 1,1-1 542,1 1-1359,3-1 1,-1-1 0,-2-2 0,0-1 0,-3 1 231,2 2 1,2-5-391,1-3 0,-1-3 1,-4-2 1,4-1 0,-5-2 0,1-3-426,1-2 1,-1-8-118,5-7 431,-6-4 1,5-7 0,-4-5 0,4-7-1,0-6-73,-4-3 1,4-2 96,-4 1 74,4-1 1,1 2 0,0 1-1,0 4 1,1 1-793,-1 4 367,0 7-585,0 10 1,-6 9-1,-1 10 1,-3 6-1,1 6-3472,-2 7 4532,-1 9 0,-21 41 0,7-29 0,0 0 0</inkml:trace>
  <inkml:trace contextRef="#ctx0" brushRef="#br0">9967 14814 8032,'0'-8'3703,"0"0"-1869,0 3-679,-6 3 2291,4-4-2542,-4 0 0,6 3-1603,0-7 535,0 7 0,5-5 0,1 5 0,3-3 0,7-1-315,6 1 0,0-5-281,2 1 439,0-2 0,6-2 1,1-1-1,1 1 0,-4 0-354,-2 0 0,-9-1 753,2 1 141,-3 0 0,-8 0 1,-5 1 36,-6 4 1,-5 2-216,-6 7-87,-7 7 0,1 2 1,-6 9-1,4 2 0,2 2-34,2 3 1,2-4 11,2-2 48,6 3 0,2-6 0,6 3 0,2-3 0,2-2-98,6 0 0,9-6-525,4-3 469,11 3 1,-3-7-1,6 2 1,-1-6-1,-1-6-260,-1-4 0,4-1 435,-4 0 13,-1-1 1,-6-4 0,-2 1 0,-3 0 0,-2 4 686,-2 4 0,-2-1-239,-2 7 29,0-1 0,-4 0 52,-1 0-342,-6 1-253,4 4-529,-7 6 328,0-4 78,0 4 1,-2-6 32,-3 0 1,2 5-116,-6-1 195,-1 1 1,-4 0 0,0 1 0,-1 1 0,1 0 76,0 1 0,0 2 322,0 4-225,-1 0 1,6 0 0,1 1 0,0-1-1,2 2 208,-1 3 0,3-4 77,4 4-335,6-9 0,7 2 0,9-4 0,3 0 0,5-3-120,0-3 0,5-2-136,-2 0-63,6-7 0,-7-2 1,4-9-1,-1-1 0,-3 1-269,-2-3 1,-2-1 4,1-7 362,-7 1 0,-3 0 1,-10-2-1,-4-2 0,-3-3-46,-2-1 0,0 4 468,0-1-174,0 3 1,0 8-1,-2 5 1,-3 6 370,-4 6 0,2 10-155,3 4-48,-4 10 0,5 5 0,-5 7 1,1 4-1,4 1 754,2 4 0,-4-4-251,0 2-600,0-6 0,5 2 0,0-5 0,0-2 0,2-2-171,3-1 1,3-7-2440,6 2 1305,-6-10 0,4-2 0,-2-7 1145,3 0 0,-37-51 0,-9-12 0</inkml:trace>
  <inkml:trace contextRef="#ctx0" brushRef="#br0">10820 14686 8032,'-14'-8'0,"6"-5"507,3 4-353,4 2 1,4-4 0,6 5-1,10 0 1,8-2 319,6 0 1,-1 3-110,6-4-249,0 5 1,4-2 0,1 6 0,-2 0 0,-3 0 31,-5 0 1,-4 0 124,-6 0-212,-2 0 0,-8 2 1,-4 2-1,-4 6 1,-4 2 444,-1 3 0,-6-1 50,-3 0-317,-4 0 0,-1 1 0,-1-1 1,1 2-1,0 1 251,0 2 0,6 0-272,3-5-121,-3 0 1,7 1 0,-4-1 0,5-2 0,5-1-60,4-1 1,5-7-956,5 2 570,3 3 1,7-7-1,-1 2 1,1-6 0,-1-6-346,1-4 1,-3-1 612,-2 0 48,3-7 0,-11 4 0,3-7 0,-5-1 0,-5-2 609,-4-1 1,-3 4-69,-2 0-319,-7 7 1,-7-8 0,-9 7 0,-4 6 0,-2 5 289,1 6 1,-1 1-166,1 0-384,0 6 1,1-3-1,5 7 1,6 1-1,6 1-4,4 2 1,1 1-437,5-1 323,7 0 0,5-1 1,9-2-1,2-3 0,6-2-591,2-3 1,3-1 20,-6-2 665,1 0 0,-1-2 0,0-1 0,-1-3 0,-1-2 387,-3-3 1,-5 0-277,1 1 654,-4-2 0,-2 8 0,-2-3 653,-1 0 1,-7 4-470,1 8-250,-2 3 0,-2 6 0,0 2 166,0 3 1,0-4-680,0 4-10,0-3 0,0-2 1,0 1-597,0-1-767,0-6-302,0-2 857,0 0 1621,0-4-859,-6-2 1,4-8-1,-3-6 1,4 0 0,-1-2-47,-3-3 1,4 2 103,-4-7-204,4 0 0,7-4 0,3-1 0,6 1 1,2 1-229,2 3 1,8-1 214,1 6 156,1 0 1,10 11 0,-4 3 0,0 4 0,-1 1 227,-2 0 1,-4 0-258,-4 0-154,-3 6 1,-13-3 0,-4 7-1,-2 1-1204,-2 2 1,-2-4-642,-2 0 1434,2-5 1,-11 7 0,4-7 0,-4 0-1,-1-1 557,0 2 0,-13-23 0,-3 1 0</inkml:trace>
  <inkml:trace contextRef="#ctx0" brushRef="#br0">4451 16306 7870,'-7'-14'149,"6"5"0,-6-1 1991,1-1 273,4-2-689,-4 5-1520,6 2 0,0 8 0,0 2 223,0 6 0,-5-2-367,1 1 1,-6 1 0,4 4-51,-2 0 0,5-4-71,-2-1 0,4-4 0,1 4-97,0 2 1,6-4 201,3-2-3,10-4 0,3-1 0,8 0 0,4 0 0,3 0 141,5 0 0,5-6-4,0-4-160,1 4 1,-6-7 0,-1 5-1,-4-1 1,-9 1-79,-7 2 1,-5-1 40,-2 3-710,-6 2-76,-2-4 481,-12 6 264,-2 0 1,-2 0 0,1 0-55,-2 0 1,-2 0-195,-1 0 190,0 0 0,-1-2 0,0-1 0,-3-2 0,-1 1-104,2-3 0,1 4 106,2-6 96,0 5 1,0-7 0,1 5 0,2-2 145,1-3 1,7 3 83,-2-1-89,10 6 1,3-8 0,8 6 0,1 2 0,4 1 527,1 2 1,-5 0-179,2 0-311,-3 6 0,-2 1 1,-1 4-1,-4-2 0,-4 2 210,-3 2 0,-2 1-602,0 0 52,0 1 1,0 4 0,-2-1 0,-3 0 0,-4-2-935,-4-2 0,4 0-1825,-1 0 991,1 7 1948,-5-5 0,-26-2 0,-6-8 0</inkml:trace>
  <inkml:trace contextRef="#ctx0" brushRef="#br0">5801 16136 7938,'-6'-15'360,"4"1"1,-2 0 0,2 0 2005,2 0 24,0-1-1672,0 7 1,0 8-426,0 10 0,-2 9 0,-1 5 0,-3 2-84,-2 3 0,5 4 0,-3 0 0,1-1-55,0-2 0,0-2-269,5 1 12,-6-1 1,5 1 0,-4-3 0,3-2 0,4-7-418,3-5 0,2-1-421,8-7 713,5 1 1,-2-7-1,4-2 1,0-6-1,0-2-242,3-3 0,-3-4 422,2 0 70,-7-6 0,4 5 0,-7-6 0,-1 4 0,-2 2 538,-2 2 0,-6 3-203,2 0 217,3 1 0,-6 5-186,2-1 1,-7 13-123,-2 2-121,1 6 1,-1 3 0,0 2-1,1 2 1,-1 2 134,0 2 0,0-4-486,5 1 65,0-4 1,0 0 0,0-1-1,0 0 1,2-1-646,3-4 0,-2-1-17,6-3 545,1-4 1,9 4 0,0-10 0,-2-4 0,0-5-638,2-5 0,-1 1 902,5-5 38,-5 5 1,2-2 0,-5 4 0,-1 0-1,0 0 983,0 4 0,-4 2-405,-1 1-261,1 2 1,-1 7 0,1 0-1,-1 2 385,-1 3 0,-2 4-252,-6 10-421,7-3 0,-6 6 0,4-5 0,-3 2 1,-2-1-74,0-2 1,0-2-1267,0 0 681,0 0 0,-5-4-444,0-1 499,0-12 362,12-5 1,1-9 0,6-7 0,0 0 0,2 1 541,3-1 1,-2 2 7,7-2-158,-7-3 0,2 16 0,-8-3 0,-1 3 0,1 3 362,1 3 0,-2 5-253,-1 5-110,-6 3 0,5 6 0,-4 2 0,0 3 0,-1 3 343,-1 0 1,3 3-632,0-6-58,-1 0 1,-4-4-1,0-1 1,2 0-655,3 0 0,-2-6-495,6-3 936,1-4 0,-1-2 0,1-4 1,1-4-1,3-6-418,5-4 0,-3 2 422,3-7 224,-4 1 0,0-11 1,-1 0-1,-1-3 1,-4-2-101,-4-2 0,-4 0-10,-1 3 416,0 3 1,0 8 0,0 4 340,0 4 0,-1 9-366,-4 5 40,3 10 1,-4 5 0,6 9 0,0 4 0,0 4 833,0 2 0,0-1 120,0 0-915,0 1 0,0-1 1,0 1-1,0-2 1,0-4 73,0-4 1,0 2-749,0-2 282,6 0 0,-4-10 0,4-1 0,1-2-547,2-2 0,7-4 112,-2-5 424,10-9 0,-15-2 0,10-5 0,-1 1 0,-1-2 104,2-1 0,0 3 202,-5 6 171,-6 0 1,3 4 0,-5 2-1,1 0 110,-1 0 0,-3 5-222,-8-2-261,-2 4 0,-9 6 0,-3 1 0,-5 2 0,-3 1-608,-1-1 1,-4 3-485,4-6 573,-4 6 0,16-8 0,-3 7 12,4 1 1,7 1 313,3 3 537,16-1 1,5 0 0,12 0 0,1 0 0,1 1 1077,3-1 1,-5 0-335,1 0-1009,-1 1 1,-12-6 0,3-1-1,-3-2-2362,-2-3 789,-6-1-503,-2-2 2043,-6 0 0,-19-25 0,-4-7 0</inkml:trace>
  <inkml:trace contextRef="#ctx0" brushRef="#br0">8218 16392 7876,'-14'0'225,"0"0"0,0-2 0,-1-1 0,1-4 2850,0 0-2624,0 3 1,4-3-1,1 3 1,-1-2-1,2-2 1,4-4-1,2-4 1,4-5 553,2-1 1,9 3-1049,6-5 1,11 1-1,0-4 1,3 2 37,2 1 1,3 8 107,-5 2 0,5 1-161,-5 9 1,0-1 0,-6 6-1,-3 4 21,-5 5 1,-3 2 71,-2 2-81,0 1 0,-6 4 0,-3 0 0,-4-2 0,-1-1-329,0-2 0,-6 0-97,-3 0 260,-4 1 1,-1-6 0,-1-1 0,0 0 0,-3-2-711,-1 0 1,-4-1-34,4-5 745,0 0 1,0 0 0,-2 0 0,1 0 0,-1-1-59,4-4 643,1-3-119,2-6 0,4 4-33,1 1 1,7 6 11,2-2 141,7 3 1,8 2 0,3 2 0,1 1 0,0 2 297,1-2 0,2-1-919,7-2 143,-7 0 1,6 0-1,-1 0 1,5-2-1,-1-3-427,-1-4 1,3-4 175,1-1 210,5-7 1,-9 4 0,2-7 0,-7 1-1,-6-1-174,-3 0 1,-4 1 239,-2-6 111,3 1 1,-12 4-1,4 0 1,-5-1-1,-3 0 747,-2 1-513,0 4 0,-1 12-40,-4 3 1,3 6 0,-1 7-191,1 7 0,-2 10 47,4 3 247,-6 1 1,8 10-1,-5-4 1,0 0 0,2 1 676,-1 0 0,3-4-735,4 1-221,-7-3 1,6-6 0,-2-2 0,6-2-1,6-4 6,4-5 0,7-4-952,4-7 623,3 0 0,6-7 0,0-2 0,-1-5 1,-2-4-1033,-2-1 0,-1-4 587,-3 4 642,3-7 0,-11 9 0,3-7 0,-4 1 0,0 1 0,-1 3 0,0 3 50,0 2 189,0-1 1,1 7-1,-1 4 1,0 2 106,0 2 0,-6 2-167,-3 2-88,3 4 1,-7 7 0,4-1-11,-3 0-167,-2 0 117,0-6 0,0 0 0,-2-5 0,-3 2-30,-4-2 0,-8-1-67,-2-2 163,-7 0 1,9 0 0,-5 1 0,0 2 0,1 4 17,1 1 1,-1-4-65,2 6 25,3-7 0,-3 10 0,8-4 0,3 4 0,2 1 1,3 0 26,8 0-117,3-6 1,7 3 0,3-6 0,2-2 0,1-1-557,-1-2 0,1 0 281,-2 0 276,-3-7 0,4 0 0,-4-6 0,1 2 0,2 0 179,-1-5 0,-2 2 174,-2-5 12,-6 3 0,3 2 0,-7 0 493,0-1 1,-3 6-247,-1-1-573,0 7 1,0-1 0,0 10-1,0 7 78,0 4 1,0 2 80,0-5-78,0 0 0,2 1 0,3-1 0,6 0 0,4 0-47,4 0 0,5-1-260,-5-4 210,6-2 1,-3-7 0,7 0 0,-2-2-1,-2-3-168,-1-4 1,-7-5 213,2-5-6,-3 3 1,-4-9 0,-1 4 0,-3-1 0,-1-3 0,-4-2 1,-2-1 289,-1-1-60,0 1 0,-4-1 0,-3 2 1,1 4 633,0 4-662,-5 9-178,9 4 0,-4 14 1,6 4-1,0 7 1,0 5 370,0 6 1,0 0-124,0 8-14,0-6 0,0 2 1,0-5-1,1-1 1,2 1 395,2-1 0,6-4-652,-1 0 16,2-7 0,4-1 0,3-8 0,5-2 0,1-3-516,-1-1 1,3-9-326,-4-2 706,4-4 1,-5-3 0,-3-3-1,-3-3 1,-2-1-355,1-1 1,-1 0 116,0-4 327,-6-1 0,-2 3 1,-6 2-1,0 3 116,0 1 0,-1 6 22,-4-1-68,-3 7 1,-6 15 0,0 4 0,-1 5 0,1 4-25,0 2 1,6 0 356,3 2-264,4 3 1,1-7 0,0 4 0,1-5 0,6-3 88,7-2 0,2 0-596,7 1 215,-5-8 1,9 0 0,-4-7 0,2 0 0,1 0-394,-3 0 1,-5-7 125,1-2 57,-3-4 1,-7-1-1,-1 0 1,-2-2-1,-3-1-2871,-1-2 3283,-2-6 0,-57-23 0,22 18 0,-1 0 0</inkml:trace>
  <inkml:trace contextRef="#ctx0" brushRef="#br0">9669 16050 9589,'0'-8'2179,"6"-4"-1910,3 2 0,4 2-348,1-1 1,5 1 52,0-1 0,5-2 1,-5 4-1,-2 1-1874,-1 0 741,-8 1-635,4-1 1794,-16 4 0,-36-7 0,-17-1 0,-9 2 0,0 0 0</inkml:trace>
  <inkml:trace contextRef="#ctx0" brushRef="#br0">8815 16022 7892,'-23'8'0,"-1"-3"0,7 1 2535,-2-1-1856,9-1 0,5-4 0,12 0 0,7 0 165,8 0 1,7 0-205,4 0-807,3-6 1,5 3 0,-1-7 0,-4 1 0,-1 1-1902,-4 3 1,-2-1 2067,-6 1 0,-15 0 0,-9 5 0</inkml:trace>
  <inkml:trace contextRef="#ctx0" brushRef="#br0">10891 16264 7908,'-6'7'823,"4"1"0,-4-4 1520,0 0-1308,4 1 1,-4-7 0,7-2-729,4-6 0,-2-7-375,7-2 1,-1-6 0,5 3 0,1-2-309,-1 0 1,0-3 0,0-4 0,-1 1-123,-4-2 0,2 7 90,-6 6 314,6-3 1,-9 6 0,1-1 202,-6 5 0,-7 8 89,-9 8-90,4 4 0,-6 11 0,8 0 0,4-1 0,3-3-111,-1 0 1,7-1 77,0 0-174,0 0 1,19-1 0,-1-2-1,4-3 1,1 0-11,3 0 0,1-4 476,1 6-223,0-7 0,-5 5 0,-4-3 0,-4 3 0,-2 1 747,-4 1 1,-2-1 521,-7 5-1152,0-6 0,-2 5 1,-3-4-1,-4 4 1,-4 1-228,-1 0 0,5-4-6,-1-1-267,7-6 0,-2 9 1,12-8-987,7-1 1,2-3 205,7-4 593,1-4 1,4-2 0,-1 1-1,-1-2 1,-4-2 238,-2-1 0,-1 0 1224,-5 0-688,-6-1 0,3 6 1,-6-1 1744,-2-1-468,-1 5-1364,-2 0 1,-2 6-1,-2 0-352,-6 0 0,-1 6 112,2 3-236,2-2 0,7 5 0,0-2-357,0 3 0,2-6 151,3-2 128,2-3 0,8 2 0,0 1 0,3-3 0,1-4-48,-2-3 1,-1-4 804,-2 4-371,-6-6 0,3 3 1,-6-8-1,-2-1 0,-1-2 217,-2 2 1,-2-4-186,-3 2-149,-3 0 0,-6 5 0,0 1 0,0 2 0,-2 4-456,-3 0 0,3 2 51,-3 5 303,-3 0 0,6 7 1,-1 4-1,4 5 1,4 3 118,-2-2 0,4 4 178,3-3-181,2 1 0,4 0 0,2 0 0,6-1 0,3-4 120,1-5 0,6 2-116,4-6-60,3 0 1,1-5-1,1 0 1,-1-2-1,-1-1-3,-3-2 1,1-6 664,-6 2-404,0-4 0,-5-1 1,0 0-1,-1 0 0,-2 1 1503,-1 4-848,-7-4-319,3 5 0,-8 0-623,-2 3 0,2 5-14,-3 5 6,-3 3 1,5 6 0,-5 0 0,2 1-322,3-1 0,1 0 49,2 0 147,7 1 0,2-1 0,9-2 0,2-1 0,2-3-328,3-1 1,2-3 289,2-4 209,-1 0 1,-4 0 0,-2-1-1,-1-4 1,-4-4 158,-1-4 0,-4 3 686,-2 1-604,2-7 0,-10 0 1,3-3-1,-4 4 1,-1 0 1044,0 1-496,0 0-533,0 0 1,-1 6 0,-4 3-421,-4 4 0,2 8 30,2 8 204,-2-1 1,5 6 0,-3-4 0,4 2 0,2 1-111,4-2 1,3-1-420,6-2 347,0 0 1,2 0 0,3-1 0,5-2 0,3-3-409,1-2 0,1-1 278,-1-5 250,0-6 1,-1-1-1,-3-5 1,-5-1-1,-3-3 183,-2 1 0,-1-3 26,-4-1-76,-3-3 1,-1-6-1,0-1 1,-2-1-1,-1-1 98,-2-3 0,0 1-56,0 5-94,-7-1 1,4 7 0,-5 3-232,2 4 84,-5 7 211,9 8 0,-6 14 0,5 10 0,-2 2 0,2 3 347,2-1 1,1 1-269,0-1 216,0-6 1,0 5 0,0-3 0,0 1 0,0-1 263,0-5 0,4-3-553,1-2-156,6 0 0,-8 0 0,7-1 1,1-4-1,2-4-372,1-3 1,5-2 155,0 0 16,6 0 1,-9-2-1,4-3 1,-1-3 0,2-1-460,1-1 0,-5 3 235,2-3 402,-3-3 1,-2 10-1,0-6 210,1-2-94,-7 4 95,-2 1 0,-4 6 84,2 0 1,4 0 171,6 0-312,-6 6 1,5-4 0,-2 4 0,5-1 0,4 0 32,2-2 0,-3-1-314,5-2 154,0 0 0,4 0 0,1 0 0,-3 0 1,0-2 41,-3-3 1,0 2-36,0-6 95,4-1 0,-11-4 0,1 0 0,-4 1 1,-5 2 415,-2 1-280,-1 1-197,-5-5 0,-2 4 0,-2 2 0,-6 2-179,-3 3 0,-2 1-455,-4 2 480,-3 7 0,-2-4 0,2 6 0,1 2 0,4 2-386,1 1 1,2 2 750,0 3 16,-1-3 0,6 6 1,1-3-1,2 3 1,3 3 984,1 4 1,4-4-506,2 8-443,4-3 0,6-1 0,-1 1 0,-2 1 0,-3 1 220,-2-5 0,-1-1-153,-5-7-254,0 0 0,0 0 0,-2 0 0,-4-3-76,-8-5 1,0-3-84,-5-3-190,3-4 0,-3 6 0,-2-7 0,1-2 0,-1-1-196,4-2 1,1-6 133,2 2 192,6-4 1,2-1 0,6-2-1,0-3 1,1-3-266,4 0 0,3-5-112,6 3 269,7-3 1,-5 1 0,4 0 0,-1 4 0,2 0-751,1 0 1,1 0 397,6-2-102,-7 4 0,3 4 0,-6-2 0,-3-1 709,-5 2 0,-68-24 0,18 18 0,-1 0 0</inkml:trace>
  <inkml:trace contextRef="#ctx0" brushRef="#br0">12043 16065 8001,'-22'0'0,"-4"-2"654,8-3 1,-6-1 0,5-5 1505,1 1 0,9 6-841,4-6-1191,10 7 1,9-8-1,10 5 1,3-1-1,1-1-1365,1 1 1,-2 3 523,-4 0 663,4 2 50,-11 2 0,11 6 0,-5 2 0</inkml:trace>
  <inkml:trace contextRef="#ctx0" brushRef="#br0">13706 14330 8610,'-9'-1'1724,"-1"-4"0,7 2-1519,-2-7 1,4 5-1,2-4-157,4-2 0,3 3 1,6-1-1,1-1 0,-1 1 1,2 1 11,3 1 1,-4-2-122,4 4 1,-3 0-1,-2 5 1,1 0-5,-1 0 0,0 0 77,0 0 53,-6 7 1,5-3 0,-5 9 0,0 4-1,-4 2 252,-2 2 1,-2 4 252,0-1-350,0 3 0,0 6 0,-2 0 0,-2 0 1,-4 0 341,0 1 1,-3 4-162,6-5-287,-6 6 1,8-4 0,-5 4-1,1-1 1,4 0 66,2-1 1,1 2-26,0-6-162,0 7 1,0-9-1,1 6 1,2-1-1,4 0-57,1 4 1,-5-4-150,2 2 164,-4 0 1,4 5-1,0-1 1,-1 1 0,1 0 24,0-1 1,0 1 342,-5 0-299,0-1 0,0 1 0,0 1 0,0 2 0,0 3 99,0 1 0,0-4-43,0 2-40,0-4 1,-5 3 0,0 1-1,2-3 1,1 0 67,2-3 1,0-1-2,0-3-93,0 3 0,0-9 0,0 4 0,0-1 1,0-3-52,0-2 0,0-4 95,0-2-96,7-3 0,-6-2 1,6 0-1,-3-2 141,1-1 0,0-7 117,-5 1 180,6-7-37,-4 3 524,4-6-563,-6 0 1,-2 0 0,-2-1 0,-6-3-298,-2 0 1,-9-3-2047,-3 3 990,-2 2 1,-3-9 0,1 5-1,-2-1 1,0 0-3740,1-1 4771,-2 4 0,34-27 0,0-1 0</inkml:trace>
  <inkml:trace contextRef="#ctx0" brushRef="#br0">14375 15439 8238,'-2'-8'1343,"-1"2"569,-2-1-1697,0 6 0,7-5 0,3 6 0,4 0 1,5 0-1,5 0 0,5 0 592,3 0 1,6-2-731,0-3 0,7 4 1,-4-4-1,2 3-208,0 2 1,-8 0 31,-2 0 0,-6 0 0,-7 0 0,-3-1-840,-2-4 757,-4 3 1,-7-9-1,-4 5 1,-6-2-232,-7-3 0,1 3-22,-7-1 536,7 6 1,-4-8-1,7 6 1,0 2 992,0 1-322,6 2-462,1 0 0,19 2 0,2 2 1,3 6 692,4 3 1,-6 1-803,4 0-152,-3 0 0,-6 0 0,-2 1 0,0 0 0,-2 3-765,0 1 1,-1 0 79,-5-5-20,-6 6 0,-2-4 0,-7 3 0,0-3 0,-3-2-3569,-1 0 4225,0 1 0,-1-26 0,-2-7 0</inkml:trace>
  <inkml:trace contextRef="#ctx0" brushRef="#br0">15540 15297 8130,'-6'-14'23,"-2"-1"1,-1 3 0,1 1-1,2 1 799,2-1 0,-2 3 0,0 0 0,-1 1 0,-1-1 1152,1-3 1,3-2-1678,0-1 1,-3-1 0,3 1 0,0-2-231,3-2 1,1 0-136,0-6 0,6 5 0,2-4 1,2-4-247,-1-5 0,1-2-443,4-4 1,0-2 404,0 7 1,-4 0 0,-2 6 0,-2 3-136,-3 5 306,5 4 23,-6 7 1,4 3-1,-6 10 1,0 6 333,0 6 0,0 5 3,0 7 8,0-1 1,0 2-1,0 2 1,1 1-1,3-2 305,0-1 0,7-1-389,-1-1-63,3-6 1,-4 4-1,-1-6 1,-2 2-1,-3 2-253,-1-2 64,-2-1 78,0-7 0,-8-1 1,-5-2-1,-6-3 1,-4-2-346,-7-3 0,0-1-72,-8-2 405,0 0 1,2-5-1,4-1 1,7-1-1,6 1-99,3 3 25,2-5-22,6 6 1,5-4-1,11 6 1,7 0 452,6 0 0,3-2 180,4-2-445,0 2 1,1-6 0,1 5 0,2-3 0,1-2-403,-2-3 0,4 1-139,-2-4 324,7 3 1,-6-14-1,6 4 1,-4-3-1,-1-4-631,-3-4 0,-9-2 186,-4 0 573,-9 4 1,1-11 0,-6 7-1,-4 0 1,-4 6 717,-6 1 1,-6 11-281,-4 2-215,4 9 0,-6-1 0,7 6 0,1 2 0,2 4 1157,2 8-968,-1 0 1,-3 13 0,4-3 0,3 3 0,1 1 674,0 1 1,0 4-90,5 0-655,0 0 0,0-4 0,0-1 0,0 1 1,0-1 120,0 0 1,5-1-145,0-3 0,4 1-241,-4-6 1,1 3-1,-2-6 1,0-3-998,0-1 624,3-5-252,-5-1 1,4-8-1,-6-4 267,0-8 0,2-2-74,3-8 350,-4 1 0,7-1 0,-5 2 0,2 1 0,0 4-35,1 1 1,-3 4 189,7 2 104,-1 4 1,1 1 0,-1 0 0,2 2 469,2 2 1,1 7-260,0 3-218,-6 4 1,3 1 0,-4 0-1,-1 1 1,2-1-115,0 0 1,-4 0-146,6 0-225,-1 1 1,6-6 0,-1-1 0,0-2 0,0-2-1145,0-3 1,5-1 806,0 0 590,0-13 1,0 4-1,0-10 1,-1 3-1,-4 0 400,-5-2 0,4 6 352,-4-2-118,-2 3 0,-1 2 552,-6-1 1,0 9-251,0 1-758,-6 6 0,3 8 1,-5 0-1,1 1 0,4-1-222,2 0 0,2-4 44,4-1-80,3 0 1,6 1 0,2-2 0,1-2 0,4-3-576,1-1 0,2-2 319,4 0 0,-6-6 233,-3-4 1,0-3 0,-3-2-1,-5-4 329,-3-5 1,-3 2 33,-5-2-146,0 1 1,-7-4 0,-4 3 0,-5 5-1,-4 3 119,-2 2 0,0 6-112,-2 3 0,-3 4-51,3 1 0,4 8 0,1 4 0,3 6 43,2-1 0,4 4-63,1-2-71,6 6 0,-4-9 0,9 3 1,3-4-1,6 0-306,6-1 1,5-5-7,7 1 70,-1-7 1,2 3-1,2-6 1,1-1 0,-1-4-147,-2-5 0,-4-1 1204,-2 2-478,3-4 1,-11 7 0,1-5 0,-4 3 647,-4 2 0,-4 1 803,5 5-1141,-7 0 0,3 6 0,-6 4 0,0 2 455,0 3 0,0-1-396,0 0-554,-6 0 1,4 0 0,-3 1 0,2-3-853,-2-2 0,4-2 262,-4-4 29,4-2 1,1 3-1,0-10-929,0-4 0,0-9 551,0-1 707,6-6 0,0 4 0,7-4 0,-1 1 0,4 1 127,0 1 0,0 1 722,-2 7-509,0 0 0,1 6 0,-1 3 0,0 3 825,0 2-621,0 0-748,1 7 0,-6 1 0,-1 6 0,-2 0-4647,-3 0 5013,5 1 0,26-14 0,11-2 0</inkml:trace>
  <inkml:trace contextRef="#ctx0" brushRef="#br0">16976 14842 8262,'-6'-28'216,"5"1"0,-4 1 0,3 4 1153,2 2-354,0 7 0,0 8 0,0 10-89,0 5 1,0 9-425,0 4 1,0 4-1,0 2 1,0 1 10,0 3 1,-5-2 0,1 6 0,1-3 126,1-2 0,2-2-696,0-2 54,0 1 1,0-1 0,0-1 0,0-3 0,2-4-563,2 1 0,4-10-916,6 3 1183,1-3 1,0-3-1,4-5 1,5-7 0,3-9-731,1-4 0,2-10 204,4-2 697,-4-6 0,9-7 0,-6-1 1,-1 2-1,-4 3 147,-4 5 1,-10 5 6,-9 4 418,-3 3 0,-4 13 0,-3 4 0,-6 4 37,-6 4 1,-5 9 25,-7 6-277,7 6 1,-3-3 0,6 5 0,1-3 0,3-3 1204,0-1-1371,1-4 0,6 4 0,4-5-520,2-1 1,5-2-11,7-2 0,1-4 0,12-6 0,4 0-749,5 0 780,-2-6 0,9-2 0,-4-6 0,0 0 0,0-1-180,-4 1 1,-1-5 483,-1 0 341,-7 7 0,3 1 1,-6 6-1,-2 2 0,-1 1 946,-2 2 1,1 2-700,-1 2 4,-6 4 1,3 8 0,-6 1 0,-2 2 0,-2 0 303,-1 2 0,0-5-556,0 3-166,0-4 1,-6 0 0,-3-3 0,-4-1-518,-1-1-478,-1-7 0,1 3 0,0-6-1080,0 0 1388,0 0 421,6 0 1,3-6-1,10-3 1,4-4-1,5-1-258,5-1 1,3-5 529,7-4-25,6-3 0,-2-6 0,6-2 0,2-1 0,-1-3 116,1-2 0,-6 0 126,-2 3-161,-3 3 1,-13 10 0,-4 4-1,-7 8 615,-7 6 1,-3 3-204,-10 9-336,-3 3 1,-7 11-1,2 1 1,0 3-1,1 2 657,1 2 0,3 1-205,7 1-223,-3-1 1,12-4 0,-4-1 0,3 1 0,4 0 161,3-1 1,7-5-558,7 1-84,13-3 0,-8-7 0,10-1 0,0-2 0,-1-3-1110,-2-1 0,-2-4-1381,-5-2 1845,2-4 1,-10-6 0,2-1-1,-6 0 1,-4-4-4026,-2-5 4738,-1-3 0,-30-27 0,-7-6 0</inkml:trace>
  <inkml:trace contextRef="#ctx0" brushRef="#br0">17815 14856 8159,'-14'6'1383,"0"-4"1,8 6-542,6-3 0,12-4 461,12 4-1052,9-3 0,3-4 1,7-1-1,0-3 1,-2-1-482,-3 1 0,-4 1-1888,-5 5 2118,-7-6 0,-52-15 0,-19-9 0</inkml:trace>
  <inkml:trace contextRef="#ctx0" brushRef="#br0">16806 14856 8129,'-8'8'1818,"2"5"1,18-12-1328,7 4 0,13-3-578,6-2 0,3 0-45,1 0 132,7 0 0,-6-11 0,3-4 0,6 0 0,0-1 0</inkml:trace>
  <inkml:trace contextRef="#ctx0" brushRef="#br0">15000 16093 8139,'0'-9'4657,"0"-1"-4273,0 7 0,2-2 0,1 10 0,3 4 144,2 4 1,-3 1-1,3 2 1,-2 3 0,-3 3-1,-1 2-47,-2-1 1,0 0 0,0 2 0,0-1-298,0 1 0,0 0-299,0-1 0,0-4 0,0-5 1,0-1-535,0 0 0,-5-5-88,0 1 490,1-7 1,-1 2-1,0-12 1,0-5-706,-1-6 0,4-8 536,-2-3 1,2-7 238,2-12 0,0-2 1,2-7-1,2 2 53,6 3 175,9-4 0,3 14 0,5-1 0,-2 10 0,-1 9 147,1 10 0,0 6-93,-1 8 143,3 6 1,-16 7-1,2 8 1,-5 1 0,-5 3 330,-2 2 1,-1 1-114,0 1-476,-6-7 0,-7 3 0,-7-4 0,-1-1 0,-1 1-659,0-4 0,3-1-433,-5-2 438,7 0 1,-8 1 0,6-3 0,3-1-3476,5-1 4139,5-7 0,50-9 0,11-10 0</inkml:trace>
  <inkml:trace contextRef="#ctx0" brushRef="#br0">15612 16178 8139,'0'-9'-614,"0"-1"4333,0 1-2723,0-5 0,-2 1-303,-3 4 0,-3-3 1,-6 8-1,-2 1 362,-3 1 1,-3 2-609,-6 0 0,1 6-290,3 4 1,-1 2 0,6 4 0,2 2 98,1 1 0,2 1-479,-1-1 1,7-3-111,4 3 1,2-3 0,4-4-1132,2-2 1,9 1-500,6-7 1589,6 1 0,-3-6 0,5-4 0,-1-5 1,-3-2-183,3-2 1,-6-1 242,-1 1 452,-3 0 0,-2 1 0,-1 2 1,-2 2 1785,-2-2-1192,-6-2-227,4 5 1,-7 3 0,-2 10 316,-3 5 0,2 2-227,-6 3-530,6-1 1,-4 0 0,7 0 0,0 0 0,2-1-295,3-4 1,-1 3-1175,11-8 934,-4 1 1,11-5-1,-5 0 1,4-2-1,1-2-671,3-6 0,0-4 417,-1-5 613,3-3 0,-11-6 0,3-3 0,-5-2 0,-5-5 286,-4-3 1,-3 0-88,-2 3 656,0 4 0,0 7 0,-2 5 741,-3 7 0,2 9-510,-6 11-719,6 3 0,-4 14 0,6 5 0,-3 6 1,0 2 398,1-1 0,-4 0-472,3-6-258,-1 0 0,5 1 1,0-2-1,0-2 1,0-3-3765,0-1 536,0-2 2332,0-5 0,-2-6 1,-1-5-225,-2-6 1,-4-5 674,4-6 489,0-7 1,4-1-1,-2-6 1,-2-1-1,2 1 753,1-1 1,4 6-322,2-1 355,-2 6 1,11-2-1,-4 7 1,4 2-1,3 3 435,3 2 1,3 0-902,6 1-327,1 3 1,-1-4 0,0 6 0,1 0 0,-2 0-391,-4 0 1,3 0-845,-7 0 4,-7 0 2160,-5 0-431,-7 0-251,-7 0 0,-1 6 0,-6 4 0,2 4 1,0 3 1008,3 2 0,4 5-132,-4-5-793,6 6 0,-5-4 1,5 4-1,-2-3 1,2 0-227,1 0 0,2-4 142,0 1-744,0-3 1,5-7-1,1-1 1,2-2-367,3-3 0,2-3 249,1-4 388,0-4 1,0-11 0,1-2 0,-1 1 0,0-1-132,0 4 0,-1 1 908,-4 2-277,4 0 0,-10 6 1,7 3 911,1 3 1,-3 9-266,1 2-531,-6 4 0,4 6 1,-7 0-1,0 0 0,0 0 647,0 0 0,1 0-322,4-5-904,-4-6 1,12 0 0,-2-5 0,5 1 0,3-2-338,-2-5 0,4-5-484,-2-6 790,6-7 0,-9 4 1,3-5-1,-3 0 1,-4 1-475,-2 1 1,1 1 750,-7 4 62,1 8 0,-6-3 228,-4 10 0,-3 3-103,-6 11-203,0 1 0,4-1 0,2 0 0,2 0 0,3 1-694,1-1 203,2 0 129,0 0 1,2-1 0,2-4-1,6-4 1,3-2-993,1 2 0,-5-4-223,1 4 251,-1-3 1319,-1-2 0,-27-32 0,-12-7 0</inkml:trace>
  <inkml:trace contextRef="#ctx0" brushRef="#br0">17119 15951 8282,'4'-19'448,"1"0"1,-2 2 700,-1 1 0,-2 9 0,0 9 0,0 11-319,0 9 0,0 6 0,-2 4 0,-3 3 195,-4 1 1,1 0-692,-1 2 0,4 2 0,-3-7 0,0-2-320,0-1 1,5-3 296,-2-3-1022,-3 3 27,7-11 1,-5-4-308,6-12 704,0-6 0,0-15 1,0-4-1,0-5 0,0-5-478,0-1 1,0-2 517,0-5 144,0-6 0,4-1 1,3-5-1,2 2 1,5 6 220,4 3 0,7 9 67,-1 7-144,2 6 0,9 14 1,3 3-1,2 5 1,-1 6 330,-1 8 0,-8 2 13,-2 8-255,-5-7 0,-15 9 0,-4-6 0,-2 1 1,-4 1 242,-2 0 1,-9-3 283,-6 5-509,-6-7 0,3 3 1,-7-5-1,1-3 1,-1-1-155,1-1 1,-1-2-569,1 1 253,6 4 1,1-12-1,7 6-989,0-1 892,6 2 417,2 6 1,12-4-1,3-2 1,4-1-1,1 0 590,0-1 0,5 4-102,0-6-333,0 1 1,0 0 0,0 0 0,-1-2 0,-3-2-150,0-1 1,0 0-491,4 0 379,-3 0 1,5 0 0,-9-1-1,-1-2 1,-1-4-116,1-1 1,0 4 296,-1-6-9,2 1 0,-10-1 1,4 2-1,-1 0 746,0 0-710,-1 5 111,-4-3 1,0 8 0,0 2 0,0 6 349,0 2 1,0 3-314,0-1-283,0-6 1,0 4-1,0-2 1,2 1-1,3 0-424,4-2 1,4-5 141,1 0 185,0-2 0,5-2 0,2-2 0,-1-1 0,1-5 67,-4-4 1,-1-1 136,-2-11-82,0 7 0,-1-10 0,-2 3 0,-3-4 1,-2-4 264,-3-1 0,-3 0-162,-4 5-83,-4 5 1,-3 3 0,-2 7 0,-3 4 0,-1 6-126,-4 6 0,4 9-159,-7 7 256,7 7 1,-4 1-1,6 6 1,-1-2 0,0-1 207,3-1 0,9-1 69,-1 1-427,3-7 1,2 3 0,2-8 0,4-2 0,8-6-553,8-3 1,5-1 263,2-5 242,-1 0 0,1-6 0,-1-5 0,1-5 0,-1-3 149,0 2 0,-5-4 271,-5 2-12,-2-6 0,-2 9 0,-1-3 0,-3 3 2210,-6 2-1021,-2 0-1238,-2 6 0,-2 2 1,-1 7-1,-3 4 0,-2 6-153,-3 6 1,3-1 204,-1 3-202,5-3 0,-2 3 0,6 0 1,0-2-1014,0-1 1,2-3 152,2-4 423,4-2 1,8-3-1,1 1 1,2-2 0,-1-3-494,-2-5 0,3 2 1331,-1-6-313,1-1 0,-9 1 1,-1-1-1,1-1 129,-2-1 0,3 2 1396,-6 1 63,-1 6-1243,-4-4-559,0 7-224,0 7 0,0-4 0,2 5 0,3-1-425,4 1 1,-1-4 282,1 0 184,1-2 1,6-2-1,1 0 1,2-2-1,0-1-40,2-2 1,-4-7 66,7-2 542,-7-1 0,4-7 0,-9 3 1,-1-6-1,-3-5 405,-2-3 1,-1-2-338,-5 2-243,0-3 1,-1-2 0,-3 3 0,-2 3 304,-2 5-147,-1 8-306,1 5 0,0 8 0,5 9 0,-2 7 0,2 7 243,1 3 1,2 7 208,0-3 93,0 3 1,-4 6 0,-1 0 0,2-1-1,1-2 780,2-2 1,0-4-723,0 0-543,0-7 1,0 8 0,0-6 0,2-1-1,2-3-399,6 0 0,3-6-1241,1 1 1249,6-7 1,-2 3 0,5-8-1,3-2 1,1-4-876,1 0 1,0-9 586,1 2 636,-1-2 1,-6 3 0,-3 0 0,-3-1 0,-3 1 307,-4 0 0,-1 6 832,-3 3-485,-4 4 160,6 1 1,-7 6-112,0 3-494,6 4 0,-3 1 0,8 1 0,4-1 0,4-2-264,3-2 0,1 3-907,6-4 768,6-3 0,-4 1 0,7-7 0,2 0 0,1 0-500,1 0 0,1-7 176,0-2 607,-7-4 1,2-4 0,-11 1 0,-8 3-1,-8 1 855,-5-1-441,-1-1-320,-12 0 0,-2 6 1,-10 3-1,-5 3 1,-3 4-82,-1 3 0,1 3-139,3 6-3,4 0 0,6 5 1,-1 2-1,3 1 0,1 3 22,1 2 1,7 1-125,-2 1 351,4-7 1,6 8 0,1-5 0,0-1 0,2 0 311,0-2 0,-5-5 72,2 2-408,-4-3 1,-1-2 0,-1-1 0,-4-2-1,-6-3 19,-6-2 1,-5-1-1033,-7-5 648,1 0 1,1-2-1,2-3 1,2-4-1,3-5-244,3-5 1,7 1 118,5-5-45,4-7 1,7-5-1,5-3 1,7 5-1,5 4-1634,4 6 1,2 2 697,-1 7 1332,0 6 0,-12 14 0,-3 10 0</inkml:trace>
  <inkml:trace contextRef="#ctx0" brushRef="#br0">15825 17273 8098,'0'-16'176,"0"-1"0,0-2 0,0 0 0,-2 1 1969,-3 4 0,4-3 0,-5 9-817,-1 0 0,6 3 0,-4 10-632,3 5-452,-4 2 0,3 9 1,-5 1-1,0 2 1,2-1 156,-1 3 1,-2-4-410,4 1 0,-4-1 0,2 2 0,1-5-557,0-3 0,-4-2 9,6 0-1734,-1-6 1132,5 5 1,0-18 456,0 0 496,6-12 0,2-10 1,8-8-1,1-1 0,2-5-81,-1-5 1,2 2 400,-1-3-62,6 2 1,-9 11-1,5 5 1,-2 10-1,0 7 483,-2 2 0,-1 9 220,-2 1-534,0 12 1,-1 7 0,-4 8 0,-4 3 0,-3 2 868,-2 2 1,0-4-301,0 4-595,0-4 0,0-4 0,0 0 0,0-4 0,0-2-511,0-2 1,-5-7 88,0-2-1024,0-6 0,4 4 1,-4-7-81,-4 0 0,-4-7 134,-1-2 966,0-4 1,-5-1-1,0 0 1,1 1 0,2 2-48,2 2 1,5 1 999,-1-2 11,7 4-44,-3 0 1,14 4 740,6-3-1126,0-3 0,15 7 0,-3-4 0,6 4 0,1-1 74,2-3 1,-3 2-335,5-6-237,-5-1 0,3-4 0,-7 0 1,1-1-1,-2 1-153,-4 0 1,-4 0 145,-9 0 119,2-1 0,-10-4 0,3 0 0,-5 2 11,-5 1 1,-1 2 175,-4 0-135,-3 6 0,6 2 0,-8 6 0,1 0 1,0 0-11,0 0 1,-1 6 12,1 3 145,0 10 1,1-1 0,2 5 0,3 3 0,1 1 502,-1 1 1,4-1-175,0-3-299,2 2 0,2-3 1,0 3-1,2-2 0,1-5-40,2-3 1,7 1-124,2-3-423,1 4 0,7-17 0,-5 4 0,4-3 0,1-2-560,3 0 0,0-2 225,-1-3 549,3-9 1,-7-2-1,6-4 1,-4-1-1,0-2-98,0-4 0,0-2 518,2 1-40,3-1 0,-7 7 0,4 3 0,-5 4 0,-3 2 1062,-2 3-459,0-2-453,0 10 0,-4-3 0,-2 10 415,-2 5-489,-1 2-336,-5 3 0,0-6-1050,0 1 895,0-7 200,0 3 1,0-4-1,-2 1 1,-2 1-14,-6 0 1,-3-3 193,-1-1-55,-6 7 1,4-1-1,-5 5 1,2-2-1,0 2 364,2 2 1,1 1 90,2 1-489,0-1 0,0 0 1,1 0-1,3 0-448,6 1 134,2-1 107,15-6 0,-2-2 0,13-6 0,1-2 0,2-1-418,1-1 1,1-8 136,-1 3 497,-6-4 0,0-1 1,-4 0-1,-1 0 1,-3 0 295,-3-1 0,-8 1 534,2 0-435,-3 6 1,-4-3-113,-3 6 0,-2 7-242,-8 7-25,7 4 0,-4 7 1,4 4-1,-2 3 0,2 3 109,2 3 0,1-3 351,5 3-467,0-3 1,0 4 0,0-1 0,0-2 0,0-1-100,0-1 1,-4-6-40,-1 1 103,0-7 0,-1 2 0,-4-8 1,-2-3-1,-2-1 197,-1-4 1,0-2-238,-4-1-103,-4-6 0,1-2 1,3-6-1,4 0 0,2-2-9,3-3 0,4 2-736,6-7 646,0 0 0,8-4 0,6-1 0,10 1 0,6 1-389,3 3 1,7-2 147,-2 2 377,3 3 0,1-4 0,-1 6 0,-1 2 0,-4 1 131,-1 2 1,-3 0-11,-9-1 409,-2 1 1,-9 5 1641,-2-1-1331,-4 7-462,-6-3 0,-6 7 1,-2 4-1,-1 3-101,-1 0 0,1 9-388,-6-3 173,7 4 0,-3-4 0,7 0 0,0 0 1,3 1-146,1-1 1,0 0-390,0 0 399,6 0 0,2-1 0,8-3 1,1-6-1,4-2-380,1-2 1,2-2 111,4-2 411,1-4 0,-1-7 0,-1 0 0,-4-3 0,-4-2 115,-3-2 1,-8 0 39,-3-2-74,-4-9 0,-1 9 0,-1-8 0,-4 6 1,-4 3 151,-4 3 0,-3 2-475,-3 9 242,-3 3 0,-2 7 0,2 4 0,0 4 0,2 6-228,-1 4 0,4-2 131,7 7 87,-2-1 0,10 6 1,-3-2-1,4-4 1,2-2-79,4-1 0,8-8-61,6 2 50,6-3 0,-3-3 0,7-4 0,1-2 0,1-4-327,2-2 0,0-4 21,-4-6 438,-1-1 1,-4-4-1,-2-1 1,-1-1-1,-4 1 353,-1 2 0,-8-2-95,-3 1 230,-4 6 1,-1 1 0,-1 4 316,-4 0 1,-3 2-579,-6 6-251,-1 0 0,6 1 1,1 4-1,0 3 1,2 1-393,0 1 0,1-1-108,5 5 345,0 1 0,6-1 1,4 0-1,2 0 1,2-1-235,1-4 0,-1 4 152,0-3 318,0-4 0,-4 2 0,-1-5 0,1 3 0,-1 1 1167,1-1-748,-7 5 218,9-10 1,-10 12 522,3-3-861,-4 2-757,-1-4 0,2-2-232,3-6 1,-2 0-394,6 0 750,1 0 1,9-6 0,0-3 0,-2-4 0,-1-1-114,-2 0 1,0-1 553,1 1-100,-1-6 0,0 4 0,-1-3 0,-4 3 1,-3 3 1446,1 4-917,-6-4-392,6 12 0,-7-4 1,-2 10 11,-3 4 0,2 4-66,-6 1-174,6 7 1,-4-6 0,7 4 0,0-3 0,0 0 21,0 3 0,7-8-749,2 3 545,4-3 0,1-3 0,2-3 1,1-4-1,4-1-293,1 0 1,0-6 508,2-3-53,2-4 0,-10-6 0,3-1 0,-3-3 0,-2-3-3,0-6 0,1 0-88,-1-6 28,0 1 1,-5-12-1,1 0 1,-1 1-1,-1 9 58,-3 7 0,-2 7 30,2 11 314,-3 6 1,2 5 312,-8 12-530,2 1 1,-9 16 889,6-2-727,-6 3 1,5-3 0,-5-1 0,1 1 0,1 0 398,1-1 0,0-5-287,3 1-241,4-3 1,-7-2 0,5 0 0,-2 0 0,2 2 32,1 3 0,2-3-227,0 3 20,0-3 1,0-2 0,2 0 0,1 0-96,2 0 52,6 7 0,-8-10 172,6 3-250,1-3 1,2-1 0,-1-2 0,-1-2 0,3-3-708,4-1 1,-1-2 272,3 0 131,-3-7 1,2-2 0,1-8-1,-1-4 1,-2 0-1030,-2 1 0,-2-10 57,-2 1 1002,3-2 1,-7 2-1,3 1 1,-4 0-1,-5-1 440,-5 1 0,-9 12 0,-10 6 0,-9 7 0,-3 3 0,-7 0 0,1 2 0,1 1-585,3 2 1,3 6 701,6-2 767,7-2 0,5 5 2112,12-2-2140,7-4-309,18 0-253,9-6 1,2 0-1,7 0 1,2-1 0,-1-2-301,-1-2 0,-3-5-904,-7 6 763,1-7 0,-5 7 0,-2-3 0,-3-1-453,-7 0 689,2 5 133,-12-10 0,3 11 1840,-10-2-1219,-3 2-522,0 2 1,-3 6 0,5 4-1,0 2 1,-1 4 420,4 3 0,-3-1-388,1 5-209,0-5 1,5 4 0,0-3 0,0 3 0,0 0 41,0-3 0,0-3-47,0-2-1219,0 0 1,0 0-830,0 1 1893,0-8-71,0 0 391,0-7 1,0-2 807,0-3-715,0 4 0,0-7 1,0 3-57,0-4 1,0 1-222,0-2-347,0 7 0,2-8 0,1 5 0,3-2-1027,2-3 782,-5-2 5,10 5 0,-10-4-96,7 2 862,-1 4-87,5 0 0,-4 6 0,-1 1 704,2 4 0,-3 3 202,2 6-905,-7 0 0,3 1 0,-6-1 1,0 0-1,0 0-14,0 0 1,0 1-161,0-1-518,0-6 0,5 4 0,1-4-1374,2 0 1268,2 5 339,4-12 0,0 6 1,2-9-1,1-3 1,2-4-94,-1-4 0,2-3 470,-1-3-52,6 4 1,-9-7-1,3 4 1,-3-1-1,-2 2 435,0 1 1,-1 7 228,-4-1 151,4 7-414,-11-3 0,4 12 157,-6 3-387,0 4 1,0 6 0,0 0 0,0-2 0,0-1-5,0-2 0,0 1-195,0-1-361,0 0 0,-2-1 0,-1-2 1,-1-2-1903,0 2 1421,3-4 485,1-1 1,1-8-1,4-1 1,5-3-218,2-2 0,2-6 438,1-5 77,-1 0 0,2 0 0,1 0 1,0 2-1,-2 2 523,-4 6 1,-2-2 356,5 6-684,-6-6 1,5 9 0,-4-1 307,4 6 0,-5 1 306,-3 5-625,-4 1 1,-1 4 0,0 0 0,0 0-905,0 0 367,7 1-670,-6-1 0,7-5-1195,-3 1 1499,3-7 573,6 3 0,0-10 0,0-3 0,1-1 0,-1-1-29,0 1 0,0-3 791,0 6-369,1-6 0,-6 9 1,1-2 1323,1 2-430,-5 2-750,7 0 1,-12 2 0,4 2-311,-3 6-160,-2-4-143,0 7 1,6-12 0,3 4-1,4-3-622,1-2 0,2-2 222,3-3 450,3 4 0,7-12 1,-1 5-1,0-1 1,1 1 33,-1 2 0,-4 1 871,0 5-441,-7 0 0,8 0 1,-6 0-1,-3 2 1500,-5 2-733,-5 4-733,-6 6 1,0 1-1,-1-1 1,-4-2-154,-4-2 1,-4 1-552,-1-6-342,0-1 1,-7-2 0,-3 1-1,-3 2 726,-1-2 0,-17-10 0,-15-7 0,-2-1 0,-6-1 0,1 0 0,-1 0 0</inkml:trace>
  <inkml:trace contextRef="#ctx0" brushRef="#br0">18555 16946 8098,'-7'-21'0,"-1"-1"0,0-6 0,2-26 0,6-6 0</inkml:trace>
  <inkml:trace contextRef="#ctx0" brushRef="#br0">3157 11416 9461,'-2'-19'-141,"-1"0"0,-2 0 0,1 0 262,-3 0 356,6 0 1,-6 10 1034,7-1-1523,7 7 0,1 3 1,4 9 127,-2 4 0,1 6 118,-7 0-290,8 6 0,-11-3 1,4 8-1,-4 2 0,-1 3 30,0 1 1,0 2-173,0 5 213,0-1 1,-6 7-1,-2 3 1,-1 4 0,1 0-68,2 1 1,-4 0-69,5 0 78,-6-6 1,10-1-1,-4-4 1,3 1-1,2-1-11,0-2 0,0-6 42,0 0 14,0-6 0,2 1 0,3-8 0,3-3 0,1-1-49,1-4 0,-1-1 24,5-2 26,-6-6 0,5 3 0,-4-4 13,4 0 183,-5-3-119,-2 2 0,0-6 138,4 0 0,3 0 250,1 0-423,-6 0 0,4 0 0,-1 0 0,5 0 0,3 0 9,-2 0 1,6 0 124,0 0-187,4 0 0,-3 0 0,1 0 0,4 0 0,2 0-61,1 0 0,4 0 110,2 0-28,3 0 1,2 0-1,1 0 1,3 0-1,5 0 76,4 0 1,1 0-80,-1 0-5,-5-6 1,6 4-1,-3-3 1,2 2-1,0 0 11,-1-2 1,-4 1-91,1 4 74,0 0 0,0 0 1,-1 0-1,-2 0 1,-4 0 4,0 0 0,2 0 51,0 0-43,7 0 1,-8 0-1,6 0 1,3 0-1,4 0 79,2 0 0,1 0-65,-5 0-6,6 0 0,-1-2 0,6-1 0,0-2 0,-4 2-46,1 1 0,-8 2-88,0 0 107,6 0 0,-17 0 0,6 0 0,-5 0 1,-1 0-35,2 0 0,10 0-113,-1 0 139,3 0 1,-2 0-1,4-1 1,4-2 0,4-4-57,1-1 1,0 5-35,0-2 92,6-2 0,-1 0 1,-35 2-1,0-1 1,0 2-1,-1 0 0,34-4 0,-4 0 1,-10 5-797,1-1 834,4-4 0,-8 6 0,2-3 0,-4 4 0,2 1-141,3 0 0,1 0 108,-4 0 20,0 0 0,2-5 0,2 0 0,5 2 0,2 2 61,-1 1 1,2-5-68,-2 0-5,2 0 0,1 4 1,-4-2-1,-3-4 0,0 1 19,4 0 1,2-1-187,2 3 156,0 2 1,0-9-1,1 6 1,0 1-1,4-1-25,-36 3 1,1-1 0,36-6-1256,-1 4 1312,-10 0 1,-3 5-1,-4 0 1,-1 0 0,1 0 220,-4 0 1,-1 0-247,3 0 7,0 0 0,6-5 0,1 1 0,1 0 0,-2 1-1,1-1 0,0 2 15,7-3-66,1 4 0,3-4 1,1 0-1,0 2 0,1 1 3,4 2 1,-4 0 44,-1 0 50,3 0 0,-6-4 1,4-1-1,-2 2 1,-4 0 39,-7-2 1,-2 3 18,0-2-103,-4-4 1,10 5-1,-5-5 1,2 0 0,3 1 60,1 1 0,6-3-48,-35 6 0,0 1 260,34-3 0,-32 4 1,0 1-1,29-4 0,-1 0 1,-5-1-71,-9-1 0,-7 4-140,-11-3-24,-3 4 0,-6 1 0,-1 0 0,0-2 0,1-1-168,-1-2 1,5 0 73,1 5 66,5 0 1,-4-4 0,3-3 0,-5 1 0,-3 0 27,-2 3 0,1-5 246,-1-2-185,-6-2 1,-1-1 0,-7 2-1,0 1 1,1-1 143,-1-1 1,0-2-311,0-1 50,-6 7 1,5-4-1,-5 2 1,1-1-1,1 0 43,1 2 0,-3-1-40,1-4 21,1 0 0,-1-5 0,-1-2 1,-2 1-1,-3-2 51,-1 0 1,3-7-51,-1-4-80,1-7 0,0 3 0,1-9 0,2-3 0,2-2-4,-2-2 1,4 2-51,-2-1 108,2 0 0,7 0 0,0 1 0,-1 4 0,-3 4 48,0 4 0,-8 7 427,-2-1-380,-3 3 0,-2 1 0,0 2 0,-2 4 0,-3 2 148,-4 1 0,-4 4-39,-1-3-204,6 3 0,-6 3 1,1 2-1,-4 2 0,-2-1-71,-1 3 0,2-4 8,-6 6-43,1 0 1,-7 5-1,-2 0 1,-3 0-1,-3 0-528,-6 0 1,-6 2 117,-12 2 417,-9-2 1,-8 9-1,36-7 1,-1-2-1,-1 1 1,0 1 0,-2 0-1,-1 0-33,0 0 0,-2-1 0,-5 1 1,-2 0-966,-2 1 1,0 0 1052,0-2 0,-1 0 1,-3 0-1,-2-1 1,1 0-1,-1 1 1,-6-2-1,0 1 1,-5-1-1,0 1 181,-1 0 0,-1 1 1,-2-3-1,-1 1 27,3 2 0,0-1-147,0-1 0,-1 0 1,22 0-1,0 1 1,-1-1-1,1 1 1,-1-1-1,1 1 0,-2 0 1,0-1-1,0 1 1,1-1-1,0 1 1,0 0-73,2-1 1,-1 1 0,1-1 0,-1 1 0,0 1 0,0-1 45,-1-1 0,0 1 0,-1-1-13,-2 2 1,1-1 0,-1 1-1,5 0 1,1 1 0,-1-1-1,0-1 1,-1 1 0,1 0-1,1-1 1,-1 1 0,1-1 0,0 1-1,0-1 1,-1 0-9,-1 0 0,0 0 0,-1 0 0,0 1 0,0 1 0,0-1-801,0-2 1,0 0 0,-1 1 826,-2 2 1,0 0-1,1-1 1,3-1 0,1-2-1,-1 2 1,-4 0 0,1 1-1,-1-1 1,0 1-1,0 0 1,0-1 0,-1 1-1,0-1 1,1 1-14,0 1 0,-1-1 1,2 1-1,-1 0 0,1 0 1,0 1-10,6 0 0,1-1 0,-1 1 1,0 0-1,0 0 0,0-1 0,-1 1 1,0 0-1,0 0 0,-23 2 0,0 0 100,3 0 1,1 0-1,3-2 1,0 0-12,2-1 0,1 1-43,-2 0 0,-1-1 1,1 1-1,0 0 0,-3 0 1,0-1-1,2 1 0,0 0 1,2-1-1,1 0 14,1-2 0,-1 1 0,-2 0 0,0 0-124,-2-1 1,2 1 75,8 2 0,0 1 0,-6-5 0,1-1 0,8 2 0,2 1 0,-3-1 0,0-1 0,-1 1 0,-1-1 2,1 1 0,0 1 0,4 2 0,1-1 107,3-1 1,1-1-88,2 4 1,-1-1 0,1-2 0,1 1 0,-1 1 0,2 1 0,1-2 0,1 0 0,3-1 0,2 0 39,-32 0 0,4 3 58,7-1-91,0 0 1,2-5-1,3 0 1,9 1 0,6 3 30,9 0 0,5 1-5,4-5 57,10 6 0,8-2 0,7 5-837,4 2 1,4 0 3181,10-1-2437,3 2 1,51-23 0,-31 6 0,0 1 0</inkml:trace>
  <inkml:trace contextRef="#ctx0" brushRef="#br0">27071 7250 7771,'-14'0'29,"1"-1"0,2-2 0,3-4 0,0 1 906,0 0-645,5-5 1,-3 7-1,8-3 1,2-1-1,6 1 1,2 1-1,3 3 509,-1 1 1,0 2-591,0 0 0,0 0 0,1 0-202,-1 0 1,0 0-264,0 0 1,-1 2 184,-4 3 0,3-2 0,-6 5 0,0 0-126,0-1 1,4 3 159,-5 4 18,-1 0 0,-4 1 1,0-1-1,-1 0 1,-4 0 145,-4 0 0,-10 1 181,-5-1-250,-3 0 1,-1-1 0,-1-2 0,1-3 0,-1-2 231,1-3 1,6 3-58,3-1-114,3 0 1,5-3 0,8 1 404,12 1 1,15 6 32,9-5-294,7 6 0,-4-8 1,5 5-1,-3 0 1,-5-2 253,-3 0 1,-8-1-979,-3-5-69,-9 0-757,2 0 1,-16 0-2387,-1 0 3673,-12 0 0,-31-13 0,-12-2 0</inkml:trace>
  <inkml:trace contextRef="#ctx0" brushRef="#br0">28208 5715 7795,'-7'-6'204,"2"-4"0,2-2 529,-2-3 1,3 6 0,-2-1 1167,2-1-1710,2-1 1,2-1-1,2 4 1,6 4-27,2 3 0,4 4-64,3 3 1,2-2 0,4 6-1,-3 1 30,-1-2 0,-1 4-361,-1-2 160,-3 2 1,4 3 0,-5-1-1,-3 0 1,-1 0-192,-1 0 1,-7 1 223,2-1 1,-5 0 60,-5 0 1,-4-1-1,-9-2 1,-2-2 4,-2 3 1,-2-5 175,-5 3-178,1-7 1,1 3 0,3-6 0,5 2 201,4 3 25,0-4-223,8 12 1,8-10 0,13 7-1,8-1 1,4 1-340,-3-1 1,3-1 747,-7 1-156,0-2 0,-5-3 0,-2 3 128,-2 1 0,-5-5-206,-10 2 0,-3 1-67,-6-1 0,-7-1 0,-2-4 0,-4 0-527,-2 0 1,1 0 124,-1 0-10,1 0 1,1-1 0,3-2-1,5-2 1,4 2-3907,0 1 2670,8-4 1509,0 4 0,58-17 0,12 3 0</inkml:trace>
  <inkml:trace contextRef="#ctx0" brushRef="#br0">29801 6269 7872,'9'-9'555,"-1"-1"654,-1-1-506,4 5 0,-10-3 0,2 9 136,-6 6 0,0 5-629,-6 3 1,4 0-1,-5 1 1,1 0 153,1 4 1,-3-3-487,6 3 0,-4-3 0,4-2 0,2 0-453,1 1 265,2-1 1,2 0 0,2-1-1,6-2-69,3-2 1,2-6 16,4 2 358,-3-3 1,11-9 0,-5-2-1,2-4 1,-2-1 316,-2 0 1,-1 0-191,-4-1 912,-7 1-837,4 6 0,-18 13 669,-4 9-620,-2 10 0,-10-2 0,3 6 0,-3 1 0,-1-1 1012,4 1-853,4-1 0,-3-4 1,3-2 340,2-1-678,2-2-50,3-5 58,2-6 1,6-4 0,0-8-814,0-6 0,0-2-41,0-3-1793,0 1 0,0 5 2570,0-1 0,-13-25 0,-3-10 0</inkml:trace>
  <inkml:trace contextRef="#ctx0" brushRef="#br0">29843 5928 8001,'15'-8'-77,"-6"-3"1,-1 5 0,-2-2 0,-1-1 0,0-1-560,0 1 0,-1 4 168,-4-5 468,0 1 0,-25-5 0,-7 0 0</inkml:trace>
  <inkml:trace contextRef="#ctx0" brushRef="#br0">29801 5800 8002,'-14'-6'-791,"-1"4"0,6-4 576,-1 6 1,6 0 113,-6 0 108,7 0 1,-5-1 492,3-4-375,4 3 1,-4-4 0,10 6 301,4 0-321,4 0 1,0-2 0,-2-1 0,-2-2 0,2 2 358,2 2-523,1 1-80,0-7 0,-4 6 0,-2-6-347,-2 1 234,-1 5 206,-12-12 1,-1 10-1,-6-5 1,-2 0-1,-1 2 77,-2-1 1,-5-2-2,5 4 70,1 0 0,3 5 0,1 0 612,0 0-547,6 0-69,8 7 0,14 1 0,10 6 0,4 0 0,4 0 69,1 0 0,0 1-208,-4-1 55,-1-6 0,-1 4 0,-3-4 0,-7 2-276,-6-1 0,-6-6 43,-10 2 195,-9 3 1,-8-6-1,-7 2 1,1-2-1,-2-2-2,-3 0 0,3 0-16,-3 0 0,7 0 77,3 0 0,4 5 0,-4-1 84,3 0 0,6-1-91,4 1 73,7-2 1,-2 6 0,10-5 0,5 3 0,4 1 69,5-1 0,-2 5-141,7-1 0,-2-2-4,2 1 0,1-4 0,-6 3 0,-2 0 38,-1-1-495,-8-3 294,-2 2 0,-7-1 0,-6-1 0,-7 0 45,-8-3 1,-6-1 75,-6 0 0,4-5 5,-3 1 0,-2-1 0,4 5 0,2-2 66,4-2 0,8 2-81,-2-3 60,9 4 0,6 5 0,8 3 0,7 1 1,7 3 134,5 1 1,9 7-144,1 0 0,7 0-32,-2-5 1,-4 1 0,-2-1 0,-7 0-14,-6 0 0,-3-4-207,-2-1 151,-6-6 0,-3 4 0,-11-7 1,-9 0-1,-7 0-136,-5 0 1,-7 0 299,-4 0-99,-3-7 1,0 6-1,1-4 1,4 3 0,1 2 88,3 0 0,9 0-121,4 0 75,9 0 0,4 2 0,8 1 0,2 4 0,7 0 235,7 5 0,4 0 38,6 2-276,1 1 1,-1-3-1,1-1 1,-3-1-1,-2-1 15,-5-1 0,-3 0-284,-2-3 141,-6-4 1,-3 6-1,-12-7-46,-7 0 0,-3 0 17,-12 0 115,4 0 0,-10 0 0,7 0 0,-1 0 0,3 0-10,2 0 1,-3 0 261,3 0-198,10 0 0,-5 4 0,10 3 43,-4 1 1,7-4-67,6 6 91,6-7 0,10 8 1,3-5-1,5 1 0,2 1 138,3-1 0,-5-3-110,-1 0-360,-5 4 0,2-6-692,-6 3 658,-6-4 0,-14-1 126,-13 0 1,-6 0 0,-5 0-1,-2 0-90,-1 0 1,-2 0 314,2 0-64,9 0 1,-9 0-1,11 0 1,1 2-1,6 1 237,4 2 0,7 6 63,0-2-198,2 4 0,10-4 1,6 1-1,8 1 0,5 1 290,2 3 0,4-1-192,0 0-266,0-6 0,-4 3 1,-3-5-1,-2 1-322,-5-1-35,-3-1 0,-10-5 219,-6 0 0,-11 0 0,-9 0 0,-4 0-52,-6 0 0,1 0 106,-4 0 0,3 0 106,2 0 1,1 0 0,2 0 0,4 1 190,5 4 115,-7-3-142,20 4 1,-9 0 0,19 4-1,7 1 178,8-2 0,5 4-106,1-4-161,1 4 0,4 1 1,0-1-1,-3-2 0,-4-2 32,-8 3 0,-2-5-485,-2 3 305,-6-7 0,-3 8 1,-10-6-1,-7 0 1,-9-1-73,-7 1 1,-9 0 47,4-5 129,-6 6 0,9-4 0,-5 4 1,3-1-1,4 1 71,6 2 1,6 1 38,7 6 1,-2-4-1,7 1 58,6 4 1,4 2 66,8-4-186,1 0 0,4-1 0,0-2 0,-2-3 0,-1-2 104,-2-3-604,0 5 188,0-6 0,-4 4 0,-1-5-402,2 4 1,-3-3 223,2 2 164,-7-2 0,5 3 259,-3 0 0,47 18 0,17 1 0</inkml:trace>
  <inkml:trace contextRef="#ctx0" brushRef="#br0">29147 5715 8229,'5'-9'-114,"-1"-1"1,1 5 323,-5-4 200,0 6-186,0-4 0,0 6 143,0-4-393,0 3-173,0-4 69,-6 6 1,-2 0 139,-6 0 1,-1 2-7,1 2 36,6-2 1,-4 4 0,2-6 0,-2 0 0,-3 2 54,1 3 1,-2-4-50,-3 4-27,4-3 0,-11 2 0,6 1 0,-1-2 0,-1 0 38,0 2 0,0-3-5,-2 2-48,-3 4 1,7-5-1,-6 7 1,4-1-1,2 1 57,2-1 0,-2-4 52,1 5-98,0-1 0,0 4 0,-2-2 1,1-2-1,-2 2-52,0 2 0,3-4 80,-5 1-70,7-1 0,-4 1 0,5-1 0,-1 2 0,-2 2-82,2 1 0,1 0 90,2 1 15,-1-1 0,1 0 1,0 0-1,0 1 1,1-1 134,4 0 0,-4 0-141,4 0 48,-4-6 1,-1 8-1,-1-5 1,1 0 0,0 2 63,0-1 0,-2 3-83,-3-1-4,10 0 0,-10 0 0,9 1 0,-3-1 0,1 0 15,2 0 0,-2 0 93,2 1-117,4-1 1,-5-5 0,5 1 0,-1 1-1,-1 2 55,0 1 1,5 0-30,-1 0 10,-4 0 1,6 1 0,-4-1 0,1 0 1,0 0 0,1 0 13,4 1-41,-7-1 1,6-5-1,-4 1 1,3 1 53,2 2-139,0 1 86,0 0 1,0 0 0,0 0 3,0 1 0,0-6-42,0 1 20,0-1 1,0 1 0,2-1 0,1 2-49,2 2 0,1-1-13,-1-2 81,3 2 1,1-8-1,1 5 1,1 2 0,1 2 90,3 1 0,-6-5-101,1 1-4,-1-1 1,5 1 0,0-2-1,-1 0 1,-2 0 7,-1 3 1,-1-3 26,5 1-48,-6-6 1,5 8 0,-4-4 0,4 0-1,1 3 13,0-2 1,1 3 14,-1-6-11,0 6 0,0-8 0,1 5 0,-1 0 0,0-2 71,0 0 139,0 5-150,1-9 0,-1 6 9,0-3 0,-4-4-7,-1 4 16,-6-4 1,3-2 58,-6-4-86,0 4-29,0-6 0,0 1-50,0-4-193,0-2 114,0-2 1,0-1 0,0 1 41,0 0 0,-4 4 100,-1 1 2,0 6 1,4-8 0,-2 4 110,-2 0 0,0 2-5,5-5-344,0 7 0,-2-3-190,-2 6 340,2 0 74,-4 0 1,6 6 0,0 4 103,0 2 0,0 3-68,0-1 157,0 0 1,0 0 0,0 0 0,0 1 512,0-1-736,0 0 120,0 0 0,0-4 0,0-1 78,0 2 1,-2 0-135,-2-1-261,-4-4 0,-7-6 1,1 2-1,0 1-3388,0 2 3583,0-1 0,-1 22 0,1 5 0</inkml:trace>
  <inkml:trace contextRef="#ctx0" brushRef="#br0">24171 6383 9204,'3'-8'1042,"-3"4"1,0 2-925,-14 2 1,2 2 0,-8 1 0,-1 3 0,-2 0 0,-6 2-76,-4 0 0,-3 2 0,-8 2 0,-2-1-106,-2-1 0,-5-2 0,2 3 0,1-3 24,2-2 1,5 3-339,6-4 255,8 0 1,9-5 0,7-2 218,3-2 1,10-4 162,10-7-184,3 1 1,1 5 0,-2-1 0,-1 1 385,-1 1 0,-7 0-24,2 3-376,-4 4 0,-2-6 0,-4 9 0,-6 3-90,-6 4 0,-4 4 177,-3 1-134,-2 0 0,10 0 1,-3 1-1,3-1 0,3 0-9,4 0 0,3 1-183,6-1 138,0-6 0,0 4 0,1-4 0,4 0 1,4-3 61,4-4 0,8-1-653,2 0 184,-2 0 0,6 0 0,-4 0 446,4 0 0,2-19 0,-1-4 0</inkml:trace>
  <inkml:trace contextRef="#ctx0" brushRef="#br0">18213 7009 8206,'-8'-10'36,"4"1"1,1-1-1,-1 1 837,0-1 117,-1 7 0,3-8 427,-2 6-1352,2 1 121,-4 10 0,6 7 0,0 6 0,0-1-108,0 3 1,0-4-189,0 7 57,0-7 1,0 9 0,0-7 0,0-2 0,0 0-222,0 2 1,0-8-349,0 4 325,0-4 1,0-2 127,0 1 0,0-13 279,0-2-126,0-6 0,0-8 0,0-2 1,0-1-1,1-3 177,4-2 1,-3 5 273,2 3-289,-2 3 1,-2 7-1,0-1 1,2 1-167,2 1 38,-2 1 1,6 9-1,-4 3 1,4 4 562,0 4 1,3 6 191,-6 0-579,6 0 1,-3-3-1,6 1 1,0 0 0,1-2-11,-1-4 1,0-4 4,0 3-156,1-4 0,-1-6 1,2 0-1,1 0 1,2-1-220,-2-4 0,-1-3 2,-2-6 96,1-7 1,-6 1 0,-1-5-1,-2 1 1,-3-1-510,-1-2 1,-2-2-180,0 1 371,-6 6 1,2 1 0,-3 7 0,-1 1-2308,0 4 2712,5 3 0,9 12 0,10 2 0</inkml:trace>
  <inkml:trace contextRef="#ctx0" brushRef="#br0">18825 6611 8206,'8'-7'765,"-2"-1"1172,-6-6-476,0 6-861,0-4 1,-6 15-40,-4-3-502,-2 9 1,-3 4 0,1 7-1,0 1 1,0 1 74,-1 0 1,3 4 156,2 7-248,-2-3 1,4 11 0,-5-3 0,2 3 0,2 1 218,-2 1 0,-2 4-137,-1 1-57,-1-1 0,-3-4 0,-1 0 0,1-2 0,2-4 128,2-3-154,0-4 0,4-7 0,1-1-101,-2-1 1,3-7-247,-1-4 257,5-7-183,-2 3 1,6-7 0,0-4 0,2-3-1315,2 0 0,4-5 345,7 4-441,-1-4 1,5-2 1640,0-4 0,10-11 0,5-7 0,1-5 0,-1 1 0</inkml:trace>
  <inkml:trace contextRef="#ctx0" brushRef="#br0">18796 7094 8426,'0'-9'2798,"0"-1"-2138,0 7 1,0-5 656,0 3-640,-6 4 1,3-4-139,-7 10 1,7-2-454,-2 6-142,4 1 1,1-1 0,0 1 0,0 1-361,0 1 1,0-2-783,0-1 728,6-5 1,-3 7 0,7-7 0,1 1-1132,2 1 927,1-4 888,0 4 1,0-12 0,0-4 1025,1-2-925,-8 4-154,0 2 0,-1 1 39,4 0-132,-4 0-57,0 5 1,1 5 0,0 1 0,3 1-83,-1-1 0,1 0-53,4-1 131,7-3 0,-6 4 0,4-6 0,-1 0 0,-1-2 752,2-2 1,0-4-117,-5-6-284,1-1 1,-3 1 0,-1 0 0,-3-2 0,-2-1 256,-2-2 1,-3-5-1624,-1 5 406,0 0 0,0 5 0,-1 1-1197,-4 4 1,2 3 1797,-7 6 0,-6 44 0,-6 11 0</inkml:trace>
  <inkml:trace contextRef="#ctx0" brushRef="#br0">20204 6966 8113,'-5'-22'362,"0"3"0,2 3 1,2 2 3862,1 0-2487,0 6-1649,0 2 0,0 17 0,-2 4 0,-1 4 0,-2 2 0,0-2 256,-1 1 0,5-4-424,-4 3 1,2 2 0,-1-2-1,0-2-494,1-1 1,1-7-820,2 1 943,0-7 1,8 8-1,5-6 1,5-2-175,5-2 0,2-8 183,8-8 539,-3 1 0,10-11 0,-6 4 0,1 1 1,1-1 565,1 4 0,-6 1-207,3 2-216,-11 6 0,-2 2 1,-7 6-1,0 0 1,-1 1 1249,-4 4-994,-2 3-271,-7 6 1,0 0 0,-2 0 0,-3-1 0,-4-2 441,-4-1 1,-1-6-1437,0 6 373,0-1 0,-1-1 1,1-3-1,-2-2 0,-1 0-3507,-2 2 3901,-6 0 0,-1-31 0,-2-11 0,-6-3 0,0 1 0</inkml:trace>
  <inkml:trace contextRef="#ctx0" brushRef="#br0">20318 6739 8196,'-8'-7'17,"-3"-1"-7,6-6 3644,0 6-2187,-1-4-3117,4 10 1205,-4-4 0,11 7 445,-1 4 0,26 28 0,2 13 0</inkml:trace>
  <inkml:trace contextRef="#ctx0" brushRef="#br0">20901 6966 8224,'7'-6'640,"-2"-4"1,-3 2 489,-2-1 0,0 4 978,0-4-419,0 5-1450,0-2 1,1 8-158,4 2 1,-3 4 0,2 7 0,0-1 278,0 0-669,-2 0 1,9 0 0,-5 1-195,2-1 0,-3 0 74,4 0 0,1 1 1,4-3-987,0-2 1319,0 2 0,1-10 1,-1 3-1,-1-5 1,-2-5 606,-2-5 0,-1-4-300,1-5-7,4-3 0,-11-2 0,2 2 0,0 0 1,-1 2 484,1-1 0,1 2-138,-5 5-101,0 6-874,0-5 1,0 13 18,0 0 211,0 7 0,0 7 0,2 0 0,3 0 0,4 1-622,4-1 0,1-2 228,0-2 380,7 3 0,-6-10 0,6 5 0,0-2 0,1-3-88,0-1 1,3-9 104,-6-2 453,0-4 1,-5-1-1,0-2 1,1-1 0,-3-4 546,-2-1 0,-4 5 181,-6-2-349,0 3 1,0 2-126,0 0 0,-5 7-1535,1 7 772,-8 7 0,11 7 1,-5 2-1,1 1 0,0 4-267,2 1 0,1-5-50,2 2 368,7-3 0,2 3 0,9 0 0,2-3 0,2-4-209,3-2 0,2-7 177,2 2 117,-1-4 1,1-2 0,-3-3 0,-2-2 0,-5-2 247,-3-3 0,-3-6-105,-4-2 734,4 0 0,-12 5 0,4-1 1660,-3 1-2230,-2 0-102,0 6 1,-2 2 0,-1 7 0,-2 4 0,0 5 265,-1 2 1,4 7 423,-2 0-707,-4 0 0,6 0 0,-2 0 0,2-2 0,2-1-409,0-2 1,0 1 43,0-1-363,0 0 1,0 0 191,0 0 144,0-6 522,6-8 0,-4-8 0,4-7 0,0-4 1,2-5-65,0-3 0,3 0 134,-6 4-188,6-4 1,-5 11 0,5-5 0,-1 2 105,1 0 1,-3 5-538,1 5-71,-5 6 0,3-4 1,-2 9-1,3 3-1150,0 4 1,3 4 1561,-6 1 0,6 44 0,-3 12 0</inkml:trace>
  <inkml:trace contextRef="#ctx0" brushRef="#br0">22152 6952 8140,'-7'-14'1915,"-1"-1"1,-4 6-920,2-1 1,2 7 673,4-1-1568,2 2 1,-6 4-71,3 2-48,4-2 1,-5 10 0,6-2-1,1 3 1,2 1-105,2 0 1,1-4-23,-1-1-103,3 0 0,2 6 1,-1-1-1,2-1-230,2-4 1,-4 2 654,1-6-129,-1 0 0,1-5 0,-1 0 0,2 0 0,2-2 37,1-3 0,5-3 59,0-6-53,0 0 1,-5 0 0,-1-1-1,-2 3 1,-3 1 310,-2 1 0,3 6-144,-4-6-337,0 7 0,0-2 265,-1 10 0,1 3 306,-5 6-344,-6 7 1,4-4-1,-4 7 1,0 3 0,-2 3 4,0 3 1,-5 1-90,4 0-76,-4-4 1,-3 6 0,-1-4-1,-2-1 1,0-2-297,-2-4 1,6-8-133,-4 2 462,3-9 0,2 1 0,-1-7 0,1-2 0,2-5 731,2-7 0,-1-9-124,6-4-748,1-4 0,5-8 0,5-4 0,9-7 0,8-5-1112,9 1 0,-2 1 664,3 6-116,4 7 1,-7 3 0,1 9 0,-6 7 679,-6 5 0,-34 44 0,-11 15 0</inkml:trace>
  <inkml:trace contextRef="#ctx0" brushRef="#br0">18256 8160 8153,'-5'-9'2148,"-1"-1"-1354,-2-1 1,5 3 0,-3 0 0,1 1 47,0-1 0,0 3 0,5-5-734,0-1 0,0 3 0,0-1 0,2-4-571,3-4 1,4 0 216,10-7 1,-1 5-1,5-3 1,2 1-297,2 4 0,5-2 197,-4 5 1,4-2 291,-8 11 0,-2 0 0,0 5 1,-2 2 276,-2 3 1,-9 7 609,-4 7-640,-3 0 1,-2 0 0,-2 2 0,-3-1 0,-4 2 240,-4 1 1,-3-6-540,-3 2 61,4-3 0,-11-2 0,6 0 0,-1-1 1,-1-2-488,0-2 1,3-6 228,-5 2 241,7-3 1,-8-2-1,6-2 1,1-3 0,3-6 224,0-6 1,6 0 117,-1-7-191,7 7 1,-3-4 0,6 7 0,0 0 491,0-1 0,0 6 65,0-1-817,6 7 0,-3-3 0,5 8 0,0 1 205,0 1 0,0 8-365,1-3 214,4-3 1,-3 5 0,7-4 0,4-1-1,-1 0-290,1-3 1,4 4-543,-1-2 665,2-1 0,3-5 1,-1-2-1,-1-4 1,-2 1-36,-1 0 0,-2-5 140,2 1 392,-4 4 0,-1-7 0,0 5 303,-1 0 1,-7 2-126,-2 6 141,-6 0 1,4 2 0,-7 2 354,0 6 0,0 2-601,0 3-203,0-1 0,0-5 0,0 1 1,0 1-662,0 1-329,0 3-35,0-1 104,0-6 849,0-2 0,0-17 0,0-3-143,0-2 0,6 0 255,4 2-20,2-6 1,2 4-1,1-3 1,-1 5 290,0 4 1,0-1-12,1 6-289,-1 1 0,-5 4 0,-1 1 0,0 4 1,-2 4 470,1 4 0,2 1-153,-4 0-446,0 1 1,-5-1-1,0 0 1,0 0-1456,0 0 863,0 1-379,0-1 506,0-6 0,4-8 402,1-10 79,6-9 0,-3 2 1,6-5-1,0 1 0,2 4 334,3 1 0,-6 2 504,6 0-592,-13 0 0,13 6 1,-9 3-1,2 3 149,2 2 1,-6 7 49,-3 2-246,-3 4 1,2 1 0,1 0 0,-2 0 0,-1 1-240,-2-1 0,0 0-113,0 0-271,0-6 1,5 5 0,1-5 0,2 0-504,3-4 1,2-2 334,1-2 439,0-6 1,2 1 0,3-8 0,3-3-1,2 1 11,-1-1 1,-1-3 751,2 0-419,-3 0 1,-7 10 0,0 1 0,0 0 678,0 0-512,-6 5-210,5-4 1,-11 9 0,4 3-55,0 4 1,-4-1-47,3 2-163,2-7 1,-3 3 276,5-6-22,-6 0 191,4 0 1,-9-2-66,-3-2 1,-3 2-286,-6-3 70,0 4 1,0 1-1,-2 1 1,-2 4 0,-2 5-12,-2 2 1,4 2-206,-1 1 96,4-1 1,0 0-1,3 0 1,1 0-1,3 1-629,2-1 271,1 0 343,11 0 0,2-6 0,8-3 0,1-3 0,4-2-218,1 0 1,-3-2 70,5-3 210,-1-3 0,-1-6 0,-3 0 0,-3 0 1,-2-1 332,1 1-25,-1 0 224,0 0-375,-6 6 360,-2 2-315,-6 12 0,0 2 0,0 6 0,0 0 46,0 0 1,0 1-378,0-1 55,0-6 0,7 3 1,2-6-1,4-2 1,1-2-180,0-1 1,0-1 281,0-4-28,1-3 0,4-8 0,0-1 0,-2-4 0,-1-1 73,-2-3 0,0-2-104,0-1 112,-6-1 1,3-5 0,-6-3-1,-2 1 1,-1 1-40,-2 0 1,0 12 278,0-1-344,0 7 0,-2 9 0,-2 6-248,-6 10 1,2 8 615,-1 12-124,6 1 1,-4-1 0,6 2 0,-3 2 0,0 1 436,1-1 1,1-4-117,2-4-399,0 3 0,6-7 0,2 5 0,3-3 1,2-3-81,3-6 1,7 0-80,1-9-162,3 1 0,-3-5 0,-1-1 0,3-4 0,0-6-199,3-7 0,-2 1 404,-4-7-22,-2 1 0,-2-7 0,0-2 1,-3-3-1,-4-1-5,-2-4 0,-7 4 35,2-2 13,-4 7 1,-1 2 0,-1 12 0,-4 6-146,-4 6 1,-6 11-512,-4 9 677,4 5 1,-6 10 0,7 3-1,1 4 1,2 1 528,2-1 0,5 0-154,0 1-359,2-4 1,4-7 0,2-1 0,8-4 0,5-2-487,7-2 0,7-9 386,2-4-851,7-4 1,-10-1-1,5 0 901,-1 0 0,-23-63 0,1-16 0</inkml:trace>
  <inkml:trace contextRef="#ctx0" brushRef="#br0">16621 7421 8434,'-8'6'2662,"3"4"0,5 1-1996,5-2 1,-3 4 0,4-4-122,0 4 0,-3 1-329,7 0 0,-7 1 1,3-1-1,-1 0-185,0 0 0,0-4-358,-5-1 146,6-6 0,-4 2 0,2-10 0,-2-4-122,-2-4 1,0-6 208,0 0 1,0-1 40,0 1 0,0 3 0,0-3 31,0 3 0,0 7-87,0-1-185,6 7 0,-4-1 0,2 8 450,-2 6 0,-2 2-375,0 3 36,0-1 0,0 0 0,0 0 0,0 0 0,0 1-2678,0-1 1388,0 0 949,0 0 524,0-6 0,13 5 0,3-5 0</inkml:trace>
  <inkml:trace contextRef="#ctx0" brushRef="#br0">16706 7122 8212,'0'-28'0,"0"1"2045,0 3-1107,0 4 1,0 1-1,-1 0 439,-4 2 1,-3 7-417,-6 5-749,0 4 1,-7 12-1,-3 5 1,-2 4-1,-3 7-71,1 5 1,1-1-18,3 7-79,-3 0 0,11 5 1,-1-1-1,4 1 1,6 1-129,0 4 0,2-4-97,5 3 80,0-3 1,2-2-1,3-1 1,6-2 0,5 1-300,3-6 1,6-4 260,-1-6 46,2-3 1,3-4-1,-1-1 1,2-5-1,2-3-28,1-5 0,5-3 420,-5-5-145,7-3 0,-9-12 1,6-6-1,-3-5 0,0-9 782,0-5 0,-4-1 171,3-6-825,-9-1 1,-8-8 0,-8-4 0,-3-1 0,-7-4-41,-6 2 1,-11 7-232,-5-1-172,-9 16 0,-1 4 0,-6 16 0,4 11 0,-1 7-1423,1 9 1,3 7 320,-5 11-36,6 3 0,-7 8 0,7 3 1,4 5 1297,3 3 0,20 15 0,0 2 0</inkml:trace>
  <inkml:trace contextRef="#ctx0" brushRef="#br0">16507 9127 8949,'-8'0'3555,"2"-6"-3438,6 4 0,0-6 0,0 3-103,0-4 0,2 3-22,2 1 0,4-1 1,6-1-1,1 1 1,0 0-1,4 1-192,5-1 0,1 4 142,-1-3 1,-2 4 0,-4 1-86,1 0 0,-7 6 108,-7 3 0,-5 9 0,-5 2 1,-6 1-80,-6-1 1,-1 6 86,-5-3-31,5-2 1,-7 4-1,4-4 1,1-1-1,1 1 44,6-4 1,1-1-47,7-2 177,-6-6 1,11 3 0,0-6 0,9-2 624,9-1 1,4-2-34,6 0-499,1 0 0,-1 0 0,1-2 0,-3-1 0,0-2 1095,-3 2-1396,-5-5-350,2 7-2202,-12-6 34,-1 7 1409,-7 0 1,-2 0 1199,-3 0 0,-22-12 0,-10-4 0</inkml:trace>
  <inkml:trace contextRef="#ctx0" brushRef="#br0">16763 8843 7882,'0'-15'-199,"0"1"1156,0 0 1,-6 0-254,-4 0 0,-2 6-438,-2 3 0,-1 3 0,1 2 0,0 0 30,0 0 0,-2 2-54,-3 3 0,2 3-81,-7 6 0,2 0 0,-4 2 0,3 1 160,-3 2 1,1 5 0,1-5-247,-2 6 0,8-8 0,-4 6 1,2-1-1,2 0 13,2 3 1,2-3 158,0 2-248,6 0 1,-3 4 0,6 0 0,2 1 0,2-1 46,1 1 1,0-2-142,0-4 63,0 4 0,1-5 1,4 5-1,3-2 1,1-3-69,1-1 0,4 4-138,5-1 186,0-4 0,0 3 1,0-6-1,0 2 1,0-2 69,0-1 0,6-6-59,-1-1 78,2-6 0,3 4 0,1-7 1,3 0-1,3-2 96,1-3 1,9-3-49,-4-6 51,10-6 0,-7-3 1,4-5-1,-2 0 0,0-2 404,-1-4 1,-3-2 3,-5-7-411,-10 7 1,-4-5 0,-10 2 0,-6-6 0,-5-2 155,-3 1 1,-6 2-376,-4 1 36,-9 1 0,-3-1 0,-8 2 0,-1 3 0,-3 5-511,3 3 0,-4 8-129,2 3 371,-7 9 1,10 4 0,-3 6 0,3 0 0,0 0-1088,-3 0 1,8 0 468,-4 0 522,10 6 0,-1 2 0,7 6 0,4 2 415,4 3 0,54 35 0,-17-20 0,-1 0 0</inkml:trace>
  <inkml:trace contextRef="#ctx0" brushRef="#br0">17446 9354 7882,'8'0'4768,"4"0"-2855,-10 0-895,4 0-2369,-6 0 0,0-1 1351,0-4 0,-38-3 0,-9-6 0</inkml:trace>
  <inkml:trace contextRef="#ctx0" brushRef="#br0">18114 8885 7769,'0'-14'1192,"1"0"1,3 0 2542,0-1-3400,1 7 1,-5 4 0,0 8-1,-2 6 1,-1 3 0,-1 2 210,0 4 0,-3-1-443,-3 5 0,4 0 0,-1 2 1,3-1 28,-1 1 0,-5 0-103,6-1 1,-3 1 0,4-4 0,-2-1-177,2 1 1,2-1-19,1-1 192,0-3 1,0 4 0,1-5 0,4-3 242,5-2 0,4-4-35,5-6-145,-3 0 0,9 0 1,-5 0-1,2 0 0,2 0 27,-2 0 0,-1-5-26,-7 1-1235,-6-1-72,5-1 0,-12 2-1907,4-5 799,-4 6 2324,-1-4 0,-19-5 0,-4-4 0</inkml:trace>
  <inkml:trace contextRef="#ctx0" brushRef="#br0">18356 8956 7796,'4'-14'418,"1"0"0,1 0 613,-1-1 1,-2 3-89,7 2 0,1-1-513,8 7 1,-2-6-1,5 5 1,-1 2 357,-4 2 1,4 1-468,-2 0-201,0 0 0,-5 6 0,-2 3 1,-2 6-61,-5 4 1,-4-4-62,-1 4 12,0 3 0,-6 1 0,-4 5 1,-4-1-1,-3-2-365,-2-1 0,-5 0 151,5 4 135,-6 0 1,9-4 0,-3-2 0,5-1 0,3-4-87,1-1 121,7-2 193,3-6 0,10-2 1,9-6-1,4 0 1,4-1 493,2-4 0,-1 2-659,1-7-45,-1 1 1,-1-1 0,-3 3 0,-5-1-1926,-4 0 665,-7-2 482,-1 2 0,-9 2 1,-3 6 827,-4 0 0,-61 13 0,28-5 0,-1-1 0</inkml:trace>
  <inkml:trace contextRef="#ctx0" brushRef="#br0">19664 8828 7849,'-7'-8'834,"4"-3"0,-6 5 1,-2 0-1,-2-1 0,-1 4-82,-1 2 0,0 1 0,-4 1 0,-5 4-546,-3 5 1,0-3 0,2 3 0,3 1 0,1 2 0,6 1-305,4 0 1,4 0 0,7 0 0,0 1 0,0-1 0,8-1 78,6-4 1,2 4 0,8-5 0,0 1 103,-2 1 1,3-3-81,-6 3 1,0 1-10,-5-6 1,-4 4 0,-3-3 0,0 2-59,-4 3 1,-2-3-191,-1 2 165,-6-7 0,-2 5 1,-8-5-1,-1 2 1,-3-2-290,-3-1 0,4 2-194,-4 1 451,-1 0 1,0-5-1,2-2 1,2-1-1,2-2 334,3 2 299,0-5 201,7 7-160,-4-12-330,10 11-115,-4-4 0,7 6 1,4 0-1,3 2 184,0 2 1,5 0-115,-4 5-268,-3-6 1,7 5-1,-2-5 1,5 2-1,4-2-639,3-1 0,0 2 352,6 1 95,-7 0 1,5-7 0,-4-1 0,3-3 0,-1-2-550,-1-3 1,-7-2 883,2-1 23,3 0 0,-8 0 0,2-2 0,-5-2 717,0 0 1,-4-1 612,-3 4-731,-2 7 1,-4 2-21,-2 6 0,2 2-340,-3 2-138,-3 4 1,7 7 0,-4 0 0,3 3-179,2 1 1,0 0-28,0-5-486,7 0 1,1-1 0,6-4 0,2-2 0,1-3-415,2 1 0,5 0-306,-5-5 997,0-7 1,0 3 0,0-9-1,-2-3 1,-1-1 89,-2-4 1,0 4 916,0-7-210,-6 7 1,0-4 0,-5 7 1476,2 0-1508,0 6-338,-5 2 1,-2 7 0,-1 4 0,-2 4-1,1 6 335,-3 4 0,6-4-100,-4 4-480,3-3 0,2-2 1,0 1-1,0-1 0,2 0-1694,3 0 872,3-6 1,7-1 520,4-7 1,-3 0 0,3-2 0,-2-3-770,2-4 986,-3-4 0,5-3 0,-7-1 190,0-2 1,-4 0 366,-1 5 0,-6 0 0,2-1 630,-3 1-340,-2 6 152,0 2-626,-7 12-209,6 2 0,-10 6 1,6 1-550,2-1 0,8-6-506,4-4 803,4-2 0,1-2 0,0 0 0,2 0 0,1 0-734,2 0 1037,0-6 0,-5 3 113,1-7 1,-1 2 0,-2-3 304,-2 2 533,-4 5 547,-6-2-770,0 6 1,-1 6-204,-4 4-533,3 3 0,-4 1 1,6 0-1,0 0-78,0 0 1,0 1-1,0-1-218,6 0 1,1-4 0,4-3-1,-2 1 1,2-1-468,2-1 0,1-1 283,0-5 347,7 0 0,-5-5 0,3-1 0,-4-2 0,0-5 14,-1-4 1,0-5-352,0-7 352,1 1 0,-1-7 0,-2-3 0,-1-3 0,-3-3-232,-1-4 0,2 1-130,-4 0 402,0 6 0,-5 14 0,0 3 295,0 5 1,0 11-120,0 8 60,0 7 1,0 13 0,-2 5-1,-1 5 1,-2 5 596,2 1 0,-3-2 383,1 3-962,0 1 0,4-1 1,-3-4-1,0-3 1,1-2 87,1 1 1,2-2-885,0-4 364,6-2 0,1-7 0,5-1 0,1-2 0,3-3-979,-1-2 0,6-3 499,-2-8 0,5-2 201,-5-8 0,6-4 1,-3-1-1,2-2 92,-1-4 1,-5 0 59,1-3 338,3 1 1,-6 1-1,3 3 1,-4 5 695,0 3-432,-1 8 359,0 2 1,-6 8-164,-3 2 0,-4 4-2,-1 7-147,0-7 1,0-1-62,0-2 139,0-3-228,0 4-276,-6-6 1,-2 2 0,-6 1-21,0 2 96,-1-1 0,1 3 0,0 0 0,0 3 0,0-1 71,-1 2 1,1 2-45,0 1 1,4 2 59,1 3 0,6-3 0,-2 3 0,3-3-221,2-2 1,7-5-76,2 1 112,10-7 0,-1 8 1,5-6-1,3-4 0,0-2-402,3-4 0,-1-11-222,1 2 520,-1-10 0,1 2 1,-1-8-1,0-3 0,-1-5-187,-3-3 0,-5-2 572,-10 1-111,-2-1 1,-3 2-1,1 5 1,-3 9 634,-5 11 1,-1 8-108,-5 8-408,0 6 0,-6 4 0,3 9 1,1 5-1,1 4 943,-1 5 1,-2-3-274,-1 3-526,6-3 0,-3-1 0,7-1 0,0-1 0,3-2-198,1-1 0,-5-7 80,0 2-489,1-3 0,4-6 0,1-2 0,4-2-726,4-3 0,-1-3 249,2-5 553,-7-3 0,10-6 0,-4 0 1,2 0-1,0 0 29,-1-1 0,-7 6 243,2-1-108,2 7 0,-3-8 0,5 6 1487,2 2-1055,-5 8 1,2 1 0,-3 5 417,5-1 1,-3-1 0,3 6 0,1-1-178,2 0 1,1 0-1575,0 0 745,0-6 1,0 3 0,1-6 0,1-2-207,2-1 0,-2-2-1943,3 0 1610,-9-6 0,1-4 0,-7-9 738,0-5 0,-41-47 0,14 29 0,-1 1 0</inkml:trace>
  <inkml:trace contextRef="#ctx0" brushRef="#br0">20502 8757 7915,'-28'0'1660,"0"0"470,5 0-386,9 0 1,11 0-1223,13 0 0,5 0 0,15 0 0,2 0-362,1 0 0,3-1-154,-7-4-427,9 3 0,-19-5 0,8 3 0,-5 0 0,-5 0-4597,-1 3 5018,4 1 0,-29 0 0,-2 0 0</inkml:trace>
  <inkml:trace contextRef="#ctx0" brushRef="#br0">21526 9056 7935,'0'-10'1913,"0"1"1695,0-2-3377,0-2 0,5 4 0,1-1 0,2-1 1,3-1-1,2-3 0,1 1 113,0 0 0,-4 1-311,-1 4 1,-1-4 0,3 4-324,-1-4 1,-9 5 111,-1 3 0,-6 10 1,-8 5-1,-1 2-11,1 2 0,0 2 191,0 3 1,0-1-3,-1 5 0,6-5 0,1 1 0,0-4 333,0 0-310,5-1 0,-2 0 0,10-1 0,4-4-216,4-4 1,8-3-97,2-2 162,4-7 0,3-1 1,2-6-1,3-2 1,-1-1-184,1-2 0,-2 0 48,-4 5 435,-1 0 1,-4-1 0,0 1 0,-1 1 0,1 4 224,0 4 1,-7 4 534,2 1-681,-3 6 0,-4 2 0,-1 6 0,-3 0 0,-1 2 538,-4 3 1,-2-3-304,-1 3-388,0-3 1,-6-2-1,-3 0 1,-4-1-710,-1-4 1,-2 2 122,-3-6-270,-3 0 1,-7-5-1,1 0 1,1 0 0,2 0-4232,1 0 4988,7-7 0,3-38 0,7-17 0</inkml:trace>
  <inkml:trace contextRef="#ctx0" brushRef="#br0">22649 9013 7838,'7'-8'394,"-6"0"0,6 5 0,-3-3 0,1-2 1371,-2-3-1437,-1-2 1,-2-1 0,0 0 0,0 0 0,-2 1 0,-1 2 0,-3 3 0,-2 2 80,-3 3 1,-7 1 0,-1 2 0,2 2-355,1 2-30,2 4 0,0 6 1,0 1-1,-1 0 1,1 3-8,0 1 0,4 0-110,1-5 54,6 0 0,-8 0 0,6 1-263,2-1 238,1 0 0,4-6 226,3-3 1,2-4-1,8-2 238,-1-4-328,0 3 1,-4-6-1,-1 4 304,2-6-227,2-2-71,-5 4 0,3-5-129,-7 4 1,3 2-85,-2 3 148,-4-4 0,5 5 1,-4-5-1,1 0-7,2 0 72,0 5-127,1-10 0,-3 11 0,7-2 421,-7 2-119,9 2 1,-10 2-1,3 2 97,-4 6 0,-1 3-203,0 1-88,0-6 0,0 4 0,0-2 0,2 1-564,3-2 448,-4 4-360,6-5 0,-6 0 1,4-4-1,4-2-207,4-2 0,1 0 619,0 0-22,1 0 1,-1-6 0,0-2 0,0-2 0,0 2 182,1 2 0,-6-3 425,1 4-179,-7 0 1,5 0 812,-4 1-720,-2-1-303,4 5 0,-6 6 0,0 4 0,0 2 586,0 3-693,0-1 0,-1 0-146,-4 0 0,3 1 1,-2-1-333,2 0 1,8-6-72,4-3 332,-4-4 0,7 4 0,-4 0 1,4-2-1,1-3-222,0-5 1,5-3 56,0-6 187,0-7 1,0 4 0,0-7-1,-1-3 1,-3-3-128,0-3 0,-1-5 172,0 5 52,-6-6 0,-2 13 0,-6 0 1,0 3 223,0 6 1,-1 3-34,-4 4-207,-3 4 1,-1 12-1,-1 5 1,-1 5 0,-2 5 51,-1 1 0,2-3-3,2 5 28,-3-1 1,12-1 0,-4-3 0,4-3 0,1-2-66,0 1 1,1-1-150,4 0 96,3-6 1,6 3 0,2-6 0,1-2 0,4-2-200,1-1 1,0-1 80,2-4 176,2 4 0,-8-12 1,4 3-1,-2-2 1,-4-2 419,-5-1 1,2 6-101,-4-1-50,-2 1 0,1 1 0,-5 2 509,2-1-503,-1 6-280,-4-6 1,0 9 0,0 3-1,-1 3 403,-4 0 0,3 4-69,-2-2-257,2 2 0,2 3 0,0-1 0,0 0 0,0 0-130,0 0 1,0-4-231,0-1 205,6 1 1,-2-2 0,3-2 0,1-1-117,0 0 0,2-1-197,4-4 330,-6 0 1,5 0 0,-4 0 0,4-1 97,1-4 0,-2 2 14,-2-7 116,3 7 0,-10-9 1,5 2 171,-2-3 0,3 4-285,-4-1-49,0 7 1,0-9 0,1 2-216,2-2 1,-3-1-86,4 3 163,-6-2 1,4 9 255,-7-7 232,0 7-399,0-3 381,0 6 0,0 6 33,0 3-123,0-2 0,-2 5 1,-1-2-1,-2 3 1,2 1 553,1 0-510,2 0-452,0 0 1,0 1 106,0-1-296,0 0 148,7-6 0,-4-2 0,6-6-211,2 0 0,2 0 114,1 0 167,0-6 0,1 3 0,-3-7 1,1-1-60,1-1 1,-3-3 241,8 1-7,-3 6 1,-7-4 0,1 4 0,-1-2-1,1 2 134,-1 2 0,-4-3-122,5 4 133,-7 0 1,3 4 128,-6-4-252,0 3-148,0-4 1,0 7 0,0 4 0,0 5 313,0 2 1,-2 7 659,-2 0-661,2 7 0,-4-4 0,4 6 0,-1 2 0,-2 2 162,2 1 1,2 0-498,1-5 198,-7 7 0,6-6 0,-4 1 1,2-7-1,0-2-145,-2-4 0,-5-1-124,6-2 236,-7-6 1,3 3-1,-6-6 1,-2-2 276,-3-1 0,3-9 40,-3-2-482,3-10 1,4 2-1,1-9 1,3-2 0,1-4-770,4 1 1,2 1-389,1 1 769,6 1 1,7 4 0,7 2-1,2 1 1,3 4-1484,2 1 0,2 7-1149,-1-1 1590,1 7 1548,-7-3 0,-2 18 0,-5 4 0</inkml:trace>
  <inkml:trace contextRef="#ctx0" brushRef="#br0">22464 8999 7837,'0'-14'1044,"0"0"0,0-1 2327,0 1-2356,0 6 1,-1-3-798,-4 6 1,4 2 0,-4 8-1,3 6 761,2 6-707,0-1 0,0 11 0,0-3 0,0 1 0,2 0 443,3-1 1,-4-2-400,4 2-194,3-4 1,-5-2-1,5-2 1,0-4 50,0 1 1,1-7 15,5-1-224,1-4 0,0-7 1,3-5-1,2-6 0,1-7-566,-1-3 1,4-8 404,-5-3 181,6-3 1,-9 4-1,3 0 1,-3 1-1,-4 3 115,-2 3 1,1 0-439,-6 11-129,-1 6 0,-4 8 0,0 10-1039,0 5 0,-6 7-1306,-3 2 1891,2 6 1,-5-3 920,2 7 0,-15 12 0,-5 3 0</inkml:trace>
  <inkml:trace contextRef="#ctx0" brushRef="#br0">24498 8899 7837,'4'-23'305,"3"1"0,-1 1 0,0 4 0,-1-1 484,1-1 1,1 4 0,2-4 0,-3 4 0,-1 4 1110,0 2-1368,6-1-432,-9 3 1,2 0-1,-8 9 1,-6 1 0,-3 3 202,-1 2 1,-5 2-40,0 4-224,0 0 0,5 0 1,0 1-1,1-1 1,2 0-149,2 0 116,6 0 10,-4 1 0,9-1 0,3 0 0,4 0 87,4 0 1,1 1-44,0-1-73,0-6 1,-4 4-1,-1-4 1,1 2 202,-2-1 0,-2 1-3,-6 4-169,0-6 1,-6 5 0,-4-6 0,-2 1 0,-4-1-316,-3-1 0,-2-4 22,-2 2 152,-4-2 0,11-2 1,-5 0-1,2-2 245,1-2 0,0 0 464,9-5-250,2 6 1,3-10 642,-1 4-255,0 2-405,5 1 0,2 1-132,2 1 0,0 0 45,5 9-218,-6-3 1,10 9 0,-4-7 0,4 1-1,3 0-530,3 0 0,3 4 68,6-4 151,1 0 0,-1-5 0,1 0 0,-1 0 0,0-2-631,1-3 1,-1 2 645,1-6 231,-7-1 0,-2-4 0,-5 0 0,-1 0 0,-1-1 394,-4 1 735,-3 0 106,-6 0-699,0 6 0,-1 1-752,-4 7 320,3 0 1,-4 7-1,6 2 1,-1 4 0,-3 1 76,0 0 1,-1 1-39,5-1-345,0 0 0,0-5 1,0 1-1,1-1 1,3 1-706,0-1 1,7-5 389,-1 0 220,3-2 1,1-2-1,0 0 1,0-2 0,0-2 11,1-6 1,-1-3 984,0-1-433,0 0 1,0 5 0,1-1 0,-1-1 1555,0-2-513,0 5-830,1-4 0,-6 10 0,-1-1 1,0 5 468,0 2 0,-5 7-278,2-1-414,-4 3 0,-1 1 1,0 0-1352,0 0 754,0 0-1133,0 1 0,0-6-1694,0 1 2666,0-7 430,0 3 0,2-17 1,3-3-1,4-2-4,4 0 0,1 2 409,0 0-137,0 0 1,1 1 0,-1 2 0,0 3 0,0 2 998,0 2 1,1 3-291,-1 1-458,-6 0 1,3 1 0,-5 3 0,0 2 0,1 3 692,-4 7 0,3-2-412,-1 5-762,0-3 0,-5-2 1,0 1-2050,0-1 1332,0 0-447,0-6 1,0 1 419,0-9 1,4-4 192,1-15 554,6-3 0,-3-2 0,6 2 0,2 0 0,2 1 52,1 1 1,-1 1 911,-3 4-548,-1 8 0,0-4 1,0 6-1,1 2 0,-1 1 571,0 2 0,-6 6-311,-3 4-352,3 2 1,-7 3 0,4-1-1,-4 0 1,-1 0-67,0 1 0,0-6-183,0 1-687,0-1 0,0 0 0,2-1-913,3-1 0,3-3 772,6-4 650,-6 0 1,4-6-1,-2-2 1,3-1 0,1-1 16,0-1 0,-1 3 880,-4-1-414,4 6 1,-10-5-1,6 5 1547,2-2-1069,-4 0-442,-1 5 1,-4 0 0,1 2-462,2 2-27,6-2-78,-4 4 1,8-6 0,-1 0 0,0 0 0,0 0-482,1 0 1,-1-6 295,0-3 352,0-4 1,-1-1 0,-2-2 0,-2-3 0,1-5-25,-2-3 1,-2-6 64,-6 0 70,0-6 1,0 10 0,0 1 0,0 7 0,-2 5 501,-2 2 0,1 6-57,-7 4-265,1 2 0,-1 15 0,1 6 0,-1 7 0,1 6 1149,-1 1 0,7 7-458,-2-2-629,4 3 1,-4 6 0,0-1 0,2-4 0,2-2 545,1-1 0,0-2-148,0 1-551,0 0 0,1-4 1,2-4-1,2-4 0,-2-3-139,-1-1 1,-2-1-995,0-7 56,0-6-229,0-2 1125,0-18-137,0 2 0,-5-17 1,0 4-1,2-6 0,2-4-830,1-5 0,1-4-69,4-6 843,3-2 1,6-1 0,0 4 0,0 4 0,2 5 34,3 5 1,-1 9 201,5 5-55,-5 10 0,7 4 1,-5 10-1,1 6 1,-2 5 562,-6 3 0,-1 4 7,-7-4-145,0 7 1,-5-11-1,-2 4 1,-1-3 0,-3-2 214,-2 1 0,-6-1-1026,-5 0 398,0-6 1,0 3 0,-2-6-1,1-1 1,-3 1-563,1 0 0,3 0-791,-4-5 913,5 0 1,3 0 0,5 0-236,-1 0 552,5 0 310,-1 0 0,18-2 0,5-3 0,5-3 0,6-1 357,4-1 0,1 1-152,6-5-194,-7 0 1,10-2-1,-3-3 1,3-5-1,2-3-295,0-1 1,-1-2-133,1-3 246,-7 3 0,-3-10 0,-9 7 0,-6 1 0,-7 2 16,-7 2 1,-2 6 212,-2 3-131,-6 3 0,-2 8 1,-8 3-1,-1 4 0,-2 1 174,1 0 0,-2 3-175,1 6 39,-7 1 1,11 17-1,-4-3 1,3 2 0,3 4 723,4 4 1,-2-4-145,6 3-308,0 3 1,5-4 0,0 4 0,2-1 0,4-5 303,8-5 0,5-3-307,5-3-498,3-3 1,-5-2 0,6-9 0,1-4 0,-1-1-287,1 0 1,-1-1-1046,1-4 1060,-7-9 0,0-2 0,-5-3 0,2 2 0,-3-1-705,-5-1 0,-5-4 779,-6 4 190,0 0 0,0 5 1,-1 1-1,-6 3 1,-5 6-132,-6 2 1,-7 2-22,1 0 307,-2 6 1,-1 7-1,1 6 1,4 0 0,2 0 873,2 0 0,4 0-191,5-5-398,2 0 1,7 1-1,2-1 1,4 0-1,7-1 312,4-4 0,9 2-1417,-3-6 302,4 0 1,6-5 0,-1 0 0,-4 0 0,-2 0-4899,-1 0 5386,2 0 0,8 19 0,1 4 0</inkml:trace>
  <inkml:trace contextRef="#ctx0" brushRef="#br0">16408 6198 7842,'-5'-9'23,"0"-1"0,0 1 1127,-1 1-702,5-5 0,-6 10 0,6-5 0,-2 0 0,-2 1 709,2-5 0,-1 1 180,0 2-526,2 3-537,-4 6 1,7 6 78,4 3-252,-3 10 0,6-1 1,-5 4-1,2 0 1,-1 0-68,3 3 0,-6-3-99,4 2-55,3-6 1,-7 2 0,6-6 0,-3 1 0,1-1-1161,-2 0 778,-1 0-48,-2-6 0,6-2-164,4-6 0,1-8 241,-2-6 456,-2 0 0,-3-8 0,1 5 0,0-2 1,0 1 133,-1 2 0,1 7 330,-5-1-347,0 1 1,2 1-1,2 3 35,6 4 1,-2 6 526,1-1-526,1 14 1,-1-9-1,1 10 1,1-3-1,0-2 263,-2 0 0,4 1-122,-4-1-245,4 0 1,1-1 0,0-4-1,1-4 1,0-4-117,4-1 0,-3-6-82,3-3 91,3-4 1,-6-6 0,1-2 0,-4-1-1,-5-5 28,-2-4 1,-1 1 188,-5-3-139,0 3 1,0 1 0,-2 2-1,-1 4 1,-3 5 55,-2 7 0,3 5-593,-4 6 294,6 0 1,-10 2-1,5 2 1,0 6-575,4 2 1,2 3 463,2-1 240,0 0 0,0 0 0,0 0 0,2-1 0,4-2 0,8-1 1,2-7 158,8 2-69,-7-4 1,10-1-1,-4 0 1,4-1 0,0-3-13,-3 0 0,1-7 440,-6 1-315,0-3 0,-6-5 0,-2-1 1,-3 0-1,-2 0 66,-3 0 1,-1-5 200,-2 5-209,-7 6 1,4 1-1,-6 4 1,-2 0-62,-2 3 1,0 5-519,4 5 422,-4 9 1,7 4-1,-3 4 1,2 0-1,2 0 538,1 3 1,-1 2-57,5 1-318,0-5 0,0 3 0,0-3 0,0 0 0,0-1 298,0-1 1,0 3-135,0-5-269,0-7 1,0 1 0,2-5-308,2 0 798,-2-2-384,4-6 1,-6-2 0,0-2 0,0-6-11,0-2 1,0-3-693,0 1 378,0 0 1,0 0-1,0-1 1,2 1-744,3 0 546,2 0 219,1 0 0,5 6 0,-4 3-39,4 3 41,1 2 93,1 7 1,-1-4-1,-2 6 1,-1 2-1,-1 2-444,1 1 0,-3-4 61,1-1 45,1-6 0,4 5 0,0-5 0,0 2-82,1-2 0,-1-7 536,0-6 0,0 4 1,-1-12 0,-2 4-1,-3-2 1,-2 1 888,-3 0 1,1 6 461,0-1-315,-2 7-1137,4-9 1,-6 12-5,0 0-11,0 0 0,0 12 1,0-2-1,0 2 1,0 3-286,0-1 0,7-5-35,2 1 91,4-1 1,2-1 0,3-3-1,1-4 1,-2-1-577,-1 0 1377,4 0-378,-4-6 1,5-2 0,-9-6-1,0 0 1,-5 0 600,0-1 0,-3 6-30,-4-1-421,0 7-646,0-9 1,0 16 188,0 1 302,0 6 0,2 5 1,1 3-1,2 3 1,-2 2 380,-1-1 1,-2 1-154,0 5-347,0-7 0,0 3 0,-2-5 0,-1 1 0,-3 0 166,-2-4 0,-2-3 139,-4-4-253,0 2 0,0-10 1,-1 3-1,1-4 1,0-1 114,0 0 0,4-5-953,1 1 118,-1-7 1,2 3 0,4-7 0,2 0-1733,2-4 0,6 3 1198,4-3 700,9 3 479,3 2 0,17-10 0,7-4 0,4-3 0,0 0 0</inkml:trace>
  <inkml:trace contextRef="#ctx0" brushRef="#br0">17915 6028 7898,'-5'-10'4883,"0"1"-3132,1 6-651,4-4-596,0 7 1,0 2 0,0 3 0,0 4 284,0 4 1,-5 3-717,0 3 0,0-2 1,5 7-1,0-1-789,0-1 516,0 5 0,0-11 0,0 3-650,0-3 0,0-2 0,0 0-623,0 0 1354,0-6 0,0-1 0,0-25 0,0-5 0,0-6-295,0-1 1,0 2 938,0-1-313,0 1 1,0 4 0,0 2 0,0 2 340,0 2-1190,0 9 739,7 2 1,1 14 0,6 2 0,0 5 0,-1 4 527,-4 1 1,4 4-205,-4-4-388,4 7 1,1-11-1,0 3 1,-1-6-1,-2-2-64,-2 1 235,1-5 111,4 1 0,-4-7 0,-2-2 0,-1-4 0,0-7 556,-1-4 1,-1-9-1090,-5 3 6,0-4 1,0-2 0,0 1 0,0 1-1,0 3-4298,0 5 735,0 4 2815,0 7 1,0 3 0,0 10 954,0 4 0,6 4 0,8 20 0,8 5 0</inkml:trace>
  <inkml:trace contextRef="#ctx0" brushRef="#br0">18199 6056 7825,'8'0'1516,"5"0"0,-12-1 1629,4-4-1052,-3 3-619,-2-4-1921,0 6 296,0 0 0,0 6 0,-2 4 1,-1 2-315,-2 3 0,0-1-592,5 0 648,0 0 1,0 5 0,0 0 0,2-1-385,3-3 1,-2-5 432,6-1 557,1-6 1,6 4 0,1-7 0,2-2 0,-2-3 1202,-1-4 0,-6-5-864,-1-5-332,-6 3 0,4-9 1,-7 6-1,0 1 0,0 3 119,0 0 0,-2 8-1570,-3 2 909,-3 3 1,-6 2 0,0 0 0,0 0 0,-1 2-1039,1 3 0,0 2 256,0 8 851,6-1 1,2-5 0,6 1 0,0 1 3,0 1 0,1-4 57,4-3 110,9-3 0,4-2 0,4 0 1,0-2-1,0-3 179,3-4 1,-3-5 51,2-5 160,-7 3 1,4-9-1,-7 4 1,-1-1-1,-2-3 704,-2-2 1,-6 3 307,2 1-774,-3 5 1,-2-2 0,-2 7 923,-3 3-1779,4 4 443,-12 12 1,12 4 0,-6 9 0,3 5 0,-1 2 601,2 3 1,1-1 88,2 1-792,0-1 0,0-1 1,0-2-1,2-3 1,1-1-422,2-4 0,1-1 292,-1-2-1156,-4 1 1,10-6-1,-4-1-1306,0-2 0,-3-9 1729,0-11 844,-2 0 0,-19-29 0,-10-11 0,-1 0 0,0-1 0</inkml:trace>
  <inkml:trace contextRef="#ctx0" brushRef="#br0">18384 5999 13673,'19'0'416,"0"0"1,1 0-410,-1 0 1,4 0-883,5 0 1,-4 0-1,-2 0 1,-2 0-1827,-2 0 2701,-9 0 0,-40-6 0,-17-2 0</inkml:trace>
  <inkml:trace contextRef="#ctx0" brushRef="#br0">19351 5871 7849,'-14'-14'198,"-1"5"0,1 1 1,0 0 1894,0 0-1607,-1 5 0,6-3 0,0 6 0,-3 0 105,0 0 0,2 4-531,1 1 0,6 6 0,-4-1 0,3 4 0,-1 3 0,2 2 96,1-2 1,2-1-228,0-2 85,6 7 1,1-5 0,4 3 0,-2-3 0,2-2 207,2 0 0,1 0-60,0 0-80,1-6 1,-6 3-1,-1-4 452,-2 1 335,-1-5-744,-5 3 0,-8-1 0,-4 0 0,-7-2 0,-3-2-708,-4-1 1,6 0-470,1 0 509,-3 0 1,11 0 0,-4 0 0,4-1-1198,3-4 0,4 2 660,8-7 803,11 7 0,8-9 0,9 2 1,3-1-1,-1 0 277,1 1 0,-2 1 0,-4-5 0,-1 0 0,1-1 0,-2 1 0,-4 0 0,-5 0 0,-7-1 0,1-3 0,-2-1 7,-4-7 1,0 10 0,-6-4-1,0 1 1,0 0 897,0 2 0,0 1 1585,0 2-1421,0 6 0,-1 1-49,-4 7 0,4 7-422,-4 2-199,-3 4 0,6 7 1,-4 4-1,1 3 0,0 3 541,2 3 0,-3-3-367,1 3-451,-6-3 0,10-1 0,-4-1 0,3 1 0,1-1-115,-4 0 1,3 1 1,-2-1-464,2-6 1,2-1 0,0-7-1,0 0-1264,0 1 528,0-1-431,0-6 123,6-2 448,-4-12 459,4-2 0,-6-3 0,0-2 1,0-4 591,0-4 0,-6-53 0,2 28 0,0 0 0</inkml:trace>
  <inkml:trace contextRef="#ctx0" brushRef="#br0">19479 5886 7849,'4'-10'356,"1"1"0,0 4 538,-5-5 0,2 3 584,2-3-1156,-2-3 1,9 10 0,-5-5 0,2 0 0,3 2 371,2 0 1,3 1-400,3 5-153,-4 0 0,6 0 1,-7 0-1,0 0 114,1 0 1,-3 6-248,-2 4 115,-4-4 0,-6 7 0,0-4 0,0 4 0,0 1-22,0 0 0,-11 2-147,-3 3-65,-4-3 1,3 4-1,-3-5 1,-1-1-1,0 0-1544,-1 0 1,4-1 216,-3-4 204,-3 4 0,6-5 0,-3 5 1233,3-4 0,15-15 0,2-10 0</inkml:trace>
  <inkml:trace contextRef="#ctx0" brushRef="#br0">19806 5957 7849,'-2'-10'0,"-3"1"0,4 4 966,-4-4 0,-1 4 2344,1-5 198,0 7-2941,5-3 0,0 7-475,0 4 0,0 3 752,0 6-639,0 0 1,-4 5 0,-1 2 0,2-1-1,1 1-27,2-4 1,-1 4-255,-4-2-255,3 0 0,-4-5 1,6 0-863,0 0 831,0 1 387,0-7 0,0-4 0,0-8 1,0-6-392,0-3 0,0-7-40,0-4 237,0-3 1,0-3-1,0-3 1,0-3 0,1 1-151,4 7 0,2 1 8,2 8 194,4-6 0,-5 10 1,6 1-1,0 8-156,0 4 1,0 2 465,1 0-156,-1 0 1,-5 7-1,-1 2 1,-1 4 0,-4 1 175,-2 0 1,-1 0 25,0 1-110,-6-1 1,-2 0-1,-6 0 1,0 0 0,-1 1-21,1-1 1,0 0-198,0 0-150,0-6 0,6 5 1,1-4-1,3 4-111,-1 1 958,0 0-478,11 1 0,-2-7 0,5-2 1,2-1-1,2-1 210,1-1 1,0-1-1165,0-2 367,1 0 1,-1 5-1,0 0 1,0-2-3064,0-2 3519,1-1 0,5-12 0,2-4 0</inkml:trace>
  <inkml:trace contextRef="#ctx0" brushRef="#br0">20247 5999 7849,'-5'-14'3033,"0"0"-1911,0 6 1,1 0 1004,-1 3-1474,0 4 0,3-4 1,-1 10 1341,-1 4-1621,-1 4 1,5 1 0,0 2-117,0 3 1,0-3-248,0 3 0,0-2 0,0 0 0,0 2-604,0-1-167,0-9 1,0 4 0,0-4-1,1 2-515,4-1 1,-2-4 989,7-6 219,-7 0 1,10 0 0,-4-1-1,4-6 1,1-5-197,0-6 1,5-2 343,0 1 33,6 3 0,-9-3 0,5 8 1,-2 1-1,0 1 589,-2 1 0,-1 2 95,-2 6-463,0 0 0,-4 0 1,-1 1-1,1 4 53,-2 5 1,-2 2-324,-6 2-168,0-6 1,0 5-1,0-4-1324,0 4 0,0-3 231,0-1 677,0-6 0,0 2 0,1-10 130,4-4 1,1 1 727,4-2-291,3 1 1,-5-4-1,4 2 1,-1 3 0,-1 0 259,1 0 0,-3 5 1090,1-1-893,1 2 1,-1 2 0,-1 2 0,-2 2 0,-1 4 649,1 0 0,-4 5-376,3-4-1137,-4 4 1,-1 1-1,0 0-1776,0 0 1556,0-6-1142,0 5 1,-1-11 1718,-4 2 0,-27-41 0,-13-25 0,11 20 0,0 0 0,0-1 0</inkml:trace>
  <inkml:trace contextRef="#ctx0" brushRef="#br0">20346 5786 7855,'0'-14'15,"0"4"2708,0 1 0,0 4-1733,0-4 1,6 6 0,2-4 0,2 2-2266,-1 1 571,1-1-357,4 5 1,0 0 0,0 0 0,1 2 1060,-1 2 0,20 13 0,9 6 0,4 4 0,-1 0 0</inkml:trace>
  <inkml:trace contextRef="#ctx0" brushRef="#br0">21028 5871 7885,'0'-14'3066,"0"0"1,0 4 870,0 1-2460,0 6-1171,0-3 0,0 7 0,0 4 0,0 4 362,0 4-631,0 7 0,-1 3 0,-2 3 0,-4 0 0,0-3-161,-5 3 1,6-4 372,1 1-916,-2-5 1,5 7 0,-3-6-1,4-2-237,1-1 1,1-3 1223,4-4-304,9-2 0,4-7 0,5 0 1,1 0-1,0-2-198,-1-3 0,-1-1-585,2-3 102,-3-4 1,-7 11-1,0-4 1,0 1-4567,1 1 5231,-8-7 0,-19-4 0,-12-7 0</inkml:trace>
  <inkml:trace contextRef="#ctx0" brushRef="#br0">21341 5942 7885,'0'-18'1908,"0"-1"-1323,7 0 0,-4 4 797,6 1 1,-4 2-800,4 2 0,-4 2 0,5 5 0,1-2 970,1 2-878,3 2-579,-1 1 1,0 1-1,0 2 1,0 4 0,-1 0-107,-3 5 1,1 0-25,-7 2-82,1-6 0,0 5 1,0-4-1,-2 4-264,-2 1 0,-1-4 133,0-1 490,0-6 0,0 5 1,-1-5 198,-4 2 0,2 0-17,-7-5-360,7 6 1,-5-4 0,4 3 141,-6-4-442,4-1 54,-1 0 0,6 0 405,-4 0 6,4 0 207,-6 0 1,7 2 89,0 2 0,0 0-300,0 5-161,0-6 1,0 5 0,0-3 0,-1 4 113,-4 4 1,-1-4-848,-4 1 360,-3-1 1,10 6 0,-5-1-1,1 0-694,-1 0 0,4-4 681,0-1 373,8 1 0,4 2 1,8-2-1,3-4 1,5-1 484,3 0 1,-4-1 241,1-4-723,0 0 1,3-1 0,-4-2-1,-4-4 1,-3 1-1785,-2 0 1,-4-1 181,-1 3 159,-6 2 0,2-4 1386,-10 6 0,-32 2 0,-16 2 0,-5 0 0,-1 0 0</inkml:trace>
  <inkml:trace contextRef="#ctx0" brushRef="#br0">22194 5900 7703,'0'-19'383,"0"-2"0,0 1 0,0-2 1,0 1 457,0 1 1,2 2-1,3 7 1,4 3-1,4 0 1,1 2-135,0 0 0,0 1 0,1 5 0,-1 0-345,0 0 1,-4 6-354,-1 4 0,-1 2 0,1 4 0,-2 2-124,-1 1 0,-4 4 0,1-2 0,-5 1-581,-3 3 0,-6 2-1980,2 1 1946,-10 1 0,2-2 0,-6-2 1,1-3 729,0-1 0,-14 8 0,-8 5 0,-6 1 0,0-1 0</inkml:trace>
  <inkml:trace contextRef="#ctx0" brushRef="#br0">22152 6341 7718,'6'7'2523,"-4"0"1,5-7-502,-2 0-1193,-3 0-1649,4 0 820,-6 0 0,-101-44 0,38 16 0,0 0 0</inkml:trace>
  <inkml:trace contextRef="#ctx0" brushRef="#br0">16081 6056 7793,'0'-14'113,"0"0"0,0 0 0,0-1 0,-2 1 739,-3 0 1,4 0 0,-6 1-1,3 2 244,-1 2 1,-6 1 0,1-2-219,-2 5-795,-2-3 1,-1 7-1,0-4 1,-3 4 0,-1 2 195,2 4-263,1 3 1,3 1 0,2 2-1,2 4 1,-1 2-145,3 0 1,-6 4-90,3-2 193,4 6 0,0-3 0,4 5 0,-1 0 0,-2 0 168,2 3 1,2 1-91,1-2 17,0-1 0,0 7 1,1 3-1,2 3 0,4 2 46,1-1 1,-4 1 39,6 0-199,-7 6 0,8-4 0,-6 6 0,-2-1 0,-2 1 2,-1 3 0,0 1 621,0 2-419,0-7 1,0 4 0,-1-5-1,-2 2 1,-2 1 197,2-2 1,1-2-197,2-10-99,0 3 0,0-7 1,0 6-1,0-2 1,0 0-64,0-2 0,0 5-54,0-3 35,-6-3 1,4 4 0,-2-4 0,2 0 0,2 1-105,0 0 0,0 1 53,0 1 13,0 3 0,2-10 0,2 6 1,4-3-1,2 0-99,-1 0 0,-4-4 107,4 4 49,-5-4 1,3-2-1,-3 2 1,0 2 0,0 1-35,-3-2 0,-1-1 173,0-1-129,0-1 1,0 1 0,0-1-1,0 1 1,0-1-128,0 0 1,0 1-147,0-1 256,6-6 1,-2 5-1,3-3 1,1 1-1,-1 0 102,-1-1 1,3-6-51,-4 0-86,0 5 1,-5-3 0,0 4 0,0-4 0,0-1-113,0 0 0,0 7 49,0-3 126,0-2 0,0 4 0,0-4 0,0-1 0,0 2 357,0 0 1,6-4 438,4 1-635,-4 3 1,7-6 0,-4 3 0,4-4 0,-1 0 226,-2-1 0,1 0-561,-6 0-338,6-6 0,-8 3-919,6-6 0,1 0 550,4-5 236,0 0 0,8-7 0,7-2 1,7-5-1,7-5 620,4-5 0,4-9 0,6-5 0,7-4 0,0 0 0</inkml:trace>
  <inkml:trace contextRef="#ctx0" brushRef="#br0">21583 15937 15200,'2'-15'-367,"1"1"0,3 2 2249,2 2 1,-3-1 1825,4 6 0,-4-4 816,4 4-3869,-5 0 0,0 5-596,-8 0 1,-4 5 322,-7 0-335,1 6 1,-5-8-1,0 5 1,2 0 0,1-2-513,2 0 1,0-1-1290,-1-5 1006,1 0 1,0-1 0,1-4 0,4-5-775,4-2 0,4-4 1193,1-3 0,11-3 0,3-7 1,3 1 649,4 0 0,-1 1 685,4 3-549,3 3 0,-11 7 0,4 0 0,-1 1 2216,0 4-1852,0 3-562,-5 12 0,-4 2 0,-2 8 0,-2 4 0,-3 7 897,-1 5 1,-2 7-1157,0-1 0,0 3 0,0 2 0,0-1 0,0-1 0,0-1 0,0-2 0,0-2-1556,0 2 972,0-3 1,0-8 0,0-2 0,-2-3-2757,-3-1 2656,-9-9 326,-8 1 0,-2-12 0,2 4 0,2-5 0,1-3-735,-2-2 0,4-6 174,-7 2 833,7 2 0,-2-5 0,8 4 133,1 0-409,7 2 619,-3 6 1,7 0 0,4 0-1,5 0 799,2 0 0,2 0-719,1 0-6,-1 0 1,5-2 0,1-1 0,1-3 0,1-2 26,0-3 0,-3-2-397,5-1 53,-1 0 0,4-5 1,-1-2-1,-1 1 0,3-3-46,4 1 0,1 5 520,-4-2-415,-1 3 1,2 2 0,0 1 0,0 4 0,-3 4 869,0 4 0,-5 1-440,2 0-382,-7 12 1,2-2 0,-10 10 0,-4-1 0,-3 2 652,-2 1 1,0-3-550,0 5-39,-7-7 1,-5 8-1,-7-6 1,0-2 0,0-1-150,0-1 1,-2-8-2580,2-2 1498,-3 3 1,-1-6-1,0 2 1,3-2-5432,3-2 6544,1 0 1,21-32 0,4-7 0</inkml:trace>
  <inkml:trace contextRef="#ctx0" brushRef="#br0">23118 15752 11006,'0'-10'-49,"0"1"1,0-2 2101,0-2 1035,0 5-295,0-4-2375,0 10 0,0-3 0,0 10 0,0 5 712,0 2-1020,0 9 0,0 1 0,-1 6 0,-2 1 0,-4 1 103,0 3 1,2-3 122,-5 3-466,7-3 0,-5-2 1,5 1-1,-2-2 1,2-4-225,2-4 1,2-3 564,4-2-119,9 1 1,5-7-1,10-4 1,5-4 0,6-4 778,2-6 1,6-3 118,-1-1-653,-6 0 1,-8 5 0,-9 1-1,-5 0 414,-3 0-1227,-8 5-153,-2-4 1,-7 7 0,-4 0 0,-6 0 0,-5 2-3012,-3 3 1,-5-2 1141,5 6 1757,0-6 732,12 4 1,-12-7 0,3 0 0</inkml:trace>
  <inkml:trace contextRef="#ctx0" brushRef="#br0">23687 15723 8356,'13'-14'359,"-2"0"1,-2 0 629,2-1 0,-4 1 279,-3 0-80,-2 0 1,-4 1-419,-2 4 0,-9 2 0,-7 9 0,-3 3-167,-2 4 1,-6 5-478,-3 5 0,3-1 1,6 4-1,2 0-284,3 0 1,3 0-305,7 2 433,-3 3 0,12-10 0,-2 5 0,7-1 0,11-2-300,7 1 0,6-9 91,5 4 273,-3-11 1,10 7 0,-7-4 0,-1-1 0,-2 0 341,-2-3-203,-6 5 27,-1 0 1,-13 2-1,-4-1 1,-4 2-1,-6 2 478,-8 1 1,-2 2-90,-8 3-753,1-3 1,-6 4 0,1-7 0,-1-2 0,1-3-621,-1-2 0,6 4-2089,-1-6 1500,7 1 1,1-5-1,10-2 1372,4-2 0,62-42 0,-17 15 0,-1 0 0</inkml:trace>
  <inkml:trace contextRef="#ctx0" brushRef="#br0">23986 15794 8356,'0'-14'3210,"-2"2"-1448,-3 2 1147,4 4-2053,-5 6 1,4 8-1,-1 4 1,-4 7 1080,0 3-1538,3 2 0,-2 5 0,5-1-232,-4 0 1,3-1 0,-3-1 0,2-3-209,-1 2 0,2 1 88,-3-3-387,4-2 0,-1-8 1,-1-2-1354,-2-2 1128,0-6 111,5-3 0,0-14 0,0-10 0,0-4 0,0-5-338,0-5 0,7-9 469,2-6 229,10-2 1,-3 5-1,5 2 1,-2 6 0,1 5 380,2 9 1,0 2 534,2 12-544,-3 3 0,-7 11 0,0 2 0,0 4 0,-1 7 401,-4 4 0,-2 7-138,-7-5-290,0 6 0,-11-3 1,-5 7-1,-5-3 1,-4 0-267,-2-3 0,-1-5-86,-1 1-283,1-3 1,1-2-1,3-2 1,5-2-1,3-4-1333,2 0 2249,6-4-400,8 11 1,16-12 0,13 6 0,7-3 0,7 3 313,4 1 1,-3-5 1514,4 1-1484,-4 4 0,-8-1 0,-3 4 0,-4-3 0,-6 0-57,-4-1 1,-9-2-1039,-5 5 295,-4-7 1,-2 3 0,-4-6-2261,-5 0 1,-2 2 342,-2 2 1321,6-2 919,-5 4 0,-14-6 0,-11 0 0</inkml:trace>
  <inkml:trace contextRef="#ctx0" brushRef="#br0">25308 15851 8307,'-2'-9'-1823,"-2"-1"1823,2 7 0,-4-3 0,6 31 0,0 7 0</inkml:trace>
  <inkml:trace contextRef="#ctx0" brushRef="#br0">25137 15908 8307,'8'-6'19,"-1"3"1,-7-7 0,1 1 0,2-1 701,2 1 0,0 4 0,-7-3 314,-2 2-603,2-5 1,-6 8 0,3-5 0,-4 1 927,-4 4-1277,-1 2 1,0 1-1,0 1 1,-2 2-1,-2 4 209,-1 1 0,-4 6-96,4 5-154,0 0 1,3 0-1,0 1 1,0 1-1,5 1 50,3 0 1,-1-5-319,4 2-1,0-3 0,7-3 0,3-4 0,4-4-496,4-3 1,6-2-184,0 0 714,0-7 0,0-1 0,0-6 1,-2 0-1,-1 0-66,-2-1 1,0 1 26,1 0 582,-8 0 1,4 0-1,-4-1 1,-1 1 2803,0 0-1919,-1 0-571,-5 6 1,0 3-268,0 10 0,0 3-296,0 6 23,-6 0 0,4 5 1,-2 0-1,4-2 1,3-1-185,1-2 1,8 1-298,-3-1 0,4-1 13,1-4 0,0 2 0,0-6 0,0-2-542,1-1 0,4-2 326,0 0 348,0-7 0,0-5 0,1-9 1,1-1-1,1-3-311,0-2 0,0-2 346,2 1 0,-5-5 146,-10 0 0,2-5 0,-6 3 1,-2 0-7,-1 0 0,-4 4 379,-3 7-267,-3 4 0,-6 12 1,0 3-1,0 3 122,0 2 1,-1 8 249,1 7 0,5 0-39,-1 9 0,1 0 0,-4 4 0,2 2 907,2 3 1,4-3-388,-5 4-760,7-4 1,-3-4-1,6 1 1,0-1 0,0-1-178,0-5 0,6 2 57,4-3-166,2-6 0,7-2 0,2-6 0,-1-2 0,2-1-1049,1-2 1,-5-2 481,6-3 263,-6-3 1,2-6-1,-6-2 1,1-1-1,-1-2-162,0 2 1,-1-4 1055,-4 2-378,4-6 1,-10 9 0,5-3-1,-2 3 1124,-3 2 240,-1 6-1047,-2 2 1,0 7-1,-2 4 427,-3 5 0,4 7-47,-4 2-736,4 0 1,1 0 0,0 0 0,0-2-1,1-1-220,4-2 0,-2-1-1712,7-4 1280,-1 4 1,1-10 0,-1 5 0,4-2-2361,4-2 2222,5-3 569,0-7 1,-1-2-1,-7-6 1,0-1 667,0 1 1,-6 0 967,-3 0-934,-3 6 1,-1-3 0,2 5 751,2-2-726,0 4-234,-5-2 1,1 12 0,3 4 0,2 3-159,2 1 0,0-5-190,1 1-455,4-7 0,-5 5 1,6-5-1,0 2 1,0-2-270,1-2 1,-1-1 8,0 0 578,0 0 0,0-4 1,-1-3-1,-2 0 1,-3-5 32,-2 0 1,-1 2 981,-5 1-566,0-1 0,0 1 0,0-1 0,-1 1 190,-4 1 0,2 2-167,-7 6-816,7 0 1,-2 0-23,10 0 0,3 0 205,6 0 239,0 0 1,5-2 0,2-1 0,1-2 0,2 2 71,-2 2 1,-2-4 721,-5 0-410,-1 0 0,-5 5 0,1 0 888,1 0-436,-5 0 94,0 0-701,-6 0-1741,0 0 1121,0 7 121,7-6 289,1 6 1,6-6 0,0 2-1,0 2 130,0-2 1,1-1-5,-1-2 82,0 0 1,-4 0-1,-1 0 980,2 0-565,-5 0-345,1 0 0,-9 0-636,-3 0-362,-2 0 614,-14 0 0,5 0 0,-3 0 1,2 0-1,-2 0 39,-5 0 0,2 1 70,-2 4 121,7 3 0,-8 6 0,4 0 1,1 1-1,-1-1 256,4 0 0,6 0-299,1 0 1,7 1 23,-2-1 0,4 0 0,2-1 0,4-4 84,5-4 1,7-3-1371,2-2 941,6 0 1,-3 0 0,5-2-1,-2-1 1,-2-4-457,-3 0 0,4-3 655,-5-4 62,0 0 0,-5-2 0,-1-1 1,-2-2-1,-3 1 1045,-2 2-762,5-4 113,-10 4 0,4-4 0,-10 7-26,-4 3 0,1 4-148,-1 6-83,5 6 0,-7 2 0,7 7 0,0-1 0,3 0 333,1 0 1,0 0-95,0 1-420,0-1 0,1 0 1,4-1-1,5-2 0,2-3-626,3-2 0,-1 3-474,0-4 914,7 0 1,-6-5 0,4 0 0,-3-2 0,-2-2-468,1-6 0,-3 2 739,-2-1 16,2-1 1,-10 1-1,4-1 756,1-1 1,-6 3 591,4-1-744,-4 6 0,-1-2 43,0 10 0,0-2-328,0 6-261,0 1 1,0-1-1,2-1 1,3 0-638,4 0 0,4-5 45,1 2 38,0 3 0,0-7 0,1 4 0,-1-3 0,0-4-336,0-3 0,1-3 980,-1-6-126,-6 6 0,3-4 1,-5 2-1,0-2 352,1-3 991,4 7-1014,-10-4 1,6 12 0,-6-2-1,2 9 666,2 5 0,0 1-210,-5 11-487,6-1 1,-3 6-1,5 1 1,-1 1 0,-4 2 227,-2-1 0,4-2-184,0-2-367,0 1 1,-7-5-1,-3-4 1,-4-1-1,-4-5-173,-1-1 1,-2-4-478,-3-9 516,-3 0 1,-2 0-1,2-1 1,2-4 0,2-4-127,2-4 1,4-3-9,2-3 109,-2-3 0,10-5 1,-3 2-1,5 3 0,4 1-1479,0 4 0,7-2 317,-1 5 250,2-4 1,3 15 0,-1-5-1,0 2 1052,0 3 0,7 14 0,1 5 0</inkml:trace>
  <inkml:trace contextRef="#ctx0" brushRef="#br0">27199 15866 8288,'-5'-15'4,"1"1"0,-1 1 0,0 2 0,-1 3 1357,-2 2 1,3-3-841,-4 4 0,4 0 1,-5 5-1,-1 0 1,-3 2-1,-3 3 1,-1 4 1487,6 4-1920,-3-5 1,8 4 0,-6-2 0,3 2 0,6 3 201,2-1-324,2 0 1,2 0 0,2 0 0,6 1 0,3-1-250,1 0 0,0-4-6,0-1 208,0 0 0,1 4 0,-1-2 0,-1-1-53,-4 1 129,-3 1-73,-6 3 1,-1-8 0,-6 0 0,-5-2 0,-7-1-567,-3-1 0,0-1-1827,-2-2 1422,-3 0 1,11 0 1047,-3 0 0,29-25 0,7-7 0</inkml:trace>
  <inkml:trace contextRef="#ctx0" brushRef="#br0">27810 15595 8306,'-19'-6'523,"0"-2"2219,2 0-1711,8 2 0,-4 6 0,5 2 0,0 4 1742,3 8-2407,4 0 1,1 13-1,0-5 1,0 2 0,0 0 365,0 1 1,0 2-347,0 1-700,0-6 1,5 4 0,-1-7-1,-1-2 1,-1-1-687,-2-2 1,0-5-449,0 1 730,0-7 0,6 2 0,4-10-231,2-4 1,3-6 772,-1-4 174,0 4 1,2-11 0,1 7 0,4 2 0,-1 1 1035,1 2 1,-1 6-606,-1 3 0,-3-1 168,3 1 0,-3 2 0,-2 9 371,0 9 0,-6-1-182,-3 5-686,-3 3 0,-4-5 1,-3 7-1,-4 0 1,-5-2-171,-5-3 1,1-3-860,-5-2 0,4-2 487,-5-2 1,5 1 0,-3-6-1,0-2-626,0-2 0,4-1 670,-1 0 223,3 0 1,7-1-1,1-4 367,2-4 0,3 2-189,7 3 262,4 2 0,6-3 1,2 1-1,2 0 1,2 3 848,2 1 0,0-2-293,2-2-609,3 2 0,-5-4 0,7 4 0,-1-3 1,0-3-14,1 0 1,-1-4-683,1 2 0,-1-2 295,1-2 0,-3-1 0,-2 1 0,-5 0-635,-3 0 660,-8-1 0,3 1 0,-6 0 56,-2 0 0,-3 1 1,-5 2 384,-4 2 0,-4 5-50,-1 0-108,-1 2 1,1 8-1,0 4 1,0 3 0,0 2 254,-1 4 0,6-3-87,-1 3-185,7 3 1,-3-6 0,6 5-1,1-3 1,4 1 23,5-1 0,4-7 36,5-2-232,3 1 1,6-2 0,1-4-1,-1-2 1,1-2-333,-1 0 1,1-6-433,-1-4 617,0-2 1,-4-4 0,-2-3 0,-1-3 0,-4-2-320,-1 0 1,-8 1-47,-3-6 431,-4 1 0,-1-1 0,0-1 0,0-1 1,-1-2-211,-4 1 0,2 4 386,-7 4 199,7 3 0,-10 13 0,6 7 421,-1 9 0,1 3-419,7 13 1,0-1 504,0 6 0,-1-1 1,-2 2-1,-2 2 462,2 1 1,1 0-439,2-5-515,0 1 1,2-1-1,1 1 1,3-2 0,2-4 17,3-4 0,2-3-702,1-2 293,0 0 1,5-6 0,2-3-1,-1-3 1,2-2-1047,0 0 1,1-2-62,0-3 848,4-3 0,-11-7 0,3-3 0,-3-2 0,-2-1-767,0 1 0,-4-6 848,-1 3 1,-6-9 38,2-1 0,-3-5 1,-2 3-1,0 1 44,0-1 1,-2 3-96,-3 9 868,-3-4 1,-1 17-112,-1 1 0,3 9 802,-3 9-808,4 7 1,6 8 0,0 1-1,0 3 1,0 4 1228,0 0 1,0-2-220,0-2-1148,0 0 1,0 1 0,0-1 0,1-1 0,4-3 105,5-5 0,-3 0-293,3-5 0,4 3-230,5-7 0,2-4 1,-2-1-1,3-4-873,0-1 0,5 0 72,-4 0 439,4-6 1,2-3 0,-3-9-1,0-1 1,-4 0-596,-2-1 0,-1-2 619,-4-7 371,-8 7 0,1-5 0,-4 4 1,0-3-1,-2 3-335,-5 4 1,-5 5 542,-6 4-29,-1-3 1,1 12 0,0-2 0,0 4-1,0 6 353,-1 0 1,1 8 77,0 4-316,6 0 0,2 0 0,6 1 0,0 2 1,0 2 440,0-2 1,6-1-208,3-7-410,10 0 1,-1 3-1,5-1 1,3-3-1,-1-2-592,-1-3 1,3-2 143,-4-6 121,-2 0 0,4-2 0,-6-2 1,-2-6-1,-2-2-100,-6-3 1,2 1 491,-6 0 73,6 0 0,-9 0 0,2-1 1282,-2 1-595,-2 6-460,0 2 1,-5 7 0,-1 4 0,-1 5 1257,1 2-898,-5 3-572,10-1 0,-11-5 1,6 1-150,-2 1-193,5-5-222,-10 0 1,10-7 0,-5-4-717,2-4 1,1-6 623,5-4 345,7 4 0,-4-7 0,8 4 0,3-1 0,5 2 206,3 1 0,2 2-113,4 0 1,1 6 0,-2 1 1,-2 7-1,-3 0 1,0 0-783,0 0 1,-9 2-1154,1 3 773,-3 3 1,-3 1-1,-3 1 1219,-4 1 0,-51-18 0,-13-2 0</inkml:trace>
  <inkml:trace contextRef="#ctx0" brushRef="#br0">28407 15695 9203,'-7'0'2921,"19"0"1,6-2-3006,15-2 0,-3 2 124,-2-3 1,5-1-1145,1 1 0,-3 0 0,-7 5 0,-5 0 1104,-3 0 0,-8 19 0,-2 5 0</inkml:trace>
  <inkml:trace contextRef="#ctx0" brushRef="#br0">30028 15610 8031,'-12'-15'-332,"1"3"1,3 1 2562,1 1 0,1 7 0,3 0-1059,-2 6 1,0 5 0,5 8 0,0 3-626,0 4 0,0 4 0,2 3 0,1 2 130,2 1 0,0 0-674,-5-4 0,0-1 1,0 1-1,0-3-804,0-2 0,0-3 283,0-7-1755,0 0 1,0-4 107,0-1 0,0-7 388,0-2 1443,0-7 1,-5-9 0,0-1-1,2-3 1,1-3-148,2-2 1,0-2 1286,0-1-581,0-1 0,0 7 0,0 2 0,0 1 0,0 0 1255,0 2 1,0 5-356,0 3 1,7 4-728,2-4 1,4 6-1,1-2 1,0 3-148,1 2 0,5 0 5,4 0-301,-4 0 1,6 0 0,-6 0 0,1 0-1,-1 0-373,-2 0 0,-3 0 89,0 0 251,-8 0 0,1 0 230,-3 0 0,-3 2 608,2 3 0,-7 2-278,-1 8 0,-1-1 0,5 2 1,0 3 701,0 4 0,0-1-241,0 2-815,0 0 0,1 0 1,3-2-1,0 0 1,1-2-279,1 1 1,-4-2 201,3-5-849,-4-6 0,-1 0 13,0-3 1,0-5 241,0 0 256,0 0 0,5-15 0,0 3 0,-2-6 0,-2-1-87,-1-1 1,5 4 923,0-3-443,6 3 1,-9 2-1,4 1 1,-1 2 0,1 2 151,2-2 1,-3 5-73,4 1-62,-6 3 0,10 2 0,-5 2 0,1 1 0,1 3 65,1 2 0,0 2-380,-2 4 0,4 0-102,-4 0 1,4-1-1,1-2 1,0-3-513,1-2 0,1-1 326,2-5 244,-2 0 0,6 0 0,-4 0 0,2-2 1,2-1-46,4-2 0,-4-6 265,2 2 389,-1-4 1,1-1 0,-2 1 0,-1 2 974,-4 2-996,-1-1 276,-2 3-414,-6 0-343,-2 7 209,-6 0 0,-6 0-472,-4 0 181,4 0 0,-7 0 38,4 0 1,-4 0 0,-3 0 0,-1 2-21,-2 3 0,-1 2 78,1 8 110,3-1 0,-5 0 1,7 0-1,0 1 0,0-1 108,-1 0 1,3 0-182,2 0 9,4 7 1,6-10 0,2 3 0,2-3 0,6-1-411,2-1 0,7-6-19,0 2 321,7-3 0,-6-9 1,5-2-1,-2-4 1,-1-1-180,0 0 1,-5 0 450,2-1 179,-3 1 0,-7 0 0,-1 0 0,0 1 1445,0 4-1096,-5-4-448,4 11 0,-9-4 0,-1 8 1,-3 2 137,-2 6 1,4 3-164,0 1 1,2 0-182,2 0 0,0 0 0,0 1-298,0-1 1,2-6-542,2-4 675,4-2 0,2-2 0,-1 0 0,2 0 0,2-2-338,1-2 0,0-4 255,1-6 217,-1-1 1,0 0-1,-1-3 1,-2-1 754,-2 2 1,-1 1-150,2 2 232,-4 6-72,-6 2 1,0 7-139,0 4-310,0 3 0,0 8 0,0 1 0,0 2 0,0-2 629,0-1 1,0-2-722,0 1-142,0-1 1,0 0 0,0 0-287,0 0 240,0 1 246,0-7-453,0-2 1,-5-12-216,1-4 242,-1-3 1,5-1 0,0-2 0,0-1 0,1-3-312,4-3 1,3 1 36,6-1 403,0 2 0,1 7 0,-1 1 0,0 2 0,0 3-84,1 2 1,3 1 47,1 5 416,0 7 0,-4 0 0,-1 8 0,0-1 0,-1 0 430,-4 0 1,4 2-838,-4 3-154,-2-3 1,0 3-1,-3-8 1,2-2-2421,2 2-414,-5-4 1943,10-1 1,-10-6 0,6 0 1142,2 0 0,8-13 0,3-2 0</inkml:trace>
  <inkml:trace contextRef="#ctx0" brushRef="#br0">31848 15610 8185,'14'-2'696,"1"-1"0,-3-3 1690,-2-2-1289,2 5 1,-10-2-1,1 10-201,-6 4 1,0 5 0,-7 5-1,1 3-115,1 0 1,-3 7-570,6-1 1,-1 1-1,3 4 1,-2-3 157,2-2 1,1 1-418,2-1 18,0 1 1,0-7 0,0-3 0,0-4 0,0 0-95,0-1 1,2-6-126,3-3 383,2-4 0,8-1 0,0-1 0,4-4 1,5-5 462,3-2 1,1-3-56,1 1-378,-7 6 0,3-4 0,-6 4 0,-1-2-82,-3 1 1,-2 4 254,-4-4-4052,-2 5 1088,-7-2 1,-5 8-681,0 2 2285,-6-2 0,5 6 0,-5-5 1021,1 2 0,-5 0 0,-8-5 0</inkml:trace>
  <inkml:trace contextRef="#ctx0" brushRef="#br0">32275 15666 8113,'8'-14'1122,"-2"0"1,-1 0 1060,-1 0-1121,1 6 0,-6-3 40,-4 6 0,0 0-432,-9 5 1,3 2-342,-8 3 1,-2 2 0,1 8 0,-1-1 49,1 0 0,-1 0-14,2 0-388,3 1 0,-3-1 0,8-1 0,4-1-428,0 2 1,2-3 66,5 8 247,7-9 0,2 3 0,10-6 0,6 3 0,5-2 24,4-2 0,-1 4 371,-5-6-165,7 7 1,-10-7 0,2 5-1,-5 1 1,-4-1 323,-3 0 1,-2-4 280,-3 5-503,-4-1 0,-8 1 0,-2-1 0,-7 2 0,-5 0 134,-3-1 1,-5 1-579,5-6-161,-6 6 1,7-8 0,-4 5 0,2-2 0,2-3-2048,3-1 1,5-1 568,1 4-1984,6-3 3872,-10 4 0,62-50 0,8-12 0</inkml:trace>
  <inkml:trace contextRef="#ctx0" brushRef="#br0">32474 15709 7597,'8'0'2556,"-2"-1"-427,-6-4 2188,0 3-352,6-4-3101,-4 6-340,4 6 0,-6 2 0,0 6 0,0 1 0,0-1 143,0 0 1,0 0-603,0 0-79,0 7 0,0-5 1,0 3-1,-1-3 1,-3-2-223,0 0 1,-1-5-849,5 1-163,0-7 643,-6 10 1,-1-13 234,-2 0 145,3-7 1,6-12 0,0-1-1,0-4 1,0-4-452,0-4 1,0-7 89,0 1 390,6 3 0,2-4 0,6 5 0,0 3 0,0 1-245,1 1 1,4 9 69,0 6 439,6-1 1,-8 14 0,5-2 0,-1 6-1,-4 8 13,-1 6 0,-3 1 735,-4 5-574,-3 1 1,-6 3 0,-1-2 0,-4-1 0,-4-1 594,-4 0 0,-3-1-256,-3-3-477,-3-4 0,0 4 0,2-8 1,1-3-1,0 0-139,1 0 1,7-5-115,2 2-211,6-3-278,-4-2 517,7-7 111,0 6 0,0-7 0,2 5 141,3-2-116,2 0-7,1 5 0,3-1 1,-4-3 57,1 0 187,-5-1-190,3 5 1,-4 0 107,2 0-81,-2 0-53,4 0 0,-4 0 11,3 0 12,-4 0 178,6 0 408,-7 0-455,0 0-544,0-6-605,0 4 274,0-4-203,0 6-1477,-7 0 1230,6 0-4053,-6 0 5186,7 0 0,-31 19 0,-9 4 0</inkml:trace>
  <inkml:trace contextRef="#ctx0" brushRef="#br0">31692 15709 8177,'-8'-9'-61,"3"-1"1,2 5 990,-2-4 1,4 4 1086,-4-4-1439,3 6 1,2-5 0,2 5 0,1-4 0,3 1 408,2 0 1,-3-1-1,5 4 1,1-2 297,1 2-979,2-5 1,2 7-156,3-4 0,-3-1 1,3 1-1,-3 2 98,-2 1 1,0 2-168,0 0-39,1 0 0,-1 0 1,0 0-1,0 2 125,0 3 0,1-2 49,-1 6-94,6 1 1,-4 4 0,3 0-1,-3 0 1,-2 0 315,0 1 0,-4 4-7,-1 0-260,-5 0 0,2 0 1,-6 1-1,-2 1 1,-2 1 319,-6 0 0,-4-5-399,-5 2 33,-3 3 0,-7-6 1,1 1-1,-1-4 1,3-3-24,2 1 0,-1-5-534,6-1 371,-7-4 1,11 1 0,-4 1-1,3 2 1,2-2 26,-1-2 0,8-2-4113,2-4-1832,3 4 3061,-4-6 0,11 7 1740,-1 0 730,7 0 447,-3 0 0,43-12 0,4-4 0</inkml:trace>
  <inkml:trace contextRef="#ctx0" brushRef="#br0">32133 15595 8160,'9'-9'1262,"0"-1"1,-5 6 2397,0-6 90,-2 7-2946,-2-3 0,5 7 61,-1 4 0,1-2 0,-5 7 0,2 2 472,3 6 1,-2 2-844,6 4 0,-4 3 1,4-3-1,2 2-66,2 3 0,0-1-428,-4 1 0,4-1 0,-5 1 0,6-3 0,0 0 0,0-3 0,1-5 0,-1 2 0,-5-12 0,1-5 0,1-6 0,1-6 0,0-6 0,2-3 0,-3-5 0,11-5 0,-3-2 0,3-2 0,3-2-553,4-3 0,-4-1-247,8-4 535,-3-1 0,-6 2 1,0 2-1,-2 4 1,-3 6-1064,-5 12 1361,-9 1-303,1 15 1,-6-4-1,0 10 1,-2 4 0,-2 4-411,-6 1 1,2 2 285,-1 3 152,-1-4 0,-4 11 0,0-7 0,0-2 0,-1 0-1338,1 2 0,2-3 412,2 3-314,-3-3 1,6-3-1,-6-1 1482,3 2 0,-28-9 0,-1 8 0</inkml:trace>
  <inkml:trace contextRef="#ctx0" brushRef="#br0">32218 15652 8160,'-8'-14'0,"0"5"332,3-1 245,4 1 1,-10-6 0,4 3 3167,-1 2-1563,5 4-476,-3 6-1307,12 6 0,-3 2 1,5 6-1,-1 2 0,-3 3 546,3 5 1,-4-2 38,6 2-732,1-1 0,-1 6 0,-1-1 1,0 1-1,-2-1 101,1 1 1,2-6-77,-4 1-176,6-7 1,-8 4-1,7-7 1,-1 0 0,1-1 73,-1-4 0,1-2-115,4-7-70,0 0 1,0-7 0,0-4 0,2-4 0,2-6-87,1-1 0,4-2-618,-4-4 538,7-7 1,-6 5 0,5-3 0,-3 1 0,-1 1-292,-4-3 1,4-3 31,-2 3 303,0 1 1,-10 6 0,-1 4 0,-1 4-168,-4 3 198,-2 8-249,-1 2 0,0 7 0,0 4 0,-1 4 0,-4 4-1339,-5 1 1,3 5 492,-3 0 319,1 7 1,-4-9 0,2 7 0,3-1 876,2-1 0,1 18 0,5-2 0</inkml:trace>
  <inkml:trace contextRef="#ctx0" brushRef="#br0">32787 15666 8203,'0'-14'0,"0"0"0,0 0 0,0 0 0,0 4 1508,0 1 1,1 1 4921,4-2-5466,-4 4 1,11 8-451,-8 2 0,3 6 0,-4 9 0,1 4 1111,0 4-1380,-3-5 1,-1 5 0,0-1 0,0 4-1,0 3 208,0-2 0,0-2-404,0-6-54,0 4 0,-5-9 1,1 4-1,-1-2 0,0-2-517,1-3 399,-1 0-263,5-7 0,0 1 399,0-9 1,0-5 284,0-14-481,0 4 0,0-12 0,0 1 0,0-5 0,0-7-607,0-3 0,6 3 152,4 0 441,2 0 1,2-3 0,2 3 0,2 5 0,1 5-336,-2 4 1,5 5 356,2 9 69,-4 4 1,6 6-1,-7 2 1,-2 2-1,-3 6 271,-4 3 1,-3 6 119,-2-1-201,-3 8 1,3-10-1,-9 4 1,-2-1 0,-2 0 48,-3-2 0,-6-1-139,-2-2-44,0 1 0,3-1 1,-1-2-1,-2-1 0,1-3-155,3-1 160,0 4 341,1-3 0,6 1 0,3 1 462,4 1 0,7 1 121,4 3-567,9-8 1,-4 4 0,6-6 0,-2 0 0,1 0 710,3-1 1,-6 1-806,2-5-341,-3 0 0,-7 0 0,1 0-4028,1 0 2617,1 0-2101,-4 0-2281,5 0 4108,-5 6 1202,0-4 606,-2 4 0,-19-37 0,-2-9 0</inkml:trace>
  <inkml:trace contextRef="#ctx0" brushRef="#br0">33199 15652 8203,'8'-22'0,"3"2"1953,-6 5-1378,6-5 1,-3 9-1,6-2 1,0 4 0,0 2 1101,0 1 1,1 1-969,-1 5 1,5 0 0,0 0 0,-3 2 148,-5 3 1,1 1-209,-2 3-490,-4 4 0,0-5 0,-6 8 1,0 1-1,0 2 252,0-2 0,0 4-776,0-2 112,-6 6 1,-3-7 0,-9 4 0,-1 0 0,0-2-1412,-1 1 1,4 4-1370,-3-1 2070,-3 3 1,8-4 961,-1 1 0,-5 0 0,4 4 0</inkml:trace>
  <inkml:trace contextRef="#ctx0" brushRef="#br0">33341 16292 8179,'0'8'9830,"0"-2"-6100,-6-12 0,4 3-4559,-3-7-628,4 1 1,1-1-4251,0 1 5707,0-1 0,-6 9 0,-2 2 0</inkml:trace>
  <inkml:trace contextRef="#ctx0" brushRef="#br0">21668 16690 8315,'0'-14'76,"-4"0"0,-1-1 0,0 3 0,0 1 2397,1 1-2294,-1 7 0,5-2 0,0 10 0,0 5 35,0 2 1,-2-1-1,-1 2 1,-2 3-27,2-1 1,2 1-7,1-1 0,-5 3-109,0 1 1,-1 5 0,3-5-1,-2 0-50,2 2-70,-5-6 0,6 7 1,-2-4-1,2 1 1,2-2-110,0-1 1,0-2 56,0 0 50,0-6 1,2 3 0,2-6 0,7 0 0,5 0 176,3-1 1,5 1 166,-5-5-208,6 0 0,-8 0 0,6 0 1,-1 0-1,-2 0 100,1 0 0,-1-5 226,-1 1-363,-3-1 0,5 5 1,-7 0-1,0 0 0,2-2-132,3-2 46,-3 2-112,4-4 1,-10 6 233,-1 0 1,-6-2-93,2-3-240,-10 4 1,2-12-1,-6 4 1,-3-2-1,0-1-418,-2 3 1,-1 1 410,1-1 92,0 2 1,5 3-244,-1-1 1042,7 0-483,3 5 1,3 2 0,7 2-1,1 6 1,1 3 376,2 1 0,-1 0-157,-3 0-253,2 0 0,-6 1 1,4-1-1,-5 2 1,-4 1-144,-1 2 0,0 0-67,0-5-225,0 0 1,-6 1-1,-4-1 1,-2 0 0,-1 0-2812,4 0 3124,-4 1 0,12-7 0,-6-2 0</inkml:trace>
  <inkml:trace contextRef="#ctx0" brushRef="#br0">22564 16889 9352,'-8'-1'57,"2"-3"0,1-2 642,0-2 1394,1 5-589,4-3-1344,0 6 0,0 1 1,0 4-1,0 6 359,0 6 0,0 1-395,0 5 1,0 0 0,0 2-1,0-1-16,0 1 0,0-3-85,0 2 15,0-7 1,0 8 0,0-6 0,0-1-1,1-4-12,4-5-141,3 4 66,12-11 1,-2 4-1,4-8 1,0-2-1,-2-6-266,1-3 0,3-1-21,-5 0 320,0-7 1,-7 6-1,-2-4 1,-4 1-86,0-1 1,-4 4-203,3-4 235,-10 9 0,-3-1 0,-8 6 0,-1 2 0,-2 2-31,2 1 1,-4 0 124,2 0 39,0 0 0,5 4 1,0 1-1,1 0 476,4 1-327,-4-4 41,11 4 1,-2-6-183,8 0 1,9-6 163,6-4-296,6-2 1,-7-3 0,4 0 0,0-3 0,-2-1-65,1 2 1,-2 0-88,-5-2 113,0 3 1,-6-5-1,-5 7 1,-6 1-1,-6 2-176,-4 2 0,-6 6-514,0-2 465,-6 3 0,3 2 0,-7 2 1,2 3-1,4 4-1219,4 4 0,5 6 491,4 0 365,4 0 665,-1 1 0,50 21 1,6 11-1</inkml:trace>
  <inkml:trace contextRef="#ctx0" brushRef="#br0">23019 17088 8309,'-14'-6'850,"6"4"-437,-5-10 0,10 10 954,-6-3-859,5 4-230,-2 1-68,6 0 1,0 1 113,0 4-557,6-3 179,2 4 1,2-6-1,-1 0 1,2 0-48,2 0 1,1-2-76,0-2 187,-6 2 1,3-11 0,-4 4 0,-1-4-30,0-1 59,-1 0-47,-5 0 1,0 4 0,-2 2-27,-2 2 1,-4 1 46,-6 5 54,-7 0 0,5 11 0,-3 3 0,4 2 0,0 2 292,1 1 0,1-2-163,4 7-123,-4-1 1,12-1 0,-4-1-1,3-2 1,4 0 203,3-2 0,4-2 132,10-6-312,-3 4 0,11-12 1,-3 4-1,2-3 1,1-4-12,-3-3 0,3-3-421,-3-6 226,2 0 0,3-5 1,-2-2-1,-2-1 1,-3-3-257,-1-2 0,-4-1-44,-8-1 214,4-5 0,-11 4 0,2-4 0,-2 4 1,-2 3-33,0 4 0,0 2 127,0 7 232,0 6 1,-2 2 0,-1 7-86,-2 4 1,-1 3 469,1 6-312,4 7 0,-7-1 0,5 6 0,-4-3 0,1 3 547,0 0 1,0-2 135,1 0-693,3-1 1,-4 1-1,6-2 1,0-1-1,0-4-57,0-1 0,1-2-339,4 0 174,-3 1 0,10-7 0,-1-2 0,5-1 0,3-1-181,-1 0 1,2-9-66,-1-5 146,6-2 0,-7-3 0,5 0 1,1-4-1,-2-5-362,-3-3 1,2-1 268,-2-1-23,0-5 0,-7 2 1,-2-4-1,-5 1 0,-4 5-650,-1 5 1009,0-2-64,0 11 1,-1 2 0,-4 9 212,-5 3 1,2 9 41,-1 2-152,-1 4 1,1 6 0,1 1 0,2 1 0,1 1 476,-1 0 1,4 2-151,-3 4-301,4-6 0,1 4 0,0-6 0,0 1 0,0 1 39,0 0 1,6-5-71,4 2-153,2-9 0,4 2 1,1-4-1,4 0 0,1-3-178,3-4 0,-3-1-210,2 0 283,0 0 1,3-1 0,-2-4 0,-3-4 0,0-4-112,0-1 0,-4-7-104,1-2 178,-4-4 0,-2 3 1,-2 2-1,-3 0 0,-2 1-380,-2 1 740,-3 1-216,-1 5 1,-1 6-1,-4 3 1,-5 5 43,-2 5 0,-7 4-112,0 10 168,6-3 0,0 9 0,6-4 0,-1-1 0,1 1 307,1-4 1,4 0-321,-2 2-63,2-3 1,8 5-1,6-7 1,3-1-1,6-2 78,1-2 0,2-6-266,4 2 153,1-3 0,-1-2 1,0 0-1,-1-2 1,-1-3-298,-3-4 1,-5-4 157,1-1 91,-4-7 1,0 4 0,-3-5 0,-2 1 0,-4 4 297,0 1 16,-4 2-26,4 0 0,-7 6-128,-4 3-143,-3 10 220,-6 9 1,6 2 0,2 3 0,1-3 0,0-2 175,2 0 0,1 0-476,2 1 160,-6-1 0,4-5 1,-2 1-46,2 1-77,2 1 520,0-4 0,0-3-73,0-10 0,0-3-1293,0-6 709,0-6 1,6 2-1,2-5 1,2-1-1,-1 2-204,2 3 0,0 3 226,-1 2 111,3 0 1,-6 1 0,8 4 0,-1 4-159,0 3 266,0 2-651,1 0 1,-6 2-1,-1 3 1,-2 4-2398,-3 4 1236,5-5 882,-6 4 909,4-10 0,-31-2 0,-7-8 0</inkml:trace>
  <inkml:trace contextRef="#ctx0" brushRef="#br0">23303 16889 11325,'21'0'-13,"3"0"1,2-1-395,3-4 0,4 3 0,0-4 0,-3 1-925,-5 0 0,1 1 1332,-7 4 0,-19-13 0,-10-3 0</inkml:trace>
  <inkml:trace contextRef="#ctx0" brushRef="#br0">25294 16747 8307,'0'-14'198,"-5"4"0,-1 2 0,-2 0 1,-3 2 1131,-2 0-1140,-1-5 1,0 9 0,0-3 0,-1 4 0,1-1 0,0-1 0,0-2 0,-1 2 0,1 2 716,0 1 1,-5 4-677,0 1 1,0 6-38,5-1 0,0 2 0,-1 4 1,1 1-61,0 2 1,1 7 0,2-3 0,3 3-46,2-3 0,0 4 53,1-3-68,3 3 0,-4 1 1,6 1-1,0-1 1,0-1 270,0-3 1,5 1-107,0-6-184,-1 6 0,-4-9 1,2 3-1,1-3 1,2-2 51,-2 0 1,-1-4-1279,-2-1-867,0-6-923,0 4 2113,0-7 0,0-7 0,0-2 848,0-4 0,0-24 0,0-10 0,0-3 0,0-1 0</inkml:trace>
  <inkml:trace contextRef="#ctx0" brushRef="#br0">24867 16946 8269,'-8'0'1426,"2"0"0,4 0-440,-2 0-605,2 0-37,-4 0 1,7 0 0,3-2-22,0-2 0,9 2 18,1-3-502,0 4 1,12 1 0,-6 0 0,2 0 0,2 0-449,-2 0 1,3-5 378,-6 0 82,7 1 1,-11 4 0,4 0-1,-3 1-341,-2 4 1,-4-2 1007,-1 6-414,-5 1 1,2 4-1,-6 0 1,0 1 0,0-1 364,0 0 1,0 0 1158,0 0-1409,6 1 1,-3-3 0,7-1 0,1-3-1,3-1 48,5-4 1,-2-2-103,7-1-208,-7 0 1,9-1 0,-7-4-1,0-4 1,-2-6-225,-3-4 0,4 2 233,-9-7 1,-3 5-72,-1-4 1,-3 1 0,-4-2 0,-4 5-288,-8 3 1,-2 7-56,-8-1 402,0 7 0,-4-3 0,1 7 0,2 4 0,1 4 27,-1 4 0,4 0-28,2-4 0,8 4-25,2-4 0,6 4 1,-2 1 123,3 0 0,9-6-87,2-3-22,4-3 1,7-2-1,4 0 1,3-2-1,1-3-100,1-4 1,-1-4 48,1-1 115,-1 0 0,1 0 1,-3 1-1,0 2 0,-3 3 169,3 2 1,-6 1 183,-1 5 1,-3 0-107,-2 0 1,-4 1 0,-1 4 0,1 5 441,-3 2 0,5 3-24,-8-1-355,1 0 1,0 5 0,0 0 0,-2-2 463,-2-1-902,-1-2-656,0 0 1,-1-6-2138,-4-3 1825,-3-3-147,-6-2 1,4 0 1233,1 0 0,18-57 0,1-14 0</inkml:trace>
  <inkml:trace contextRef="#ctx0" brushRef="#br0">25635 16974 7797,'5'-14'1487,"1"0"1199,2 0-2460,-5 0 1,10-1 0,-4 1 0,4 1 0,1 4-1,0 3 1,1 1-114,-1 0 0,0 0-32,0 5 0,-4 0-936,-1 0 1,-4 0-1,4 0-1060,2 0 0,-4 7 1915,-3 2 0,-15 4 0,-4 1 0</inkml:trace>
  <inkml:trace contextRef="#ctx0" brushRef="#br0">26190 16761 8313,'0'-9'0,"0"-1"1400,0-1-752,0 5 1,1-5 1383,4 6-1350,-4 0 1,6 7-1,-7 3-9,0 4 0,-2 4 62,-3 1-529,4 6 0,-5-2 0,4 4 0,-1 0 0,-2-1 110,2-1 0,1 5-302,2-1-23,0-3 0,0 4 0,0-5 1,0 1-1,0 1-172,0 0 0,0-4-22,0 1 82,0-4 1,0 0 0,0-1-478,0 0 0,2-6 188,3-3 327,3-4 1,6-2-1,0-4 1,2-5-1,1-2-126,2-2 1,6-1-253,-1 1 309,3 0 0,1-5 1,1-2-1,-2 1 0,-2-1-180,-1 4 1,-7 1 114,2 2 1,-3 4 15,-2 1 0,0 6 388,0-2-22,-6 4 1,-1 1 0,-7 1 379,0 4-324,0-4 313,0 6 1,-2-3 818,-3 1-1110,4 0 138,-6-5-318,7 0-466,-6 0 323,-2 0 1,-6 0 0,0 0 0,0 0 0,-2 0-136,-3 0 0,1 0 87,-5 0 141,5 0 0,-7 0 1,6 2-1,0 1 1,0 3-80,0 2 0,2-3 58,7 4 14,-2 1 0,10-1 1,-3 1-1,5 1 1,5 0 130,5-2 1,7 2-148,2-6-26,6 6 0,-3-9 0,7 2 0,-1-2 0,-1-2-278,-3 0 1,-2 0 117,-3 0 192,-3 0 1,4-2-1,-7-2 1,-4-6-1,-2-3 38,-1-1 0,-4 0-2,2 0 96,-2 0 0,-2-1 0,0 1 554,0 0 0,-2 4-239,-2 1-506,2 6 1,-6-2-1,5 10 1,-2 4 177,2 4 0,1 1 39,2 0-163,0 1 0,0-1 1,0 0-1,2 0-215,3 0 1,-2-1-128,6-3 254,1-4 0,-1-1 0,1-1 0,1 0 0,1-3-151,3-1 1,-1-6-53,0-4 277,0 4 0,5-7 1,-1 4-1,-4-4 0,-3-1 54,0 0 1,0 0 249,-1-1 42,2 8 0,-10-6 0,4 5-5,0 0-253,-4 2 107,4 6 0,-1 6 1,1 4-1,1 2 1,1 2 41,-1 1 1,-2-1-66,5 0-200,-7-6 0,8 5 1,-5-4-1,2 4-172,3 1 1,-4-5-310,-3 1 231,-2-7 1,4 3-144,4-6 610,2 0-193,2-6 1,1 4 0,-1-4 0,-1 0-1,-2-2 25,-2 0 1,1-5 342,4 4-313,0 3 1,-1-7 0,-2 3 0,-2-1 0,2 0-238,2 2 1,1-1-96,0-4 183,1 0 1,-1 4-1,0 1 1,0 0-3,0 1 1,-4-3-112,-1 6-78,-5 0 349,2 5 1,-6 2 595,0 2-536,0-2 1,-5 6 0,-1-5-1,-1 3 1,0 1-19,-1-1 0,3 0-7,-5-1-64,7-3 0,-9 6 1,2-5-1,-1 3 1,0 0-300,2 1 18,-1 4 215,-4-3 1,4 1-1,3 1 1,0 1 35,4 1 0,1-2 114,2-1-101,0-6 0,2 10 0,3-5 28,4 0 1,-1-2 39,2-6-52,-1 0 0,5-5 0,1-1 0,-1-2-3,0-3 1,-1-2-184,-4-1 264,4 0 1,-12 5-1,6 1 1,-3 0 391,1 0-428,0-2-97,-5 3 0,0 2 0,0 10 0,0 4 441,0 4 1,0 6-170,0 0-113,0 6 1,0-5 0,0 6-1,1-1 1,3 3 22,0 4 0,1 0-153,-5-9 39,0 4 0,0-5 0,0 5 0,0-3 0,-2-7 27,-2-6 1,1 0-276,-7-6 219,1 6 1,-10-9 0,-2 2 0,-1-4 0,-2-4-69,2-6 1,0-3-298,3-1 374,10 0 0,-9-5 0,14 0 0,0 2 0,3 1-167,1 2 1,6-2 30,4-3 45,9 3 1,4-4 0,9 4 0,3-2 0,-1 0-43,1 0 1,3 1 11,-5-2 27,13 3 0,-14-5 0,6 7 0,-7 0 0,-4 0-56,-3 0 1,-4 1 225,-6 4-109,-6-4 1,-1 10-1,-9-5 1,-3 0-36,-4 0 1,1 5 81,-2-2-39,1 4 1,-5 1 0,0 0 0,-1 0 0,1 0 110,0 0 1,4 6-40,1 3 44,6-2 0,-8 5 1,6-2-1,2 2 1,1 3 252,2-1 0,0 0-178,0 0-88,0 0 0,7 1 0,4-1 1,4-1-1,4-2 99,-1-2 1,4-6-356,2 2 130,-4 3 0,7-7 0,-5 4 0,0-5 0,-1-3-103,-1-2 0,-4-6-30,3 2 131,-3-4 1,-7-6 0,-1 0 0,-1 2-1,-4 1-223,-2 2 0,-1 4 682,0 1-295,0 6 0,-1-4 61,-4 7 0,-3 2-8,-6 3 3,6 3 1,-5 6 0,5 0 553,0 0-489,-4 0-312,10-6 0,-6 3 0,5-4 87,-2 1 332,1-5-313,4 3 1,1-7 0,4-4 0,5-3-408,2 0 0,2-5 74,1 4 209,5-4 0,-2-1 0,4 0 0,0 0 0,0 1-701,3 4 1,-3-3 206,2 8-228,-7-1 1,4 5-1,-7 2 1,-1 2 816,-4 6 0,-21 34 0,-12 10 0</inkml:trace>
  <inkml:trace contextRef="#ctx0" brushRef="#br0">28294 16832 8313,'-8'-8'2684,"2"2"0,6 12-2306,0 4 0,0 2 0,0 3 0,0 0-173,0 4 1,0-3-1,0 3 1,1-3-1,2-2-312,2 0 1,0 1-733,-5-1 458,0-6 1,0-4 26,0-8 1,1-4-34,4-6 410,-3-1 0,10 0 0,-2-3 0,2-1 194,3 2 1,-1 3 221,0 4 1,0 2-205,0 4 1,-4 2 0,-1-3-1,1 5 357,-2 5 0,4 3 127,-2 6-581,-4-6 1,5 5 0,-4-4 0,1 4-391,3 1 0,-5-5-22,-1 1-433,3-7 0,-1 3 0,8-6-1060,-1 0 1,-5 0 482,1 0 0,-5-6 1284,4-3 0,1-61 0,-3 27 0,0 1 0</inkml:trace>
  <inkml:trace contextRef="#ctx0" brushRef="#br0">28692 16576 8313,'0'-14'575,"5"0"932,-1 0-390,1-1 0,-5 6 1335,0 0-1775,0 5-460,0-2 0,5 12 0,0 5 0,-2 5 0,-2 5 855,-1 1-931,0 2 0,-1 9 0,-2 1 0,-4 3 0,1 1 240,0-2 0,-5 5-253,1-3 2,4 3 0,-7 6 0,4 1 0,-4-2 0,0-2 30,4-1 1,-4-1-191,4 1 14,2-7 1,1-1 0,5-8 0,-3-4-1,0-4-1333,0-3 878,3-8-100,1-2 1,1-7-1,3-4-1228,0-4 0,7-9 469,-1-1 204,3-6 0,1 3 0,-2-8 1126,-2-3 0,2-10 0,1-7 0,-1-7 0,0 0 0</inkml:trace>
  <inkml:trace contextRef="#ctx0" brushRef="#br0">28777 16875 8313,'10'-10'156,"-1"1"0,-4 4 1786,4-4-1183,-6 6 63,4-4 1,-7 9 0,0 3 1273,0 4-1964,0 4 1,1 1 0,3 0-1,0 0-38,-1 1 1,4-1-38,-2 0 1,6-6-254,-2-3 1,-1 1-1,1-1 1,2-1-633,2 3 0,1-6 218,1 4 1,-1-3 324,0-2 0,0 4 1,0 1 192,1-2 275,-1-1 441,0-2 0,-4 0 129,-1 0 1,-4 0-334,4 0 1,-4-2-341,4-2 0,-1 0 0,3-5 0,-1-2-5,1-2 1,-3-1-82,1 0 1,-4 0-74,5-1 0,-7 1 0,1 0 1,-2 0-230,-2-1 0,0 1-1323,0 0 1040,0 6 1,-2 2 0,-2 6 0,-6 0-954,-2 0 0,-4 6 1544,-3 4 0,-22 34 0,-11 10 0</inkml:trace>
  <inkml:trace contextRef="#ctx0" brushRef="#br0">29801 16647 8313,'0'-14'1966,"0"0"-1392,0 6 1,-2-3 168,-2 6-521,2 1 0,-4 10 1,6 3-1,0 4 1,0 3-1,0 3 1,0 3 1396,0 0-1538,0 5 0,0-5 1,0 5-1,0-2 1,0-3 156,0-1 1,0-2-306,0-5 0,0 0 50,0 0 0,0 1-216,0-1 593,0-6-407,0-2 1,0-8 0,0-2-1,1-6 1,4-2-340,4-3 0,4-4 253,1 0 1,2 0 106,3 5 0,-3 2 1,4 1-1,-1 3 209,0 1 0,0 3-111,-5 4 26,1 0 0,-1 1 0,-1 4 0,-2 4 1,-4 6 432,0 4 0,-2-4-170,-5 4 0,-2-1-248,-3 1 0,-3-4 1,-7 4-1,-4-3 4,-5-2 1,2-1-1017,-2-3 611,0 2 1,-2-10-1,0 2 1,4-2-1,0-2-827,0 0 1,9 0-1568,-1 0-264,9 0 2946,-1-6 0,57-15 0,12-9 0</inkml:trace>
  <inkml:trace contextRef="#ctx0" brushRef="#br0">30313 16619 8313,'0'-14'95,"0"0"0,0-1 1,0 1-1,0 0 1185,0 0 0,0 4-100,0 1-890,0 6 0,0-1 1,0 12-1,0 8 1475,0 5-1607,0 2 0,-5 6 1,-1 1-1,-1 1 1,-1 4 640,0 1-699,-1-4 1,0 4 0,-1-4 24,-1 1 0,-2 2 0,-1-4 1,0 3-244,0-3 0,-1-1 10,1-1 70,0-1 0,5-6 0,1-3 0,1-3 0,3-2-952,-3 0 616,6-6-592,-6-1 1,7-9-594,0-3 0,5 2 1559,0-6 0,31-20 0,4-9 0</inkml:trace>
  <inkml:trace contextRef="#ctx0" brushRef="#br0">30483 16875 8743,'-14'-6'252,"-2"2"55,-3-5-51,4 6 0,-12-4 0,3 7 0,-3 0 0,-1 2 1067,-1 3 0,7 3-118,3 6-973,3 0 1,4 0-1,2 2 1,6 1 0,2 2-103,2-1 1,3-2-101,7-2 23,-1 0 1,13-1 0,-4-2-1,2-3 1,2-2-958,3-3 0,-2-1 73,0-2 0,-1 0 0,2 0 0,-5 0 831,-3 0 0,-2-7 0,0-1 0</inkml:trace>
  <inkml:trace contextRef="#ctx0" brushRef="#br0">30881 16875 8324,'0'-14'0,"0"-1"0,0 1 1354,0 0 1,0 5-589,0-1 1,-1 7-261,-4-2 0,-3 4 0,-6 1 0,0 0 14,0 0 1,-1 4-436,1 1 1,1 11 0,2-2-1,3 2-193,2 0 98,-5-2 0,10 0 0,-4 0-139,3 1 1,9-1-13,2 0 0,4-6 0,1-2 0,2-1-551,3 0 558,-4-1 0,6-4 1,-7-1-1,0-2 1,1-4-15,-1-1 1,0-1 9,0-5 108,-6 0 1,-2-1 0,-6 1 0,0 0 0,-1 0-21,-4-1 1,-1 6 145,-4 0-36,-2 5 0,5-4 0,-4 5 602,2-1-471,6-1-106,3 5 1,12 0-1,9 0 1,1 0-1,3 0 7,2 0 1,2 0 62,-1 0-184,0 0 0,-1-2 0,-1-3 0,-3-4 0,1-4 60,-2-1 1,-3-2 20,-9-3 1,-4 4 1,-6-6 0,0 7 0,0 0 0,-2 1 197,-2 4 1,-4 2 54,-7 7-251,1 0 0,-5 0 0,0 2 0,2 4 0,1 7 140,2 4 0,4 8 244,1-1-256,6 3 0,-8 6 1,6 2-1,2 1 1,0 2 431,-2-2 0,3 6-60,-2-5-445,2 4 0,2 1 0,0-5 1,0-3-1,0-4 122,0-2 0,-2-4 19,-2-1-307,-4-11 0,-6 5 0,-1-12 0,1-2 0,0-2 121,0-1 1,-1-4-211,1-1 178,0-6 1,6 3 0,3-8-1,4-1 1,2-2-179,4 1 1,11-4-341,12-1 282,7-11 0,13 4 0,0-3 1,1 3-1,0 2-1251,-3-1 1,-2 7 363,-1 3-108,-7 4 1,-7 7 1217,-10 3 0,-57 16 0,-28 8 0,-2 1 0,0-1 0</inkml:trace>
  <inkml:trace contextRef="#ctx0" brushRef="#br0">22692 17643 8200,'0'-15'305,"0"1"0,0 0 1,-2 1 388,-2 4 1,-4 2 0,-6 7-28,-1 0 0,1 2-478,0 3 0,-5 3 0,0 6 1,2 2-1,2 1 0,4 4 563,2 1-711,-1 1 0,1 1 0,1-2 0,2-1 0,2-2-181,3 1 0,1-4 25,0 3 0,6-5 0,4-3 0,2-3-179,3-1 1,0-3 193,4-4 104,-3 0 1,9-6 0,-6-2-1,-1-3 1,-2 0 181,-2 0 0,3-5-26,-3 7 60,4-4 1,-12-1 0,5 1-1,-3 2 844,-2 2-1341,-1 5 243,-5-2 0,0 8 334,0 2 0,5 0-458,0 5 190,-1 1 1,3-1 0,2-1 0,4 0 0,1-2-21,0 0 1,2-1-75,3-5 40,-3 0 0,6 0 0,-5 0 0,2-1 0,-1-3-39,-3 0 0,-5-7 56,-1 1-23,1-2 0,-2-7 0,-4 0 0,-4 3 0,-4 3-310,-6 4 1,-4 1 191,-5-2-20,-3 4 0,-7 6 1,1 0-1,1 0 0,2 2-68,1 2 0,7 3 47,-2 2 68,9 4 0,-2-7 0,4 5 0,0-1 125,3 1 1,12-3 218,7 1-179,0-6 1,13 4 0,-2-7 0,5-2 0,3-1 172,-1-2 0,-2-6-100,-2 2 19,1 2 1,-6-5 0,0 4 0,-3-2 779,-3 1-811,-1 6 91,-8-4 1,-2 9 0,-6 3 421,0 4 1,-4 4-634,-1 1-23,0 0 0,5 0 0,0 1 0,0-1-321,0 0 1,2-5-87,3 1 223,2-7 0,8 3 1,-1-6-1,2 0 0,1-1-334,2-4 1,0 2 142,-5-7 392,7 1 0,-5-1 0,3 1 0,-4-2 504,0-2 1,-8 4-75,-2-1 361,3 7-458,-6-3 62,4 6-161,-6 0 0,0 6-339,0 4 0,6 1-493,4-2 405,2-2 1,3-7-1,-1 0 1,2 0-265,3 0 0,-4-5 254,4 0 177,-3-6 0,-2 8 0,1-7 277,-1-1 1,-2 3 17,-2-1-13,-4 6 0,-6-2 1,0 10 353,0 4 1,0-1-112,0 2-256,0-1 0,0 5 0,0 1 0,0-1 389,0 0-766,0 0 228,0 0 0,2-6 0,1-1 595,2-1-742,-1-4 38,-4 4 0,5-12 0,0-4 65,-2-3 1,-1 4-306,-2-1 242,0 1 1,4-1 0,1 1-395,-2-2 182,5-2 27,-6-1 1,6 5 0,-4-1-124,6-1 0,-2 3 161,1-1 150,1 6 1,-1-4 0,1 7 0,1 0 170,1 0 0,1 7 238,-3 2-287,2 4 1,-4 1-1,5 0 1,-2 0-1,-2 1 183,2-1 0,-3-2-2,2-2-242,-1 2 0,1-8 1,-1 4-1,2-2 1,2-3-345,1-1 1,0-2 15,0 0 8,7 0 1,-5-2 0,3-3-1,-3-4 1,-2-4-614,0-1 0,-5 0 152,1 0 525,-7-7 0,3 4 0,-6-7 0,0 0 0,0 1-207,0-1 1,0 6 805,0 0-133,0 2 0,0 6 289,0 1 0,-4 7 559,-1 2-652,0 6 0,5 10 0,-1 2 0,-3 1 0,0 0 726,1 1 1,1-4-416,2 3-637,0-3 1,0 3 0,0 0-1,0-2 673,0-1-415,0-2-1343,0-6 0,6 3 0,4-6-4418,2-2 4244,3-2-579,-1-1 1726,0-6 0,-25-65 0,2 24 0,1 1 0</inkml:trace>
  <inkml:trace contextRef="#ctx0" brushRef="#br0">23844 17614 9619,'0'-8'1469,"0"-4"0,11 8-826,3-5 1,14 4 190,1-4-1084,2 6 1,3-8-1,-1 4 1,-2 1-1,-2 0-3064,-6 2 3314,-2-3 0,-26 11 0,-4-2 0</inkml:trace>
  <inkml:trace contextRef="#ctx0" brushRef="#br0">24427 17699 8239,'-10'0'3782,"1"0"-3442,5 0 0,0 0 1,7-1-1,5-2 337,4-2 1,-1 0-771,8 5 0,-1-5 1,-1 1-1,4-1 0,-1 0 1,1 1-2436,-4 0 1838,-1 3 1,-7 1 689,1 0 0,-7-13 0,3-3 0</inkml:trace>
  <inkml:trace contextRef="#ctx0" brushRef="#br0">24853 17486 8254,'0'-14'0,"-2"1"1335,-2 4 1,2 1-188,-3 3 0,2 5-283,-1 0 0,2 7-351,-3 7 1,4 5-1,-1 1 1,-1 1 168,-2-1 1,0 4-517,5-5 1,0 6 5,0-1 1,0-2 0,0 0-1,2 0-73,3 0-274,-4-4 1,10 2 0,-4-5 0,-1-1-1450,0 0 1242,5 0 0,-3-6 0,6-3-119,1-4 0,-1-7-79,0-3 454,0-4 0,5-1 1,0 0-1,-3-1 1,-3 1 70,-4 0 0,-1 0 161,2-1 145,2 1 1,-10 5 0,4 1 544,0 2-593,-4 1-65,4 5 0,-6 1 0,0 4 0,0 5 0,0 2 367,0 2 0,0 1-387,0-1-67,0 0 0,2 0 0,3 1 0,4-1 0,5-2-46,5-2 0,-1-4-73,5-6 63,1 0 0,0 0 0,-1-3 0,1-5 0,-2-6 45,-3-2 0,-5-4 0,-4 1-89,-4 0 1,-6 0-1,0 0 1,-1 1-1,-6 4-960,-7 5 1,-2 2 134,-7 7 111,-7 0 0,0 0 0,-5 2 0,2 3 0,-1 4 762,3 4 0,-18 33 0,-3 7 0</inkml:trace>
  <inkml:trace contextRef="#ctx0" brushRef="#br0">24810 17728 8254,'0'-14'1021,"0"-1"1,5 6-410,0-1 1,6 6-482,-2-6 1,10 7 0,3-2 0,2 4-1141,0 1 0,-2 0 19,2 0 990,-4 0 0,1 12 0,1 4 0</inkml:trace>
  <inkml:trace contextRef="#ctx0" brushRef="#br0">25635 17842 8254,'-9'0'1002,"1"-2"1120,1-3-1301,-4 4 1,11-6-1286,0 7 1,2 0 215,7 0 0,1-4 0,4-1 248,0 2 0,38 7 0,10 4 0</inkml:trace>
  <inkml:trace contextRef="#ctx0" brushRef="#br0">26076 17742 8254,'-7'-14'973,"4"4"-407,-6 1 0,4 6 1,-4-2 730,-2 3 0,3 2-829,-2 0 1,7 7-1,-2 2 1,4 4 234,1 1 0,0 0-176,0 1-505,0-1 0,0 0 0,1 0 0,2 0 0,2 1-40,-2-1 1,4-5-838,-3 1 622,7-7 1,-7 3 0,5-6 0,2 0-251,2 0 1,1 0-235,0 0 560,0-6 0,1-2 0,-1-6 0,0 0 0,0 1 303,1 3 0,-1-2 36,0 2 126,0 4 1,0-5-1,1 6 1501,-1 2-1139,-6 2-389,-2 7 1,-6 2-1,0 6 1,0 0-60,0 0 1,0 1-1330,0-1 498,0-6 0,0 4-896,0-2 728,0-4 567,0 0 0,6-10 0,4-3 0,1 0 0,0-5-234,-2 0 0,1-2 634,4-1 68,0 7 0,1-3 1,-3 5-1,-1 0 1,-1-1 497,1 4 0,-3 2-335,1 1-174,-6 0 0,10 1 0,-4 4 1,4 3 152,1 0 1,-4 0 28,-1-4-647,1-2 0,6 4 0,1-6 0,2 0 1,-2 0-430,-1 0 0,-2-1-43,0-4 471,1-3 1,-1-8-1,-1-1 1,-4-2-182,-4 2 1,-4-4 325,-1 2 27,0-6 0,0 9 0,-1-3 0,-4 3 706,-4 2-362,2 6-174,-5 2 1,8 8 0,-3 2 0,0 6 0,2 4 686,-1 5 0,5 3-83,-4 6-438,3 1 0,2-1 0,0 2 1,0 2-1,0 1 319,0-1 1,0-2-503,0-2-36,0 7 0,0-5 1,0 1-1,0-4 1,2-5 17,3-1 1,-4 0-262,4-3-178,3-2 1,-7 0-1,4-6-2679,-3 1 1354,-2-5-1610,0 0 3286,0-6 0,0-25 0,0-7 0</inkml:trace>
  <inkml:trace contextRef="#ctx0" brushRef="#br0">26616 17913 8285,'-8'-7'248,"2"6"0,6-7 2138,0 3-1817,0 4 1,6-6 0,4 6 0,4-2-87,5-2 0,3 0-193,6 5-305,1-6 0,-1 4 1,-1-3-1,-2 2 1,-1 0-581,1-2 0,-4-1 238,-2 1 49,-3 4 1,-7-6-1,-1 6 180,-2-4 259,-1 3-88,-5-4 1,-2 8 0,-1 2 407,-1 6 1,-3-2 569,3 1-716,2 1 0,-4 4 1,6 0-1,0 2 0,0 1 865,0 2-1181,0 0 23,0-4 1,6-1 0,3-2-1,4-1 1,1-3-476,0-1 0,2-3 43,3-4 207,-3 0 1,9-1 0,-4-4 0,-1-4-1,3-4-247,-1-1 0,-5 0 233,2-1 488,-3-5 1,-7 4 0,1-3 0,-1 3 1208,-1 2-959,-2 6-199,-6 2 1,0 7 0,0 4 125,0 5 1,0 2-117,0 2-249,0 7 1,0-10 0,0 3 0,0-1-560,0 0 0,0 1 196,0 0-150,0-6 0,0 0 181,0-3 1,2-5 47,3 0 0,3-7 1,6-7-1,-2 0 1,0 0 0,-3-1 69,2 1 1,2 1 984,1 4-365,-6-4 1,4 5 489,-2-6-1014,3 6 97,-6 2 1,1 8 0,-4 2 43,0 6-638,7 2 348,-3 3 0,2-3 0,-1-1 0,2-3 1,2 0-108,1 0 1,0-5 120,1 2 122,-8 3 1,6-7 0,-3 4-396,2-3 2379,2-2-894,-6 0 0,0 0-253,-3 0 1,-2 0-1037,7 0 202,-7 0 0,5-5 0,-5-1 0,3-1 0,2-1-147,3 1 0,0 2-367,-1-5 470,2 1 1,-9-1 0,7 1 446,1-2 1,-5 3-4,-1-1 41,3 5 1,-6-8-122,2 2 1,-2 2 86,-2-1-498,0 6 1,0-5-476,0 3 121,0-3-55,0 0 160,-6-4 204,4 10-479,-4-4 386,6 6 1,-5 1 205,0 4 103,0-3 1,5 10-1,0-2 1,0 2 169,0 3 1,0-1 12,0 0-50,0-6 1,0 5 0,0-4 490,0 4-418,7 1-186,1-6 0,6-2 0,0-6 0,2 0 49,3 0 1,-3-1-167,3-4 32,-4-3 0,4-6 1,0-2-1,-3-3 1,-3-5-274,-4-3 0,1-3-46,4-3 193,-6 3 0,-2-11 0,-6 5 1,0-1-1,0 6-303,0 6 1,0 4 227,0 7-3,0 6 1,0 5-1,0 11 1,0 7 348,0 6 0,-1 4 140,-4 8-84,3-3 1,-4 5 0,4-5 0,-1 2 0,-2-1 501,2-4 0,2 2-22,1-6-492,0 4 0,0-5 0,0-3 0,0-3 0,0-2 465,0 1-1027,0-8 39,0 0 0,1-7 0,2-2 1,4-1-727,1-2 1,-5-7-162,2-3 697,2 1 0,-5-11 0,3 4 0,-4 1 0,-1-2-625,0 0 1,-1 4 487,-4-1 771,3 4 0,-9 0 0,5 3 1,0 1-1,-1 1 593,4-1 0,0 5-705,-2 1 346,4 3 0,-4 2 0,10 0 1,4 0 722,4 0 1,3 0-299,3 0-631,-4 0 1,11 0 0,-6 0-1,2 0 1,2 0-138,-2 0 1,-1 0-121,-7 0 317,0 0 1,0 0-135,1 0-68,-8 0 211,0 0 1,-7 7-1,-2 1 1,-1 1-1,-2 1 289,2 1 1,2 1-191,1 3-297,0-1 0,0 0 1,0 0-1,1 0 54,4 1 1,3-6-447,6 1 320,7-7 0,-6 3 1,6-6-1,-2 0 0,0 0-150,-2 0 1,4-6 569,-2-4-185,0-2 1,-10-3-1,1 1 1,-1 0 405,-1 0-87,-2 6-474,-6-5 1,0 13-1,0 0 1,0 8 94,0 5 1,-4 6 121,-1 0-71,-6 6 1,9-3 0,-4 6 0,0 1 0,-2-1 452,0 1 1,-3-1-327,6 1-103,-6-7 0,5-2 0,-6-5 0,5-1 1,-1-2 161,0-2-291,-2-4-51,-4-6 1,5 0 0,1-1 0,1-4-178,4-5 0,2-2-435,1-2 498,0-1 0,4-4 0,3-1 1,1-2-1,3-2-299,1 2 0,3 0 269,-1 3-57,-6 3 1,4-5 0,-4 7-1,2 2 1,-1 1-1314,2 1 0,-3 5 733,2-4-79,-1 6 1,1-4 0,-1 9 892,2 3 0,-5 28 0,1 13 0</inkml:trace>
  <inkml:trace contextRef="#ctx0" brushRef="#br0">20844 15140 7842,'0'-9'154,"0"0"1,-2-3 0,-3 1 0,-4 0-1,-2 2 1,-2-2 310,-1-2 0,3 1 0,-8 0 0,2 3 108,-2-2 0,3-2-229,-3-1 0,-2 0 0,2 0 0,2-1 0,1 1 0,2 0 1038,0 0-1228,0-7 1,-2 5 0,-2-4-1,-1-1 1,0-2 138,-1-4 1,3 3-414,-7 0 88,0-6 0,-4-1 1,-2-7-1,-2-2 1,-3-1-283,-1-1 0,3-6-125,-5 1 330,0 0 1,-3-2 0,3-2 0,5-1 0,3 0-218,1-2 0,-4-3 111,0-4 79,0 9 1,4-10-1,1 8 1,-2-4-1,-3-5-283,-5-2 1,-3 10 142,-2-2 264,0-3 1,1 1-1,-1-2 1,2 2 0,3 4-94,5 3 1,-2 3 203,2 6-67,6 0 1,0 1 0,5 1 0,0 1-1,2 2 176,-1-1 1,5-4 61,-3-4-292,4 3 0,0-5 1,1 6-1,0 0 1,0 1-242,-1-1 0,1 0 3,0 1 181,0-1 1,0 0-1,-1 1 1,1-1-1,1 2 15,4 3 0,-4 3 34,4 7 91,3 0 0,-5-4 0,4 2 0,1 3 0,-2-1 164,0-4 0,-1 2-187,-6-3-64,1 3 0,-2 0 0,-1-2 0,-4-3 0,-1 1 3,-3-1 0,5 2-6,1 4 52,-4 1 1,8-5-1,-4 0 1,3 1-1,3 2 339,4 2 0,1 4-18,3 0-268,-3 0 1,0-2 0,4 0-1,0 3 1,1-1-12,-1 2 0,-1-3 18,5 6-89,0 0 1,0 4 0,0 1 425,0 0-361,0 0 610,6 6-205,-4 2-483,4 6 140,-6-7 0,0 4-343,0-6 235,0 5-18,0-2 0,0 0 162,0-4 10,0 4-98,0-7 1,0 10 6,0-6 0,2 4 14,2-4-102,-2 5 0,9-4 0,-5 5 0,4-1 0,6-1-72,6-1 1,11 2 110,5-5 32,3-1 0,2 1 0,1 1 1,2 0-1,1 2-16,-1 0 0,-8-1-67,-5 2 55,-9 4 0,-4-5 14,-6 6 264,-6 0-293,-1 0 1,-19-5 0,-2-1 0,-3-1-612,-4 1 1,-1-4 208,-6 6 251,-1-7 0,6 3 0,-1-7 0,0 3 0,2 1-252,3 1 1,3 2 131,2-1 601,6-4-331,-4 12 0,16-6 699,1 7-543,6 7 1,8 2 0,2 9 0,-1 1 0,1-2 313,-4-1 1,-1 3-47,-2 0-387,0 0 0,-1-5 1,-2 0-1,-3 0 1,-2 0-208,-3 1 0,-1-1-868,-2 0 358,0 0 0,-6 1 1,-4-1-1,-4 0 0,-3 0 665,-2 0 0,-38 1 0,-5-1 0</inkml:trace>
  <inkml:trace contextRef="#ctx0" brushRef="#br0">19720 10492 7889,'0'-14'374,"0"-1"0,0 1 0,0 0 0,2 1 1784,3 4-1884,-4 2 0,7 7 0,-5 4 0,4 3 0,-1 9 0,0 3 0,-2 3 0,-3 0 1405,-1 4-1630,0 1 0,0-4 0,0-1 0,0-1 0,0-4-92,0-1-1164,0-2 642,0 1-28,0-8 1,0-18-1,0-12 466,0-6 1,-5-1-61,1 2 367,-1 6 1,5-4-1,0 7 1,0 2 551,0 1-385,-6 8-235,4 8 1,-4 8-1,6 7 1,0 0-1,0 4 241,0 5 0,0-4-655,0-1-67,0 4 0,0-8 1,0 4-2014,0-3 1287,6-2 0,-3-6 1095,7-3 0,5-79 0,-4 26 0,1 1 0</inkml:trace>
  <inkml:trace contextRef="#ctx0" brushRef="#br0">19763 10236 7889,'-1'-14'0,"-4"-1"0,-3 1 1035,-6 0 1,-1 4-414,1 1 0,0 6-12,0-2 1,-5 4 0,-2 1 0,1 3 261,-1 6 0,-2 2-245,4 13-524,-7 0 0,11 4 0,-4 2 1,4 2-1,4 4 247,2 5 1,4-1-273,-4 7 9,5-3 1,-2-1 0,8-1-1,1 0 1,3-3-112,2-1 1,6-6-956,5 1 675,0-3 1,2-8-1,2-3 1,4-5 0,2-3-333,-1-1 1,2-7 487,3 1 1,-1-4 86,6-4 1,0-11 0,4-8-1,3-4 181,2-2 0,-9-5 13,0-4 215,-7-3 0,-10-2 0,-5-1 0,-7-2 0,-2-3 581,-4-1 1,-8-1-767,-4-1 1,-9-2-330,-1 7 0,-6 7 1,1 12-1,-4 7-34,-5 6 1,1 7-2071,-6 3 1565,7 3 0,-9 9 0,7 4 0,1 6 705,2 7 0,8 53 0,12-31 0,0 0 0</inkml:trace>
  <inkml:trace contextRef="#ctx0" brushRef="#br0">20531 10278 7937,'0'-14'551,"-5"5"1,0-1-1,1 1 1,-1-1 2157,0 1-2237,0 6 1,1-2 0,-3 11 0,1 9-1,0 7 1,3 4 825,1 3 0,-3 4-1151,1 0 0,-1 5 0,3-5 1,-1-1-83,-2-2 0,1 3-446,4 0 0,0-6-878,0-8 1,0-3 0,0-2-2064,0 0 2643,0-6 1,0-3 0,1-11 0,2-9-374,2-7 1,5-5 1051,-6-1 0,7 0 0,-8-6 0,5 1 0,-1 3 0,-3 3 417,3 4 1,-6 5-188,4-1 464,-3 4 1,4 2-1,3 3 545,4 6 1,-3 2-613,-1 2-518,1 0 0,4 5 0,2 0 1,1-2-1,2-2-263,-2-1 1,-1 0-646,-2 0 681,0 0 1,1-1 0,-1-4 0,-1-4 0,-4-4 160,-4-1 0,-4-1 668,-1 1-433,0 6 1,0-4 0,-1 4 1098,-4 0-311,-3 2-809,0 6 0,-3 6 1,5 3-1,0 6 1,-1 4 368,4 4 1,1 4-350,2 2 0,0-1-179,0 0 1,0 1 0,0-1 0,2-1 42,3-3 0,-2 3-759,6-4 358,-5-2 0,8-2 1,-4-8-1,2-3 1,1-2-1004,4-3 1,0-1-133,4-2 1077,-4-6 0,4-7 0,0-8 0,0-1 0,0-3-140,0-2 0,-1-1 404,-9-1 1,4 2 146,-4 4 0,-2 2 1250,-3 7-833,-2 6-80,-2 8 0,0 10 0,0 7 0,0 3 0,0 3 856,0 2 0,0 0-921,0-1 1,0 1-200,0-6 1,0 2-1,1-4-215,4 2 1,3-2-1345,6-7 1063,0-4 0,5-6 1,2 0-1,1-1 0,2-6-917,-2-7 0,5-2 421,-4-8 717,4 1 1,-5-4-1,-1 2 1,-2 3-1,0 1 91,-2 4 1,-1 2-20,-2 6 232,-6-4 1,5 12 0,-4-4 0,2 5 0,0 5 442,-1 4 1,-7-1-183,2 2-282,3-1 1,-7 5 0,4 1-602,-3-1 315,-2-6-247,0 4 1,0-12-139,0 0 1,-7-1 138,-2-9 315,2 7 1,-5-5 0,1 5-1,-5-2 1,-3 2 423,2 2 0,1 1 296,2 0-530,-1 6 0,1 0 1,0 5-1,0-1 1,1 1 782,4 1-737,-4 3 1,11-1-283,-2 0 1,4-1 0,4-4 0,6-4-295,3-4 1,5-1 76,1 0 64,7 0 0,-9-1 0,5-4 0,0-4 0,-1-4-45,-1-1 1,-1 0 310,-4-1 78,-1 1 0,-5 5 544,1-1-55,-7 7-379,3 9 0,-7 5 0,-3 12 0,0-1 0,1 0 466,1 3 0,0 2-5,-2 1-532,2 1 1,-4-1 0,6 1 0,0-3 0,0-2-65,0-5 1,-5-3-33,0-2-63,1 0 0,-3-6 1,-2-3-1,-4-3-155,-1-2 0,0-5-185,-1 0 256,1-6 1,2-2-1,2-6 1,4 0-1,1-1-158,0-4 1,7-3-654,7-1 608,10 0 0,3-1 0,9 1 1,2-1-1,5 1-554,3-1 1,8-4 257,3 0 498,-3-6 0,-2 9 0,-9-4 1,-6 4-1,-9 2-105,-8-1 1,-8 7 93,-7 3 88,-6 4 0,-2 2 0,-8 2 1,-1 3-1,-3 2 444,-3 3 0,6 1 328,-2 2-534,3 6 0,-3 2 0,0 8 0,4 1 0,2 4 526,3 1 1,7 3 392,-1 8-833,-4-3 1,6 5 0,-3-6-1,4-1 1,1 1 258,0-1 1,4-1-441,1-4 2,6 4 0,-9-11 0,4 3-361,1-3 160,-6-8 223,12-2 1,-12-7-106,4-4 1,-3 2-5,-2-7-124,0 1 1,0-1 0,0 1 0,0-2-400,0-2 1,0-1-229,0 0 507,0-1 0,6 6 1,3-1-1,4 1-129,1 1 1,0 0 376,1 3-42,5 4 0,-4-5 1,3 7-1,-3 2 0,-2 4 458,0 0 0,0 1-166,1 2-175,-7 2 0,3-4 0,-5 5 1,0-2-1,2-3-154,0-2 12,2 5-114,4-9 1,0 4 0,0-7 0,0-4-226,1-5 0,-1-2 191,0-2 147,-6-1 1,5-5 0,-5-2 0,-1-2-1,-2 2 38,-3 1 1,-2-2 359,0 4-265,0 6 1,-2 2-1,-3 6 1,-4 2-5,-4 2 0,-1 7-38,0 3 3,6 10 0,-5-1 0,5 4 1,1 0-1,2-2 65,3 1 0,2 3-46,0-5-190,0 0 1,7-5 0,2 0 0,5-1 0,5-4-621,5-4 1,3 1 197,1-1 280,1 0 1,-1-12-1,-1-2 1,-2-4-1,-3-1-368,-1 0 0,1-2 765,-8-3 1,4 2 14,-9-7 1,-3 7 0,-1-2 938,-3 3-346,-2 8-492,0 2 0,-2 7 1,-1 4-1,-2 4 1,0 4 657,-1 1 0,5 5-329,-4 0-428,3 0 1,-3-5 0,1 1 0,1-1-1,1 0-12,2 0 1,0-4-122,0-1-419,0-6-82,0 4 0,5-14-123,-1-2 459,1-4 0,0-3 0,1-3 0,2-3 1,3-1-328,2-1 1,1 2 357,0-2 46,1 4 1,-1 5 0,2 1-1,1 2 1,2 2-54,-2 5 0,-1 4-1046,-2 1 696,0 0 0,-4 6 1,-2 4-1,-2 2 461,-3 2 0,-20 13 0,-7 3 0</inkml:trace>
  <inkml:trace contextRef="#ctx0" brushRef="#br0">23147 10449 7897,'0'-14'373,"0"0"1,0-1-1,0 1 1,0 0 2018,0 0-1899,0 6 0,-2 2 0,-1 7 0,-2 4 0,2 4 0,2 4 788,1 1 1,0 5-941,0 0 0,0 5-220,0-5 0,0 4 0,-2-4 1,-1-1 87,-2-2 1,0-2-1,5 0 1,-1 0 11,-4 0-1479,4 1-659,-6-7 1,7-10 566,0-12 1091,0-7 1,2-7 0,3-1-1,6-1 1,4-1 144,4-2 0,0 4 193,-4 5 170,5 7 0,-3-2 0,6 10 1,-3 4-1,-2 3 375,-3 2 0,0 7 186,-1 2-591,0 10 0,-6-2 1,-2 7-1,-1 0 0,0 0 230,-2-1 1,-2-5-452,-1 1-175,0-4 0,-4 0 0,-3-3-822,-1-2 0,4-4 530,-6-6 92,7-6 1,-3-2 0,6-6 0,0-1 0,1 0-472,4-4 1,3-3 470,6-7 486,0 7 0,5-3 1,0 6-1,-1 3 0,-3 3 896,0 4-505,5 6 0,-4-2-24,3 10 0,-5 3 0,-3 7 1,-3 3 425,-2 1 0,-1 1-307,-5-1-407,7-3 0,-4 6 0,5-5 1,0 2-25,-1-1 1,3-7-1288,4-2 702,0-6 0,-4 4 0,-1-9 0,2-3 0,2-4-785,1-4 1,0-1 520,1 0 670,-7-7 1,3 4 0,-7-5 0,-1 0 0,-1 1 521,-2 1 1,0 1-130,0 5-130,0 6 1,-2-3 0,-2 6 0,-4 3 423,0 5 1,-5 7-178,4 9-345,3-3 0,-6 9 1,8-5-1,-1 1 1,0 1 211,1 0 1,-1-4-811,5 1 363,0-4 0,1 0 0,4-3 1,5-1-1,2-3-369,2-2 1,5-1-490,0-5 722,7-6 1,-6-2-1,4-6 1,-4 0 0,-2-1 27,-4 1 1,3 5 218,-7-1 178,2 1 0,-4-1 0,-1 2 0,-3 0 919,1 1-420,0 3 46,-5-2-631,0 6 0,-2 0-164,-2 0-54,2 0 1,-4 2-1,4 1-342,-3 2 0,2 4-411,-6-4 59,6 0 0,-8-4 794,6 4 0,-25 9 0,-2 8 0</inkml:trace>
  <inkml:trace contextRef="#ctx0" brushRef="#br0">23957 10079 7967,'-8'-6'0,"1"3"3163,2-7-1389,3 7-1172,-4-3 1,4 6-139,-2 0 0,2 2 0,-4 2 930,-1 6-808,6 2-420,-6 3 1,3-1-1,-3-1 1,1-2 449,0-2-396,1-6-242,-1 10 0,3-7-1096,-7 4 505,7 2-336,-3-10 0,1 6-697,0-4 990,0-2 536,5 4 1,5-7-227,0-4 666,6 3-350,-10-10-919,6 10-1477,-7-4 1356,0 6 0,0 2 1070,0 2 0,-18 31 0,-8 14 0,-2 5 0,0 1 0</inkml:trace>
  <inkml:trace contextRef="#ctx0" brushRef="#br0">23716 10506 7983,'-15'5'-160,"1"-1"841,0 1 1,0-5-1,0 0 3179,-1 0-3328,7 0 1,-3-1 84,7-4 0,-1 2 0,6-7 1,4-1 31,5-1 0,2-3-255,3 1-384,-1-6 0,2-1 0,1-4 1,3 1-1,1-1-187,0-2 0,2-2-130,-4 1 82,0 6 1,-5 1-1,1 7 1,-1 0-1379,0 0 952,-6 6 468,-2 2 1,-14 17 0,-4 3 0,-6 3 29,1 4 0,3-4 268,4 7-84,-2-7 0,10 5 0,-3-4 0,4 1 1,1-2 18,0-1 0,6-2-122,4 0 207,8 7 0,3-10 0,4 3 1,-3-1-1,1-1 415,-1 3 0,-7-6-353,0 0 152,-1-5 1,-14 8 0,-2-4-1,-12 0 273,-13-3 1,-3-2-915,-8 2 181,7-4 1,-4 6 0,7-7 0,-1 0-1,2 0-1424,4 0 866,2 0 272,13 0 0,2-2 0,7-1 278,4-2 0,3-1 167,6 1 38,7 3 1,-5-4 0,2 6 0,-2-1 0,-1-3 511,-1 0 1,2-1-137,2 5-345,-2 0 0,5 0 0,-5 0 0,1 0 0,4-2-479,1-2 1,1 0-588,6-5 737,-1 6 0,1-10 0,-1 4 0,-1-4 1,-2-1-342,-1 0 1,-7-5 454,2 0 13,-3 0 0,1 5 0,-2-1 0,-6 1 378,-1 0 213,-6 0-357,4 6 1,-5 3 0,3 10 196,0 4 1,3 4-23,-3 1-291,-2 0 0,6-4 1,-3-1-1,3 2-310,-1 2 253,6-5-171,-5 5 0,1-12 507,1 4 40,-7-10-228,3-3 1,-12-6 0,-3 1 0,-4 4 184,-1 4 1,-5-1 111,0 1-350,0 0 0,0 5 0,-2 2 0,1 3 0,-1 4-115,4 4 0,1-4-92,2 1-21,0 6 1,4-1 0,2 4 0,4-3-477,5-2 1,6-1 218,7-4 225,6-2 1,2-7 0,5 0-1,-1 0 1,-3-2-270,2-3 1,-4-1 697,-2-3-161,-3-4 1,-2 5 0,-1-6 0,-2 1 0,-3 2 974,-2 2-544,-1 6-384,-5-4 0,0 9 0,0 3 1,-2 6 237,-3 6 0,-1 5 215,-3 7-363,2 5 0,2-1 1,-1 8-1,0 4 0,0-1 336,2 0 1,-2-1-253,1-1-233,1-5 0,-1 2 0,-1-6 0,-2-3 0,-3-3 77,-2-3 0,-1-11 143,-1 1-284,1-9 1,0 1 0,0-8 0,1-2-1,2-7 177,2-7 0,1 1-172,-2-7-20,4-6 1,8-1 0,2-7-1,7-3 1,5-4-519,3-2 0,6 0-195,-1 4 361,3 0 1,3 5 0,2 4 0,1 4 0,0 7-2158,2 6 1,-7 9 952,0 3 1568,1 4 0,-32 32 0,0 9 0</inkml:trace>
  <inkml:trace contextRef="#ctx0" brushRef="#br0">25123 10392 7831,'8'-20'522,"3"4"0,-6-3 605,-2 3 1,-1 2-1,-4 1-349,-3 4 1,-7 2 0,-7 7 0,0 0-347,-2 0 0,4 7 1,-5 4-1,1 5 132,4 3 1,1 1-553,2-1 0,1-2 0,4 6 0,2-3-344,1-3 1,4 4 169,-2-2 7,8 0 1,4-5 0,8-1 0,3-4 0,5-4-750,3-3 1,1-2 177,1 0 537,-1 0 0,0-7 1,-1-2-1,-3-5 0,-7-4 246,-6-1 1,0-6 428,-6 1-365,0-3 0,-7 4 0,-2 1 1,-6 1-1,-4 4 350,-5 1 0,-2 6-56,-2 1-305,-4 6 1,9-4 0,-4 7 0,2 2-1,4 3-153,5 4 1,0-1-67,6 2-155,-6-1 1,11 5 0,0-1 0,8-4-530,5-4 1,7-3 295,4-2 347,-4 0 1,7 0-1,-5 0 1,2 0-1,-2 0 166,-1 0 0,-2 0 908,-5 0-677,0 0 0,0 0 0,1 0 0,-1 0 0,-2 1 816,-2 4 0,-2 3 34,-3 6-825,-4 0 0,5 1 0,-6-1 0,0 0 0,0 0 156,0 1 0,0-1-397,0 0-337,0 0 1,5-4 0,0-1-1,0 1-752,1-3 0,-3 0 360,7-7 464,-1 0 0,1-7 0,-1-2 0,2-4 0,2-2-195,1-4 1,-5 1 116,1-5 483,-1 5 0,1-7 0,-2 6 1,0 2-1,-2 1 479,0 2 0,-1-1-18,-5 1-368,0 6 0,2 2 1,1 7 27,2 4 0,1 3-223,-1 6-21,-4 7 0,7-5 0,-3 3 0,4-4 0,4 0-523,1-1 0,0-2 38,1-2 187,-1 3 1,0-12 0,0 4 0,2-3 0,1-2-132,2 0 1,-1-7 48,-9-2 363,4-4 1,-12-1 0,4-2 0,-3-1-1,-2-2 128,0 1 0,0 1 407,0-2-405,-7 10 0,4-10 1,-6 11-1,-2 0 135,-2 3 0,-1 5-319,0 5 62,-1 3 1,6 6-1,1 2 1,0 3-1,2 3 209,0 0 0,1 3-136,5-6-132,0 6 1,0-9-1,1 5 1,4-2-1,6 0-221,7-2 1,4-6-29,6-1 107,1-7 1,-1 3 0,0-6 0,1 0-1,-2-2-282,-4-2 1,3-4 177,-7-6 281,6-7 0,-11 4 0,2-5 1,-7-1-1,-1 3 51,0-1 485,-5-4-138,4 9 0,-9-3 136,-3 10 0,4 4-22,-4 10-360,-3 3 1,7 8 0,-6 1 0,3 2 0,-1 0 364,2 1 1,1-4-197,2 3-286,0-3 0,0-2 1,0 0-1,0 1-152,0-1 0,0-5-68,0 1-23,6-7 0,-2 3-432,5-6 435,-6 0 169,10-6 1,-10 4-1,5-4 1,0 1-43,0 1 193,-5-1-14,9-2 1,-8 6 37,5-4-113,-6 4 7,4 1 0,-6 0 0,2 1 191,2 4-179,0-4-15,1 6 1,-3-2 118,7-1 0,-1 1-48,5-5-165,-6 0 1,5 0-1,-4 0 1,4 0-1,1-2-229,1-2 0,-1-4-206,0-6 322,0-7 1,0 4 0,1-7 0,-1-3 0,0-4-207,0-7 1,-6-3-560,-3-2 692,3-6 1,-7 6 0,4-1-1,-3 8 1,-2 6-42,0 8 322,0 4-144,0 10 1,-2 4 0,-3 10 0,-3 8-1,-1 8 605,0 5 0,1 6 19,-2 0-126,-2 7 1,5-8 0,-4 5 0,3 1 0,0-1 790,0-4 1,5 2-663,-1-2-386,-4 0 0,6-6 1,-3-4-1,4-4 464,1-3-718,0-2 79,0-6 1,1-3-1,2-10 1,2-4-420,-2-4 0,5-3-548,2-3 710,2 4 1,-2-12 0,-1 3 0,2-1 0,0 1-83,-1 5 0,1 3 70,-6 2 100,6 0 1,-8 6 0,6 3 397,2 4 0,2 7 50,1 4 63,-6 9 0,5-4 1,-4 6-1,6-2 1,2 0 204,2-2 1,0-1-853,-5-2 261,7-6 1,-4 3 0,5-6-1,0-2 1,-1-1-210,-1-2 1,1-7-265,-2-2 388,-10-4 1,9-3-1,-12-1 1,0-4-1,1-1-4,-4-3 0,-2 3-40,-1-2 238,-6 7 1,3-4 0,-7 9-1,-1 2 1,-1 5 142,-3 4 0,-3 1-118,-1 0 5,0 13 1,6-4-1,2 10 1,3-2 0,2 1 206,3 1 0,1 4-166,2-4-65,0 0 0,0-4 0,2-1 1,2 0-1,7-1 85,7-4 0,-1 2-1751,7-6 1276,-1 0 0,6-5 0,-1-2 0,1-3 0,-1-4-141,1-4 0,-2-1 315,-4 0 169,4 0 1,-6-1 0,2 3 0,-4 1 300,-3 1 0,-2 7-144,0-2 241,-6 4 0,0 1 451,-3 0-695,-3 0 137,4 0 0,-4 0 0,2 0 240,6 0-616,-4 0 31,0 0-42,-6-7 0,0 4-122,0-6 177,-6 6 1,-2-4-1,-8 9 1,-1 1 0,-2 3-10,2 2 1,-4 2 103,2 4 23,0 0 1,5 0-1,1 1 1,2-1 0,3 0-88,2 0 1,1-4 92,5-1-201,0 1 1,2 2 0,4-2 0,7-6-330,4-2 0,7-2 104,-5 0 270,6-6 0,-9 3 0,3-7 0,-3-1 0,-2-2 67,0-1 758,0 0-402,1 0 1,-6 1 0,-1 2 491,-2 2-634,-1 5-102,-5-2 1,0 12-1,0 4 1,0 3-76,0 1 1,2-5-172,2 1-80,-2-7 0,11 8 0,-2-6 0,4-2 0,6-2-565,1-1 1,-3 0 310,5 0 340,-1-6 0,6-2 0,-1-6 0,-1 1 1,-2 2-76,-1 2 0,-7 1 736,2-2-260,4 4 1,-8 6 0,4 0 397,-3 0 0,-3 2-118,-4 2-310,-2-2 1,-6 9 0,2-5 127,2 2-201,0-5 232,-5 4 0,-2-7-486,-3 0 1,-1-2-58,-3-3 63,-4 4 0,5-5 0,-6 6 0,0 0 1,-1 0-107,1 0 1,-5 0 155,0 0 33,0 6 1,7-3 0,1 6-1,1 1 1,1-1-6,1 1 1,0-1 62,3 6-55,4-8 0,-4 6 0,10-5 0,4 0 0,4-3-110,1-4 1,2-1-69,3 0 170,3 0 0,6-6 0,1-4 0,-2-4 0,-2-3-76,-1-2 1,-2-8 2,1-1 34,-2-1 0,-7-7 1,-1 3-1,-4-4 1,-4 1 50,-3 3 1,-2 9-46,0 5 153,-7 3 0,-1 8 0,-8 5 0,-1 6 0,-2 9-39,2 5 0,6 5 739,1 6-543,7 7 1,-8-5 0,6 3 0,4-3 0,4-1 620,6-1 0,9-6-479,1-3-497,12-3 0,-1-3 1,13-4-1,0-4 1,-1-3-2197,1-2 1,0-2 670,-1-3 730,-5-3 1,0-6 886,-8 0 0,-16-19 0,-15-5 0</inkml:trace>
  <inkml:trace contextRef="#ctx0" brushRef="#br0">19507 11615 7903,'-1'-13'234,"-3"2"0,0 2 1,-1-1-1,0 1 842,0-1 1,1 5-722,4-4 1,0 4 0,1-3 0,4 2 0,5 3 0,2 1 138,2 2 0,1 0 0,0 0 0,3 0-229,1 0 0,0 0-136,-5 0 0,0 7 0,-1 2 0,-2 4-11,-2 1 1,-6 0-50,2 0 0,-3 5 0,-4 0 0,-3 0 2,-4 2 0,-5-5 47,-5 3-178,3 3 1,-5-7 0,7 3-1,0-6 1,1-2-532,4 1 556,3-5 132,6 7 0,8-11 1,6 2-1,8-2 278,5-2 1,1-6-72,1-4-241,-7 4 1,3-5 0,-6 4 0,-2 1-1,-2-2-543,-6 0-693,4 5-1002,-12-3 1,6 4 2174,-7-3 0,-32-28 0,-8-13 0</inkml:trace>
  <inkml:trace contextRef="#ctx0" brushRef="#br0">19806 11430 7959,'-14'-24'314,"-1"1"0,0 4 497,-4-5 1,3 7-337,-3-2 1,-2 3 0,1 3 0,-1 4 895,1 4 1,1 3-416,4 2-665,1 0 0,0 7 0,-2 2 0,-1 5 0,-2 4 307,2 1 0,-6 4-233,0-4-262,2 7 1,-1-4 0,5 6 0,-4 1 0,1 1 85,-1 3 1,2-3-266,5 3 96,0-3 1,-1 0 0,3 2 0,2 1 0,6-2 47,2-1 0,2-3 15,0-3-15,0 3 0,5-11 0,3 4 0,3-1 0,5-2 143,-1-4 1,6 1-4,-2-4-168,6 2 1,-3-4 0,7-3 0,-1-3 0,2-2 1,3 0 0,-1 0-16,6 0-30,0-7 1,6-2 0,2-9 0,1-2-1,-3-1 251,-4 1 1,-7-5-176,-9 1 106,3-3 0,-18-1 0,1-1 0,-7-1 0,-3-3 237,0-5 1,-8-8-987,-6-1 228,-7 0 0,-3 4 1,1 2-1,-1 1 0,0 6-1888,1 4 1,5 6 812,-1 14 624,3 4 0,7 6 0,1 2 794,2 2 0,20 48 0,10 18 0</inkml:trace>
  <inkml:trace contextRef="#ctx0" brushRef="#br0">20104 11785 7983,'10'-4'1116,"-1"-1"0,-6-6 1520,2 1 1,-3 3-3493,-2-3 0,0 5 0,1-3 856,4 2 0,-3 14 0,4 8 0</inkml:trace>
  <inkml:trace contextRef="#ctx0" brushRef="#br0">20645 11373 7910,'0'-9'314,"0"-1"1006,0-1-520,0-2 0,0 4 0,0 0 1,0 7-557,0 2 0,0 6 1,0 8-1,0 2 129,0 3 0,0 3-161,0 7 0,0-1 0,0 1 1,0-1 242,0 1-369,0-1 1,0 5 0,0 0 0,0-3 0,0-3-607,0-3 1,0-5 172,0 5-141,0-7 1,0 3-1119,0-5 1,1-7 277,4-4 678,-3-2 1,9-8 649,-7-4 0,7-28 0,2-12 0,-1-5 0,0 1 0</inkml:trace>
  <inkml:trace contextRef="#ctx0" brushRef="#br0">20701 11444 7931,'0'-14'900,"0"0"0,0 0 204,0-1-749,0 1 0,2 0 0,3 0 1,3-1 139,0 1 0,4 2-164,-2 2-249,2-2 1,4 10 0,2-3 0,0 4 0,0 1 93,-2 0 1,3 6-98,0 3-62,0 4 1,-10 1 0,-1 2 0,-2 1 0,-3 2-34,-1-1 1,-4 2 38,-2-1-33,-4 0 0,-8-5 0,-1 1 0,-4-1 1,0 0-454,1 0 0,-4-6-284,5-3 515,-6 3 0,8-7 0,-5 6 1,1-3-279,4 1 334,1 0 108,8-5 1,2 2-1,9 1 1,5 1 675,6 0 0,8 2-20,-3-1-212,0 6 1,0-5-1,0 5 1,-2-1-1,-1 1 268,-2 1 1,0 2-690,1 1 62,-7-7 1,4 4 0,-4-2-1,2 2 1,-1 1-364,2-4 185,2 4 7,1-5 1,0 0 0,0-3 0,1-4 0,-1-1-504,0 0 0,0-6 238,0-4 360,1-2 0,-6-4 0,-1-3 1,0-5-1,-2-1 151,1 1 1,-3-3 101,-4 4-50,0 2 0,0 1 0,0 6 0,0-1 1847,0 1-1353,0 6-445,0 2 1,-4 7 0,-1 4 0,0 6-1,0 5 470,1 3 0,-1 6-357,5-1-215,0 3 0,0-3 0,0-2 0,0-2 0,0-2-70,0-3 1,6 0-790,4-1 459,9-6 0,-4 3 0,6-7 0,-2 0 0,1-4-497,3-5 1,-4-3 223,4-6 480,-5 0 0,2-7 1,-6-1-1,1-2 0,-3 1-23,-2-3 1,-4 4-27,-6-2 336,0 7 0,-2-3 1,-2 5-1,-7 3 0,-5 2 184,-3 5 1,-5 4-102,5 1-206,-6 0 1,4 6 0,-2 2-1,4 2 1,3-1-20,2 2 0,0 2-148,-1 1 0,7 0-43,4 0 1,2 1 0,4-1-421,2 0 1,6-6 170,9-3 238,-3-4 0,11-1 0,-4 0 0,4 0 0,0 0 35,-3 0 1,3-1 101,-4-4 263,4 3 1,-5-9 0,-3 5-1,-3 0 1,-2-2 708,0 0-200,-6 5-236,5-4 1,-13 7-63,0 0 0,0 2-472,-5 3-157,4 3 1,-4 1-1,0 1 1,2 1-417,1 1 0,4-4-71,3-3 253,-4 3 0,12-7 0,-4 4 0,4-3-374,1-2 1,0 0 428,1 0 439,-1-7 0,-5 1 0,1-5 0,-1 2 0,1-3 478,-1 0 0,-6 2-408,2 1 864,3 6-520,-6-10-27,4 11-329,0-4 0,-4 12 0,3 4 0,-2 3 0,0 1 26,2 0 1,4 0-373,-4 0 171,6 1 0,-3-3 0,6-1 0,2-3 0,1 0-297,2 0 1,2-5 154,-2 2 96,-4-3 1,8-4-1,-6-3 1,2-4-1,-3-4-103,-5-1 1,1-5-1,-2 0 215,-4-6 1,1 3-1,-7-8 1,0-2-1,0-3-153,0-1 1,-7 0 94,-2-2 1,-2 3 56,1 6 0,-2 7 0,4 3 165,0 4-127,-5 7 0,12 3 1,-4 11 219,3 9 1,2 0-153,0 9 253,0 0 1,0 4 0,0 1 0,0-1 0,0 0 562,0 1 1,0-2-580,0-4 0,2 4-249,3-3 0,-4-2 1,5 0-1,1-1-82,2-4 0,1-1-432,4-2 185,-3-6 1,11-2 0,-3-6 0,5 0 0,3 0-961,1 0 0,-4-6 528,-1-3 442,1-10 0,0 1 0,0-4 0,-1 0 1,-1 1-69,-3 1 1,-4-4 135,-6 5 236,-3-6 1,-6 9 0,0-3 174,0 3 1,-6 9-9,-3 2-209,-4 3 0,-1 2 1,1 2-1,2 3 0,2 4 56,-3 4 1,5-4 208,-3 1-300,7-1 0,-3 5 1,6 1-1,0-1 1,0 0 19,0 0 0,6-4-60,3-1-92,4 1 0,8 2 0,1-1 0,1-3 1,3-1-307,4-4 0,-2 3 40,5-1 222,-9-1 0,1-5 0,-6-2 0,0-4 0,-1 0 26,-4-5 1,2 0-118,-12-2 526,7-1 0,-9 1 0,3 0 0,-4 0 1071,-1 0-716,0 6-340,0 1 0,-4 9 0,-1 3 230,2 4 0,-4 4-73,3 1 1,-1 2-274,5 3 1,0-4 0,0 4 0,0-3-26,0-2-134,0 1-13,0-1 82,0 0 64,0-6-483,0-8 0,0-9 0,0-9 0,0-2 1,0-1-384,0 1 1,0-6 187,0 3 380,6-4 1,2 3 0,6 2-1,0 1 1,1 4-109,-1 1 0,0 7 229,0-1 101,7 7 0,-5-3 0,3 6 0,-4 1 0,0 4 322,-1 5 1,0-3-303,0 3-975,-6-7 0,-1 10 0,-7-4-3642,0 4 4508,0-5 0,-51-8 0,-12-8 0</inkml:trace>
  <inkml:trace contextRef="#ctx0" brushRef="#br0">21867 11473 7963,'-14'-7'1716,"5"1"-680,-1-3 0,7 1-628,-2 3 0,12 2 1,5-5-344,6 2 1,2 1-1955,-1 5 1251,3 0 0,7 0 0,-1 0 638,1 0 0,43 12 0,-30-4 0,0 0 0</inkml:trace>
  <inkml:trace contextRef="#ctx0" brushRef="#br0">22962 11430 7971,'0'-9'3510,"0"-1"-1240,0 7-1598,0-10 1,-6 12-359,-4-4 1,-2 3 0,-3 2 0,1 2-24,0 3-377,0 3 0,4 7 1,2 3-1,2 1 165,3-2-4,8 5 0,3-6 1,6 5-1,0-3 1,2 1 156,3-1 1,-8-1 128,3 2-194,-3-9 0,2 9 1,-4-10 188,-4 4 0,-5-4 8,-5 1-790,-9-7 0,-8 3 0,-7-6 0,1 0 0,0 0-4147,-1 0 4573,7 0 0,-17 6 0,1 2 0</inkml:trace>
  <inkml:trace contextRef="#ctx0" brushRef="#br0">23474 11572 8567,'-13'-9'2820,"5"-1"-403,8-1-2126,13 5 1,4 0 0,7 4 0,1-1 0,2-2-1,2 2 1,-1 1 0,-1 2 0,0 0 416,1 0 0,-7 0-757,7 0 1,-4 0-30,0 0 0,-4 0 0,-6 0 0,-1-1-59,-4-4 0,3 2-176,-8-7 0,-1 2-34,-7-1 19,-4-4 0,-6 5 1,-1-6-1,1 0-425,0 0 555,0 0 0,6 4 181,3 1 0,5 5-5,5 0 1,3 4 403,6 4 0,-1 4 1,-2 5-1,-3-2 54,-2-1 1,-1 4-810,-5 5 0,0 0-278,0-5 0,-2 0 1,-1 0-2327,-2 1 2171,-6-1 0,8-2 806,-7-2 0,7 2 0,-3-4 0</inkml:trace>
  <inkml:trace contextRef="#ctx0" brushRef="#br0">24512 11416 7980,'1'-10'1557,"4"1"-157,-3 6-742,4-10 0,-4 10 493,2-7 1,0 7 155,5-2-859,0 4-374,6 7 0,-7 2 0,-4 6 0,-2 1-146,-2-1 1,-2 0-512,-2 0 389,2 7 0,-6-10 0,5 3 0,-3-1-951,-2-1 719,5 3 188,-10-8 180,11 6 170,-4-11 1,6 2 460,0-8-311,0-4-196,0-6 0,0 4-108,0 1-278,0 5 26,0-8 104,0 10 78,0-4 174,0 6 0,0-2 163,0-2 9,0 2-189,0-4 32,0 6 510,0 0-786,0-7 1,5 4 157,0-6 1,1 1-1,-3-3 1,3 3 29,2 2 1,0-6 34,2 3 1,2 1-1,-2 0 1,2 2 205,3 3 0,-1-4-8,0 3 1,0-1 0,0 5 0,1 0 229,-1 0 1,0 0-178,0 0-206,1 6 1,-1 2-1,0 5 1,-1-2 0,-2-2 17,-2 2 0,-6 2-76,2 1 1,1 0-1,-1 1-445,-2-1 58,-1 0-123,-2 0 1,0-4 238,0-1 1,6-6 179,4 2 1,4-3 0,3-4-53,2-3 1,0 2 178,-5-6 1,2-2-1,2-7 1,0-2-60,0-2 1,-2 3-18,-2-5 1,-1 2 0,-2-3 0,-4 3 64,0 1 0,-2 2-110,-5 5 122,0 0 0,-7 6 1,-2 3-1,-4 3 6,-1 2 1,0 8-4,-1 7 1,1 0 0,2 7 0,1 1 119,1-1 0,7 0 304,-2 1-402,4 4 1,1-11-1,0 5 1,1-4 0,4-1 1,4-4 1,10-2-74,5-1 0,3 2 1,3-6-1,1-3-27,3-5 0,4-4-270,-5-2 0,2-9 0,-4 3 0,2-4-61,-1-2 0,-8-3 150,-5 6 54,-4-1 1,-2 0-1,-4 0 1,-4 0 99,-3-2 107,-2 5 0,-7 1 0,-2 7 1,-4 1-1,-2 4 305,-4 2 0,1 7-69,-5 3 0,5 6-156,-1 4 0,-1-4 0,2 6 1,4-2 72,3 0 1,3 5-86,-1-6 1,-2 1-54,6-4 0,2-1 0,6 0 0,5 0 105,4 1 0,6-8 82,10-2 1,1-3-323,-1-2 0,0-2 0,1-1 0,-1-3-1214,1-2 996,-1-2 0,-1-5 1,-2-3-1,-3-1 1,1 2-384,-1 1 1,-5 2 763,2 0 1,2 1 0,-2 2-1,-2 3 58,-1 2 1,-2 1 4,0 5 0,0 0 0,1 0 0,-1 0 187,0 0 0,-5 5-260,1-1 1,-5 3 82,4-3 313,-6-2-151,4 11 1,-9-12-415,-3 4 1,-3-3 0,-7-2-36,-4 0 1,3 0 108,-3 0 0,-2 1 1,2 2-1,0 4-40,-1 1 1,4-4 20,-3 6 1,3-1-1,2 4 1,2-2-22,2-2 1,-1 1 161,6 4 1,1-4-1,5-1-70,4 2 1,7-5-16,7-1 1,2-3-88,-2-2 1,1-5 0,6-1 0,-3-2-153,3-3 0,-4-7 0,0-2 0,-2-1-45,-2 1 0,1-6 201,-5 3 1,3-6 0,-7-2 0,1-4-159,-2-1 0,-2-1 246,-7-1 1,0 1 0,0 8 776,0 7-585,0 11 0,-5 8 0,-1 12 1,-2 12 661,-3 9 1,3 6-398,-2 7 1,2-2-240,-1-3 1,-2-2 0,6-6 0,2 2 127,1-1 0,2-10-828,0 2 0,2-5 0,3-5-952,4-4 1,4-3 452,1-6 1,-4 0-1,-1-1 1,2-2-3357,2-2 4302,1-6 0,6-41 0,3-18 0</inkml:trace>
  <inkml:trace contextRef="#ctx0" brushRef="#br0">26317 11402 7903,'10'-2'2401,"-1"-1"-1112,2-2-1130,2-6 1,3 8 0,1-7 0,2-1 0,0-1 0,2-3 0,1 0-79,0-4 1,5 1-57,-3-5 1,-4-1 0,-1-4-1,-3-2-6,-2-4 0,-1 4-153,-4-3 0,-4 5 0,-8 4 0,-4 5 109,0 3 0,-8 4 0,-4 2 0,0 7 206,-1 6 1,4 5 252,-3 6-290,-3 7 1,8 6 0,-2 6 0,5 0 0,1 0 455,3 0 0,-5 5 96,8-5-480,-1 7 1,0-10 0,1 3-1,0-3 1,3-3 190,1-3 1,1-4-640,4-6 1,-2-4-69,7-1 1,-7-7 193,2-2 1,-2-3-224,2-11 0,-2 3 0,5-10 0,-1 2-327,1 0 1,0-5 260,2 5 0,2-4 470,-2 4 0,-2 0 0,1 5 520,2-1-370,2 8 1,-4 0 0,1 7 0,-1 2 523,-1 3 1,3-2-171,-6 6-432,6 7 0,-9 0 0,4 3 1,-1-4-1,1 0-867,2-1 365,-5-6 0,10 4 1,-4-4-1,4 2-767,1-1 0,0-6 549,1 2 1,-6-3 364,1-2 0,-3-7 0,4-2 0,-3-4 52,-1-1 1,2 0 232,-4 0 1,1-1 611,-1 1 0,-3 5 469,2-1-469,-2 7 0,-2-2 208,0 10 1,1 1-571,4 4-308,-3 3 0,4-10 0,-4 5 0,1 0 0,3-2-1606,2 0 1318,2-1 1,4-5-163,0 0 0,0 0 1,0-2-1,1-1-137,-1-2 0,0-6 7,0 2 531,0-4 1,1 4 0,-1-1-1,0 1 1,2-1 435,3 1-152,-3 6 0,4-4 0,-6 7 0,1 0 0,0 0 505,4 0 1,-3 2-101,3 3-430,-3-4 0,-2 10 0,0-6-217,1-2 0,-6 4 172,1-3-143,-7 1 41,3-5-161,-6-6 1,-6 4 0,-4-3-1,-2 2 1,-3 0-107,1-2 1,-2 1 235,-3 4 0,-1 0 37,-4 0 0,2 4 0,5 3 0,-2 1-76,1 3 29,3 1 0,0-2 0,1-1 0,2 2 0,2 2-124,5 1 136,4 0 0,4-1-300,6-4 0,2 3 0,12-8 0,-1-1-390,0-1 1,0-2 360,2 0 1,1-5 192,-6 1 0,5-8 0,-6 3 1,-2-4-44,-5-1 355,2 0 1,-7 0 0,4-1 1244,-6 1-951,-2 6-315,-2 2 1,0 8-1,0 2 1,0 6 751,0 2-806,0 9 1,0-4 0,0 7 0,0 1 0,0 2 217,0 2 0,0-1-212,0 1 1,0-6-175,0 1 1,0-2 0,-2 2-1,-1-5 32,-1-4-8,-7-7 1,1 3 0,-7-6-1,-4-2 1,1-1-263,-1-2 0,2 0 142,5 0 67,0-6 0,1-4 1,2-7-1,3-4 1,3 1-419,7-1 0,4-4 55,8 1 221,7-3 1,1-1-1,7-1 1,1-1 0,1-1-404,2-2 0,7-1 80,-2 6 341,-4-7 1,8 4 0,-8-6 0,-1 3 0,-7 2-233,-9 2 0,-6 8 286,-11 3 167,0-3 0,-6 11 0,-4-2 1,-2 5-1,-4 5 253,-3 2 0,3 7 276,-3 3-309,-3 4 0,6 7 1,-3 3-1,4 2 1,2 0 484,3 0 0,-1 5-175,7-6-383,-1 3 0,0 1 0,0-1 0,2-1 0,2-4 133,1-2 0,1 4 56,4-5-636,-3 0 0,9-10 1,-5-1-844,2-2 866,1-1-12,-1-5 0,0-1-58,-3-4 276,-4-3-53,6-6 1,-7 4 0,0 1 32,0-2 0,1 4-36,4 3 63,-3-4 0,10 6 1,-2-4-1,2 1 221,3 0 1,-1 1 126,0 4-227,7 0 1,-6 1 0,6 2-1,-2 2 1,1 0 157,3 1 0,-6-3-500,2 7 171,-3-7 0,-2 8 0,0-6 0,2-2 0,1-1-229,2-2 0,0 0-468,-5 0 531,1 0 0,-1-2 1,0-1-1,0-3 1,1-2-189,-1-3 0,-6-2 493,-4-1-1,-2-1 1,-2 0 0,0-3 0,-2-1 216,-2 2 0,-4 8-13,-6 4-206,-1 3 0,-4 4 1,0 3-1,2 6 1,3 4 356,4 4 1,-2 7 50,2-3-271,4-2 1,0 4 0,6-4 0,1-1 0,4 1 136,4-4 0,6-1-723,4-2 0,-2-1 219,7-4 1,-1-2 0,6-7 0,-1 0-407,1 0 1,-6-7-447,1-2 775,0-4 0,-1-1 0,0-2 0,-3-1 0,-3-2-358,-1 1 0,-6-2 189,-1 1 466,-6 6 1,4 1 1380,-7 2-834,0 4-171,0 6 1,-2 8 0,-1 6 0,-2 2 0,2 1 561,1 2 1,-2 0-520,-1-5 0,0 5-263,5 0 0,-1-1 0,-2-7-85,-2-2-295,0 1 17,5-3 0,0-2-219,0-10 0,0-4-842,0-10 913,6 3 1,2-6-1,6 5 1,1-4-1,-1 1-34,0-1 1,5 1 69,0 1 21,6 3 1,-9 0 0,5 8 0,-2 2 0,0 3-2102,-2 1 1258,-1 2 1,-8 6 1074,-4 4 0,-40 15 0,-11 5 0</inkml:trace>
  <inkml:trace contextRef="#ctx0" brushRef="#br0">28848 11430 7916,'0'-14'505,"0"0"1,0-1 2295,0 1-2373,0 6 0,2 2 48,3 6 0,-2 0 0,5 1 0,-2 4 1,-3 5-1,-1 2 602,-2 3 0,4 4-817,1-1 1,0 3 0,-5-4 0,0 2-119,0-1 0,-2-2-5,-2-2 0,2 0 174,-3 0 0,-1-4 42,1-1-1296,0-6 1,1 2-1,-1-10-400,2-4 1,1-9 1204,2-1 0,7-4 0,2 2 0,4 1 20,1-1 0,5 2 224,0 5 0,1 0 0,-2 1 0,2 2 457,2 2 0,-4 5-72,1 0 1,-3 4 0,-2 4 0,-2 6 344,-2 3 1,1 1-715,-6 0 1,-1 0 0,-4 0 0,-1 1 32,-4-1 0,3 0 2,-2 0 1,-3-4-815,3-1 1,-7-6-1,1 2-1143,-2-3 1284,4-2 1,0 0 0,5-2 0,-2-3-692,2-4 1171,1 3 1,8-12-1,5 4 1,5-2-1,3 0 284,-1 2-181,4 0 1,-7 1 0,6 2 0,-2 3 0,0 2 594,-2 3 1,-1 1-305,-2 2 0,1 0 0,-3 2 0,-2 3 187,-6 4 0,0 4-349,0 1 1,-2 0 0,4 0 438,1 1-1542,0-1 1,8-1 433,-1-4 1,2-3-1,1-6 1,2 0-203,-2 0 1,4-1 0,-2-4-1,-3-4 577,-5-4 1,0-1 45,-6-1 1,4 0 322,-4-4 0,-1 3 0,-4-3 1,-1 5 34,-4 4 1,-3-1 0,-6 6 0,0 2 433,0 2 1,4 1-464,1 0 0,-1 1 0,-2 4 0,2 4-44,5 4 1,4 6 61,1 0-388,0 0 0,0-5 1,1 0-1,4 1 0,5-3-403,2-2 1,7 1 213,0-6 0,5 1 1,-4-3-1,2 2-629,4-2 0,-1-6 514,-1-2 1,-4-6 444,-6 2 1,1-4 0,-1-1-1,-1-1 1005,-4 1-388,4 6 1,-12-4 969,4 2-1264,-3 4 1,-7 6-1,0 9 1,0 4 344,-1 1 0,4 0-84,-2 1-490,-4-1 0,6 0 1,-4 0-1,1 1 71,0-1-543,1-6 1,2 3-232,-3-7-123,4 1 1,-7-11-178,3-4 1,4-2 452,-4-2 1,5-2-1,5-2 1,2-2 194,1-2 1,5 4 131,-4-1 0,9 4 238,1 0 1,4 1 0,-2 1-1,0 4 156,-1 4 1,4 4 93,-5 1 1,0 6-37,-5 3 1,0 4 0,-1 3-1,-2 1 241,-2 2 0,-6 0-570,2-5 0,-3 1 130,-2-1 1,0-5-1,0 1-349,0 1-1425,0-5 1231,-7 1 1,4-7-1,-5-2 1,1-3-455,-1-4 0,4-4 195,0-1 543,2 0 0,2-5 0,2 0 1,2 1-1,4 3 252,0 0 0,10 3-76,-4 2 1,3-1 158,-3 6 0,5 1 0,2 4 1,-1 0 144,1 0 0,-2 1-60,-5 4 0,-1 3-161,-4 6 1,2 0 0,-6 1 0,0-3 238,1-2-227,-4 2 1,4-4-1674,-6 6 974,0-6 329,0-1 1,2-7-1,2-2 1,6-1-506,2-2 1,-2-6 615,-1 2 1,1 1-1,4-2 889,0-1-418,-6 5 402,5 0 125,-12 6-347,12 0-548,-11 6 1,6 0 0,-4 4 0,4-4-252,0 0 1,5-3-261,-4 7 1,4-7 288,1 2 1,0-4-1,1-1 1,-1 0-251,0 0 587,-6 0 0,0-1 0,-5-4 163,2-4-246,-1-4 1,-4-3-1,-1-1 222,-4-2 0,2 0 0,-7 5 104,-1-1 1,3 3-474,-1 2 218,6 4 1,-3 8 0,6 2-1,0 6 514,0 2-536,0 3 1,0 0 0,1 3 0,4 1 0,4 0 170,4 1 1,0-4-336,-4 3 1,8-3-2,-2-2 1,2-6 0,-1-2 0,1-1-350,2 0 215,0 0 1,0-7-1,0-3 1,-2-4 0,-1-4-104,-2-1 1,-1 0 239,-3-1 0,-4 0 0,-6-3 0,0-1-49,0 2 0,-2 0 15,-2-2 0,-9 8 0,-8-4 1,-1 4-28,-3 3 0,3 2 185,-2 6 0,1 0 14,-6 0 0,5 5 0,2 1 1,2 2 6,2 3 1,7-3-206,2 1 0,6 1-33,-2 4 0,11-1-94,8-4 0,2-2 34,8-7 0,0 0 0,4 0 0,0 0 49,1 0 1,4-5 144,0 0 0,0-4 0,-6 2 0,-3 1 109,-5 0 1,2 1 968,-3 5 181,1 0 38,-4 0-1003,-7 6 1,-2-3 0,-6 7 0,0 1 0,0 2 645,0 1-668,-6 0-69,4 0 1,-4 0 0,6 1 259,0-1-808,0-6 55,0 4 846,0-10-626,-7 4 1,6-7-768,-4-4 646,10-3 1,1-6-1,5 0 1,-1-1-397,1 1 0,1-2 211,3-3 1,-1 4 175,0-4 0,0 3 0,2 3 0,1 2 3,2 2 1,0 1 159,-5-2 1,5 4 0,0 6 0,-1 0 501,-2 0-263,-2 0 5,0 0 0,-1 2 0,-4 2 309,-4 6-450,-4-4 0,-1 2-187,0-3 1,0-2 50,0 6-388,0-5 0,-1 2-2516,-4-6-404,4 0 1089,-6 0 2057,7 0 0,-5 1 477,1 4-632,-1-3 3377,5 4-731,0-6 674,0 0-1626,0 6-1239,0 2 0,6 2 0,4-2 1,4-2-341,5-3 1,3 4 137,7-3 1,1 3 10,3-3 1,-3-2 0,3 3 0,-5-4-173,-4-1 1,1-1 286,-6-4 1,0-3 0,-5-6-1,-1 0 194,-3-1 1,-4 1-11,-6 0 1,0 4 116,0 1 0,-6 6 0,-4-2 66,-3 3-239,-1 2 1,2 12 0,1 3 0,1 7 0,1 7 375,1 2 0,-5 9-216,4-2 1,-3 3 5,3 2 1,-4 4-1,4-1 1,-4-4-118,-1-2 0,0-4-81,0 2 1,1-5-1,2-9 1,1-7 140,-1-6-198,5-4 0,-5-9 203,6-3 0,-6-9 0,3-9 0,0-4-50,4-2-271,2 1 0,2-5 0,0-2 0,3-1 0,5-4-1069,6-1 0,10 0-129,0 3 0,4 3 757,5 7 0,-1-1 0,6 3 0,1 2-1476,2 5 1,1 9 591,-5 6 1423,4 2 0,27 15 0,-27-5 0,1 0 0</inkml:trace>
  <inkml:trace contextRef="#ctx0" brushRef="#br0">9597 540 7700,'-7'0'652,"-6"-6"177,11 4 1,-9-6 421,6 4-116,1 2 41,4-4-1254,0 6-270,0 0 217,6 0 1,2 0 0,6 0 0,2-2 0,1-1-273,2-2 1,5 1 48,-5 4 288,0 0 0,0 0 0,0 0 0,-2 0 0,-1 0 13,-2 0 1,-4 4 3,-1 1 238,-6 6 1,4-3-110,-7 6 1,-7 2-1,-2 1 1,-4 2-347,-1-1 1,-5-2-68,0-2 321,0 0 0,5 0 0,0-1 1,1-2-1,2-3-751,2-2 625,5 5 1,-2-8 283,6 7 0,6-7 0,4 2 0,3-4 253,1-1 1,0 0 228,0 0-427,7 7 1,-6-6 0,4 5-58,-3 1 1,-3-4-153,-4 6 1,-2-4 24,-7 5 1,0-6 0,-2 4 0,-3-1-520,-4-4 1,-8 3 129,-2-1-78,-7 6 0,6-10 0,-6 4-384,3-3 0,1-2 99,-2 0 0,-1-5 735,6 0 0,-7-37 0,4-6 0</inkml:trace>
  <inkml:trace contextRef="#ctx0" brushRef="#br0">9754 355 7736,'0'-14'0,"-7"5"564,-2-1 1,1 2-145,-1-1 1,-1-2 0,-4 6 0,0 2 93,0 1 1,-2 2-1,-2 2 1,-2 3 45,-2 4 0,3 4 61,-5 1-544,0 0 0,1 5 0,1 2 0,-1-1 1,3 2 6,-1 0 0,-2 1 8,4 0-35,0 4 1,4-5 0,1 5 0,2-2 0,2-1-233,5 1 1,-1 1-12,1-3 30,1 10 1,5-14 0,2 10 0,4-4 0,1-1-115,3 0 1,6-2 47,2 1 204,0-2 0,-3-7 0,3 0 0,3 0 0,1-1 68,1-3 0,0 1-18,4-7 17,1 7 1,-6-9 0,1 3 0,1-4-1,2-1 192,2 0 0,-6-1 32,1-4-92,0 3 0,0-10 0,-1 1 0,1-5 0,0-5 597,-1-1 0,1 0-234,4-1-299,-5-11 1,2 11-1,-5-11 1,1 4-1,-2 2 519,-7 0 1,1-6-660,-8 1-87,0 0 1,-5 5-1,-2-1 1,-3 2-1,-4 2-149,-4 1 0,-6 7-1902,0-2 1401,0 3 1,5 4 0,0 2 0,0 5 0,-1 5-4742,1 5 5373,-6 3 0,10 38 0,-2 8 0</inkml:trace>
  <inkml:trace contextRef="#ctx0" brushRef="#br0">10180 782 7736,'8'0'5733,"-1"-2"-5750,-7-2-1008,0 2 0,1-4 1025,4 6 0,-16 6 0,1 2 0</inkml:trace>
  <inkml:trace contextRef="#ctx0" brushRef="#br0">10905 483 7690,'0'-9'510,"2"1"0,1 0 2016,2 0-1552,0 5 1,-7-3-305,-3 6 1,2 0-622,-6 0 0,-1 0 0,-4 0 0,0 0 0,0 1 0,-1 2-292,1 2 1,-2 0-222,-3-5 1,4 0-1,-4 0-200,3 0 1,3-2 153,4-2 333,2-4 1,7-7 0,2 1 0,3-2 0,4-1-49,4-2 0,3-5-98,3 6 642,-4-1 0,6 4 0,-7 1 0,0 1 0,1 4 1073,-1 4-850,0 4-306,0 1 0,-1 1 0,-2 4 0,-3 4 344,-2 4 1,-1 8-223,-5 2-247,6-2 0,-4 6 1,3-2-1,-4 5 0,-1 3 135,0-1 1,0-2-254,0-2-33,0 1 0,-5 1 0,-1 0 1,-2 0-1,-1-3-403,1-1 1,-5-5 84,4-2 193,-4-3 1,-1-2 0,0-1 0,-1-4-1,1-4-561,0-4 1,-5-1 250,0 0 348,-6 0 1,9-6-1,-3-3 1,3-4-1,2-1 93,0-1 1,1 6 564,4 0-308,2-1 0,6 2 0,-2 2 165,-2 0-349,0 4 1,11-4-105,4 6 0,3 0 1,1-2-1,0-1-10,0-2 0,5-1-37,0 1 61,6 3 0,-3-9 1,7 5-1,-2-2 1,-2-3 19,-1-1 1,-1 2-17,6 1 65,-1-1 0,1-4 0,-1 1 0,-1 4 0,-2 2 283,-1 1 1,-7 5 84,2-4-244,-3 3 0,-6 2 1,-2 2-1,-1 3 296,1 4 1,-5 4-59,2 1-219,-3 0 1,-2 5 0,0 0-39,0-2 0,-5-1 0,0-2-418,2 1 0,-3-6-791,1 1 840,0-7 0,4 3 1,-2-8-97,-2-2 0,2-4 80,7-6 0,3-2 183,2-3 0,4 3 0,-4-4 0,4 1 424,1 0 1,-4 4-153,-1 6 1,1 4 168,4-4 1,0 6-1,0-1 222,1 8 1,-6 0-237,1 10 0,-6-2-173,6 7 1,-7-2 0,2 0 0,-4 2-502,-1-1 1,0-3-978,0 0-893,0-1 429,0 0 0,2-6 1767,3-3 0,-4-54 0,5-14 0</inkml:trace>
  <inkml:trace contextRef="#ctx0" brushRef="#br0">12285 483 7738,'7'-14'1058,"-2"0"4415,-3 0-3061,-2 6-2230,0 1 1,0 9 0,0 3 0,0 4 0,0 6 0,0 3 365,0 6 0,0-2-101,0 2-449,-7 0 1,6-1 0,-4-1-1,4 1 1,-1-3-359,-3 1 0,4-2-528,-4-5 576,3 0 0,-2-4-255,-1-1 1,-1-6-248,1 2 0,-2-11 378,-2-9 0,3-2 200,6-11 0,0-6 0,1-11 0,4-6 225,4-4 1,9 6 654,1-8 1,6 10-465,-1-1 1,3 10 0,0 8 0,-2 8 225,-2 8 0,-4 11 18,5 3 0,-5 6-70,5 8 0,-8 5 0,-1 2 0,-5 1-150,-4 3 0,-1 0-128,-5-1 0,0 1-296,0-6 1,-2 0 0,-2-5-1,-6 2-144,-3 3 1,-2-8-20,-4 4 0,1-6-83,-5 0 0,-1-1 0,-4-4 0,1 0-164,3-1 0,3-1 535,7-2 0,0 0 263,0 0 1,6-2-195,3-2 540,4 2 0,7-3-289,3 10 1,4-2-1,1 7 1,0-1 336,1-1 1,-6 5-128,1-4 1,-1 2-349,5-1 0,1 2 0,-1-4 0,0 2-576,0-1 0,0-6 327,1 2 1,-1 1-189,0-1 0,2 0 0,1-5 0,2-2-199,-1-2 1,2-3 347,-1-2 0,-5-4 335,-4 4 0,-2-5 0,3-4 1,-3-1 364,-2 2 0,3-1 128,-4-1 0,0 8 199,-5-3-395,0 3-321,0 3 1,0 8-49,0 10 0,0 2 1,0 4-1,0 2-91,0 0 0,1 6-26,4-5 0,-2 0-169,7-5 0,-5-1 0,4-2 0,2-3-248,2-2 0,1 4 224,0-6 1,2 1 84,3-5 0,-2-6 0,5-2 1,-1-3 1,-4-3 0,-2 1 504,-6-11 1,4 5-151,-4-4 0,-3 1 0,-1-4 0,-3 3 344,-2-3 0,-7 6-295,-2 1 0,1 5-299,-1 4 1,-6 4 0,-5 6 0,-1 0-307,1 0 1,-4 8 256,5 6 1,0 2-114,5 7 1,-3 0-1,1 2 1,5-3-74,3-2 1,-2-1 121,6-4 0,-1-1-143,5 0 0,6-4 0,5-3 0,7 0-279,5-4 1,4-6 365,2-2 0,4-11 193,0 2 1,0-3 0,-4 2 0,-3 1 197,-2 0 0,-3 0 548,-7 0 0,0 1 717,0 3 394,-6-2-1163,-1 10 0,-7-2-380,0 8 0,0 4 1,0 6-1,-2 1 36,-3-1 1,4 0-292,-4 0-382,3 0 1,2 1 0,0-1-1,2-1-1041,3-4 1,3-3 774,6-6 0,2 0 201,3 0 1,-2-4 0,5-3 0,-1-1 285,-4-3 0,-1-1 168,-2-3 1,-1 1 41,-4 0 0,2 5 550,-6-1 395,6 7-702,-10-3 0,6 12 0,-7 3 0,0 4 5,0 1 0,0 0-141,0 1 0,0-1-175,0 0 1,5-4-1,1-1 1,2 1-457,3-3 1,1 0 234,3-7 0,4 0-45,0 0 0,0-7 0,-4-2 0,3-4 26,1-1 1,0-6 455,-5-4 0,-2-5-162,-2-4 0,1 0 1,-6-8-1,-2-5-66,-1-3 0,-2 3 156,0-1 0,0 9 444,0 5-402,0 9 1,0 16-323,0 13 0,0 17 665,0 7 1,0 13-1,-2 1 1,-1 1 97,-2 0 0,-1-1-286,1 0 1,3-5-334,-2 0 0,2-7 0,2 1 0,0-7-424,0-6 1,0-3-14,0-2 1,5-5-150,0 1 1,6-7-1,0 0 1,4-4-367,4-4 0,2-6 830,-2 1 1,-3-7 46,3-2 0,-4-6 0,0 1 1,-1-3-60,0-1 1,-1 1 411,-4 3 0,2 4 223,-6 5 0,1 3-71,-1 2-350,-3 4 1,4 8 149,-6 2 0,0 6 0,0 7 0,0 4 90,0 1 1,0-3-183,0 5-294,0-7 1,0 3 0,2-5 0,2-1-1,6-1-702,2-4 1,4-1 500,3-3 0,3-4-2,7 4 0,-1-3 1,-1-4-1,-2-3-37,-1-4 1,-7 1 286,2-2 1,-3 7 136,-2-2 574,1-2 508,-1 5-788,-6-4 0,3 7 0,-5 2 0,2 2 107,3-2 0,-2 0-259,6 2 0,-4-3-345,8 3 0,3-4 0,2-1 0,2-1 12,3-4 0,-5 2 81,-1-7 1,-5 2 113,1-1 1,-4-4 0,-2 4 303,-4-4 1,-2 4 361,-7-1-555,0 7 0,-2-8 0,-3 6-150,-4 2 1,1 1-573,-1 2 334,-1 7 1,-9 1-1,0 6 1,2 2-1,1 1-103,2 2 1,4 6 284,1-1 211,-1 3 1,1 1 0,1 1-1,2-1 1,1 0 540,-1 1 1,2-2-275,-5-4-214,6-2 0,-10-2 0,5 0 0,-1-3 96,-1-5 0,1 0-196,-5-6-96,-1-1 1,1-5-1,2-4 1,1-5-1,1-4-93,-1-5 0,5-3-1209,1-6 832,3-1 1,4 1-1,3-1 1,6 1 0,8 0-1586,9-1 1,2 2 1248,8 4 0,-2-3-1063,2 7 1849,3 0 0,-11-1 0,5-2 0</inkml:trace>
  <inkml:trace contextRef="#ctx0" brushRef="#br0">13578 256 7731,'-9'0'4923,"-1"0"-3096,7 0-3648,-3 0 1409,6-6 1,8 2-1,6-3 1,8-1-270,5 0 1,3 3-365,3-4 743,4 5 1,0-2 0,0 4 0,-2-1 301,-4-1 0,24 18 0,5 9 0</inkml:trace>
  <inkml:trace contextRef="#ctx0" brushRef="#br0">15356 498 7665,'0'-15'307,"0"1"0,-2 0 0,-1 0 906,-2-1 0,-4 6-849,4 0 1,-6 5 0,1 0 0,-2 2 0,-2 2 5,-1 0 1,1 6-450,0 4 1,-5 4-1,0 3 1,3 4 39,5 1 1,0-5-82,6 2 1,-4 2 0,4-2-388,2-2 1,1-1-731,2-2 896,7-6 0,1-1 1,6-7 302,0 0 0,5-2 1,0-3-1,0-4 559,1-4 45,-4-1-266,5 0 0,-7 1 1,-1 2 586,-4 1 1,-1 7-594,-3-1-195,-4 2-268,6 2 1,-7 2 221,0 2-100,0-2 0,6 11 0,3-6 0,6 3-178,4-1 0,-2-5-8,7 0 96,6-2 0,4-2 0,6-2 1,-4-2-1,1-6-171,-1-3 0,-9-7 336,1-4-35,-3 4 0,-7-9 1,-4 1-2,-1-9 0,-7 1 0,-1-2 0,-4 2 233,-1 4 1,0 1-33,0 12 653,0 0-532,-6 5 0,3 6 1,-5 5-482,2 6 1,-4 6 29,5 10 313,-6 3 1,5 7 0,-5-1 118,2 1 1,-1 4-1,-3 0 1,2 0 152,2 2 0,4-5 253,-4 3-516,5-9 1,-2 1-1,6-6-376,0-2 1,2-1-1,2-3 1,8-2-259,5-2 0,3-6-482,4 2 715,3-10 1,-5-2-1,5-8 1,-2 1-1,-3-2-209,-1-3 1,3 2 299,-5-7 142,0 7 0,-4-8 0,3 6 0,1 1 0,0 2 162,1 2 0,-4 2-48,3 2-262,-10-2 1,4 10-1,-3-3-135,2 4 1,-4 2 104,-3 4-27,-4-3 0,-1 5-172,0-2 591,0-3-35,0 10-88,0-10 1,-1 4-3,-4-6 0,2 0 1,-7 0-1,-1 2-62,-1 3 1,-4-2 22,-3 6-63,3 1 0,-4 4 0,5 0 0,1 0 0,0 1-176,0-1 1,1 0 22,4 0 34,-4 0 0,11 1 31,-2-1 1,4-1-1,4-4 1,7-4-10,7-4 1,-1-1 58,7 0 19,0 0 1,-2-4 0,-3-3 177,-4-1 1,3-1 0,-2-5-1,-4-1 297,1 1 1,-7 0 293,-1 0-426,3 0 0,-7 4 347,4 1-1325,-3 5 361,-2-2 283,-7 19 0,6-2 0,-4 13 129,4 1 0,-4 2 1,0 1-1,2 1 237,1-1 0,-2 5 57,-1 0-414,0 0 1,5-4 0,-1-1 54,-4 1 1,2-2-1,-5-4 1,0-4-130,0-3 1,0-6-10,-1-1 134,-4-6 0,0 8 0,-6-6 0,2-3 0,1-6-44,2-5 1,0-4 25,0-1-70,6 0 1,1-7 0,7-2-130,0-4 0,3-6 1,5-2-1,8 0-170,5 0 1,2-3 20,6 5 128,-1 0 1,5 5 0,1-1-13,-3 1 0,4 1 0,-2 3 0,-3 5-39,-5 3 1,-9 9 573,-6 2-61,-7 3-154,3 2 0,-6 2 0,-1 1 1,-3 3-381,0 2 0,-6 3 325,5 8-7,-6-3 1,8 6 0,-5-4-24,2 0 0,1 6 1,5-5-1,0-1-67,0-3 1,0 0-30,0-1 8,0-6 0,7 3 0,2-7 144,4 0 1,1-3 0,0-1 0,2 0 253,3 0 1,-3-6-206,3-4-44,-4-2 0,0-9 0,-1-2 67,0-4 1,-6 3-1,-2 0 1,-1-3 157,0-4 0,0 6-312,-5-4-25,-7 10 1,4-1 0,-6 7-109,-2 4 1,-7 2 0,-1 7 0,0 2-117,-1 3 1,4 2-429,-3 8 484,3 5 0,2-4 0,0 4 57,0 1 1,6-5 0,3 3 0,3-3-250,2-2 1,0 0 37,0 0 225,7-6 1,2-2-1,10-6 20,5 0 1,1 0 0,0-1-1,-1-4 47,1-4 0,2-6-39,2-4 136,-1 4 0,-4-7 0,-2 4 253,-2-1 0,-2 0 0,-7 7 840,-2 2-723,-6 4-259,4 6 1,-2 1 0,-1 4 13,-1 5 0,1 2 0,-1 2 0,1 2 51,0 3 0,2-3-300,-1 3 23,-1-3 1,1-2 0,0 0-198,-2 0 0,3 1 1,-1-1-734,-2 0 582,5-6 187,-6-2 1,10-6 62,-2 0 1,7-1 0,2-4 0,-1-4 96,-3-4 1,0-3 69,-1-3 1,0 3 0,0-9 0,-1 6 108,-4 2 0,4-4 1,-5 2 557,0 2 1,-2 6-191,-6 1-251,0 7 0,0-2-167,0 10 1,-1 3-12,-4 6-10,3 7 0,-4-4 0,6 5 0,0 0 0,0-1-194,0-1 1,0-1-644,0-4 583,0-1 0,8 0 1,4-1-93,6-4 1,6-2-1,-4-7 1,2-2-8,3-3 1,2-3 36,2-6 137,-1-6 1,-4 1 0,0-8 39,1-3 1,-5-7-1,-1 3 1,-4-3 189,-6-2 1,-3-2-69,-6-2 113,0 0 1,0 9-1,0 5 1,-1 10 713,-4 8-551,-3 5-207,-6 12 0,0 4 0,1 10 0,2 7 0,2 6 761,-3 4 1,1-4 175,2 5-750,-4-7 1,10 6 0,-5-6-146,2 2 1,1-4 0,5-7 0,2-2 3,2-2 0,4-2-55,7-2-379,-1-6 1,6-2 0,4-6-112,3 0 0,1-6 1,2-4-1,2-2-797,1-3 0,0-5 303,-4-4 694,-1-3 1,1-3 0,-3-1 35,-2-2 0,-5-7 1,-8 2-1,-3-1 14,-2 1 1,-1 5 142,-5 9 3,0 3 0,-5 12 0,-1 1 374,-2 2 1,-1 3-1,-6 9 0,1 8 0,0 5 592,0 5-686,0 3 0,4-5 0,2 8 0,0 1 0,0 2 769,-3-1 0,5-2-377,1-2-574,-3 1 1,7-1 0,-4-1 0,4-3-1,1-5-301,0-3 0,0-2 121,0 0-301,0-6 0,1-2 0,2-7-401,2-4 0,6-4 183,-1-10 360,-4 3 1,6-11 0,-2 3 0,3-3 0,1-1-254,0-1 1,0 7 537,0 3-72,-6 4 1,5 0-1,-4 3 103,4 2 0,0 10 725,-4 10-557,4 2 0,-12 7 0,4 2 53,-3 1 1,-2 0-1,0 3 1,0-2-7,0-3 1,1-1-1132,4-5 587,-3 0 1,10-1-163,-2-3 0,7-4 1,2-8-1,0-2-276,2-6 1,-4-3 53,7-1 534,-7-6 0,4 2 0,-7-4 0,0 2 0,-1 2-150,-4 2 998,4 2-464,-12 0 0,6 8 0,-9 6 325,-3 8 1,4 4 181,-4 2-655,-3 1 0,7-1 1,-4 0-1,3 0-615,2 1 383,0-1-132,7-6 0,0 3 0,9-7 0,2 0 0,2-4-463,2-5 0,2-3 154,4-6 547,-5 0 0,3 4 0,-3 2 0,-1 0 1,-3 2 499,-4 0 1,-5 1-383,-1 5 396,1 0 0,-1 2 880,1 2-1219,-7 4-158,3 6 1,-6-4 0,-1-2-1143,-4-2 572,3 5 168,-4-9 1,8 2 0,2-8-274,6-6 0,2-2 269,3-3 445,-1 7 0,0-3 1,0 5-1,1 0 0,-1-1 1208,0 4-807,0 2 29,0 1 1,1 1-1,-1 4 586,0 5-984,0-4-38,1 0 0,-1-1 0,0 0 1,0-2-1,0-2-142,1-1 0,4-1-253,0-4 228,0 3 0,-1-9 1,1 7-1,-1-1 1,-2 0-96,-2 0 0,-5-1 166,1 1-75,-7 4 1,5-6 30,-3 7 24,-4 0-416,5 7 1,-6-4-906,0 6 0,0-4-746,0 5 1488,0-7 0,-1 5 0,-4-5 629,-4 2 0,-37-17 0,-16-10 0,-4-1 0,0-1 0</inkml:trace>
  <inkml:trace contextRef="#ctx0" brushRef="#br0">17275 299 7665,'-21'6'0,"6"-5"3693,-6 6-2042,13-7-1366,15 0 0,10 0 0,16 0-42,5 0 0,9-5 1,6 0-1,0 1-1002,-1-3 1,-3 6 175,-6-4 171,0 3 0,-2 2 1,-3 0-807,-5 0 1218,-3 0 0,-27 7 0,-6 1 0</inkml:trace>
  <inkml:trace contextRef="#ctx0" brushRef="#br0">19351 597 11313,'0'-8'3039,"0"2"0,0 7-2635,0 4 1,0 3 0,-2 6 66,-3 1-752,4-1 0,-7 0 0,5 0 1,-3 0-1,-2 1 0,-2-1-3865,2 0 3590,-4-6 0,10 0 1,-4-5 555,-1 2 0,-1-45 0,-6-15 0</inkml:trace>
  <inkml:trace contextRef="#ctx0" brushRef="#br0">20133 426 7641,'6'-7'690,"-4"-1"0,4 5 1994,0-2 607,-4-6-834,4 9-2326,-6-4 0,0 7 120,0 4 1,-5 3-207,1 6 0,-3 0 0,4 1 0,-1-1-151,0 0-37,-4 0 1,7 1 0,-5-1-860,-1 0 597,6 0 288,-6-6 0,6 3 166,-4-6 1,3-2-361,-2-8 0,4-4 284,4-10-12,4 3 0,7-9 0,-1 4 0,2 1 1,1-1-56,2 4 0,0-1-116,-5 0 100,7 8 1,-6-9-531,4 10 1,-3 2 0,-2 3-912,1 2 1,-6 2-757,1 0 1286,-7 6 1021,9 2 0,-10 13 0,4 1 0</inkml:trace>
  <inkml:trace contextRef="#ctx0" brushRef="#br0">20559 384 7641,'0'-14'0,"0"4"2539,0 1-1079,-6 6 0,3-9 510,-7 8-1270,7-1-623,-9 5 1,8 2 0,-5 2-1,-1 6 1,1 4-44,-1 5 1,6-3 16,-6 3-111,1 3 1,-1-2 0,2 6 0,2-4 0,3-2-462,1-2 0,2-3 73,0 0-99,0-1 0,2-1 0,3-2 261,4-2 1,9-6-1,2 2 1,2-5 192,3-5 0,-2 2 42,0-6 189,-5-1 1,2-4-1,-6-2 176,1-3 0,-3 2 0,-1-5 0,-3 0 346,-1-1 0,-3 6-62,-4-2-478,0 3 1,0 2 0,-1 0-138,-4 0 1,2 6 0,-7 3 0,-1 3-438,-1 2 0,-7 2-854,0 3 958,0 3 1,5 7 0,-1 3 32,1 1 1,1 0-1,4-5 1,4 0-275,4 0 0,1-4-59,0-1 446,6-6 1,3 9-1,10-8 33,5-1 0,3-3 0,3-3 0,2-3 287,1-2 0,-5-1-70,-4-6 590,-7 1 1,9 5-1,-9-1 420,-4-1 0,-1 3 1055,-7-1-1336,0 6-742,-5-4-33,0 7 0,-2 5 0,-1 1 0,-2 2 9,2 3 1,1 2-468,2 1 5,0 0 0,0 1 0,0-1-54,0 0 0,2-5 1,3-1-1,4-1-76,4-4 1,1 3 351,0-1 223,7 0 0,-5-7 0,3-1 0,-5-3 0,-3-1 362,-2 1 0,-4 0 634,5 1-516,-7 3 1,3-6 494,-6 4-579,0 2-504,0-4 88,6 6 0,-2 6-28,5 4 0,-4-3 0,4 1-104,2-1 0,2-3 230,1-4-65,0 0 1,1 0 0,-1 0 16,0 0 1,0-6 0,0-3 0,1-4-47,-1-1 0,0-7 39,0-2-82,-6-4 1,3-2-1,-6-1 142,-2-3 0,-1-2 0,-2-3 1,0 7 293,0 6 0,0 4-5,0 7-260,0 6-223,0-5 0,0 13 0,0 0 1,0 10-554,0 7 0,0 5 1153,0 7-372,0-1 1,0 1 0,-2 1 345,-3 3 0,4-3-368,-4 3 1,4-5 0,1-2-1,0-3-585,0 3 398,0-6 0,4 1 0,3-9 0,0-2 1,5 1-1,5-6 1,3-2-211,3-2 1,-4-2-138,4-4 391,1-3 0,0-6 0,-2 0 212,-2-1 1,-1-4 0,-5 1-1,1-1 257,-1-2 0,-6 5-147,-3-3-55,2 3 1,-5 2 97,3 0-522,-4 6-652,-1 2 625,-6 6 1,3 1-1,-7 4 31,-1 5 1,5 4 0,0 2 0,1 1 24,0 0 0,0-4 128,5 6-151,0-10 0,2 9 224,3-4 1,4 2 0,9-5 0,2-3 21,2-2 1,2-1 172,4-5-235,1 0 0,-5-2 1,-1-2 181,3-6 1,-6 2 0,-1-1 0,-3-2 335,-2-2 0,-5 4-101,1-1 502,-7 7-162,3-10-804,-6 12-15,-6-6 211,-2 14 1,0 1-1,2 6-40,0 0 0,4-5 0,-4 1-318,-1 1-22,6 2 193,-5 1 0,4-6 53,-3-3 312,4-4-719,-6-1 282,7-6 1,0-2 0,0-8 18,0-3 1,2 3 0,3-3 0,3 4-19,-1 0 0,6 3-1,-3 2 113,2-2 1,2 5-1,2-2 52,3 4 1,-3 3-1,3 2 1,-3 0-321,-2 0 173,0 0-143,0 0 1,1 0 0,-1 0-321,0 0 1,0 5 0,1 0-1,-1-2-309,0-1 0,0-2 58,0 0 502,1 0 327,-1 0 0,13-7 0,3-1 0</inkml:trace>
  <inkml:trace contextRef="#ctx0" brushRef="#br0">22393 469 7641,'-6'-14'424,"-2"0"-170,-6-1 721,6 1 1,-5 2-1,4 1 1,-4 3 2713,-1 1-3090,0 3-299,0 4 0,4 0-297,1 0 0,1 6 1,-3 2-1,3 1 44,2 1 0,1-1 124,5 5-146,0 1 0,0 4 0,0 0-57,0-2 1,0 4 0,0-3-1,0 0-91,0-2 1,1 3 31,4 0 94,-3 0 1,4-10 0,-6 0-142,0 3 1,-2 0-256,-2 2 0,-6-6-1710,-9-3 1306,-3-3 0,-6-2 0,-1-2-1058,1-3 0,-5-3 1855,-1-6 0,-11-32 0,0-7 0</inkml:trace>
  <inkml:trace contextRef="#ctx0" brushRef="#br0">23645 142 7602,'0'8'7429,"0"5"-7121,0-12 0,0 12 0,0-4 0,-2 4 480,-3 1 0,2 2-684,-6 3 1,4 3-1,-3 7 1,0-1-1,0 0 1,-1 1-906,1-1 478,-5 1 1,12-6 0,-4 0 0,2-3-2099,-2-3 1720,3-7 468,-4-4 1,6-7 0,2-4 0,2-6 0,6-7-459,2-5 0,7-6 107,0-4 456,7 3 0,-3-11 0,9 5 282,1-1 1,0 4 0,-6 10-1,-2 4 160,-1 3 0,-7 3 66,2 4-276,-9 2 0,1 9 1,-6 3 259,-2 4 0,-3 4 1,-5 1-1,-6 2 224,-6 3 0,-5-3-8,-7 3-835,1-4 1,-1 0 0,2-3-196,4-2 1,-3 1 0,6-5-1,-1 0-73,1 1 1,6-3 145,4-4-159,7 0 0,-5 5 563,3 0 0,5 0 0,-1-4 0,6 2 570,2 2 1,3 6-161,4-1-100,0-4 0,1 7 0,-1-4 86,0 4 1,0 1-1,0-1 1,1-2-212,-1-2 1,2-1-587,3 1 7,3-2 0,1-2 0,1-1-140,1-1 0,1-1 1,-1-4-1,-1-1-288,1-1 1,-5-8 745,-1 3 99,-3-4 0,-8-1 1,-3 0-1,-4 0 1215,-1-1-365,0 8 539,0-6-547,0 11 1,-6 1-530,-3 6-248,2 6 1,-4-4 0,5 8 0,0-1 0,-1 0 136,4 0-222,-5 1-538,7-1 0,-10 0-1491,6 0 840,0-6 894,5-2 0,2-7 1,2-4-1,6-4 1,3-4-186,1-1 1,0-2 941,0-3-388,7 3 0,-5-4 0,2 5 0,-2 3 0,-1 1 931,-1 1 0,0 7-204,0-2-354,0 4 0,1 2 0,-1 4 45,0 5 1,-6 4-1,-2 3 1,-1 4 69,0 1 1,1-3-968,-1 5 184,-4-7 1,6 3 0,-7-4-369,0 3 0,4-8 0,3 2 1,1-5-90,3-5 1,-3-1-379,1-2 794,1 0 0,4-7 1,-2-4-1,-1-5 1,-1-4-93,1-2 0,0 4 781,-1-1-110,2 4 1,-9 0-1,5 1 891,-1 0-966,4 6-73,-10 2 1,10 7 0,-6 4 0,0 5-1,-1 2 103,1 2 1,6 1-114,-1-1-357,-4 0 1,7-1 0,-4-2 0,5-3 0,4-2-623,1-3 1,0-1 405,-5-2 245,6 0 1,-4-2 0,3-3 35,-3-4 0,-3-4 1,-2-3-1,-3-1 291,-2-2 1,-1 0 1,-5 5-9,0 0 0,-2-1 0,-4 3 43,-8 2 1,-7 4 0,-7 6-1,-1 0-65,1 0 0,-1 0 47,1 0-210,-1 6 1,6 1 0,1 4 0,1-2-1,4 1-855,1-2 465,8 4 166,2-4 1,7 0 0,4-3-1,6-4 1,6-1-280,7 0 0,5 0 162,4 0 494,-3-6 0,9 3 1,-6-5-1,-1 2 1,-2 1 58,-2-1 1,-1 4 1133,-3-3-698,3 4 0,-11 1 1,3 1 368,-4 4 0,-7 3-437,-3 6-603,-3 0 1,-2-4 0,0-1 0,0 2-856,0 2 736,0-5-873,0 5 0,1-12-135,4 4 0,-2-5 536,7-5 559,-7 4 1,5-11 0,-5 6-1,3 0 88,2 0 193,1 1-85,6 5 0,-6 0 1,1 0-1,1 1 1137,1 4-657,3 3-529,-1 6 0,0 0 0,0-1 0,0-3 0,1-4-318,-1 0 1,5-4 29,0 3 102,6-4 0,-8-7 0,6-4 0,-1-2 1,-2-4-20,1-3 1,-4 2 91,-7-7 205,2 6 1,-10-7 0,3 6-1,-4 2 1,-1 1 808,0 2 0,-1 6-1482,-4 3 139,3-3 1,-6 7 0,5-2-1,-3 4-1205,-2 4 1,5 6-42,-2-2 935,3 4 0,2 1 665,0 0 0,13 1 0,3-1 0</inkml:trace>
  <inkml:trace contextRef="#ctx0" brushRef="#br0">26445 426 7603,'0'-23'596,"0"1"0,0 1 0,0 4 0,0 1 92,0 2 1,0 0 0,-1 1 0,-4 3 0,-4 6-349,-4 2 1,-1 2-1,0 0 1,-2 3-600,-3 7 1,3 1 188,-3 13 0,0-6 0,3 5 0,4-1-152,-1 0 1,5-5-866,-1 2 745,5 3 0,-2-11 0,8 2 1,2-4-1,6-2-633,3-1 1,1-1 392,0-5 566,7 0 1,-6-7-1,4-2 1,-3-2-1,0 0 291,3 1 0,-5 1-170,0-5 672,1 6 0,-8-5 491,8 4-598,-1 2-454,-6 1 1,-2 12 0,-6 4-119,0 2 0,2 3 0,1-1 1,2 0-231,-2 0 0,5-1 12,1-4-343,4 4 0,3-11 1,1 2 206,2-2 1,5-2 0,-4-2 0,2-2-301,4-6 0,-1-4 55,-2-5 428,4 3 0,-11-11 0,3 2 110,-3-6 0,-7-4 0,-1-5 0,-1 4 447,-4 1 1,-2 2 577,-1 5-860,0 5 1,-4 8-1,-3 7 53,-1 1 1,4 3 0,-6 5 0,1 6-24,1 7 0,-5 6 196,4 9-280,2-1 1,-5 2 0,2 2-1,-1 1 1,0-1 350,2-2 1,4-2-448,-5 0-154,7 1 1,-8-7 0,6-3 0,2-3-715,2-2 725,1-6 35,0-2 1,6-7 0,4-4 0,2-5-1,2-4 54,1-5 1,4 3-64,-1-2 155,8 2 0,-6 1 1,6 3-1,-4 1 1,-2 3 296,-2 2 1,2 1-91,-1 5-150,0 0 1,-5 6-1,-1 4 1,-4 4-81,-4 5 1,-3-3-166,-2 3 39,-7-4 0,-1-2 0,-6-2 0,0-1 0,-2-1-499,-3-1 1,2 3-440,-7-6 698,1-1 1,-4-4-1,1 0 1,4 0-1,0-1-170,0-4 0,5 2 248,-2-7 293,3 1 0,3 0 0,4-1 0,2 1 393,1 1-420,5 1 179,-6 7 0,9 0 0,3 2 1,4 3 300,4 4 1,1-1-221,0 2-307,7-1 1,-4 0 0,7-1-1,-1-1 1,1-4-265,0-2 1,1-1-535,8 0 587,-3 0 0,0-1 0,-6-4 180,1-4 1,-3 1-1,1-2 1,-3-1 411,-3-1 0,-7-3 218,-5 1-150,3 6 737,-7-4 0,4 5-1162,-10-2 1,4 4-145,-4 10-32,-3-4 0,6 12 1,-2-3-1,2 2 1,2 2-143,0 1 0,6-1-115,4 0 248,2 0 1,3-1 0,0-2-24,4-2 1,-1-5 0,4 0-1,-2-2 96,-2-2 0,-2-2-22,-2-2 433,0-4 0,-1-7 0,-4 1-55,-4 0 1,-3-2 0,-2-1 0,0-2-21,0 2 0,-2 1-109,-3 1-153,-3 1 1,-11 2 0,-1 2 0,-1 5 0,-1 4-357,0 1 1,5 0 143,-2 0 1,-2 5 0,2 1-1,3 2-550,5 3 1,0-3 446,7 1 0,-1 1 0,6 2 6,4-2 0,8 1 224,6-6 1,6-1 44,-1-4 1,3 0 0,1 0 0,0 0 319,1 0 213,-7 0 1,3 0 0,-6 0 0,-1 0 0,-3 0 538,0 0 0,-6 0-240,1 0-579,-1 0 1,-1 2 0,-3 3 0,-4 4 69,-1 4-534,0 1-54,0 0 1,0 0 0,2-1-869,3-3 0,2-4 555,8-6 431,-1 0 1,0-2 0,0-1-1,2-3 1,2-2 261,0-3 1,0-2-30,-9-1 179,4 0 0,-7 4 0,5 2 0,-3 1 1227,-1-1-1131,-3 4-194,-4-2 1,5 8-1,0 2 1,-2 6 0,0 3 279,2 1 0,-4 0-334,4 0 1,1 0-45,-1 1 0,5-6 0,-4 1 1,2-1-115,3-1 1,-3-2-193,1-6 225,1 0 0,4 0 1,0-1-1,0-4 1,1-4-336,-1-4 1,0-6 43,0 0 247,-6-6 1,5 3-1,-5-7 1,1 1 0,-1-1-21,-2 1 0,-1 1-61,-5 3 674,0 4 0,0 6-314,0-1 1,-5 14 175,1 5-144,-7 14 1,8 4 0,-5 6 0,1 1 0,4-1 719,2 1 1,1-1-532,0 1 0,0-6-280,0 1 1,0-5 0,1 3 0,4-1-719,4-4 0,4-6 286,1-2-249,0-5 1,5 2-1,2-6 1,1-2 0,2-2-2205,-2-6 1,3-4 2776,-6-5 0,-6-47 0,-10 24 0,0 0 0</inkml:trace>
  <inkml:trace contextRef="#ctx0" brushRef="#br0">27725 384 7603,'-14'0'4231,"0"0"-3644,6 0 0,9 5 453,14-1-850,5 1 0,13-5 0,2 0 0,1 0 0,4 0-1486,1 0 0,-5 0 193,-3 0 918,-3 0 185,-7 0 0,-16 0 0,-8 0 0</inkml:trace>
  <inkml:trace contextRef="#ctx0" brushRef="#br0">28976 370 16486,'0'14'327,"0"0"0,0 0 0,-1 0-331,-4 1-178,3-1 1,-4 0 0,6 0 0,0 1-1036,0-1 0,0-8 808,0-6 0,2-6 615,2-8 0,-1 3-140,7-4 0,-1 9 0,4-8 0,-2 1 106,-1 0 0,-3 4 198,3 0-195,3 5 1,-5-2-1,6 6 1,0 0 183,0 0 0,-4 2 99,-1 2-374,-6 4 0,4 6 1,-6 1-1,2-1-164,2 0 1,0 0-56,-5 1-1240,0-8 0,0 6-1222,0-3 1,0-3 1653,0 3 943,0-7 0,25-53 0,7-22 0</inkml:trace>
  <inkml:trace contextRef="#ctx0" brushRef="#br0">29531 43 16276,'0'14'2508,"0"2"-1919,0 3 0,-7 3-204,-2 6 0,-4 2 0,-1 3 0,0 5 183,0 3 0,-1 2-397,1 0 1,-2-1-1,-1 1 1,-2 0 64,2-1 1,1-5 44,2-4-342,-1-3 1,1-3-1,0-2 1,1-3-1,2-1-1551,2-4-609,6-1-931,-10-2-518,11-6 1807,-4-2 1402,12-6 1,2-6 0,7-4 0,0-2 0,4-4-1157,5-3 1617,-3-3 0,14-27 0,7-13 0,1-3 0,-1-1 0</inkml:trace>
  <inkml:trace contextRef="#ctx0" brushRef="#br0">29573 426 7608,'5'-14'1358,"0"0"384,0 6 750,-5-4 86,0 10-241,0-4-1803,0 6-452,0 0 0,0 6-185,0 3 1,0 4 106,0 1-1308,0-6 1,0 5-1,0-4-358,0 4 1,0-4 977,0 1 541,6-7 0,-5 10 0,6-5 1,-2 1 316,-1 1 1,6-6 264,-6 6-330,1-7 0,-3 3 0,1-4 0,3 1 175,2 2 1,-5 1 181,2-1-407,3-4 0,-5 6 0,7-7 0,1 0-52,1 0 1,3 0 53,-1 0 218,0-7 0,0 4 0,0-5 1,1 0 393,-1 0-212,-6 5-219,4-9 1,-8 10-282,5-3-201,-6-3 243,10 7 0,-10-5 231,6 6-217,1 0 96,4 0 0,-6 1 0,-2 2 285,1 2-183,1 0-377,-1-5 1,5-7 0,-8-2 0,-1-4-893,-1-1 1,-2 5-295,0-1 769,0 1 1,0-1 0,-2 1 0,-2-1-1049,-6 2 1,2 2 946,-1 6 680,-1 6 0,-17 34 0,-3 14 0</inkml:trace>
  <inkml:trace contextRef="#ctx0" brushRef="#br0">31052 299 7594,'0'-23'1244,"0"3"0,0 6 3515,0-1-3964,0 8 1,0 18 0,0 12 165,0 6-813,0 7 1,-2-6-1,-1 3 1,-3-3-1,0-1 132,-1-1 1,3-1-825,4-3 1,-5 1 0,0-6 0,2-2-4000,1-1 3495,2-2-2542,0-6 3590,0 5 0,-19-56 0,-4-6 0</inkml:trace>
  <inkml:trace contextRef="#ctx0" brushRef="#br0">30924 469 7618,'0'-14'573,"5"4"668,0 1-1026,-1 6 0,1-5 0,1 3 0,2-3 1,3 0 258,2 4 1,6-3-146,0 3-275,6-1 1,-3 0 0,7 0 0,-1 2 0,-1 2 313,-3 1 0,1 1 106,-6 4-277,0 3 1,-7 6 0,0 0 0,-5 0 0,0 2 466,-4 3 1,-2-1-179,-1 5-351,0-5 0,0 4 0,-1-5 0,-2 2 0,-2 0-243,2 2 0,1-9 86,2 7-266,0-12 1,2 10-1,3-12 1,4-2-1,4-2-766,1-1 0,5 0 371,0 0 430,6 0 0,-8-8 0,6-4 1,-3-7-1,-2-3-85,-3-3 0,-2-2 137,-4-2 323,-2 1 1,-7-1 0,-2 3-1,-3 2 1,-4 5 181,-4 3 0,-2 7 33,-4-1-286,-4 7 1,0-3 0,-1 7 0,0 4 0,1 6-232,-1 6 0,7 1 40,-2 5 82,3 1 0,3 0 0,4-2 1,4 0-1,3-1-265,2-1 1,7-1-239,2-5 290,10-6 1,3 3-1,7-6 1,1-2 0,1-1-202,2-2 0,2-2 161,-2-3 373,-3-2 0,4-9 0,-9-2 1,-3-1-1,-1 0 343,-4-1 1,-3 4 993,-4-3-382,2 10 0,-10-4 1467,3 4-2293,-4 2-15,-7 1 0,4 12 0,-4 5 0,1 5 0,-1 5 524,-2 1 1,0 3-160,-1 8-366,-4-3 0,7 7 1,-5-6-1,3 2 0,0 0 82,0 2 1,5-5-163,-2 3-141,3-9 0,-2 1 0,-1-6 0,2-1-1392,1-3 841,2-7 397,0-1 0,0-9 0,0-3 1,0-6-291,0-6 1,0-5-233,0-7 529,0-5 1,0 2 0,0-7-1,2-4 1,1-4-112,2-4 1,6 5 317,-2-1-9,10 3 0,-3 7 0,4 6 1,1 5-1,3 9 81,3 6 1,-4 6-9,1 10 69,0 3 0,-2 12 0,-3 4 0,-5 1 0,-3 1 198,-2-3 1,-5-1-203,0 2-171,-2-3 0,-4-7 0,-2-1 0,-6-2 0,-2-2 13,-3 2 1,1-5-512,0-1 388,-7-3 0,6-2 1,-4 0-1,3 0 1,2 0-202,-1 0 0,1-5 382,0 0-154,6 1-497,-5-3 414,12 6 279,-6-6 0,14 7 1,2 0-1,4 0 0,3 0-40,3 0 0,-2 0-108,7 0-57,-1-6 1,6 3 0,-2-5 0,-2 0 0,-3 0-114,-1-3 1,-2 0 118,-5 2 352,6-4 0,-9 7 0,2-5 332,-5 1-155,-3 1-196,-5 1 0,0 3 0,0 10 1,0 6 466,0 6 0,0-1-225,0 3-395,0-3 1,0-1-1,0 3 1,1-1-1,2-3-109,2-3 0,6-1 60,-1 4-141,2-6 0,3 0 0,-1-5 0,0 2 0,0-2-252,0-1 1,1-9 84,-1-2 268,-6-4 1,3-3 0,-5-3-1,0-3 1,1-1-90,-4-1 1,-1 0 158,-2-4-50,-7 6 1,4-4 0,-6 6 0,-2 1 0,-2 2-1,-1 4 0,-1 7-160,1-4 75,-6 7 0,4-2 0,-3 10 0,3 3 0,2 3-275,0 3 0,-1-3 533,1 8-229,6-3 0,2 0 1,6 1-1,0 2 0,2-3-61,2-5 1,6 2-5,9-4 90,-3-3 0,10 2 0,-2-5 0,3 2 0,1-2 104,1-1 1,-1-8-50,1-4 9,-1-3 0,1-2 0,-3-3 0,0-2 0,-4-2 5,-2-4 0,-1-1 80,-4-1-83,-8 0 1,5-2 0,-8-2 0,-1 0-1,-1 4 202,-2 3 94,-6 7-275,-2-2 0,-6 12 1,-1 3-1,1 5 1,0 5 96,0 4 1,-5 10-53,0 5 38,0 3 0,5 1 1,-1 1-1,1-1 1,2 1 572,2-1 1,-1 0-164,6 1-433,1-1 1,4-1-1,1-2 1,4-2 0,4-3-335,4-2 1,3-7-817,3-2 843,3-6 1,2 4 0,-2-7-1,-2 0 1,-2 0-269,-3 0 1,4-5 358,0 0 60,0-6 0,-5 3 1,-1-6-1,-2 0 1,-1 1 223,1 4 1,-3-3 137,1 8-179,-6-1 0,5 5 1,-3 0 158,4 0 0,-1 6-119,2 4-127,-7 2 0,8 3 0,-5-1 0,2 0 0,3 0 78,2 1 0,1-1-297,0 0 162,1-6 0,-1 0 1,2-5-1,1 2 0,2-2 104,-2-2 0,-6-7 85,-1-3-145,-7-4 0,8-1 0,-6-2 0,-2-1 0,-2-4-35,-1-1 0,-6 3-215,-3-5 167,-4 7 0,-6-4 0,-1 9 0,-1 2 1,-1 6-354,0 2 1,4 2 80,-1 0 117,-3 0 0,11 2 0,-3 1 1,3 3-1,3 2-817,3 3 601,4 2 249,1 1 1,6-5 0,5-1 0,7-2 0,5-2-152,4-3 1,2-1 446,-1 0-70,0 0 0,1 0 0,-1-1 1,1-3-1,-2 0 338,-4 1 0,4-4 288,-3 3-536,-4-1 1,1 5 0,-7 0 0,0 0-1,1 0 244,-1 0 1,-2 1-447,-2 4-18,2-3 1,-8 9-1,4-5-539,-2 2 423,5-5 158,-9 10 0,4-13 22,-6 0 1,-2-2-114,-2-7 115,2 6 1,-11-9 0,5 6 0,-3 0 0,-1 0 30,-4 2 0,-1 3-276,2 1 195,1 0 0,-5 1 0,0 4 0,2 5 0,3 2 10,4 2 0,-3 1 11,4-1-53,3 0 1,-1 5 0,7 0 0,2-2 0,3-2-198,4-6 1,4 2 85,1-6 281,7 0 0,-6-5 0,6 0 0,-2-2 0,0-3 307,-2-4 1,-1-4-175,-2-1-18,0 0 1,-1 0 0,-2 1-1,-3 2 1322,-2 1-1788,-1 7 310,-5-3 0,0 7 1,0 4-1,0 6 1,-2 7 539,-2 5 0,1 4-14,-7 2-398,1-1 1,-1 5 0,1 2-1,-1-2 1,1-1 153,-1-5 0,5-8-341,-4-1 26,6-2 0,-10-3 1,5-2-1,-1-3 0,-1-2-110,-1-3 0,0-7 27,2-6-70,-4-3 0,10-1 0,-5 0 0,2-2 1,3-1-355,1-2 0,8-6 5,4 1 338,9-3 1,3-1-1,6-1 1,1 1 0,-1-1-349,1 1 1,4 1 20,0 3 375,0-2 0,-4 10 0,-3-3 0,-2 5 118,-5 4 1,-8 4 276,-1 6-254,-7 0 0,2 6 0,-9 4 0,0 4 1,-1 3 481,-1 2 1,-1 2-48,-2-2-370,2-4 1,7 6 0,0-5 0,0 1 0,0 2-405,0-2 0,7-2 120,2-6-112,10 4 0,-1-12 1,4 4-1,0-3 0,0-4 0,3-3 1,-3-3 233,2-6 83,-7 0 1,2-2-1,-8-1 1,-3-2 846,-1 2 239,4 1-563,-10 2 1,6 7-366,-7 7 1,0 8 620,0 11-600,0-3 1,0 11-1,0-4 1,0 4-1,0 2 370,0-1 1,0 1-108,0-1-360,-7-6 0,4 3 0,-6-6 0,-1 0 0,1-1 41,-1-4 1,1 2-553,-6-12 348,1 1 0,0-5 0,0 0 1,0 0-1,-1-1-168,1-4 0,5 2-824,-1-7 591,1 1 0,1-7 1,3-1-1,4-4 1,2-1-1049,4-3 0,7-2-430,7-2 1384,7 1 0,-9-1 0,5 1 0,-1 0 0,-2 1-356,1 3 0,-4 2 910,3 3 0,-10 3 0,4-4 0,-3 5 0,1 1 0,0 2 0,-2 2 0,1-3 29,10 6 0,-9-1 0,3 1 0,-1 3 0,0-3 605,1-1 1,2 5 1080,3-1-1310,-3-4 0,9 6 0,-5-3 0,1 4 0,-1 1 463,-2 0 0,-2 0-664,-2 0-295,-6 6 1,-2-3 0,-6 7 0,0 2 0,-3 4-1399,-7 3 0,-7 5 1489,-16-5 0,-5 2 0,-5 2 0,-6 0 0,0 0 0</inkml:trace>
  <inkml:trace contextRef="#ctx0" brushRef="#br0">33540 810 7644,'14'15'2940,"1"-1"432,-8-6-2160,0-2 1,-7-8-369,0-2-1742,0 2-115,0-11 1,-7 10 1012,-2-6 0,-29-13 0,-8-8 0</inkml:trace>
  <inkml:trace contextRef="#ctx0" brushRef="#br0">21270 412 7763,'-8'-9'169,"4"-1"2132,2-1-2007,2 5 1,2 0 0,1 4 0,3-1 0,2-2 0,3 2 422,2 1 1,1 2-614,0 0 1,2 0-1,1 0 1,4 0-19,1 0 1,-5 0 0,2 0 0,-3 0-114,-2 0-30,0 0-545,1 0 1,-6 0-1150,1 0 1,-9 0 393,-1 0 1357,-6 7 0,-53 7 0,-10 8 0</inkml:trace>
  <inkml:trace contextRef="#ctx0" brushRef="#br0">11574 1294 7975,'-8'-15'315,"3"1"0,3 0 1454,2 0 1,0 4 674,0 1-2139,0 6 0,5 7 0,0 11 0,0 0 0,-1 1 19,1-2 1,0 5-87,-5 0 0,0 5-191,0-5 1,0 5 0,0-4 0,0 1-37,0-1 0,0 1 0,0-4 0,0 2-359,0-1 0,0-3-222,0 0 485,6-1 0,2 0 0,6-1 1,2-4-1,3-4 68,5-4 1,4-1 190,5 0-172,-3 0 0,10 0 0,-9 0 0,-2 0 0,-5 0 70,-4 0 1,-1-4 1,-5-1-23,-6 0 0,3-1-40,-6-4-5,0 4-258,-5 0 1,-7 1 0,-2-1 0,-4-1-278,-1 1 1,0-3-455,0 4 717,-1-6 0,1 8 0,0-7 0,0 1-102,0 1 1,4-3 550,1 6 254,5 0-17,-2-1 0,12 4 528,4-2-756,3 2 1,-1 4 0,-1 1 0,-1 3 0,-1 2 422,-1 3 1,3 2-19,-6 1-563,0 0 0,-5 0 0,0 1 0,0-1 0,-2 2-582,-3 3 1,2-5 51,-6 0-272,-1 0 1,-2-6 0,1 6-1,1-1 1,1-2-2417,1-2 3184,-5-5 0,18-17 0,-4-11 0</inkml:trace>
  <inkml:trace contextRef="#ctx0" brushRef="#br0">12242 1464 7975,'0'-14'2452,"0"0"0,0 4-972,0 1-676,0 6 0,-2-4 0,-1 9 63,-2 3 1,-1 4-103,1 10-724,4-3 1,-7 6 0,5-5 0,-2 2-1,0 0-325,-1 2 0,4-5 281,-2 3-796,2-4 0,2 0 0,-2-3 0,-1-1 0,-1-1-2249,0 1 1735,3-5 900,1 1 0,0-9 1,0-4-1,0-7-312,0-4 1,0-10 783,0-2 96,0 1 1,0-10-1,0 8 1,0 3-1,0 2 971,0 3 0,5 1-446,-1 7-242,1 0 1,1 6 0,4 3 0,2 5 0,3 5 852,-1 4 0,0 10-556,0 5-387,7 3 0,-5 1 0,4 1 0,-1-1 0,0 1 239,-1-1 1,-1 0-371,2 1-169,-3-7 0,4-1 0,-6-7 0,1-2-49,-1-2 0,0-4-462,0-6 355,-6 0 1,0-6 0,-5-5 0,2-5 0,0-5-185,1-1 1,-4-1 207,2-6 1,-2-4-333,-2 0 0,0 0 1,-2 4-1,-1 2-338,-2 4 1,-4 2 210,4 7-624,0 0 1,1 7-1,-1 7 1167,2 8 0,14 30 0,5 8 0</inkml:trace>
  <inkml:trace contextRef="#ctx0" brushRef="#br0">12754 1464 7975,'0'-14'1810,"0"0"-1086,0 0 1021,6-1 0,-4 1 1345,2 0-2422,-2 6-578,-8 2 0,4 12 0,-4 4 1,1 4-1,-1 5 5,-2 4 0,5 3 160,-2-3-510,-3 4 0,6-5 0,-2 7 0,2-2 0,2-2-473,0-1 1,2-7 133,2 2 445,4-3 0,7-4 0,0-2 1,3-5-1,2-4 309,2-1 0,-3-6 931,5-4-798,-7-9 1,4-1 0,-8-5 0,-2 1-1,-3-1 625,-2-2 0,-1 0-524,-5 3-772,0 4 1,-7 6 0,-4 1 0,-6 3 0,-5 6-2575,0 2 2251,-12 2 0,15 8 701,-9 6 0,-10 38 0,16-18 0,0 0 0</inkml:trace>
  <inkml:trace contextRef="#ctx0" brushRef="#br0">14033 1550 7840,'15'-7'0,"4"4"0,-1-5 0,0 2 0,-2 3 0,-2 1 0,0 2 373,0 0 0,5 0 0,2 0 0,1 0 0,3 0 0,0 0 0,1 0 0,-3 0 360,3 0 0,-1 0 1,0 0-1,-3 0-410,-1 0 1,3 0-20,-5 0-78,0 0 1,-5 0 0,0 0 83,0 0-235,-6 0-279,-2-6 0,-7 3-62,-4-7 1,-3 5-270,-6-4 351,0 6 1,4-8 0,1 4-148,-2 0 603,4 3-124,1-2-195,6 6 279,6 0 1,2 0-1,7 2 1,-3 2-1,-1 4 41,-1 0 1,-6 5-942,6-4 488,-7 4 1,3 1 0,-6 0 0,0 1 0,0-1-856,0 0 1,-6 0-1316,-3 0 1612,-4 1 738,-1 5 0,-45 2 0,-10 7 0</inkml:trace>
  <inkml:trace contextRef="#ctx0" brushRef="#br0">15924 1308 7864,'8'-10'698,"-1"3"1,-3-1 1714,1 0-612,0 5-109,-5-4-1526,0 7 0,-2 0 36,-3 0 1,-2 2-1,-8 3 1,1 4 70,0 4 1,-2 1 99,-3 0-337,3 0 0,-6 5 0,5 2 0,-2 1 0,0 3 203,-2 2 1,6 2-551,-4-1 247,3 0 0,3 6 0,2-1 0,3 0 0,2 0-44,3 0 1,1 5 281,2-5-118,0 7 1,5-10 0,3 3 0,3-3 0,5-3 242,-1-3 1,8 1-189,0-6 176,4 0 0,0-7 1,-2-1-1,-3-1 1,0-1 574,1-1 0,-6-1-433,2-7-463,-10 0 95,-2 0-1571,-7 0-1430,0 0-1889,-7 0 4829,0 0 0,-27 6 0,-4 2 0</inkml:trace>
  <inkml:trace contextRef="#ctx0" brushRef="#br0">16578 1365 7918,'15'0'3043,"-1"0"-2534,-6 0 1,-2 1 0,-6 4-141,0 5 0,-5-3 1,-1 3-1,0 1 1,-2 2-1,0 2 305,-3 4 1,3-3-350,-2 3 1,6 2-214,-6-2 1,5 1-1,-2-2 1,0 1-252,4-2 57,-5-1 0,5-2 0,-5 0-263,2 0-534,1-6-704,5-1-1173,0-1 468,0-5 1152,0 6 1136,0-14 0,19-32 0,5-15 0</inkml:trace>
  <inkml:trace contextRef="#ctx0" brushRef="#br0">16635 1407 7918,'-8'-1'497,"4"-4"1,0-1-24,0-4 0,2 2 0,-3 4-95,4-6 1,2 2-252,4-1 0,-2 1 0,7-3 1,2 1-1,4 1 0,5-1 408,1 1-500,-5-1 0,10 3 0,-5 0 0,2 3 0,0-1-121,1 2 1,-5 1-34,-1 2 129,-3 0 1,-2 6 0,-1 4 0,-4 2 13,-4 3 0,-3-1 64,-2 0-11,0 0 0,-11 5 1,-5 2-1,-5-1 1,-5 1-213,-6-4 0,2-1-144,-3-2 87,3 1 1,1-3 0,2-2 0,2-4-1,3-1 135,2-1 376,7 1-251,0-5 0,13-1 1,0-3-1,8 0 160,5 1 0,6 1 690,0 2-622,6 0 1,-8 2 0,5 1 0,1 3 0,-3 2 455,1 3 0,-2 2-359,-5 1-374,0 0 1,0 0 0,-1 0 0,-2-1 0,-3-2 38,-2-1 1,0-2 20,-1 1-637,-3 4 1,4-10-912,-6 6 607,0-6 82,-6 4-1606,4-7 1695,-10-7 1,5 4 0,-4-5 689,2 2 0,-1-11 0,-4 1 0</inkml:trace>
  <inkml:trace contextRef="#ctx0" brushRef="#br0">17104 1493 7894,'7'-8'-247,"-4"-3"1,5 4 0,-2 0 2477,-3-5 1,-3 6-1774,-5 1 0,-2 5 0,-8 4 0,1 2-31,0 2-361,0 1 0,4 6 0,1-1 0,-1 0 0,1-1-111,-1-4-60,7 4 1,-8-5-1,6 6-895,2 0 670,-5 0-242,7 0-96,-6-6 495,7-1-1247,7-7-947,-6 0 1551,6 0 816,-7 0 0,0 0 0,6-13 0,2-3 0</inkml:trace>
  <inkml:trace contextRef="#ctx0" brushRef="#br0">17104 1578 7894,'0'-9'296,"0"-1"628,0-1 0,-1 5 0,-4 1-630,-4 3 0,1 2 1,0 2-1,1 3 181,4 4-378,-5 4 0,7 1 0,-4 0 0,4 0 0,1 1 44,0-1-161,0 0 1,0-4-1,0-1 1,0 2 0,1 0 58,4-1 0,-2-4 373,6-6-312,1 6 0,9-4 1,0 1-1,-2-5 0,1-4 402,1-2 0,-4-6-174,4-5-170,-3 0 1,-3-1-1,-2-3 1,-3 0-1,-2-1 75,-3-1 0,-1 3-50,-2-2-287,-7 13 1,4-8 0,-6 11 0,-2 0 0,-2 3-546,-1 4 1,0 2 47,-1 4 446,1 3 1,0 8-1,0 1 1,1 2-1,2-1-454,2-3-114,5 0 458,-2-1 0,6 0 0,2-1 0,2-4-195,6-4 1,9 1 22,5-1 385,2 0 1,-2-10-1,0-1 1,1-2-1,0-3 304,-1-2 1,1 4-144,-6-1 569,0 1 0,-4-1 646,-1 1-925,-6 5-50,-2-2 1,-6 8 0,0 2 0,0 6 341,0 3 0,0 1-902,0 0 25,0-6 0,-2 5 0,-1-4 1,-2 4-836,2 1 1,3-1 270,5-4 525,3 4 1,6-12-1,0 4 1,1-3-1,-1-4-330,0-3 0,2-3 773,3-6 72,-10 6 1,10-4 0,-9 2 561,2-3 1,-2 4-325,-1 0 472,-6 5-467,4-2-482,-7 6-107,0 0 1,6 6 0,4 2-276,2 0 1,-2-2-127,-1-6 334,1 0 0,4 0 0,0-1 0,2-4 0,1-4-278,2-4 0,0-3-14,-5-3 372,1-9 1,-1-4 0,-2-7 0,-2-4 0,-5-3 53,-4 0 1,-1 9-93,0 3 472,0 4 1,-1 11 0,-4 10 37,-5 12 0,3 14-164,-3 7-88,1 9 1,-1 2 0,2 6 0,0-1 0,2 1 529,0-2 0,1-6-100,5 1-521,0-4 1,0 1 0,0-2 0,2-6 0,2-4-89,6-5 0,-1 4-959,5-9 675,-2-2 1,10-1 0,-3-6-1,3-2 1,1-2-506,1-6 0,-2-4-178,2-5 842,3 3 0,-11-9 0,4 4 0,-3-1 0,-1-1 188,-3 0 0,-4 3-14,1 6 921,-4 6-418,1-5 0,-6 13-214,4 0-75,-4 7 1,-2 8-1,-2 3 1,-2 1-1,2-2 385,1-1 1,4-2-971,3 0 198,-4-6 1,12 5-1,-2-5 1,6 0 0,5-2-552,0 0 1,5-4-291,-3 3 670,3-4 0,1-1 1,-1-1-126,-3-4 1,-4 2 455,-5-7 0,-1 7 0,0-3 674,0-1-338,-6 6 0,3-7 0,-5 5 569,2-2 1,-4-1-263,0 1-614,4 3 1,-2-6 0,6 5 0,-3-3 0,1-2-504,-3-3 1,6 3 64,-3-1-13,-4 5 1,5-8-208,-6 2 326,-1 4 290,-4 0 1,-1 6 0,-4 0 0,-4 0 0,-4 1-22,-1 4 1,0 3 205,-1 6-101,1 7 0,1-4 0,2 5 0,3 0 0,2-1 408,3-1 0,-3 6 169,1-3-521,0 4 1,5 0-1,0-2 1,0-1 0,2 0-3,3-2 0,-4 3-12,4-6-53,-4 0 1,-1-5 0,0 0 0,-1-1 132,-4-3 1,-4-3-68,-10-2-177,3-3 1,-6 4-1,4-7 1,-1-3-1,2-2-410,1-2 0,4-1 78,2-6-693,4 1 0,6-5 0,3-1 0,6-2 1,10-2-701,7 2 0,2-5 1742,1 3 0,-7-47 0,-12 29 0,0 0 0</inkml:trace>
  <inkml:trace contextRef="#ctx0" brushRef="#br0">17687 1464 7894,'-14'0'5261,"0"0"-3703,6 0-1574,2 0-16,18-6 1,6 4-1,16-4 1,9 1-1,8-1-695,4-2 0,-5 3-1511,-2-4 1847,-4 6 1,-8-4 390,-2 7 0,-30 0 0,-7 0 0</inkml:trace>
  <inkml:trace contextRef="#ctx0" brushRef="#br0">19294 1479 7808,'0'-15'425,"0"6"1,-2-1-1,-2 1 1,-6 1 1209,-3 3-1440,6-3 0,-8 7 1,3-2-1,-7 4 1,-2 5-1,-1 4 1,0 4 320,-3 4 0,3 2-546,-2-1 1,7-2-1,-2 6 1,4-3-109,6-3 1,1-1-46,3-2 1,4 1 0,-4-1 0,5-1-731,5-4 1,4-3 386,10-6 1,3 0 0,7-1 0,-2-4 39,-4-4 0,2-9 175,-6-1 474,7 0 1,-10 5 0,1 0-1,-4 0 1,-6-1 912,0 1-726,4 0 1111,-10 0-1191,6 6 1,-7 8-291,0 9 82,0 4 0,-5 3 1,0 1-1,2 4 1,1-1-77,2 1 0,0-2-290,0-5 253,0-6 0,7 4 1,2-4-1,4 0 0,1-3-61,0-3 0,2-4 135,3-3-177,3-3 1,7-12 0,-1-4 0,1-4 0,-1-6-333,0-3 1,-1-3 190,-3 2 352,-4-3 0,-5 6 0,-3-4 0,-2 3 0,-5 1 163,-4 3 789,-1 8-715,0 4 1,-1 12 0,-3 5-3,0 6 1,-7 10 175,1 6-209,4 6 0,-7-3 1,4 6-1,-4 1 1,-1-1 526,0 1 1,4-1-166,1 1-557,-1-1 0,2-4 1,2-1-1,1 1 1,0-2-446,2-3 1,2-3 165,1-2-127,6-6 1,4 0 0,9-5 0,4 2 0,2-3-774,-1-6 0,3-4 495,-3-6 607,3 0 0,-5 0 0,-2 0 0,-1-1 1,2 0-202,1-4 0,-5 8 541,2-4-248,3 4 1,-6 2 0,3 1-1,-3 2 1,-2 2 500,0 3-335,0 1-228,1 0 1,-1 0-1,-1 1 126,-4 4-105,-3-3 205,-6 4 1,0-4 471,0 2-364,0-2-555,0 4 1,-6-6 0,-3 0-82,-4 0 1,-1 2 128,-1 3 131,1 3 0,-2 1 1,-1 0-1,-2 3 1,2 0-199,1 2 1,3 1 284,4-1-157,-4 0 0,10 0 1,-5 0-1,2 1-194,3-1 1,3-6 234,4-3 0,11-4 1,2-1 0,7-1-1,1-4 1,0-5 113,-1-2 1,1-3 77,-6 1 105,0 0 1,-6 0 0,-2 0 0,-3-1 1589,-2 1-1260,5 0-203,-9 0 1,2 6-304,-8 3 0,1 10-97,-7 4 62,7 4 1,-8 1 0,5 0 0,-1 1 0,-1-1 463,0 0-195,5 0-239,-3 0 1,4 1 0,-1-1 31,-2 0-20,1-6-13,4-2-278,0 1 51,0-6 311,0 6-161,0-7 374,0 0-233,0 6 0,0 2-63,0 6 0,0 0-49,0 0 0,0 1 1,0-1-1,-2 0-77,-3 0 0,4 0 24,-4 1 1,-3-1 0,5 2 0,-6 3 0,-3 1-107,0-2 0,-2 1 252,-1-10-98,1-3 0,0 5 0,0-4 0,0-1 0,-1 0 53,1-2 1,-5-3 277,0-1-279,0-6 0,5-2 0,1-8 0,4-3 1,4-3-187,4 0 1,1-3-652,0 6 528,0-7 0,6 9 1,5-5-1,5 1 1,4 2-350,2-1 0,2 4 109,5-3 369,-1 3 0,2 1 1,0-1-1,0 0 1,-3 3-112,0 1 0,-7 1-132,-1 1 672,-3-3 0,-2 10 298,0-6-398,-6 6-249,-1-4 0,-9 12 0,-1 1 0,-3 2 124,-2 3 0,5 2 19,-2 1-57,-3 0 1,6 5-1,-2 0 1,2-1-119,2-2 1,0-2 84,0 0-3,6-6 1,2 3-1,6-6 1,2-2 0,2-2 180,1-1 1,4 0 343,-4 0-345,7-6 1,-9-7 0,5-6-1,-1 1 1,-4-3 498,-1-3 1,-4 2-196,-2-1-384,-4-1 1,-6-3 0,0 2 0,-1 3-232,-4 1 1,2 4-61,-7 7-189,1 4 1,-5 6 0,-2 0-1,-2 3 1,-1 5-738,2 6 1,1 4 341,2-4 686,0 6 1,1-4 0,2 3 0,3-3 0,2-2-200,3 0 1,1 0-34,2 1 269,0-7 0,2 3 0,4-7 0,7 0 0,6-3 128,3-1 0,-3 0 185,4 0-196,1-6 1,3-2 0,-2-6 0,-3-1 0,0 1 245,1 0 1,-6 5 77,2-1-173,-3 1 1,-7-1-731,1 1 281,-7 5 228,3-2 0,-4 8 0,1 2 0,2 6 0,-2 3 352,-2 1 0,-1 0 20,0 0-305,7-6 0,-6 5 0,4-4 1,-3 4-1,-2 1-147,0 0-214,6 1 222,-5-8 1,7 4-1,-3-6 1,5-2-238,2-1 1,2-2-32,1 0 241,-1-6 0,2 1 0,1-8 0,2-3 0,-2 1 17,-1-1 1,-2 3 216,1 4 1,-6-4-1,-1 4 289,-2-4-281,5 5 438,-9 2-772,4 6 0,-7 0 56,-4 0 180,3 6 1,-4 2 0,6 6 0,0 0-12,0 1 0,2-1-103,2 0 34,-2-6 0,11 5 1,-2-5-1,4 1 1,6-1-105,1-2 1,-3-1 194,5-5 7,-1 0 0,1 0 0,-2-2 0,0-4 0,-1-7 31,-1-4 1,-1-8-296,-4 1 141,-1-9 1,0-5-1,0-8 1,-1-3-1,-4 2-388,-4 3 0,-3 1 447,-2 15 36,0-4 1,-2 22-107,-3 1 1,4 14-395,-4 9 642,-3 0 1,5 13 0,-6-3 0,-1 4 0,1 4 536,-1 1 0,2 0-302,-1-4-161,-4-1 0,11 0 0,-4-1 0,1-1 0,1-4-189,1-2 1,1-1-105,2-5-588,0 1 0,0-6 1,2-1-1,2-2-1416,6-3 1,-4-3 1201,-1-4 548,3-4 0,-7-13 0,4-4 0,-3-7 0,-2-6 291,0-3 0,-5 5 0,0 3 0,-6 3 0,8 6 0,-5 2 0,0 3 175,0 6 1,5 4 914,-2 4-729,4 4 1,1-4-1,3 8 1,5 2 621,6-2 0,8 3-353,-3-1-634,6 0 1,-3-5-1,7 0 1,-1 0 0,-1 0-300,-3 0 1,1 0-158,-6 0 52,0-7 180,-5 6 577,-6-5-122,-1 12 1,-7 2 0,0 6-1,0 2 1,-2 1 999,-3 2 0,4 6-276,-4-1-765,3-3 1,-2 5 0,-1-3 0,2 0 0,1-1-267,2-1 1,-5-2-36,1-5-228,-1-6 56,5 5 0,0-13-39,0 0 15,0-7 0,5-8 0,-1-3 1,1-1-1,0 2 36,0 1 0,4 2 478,-4 0-152,6-1 0,-10 6 1,6 1-1,-1 2-20,4 3 0,-3 1 367,3 2-249,-1 0 0,1 6 0,-2 4 0,0 2 0,0 3 21,3-1 1,-3-5-528,1 1 146,0-1 0,6 1 0,1-2 0,1-2 1,3-3-122,3-1 0,-1-2 234,1 0-127,4-7 1,-6-1 0,4-7 0,-3-3 0,-1-1 27,-4 2 1,-6 3 276,-1 4 1727,-7-2-1361,3 10 0,-12 2 335,-4 10-560,-2 8 1,2 0-1,1 4 1,-1-1 0,1-4 811,-1-1-964,7 4-405,-10-4 1,12 5-204,-4-7 0,10-6 109,4-4 171,4-2 1,1-8 0,2-5 0,1-5 0,4-5-338,1-1 1,2 3 205,4-4 423,-6 5 1,0-2-1,-4 5 1,1 3-1,-2 2 321,-1 6 0,-2 2 460,0 2-577,1 0 1,-6 6 0,-1 4-1,0 2 1,-2 3 630,0-1 1,-1 0 42,-5 0-684,0 7 0,5-10 0,0 3 0,-2-1-189,-2-1-514,-1-4 209,0 5 1,7-12-273,2 4 1,-2-5 238,-3-5 141,4 4 1,-6-7-150,2 3 560,-2 4 1,0-6-1,1 6 543,2-4-642,-1 3 1,-4-5-332,0 2 1,2 3 128,3-3 1,-4 2 116,4-1-131,-3 2-167,-2-4 583,0 6-39,0 0-491,-7 0 0,6 1 43,-4 4 101,3-3-22,2 4 42,0-6 395,0 0 263,0 6-430,0-4-122,0 4 1,0-4 26,0 2-432,0-2 260,0 4 1,0-4-19,0 3 51,0-4 286,0 6 356,0-7-255,0 0-133,0 6-379,0-5-1812,0 6 443,0-7 1513,0 0 0,-38 0 0,-9 0 0</inkml:trace>
  <inkml:trace contextRef="#ctx0" brushRef="#br0">21953 1621 8515,'0'-15'3275,"0"8"-2720,0-6 0,0 10 614,0-7-862,0 7 0,0-5-115,0 3-224,6 4 0,-3-7 0,7 5-345,1-2 207,1 0 149,3 5 0,-1-1 0,0-2 0,0-2 0,0 2 76,1 1 0,-1 2 295,0 0-100,0 0 1,0 0 0,1 0 173,-1 0 0,-1 2 76,-4 2-245,4-2 1,-12 6-1,4-3 1,-3 4 146,-2 4 1,0 1-86,0 0-381,0-6 0,0 5 1,0-4-1,0 4-454,0 1 0,1-1 298,4-4-34,-4 4 0,7-10 0,-3 5 0,6-2-176,7-3 0,-3-1 206,4-2 163,-3-6 0,-2-2 1,2-6-1,1-2 1,2-3 140,-1-5 0,-2 2-87,-2-2 94,0 7 0,-4-8 0,-1 6 0,0 1 383,-1 3 0,5 7-152,-4 3-169,-2 3 0,5 4 1,-4 3-1,2 4 1,-1 4 428,2 1 0,-4 0-10,-3 0-366,4 1 0,-6 4 0,3 0 0,-4-2-91,-1-1 1,-1-4-700,-4-2 328,-3 2 1,-6-10 0,-2 3-1,-1-4 1,-4-1-1089,-1 0 0,0 0-414,-2 0 1176,-3-6 1,11 0 0,-2-5 0,2 3 585,2 1 0,6-29 0,1-3 0</inkml:trace>
  <inkml:trace contextRef="#ctx0" brushRef="#br0">23332 1407 7729,'0'-9'319,"-2"1"1,-3 2 0,-4 3 2927,-4 1-2978,-7 2 0,2 0 1,-5 2-1,-1 2 1,0 6-1,1 4 1,-1 3-1,2 4 1,3-1 243,3 1 1,3 0-666,4-3 1,3-2 0,6 3-1,1-3-1146,4-2 1,9-4 291,10-1 637,3-6 0,1 4 0,-1-9 1,-2-1-1,-3-3 64,-1-2 0,-2-2 257,-5-4 159,0 0 0,1-5 0,-3 0 0,-2 2 0,-4 1 649,0 2 0,-4-1 934,3 1-881,-4 6 1,-2-3-520,-4 6 0,3 7-106,-2 7-80,-4 4 0,6 3 0,-3 1 0,4 2 0,1 0 84,0 2 0,0-6-485,0 4 6,6-3 0,2-2 0,6-1 0,2-2 0,1-3-934,2-2 0,7-1 405,-3-5 641,-2 0 0,4-6 0,-6-4 0,0-2 1,0-4-46,0-3 0,0-2 29,-5-2 559,0-4 0,-4 11 0,-2-3 0,-2 3 0,-3 2 1907,-1 0-1262,-2 6-732,0 2 0,0 7 1,-2 4 119,-3 4 0,2 9 367,-6 1-547,6 0 0,-5 0 1,5 1-1,-4 1 0,1-1 91,0-2 1,-1-3-85,3 0-242,2-7 0,-4 4 1,4-4-72,-3 0 179,4-2-315,-6-6 0,3-1 0,-1-6 1,2-5-1,1-7-150,2-3 1,2-2-174,3-4 428,2-1 1,3 1 0,-1 1 0,4 2 0,3 2-20,3 3 1,1 6 260,-1 4-142,-3 7 0,9-3 0,-6 6 1,-1 0-1,-2 1-192,-2 4 0,-2 3-339,-2 6-384,2 0 0,-8 1 0,4-1 931,-2 0 0,-20-6 0,-10-2 0</inkml:trace>
  <inkml:trace contextRef="#ctx0" brushRef="#br0">23787 1507 11383,'8'0'4870,"-2"0"-4519,0 0 1,4 0-28,9 0-408,-4 0 0,12 0 1,-3 0-1,3 0 0,0 0-327,-4 0 1,4 0 326,-3 0-13,3-6 1,-5 2 0,-3-3-1,-5-1 1,-3 0 73,-1-3 0,-7 3-213,2-2 207,-4 1 0,-12-1 0,-3 2 0,-3 2 0,-4 3-237,-3 1 1,-1 4-313,1 3 504,-3 9 0,7 2 0,-4 4 0,5-1 0,5 2 380,5 1 1,-2 0 948,6 2-1041,0 3 0,7-12 1,2 4-1,6-3 1,4-2-86,5 1 0,3-3-162,7-2-516,-1-4 1,0-6 0,1 0 0,-1 0 548,1 0 0,-7-13 0,-2-2 0</inkml:trace>
  <inkml:trace contextRef="#ctx0" brushRef="#br0">25180 1379 7749,'0'9'2034,"0"1"1,0-5-1725,0 4 1,-5-4 0,1 6 0,0 3 0,1 4 227,-1-1 1,2 3-1,-4 1 1,1 1 201,0 3 1,-1 4-565,1 4 0,4-5 0,-6 2 0,2-4-452,1-1 1,-1-3-518,5 2 1,-5-7-2110,0 2 964,1-9 664,4-4 1274,0-19 0,19-59 0,-7 22 0,-1 0 0</inkml:trace>
  <inkml:trace contextRef="#ctx0" brushRef="#br0">25194 1407 7749,'8'-6'2949,"-2"5"-2150,1-12 1,-1 10-239,4-7 0,2 7 0,-2-2 940,2 4-1044,3 1-348,-1 0 0,0 5 0,0 1 0,0 2-112,1 3 1,-6 0 41,1-2-46,-7 4 0,3-10 0,-6 7 1,-1-1-1,-4 1-740,-5-1 1,-4-4 141,-5 4 43,-3-6 1,-2 5 0,1-5 0,-1 2 0,0 0-3546,1 1 2946,5-4 1161,-2 4 0,43-18 0,10-4 0</inkml:trace>
  <inkml:trace contextRef="#ctx0" brushRef="#br0">25479 1422 7752,'-2'8'2722,"-3"-4"-555,4-2-1247,-12-2-89,12 0 1,-6 1-275,7 4-355,0-3-189,0 4 1,7-6 0,4 0 0,4 0 0,6 0-434,1 0 1,2 0-1065,4 0 1158,1-6 0,-6 3 0,-1-7 0,1-1 1,-3-2-372,1-1 0,-2 0 886,-5 0-92,-6-7 1,-2 10 0,-6-3-1,0 1 159,0 1 0,-8 4-134,-6 3-52,0 3 0,-12 4 0,7 3 1,2 4-1,1 5 167,2 5 0,0-1-75,0 6 67,6-1 1,-3 1-1,6-2 1,2 0-1,1-1 511,2-1 0,6 1-600,4-2-222,9-10 1,-2 9 0,7-14 0,1-1 0,2-1-752,2-2 0,-1 0-1475,0 0 1740,-5-6 1,3-4-1,-5-7 1,-2-2 0,-5 0-410,-1-2 0,-7 6 1014,-1-4 5,-4-3 0,-1 10 0,0-2 1,-1 2 2798,-4-1-1677,3 5-400,-10 2 1,9 6-1,-7 1 1,1 6 786,1 7 1,-3 0-722,6 5-427,-6 3 1,9-4 0,-4 4 0,1-2 0,1-2 100,0-3 0,3 0-824,1-1 86,0 0 1,0 0-615,0 0 293,0-6 286,0-8 0,5-9 0,1-10 0,2-5 0,1-3-427,-1-1 1,6 0 424,1-1 197,-1 1 0,8 1 0,-5 3 0,2 5 0,0 5-28,2 4 0,-5-1-39,3 7 49,-10-1 0,2 6 1,-6 4-1,-2 5-2218,-1 2 1,-2 3 2309,0-1 0,-19 13 0,-5 3 0</inkml:trace>
  <inkml:trace contextRef="#ctx0" brushRef="#br0">26246 1379 7755,'10'5'1290,"-1"-1"0,-4 1 1587,5-5-402,-7 0-864,3 0 373,-6 0-4202,0 0 960,6 0 0,-2-5 162,5 1 53,-6-1 1,10 5 0,-4 0 1042,4 0 0,14 0 0,3 0 0</inkml:trace>
  <inkml:trace contextRef="#ctx0" brushRef="#br0">26644 1322 7760,'2'8'-324,"3"-3"1162,-4-4 0,6 1 1569,-7 3-1223,6-4 1,-4 7-286,2-3 647,-2 3-1102,-2 6 0,-2 0 0,-1 0 1,-2 1 1050,2-1-1310,2 0-315,-6 0 0,6 1 1,-4-1-55,3 0 101,-4-6 1257,5-2-760,-6 0 0,7-10-19,0-1-847,0-6 0,2-10 0,3-2 0,2-3 0,3 1-437,-1 1 0,3 1-45,6-6 674,-2 7 0,5 2 1,-5 5-1,1 3 0,2 1-273,-2 1 0,4 7 53,-2-2 132,0 4 1,-5 2-1,0 3 1,-1 2-1,-2 2-1557,-2 3 1,-5 1 700,0 3 1204,-2-1 0,-8 0 0,-2 0 0</inkml:trace>
  <inkml:trace contextRef="#ctx0" brushRef="#br0">27114 1322 9202,'0'-8'3606,"-5"0"-1931,0 4-927,0 2-409,5-4 0,-6 6 1,-3 0-116,-4 0 0,-1 6-27,0 3-196,6 10 0,-5-3 0,5 5 0,-1-2 0,1 0-396,1-2 1,3 4 246,4-2-36,0 0 0,1-5 0,4-2 0,5-1 0,4-3-187,5-1 0,-2-3 430,7-4-63,-1 0 1,1-1 0,-2-4 0,0-6 0,-1-5 57,-1-3 0,-1-1 124,-4 1-218,-7-3 1,3-2 0,-7 2-1,-1 1 1,-1 4-137,-2 1 1,-6 2 25,-4 0 18,-2 6 1,-7 1 0,-2 7 0,-1 0 0,-3 2-344,-2 3 1,5 3 125,3 6 168,3 0 0,7-1 0,1-1 0,1 1-358,4 3 1,8 1 171,4-3 250,4-6 0,8 3 0,2-6 0,4-2 0,2-1-10,-1-2 0,5 0 606,0 0-302,1-6 0,-11-1 1,-1-4-1,-1 2 0,-4-1 1370,-1 2-532,-2-4 61,-6 10-751,-2-11 0,-7 18-73,-4 0-192,4 0 0,-10 7 0,6-2 1,0 2-139,-1 3 1,4-1-869,-3 0 771,4-6 1,7 3-1,4-6 1,2-2-1,2-1-164,1-2 0,4 0 354,0 0 26,0 0 0,0-2 0,-1-3 1,0-4-1,-2-2 167,-2 1 0,-2-2 120,-2 2-510,3 4-361,-12-7 235,6 12 323,-7 1 0,0 7 1,0 8-1,-2-1 1,-1 0 65,-2 0 0,0 1-180,5-1 133,0-6 1,2 4-1,3-2 1,6 1-16,6-2 0,-1-2 233,3-7-188,3 0 0,-2-2 1,6-3-1,-4-6 1,0-5 11,0-3 1,-3-4 106,5 4-156,-7-6 0,-1 2 0,-7-5 1,1-2-1,-1 0-154,1 2 0,-7-2 94,2 11 100,-4 0 0,-1 4 0,-1 3-202,-4 2 0,3 6 17,-2 8 156,-4 4 1,1 8 0,-4 3-1,3 3 1,1 2 646,-1-1 1,5 1 488,-2 5-942,-3-7 0,6 5 0,-2-5 1,2 1-1,2 1 114,0 1 1,0-4-389,0-2-55,6-3 0,4-2 0,7 0 0,5-1 0,4-4-359,4-4 1,7-4-226,1-1 458,3-6 0,1-2 0,-3-8 1,-3-3-1,1-4-97,-1-4 0,-11-1 167,-1-1 171,-7 7 1,-9-3 0,-3 6-1,-3 1 1,-4 4 81,-3 5 0,-3 2-137,-6 7 76,0 0 1,-7 0 0,-1 2 0,0 4 0,3 7 174,3 4 1,2 4 361,0-2-445,6-3 1,-3 4 0,6-4-1,2 1 1,2 2 90,1-1 1,6-3-371,3 0 80,4-1 1,8-5 0,2-1 0,4-1 0,3-4-440,3-2 1,-3-2-14,3-4 424,-3-3 0,2-6 1,-2 0-1,-5-1 1,-3 1 120,-4 0 0,-7 0 137,-2 0 127,-5 6 1,2 0 623,-6 3-587,-6 3-29,-2 2 1,-2 8 0,2 7 0,2 0 0,1 3 640,-1 1 1,4 0-291,-2-5-496,-4-6 1,6 4-1,-3-2-129,4 2 0,1-2 109,0-1-56,0-5 1,0 0-1,0-8-341,0-6 0,0-3-33,0-1 95,0-6 0,0-1 0,0-4 0,0 1 1,1 1-152,4 0 0,1-2 199,4 6 82,3 0 0,-6 7 0,8 2 0,0 4 0,3 1 47,1 0 1,1 1-680,-1 4 145,-3 6 1,5-3-1,-9 7 1,-1 1-1593,-1 1 0,-2 2 2152,1 1 0,-40-39 0,-17-9 0</inkml:trace>
  <inkml:trace contextRef="#ctx0" brushRef="#br0">27853 1294 7865,'-9'0'1242,"-1"0"1792,7 0-2083,-3 0 1,25 0-1,9 0-552,10 0 0,5 0-186,-1 0 1,1 0-1092,-1 0 1,-5 0 0,-2 0 0,-4 0-4166,-2 0 5043,-10 6 0,-83-4 0,21 1 0,-1 0 0</inkml:trace>
  <inkml:trace contextRef="#ctx0" brushRef="#br0">29417 1208 7732,'13'-9'2744,"-2"1"-428,-2 2-1912,-6 1 0,4 2 0,-9 1 0,-3 5 0,-4 4 418,-4 4 0,-1 6-626,0 2 0,-5 6 0,-2-1 1,1 3 189,-1 1 1,1 2-128,1 4 0,1-4 1,-4 4-1,2-1 84,2 1 0,-2 5-215,1-1-58,0-3 1,6-2 0,2-8-1,2-3 1,-1-1-768,2-4-636,-4-1 119,10-8 0,-4-3-1554,6-10 1,6 2 1221,4-7 1546,8 1 0,15-12 0,7-4 0,6-2 0,0 0 0</inkml:trace>
  <inkml:trace contextRef="#ctx0" brushRef="#br0">29843 1493 7739,'0'-14'0,"-4"-1"717,-1 1 1,-6 1-1,3 2 1,-1 3 1083,-1 2 0,-4 1-916,-5 5-630,-6 0 1,9 0 0,-3 2 0,3 3 0,2 4 19,0 4 0,-1 6-271,1 0-126,0 0 1,6-5 0,3 2 0,4 1 0,1 2-466,0-2 0,0-5-596,0-3 851,6-6 1,2 8 0,8-6 0,3-2 0,4-1-447,4-2 0,0-7 381,-3-2 275,3-10 0,-5 3 0,5-4 1,-4-1-1,-2-1-166,-1 0 1,-4-10 351,3 4 72,-3-4 1,-7-1 0,-1 0 0,-1 1-1,-4 4 1765,-2 4-1173,-1 4-329,0 12 1,-1 1 0,-4 7 0,-4 2-84,-4 3 1,4 7 34,-1 7-117,1 7 1,-1-4-1,2 6 1,0-1-1,2-2 393,0-1 1,-1 0-669,3 4 38,2-6 0,-4 3 0,6-6 0,1-1 0,4-2-415,4-2 1,4-2-856,1-2 932,7-4 1,-5-6 0,3 0 0,-4-1 0,0-4-403,-1-5 0,0-2 347,0-2 344,-6-1 0,3 6 0,-6-1 0,-2-1 160,-1-1-22,-2 4 715,0 2-387,0 6 0,0 6-67,0 3-353,0 4 1,0 1 0,1 0-258,4 1 0,3-3-485,6-2 581,7-4 0,-4-6 0,5 0 1,0 0-1,0-2-50,4-2 1,-4-4 467,2-6-84,-7-1 0,8 0 0,-4-3 0,-1-1 0,1 3 727,-4 5 1,-1 0-227,-2 7-283,7-7 1,-5 9 0,2-1 0,-2 6 251,-2 6 0,-4 4-312,-1 1-298,-5 1 0,2-1 0,-6 0 0,-2 2 0,-1 1-43,-2 2 1,-6-5-1046,2-4 755,-4-1 1,-1-1 0,-2-3 0,-1-4 0,-4-1-846,-1 0 1,3 0 280,-4 0 725,-1 0 1,2-1 0,3-2-1,3-2 1,2 0 128,0-1 1,4 4-41,1-2-31,5-4 275,-2 6 1,14-4 35,6 6-214,0 0 1,12 0 0,-6 0-1,2 0 1,4 0-391,1 0 0,1-2-632,0-3 717,7 4 1,-5-12 0,5 2 0,-2-5 0,0-4-664,-1-2 1,-4 0 967,-4-2 76,-3-3 1,-9 7 0,-2-6 0,-6 4 0,-2 2 457,-2 2 0,0 2-262,0 2 434,0 6 1,-6 2-1,-4 8 540,-2 2 0,-1 11-540,3 8-312,-2 4 0,10 2 1,-4 1-1,1 1 0,0 4 958,2 1 1,-3-4-798,1 1-496,0-3 1,5-2 0,0-1 0,2-3-1,3-5-279,4-3 1,4-4-989,1-2 746,0-4 1,2-6-1,2-1 1,0-4-1,1-6-2250,2-7 0,-4-4-140,7-6 2408,-7-1 1,2 1 0,-9-2 433,-5-3 0,-61-16 0,21 20 0,-1-1 0</inkml:trace>
  <inkml:trace contextRef="#ctx0" brushRef="#br0">30697 1407 7872,'-15'15'0,"-4"-7"567,0-4 163,0-2 1,10 3 48,0-1 1,7 1-424,2-5 1,13 0 83,10 0 1,4 0-1,2 0 1,-1 0-263,0 0 0,6 0-113,-1 0 1,0 0-147,-5 0 0,-4 0 1,-2 0-1,-1 0-102,-4 0 1,-1 0 659,-2 0-311,-6 6 1,-2-2 0,-6 5 0,0 2 0,0 2 480,0 1 0,-1 5 806,-4 0-1106,3 0 1,-10-5 0,4 0 0,-2 0-1,3 1 1065,0-1-1323,2 0 87,-1-6 0,5 0 49,-4-3 0,3-5 96,2 0-720,0-7 1,0-8-1,0-3 1,0-2 0,0-2-1009,0-4 0,5 1 566,0 1 781,6-3 1,-3 12 0,7-6 0,3 4-1,1 1 167,-2 3 0,5 7 105,2-4-184,-3 7 0,4-1 0,-6 8 1,-2 6-1,-1 2-10,-2 3 1,-1-1-2070,-4 0 1194,4 7 0,-11-6 0,4 4 0,-1-3 1,-1-2 856,-1 1 0,-7-20 0,-4-5 0</inkml:trace>
  <inkml:trace contextRef="#ctx0" brushRef="#br0">31365 1535 7877,'0'-9'3748,"0"-1"-1777,0 1 315,0-5 17,0 6-1086,0 2 0,0 7-444,0 4-617,0 3 1,0 6 0,-2 2 0,-1 1 0,-2 2 57,2-2 0,2 4-7,1-2-133,0 6 0,-2-9 0,-1 3 1,-2-3-1,2-2-402,1 0 1,1-1-43,-4-4-1710,3 4 0,-4-10 2080,6 7 0,13-45 0,3-6 0</inkml:trace>
  <inkml:trace contextRef="#ctx0" brushRef="#br0">31464 1251 7879,'0'-14'1699,"0"0"0,0-1 90,0 1-828,0 0-1155,0 6 1,0 3-4400,0 10 4593,7 3 0,1 38 0,6 7 0</inkml:trace>
  <inkml:trace contextRef="#ctx0" brushRef="#br0">31663 1379 7923,'0'-14'7340,"0"6"-6394,0 2-298,-6 6 0,4 6-50,-2 3 1,1 9 0,-1 2 0,-2 2-68,-2 4-534,5 1 0,-5 1 0,5 0 0,-3-1 0,-1-3-628,1-5 1,-3 1 127,4-1-713,0-6 0,0 0-1130,1-4 2106,-1-3 104,5-6 0,1-7 1,4-8-1,5 1-16,2 0 1,4 1 788,3 4-396,-3 2 0,9 3 1,-4-1-1,-1 2 1,2 1 969,0 2 0,-4 0-964,1 0 1,-8 5-1,-3 1 1,-2 2 171,-3 3 1,-1-3-412,-2 2-37,0-1 1,-2 1-1,-4-1 1,-7 1-1,-6-3-420,-3-2 0,3-3-1287,-5-2 1308,7 6 1,-8-4-1,6 2 1,1-2-1,3-2-1290,0 0 1267,1 0-147,0 0 834,6 0 1,3 0-30,10 0 60,3 0 1,11 0 0,2 0 0,1 2 0,5 1 275,4 1 1,-1 1-713,3-5 208,4 0 1,-3-5 0,6-1 0,-4-2 0,-1-1-272,-3 1 1,-7-5 486,-1 4-63,-13-4 1,6 4 0,-12-1 316,-2-1 0,-2 3-5,-1-1-524,0 6 0,-6-4 1,-3 9-1,-4 1-182,-1 2 0,4 6 47,1-2 56,6 4 0,-5 1 1,5 0-1,-2 1 87,2-1 0,3-2 12,4-2-124,-2 3 1,12-10 0,-1 5 0,6-2 0,1-3 7,1-1 0,3-4-232,-5-3 250,6 4 1,-5-12-1,6 4 1,-4-4-1,-2-1-27,-2 0 1,-3-1 183,0 1 45,-1 0 1,-1 4-500,-4 1 77,-3 6 418,-6-4 1,0 14 0,0 2 0,0 4-1,0 1 310,0 0 1,0 1-33,0-1-223,0 0 1,2 0 0,3-1 0,6-2-62,6-2 1,1-5 20,5 0-69,-5-2 1,8-4 0,-3-2 0,0-6 0,1-3-36,1-1 0,-3-5 121,2 0-106,-13-6 1,8 4-1,-11-4 1,1 2 0,-1-3-20,-1-1 1,-3 1-299,-4 2 173,0-3 1,0 6 0,-1-2 0,-2 4 0,-2 3-40,2 2 1,0 6 94,-2 3-111,3 4 1,-4 2 34,6 4 0,0 4 17,0 10 714,0-3 1,0 6-1,0-3 1,0 3 0,0 2 685,0 0 0,0-2-471,0 1-632,-6 4 1,4-9 0,-3 5 0,4 1 0,1-2 12,0-3 0,0 2-507,0-2 143,0 0 1,6-5 0,4-2-1,4 0 1,5-5-517,4 0 1,6-3 255,4-4 330,-3 0 1,11-6 0,-3-5 0,3-6 0,2-5-6,-1 0 0,-7-5 58,-6 3 9,-1-3 0,-17 3 0,2 2 1,-5 2-1,-5 2 104,-2 3 1,-12 5-102,-3 1-3,-10 5 1,2-2-1,-6 6 1,1 0-1,2 2-98,1 2 1,7 4 280,-2 7-32,3-1 0,3 0 1,2 0-1,3 0 0,2 1 471,3-1 1,1 0-156,2 0-325,0 1 1,7-3-1,2-1 1,5-3-1,5 0-108,5 0 1,3-5-83,1 2 89,1-4 0,-1-1 0,0 0 1,1 0-1,-1-1-217,1-4 0,-1-1-43,1-4 144,-1-2 1,1 5 0,-3-4 0,-2 3 0,-5 2-123,-3 3 658,-8 1 130,-2 2 29,-6 0-67,0 0 68,-6 0-930,4 0 172,-10 0-134,10 0 1,-6 0 0,3 0-1,-4 0-603,-4 0 1,-3 0 239,-3 0 434,4 0 0,-6 0 0,7 0 0,0 0 0,-1 0 76,1 0 1,0 5 585,0 0-313,0 6 0,4-3 1,2 6-1,2 0 307,3 0 1,7-1-63,6-3-258,9 2 1,-2-10 0,7 4 0,1-1-1,2 0 36,2-2 0,-1-3-306,0-5 127,-5-3 1,2-1 0,-5-1-1,1-3 1,-1-2-157,-2-4 0,-4-7 63,-5 3 9,4 2 0,-11-6 1,2 4-1,-2-3 1,-2 1-264,0 1 0,0 12 108,0-2 243,0 9 0,-2-1 1,-1 9-1,-3 5-564,-2 6 0,5 9 1627,-2 1-822,-3 3 1,7 1-1,-4-1 1,3-1-1,2-4 224,0-2 0,-4 4-764,-1-5-852,0-6 1,5-1-4291,0-2 5487,0-4 0,-20-36 0,-10-22 0,-2-3 0,0-1 0</inkml:trace>
  <inkml:trace contextRef="#ctx0" brushRef="#br0">33654 1336 8430,'14'-9'22,"0"-1"0,0 1 1,-1-1-1,-2 3 3200,-1 0-2593,-7 2 0,8 7-330,-6 3 0,6 3 0,-2 7 1,4 6-1,1 6 0,0 6 935,0 3-1058,-6 2 0,-1 10 0,-7 1 0,0 3 1,-3 5 408,-7 3 1,-7 6-182,-17-4-166,-2-1 1,-7-9 0,1-1 0,-1-2 0,2-5 291,3-4 0,3-7-244,7-10-66,6-2 0,1-12 1,7-1 846,0-1-852,6-3-88,2-10 0,6 3 0,0-7 0,0-1 0,0-1-235,0-2 1,0-1-1591,0 1-1114,-7 6 1,6-1 2811,-4 9 0,7 33 0,7 19 0,-1 6 0,0 1 0</inkml:trace>
  <inkml:trace contextRef="#ctx0" brushRef="#br0">29644 1933 8527,'-7'-1'37,"2"-4"310,3 4-130,2-6 0,2 7-98,3 0 1,2 0-1,8 0 1,0 2 0,3 1-1,4 2 1,3-2 0,7-2 414,3-1 1,9 2-233,8 3-232,10-4 1,2 6 0,7-7 0,0 0-1,2 1-48,3 4 0,1-3-104,-36 0 0,-1 0 59,37 0 1,1 3 0,-38-3 0,0 0 0,3 0 0,0 0 0,0-1 0,1 1-26,-2 0 1,1 0 0,-2-1 0,0 0-951,30 4 1066,6-4 0,-1 1 0,-35-1 0,0 1 0,1 0 0,-1 1 0,34 0 110,-5-1 0,-2 2-658,-7 1 530,1 0 0,-11-5 0,-6 0 0,-3 0 1,-6 0-33,-1 0 0,3 0-26,-5 0 77,6 0 1,-9 0 0,3-2 0,-3-1-1,-1-3 119,-1-2 1,-1 5 251,-3-2 260,3-3 1,-7 5 0,2-7 547,-7-1-432,-8 5-752,-7 0 0,-6 4 1,-3-1-1,-4-3-557,-1-2 1,-5 5-692,0-2 776,-6 3 0,7 2 0,-5 0 1,-3 0 407,-1 0 0,-17 13 0,-10 6 0,-3 1 0,-1-1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5616 9795 10773,'0'-9'651,"0"-1"0,0-1 29,0-2 1,0 4-553,0 0 0,-1 4 1,-2-5-1,-4 1 0,-1-1 1,-4 2-1,-4 1 0,-3 0-258,2 1 1,-5 1 0,-1 5 0,0 0-71,-1 0 1,7 6-135,-2 4 1,3 4 199,2 5 0,0-3 0,1 4 0,3-1 24,6 0 0,-3 0 236,3-4 1,-1-1-96,5 0 1,6 0-1,4-1 11,2-4 0,4-2-38,3-7 4,-3 0 0,4-2 0,-4-3 0,2-4 1,2-5-203,2-5 1,-3 1 37,5-5 47,-7-1 1,9-6 0,-6-2 0,1-2 0,-1-3-47,-2-2 0,-9-2 431,-4-2-198,-4 0 0,-1 7 0,-1 4 0,-4 6 190,-4 2 119,-4 13-291,5-2 0,-3 20 0,6 2 0,2 4 0,1 1 189,2 0 1,0 5-32,0 0-107,0 0 0,0 0 0,0 0 0,0 0 1,0 0 228,0 0 1,0 4-181,0-4-95,0 7 1,0-9 0,0 5 0,0 0 0,0 0 26,0 4 0,2-4 112,3 1-262,3-5 0,1 4 0,1-5 0,1 2 0,1-3-17,3-5 1,-1 0-46,0-6 75,0 6 0,0-9 0,1 2 0,-1-4-157,0-4 0,0-4 85,0-7 25,-6 1 0,5-2 1,-3-1-1,1-4 1,0-1-125,-2-3 0,-4 0 120,4 1 131,-6-3 0,9 7 0,-8-4 275,-1 5-270,-1 3-117,-2 8 1,-6 8-1,-2 11 1,-2 5-1,1 5 252,-2 1 0,4 2 10,3 4-213,-4-6 0,6 3 0,-2-4 1,2-1-1,2 1-60,0-4 1,0-1-217,0-2 112,6-6 1,2 3-1,8-6 1,1-2 0,4-3-496,1-4 0,2-9 104,4-6 504,-6-6 0,5 7 0,-5-5 0,2-3 0,-2-1 333,-1-1 0,2 6-55,-4 3-142,0 3 0,-5 4 0,1 2 0,-1 5 0,0 4 523,0 1 0,0 0-109,1 0-191,-1 6 0,-5 2 0,-1 8 0,-1 1 1,-4 2 185,-2-2 0,-1-1-617,0-2 36,0 1 0,-1-1 0,-4 0 0,-4 0 0,-4-1-391,-1-4 0,-1 3-126,1-8 276,0 1 1,-2-5 0,-1 0 0,-2 0-1081,2 0 1113,1 0-97,2 0 1,4-5 232,1 1 279,12-1-55,-2 5 0,15 0 0,1 0 1,4 0-1,1 0 504,3 0 0,2-2-340,2-3-220,-1 4 1,2-12 0,3 4 0,4-4-1,-1-3-263,-3-3 1,-3 2-282,-1-7 376,-1 1 1,-6-4 0,-4 1 0,-6 3 0,-4-2-68,-2-2 0,-1 0 713,-5 3-283,-6-3 1,3 11-1,-7-3 574,-1 4 0,3 7-235,-1 3-477,6 3 0,-4 9 0,7 2 0,0 5 0,0 5 623,0 5-414,0-3 0,0 6 0,0-4 183,0 4 1,0 2 0,0-1 0,0-1 230,0-4 1,0 4-975,0-3 148,7-3 0,-4-1 0,5-6 0,0-1 0,-1-2-609,4-1 1,2-7-401,1 1 857,1-2 0,-1-8 0,0-4 1,0-4-1,2-3-56,3-2 0,-5-7 1,0 3 413,1-4 0,-9-2 0,5 3 0,-3 2 0,-2 5 1249,-3 3-830,-1 2-125,-2 6-406,0 2 0,-5 12 208,0 3-571,1 4 0,4-3 0,0-1-433,0 2 1,1-3 677,4 1 131,3-5 1,6 2 0,0-6 0,1 0 0,-1 0 900,0 0-356,0 0-126,0 0 1,1 6 0,-1 4 903,0 2 0,-6 3-476,-3-1-687,-4 0 0,-1 0 0,0 0 0,0 1-1444,0-1 809,0-6 51,7 4 1,-4-10 0,6 3 0,2-4-575,2-1 0,-4-6 499,1-3 416,-1-4 0,4-1 1,-2-1-1,-1 3 0,-1 1 67,-1 1 0,0 2 584,-3-1-128,-4-4 0,7 12 560,-3-4-513,-4 3-326,6 2 0,-3 7 0,3 1 1,-1 1-332,0 1 1,5-6-19,-1 6-77,3-7 0,2 3 0,3-6 0,1 0-351,-2 0 0,-1-1 201,-2-4 363,0-3 0,5-6 0,0-2 1,-1-1-1,-3-4 32,0-1 0,-1-8 209,0-8-122,0 3 1,-6-6-1,-1 5 1,-3 0 0,1 4 94,-2 7 0,-1 4 352,-2 7-445,0 6 1,-2 2 0,-1 7 0,-3 6-71,-2 7 1,3 2 58,-4 7 215,-1 1 1,1 3-1,1-2 1,0-1 0,2 1 553,-1 2 0,2 1-222,5 1-422,0-7 0,-4 3 0,-1-4 1,2-1-1,1 2 224,2 1 0,0-6-525,0 2 67,7-3 1,-6-7-1,4 1 1,-2-1-471,2-1 207,-4-2 328,6-6 1,-6-6 0,2-3 0,4-4-367,1-1 1,-4-7-44,6-3 271,-1 4 0,6-5 0,-1 6 0,0 1 0,0 3-319,0 0 1,1 3-16,-1 2 422,0 4 0,2 4 0,1-1 0,2 0 250,-1 5 0,-4 4-190,-5 8 302,-2 0 1,-7 1 0,0 0-1,0 3 1,0 1 271,0-2 0,-7 4-309,-2-2-307,-4-1 1,-6-3-1,-1-1 1,-2-1-1,-4-2-507,-1-2 0,5-6 176,3 2 350,4-3 0,0-2 0,1 0-39,0 0 1,4-2-113,1-3 9,6 4 0,-4-7 0,9 5-217,3-2 0,-2 0 457,6 5-63,-5 0 1,8 0-1,-2 0 1,4 0-1,3 0-104,2 0 1,5-1-333,-5-4 329,6-3 1,-3-6 0,7-1 0,-1 1-1,1 0 91,-1 0 1,0-5-4,1 0 243,-7-6 1,2 9 0,-9-3 927,-2 3-685,-8 2-495,1 6 1,-6 3-1,-1 10 1,-3 4 300,0 4-195,-1 1 0,0 1 0,0 0-165,2 4 1,2-3 0,1 3-936,0-3 658,0-2 58,6-6 1,2 3 0,6-6 0,2-2-1,1-3-117,2-5 1,2-3 389,-2-6 8,-3 0 1,4 0-1,-6-1 1,-1 1-1,-2 0 499,-1 0 28,-7 0 0,5 4-130,-4 1 1,-2 4-184,3-5-536,-4 7 483,-1 3 1,2 8-1,1 6 203,2 1 1,1-6-26,-1 0-363,-4-5 0,12 7 1,-4-5-1,4 0 1,1 1 14,1-4 1,4-2 299,-1-1-225,8-6 1,-10 3-1,2-7 1,-2-1 0,-1-1 71,-1-2 1,0-2-87,0-3-106,0-3 1,-4-7 0,-2 1-1,-2-2 1,-3-2-266,-1-1 262,-2 6 1,0 7 0,0 5 362,0 1-402,0 6 0,0 4 0,0 10-33,0 8 0,-5 2 357,0 8 1,-4-1 0,4 6 0,0-1 866,-1 1 0,4-6-218,-2 1-722,2 0 0,2-1 1,0-1-1,0-1 1,0-4-124,0-1 1,6-2-802,4 1 622,3-8 1,6 0 0,1-7 0,2 0-1,3 0-544,2 0 1,2-7-325,-1-2 942,-6-10 0,4 3 0,-7-4 0,-2 1 0,-1-2-24,-2-1 1,-5-2 17,1-4 0,-7 6 250,2 3 0,-4 3 0,-1 2 105,0 0 0,-6 6-61,-3 3-282,-4 10 0,-6 4 0,-2 9 0,1 2 0,-1 1-423,4-1 510,8 6 1,-3-9 0,8 5-130,1-1 1,1-2-88,2-5 0,0 0 0,2-1 0,4-4-542,8-4 623,7-4 1,7-1 0,2 0 0,2-1-1,2-6-850,3-7 886,-6 0 1,9-6-1,-5 4 1,-1-2-1,1-1-35,-3 2 1,-2 3 721,-2 4-338,-6-2 1,-1 10 0,-7-3 358,0 4 0,-1 2 78,-4 4-28,-2-3 0,-7 10 436,0-2-709,0-4-95,0 0 0,-2-6-169,-3 0 1,2 0 48,-6 0-299,-1 0 0,-4 0 0,0 0 0,-2 0 0,-1 0-409,-2 0 0,-2 2 189,2 3 1,3-2 148,-3 6 1,4-1 0,0 3 0,3-1-757,2 1 420,-2 2 426,10 1 0,-4-5 0,9-1 0,5-2 244,6-2 1,8-3-154,-3-1 159,6-6 1,-4-2 0,4-6 0,-3-2-1,-1-1 287,-4-2 0,-1-7-150,-2 3-267,0-4 1,-4-3 0,-2-3-1,-2-4 1,-3-1-350,-1 0 1,-2 8 271,0 2-135,0 6 0,-6 14 0,-2 6-517,0 10 1,0 8 1132,3 13-77,4-1 1,-6 5 0,7 0 0,0-1 0,0-2 761,0-2 1,7 1-708,2-1 0,4-4-394,1 0 0,5-9 0,1 0 0,3-7-555,2-2 0,2-5 159,1 4-175,1-10 0,-7-4 1,-2-8-1,-2-4 1,-3 0-2019,-2 1 0,-8-10 1052,-1 2 1529,-15-4 0,-35-9 0,-18-3 0,15 10 0,0 1 0,0 0 0</inkml:trace>
  <inkml:trace contextRef="#ctx0" brushRef="#br0">8417 9383 8136,'-22'8'0,"2"3"0,5-6 935,8-1 1,2 1 0,11 0-1,8-1 561,8 3-1424,12-6 0,2 6 0,7-7 1,-1 0 0,-5 0-1472,-4 0 0,-8 0 1399,-1 0 0,-45-26 0,-6-5 0</inkml:trace>
  <inkml:trace contextRef="#ctx0" brushRef="#br0">9640 9539 7943,'-2'-8'1054,"-1"2"566,-1 0-721,-1 4 0,3-4 0,-1 4 1810,-2-3-2249,1 4 0,4-7 1,0 3-135,0-4 1,1-2-165,4 1 0,-2-7-140,7 3 0,4-8 1,6 1-1,2-3-300,4-6 1,5 2-10,3-5 0,0 3 147,-1 1 0,2 1 1,5 1-1,-4 3-343,-1 5 480,-2 4 1,-1 0 0,-4 3-5,-6 2 0,-5 4 189,-2 6 118,-7 0-267,-2 0 1,-8 1-24,-2 4 30,2-3-105,-4 4 1,4-6 0,-3 0-894,-4 0 534,-4 0 259,-1 0 0,0 0 1,0 0-1,1-2 1,2-1-350,1-1 921,1-1-282,-5-1 1,4 4-132,1-3-133,6 4 192,-4 1 1,9 0-1,3 0 191,4 0 1,2 1-48,-1 4-219,2-3 0,-10 10 1,4-2-776,0 2 1,-4 3 117,3-1-224,-4 0 0,-1 0 903,0 0 0,7 7 0,1 1 0</inkml:trace>
  <inkml:trace contextRef="#ctx0" brushRef="#br0">6512 9511 7964,'-1'-10'1004,"-3"1"1,-2-1 2050,-2 2-2584,5 2 0,-2 5 0,12-3 0,5 0 0,7 0 692,3 3 0,-3-1-891,5-2 0,-2 0 1,3-3-1,-3-1 5,-1 0 0,3 3 0,-5-3-162,-2 2-617,-1 1 1,-3 3-3575,-4-2 79,-3 2 3997,-18-4 0,-61 18 0,23-4 0,0 0 0</inkml:trace>
  <inkml:trace contextRef="#ctx0" brushRef="#br0">6071 9255 8128,'-14'-2'0,"0"-1"1018,0-2 0,0 1-474,-1 4 1,6 0 84,-1 0 0,7 6 0,-2 3 210,4 4 1,1-3-550,0-1 1,0-4 0,1 4-235,4 2 0,-2-4 118,7-3 1,-1-2-181,6-2 1,-1 0 0,0-2-1,-1-2-511,-4-6 0,4 2 224,-4-1 0,-2-1 0,-1-2 0,-1 1-1205,-1 1-1576,1 1 1450,1 1 1624,-4-5 0,-15 31 0,-10-1 0</inkml:trace>
  <inkml:trace contextRef="#ctx0" brushRef="#br0">20374 7805 7877,'0'-14'150,"0"-1"0,0 1 1,0 0-1,0 0 646,0 0 0,0-2-355,0-3 0,0 8 0,0-4 0,0 3 1217,0-1-1522,-6 5 0,3 2 1,-8 8-1,-5 2 0,-8 7 633,-7 7-673,-5 4 0,-13 8 1,-4 3-1,0 5 1,-1 5 228,2 4 0,8-1-19,1 6-213,7-6 1,9 9 0,5-4 0,7-1 0,9-2 208,5-4 1,12-2-245,3 1 32,10-7 1,2-1 0,9-8 0,1-2 0,6-3 187,3-1 0,-2-2-287,0-5 13,-1-6 1,-13-2 0,1-6-305,-5 0 14,-14 0-50,2 0 0,-20-4 0,0-3 0,-3 1 0,1-2-1803,-3 0 1,0 3 613,-2-4 723,-1 6 1,1-4 801,0 7 0,31-37 0,9-11 0</inkml:trace>
  <inkml:trace contextRef="#ctx0" brushRef="#br0">20986 7833 7964,'0'-14'898,"0"0"719,0 0-1162,-6-1 0,-4 3 0,-9 2 0,-5 6 0,-2 2 757,-3 2 1,-4 2-909,0 2 1,-5 4 0,5 8 0,1 1-98,2 2 1,5 5-144,6-5 0,1 1 0,14-2 0,1 1-3,1-2 1,4 4-247,2-2 105,4 0 0,13-5 0,4 0 0,5 0 1,5 0-142,1 1 0,-3-1 218,5 0 61,-13 0 1,9-3 0,-12 0 0,-2 2 0,-6-2 91,-7 2 1,-6-1-67,-1 3 104,-6-1 0,-8-1 0,-11-2 0,-7-2 0,-8 1 268,-5-3 0,0 4-240,-2-6-321,3 0 1,1-5-1,2 0 1,3 0-1,7 0-446,5 0 1,7-2-990,10-2 523,3 2 0,9-9 0,5 5 1,7-1 1016,6 1 0,41-5 0,13 3 0</inkml:trace>
  <inkml:trace contextRef="#ctx0" brushRef="#br0">21199 7904 7993,'0'-20'441,"0"4"1,0-3 0,0 3 2310,0 2-1518,0 6-995,0 2 0,0 9 0,0 6 1,0 10-1,0 7 0,0 4 0,0 3 1058,0 5 1,0-2-587,0 2-526,0 0 0,0-2 0,0-3 0,0-3 1,0-1-18,0-1 1,0 1-229,0-1-357,0-6 1,0-6-2307,0-6 1987,0-7 0,6-48 0,2-18 0</inkml:trace>
  <inkml:trace contextRef="#ctx0" brushRef="#br0">21171 7847 11925,'14'0'1670,"0"0"0,7 2-1094,2 3 0,4 3 0,3 6 0,3 2 143,5 3 1,7 3-583,-3 6 0,4 1 0,-10-1 0,-1 0 107,-6 1 1,-3 3-317,-7-4 64,-6 4 1,-7-12 0,-6 5 0,-3-3-1,-6-1 79,-10-4 0,-13-1-144,-6-2 222,-3 1 1,-8-6 0,-1-1 0,-3-2 0,4-3 92,5-1 1,0-2-14,11 0-4375,0 0 1903,11 0 1,9 0-451,13 0 1842,6-6 0,10 3 851,3-7 0,30-19 0,13-8 0,-16 8 0,0 1 0,1-1 0</inkml:trace>
  <inkml:trace contextRef="#ctx0" brushRef="#br0">21825 7919 8024,'4'-10'1205,"1"1"1706,0 5-1606,-5-2 1,0 8 235,0 2 0,0 11-1040,0 8 1,0 4 0,0 3-1,0 2 263,0 1 1,0 5-340,0-5-343,0 0 0,0-3 0,0 0 0,0 0 0,0-4-209,0-4 1,0-3 124,0-5-1131,0 0 0,0-8-97,0-6 1,0-8 553,0-10 412,0-5 0,0-11 1,0-4-1,1-3 0,3-4-229,0-2 0,6 3 561,-5-4-4,-1 11 1,1 2 0,1 8 391,2 3 0,2 13 572,4 16-723,0 9 0,0 15 1,2 1-1,2 3 1,2 5 789,2 3 1,0-5-484,2-3-430,3-3 0,-10-1 1,5-1-1,1-1 1,-3-3 145,1-5 0,-2-8 16,-5-2-113,0-6 0,5 2 0,0-8 1,-3-3 427,-5-2 1,0-7-352,-6-4-302,6-6 0,-8 2 1,5-9-1,-2-3 1,-3-3-334,-1-6 1,-2 0-1567,0-8 1227,0 6 0,0-3 1,0 8-1,0 3-2546,0 5 844,0 15 1853,0 6 0,0 20 1,0 6-1,-2 8 1,-1 3-1361,-2-1 1,-4 3 1874,4-4 0,0-2 0,5 0 0</inkml:trace>
  <inkml:trace contextRef="#ctx0" brushRef="#br0">22578 7691 8024,'29'-16'742,"-1"-3"0,-4 5-409,-1 0 1,-5 1 1050,1 9 0,3 0-636,2 9 1,-2 3-1,0 8 1,0 3 1502,0 4-1911,-5 11 0,9 4 0,-7 7 436,-2 3 1,-7 7-406,-6 2 0,-2 1 1,-2 7-1,-3-2 909,-7-3-1082,-6 5 1,-12-6 0,0 1 0,-1-7 0,-1-5 115,-3-4 1,3-6-175,-3 0-25,-4-7 0,7 2 0,-3-9 1,5-5-1,3-3 143,1-2 0,2-6-291,-2-3 160,3-4 0,12-1 1,0-1-20,-3-4-34,6-3-1582,0 0 1,7 2-6376,4 6 7883,3 0 0,63-13 0,-28 5 0,-1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5:20.937"/>
    </inkml:context>
    <inkml:brush xml:id="br0">
      <inkml:brushProperty name="width" value="0.08571" units="cm"/>
      <inkml:brushProperty name="height" value="0.08571" units="cm"/>
    </inkml:brush>
  </inkml:definitions>
  <inkml:trace contextRef="#ctx0" brushRef="#br0">405 1085 7987,'11'-10'-516,"-4"-4"1,-4 2 1148,-3-2 1,0 7 227,0-7-345,0 9-281,0-14 1,0 14 7,0-9 1,2 9 211,5-2-13,-4-4-1,6-1-255,-9-9 1,7 6-81,0 1 0,3 7-19,-3-7 0,-3 2 103,11-2 0,-4-5-192,4 5 1,4 2 41,-5-2 1,12 0-116,2-7 0,7-1 132,-6 1 0,6-7-24,-6-1 0,6 1 28,-7 7 1,8-1 1,-8 1 1,7-7-6,-6 0 0,6-1 1,-6 8 1,-1 7 7,-7 0 1,7-1-57,1-6 1,1 2-6,-1 5 0,2-5 21,4 5 0,5-5-21,-4-2 1,4 7 57,2 0 0,1-1 1,-1-6 0,1 7-46,-1 0 1,1 7 17,-1-7 1,1 7-1,-1-8 1,1 8 18,-1-7 1,3 9 4,5-2 0,-6-2-18,6 2 0,4-7-9,3 7 0,-3-8-43,3 8 1,-7-2-4,6 2 0,-1 4-37,1-4 0,-4-2 72,-9 2 0,-1 0-36,1 7 1,6 0 1,1 0 0,0 0-8,-8 0 0,1 0 32,-1 0 1,10 0 1,5 0 1,-3 0 56,3 0 1,-8 0 11,8 0 1,-3 0-92,3 0 1,-3 0 18,-4 0 0,-5 7 8,4 0 1,3 2-30,-2-2 1,2-2-4,-3 9 0,-4-7-5,5 8 1,2-8-10,-3 7 0,1 0-7,-8 7 0,1-7 20,-1 1 1,1-1 57,-1 7 0,-1 0-20,-6 0 0,5-6 5,-5-1 0,6 0 1,1 7 1,1 0 5,-1 1 0,1-8-22,-1 0 0,8 0-9,-1 7 1,1-6-17,-8-1 1,1 0 29,-1 7 0,1 0-27,-1 1 1,-6-1 4,-1 0 1,-9 0-5,3 1 0,1 1-43,-1 6 1,6-6-6,-7 6 1,3-3-16,-3 2 0,3 3-12,5 4 0,1 3 22,-8-10 1,6 10 16,-7-3 1,8-2 60,-8 3 0,0-8-47,-6 8 0,-1-8 2,0 7 0,0-2 12,1 3 1,-8 4 0,0-5 0,-2-2 27,2 3 1,3-1-5,-10 8 1,9-8 26,-2 1 0,-2-1 7,2 8 0,-7-8-24,8 0 0,-8-2-14,7 3 1,-9 4-6,2-5 0,2 6 6,-2 1 0,0-6-3,-7-1 1,0 0-8,0 8 1,0-8-5,0 1 0,-7-1 0,0 8 0,-9-8 4,1 0 1,4 1-2,-4 6 1,4-1 3,-4-6 0,-3 5-31,3-4 0,-4 4 19,-2 2 1,-2 1-3,-6-1 0,6 1-40,-6-1 1,-1-6-7,1-1 0,-1 0 7,1 8 0,3-8-7,-9 1 0,2-3 85,-3 2 1,3 3-62,5-10 1,2 3 30,-9-3 1,6-4-25,-6 4 0,9-4 1,-2-3 0,-6 8-21,-1-1 0,4 0-4,3-7 0,-5 1 25,-2-1 1,2 7-14,-3 1 1,1-1-40,-8-7 1,1 0-15,-1 1 0,-6-1-100,-1 0 0,0-2 186,8-5 0,-8 5 83,1-5 1,-1 3-72,8-3 0,-8 5 16,0-5 0,1-2 4,6 2 1,-2-2 13,-4 2 1,4 5 31,-5-5 0,3-2-38,-2 2 0,1-7 7,-8 7 0,9-7 0,-3 8 0,3-11-16,-3 3 1,-2 3-4,-4-3 0,1 7 2,6-7 1,1 3 35,-8-3 0,8-5 1,-1 5 1,-3 3 49,2-3 0,1 2-66,6-2 0,-6-4-65,-1 4 1,1-5 20,6-2 0,1 2-4,-1 5 1,-7-4 6,1 4 1,-1-5-8,8-2 1,-8 0-59,1 0 1,-8 0-20,7 0 1,-6 0 20,6 0 1,-7-2 35,8-5 0,-8 4 34,8-4 1,-3 3 16,2-3 0,5 2 5,-4-9 0,4 2-26,2-2 1,-2-3 8,-4 10 0,6-9 53,1 1 1,-8-1 18,8 2 0,-6-5-53,6 5 0,-1-5-25,1-3 0,-8 1-7,1 0 0,-1 0 15,8-1 0,1 1-3,6 0 0,-5-7 40,4-1 0,6 1 4,1 7 1,6-8 159,2 1 1,-8-7-116,1 6 0,0 1 51,6 7 0,-1-8-63,-6 1 0,3 0-5,-9 6 0,9-6 28,-2 0 0,4-8 5,3 8 1,0-10-80,-1 3 1,1 2-14,0-3 1,0 1-143,-1-8 1,-6-6-48,0-1 0,-1-2-44,8 3 1,-7 4 144,-1-5 1,1 5 35,7 3 0,2 6 54,5 1 0,-3 9 139,10-2 1,0 4-97,7 3 1,-7 0 114,0-1 1,0-6-32,7 0 0,0-3-106,0 3 1,0 2 28,0-10 1,0 6-24,0-13 1,0 5-14,0-11 1,7 1-21,0-1 0,0-1-13,-7-13 1,7 11-11,0-12 0,7 5-13,-7-5 0,10 0-67,-3 1 0,-2 1 8,2 5 1,3 3-160,11 5 1,-2 1 15,9-8 1,1 8-177,6-1 0,1 4-91,-1 3 1,1-1-243,-1 1 1,1-1-18,-1 1 0,1 8-921,-1 6 1663,-9 5 0,8 20 0,-8 6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5:21.702"/>
    </inkml:context>
    <inkml:brush xml:id="br0">
      <inkml:brushProperty name="width" value="0.08571" units="cm"/>
      <inkml:brushProperty name="height" value="0.08571" units="cm"/>
    </inkml:brush>
  </inkml:definitions>
  <inkml:trace contextRef="#ctx0" brushRef="#br0">277 128 7963,'-9'-21'293,"-1"-1"169,-4 1 0,5 7 115,9 0 213,0 9-131,0-4-117,0 9 156,0 0-398,0 9 0,0 3-30,0 9 1,-3 0-69,-4 1 1,3 1-86,-11 6 1,8 1-85,-7 6 1,2 4-41,-2-5 0,-5-2-112,5 3 0,-5-3 151,-2 2 0,2 3-81,5-10 0,-5 8-387,5-8 282,4-9 0,1-7-615,9-5-534,0-5-476,0 8 241,0-10 73,0 0 1465,9 0 0,22-66 0,14-17 0</inkml:trace>
  <inkml:trace contextRef="#ctx0" brushRef="#br0" timeOffset="294">256 149 8040,'-12'-9'-124,"-7"-3"0,10-2 822,-5-1 1046,4 11-749,10-6-437,0 10 1,10 0-7,4 0 1,-2 0-127,2 0 1,0 3-156,7 4 1,0 2-46,1 5 1,-1 5 14,0-5 0,-7 5-27,1 3 1,-1-1-15,7 0 1,0 3-44,0 4 0,-6-4-141,-1 4 0,0 3-192,7-3 1,-2 7 62,-5-6 1,5 1-2,-5-1 0,-2-6 58,2 6 1,-7-13-217,8-2 39,-11 1 0,6-1-691,-10 0 482,0-9 0,0 2-915,0-14 49,0-5 1,-10-9 130,-4-1 1177,5 1 0,-39-38 0,1-9 0</inkml:trace>
  <inkml:trace contextRef="#ctx0" brushRef="#br0" timeOffset="502">171 404 8062,'-14'0'25,"0"0"736,9 0 1155,-5 0-1352,10 0 1,3 0 26,4 0 0,12-7-145,9 0 1,8-3-344,-8 3 1,7 5-248,-6-5 1,1-2-153,-1 1 1,-6 1-382,6 7 0,-6 0 282,-2 0 1,1 0-826,-1 0 1220,-9 0 0,16 10 0,-4 2 0</inkml:trace>
  <inkml:trace contextRef="#ctx0" brushRef="#br0" timeOffset="877">1212 107 8389,'-12'-22'904,"3"1"1,7 2-281,-5 5 0,2-3 127,-9 10-448,-1 0 0,-6 7 43,0 0 1,0 7 94,-1 0 1,1 10-336,0-3 0,0 3-9,-1-3 1,1 5-138,0-5 1,7 5 76,0 2 1,-1 0-147,-6 1 1,7-4 47,0-3 1,7 4-125,-7-5 1,9-2-258,-2 2 161,4 0 1,3 0 176,0 0 1,5-9 77,9 2 0,1 2 113,13-1 0,5-1-54,2-7 0,-2 7 152,3 0 0,-3 2-77,2-2 0,-4-2 249,-10 9-239,0-9 1,-9 21 119,-5-5 227,-4 5-261,-3-5-164,0 1 1,-10-3-119,-4-5 0,-5-3-260,-2-3 0,0-6-215,-1 5 1,1-5-506,0-2 0,7 0-297,0 0 1355,9 0 0,33-28 0,19-7 0</inkml:trace>
  <inkml:trace contextRef="#ctx0" brushRef="#br0" timeOffset="1152">1552 149 8077,'0'-21'460,"7"7"745,0-1-190,1 11 183,-8-15-761,0 17 1,0-6 12,0 16 0,0-4 233,0 10 0,0 8-221,0 6 0,0 3-189,0-3 1,0 3-84,0 4 1,0 5 0,0-4 0,0 4-35,0 2 1,0 1-103,0-1 0,0 1 98,0-1 1,0-1-96,0-6 1,0-2-254,0-5 1,0-11-412,0 4-431,0-4 393,0-6 1,0-3-597,0-16 1,0-3 1240,0-11 0,0-56 0,0-14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5:27.190"/>
    </inkml:context>
    <inkml:brush xml:id="br0">
      <inkml:brushProperty name="width" value="0.08571" units="cm"/>
      <inkml:brushProperty name="height" value="0.08571" units="cm"/>
    </inkml:brush>
  </inkml:definitions>
  <inkml:trace contextRef="#ctx0" brushRef="#br0">64 3932 8068,'0'-12'-1897,"0"2"1795,0 10 127,0 0 283,0-9-218,0 7 0,-3-8 333,-4 10-25,5 0-131,-7 0-39,9 0 1,-3 0 145,-4 0 240,5 0-202,-8 0 49,10 0 572,0 0-647,-9 0-303,6 0 58,-6 0 47,9 0 50,0 0-117,9 0 0,-4 0-13,9 0 1,-7-2-11,8-5 1,-8 4-5,7-4 0,-2 2 30,2-2 0,5 5-90,-5-5 0,5-2 61,2 1 1,7-6-11,1 7 1,1-9-9,-1 1 0,1-1 0,6 2 0,4-5-34,-5 5 0,6-5-11,1-2 1,1-1-5,-1 1 1,1-3 46,-1-4 1,3 5-57,5-6 0,-3 3 1,9-2 0,1 4-8,7-4 0,-7 2 4,-1-2 1,-6 4-2,6-4 0,-8 4-21,1 3 1,-4 2-6,-2 5 1,-3-5 6,-5 5 1,5-3 19,-4 3 0,-6-5-3,-1 5 1,1 2 42,-1-2 0,6 2 85,-6-2 1,1-3-87,-1 10 0,1-7 15,6 7 1,1-7-38,-8 7 0,-1-7 5,-7 7 1,1 0 55,-1 7-203,0 0 84,-9 0 35,-3 0 0,-9-3-52,0-4-5,10 5-178,-8-8 133,8 10 1,-8 0-374,5 0-869,-5 0 543,8 0-530,-10 0-956,0 0 1644,-57 19 1,36-5 632,-29 15 0,-9-6 0,12-1 0</inkml:trace>
  <inkml:trace contextRef="#ctx0" brushRef="#br0" timeOffset="1542">5100 340 8086,'0'-12'131,"0"-7"1,0 15 405,0-11-295,0 11 1,-7-8 188,0 5-261,-9 5 1,4-8-69,-9 10 0,-1 0 40,1 0 0,0 0-28,0 0 0,-1 0 58,1 0 1,-7 2-51,-1 6 1,-8-6 71,1 5 0,-2-2-34,3 2 1,-12-5-103,4 5 1,-4 3 118,5-3 1,-10 7 21,-5-7-167,8 5 1,-1 2 0,-21 0 60,-14 14 1,16-6-23,20-8 1,-3 5-10,2-5 1,3 2 47,-10-1 1,3 8-20,-3-9 1,3 10-36,5-10 1,4 12 51,-5 3 1,5-1-103,3-7 0,-1 0 36,1 1 0,-1 6-2,1 0 1,-1 1-19,1-8 1,-1 7-6,1 1 0,-1 1 16,1-1 0,6 1-13,1 6 1,2-3-97,-3-5 1,-4-2 105,5 9 1,4-1-86,3 1 0,-3 3 45,3-10 1,-3 10-2,3-3 0,4-2 18,-4 3 1,4-8 0,3 7 1,0-1 24,-1 1 1,4 3 4,3-10 0,-1 8 96,9-8 1,-7 7-66,7-6 0,-10 6 100,3-7 0,2 8-111,-2-8 1,0 8-50,-8-8 0,8 7-7,0-6 1,2 6-11,-2-7 1,2 8 1,5-8 0,5 8-18,-5-8 0,4 7 33,3-6 1,0 1-13,0-1 1,0 1 9,0 6 1,0-3-5,0-5 0,0-2 55,0 10 0,0-10 24,0 2 0,8-2 11,-1 2 1,2-4 3,-2 4 0,-5-4 12,6-3 0,1 0-29,-2 1 0,7 6-20,-7 0 0,8 1-52,-8-8 0,2 0 9,-2 0 1,-2 1-14,9-1 1,-7 7 30,7 0 1,-2 1-18,2-8 1,5 0 26,-5 1 0,5-1-5,2 0 1,-6 0 38,-1 1 0,2 1-42,13 5 1,-10-4 43,9 4 1,-14-4-52,14-3 1,-9-4 1,10 4 0,-6-11 16,-2 11 1,1-7-4,-1 0 1,7 5-26,1-5 0,6-2-9,-7 2 1,3-7 8,-3 7 1,-2-2 6,10 2 1,-3-2-68,2-5 1,5-2 51,-4 9 0,4-9-9,3 2 1,-8 2 6,0-2 1,1 8-3,6-8 0,8 0-1,-1-7 1,1 7 0,-7 0 1,-1 0-11,1-7 0,4 7 13,-5 0 1,6 0-3,-13-7 1,5 7 9,3 0-19,-1 1 0,1 10 0,-1 6 0</inkml:trace>
  <inkml:trace contextRef="#ctx0" brushRef="#br0" timeOffset="2341">4102 3719 8133,'44'0'3739,"6"0"0,-5 0-3092,4 0 0,-1 2-432,1 6 1,-4-6-275,5 5 0,2-5 49,-3-2 1,3 0-4,-2 0 1,-5 0-24,4 0 1,3 0-3,-2 0 0,6 0 11,-6 0 0,2 0-5,-2 0 1,2 0-26,4 0 0,-1 0-7,-6 0 0,-2-7-11,10 0 0,-7 0 38,6 7 0,-6-7 3,7 0 0,-8-3 21,8 3 0,-8 5 7,8-5 1,-7-3 5,6 3 1,-6 0 4,7 7 1,-3-7-15,3 0 0,-3-7 9,-5 7 0,-4-3 14,5 3 1,-5 3-24,-3-11 1,1 8 12,-1-7 1,1 7-19,-1-7 8,20 9 1,-15-11 6,10 9 0,-3-8 2,-5 8 1,1-7-10,-7 7 15,-1-9 0,24 6 63,5-4 1,2-5-69,-16 5 0,-3 2 110,-4-2-94,-5 0 1,23-7 0,-4-1 0,-5 1 30,-10 0 0,-4 0 9,-2-1 0,-1 1-76,1 0 0,-3 0-10,-5-1 0,3-1 138,-9-6 1,-1 6-92,-7-6 0,7 3 51,1-2 0,-6 2-5,-1-9 0,-6 6 9,13-6 1,-6 7-73,-2-8 0,1 1 3,-1-8 1,0 8-28,0-1 0,1 8-12,-1-7 0,-7 6-80,0-6 0,-2 2 114,2-3 0,3-1-25,-10 8 0,7-8-18,-7 1 0,3-4-3,-3-3 0,-3 1-29,11-1 0,-8-8-6,7-6 1,-7-2 107,7 2 1,-7-4-2,7 4 0,-2 3-42,2-3 0,3 10-6,-10-3 0,2 12 1,-2 3 1,-4 0 10,4-8 0,-5 1 7,-2-1 1,0 8 8,0-1 0,-2 1 11,-5-8 1,-5 1-12,-9-1 1,-1 8-7,1 0 0,0-8 144,0-7 1,-10 3-99,-4 12 0,2-5 12,-3 4 1,-2 3-1,-11-2 0,4 2-1,-5-3 0,-4 3-15,-3 5 0,3 4 3,-3-4 1,1-3-58,-8 3 0,-2 0-151,-5 6 1,-5-1 12,-9-6 0,7 6 38,1-6 1,1-1 32,-2 1 1,-5-1 16,5 1 1,5 3-1,2-9 0,-2 9-36,2-2 0,-2 4-97,2 3 1,5 2 173,-5 5 1,5-3-8,3 10 1,-11 0-154,-4 7 1,0 2 113,-7 5 0,3-2-274,33 2 0,-1 0 0,-3 1 1,-1 1 161,-2 5 0,-1 0 0,-4-2 0,-1 0-210,2 2 0,0 0 1,1 2-1,0-1 149,-1-1 1,-1 0 0,2 4 0,0 0-141,-1-4 0,0 0 0,2 0 0,2 0-78,6-3 0,1 0 0,-45 12-517,9 6 1,2-4 972,5 11 0,3-8 0,9 8 0,-3 1 0,1 4 0,-3 1 0</inkml:trace>
  <inkml:trace contextRef="#ctx0" brushRef="#br0" timeOffset="3601">4272 4272 8095,'11'-10'-35,"1"1"123,-5-5 404,-4 4-81,6 1 0,-7 4 186,6-9 251,-6 9-260,7-4-60,-9 9 139,0 0-486,0 9 0,0-4-11,0 9 0,0 0 14,0 7 1,-9 3-55,-5 4 0,-5-2-178,-2 10 1,4-3 184,-4 2 1,4 5-33,-11-4 0,4 4-126,3 2 1,0 1 16,0-1 0,-1-1-126,1-6 0,0-4 15,0-10 1,9 0-163,5 0 1,-3-6-296,3-1 124,0-10 0,14 4-37,0-16 0,7 4-211,-7-10 1,10-1 49,-3-6 0,5-7 49,2 0 0,-2-3 176,-5 2 1,5-4 420,-5-9 0,5-1 0,3 1 0,-8-1 0,0 1 0,-2 6 0,2 1 0,2 9-25,-8-2 0,6-3-21,-7 3 0,0 6 1000,-7 8-368,0 10 0,2-13 1267,5 10-1272,-4 0 0,6 9 56,-9 5 0,0-2 230,0 9-411,10 0 1,-6 8-131,10-1 1,-6 2-30,6 6 1,-7-6-86,7 6 1,-2-3 7,2 2 0,5 3-139,-5 4 149,5 5 0,26 19-170,4 5 1,-4-5 29,-16-38 0,-6 1-182,-2-1 1,-6 0-99,-1 0-233,0 1-109,7-1-235,-9-9-319,-3-3 437,-9-9 1,-2-2-344,-5-5 0,2-5 225,-9-9 0,0-1-233,-7 1 1,-3 0 999,-4 0 0,-43-29 0,26 22 0,0-1 0</inkml:trace>
  <inkml:trace contextRef="#ctx0" brushRef="#br0" timeOffset="3759">4272 4654 8310,'-22'0'1526,"11"-2"-474,3-5-53,6 4-642,2-6 0,10 9-130,4 0 0,5-7-183,2 0 1,0 0-258,0 7 0,3 0-198,4 0 0,-4 0-1508,4 0 1919,-4 0 0,35-19 0,9-5 0</inkml:trace>
  <inkml:trace contextRef="#ctx0" brushRef="#br0" timeOffset="4126">5207 4293 7849,'0'-21'2357,"9"-1"-1258,-7 11-699,-2 1 1,-11 10 107,-11 0 1,1 2-338,0 6 1,0 3 69,-1 11 0,1-8-247,0 0 0,-3 0 41,-4 7 1,11 1 14,-4-1 1,12 0 55,-5 0-424,9 1 0,-5-1 92,10 0 0,3-7-32,4 0 1,5-9 100,9 2 0,7 3 100,1-3 1,6 2 199,-7-2 0,8-2-63,-8 9 1,0-9 49,-6 2 1,-1 2 71,0-1 388,0 8-394,1-4 1,-11 2 108,-3 0 0,-6-7-97,-2 7 1,-10-2-63,-4 2 1,-5-2-275,-2-5 0,-7-4-85,-1 4 1,-6-5-67,7-2 0,-1 7-326,8 0 0,0 0-1752,0-7 1681,-1 0 676,11 0 0,48-47 0,22-12 0</inkml:trace>
  <inkml:trace contextRef="#ctx0" brushRef="#br0" timeOffset="4486">5610 4420 8143,'0'-21'512,"0"7"851,0 0-293,0 0-3,0-8-692,0 1 0,10 7 590,4 0-636,43 19 1,-27-13-40,20 16 1,-22-4-210,-13 3 0,3-2-19,-3 9 0,-4-7-110,4 7 1,-11-6 186,3 6 0,3 0-169,-3 7 0,-2 0-27,-12 1 1,-5 6-114,-10 0 0,-1 10 7,-5-2 1,-6-3 114,-8 2 0,7-2 103,-1 2 0,10 3 5,-2-9 1,4-1 134,3-7 1,9-7-115,5 1 1,7-4 105,7 3 1,14-4-82,15-10 0,13-2 16,8-6 0,4-1 59,3-5 0,0-5 4,0 5 0,-10-3-241,-4 3 1,-15-2-436,-7 9-691,-13-1 429,-6 8 151,-9 0 1,-9 0 105,-6 0 496,-13 0 0,-43 29 0,-19 6 0</inkml:trace>
  <inkml:trace contextRef="#ctx0" brushRef="#br0" timeOffset="5335">8607 2848 8080,'-19'-3'-1686,"5"-4"2262,-5 5 0,7-10-261,-9 5 0,7 5 191,0-5-224,9 4 1,-12 1-45,10-5 1,-2 4 186,2-4 123,4 5-272,-6 2-20,9 0 1,2 0 17,5 0 0,-2 0-8,9 0 1,0 2-10,8 5 0,-1-2-22,0 9 1,8-2-28,-1 2 1,10 5-71,-3-5 1,8 5 109,6 3 1,-4-1-213,5 0 1,4 7-12,3 1 0,4 1-64,3-1 0,-1-3 4,1 9 1,0-9 103,0 2 0,-1 3 31,1-3 1,-7 3-13,0-3 1,-8-4-44,8 4 0,-8-2 58,8 3 0,-3-6-149,3 6 0,4-6 113,-4-1 0,5 6-8,1 0 0,1 1-28,0-8 1,-8 7-88,1 0 0,0 3 14,7-2 0,-1-6-156,1 5 0,-3 3 105,-4-2 0,5 1-264,-6-1 357,6-6 0,-8 13 0,0-10 0,1-5 0,1-2 0,1-5 0</inkml:trace>
  <inkml:trace contextRef="#ctx0" brushRef="#br0" timeOffset="5503">11093 3995 8079,'45'22'2601,"5"-1"1,-5-7-2117,4 0 1,-11 0-256,-3 8 0,-1-8-107,1 0 1,3-7 57,-10 7 1,0-7 20,-6 7 1,-1-9-14,0 2-65,-9-4-34,7-3-207,-17 0 114,8 0-258,-10 0-331,0 0-104,-10 0 0,6 0-875,-11 0 1,8-3 123,-7-4 1447,0 5 0,-48-7 0,-20-1 0,-5 4 0,-1 0 0</inkml:trace>
  <inkml:trace contextRef="#ctx0" brushRef="#br0" timeOffset="6744">13665 4187 8101,'0'-15'734,"0"1"-436,-10 10 1,6-13-63,-11 10 1,8 0 42,-7 7 0,7-7-25,-7 0 0,0 0-15,-7 7 0,-1 0-60,1 0 0,-3 0 0,-4 0 0,2 0 15,-9 0 0,6 0-83,-6 0 0,-3 0-20,-11 0 1,4 0 53,-5 0 1,-2 0-113,3 0 1,-17 0 83,2 0 1,2 0 169,6 0-218,-39 9 0,27-7-100,-24 6 0,30 1 66,-1-2 1,11 2 5,-5-1 1,7-4-55,-6 10 1,-1-6 91,-7 6 1,8-7-45,-1 7 1,0-7 22,-7 7 1,1 0-12,-1 8 0,0-1-27,0 0 0,1-4 4,-1 4 1,0-5-29,0 13 0,-6-6-155,-1-1 0,-2 1-95,2 6 1,2-3-35,-9 9 0,10-7-7,-3 8 0,2-8 111,-1 7 0,11-1 41,-5 1 0,7 5 11,1-4 1,1-3-5,6 2 0,4-7 47,-5 8 0,8-10 144,6 2 0,-4 3 90,5-3 1,2 0-79,-3-6 89,10 8 0,-21 8-31,5 5 1,4 2-52,9-17 1,-4 7 24,-2-6 1,2 8 3,-3-1 0,3 2 29,-2-3 1,2 5-126,5-4 1,4 4 42,-4 2 1,4-2 34,3-4 0,-1 4 97,1-5 0,2-2-86,5 3 0,-5-8 11,5 8 1,2-8-11,-2 7 1,2-6 9,-2 6 0,-2-9-38,9 2 1,-10 3-1,3-3 0,2 10-136,-2-2 0,9-3 136,-2 2 0,5-7-82,2 8 1,0-3-2,0 2 0,0 6-5,0-6 0,2-4 7,5-3 1,-2 3-14,9-3 1,0 7 3,7-6 1,1 1-6,-1-1 0,0-6 2,0 6 0,1-3 39,-1 2 0,7-4 1,1 4 0,8-4 21,-1-3 1,-3 0 98,2 0 1,-6 1-85,6-1 0,1 0 12,6 0 0,-7 1 45,1-1 0,-3 0 16,2 0 1,10-6-11,-9-1 1,8 0 4,-8 7 1,2-7 158,-3 0 1,10 1-62,-10 6 1,10-7 56,-9 0 0,4-2-156,2 2 1,6 3 20,-6-10-27,15 9 1,-8-11-7,15 9-107,5-9 0,-25 14 0,8-7 0</inkml:trace>
  <inkml:trace contextRef="#ctx0" brushRef="#br0" timeOffset="7459">10796 7481 8115,'57'2'2763,"-1"5"0,-1-5-1530,1 6 1,3-4-911,-9 3 1,6-2-204,-6 9 0,9-9-105,-2 2 1,-5 2-23,-3-1 1,3 6 1,-2-7 0,7 2 32,-8-2 0,3-4-39,-2 4 1,-3-5 31,10-2 1,-8 0-14,8 0 1,-1 0-3,8 0 0,2 0-8,5 0 1,-5 0-3,5 0 1,-12-7-34,-2 0 0,-1 0-5,8 7 1,-2 0-41,-6 0 1,6-7 60,-6 0 0,-1-3-3,1 3 1,-1 5 6,1-5 0,6 2 1,-6-2 0,-1 2 1,1-9 0,1 9 6,7-2 0,-8-2 3,1 2 0,0-3 8,7 3 0,-8 2 50,1-9 0,-7 7-39,6-7 0,-6 7 2,6-7 1,-6 7-16,7-7 1,-10 6 0,3-6 0,4 7-1,2-7 4,25 0 0,-20 2 2,10 5 1,-17-5-3,3-2 1,-3 5 111,3 1 1,2-3-89,-9-3 1,9 2 4,-3-2 0,6-1-27,1-6 1,1 7 2,0 0 1,0 0-25,-1-8 0,1 1-6,0 0 0,0 0 4,-1-1 0,-6-6-5,0 0 0,-3-3-123,3 3 1,-5 2-7,-10-10 1,8 8 42,-1-8 0,8 1 64,-7-7 1,6-1-7,-6 1 1,7-3 45,-8-5 0,1 5 122,-8-4 0,-9 4-75,-4 2 0,-6 1 156,-1-1 1,-4 1-106,-3-1 1,-6 1-21,-9-1 0,2-2 95,6-4 0,-6 4-49,5-5 0,-5 3 16,-2-2 0,0 1-75,0-8 0,-2 6-11,-5-7 1,5 3 17,-6-3 1,-3-4-12,-4 4 0,4 3 30,-4-3 1,-1 10-26,-12-2 1,4 4-23,-4 2 1,-5 1-31,-3-1 1,3 1 5,-2-1 0,-1 1-6,-6-1 0,-8 3-103,1 5 1,-3-3 83,2 9 1,-4-8-123,-10 1 0,5 6-87,-5 1 1,3-4 176,-17-2 1,32 18 0,-3 1 5,-3-2 1,-2 0 0,-1 2 0,-1-1-286,3 0 1,0-1 0,-9-2 0,-1 0 174,-4 1 1,-1 2 0,-3 1-1,-2 2 35,-1-1 1,-1 1 0,2-1 0,0 0-74,2 0 0,0 1 0,-2 0 0,0 0-248,3 3 1,-2 1 298,-24-6 0,-1 1 1,24 6-1,2 1-79,-12-3 0,3 1 0,16 6 0,3 1-67,3-1 0,2 1 0,0 1 0,1 2-602,-44 0 0,0 11 185,21 11 1,5 11 695,2 16 0,7-6 0,7 13 0,6 6 0</inkml:trace>
  <inkml:trace contextRef="#ctx0" brushRef="#br0" timeOffset="8386">11986 8118 8106,'9'-21'-426,"-6"7"2410,4 0-995,-5 9-19,-2-5-546,0 10 0,0 3 126,0 4 0,-7 5-26,0 9 1,-9 3-153,1 4 1,-4 5 17,-2 9 1,0-6-143,0-1 0,-1 3 0,1 12 0,-7-13-68,0 6 0,-8-5-71,8 4 0,-3-2 21,3-4 0,11 2-242,-4-10 1,7-7-1237,0-7 203,4-9 400,10 4 1,3-11 289,4-5 1,7-7-106,14-14 1,-4 2 101,4-10 1,3 1 1,-3-8 1,8-2 220,-8-4 1,3 4 264,-3-5 0,-7-2 71,0 3 0,1-1 53,-8 8 0,-5 2 403,-2 4 1,-4 13-10,-3 8 333,9 11-452,-6-6 0,6 13 324,-9 4 1,7 4-204,0 11 0,7 1 39,-7 6 0,8 4 22,-8 9 1,7 3-162,-7 5 1,7-5-166,-7 4 0,7-2-83,-7 3 1,8-5-30,-8 4 0,2-4-52,-2-2 0,-4-8-145,4 1 1,2-10-791,-2 2 480,10-5-1400,-15-1 193,17-10-372,-17-3 1257,8-18 1,-10-3-8,0-10 1,0 1-105,0 0 1,-7 0 766,0-1 0,-29-17 0,-11-9 0,0-4 0,-1 0 0</inkml:trace>
  <inkml:trace contextRef="#ctx0" brushRef="#br0" timeOffset="8553">11710 8543 8077,'-22'0'0,"1"0"0,0 7 1692,0 0-553,9 0-442,2-7 1,15 0-234,9 0 1,3 0-2,18 0 0,8 0-215,6 0 0,1-7-168,-8 0 1,-1-2-100,-6 2 0,3 4-337,-10-4 1,0-2-935,-6 2 0,-1 0 643,0 7 0,-7 0 647,1 0 0,-39 9 0,-2 3 0</inkml:trace>
  <inkml:trace contextRef="#ctx0" brushRef="#br0" timeOffset="9069">12857 8118 8106,'10'-12'796,"-8"-7"0,10 17 12,-5-5-79,-5-5 309,8 10-689,-10-8 1,-3 13-57,-4 4 0,-2-2-37,-5 9 0,-5-7-4,5 7 0,-12-2-112,-3 2 1,1 5 29,7-5 1,-8 3-120,1-3 1,-10 5 71,3-5 0,4 5-255,3 2 1,-3-2 131,3-5 0,-1 5-50,8-5 0,9-2-83,5 2 0,5-7 56,2 7 4,0-9 1,9 7 44,6-5 1,6-5 47,7 5 0,3-4 18,4-3 1,5 7 10,-4 0 0,-3 0 14,2-7 1,-9 7 8,3 0 1,-6 7-32,-1-7 0,-1 8 9,0-8 1,0 7 189,1-7 0,-11 9 153,-4-1-114,5 3 0,-9 4-130,4-1 1,-5 0 104,-2 0 1,-2-2-57,-5-4 0,-5 3 89,-9-3-225,-1-6 0,-34 0 124,-1-9 1,-9 0-498,30 0 0,6-7-98,1 0 1,-1 0-298,1 7 1,1-7 55,7 0 0,7-2-1601,-1 2 1240,11 4 1,4-9 1010,14 5 0,39 1 0,17 0 0,5-4 0,1-1 0</inkml:trace>
  <inkml:trace contextRef="#ctx0" brushRef="#br0" timeOffset="9651">13240 8182 8041,'0'-21'-59,"0"7"377,0-1 1,0 8 501,0-7 1,0 7 259,0-7-209,0 9-100,0-14-505,9 17 0,3-8-66,9 10 1,1 0-19,-1 0 1,2 0-138,6 0 1,-3 0 126,9 0 1,-7 0-142,8 0 1,-10 8 92,2-1 1,1 2-192,-8-2 0,5-2 126,-12 9 0,-5-7 170,-2 7-76,-4 0 0,-3 8-40,0-1 1,-10 0 9,-4 0 1,-12 3-71,-2 4 0,-8-9-131,8 10 1,-3-15 130,3 14 0,5-16-193,-6 9 14,6-4 0,4-3-40,5 0 36,4-9 0,15 4 55,9-9 0,2 0-16,20 0 1,-1 0 107,8 0 1,-1 0 0,1 0 0,-3 0 73,-5 0 0,3 10 221,-9 4 1,-1-2 168,-7 2 1,-2 7-198,-5 7 1,-4 3 52,-10-3 0,0-2 38,0 10 0,-10-8 69,-4 8 1,-7-10-143,-8 2 1,-4-5-37,-9-1 0,-1-3-107,1-5 0,-1 2-140,1-9 1,2 0-366,4-7 0,-4 0 229,5 0 0,4-7-498,3 0-342,4-9-839,12 4-48,3-9 321,9-1 1,9 8 573,5 0 949,5 9 0,12-4 0,2 9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5:48.380"/>
    </inkml:context>
    <inkml:brush xml:id="br0">
      <inkml:brushProperty name="width" value="0.08571" units="cm"/>
      <inkml:brushProperty name="height" value="0.08571" units="cm"/>
    </inkml:brush>
  </inkml:definitions>
  <inkml:trace contextRef="#ctx0" brushRef="#br0">0 335 7852,'84'5'0,"-1"0"0,1-1 0,0 1 0,0 0 0,-1-1 0</inkml:trace>
  <inkml:trace contextRef="#ctx0" brushRef="#br0" timeOffset="2677">753 112 7638,'16'-12'982,"-4"9"-271,-12-10-214,0 13 8,0-12-31,0 9-265,0-10 1,-3 13 112,-6 0 54,6 0-172,-22 0-78,10 0 0,-13 0-114,0 0 1,9 0 58,1 0 0,-1 3-88,-9 7 1,0-4 99,0 12 1,0-11-85,0 2 0,-9 6 38,0 4 0,0-3-88,9 2 0,-9-2 103,-1 2 1,1 7-13,9-6 0,10 5-11,-1 4 0,4 3-2,-4 7 1,-3-7-4,13 6 1,-10-3-29,10 3 1,0-6-5,9 6 0,0-6 15,0-3 1,0 0-8,0 0 1,0 0 10,0 0 0,0 0-16,0 0 1,0 0 1,0-1 0,12 1 0,7 0 1,-4-9-4,4-1 0,-4 1-5,4 9 0,6-9-2,-7-1 1,7-9-48,3 10 0,0-10-11,0 10 1,9-10 34,0 10 0,4-13-12,-4 3 1,-3-6 35,12-3 0,-8 0 12,8 0 0,-9 0 2,10 0 0,-10-3 38,10-6 0,-4 3 14,4-13 1,5 1 7,-5-10 0,-4 0 16,4 0 0,-4 0-26,4 0 0,2 0 12,-12 0 0,4 0 131,-4 1 1,-6-1-40,6 0 0,-15 0-28,-4 0 1,-2 0-10,3 0 1,-4 0 4,-6 0 0,-6 0-57,7 1 0,-7-4 0,-3-7 1,-9 13-16,-1-12 0,-11 12-7,2-12 0,-6 3-124,-3-3 1,0 6 40,0-6 1,1 6-51,-1 3 0,-13 0 58,-5 0 0,2 0-133,-2 0 1,2 10 96,-2-1 0,-7 13-13,7-3 0,-7 5-370,-3 4 278,-24 38 1,27-26-357,-12 25-229,12-12 161,10 3 1,5 0 7,20 0 0,-7-10-184,6 1 1,4-4 173,-4 4 0,10 6 154,-10-7 0,13-2 443,-3 3 0,31-1 0,9 10 0</inkml:trace>
  <inkml:trace contextRef="#ctx0" brushRef="#br0" timeOffset="3020">307 279 7870,'56'0'0,"0"0"0</inkml:trace>
  <inkml:trace contextRef="#ctx0" brushRef="#br0" timeOffset="3294">391 252 7876,'-16'-4'-8,"7"-5"0,3 6 800,-4-6-220,7 6 1,-9 3-45,12 0-251,0 0 1,12 0-84,7 0 1,-4 3-84,4 6 1,0-3 20,8 13 1,1-10 42,0 10 1,9-1-132,1 10 0,-1 0 91,-9 0 0,9 0-30,0 0 1,10 9-22,-10 0 1,9 1-120,-8-11 1,11 11 122,-2-1 0,-7 3-93,-3-3 1,4-15-60,-4 6 0,-3-6 48,-16 6 1,4-10-125,-12 1 170,11-13-27,-18 6-67,10-12-89,-13 0 1,-10-3-64,1-6 0,-13 3-243,4-13 1,2 4-479,-2-4 1,-1-3 135,-9 13 0,10-13 801,-1 4 0,-24-19 0,-16-7 0</inkml:trace>
  <inkml:trace contextRef="#ctx0" brushRef="#br0" timeOffset="3652">1200 224 7892,'18'-19'7,"1"0"164,0 13 1,-1-15 845,1 11-69,-13 1-160,7 9-43,-13 0-489,0 0 1,-13 12-1,-5 7 1,2 6-62,-3 3 1,-2 0 26,-17-1 1,7 1-58,-6 0 0,-3 9-104,3 1 0,-10-1-89,10-9 0,-13 9-51,4 0 1,-7 0 14,-3-9 0,10 10 61,-1-1 1,-5 0 20,-4-9 1,-3 0 24,22 0 1,-10 0 4,10-1 1,0-2 48,9-6-31,0 6 0,9-19-189,1 12 23,12-11-334,-7 5 205,13-12-169,0 0 66,13 0 1,2 0-290,13 0 0,-9 0-46,-1 0 0,1-9-353,9-1 1,-10 1 1019,1 9 0,37-12 0,18-4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5:53.524"/>
    </inkml:context>
    <inkml:brush xml:id="br0">
      <inkml:brushProperty name="width" value="0.08571" units="cm"/>
      <inkml:brushProperty name="height" value="0.08571" units="cm"/>
    </inkml:brush>
  </inkml:definitions>
  <inkml:trace contextRef="#ctx0" brushRef="#br0">28 85 7767,'0'-16'571,"-3"1"-112,-6 5-2,6 7-113,-10-9-161,13 12 1,0-3 117,0-7-266,0 7-71,0-9 236,0 12 128,0 0-262,13 12 1,-7-5 1,12 11 0,-8-12 87,8 4-81,1 5 1,9 1-36,0 12 0,0-10-7,0 1 0,-1-4-7,1 4 1,0 6 2,0-7 1,0 7-87,0 3 0,0-9 41,0-1 0,9-2-12,0 2 0,0 7 15,-9-6 0,0 2-11,0-2 0,0 6 43,0-7 0,9 7-14,0 3 0,4-9 45,-4-1 1,-6 1-1,6 9 0,3-10 10,-2 1 1,8 0-7,-9 9 0,4-4 10,-4-5 0,-3 6-6,12-7 1,-11 4 3,2-3 1,3 5 28,-3-5 0,4-3-39,-4 2 0,-6-2-33,6 2 1,-6 7 13,-3-6 0,0-4-1,0 4 0,-10-13 11,1 3-10,-13-6 69,6 10-11,-12-10 102,0 9-115,0-12-119,0 0-157,0-12 25,0 9 0,-3-10-761,-6 13-238,6-12-491,-22 9 1664,22-10 0,-84-11 0,-6-7 0</inkml:trace>
  <inkml:trace contextRef="#ctx0" brushRef="#br0" timeOffset="908">1954 1061 7797,'0'-28'-1673,"0"10"2303,0-1 1246,0 13-669,0-6-313,0 12-481,0 0 0,12 0-170,7 0 1,-4 9-13,4 0 0,-1 13-68,10-4 0,3-2 0,6 3 0,-6-1-10,7 10 0,-4 0 27,3 0 0,-6 0-214,6 0 0,3 0-59,-2 0 1,-1-1-11,-9 1 1,0 0 41,0 0 0,-10-3-67,1-6 1,-10 2 3,10-11 1,-13 2-398,3-3 200,-6-6 90,-3 10 0,0-16-826,0-7 1,-12-2 212,-7-7 1,4-5-574,-4 5 1417,1-6 0,-23-28 0,-2-5 0</inkml:trace>
  <inkml:trace contextRef="#ctx0" brushRef="#br0" timeOffset="1217">2484 1061 7833,'3'-25'-60,"6"7"327,-6-7 16,22 10 0,-22-4 130,6 0 0,-2 13 208,2-3 203,-6 6-310,9 15-144,-12 4 1,0 12-30,0-1 0,0 1-85,0 0 0,-12-3-44,-7-6 0,-5 12-38,-4-13 0,0 13-80,0-12 0,0 6 66,0 3 0,0 0-150,0-1 1,0 1 53,0 0 1,1-9-36,-1-1 1,3 1-135,6 9 1,-2-9 112,11-1 1,-8-9-97,8 10 1,-8-10-237,8 10-80,1-13 28,9 7-332,0-13-347,0 0 89,13 0 0,-7 0-200,12 0-424,-11-13 1590,5 10 0,13-34 0,6 6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5:56.458"/>
    </inkml:context>
    <inkml:brush xml:id="br0">
      <inkml:brushProperty name="width" value="0.08571" units="cm"/>
      <inkml:brushProperty name="height" value="0.08571" units="cm"/>
    </inkml:brush>
  </inkml:definitions>
  <inkml:trace contextRef="#ctx0" brushRef="#br0">3516 168 7871,'0'-15'-1385,"-3"-7"1609,-6 13 1192,6 0-462,-10-4-188,13 10-113,0-22-231,-12 22 0,9-9-103,-10 12 27,13 0-158,-12 0 0,6 0-14,-13 0 0,10 0-78,-10 0-49,1 12 1,-10 4-53,0 12 0,0 0 119,0-1 0,3 1-24,7 0 0,-7 9-53,6 1 1,4-1 1,-4-9 0,10 9-18,-10 0 0,13 3-4,-3-2 1,6-7-2,3 6 1,0 3 0,0-3 0,0 1-5,0-11 0,0 11 11,0-1 1,9 0-14,0-9 0,10 0-24,-10 0 1,13-3-2,-4-7 0,7 7-2,3-6 0,0 2-3,0-2 0,3 6-6,6-7 0,-3-2 23,13 2 1,-10-8 2,9 8 1,-8-11 23,8 2 0,1 3 2,8-2 1,-8-1 14,0-9 0,-10 0 9,9 0 0,-9 0 39,10 0 1,-13-3 11,3-7 0,-3 4 118,4-12 0,-4 2-30,12-2 0,-9-10-45,10 0 0,-10 0-88,10-9 1,-4-7-14,4-2 0,-4 2 29,-6-2 1,-6 2 5,6-2 0,-6-7-56,-3 7 0,-9 2-21,-1-2 1,-11 12-51,2-4 0,-6-2-8,-3 3 0,-3 0 34,-6 9 1,-7 0-4,-12 0 0,0 0-7,0 0 1,-3 10-64,-6-1 0,6 0-170,-6-8 1,-6 8 96,-4 0 1,-3 4-65,4-4 0,-4 4-22,13 5 1,-12 4 44,2-12 1,-3 11 29,4-2 1,-7 6-25,7 3 1,-7 0-84,-3 0 0,0 9 54,1 1 0,-1 8-14,0-9 0,0 13-70,0-3 1,13 6-234,6 3 1,3-1-1102,-4 1 1143,20 0 1,-7 0 507,25 0 0,62 25 0,16 6 0</inkml:trace>
  <inkml:trace contextRef="#ctx0" brushRef="#br0" timeOffset="426">3488 336 7924,'0'-16'-2004,"0"-8"4252,0 5-1497,0 7 1,0-4 323,0 7-373,13 6-311,-10-10 0,12 16-174,-5 7 1,2 5 0,7 13 0,5 0-44,-5 0 1,6 0 13,3 0 1,0 9-91,-1 0 0,1 10 5,0-10 1,3 3-81,7-3 0,-7-6 31,6 6 0,-6-2-90,-3 2 1,0-6 39,-1 6 0,1-12-76,0 3 0,-3-16 88,-6 16 1,-4-16 2,-6 7-552,-5-13-165,8 7-440,-12-13-2022,0 0 1786,-12-13 770,8-2 0,-17-13 604,11 0 0,-11-34 0,-4-16 0,2-5 0,-1-1 0</inkml:trace>
  <inkml:trace contextRef="#ctx0" brushRef="#br0" timeOffset="676">4186 336 7408,'18'-16'-395,"1"7"0,-13 3 1447,4-3 1,-4 5 412,3-5-464,-6 6-477,10 3 1,-17 0-130,-5 0 0,3 12 123,-13 7 0,1 6-174,-10 3 1,-3 0-88,-6 0 0,6 9-83,-7 0 0,-2 3 27,3-3 0,-3-6-161,2 7 1,4 2-37,-12-3 1,9 10-35,-10-10 1,13 3-75,-3-3 0,6-15-139,3 6 1,0-6-101,0 6 1,9-13-269,1-6 0,12-2-792,-4 2 965,7-6 1,16 9-790,5-12 0,7 0 121,3 0 1106,0 0 0,62-37 0,-38 14 0,1 0 0</inkml:trace>
  <inkml:trace contextRef="#ctx0" brushRef="#br0" timeOffset="1426">2874 1006 10413,'0'-16'956,"0"4"0,-12 12-723,-7 0 0,4 9-1,-4 0 0,-9 13-89,-9-3 1,-12-1 77,2 10 0,-6-6-91,-2 15 0,-14 3-105,-5-3 1,-7 10 149,-2-10 1,-1 13-358,0-4 0,38-24 0,-1 0 167,1 1 0,-1 0 1,0-1-1,1 0 21,-38 24 1,1-6-305,-1-12 1,13 0 207,6 0 0,-4-3 107,4-6 1,13 2-87,14-11 1,7 2 356,3-3-305,0-6 1,10 10 675,-1-13-745,13 0 285,-6 0-749,12 0-824,12 0 775,-9 0-1670,22 0 1183,3 0-146,3 0 1232,-3 0 0,-3 12 0,-10 4 0</inkml:trace>
  <inkml:trace contextRef="#ctx0" brushRef="#br0" timeOffset="2443">168 2038 7870,'0'-16'294,"-13"-8"502,10 8-233,-9 1 351,12-10-39,0 22-289,0-10-328,0 13 1,0 3 258,0 7-329,0 5 1,0 13 13,0 0 1,0 0-78,0 0 1,3 0-237,6 0-174,-6 0 1,13 0 92,-7-1-178,-6 1 0,22-3 136,-6-6 0,-4-4-13,4-5 1,-10-7 22,10 6 1,-1-6 59,10-3 1,-9 0 78,-1 0 1,1-12 142,9-7 1,-10-6 182,1-3 0,-10 0-21,10 1 0,-13-1 437,3 0-471,7 0 0,-13 0 37,6 0 1,-2 9 250,2 1 164,-6 12-620,9-7 141,-12 13 1,0 3 175,0 7-270,0 5 0,0 16-8,0 6 0,0-6 37,0 7 0,-3 2-29,-6-3 1,6 3-25,-6-2 0,5-7-77,4 6 1,0 3 3,0-3 1,0 13 87,0-4 0,0-2-44,0 2 1,-9-9 1,0 10 0,0-10 7,9 10 0,0-10-23,0 9 0,0-8-6,0 8 1,-4-12 21,-5 3 0,6-6-5,-6-3 0,6 0-110,3 0 1,0 0 82,0 0 1,0-9-28,0-1 27,-13 1 12,10-4 1,-22-2 3,7-13 0,2 0 4,-2 0 1,-1 0-36,-9 0 1,-9-10-2,0 1 0,-1-13 43,11 4 1,-4-7 37,-7-3 1,17 0 2,-7 0 0,6 0-8,-6 0 0,13-9 97,5 0 1,7-3-66,3 3 1,13 2 10,5-11 1,10 9-46,9-10 1,7 10 15,12-10 1,-1 4-94,1-3 1,9 2 88,0 7 1,-9 6-202,-9-6 0,-4 9-108,4 9 1,-7-2-455,-12 11-302,0 1-645,0-3 368,-13 8 446,-2-8 0,-17 21 844,-5 1 0,-44 11 0,-21-5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6:04.296"/>
    </inkml:context>
    <inkml:brush xml:id="br0">
      <inkml:brushProperty name="width" value="0.08571" units="cm"/>
      <inkml:brushProperty name="height" value="0.08571" units="cm"/>
    </inkml:brush>
  </inkml:definitions>
  <inkml:trace contextRef="#ctx0" brushRef="#br0">140 977 7790,'-28'0'-943,"0"12"1297,0-9 1,9 10 14,1-13-32,12 0-207,-7 0 25,13 0 0,3 0 2,7 0 0,-4 0 132,12 0-160,1 0 0,9-3 26,0-7 1,3 7 31,6-6 1,-6-4-8,6 4 0,4-9-3,-4 8 1,12-8 5,-2 8 0,-4-8-58,4 8 0,-13-2-68,3 3 0,3 6 21,-2-7 0,-1 4-226,-9-3-114,-13 6 83,10-10-67,-22 13 122,10 0 1,-17 0-211,-5 0 0,3 3-387,-13 7 184,1-7 0,-7 12-455,6-5 385,-5-7 1,17 9 606,-11-12 0,12 13 0,-7-10 0,13 9 0</inkml:trace>
  <inkml:trace contextRef="#ctx0" brushRef="#br0" timeOffset="874">1368 0 7886,'-19'0'-135,"0"0"47,13 0 1,-9 0 663,5 0 35,7 0 178,-9 0-240,-1 0-26,10 0 4,-21 0-264,8 0 1,-3 0-112,1 0 1,9 0 304,-10 0-333,0 12 0,-9 1-2,1 5 1,-1 4-88,0-13 1,0 13 72,0-3 0,0 6-33,0 2 1,0 1-8,0 0 0,10 0-119,-1 0 0,0 3 3,-8 6 0,8-6 76,0 7 1,10-4-98,-10 3 1,13-6 2,-3 6 1,6-6 43,3-3 1,0 9 39,0 0 0,0 1-11,0-11 0,3 1-19,6 0 1,-3-3-8,13-6 0,-10 6-1,10-7 1,-10-2 4,10 2 12,-1 1 0,10 6-3,0-7 0,-9 4-2,-1-13 1,1 10 6,9-10 1,0 4-1,0-4 1,3-6-3,6 6 1,-6-6-1,6-3 0,4 0-45,-4 0 0,9 0-7,-9 0 0,10 0 41,-10 0 0,0-3 30,-9-6 1,0 3 1,0-13 1,3 10 14,6-10 0,-15 1 8,6-10 0,-6 0 27,6 0 1,-10-3 19,1-6 0,-4 6 5,4-7 0,3-5 8,-13-3 1,9 2-61,-8-2 1,-1 8-41,-9-8 0,0 9-8,0-10 1,0 13-27,0-3 1,-12 6-129,-7 3 1,4 0 85,-4 0 0,0 10-61,-9-1 0,1 10 88,-1-10 1,-3 13-153,-7-3 1,-2-4-387,-6 4 0,-7 0 103,6 9 1,4 0-139,-4 0 1,1 0 47,-10 0 0,13 3-65,6 6 1,-4-3 308,4 13 0,0-10 329,9 10 0,-25 49 0,24-23 0,-1 0 0</inkml:trace>
  <inkml:trace contextRef="#ctx0" brushRef="#br0" timeOffset="1456">837 391 7886,'-15'0'1088,"-10"0"-503,22 0-182,-9 12 0,12-6-36,0 13 1,9-10-86,0 10 0,13-10-69,-4 10 0,7-10-1,3 10 1,3-4-6,6 4 0,4 6-27,5-7 1,-2-2-23,-7 2 1,3 1-86,7 9 0,5 0-69,-5 0 0,-4-1-68,4 1 1,-4 0-8,4 0 1,2-9-14,-12-1 0,1-2-149,-10 3 0,-4-4-182,-5-6-368,6-6 0,-22 10 505,9-13 1,-15-13-534,-6-5 1,-3 2 309,-7-2 1,-6-4-88,7-15 1,-4 6 232,3-6 0,-6-4 355,7 4 0,2-13 0,-2 4 0,11 3 0,-2-4 0,3 4 0,-3-4 0,6-2 0,-7 11 0,7 1 841,3 9-412,0 0 1176,0 0-313,0 13-673,0 2 0,-3 13-203,-6 0 1,3 13-44,-13 6 0,10 15-30,-10 3 0,0 9-115,-8-8 1,-11 11 100,1-2 0,0 5-159,9 4 0,0 0-118,0 0 1,0-4 61,0-5 0,1 6-154,-1-7 1,9-2 52,0 2 1,4-12-339,-4 3-130,-5-6 184,20-3-801,-8-12-167,12-4 409,0-12 1,0-12 108,0-7 1,12 4-304,7-4 0,-3 4 1024,2-4 0,13-43 0,13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6:02.578"/>
    </inkml:context>
    <inkml:brush xml:id="br0">
      <inkml:brushProperty name="width" value="0.08571" units="cm"/>
      <inkml:brushProperty name="height" value="0.08571" units="cm"/>
    </inkml:brush>
  </inkml:definitions>
  <inkml:trace contextRef="#ctx0" brushRef="#br0">503 249 7849,'0'-28'-26,"0"9"358,0 0-109,0 13 0,0-9 33,0 5 0,-3 7 167,-6-6-79,6 6 62,-10 3-53,13 0-187,-12 0 1,6 0-46,-13 0 143,13 0-188,-19 0-91,9 12 0,-11 1 83,-1 5 1,9 7-59,0-6 1,10 6 75,-10 2 0,4-8-23,-4 0 0,-5-1-21,5 10 0,3 0-84,-2 0 1,2 9 37,-2 0 0,-4 1-13,13-11 1,-10 1-34,10 0 1,-10 0 78,10 0 1,-10 9-50,10 0 0,0 1 36,9-10 1,0 0 5,0-1 1,0-8 18,0 0-15,12-1 1,4 10-13,12 0 0,-1-12 1,1-7 1,0 6 3,0 4 0,0-7 0,0-2 1,0 2-44,0-3 1,0 4 24,0-4 1,0-6-6,-1 6 0,1-5-30,0-4 0,0 0-13,0 0 0,3 0 39,6 0 1,-6 0-4,6 0 0,7-4 20,2-5 1,-2 6-19,2-6 0,-12-4 121,4 4 0,2-10-64,-3 10 1,0-9 100,-9 8 1,0-8-48,0 8 1,-9-8 131,-1 8 0,1-11-138,9 2 1,-10-6 9,1-3 1,0 1-28,8-1 0,-2 0 20,-6 0 0,3-3 46,-13-6 0,3 2-100,-2-11 0,-7 12-19,6-3 0,-6-7-25,-3-2 0,-12 2-117,-7-2 1,-6 2 27,-3-2 1,-3 3-128,-6 5 1,3 7-172,-12-6 1,2 9 155,-2 10 0,-7-4-100,6 13 0,-5-4 30,-4 4 0,3 6-46,7-7 0,-7 10 53,6 10 0,-5-4-80,-4 13 1,13-4-16,5 4 1,7 5-164,3-5 0,4 15 115,5 3 1,-3 1 435,13-10 0,25 49 0,15 13 0</inkml:trace>
  <inkml:trace contextRef="#ctx0" brushRef="#br0" timeOffset="40">475 472 7850,'-84'28'0</inkml:trace>
  <inkml:trace contextRef="#ctx0" brushRef="#br0" timeOffset="425">364 304 7853,'-28'0'-1381,"12"0"3203,-9 0-788,22-12-325,-22 9-119,22-10-35,-9 13-278,12 0 0,3 0 274,6 0-303,7 13 1,12 2-71,0 13 1,9 0-51,0 0 0,3 0-113,-2 0 0,-4 3 105,12 6 1,-2-6-188,2 6 1,7-3-33,-7 4 1,4-7 29,-4 6 1,4-6 43,-13-3 0,10 0 7,-10 0 0,0-10-83,-9 1 15,0-13-291,0 19 216,-13-22-288,-2 9-210,-13-12-455,0 0 798,-13-12 0,1 6 125,-7-13 1,4 13 190,6-3 0,-19-57 0,-16-11 0</inkml:trace>
  <inkml:trace contextRef="#ctx0" brushRef="#br0" timeOffset="467">1033 695 7899,'28'-70'0,"0"0"0</inkml:trace>
  <inkml:trace contextRef="#ctx0" brushRef="#br0" timeOffset="700">1117 416 7899,'0'-28'-347,"0"0"1,0 10 1964,0-1-973,0 13 1,-9-10 429,-1 7-296,1 6-373,-3-10 0,5 23-108,-11-1 1,9 13-49,-10-4 0,3 7-32,-2 3 1,-7 0-1,6 0 0,-9 3-144,-9 6 0,6-3-3,-6 13 0,-6-10-139,-4 9 0,-2-12 17,2 4 0,-6 2-118,7-3 0,-7 4-8,-3-4 1,4-6-110,5 6 1,7-6 108,12-3 0,0-10-315,0 1-746,13-13 548,2 19 0,16-22-246,7 6 0,8-9 360,19-9 1,-6 3 575,7-13 0,42-24 0,-35 13 0,0 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6:07.446"/>
    </inkml:context>
    <inkml:brush xml:id="br0">
      <inkml:brushProperty name="width" value="0.08571" units="cm"/>
      <inkml:brushProperty name="height" value="0.08571" units="cm"/>
    </inkml:brush>
  </inkml:definitions>
  <inkml:trace contextRef="#ctx0" brushRef="#br0">140 279 7201,'-18'-9'-668,"-1"0"2011,13-1-972,-7 10 1,10 0 44,-6 0-16,6 0-224,-10 0 1,16 0-51,7 0 0,-4 0 46,13 0 1,-10 0-14,10 0 1,-1 3-86,10 7 1,-9-7-74,-1 6 0,1 4-3,9-4 1,3 9 29,6-8 1,-6 8-38,6-8 1,-6 8 37,-3-8 1,0 8-98,0-9 0,-10 10 87,1-10 1,-10 4-144,10-4 46,-13-6-198,7 10-306,-13-13 1,-4 0-26,-5 0 0,-3-4-249,-7-5 1,-6 3 855,7-13 0,-7 13 0,-28-31 0,-6 6 0</inkml:trace>
  <inkml:trace contextRef="#ctx0" brushRef="#br0" timeOffset="433">56 84 7780,'-15'-13'-507,"2"7"-70,13-12 0,-9 8 2063,0-8-324,0 12-315,9-7-279,0 13 96,0 0-519,12 0 0,3 13-1,13 5 0,0-2 44,0 2 1,0 1-118,0 9 0,0 0-160,0 0 1,-3-10-14,-7 1 0,7-4-432,-6 4 122,5 6-393,4-10-30,0 13-350,-12-12 255,9-4 49,-22 0 881,9-8 0,-37-4 0,-6-16 0</inkml:trace>
  <inkml:trace contextRef="#ctx0" brushRef="#br0" timeOffset="1032">726 419 7756,'16'-19'230,"-7"1"1,-3 11 428,3-2 1,-5 3 223,5-3-238,-6 5-140,-3-8-320,0 12 0,-3 0-69,-6 0 0,2 0 230,-11 0-227,-1 0 0,-9 9 51,0 1 1,0 2-134,0-3 1,1-2 5,-1 11 0,-10-2 58,1 2 1,-3 4-107,3-13 0,6 13 72,-6-3 1,2-4-12,-2 4 1,6-1-6,-6 10 0,6-9-90,3-1 0,0 1 74,0 9 1,10 0-99,-1 0 1,13 0 48,-3-1 1,5 1 8,4 0 0,0 0-16,0 0 0,4 9-13,5 1 1,3-1-11,7-9 1,6 0 12,-7-1 1,10-2-5,9-6 1,-6 6 23,7-7 1,-7 4-5,-3-3 1,3 2 11,6-11 0,-6 8 14,6-9 1,-3 1 4,3-10 1,-6 0 13,6 0 0,4 0 84,-4 0 1,0-3-77,-9-7 0,9-5 11,1-13 0,-1 0 35,-9 0 1,3 0 7,6 0 0,-6-9-27,6 0 0,-6-3 11,-3 2 1,0 4 0,0-12 1,-13 9-54,-5-10 1,-4 10 0,3-10 0,-6 4-28,6-4 0,-5 7-122,-4 12 1,-13 0 86,-5 0 1,2 1-131,-3-1 0,1 12 68,-10 7 1,-9-4-14,0 4 0,-13 0-144,3 9 1,4-9-33,-3-1 1,-10 1-192,-9 9 0,-1 0-102,11 0 1,2 0-323,6 0 0,-2 9 298,12 1 1,-1 8-600,11-9 1205,11 13 0,16 56 0,8-26 0,0 1 0</inkml:trace>
  <inkml:trace contextRef="#ctx0" brushRef="#br0" timeOffset="1374">308 558 7368,'-16'0'817,"4"0"1,9 0 508,-7 0-486,7 0-34,-9 0-515,12 0 1,0 3-66,0 7 1,9-4-76,0 12 0,13-8 26,-3 8 1,5 1-23,4 9 1,3 0-102,7 0 0,-4 0 23,12-1 0,-9 11 7,10-1 0,-10 0-76,10-9 0,-10 0 33,9 0 1,-12 0-275,4 0 97,-7 0-277,-3-1 56,-1-11-349,-11-4-368,-4-12 1,-15-12 306,-6-7 1,3 4 44,-13-4 0,10 1 206,-10-10 0,10 0 516,-10 0 0,13 0 0,-11-24 0,-3-11 0,4-5 0,1 0 0</inkml:trace>
  <inkml:trace contextRef="#ctx0" brushRef="#br0" timeOffset="1626">894 530 7324,'15'-12'-187,"-3"9"0,-12-13 2430,0 7-1040,0 6 2,0-9-123,0 12-644,-12 0 1,-3 0-28,-13 0 1,9 12-179,0 7 1,-8 15-14,-11 3 0,1 9-40,9-8 0,-12 11-93,-7-2 1,4-4 32,-4 4 1,10-4-125,-9 4 0,9 2-146,-10-12 1,13 1-97,-3-11 1,9 1-456,9 0 235,-6-12-93,22-4-56,-9-12 1,24 0-525,7 0 1,6-9 343,3 0 795,12-13 0,4-13 0,5-8 0,10-9 0,0-1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6:31.922"/>
    </inkml:context>
    <inkml:brush xml:id="br0">
      <inkml:brushProperty name="width" value="0.08571" units="cm"/>
      <inkml:brushProperty name="height" value="0.08571" units="cm"/>
    </inkml:brush>
  </inkml:definitions>
  <inkml:trace contextRef="#ctx0" brushRef="#br0">614 196 7559,'19'0'-1316,"-1"0"1855,-12 0-306,19-12 1,-19 8 97,13-5 1,-13 3-8,3-3 0,-5 2 24,-4-11 241,0 12-396,0-19 1,0 19 200,0-13-40,0 13-283,-13-19 1,-2 19 63,-13-13 1,9 13-137,1-3 1,-1 6 1,-9 3 0,-3 0 292,-6 0-325,-14 16 1,-4 5 0,-13 1 52,21 0 1,1 2-1,-10 10 30,28-6 0,1 0 24,-1 0 0,0 0-9,0 0 1,9 9-37,1 0 0,11 0-8,-2-9 0,6 0-17,3 0 1,0 3-9,0 6 0,0-6-28,0 6 0,3-6 55,6-3 0,-2 0-5,11 0 1,1 0 4,9 0 0,0 0-10,0 0 1,-1-3-9,1-7 0,0 7 1,0-6 1,3 2-33,6-2 0,-6 3 42,7-13 0,2 3-38,-3-2 1,10-7 23,-10 6 1,9-6-5,-8-3 0,8 0 36,-9 0 1,13-9-2,-4-1 0,-2-11 3,2 2 1,-12-6 9,4-3 0,2 1 105,-3-1 0,0 0-119,-9 0 0,-3-3 102,-6-6 1,5 3-96,-5-13 1,-7 13 10,-2-3 0,-7-4-40,-3 4 1,0-12-27,0 2 0,-13 4 6,-5-4 0,-16 10-127,-4-10 1,-2 13-8,3-3 1,3 6 76,-13 3 1,4 0-170,-4 0 1,-5 10 120,5-1 1,-2 13-142,2-3 0,-6 6-197,7 3 0,-7 3-273,-3 6 1,4 7 32,5 11 692,7 1 0,0 50 0,-4 12 0</inkml:trace>
  <inkml:trace contextRef="#ctx0" brushRef="#br0" timeOffset="509">307 335 7504,'0'-18'545,"0"-1"0,0 10 190,0-10 56,0 13-488,0-19 1,-9 19 458,-1-12-442,1 11 208,9-5-379,12 12 1,4 0 17,12 0 1,-6 3-115,5 6 1,-5 7 59,15 12 0,4 0-136,-4 0 1,12 9 83,-2 0 0,6 13-123,3-4 0,-4-2-64,-5 2 0,2-9 125,-11 10 0,2-13-146,-3 3 0,-6-6-18,6-3 1,-15-3-385,-3-7 260,-13-5 60,6-1 0,-12-12-67,0 0 0,-9-12-251,0-16 1,-13 0-109,3 0 0,-6 0 162,-2 0 1,8-12 191,0-7 0,13 4 136,-3-3 0,-4 11 111,4-2 0,0-3-36,9 3 0,0-10 36,0 10 0,0 0 422,0 9 405,12 0-63,4 0 468,-1 0-604,-2 50 1,-20-13-128,-11 38 0,-1-13 154,-18-6 0,3 0-100,-3-1 0,-4 5-213,-5 5 0,-7-3-18,7 12 1,-7-8-1,-3 8 0,3-3-8,7 4-195,6 6 1,15-22-565,6 6 1,7-15-656,12-4 186,0 1 1,0 9-226,0 0 1191,0-13 0,62-3 0,15-12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25863 6042 7743,'0'-14'297,"0"0"0,0-1 0,0 1 1,0 0-1,0 0 1800,0-1 0,0 6 11,0 0-1840,0 5 1,0 0 0,0 8 0,-2 6-1,-1 2 128,-2 3 0,-1 5 1,3 4-1,-4 3-52,-1 1 1,4 1-300,-6-1-79,1 7 0,-1-5 1,2 3-1,0-3 1,2-3-506,0-3 0,-4-2 130,6-3-419,-8-10 0,11 10-58,-4-9 1,4-12 337,1-8 22,0-2 1,6-17-1,3 3 1,4-8 0,1-2-380,0-3 1,1-3 1282,-1 0-210,0 6 0,-1-2 1,-2 8-1,-2 3 1308,2 0-672,2 6-434,1 7 0,-1 14 1,-2 11-1,-2 7 0,2 5 998,2 4 0,-3 6-704,-1 0-384,0 7 0,1-10 1,-2 3-1,0-1 1,0-1 139,3 2 1,-3-1-200,1-8-405,-6-4 0,8-5 1,-6-1-1,0-2-2790,1-2-308,-4-4 2487,4-6 0,-6-6 1,0-4-1,-2-2 795,-2-2 0,-31-16 0,-14-5 0,-6-4 0,1 0 0</inkml:trace>
  <inkml:trace contextRef="#ctx0" brushRef="#br0">25834 6184 7783,'0'8'1752,"2"-2"1,2-6-1287,4 0 1,7 0 0,0 0-1,4 0 131,5 0 0,0-1-769,4-4 1,-1 2 0,11-5-1,1 0-282,2 0 1,2-1-2001,0-6 1906,-1 1 0,1 5 1,-2-1-1,-5-1 0,-6 0 548,-4 2 0,-10 1 0,-2 3-85,-6 4 0,-10-6 1,-3 7 726,-4 0 0,-10 0 41,-5 0-103,-3 0 1,4 5 0,-1 1 0,-1 1 0,-1 0 747,3 1 1,-3-3-735,7 5-326,1-1 1,-1 5-1,0 0 1,3 1-167,5-1 1,0 0 130,6 0-326,0 1 1,8-1-1,5 0 1,8-1 0,5-4-413,4-4 1,2-4-599,1-1 812,7 0 0,-5-6 0,5-3 1,-2-4-1,-2-3-369,-4-3 0,0-3 655,-8-6-64,0-1 1,-11-5-1,-3-4 1,-4-3-1,-1-2 74,0 0 1,0 7 103,0 3 330,-6 9 1,3 5-1,-5 8 252,2 2 0,1 12-213,5 1-142,0 14 1,0 4 0,0 6-1,0 2 1,0 2 722,0 1 0,0 5-214,0-5-672,0 7 1,5-10 0,-1 3-1,0-5 1,-1-2 162,1-3 1,0-5-1169,5 1 453,1-4 1,4-7-1,2-3 1,1-3-1,3-2-945,3 0 1,-6-7-219,2-2 1290,3-10 0,-6-3 1,3-7-1,-5 3 1,-3 0 23,-1 3 1,-7 5 99,1-1 613,-2 3 1,-2 2 1515,0 0-1554,0 6-281,0 8 0,-5 8 0,1 6 1,-1 0-1,0 1 380,0-1 0,1 5-175,4 0-365,0 0 1,0-5 0,1 0 0,4 0 0,4-1-683,4-4 0,3-1-360,3-3 740,3-3 1,6 2 0,1-8 0,-1-7 0,1-5-366,-1-3 1,0-6 316,1 1 254,-7-3 1,-1-8 0,-7-4 0,0-7 0,-1-5-259,-4 1 0,-3 3 73,-6 9 572,0 3 1,-4 13 0,-3 4 0,-1 7 375,-3 7 0,4 4-93,-3 4-370,7 11 0,-8 7 0,6 6 0,0 1 1,1 1 631,-1 3 0,0 1 1040,5 4-1399,0-3 1,0-2 0,0 0 0,0-1 0,0-2 287,0-2 0,0-4-1002,0 0-733,0-7 0,0 4-2011,0-7 1972,0-6 78,6-2 0,-4-12 0,3-4 1,-4-4-1,-1-5-1700,0-4 0,0-9 2625,0-1 0,0 0 0,-6 6 0,-3 3 0,-2 5 0,-1 3 0,3 2-60,-1 0 1203,-4 6 2577,6 2-1928,2 6-1542,12 6 0,4-4 0,7 4 0,4-1 0,1-1-410,3 0 1,0-3-2,-1-1 32,3 0 1,-6 0-1,4 0 1,-3 0-1,-2 0-593,-2 0 372,-2 0 774,-8 0 0,3 2 465,-7 2 1,-4 4 224,-4 7-893,-7-1 0,9 0 0,-4 0 0,1 0 0,0 1-115,2-1 0,1 0-393,2 0 31,0-6 0,7 3 1,2-6-1,4-2 1,1-1-755,0-2 0,5-7 173,0-2 771,0-4 0,-5-1 0,1-2 0,-1-1 0,-2-2 836,-2 2 1,-2 6-76,-3 1 833,-4 1-957,5 1 1,-7 9-309,-4 13 0,4 4 22,-4 10 0,2-1 0,0 11 0,-2 0 284,2-2 0,1 5-192,2-3-293,-6 3 1,4-3 0,-3-3 0,2-3 0,0-7-59,-2-3-37,-6-3 121,3-5 0,-6-6 0,0-5 1,0-6-1,0-6-15,-1-4 0,1-3-88,0-3-127,6 3 1,-3-12 0,6 1 0,2-5 0,1 1-1284,2 1 1,7 3 269,2 3 319,4-3 0,3 13 0,1-2 0,4 7 0,1 3-3246,3 3 4060,2 1 0,45 15 0,-30-6 0,0 1 0</inkml:trace>
  <inkml:trace contextRef="#ctx0" brushRef="#br0">27896 6113 7856,'0'-14'246,"0"0"1,0-1-1,-2 1 650,-3 0 1,2 0 0,-5 0-1,0 1-18,0 3 0,-1-1-615,-5 7 0,-2-6 0,-1 5 0,-4 2 0,1 3 0,-3 5-198,1 4 0,-1 9-70,-6 1 63,7 6 1,2-8 0,7 6 0,2-3 0,3-1-819,2 2 497,1-6 1,5 1 0,1-8-279,4-2 1,9-1 0,9-5 0,0 0-76,1 0 1,0-6 1086,4-4-429,0-2 1,-4-3-1,-2 0 1,-1-3 0,-4-1 159,-1 2 1,-7 1 463,1 2 281,-7 6-324,3-5 0,-6 13-170,0 0-154,0 7 0,0 9 1,0 1-1,0 3 1,0 1 206,0 0 1,7-3-226,2-3-627,4-1 0,1-1 0,0-2 0,1-3 0,-1-2-2237,0-3 1,0-1 2582,0-2 0,-18-45 0,-6-10 0</inkml:trace>
  <inkml:trace contextRef="#ctx0" brushRef="#br0">29033 5829 7742,'0'-14'565,"0"-1"0,-2 3 3044,-2 2-2580,2-2 1,-4 12 0,6 0-113,0 7 0,-5 8-606,0 4 0,-4-2 0,3 7 0,-1 1-92,1 2 0,0-3 0,2-1 1,0 1-186,1-2 0,1 0-879,2-3 604,0-3 0,5 4 1,3-5-1,3-3 1,6-2-798,4-6 1,1-2-420,1-2 1142,4 0 0,-5-8 0,7-4 1,-1-7-1,1-4-110,-1-2 1,-6-3 449,-3-5 17,-3-4 0,-3-5 0,-2 1 0,-3 3 1,-2 6 684,-3 7 1,-1 4-99,-2 7-301,0 0 1,-5 7 0,-1 7 0,-2 10 438,-3 7 0,4 7-179,3 9-330,-4-3 1,6 10-1,-3-6 1,4 1-1,1 0 385,0-3 1,0-2-509,0-2-192,0-6 0,0 3 0,1-6 1,6-3-537,7-5 0,2-5-1295,7-6 1357,-5 0 0,9-1 0,-4-4 0,3-6 0,-1-6-916,-1-7 0,-2 2 725,1-2 549,-2 7 1,-7-4-1,0 7 1,-1 0 671,-4 0-326,-2-1 231,-7 8 0,0 2 0,-2 10 670,-3 4 0,2 8 625,-6 2-1325,6 0 1,-4-4 0,7-1 0,0 0 0,0 0 416,0 0 0,2-1-1069,3-3 109,-4 2 1,12-6 0,-4 6 0,4-5 0,1 0-371,0-4 0,1-2-215,-1-1 527,0 0 0,-4-1 1,-3-4-1,1-3 1,-1-1-173,-1-1 1,-1 6 92,-5-6 681,0 7 1,0-10 1219,0 4-1034,0-4-293,0 5 1,1-3-146,4 7 0,-2-6-561,7 5 151,-7 1 1,5 4-476,-4 0 1207,4 0-201,0 6 1,3-3-1,-6 7 1,0 1 0,0 1 672,-1 2 1,1-4-424,-5-1-280,6 1 1,-4 4-1,4 0 1,-1 0 0,1 1-192,2-1 1,-3-5 16,4 1-406,1-7 1,4 3-1,0-6 1,1 0 0,-1 0-751,0 0 0,0-1 450,0-4 439,1-3 1,-1-8 0,0-1 0,0-4 0,1 1-223,-1-1 0,-5 2 136,1 5-90,-7 0 1,5 0-479,-3 0 0,-5 6-597,0 3 1141,0 3 1,-12 9 0,6 1 0,0 1 0,-2 1 336,0 1 0,-1 8 0,-6 3 0</inkml:trace>
  <inkml:trace contextRef="#ctx0" brushRef="#br0">30142 6028 7794,'0'-14'706,"-2"-1"0,-1 1 537,-1 0 1,-1 0 0,5-1-429,0 1 0,0 5 2421,0-1-2497,0 7 1,5 8-431,-1 9 168,7 3 0,-7 4 0,3 3 0,1 3 0,0 1 371,3 0 0,-3-4-685,2 0-129,-7-1 1,5 0-1,-5-4 1,2-4-1,-1 0-827,3-1 0,-6 0-1366,4 0-1867,-3-6-3342,4-2 5636,-5-6 1732,6-12 0,-32-55 0,9 22 0,0-1 0</inkml:trace>
  <inkml:trace contextRef="#ctx0" brushRef="#br0">30114 5758 7794,'-7'-21'488,"6"5"0,-6-4 1107,7 6 1634,0 6-166,0-5-2985,0 11-245,7-4 1,-6 8-1,6 1 1,-3 3-1,3 2-980,1 3 1147,-5 8 0,16 35 0,-4 14 0</inkml:trace>
  <inkml:trace contextRef="#ctx0" brushRef="#br0">30313 5985 7811,'0'-14'0,"0"4"2582,0 1 0,0 4-782,0-4 0,1 6-1077,4-2 1,1 10 0,5 6-1,-1 6 234,1 7 0,2-2-350,1 1-523,0 1 1,0 3 0,0-2 0,1-3 0,-3-1-266,-2-4 1,1-6 200,-6-1 21,6-1 1,-8-1 0,5-5-569,-2-6 0,3-6-7,-4-10 59,6 3 1,-8-11-1,5 3 1,0-2-1,-1-3-1178,-1 1 0,3 6 963,-4 3 404,0 3 0,-5 6 0,-2 3-401,-3 0 514,-2 2 130,-8 12 1,7-4 0,4 6 0,2 2-8,2 2 1,8 1 493,6 1-434,0-8 0,13 5 0,-5-6 0,4 0 0,-1 0-233,0-2 1,5-3 50,-6-1 287,-3 0 1,4-6 0,-6-4 0,-2-1 0,-3 0 413,-4 2 1,-4-1-373,-6-4 5,0 0 1,0 0 0,-3 1 0,-5 2 0,-6 3 245,-2 2 0,-1 1-419,-2 5 20,3 0 0,-5 6 1,7 4-1,0 2 1,0 4 78,0 3 1,4-3 355,1 3-403,5 3 1,-2-5 0,6 6 0,2-1 0,2-2-252,6 1 1,7-2 54,2-5-143,7 0 0,-4-6 1,6-3-1,-1-4 1,-2-1-620,-1 0 0,-2-1 314,2-4 436,-4-3 1,-6-8 0,1-1 0,-3-4 0,-2 1-208,-5-1 0,-4 2 968,-1 5-95,0 0 1,0 5 1322,0-1-759,-6 7-669,-2 3 1,0 8 0,3 6-1,4 2 1,-1 1 626,-3 2 1,4 0-442,-4-5-370,3 7 0,2-10 0,0 3 0,0-1-215,0-1 0,0-2 8,0-1-125,0-6 1,0 2 0,0-10-907,0-4 0,0-5 562,0-5 103,0 3 0,7-11 0,2 5 0,4-2 0,1 2-371,0 2 1,1 1 388,-1 5-64,0-1 0,0 3 0,0 2-1217,1 5 1,-3 5-832,-2 5 2457,-4 3 0,-19 19 0,-2 3 0</inkml:trace>
  <inkml:trace contextRef="#ctx0" brushRef="#br0">31251 6056 8575,'0'-14'1719,"-5"5"-706,1-1 1,-7 5 0,1-3 895,-3 2 0,4 1-473,-1 5-1176,7 0 0,-5 2 1,5 3-1,-2 4 1,2 4 74,2 1 0,2 5-23,4 0-753,3 0 1,6-5-1,0 0 1,2 0 0,2-1-822,1-3 1,4-2 332,-4-4 678,6-2 1,-7 4 0,6-6 0,-1-1 0,1-4 37,0-5 0,-5-4-44,4-5 211,-5 3 1,2-6 0,-6 6 0,-1 1 0,-2 2 375,-1 0 1,-7 6-100,1-3-156,-2 7 0,-2-2 0,0 11 0,0 7 0,0 6 750,0 3 1,0 2-127,0 4-173,-6 1 1,4 1-1,-3 1 1,2 2-1,0-1 321,-2-2 1,-1-6-595,1-1-183,4-5 0,-10 2 0,4-5 1,-1-3 165,-3-2 0,-1-4-355,-2-6-52,6 0 1,-5 0 0,4-2 0,-4-1 0,0-3-683,4-2 0,1 3-578,3-4 312,4 6 1,-6-5 0,9 5-1,3-2-989,4 2 1,4 1 1092,1 2 645,0-6 370,-6 4 0,11-23 0,-3 1 0</inkml:trace>
  <inkml:trace contextRef="#ctx0" brushRef="#br0">31407 6170 7811,'-14'-6'894,"5"2"185,-1-5 1,7 4-259,-2-4 0,4 4 0,2-3 136,4 2 1,5-5-540,9 1-384,3 4 1,8-7-1,1 4 1,4-4 0,1-1 109,4 0 0,-4 0-361,2-1 227,-6 1 1,1 0 0,-9 0 0,-5 1-144,-4 4-115,-7 2 167,-1 7 0,-15 0 1,-5 2-1,-6 3 1,-2 4-243,1 4 0,1 6 237,5 0 79,6 0 1,2 1 0,7 4 0,4 1 0,4 0 21,4-1 0,6-2 271,0 2-145,6-4 0,-9-2 0,1-2 0,-4-5-19,-4-4 1,-5 0 7,0-2-271,-2-4 1,-10 5 0,-5-7 0,-4-2 0,0-2-873,1 2 1,3 0 636,4-2-169,2 3 1,7-6-1,2 5 1,3-3 0,7-2-547,11-3 0,2 3 1185,13-1-44,0-1 1,3-4-1,-3 0 1,-5-1-1,-3 0 323,-2-4 0,-6 3 45,-3-3-192,-3-3 0,-8 5 0,-3-6 1,-4 3-1,-1 1 656,0-2 1,-1 10-225,-4-3 131,3 9 1,-5-6-469,2 7 0,-2 5-278,-2 9 270,3 9 0,6-2 0,-2 7 0,-1-1 0,-2 1 881,2 0 0,1-2-564,2 2-599,-6-4 0,5-4 1,-4 1-1,3 2-366,2-1 1,0-7-1586,0-2-644,0-6-1405,0 4 2790,0-20 981,0 3 0,-1-16 0,-3 3 0,-2 0 0,0 1-636,0 1 0,-4 2 183,5 5 1089,1 0 1,4 4 0,0 1 634,0-2 1,7 4-80,8 3-771,5 8 0,6 0 0,0 3 1,4 1-1,0-1 55,0-1 1,0 4-720,4-6 303,-4 7 0,4-9 0,-7 3 0,-3-4 0,-5-1-1214,-3 0 1157,-2 0 212,-6 0 1,-3 0 35,-10 0 1,2 0 41,-7 0 103,1 0 0,-1 7 0,2 2 1,2 4 459,3 1 0,1 0-184,2 0-521,0-6 0,2 0 0,3-5 0,4 2 0,4-2-67,1-1 1,5-4-645,0-3 547,6-3 0,-9-6 1,4 0-1,-1 0 1,0 0-408,-1-1 0,-4 1 482,-5 0 140,4 0 0,-11 4 1,4 2-1,-1 4 213,-1 5 0,1 2-62,-5 12 205,0-4 0,0 16 0,0-4 0,0 4 0,0 1 958,0 1 1,0-5-484,0-1-554,-6-5 0,4 2 0,-2-6 642,2 1-611,2-7-78,0-2 0,0-8 1,0-2-1,0-8 1,0-3-158,0-4 0,0-5-1013,0 5 529,6-6 0,-1 7 1,8-4-1,2 2 1,3 2-3100,2 3 3506,2 7 0,39 8 0,6 8 0</inkml:trace>
  <inkml:trace contextRef="#ctx0" brushRef="#br0">5304 9269 7821,'-15'0'13,"1"-6"0,0-1 757,0-2 0,1 1 1,2 5-1,2-3 1,-2-1 1823,-2 1 0,3 0-343,1 1-1992,6 3 1,-4-10 0,11 4 0,5-2 0,10 1 43,6-2 1,10-7-250,3-1 1,9-6 0,6 1 0,3-2-332,6-3 0,-4 1 92,4-1 60,-3 1 0,-6 1 1,-5 2-1,-10 3 0,-8 1-296,-7 4 0,-4 1 176,-9 2 195,-4 0 0,-6 4 0,-2 2 0,-4 0 0,-7 2 62,-4 0 0,-7-4-435,5 5 311,-6 1 1,8 4 0,-7 0 0,0 0 0,2 0-282,3 0 403,4 6 30,0 2 0,7 1 1,4 1-1,2 1 0,5 2 342,7 1 1,-1 0 97,10 0-276,-3 0 0,3 1 1,0-1-1,0 0 1,0 0 187,0 0 1,-5-4-97,-5-1-574,-5 1 0,7-1 1,-7 1-1,0 1 1,-4 2-1734,-5 1 1,-3-2 1060,-6-2 56,-7 9 1,5-14 0,-4 9 893,-1-2 0,-32-5 0,-15-1 0</inkml:trace>
  <inkml:trace contextRef="#ctx0" brushRef="#br0">6100 4350 7886,'-8'-9'1377,"3"-1"381,4-1 1,1 3-1177,0-1 0,1 6 0,6-2 0,7 3 808,8 2-1190,5-6 1,3 4-1,3-4 1,5 1-1,1 1-99,-1 1 0,2-1-757,-7 0 1,0 2 28,-4-3 0,-7 4-1328,-3 1-656,-4 0 1856,-13 0 0,-10 0 0,-16 0 0,-2 1 755,-3 4 0,1-3 0,4 9 0,2-7-300,1 0 0,2-3 1,5 1 1215,0 2-476,0-2 1366,6 4 1,1 1 376,7 2 0,2 2-1463,3-1-151,3 2 0,0-4 0,-2 6 0,-1 1 0,-1 0 327,0 4 0,2-3-724,-1 3-201,-1-3 0,-4-2 1,0 0-1,0 1 1,-1-1-831,-4 0 92,3 0 1,-10-4 0,2-1-67,-2 2 1,-3-3-1,0 2 1,-3-1 130,-1-1 0,0 3 392,5-6 220,0 0 0,4-4 112,1 4 0,12-4-2,2 4 758,12-3 0,7-2 1,8 0-1,2 0 0,1-2 494,0-3 1,-2 2-1680,-5-6 161,1 6 0,-5-5 0,-2 5 0,-2-4 0,-2 1-1011,-3 0 0,0-5-706,-1 1 1100,0 4 0,0-5 1,-1 3 862,-4-5 0,4-36 0,-5-19 0</inkml:trace>
  <inkml:trace contextRef="#ctx0" brushRef="#br0">6697 4265 7816,'-9'0'1062,"-1"0"237,1-6 1,-1 4 1618,1-3-572,5-3-334,-8 7-1831,10-6-94,2 7 0,10 0 1,9 0-1,6 0 1,5 0-234,3 0 0,0 0-1184,-4 0 640,-1 0 1,-1 0 0,-3 0 0,-5 0 0,-4 0-1303,0 0 0,-6 0 1014,1 0 634,-7 0 0,3 2 1,-7 1-1,-4 2-130,-5-2 1,-2-1 160,-3-2 771,1 0 0,0 0 0,0 0 0,0 0 908,-1 0 0,6 0 505,-1 0-1069,7 0 0,-8 1 0,6 4 464,2 5 1,2-3-225,1 3-747,0-1 1,0 6 0,0 0 0,0 3 0,0 2 278,0 2 0,0-3-333,0 5-276,0-7 1,0 6 0,0-6 0,0 2 0,0-2-1706,0-1 431,0-2 734,0 0 1,-2-1-1,-3-3 1,-4-4-595,-4 0 0,-1-4 97,0 3 770,0-4 1,-1 4 0,1 0 213,0-2 993,0-2-101,6-1 1,3-6 184,10-3 0,3-3-48,6 3-815,7-4 0,-6 10 0,4-5 0,-1 0 1,-1 1-834,2-5 1,6 5 100,-1-3-210,3 1 0,-3-1 0,-1 1 1,2-1-1,1 2-4346,-3 4 5162,4-4 0,-11-13 0,5-9 0</inkml:trace>
  <inkml:trace contextRef="#ctx0" brushRef="#br0">7180 4251 7838,'0'-15'0,"0"1"0,0 0 0,0 0 0,0 4 2694,0 1 4216,0 6-4147,0-4-2548,0 7 1,0 4 0,0 3-1,0 9 257,0 5 0,0 2 27,0 6-362,7-1 1,-6 2-1,4 2 1,-3 1-1,-2-1-2,0-2 0,0-7-930,0 1 164,0-6 0,0 2 0,0-6 0,0 0-4823,0 1 2919,0-7 1320,0-2 1,0-9 1214,0-7 0,6-56 0,-2 20 0,0 0 0</inkml:trace>
  <inkml:trace contextRef="#ctx0" brushRef="#br0">7067 4293 7838,'-11'0'353,"-4"0"1,9-4 533,-8-1 0,9-1-216,0 1 0,2 3 1734,-2-2-1388,4-4 1,1 1-302,9-2 0,4 2-66,1 7-375,-6 0 1,5 0-1,-4 0-245,4 0 0,1 0-63,0 0-195,1-6 0,-1 5 0,0-4 0,0 3-526,0 2 0,1 0 270,-1 0 154,0 0 0,0 0 0,2 0 0,1 0 1,2 0-233,-1 0 1,2 0 590,-1 0-176,0 0 0,0 0 0,0-1-626,-1-4 98,-3 3 216,-7-4 1,-1 8 0,-9 1-866,-3 2 1,2 4 20,-6-4 1303,-1 6 0,-23 9 0,-5 10 0</inkml:trace>
  <inkml:trace contextRef="#ctx0" brushRef="#br0">7593 4222 7838,'0'-14'625,"0"0"351,0 0 1,0-1 1212,0 1-667,0 6 1,0 0 1259,0 4-2227,0 2-359,0-4 1,0 7-1,0 6 1,-2 5-1,-1 7 845,-2 3 1,0-3-773,5 5-282,0 0 0,0 4 0,-1 1 0,-2-3 0,-2-2-372,2-5 1,1 2-769,2-2-688,0 0 1,0-5-3741,0 0 4480,0-6 561,0-2 1,0-23-1,0-8 1,0-7-32,0-3 1,-1-4 362,-4 1 485,3 3 0,-6 0 0,5 8 0,-1 2 0,0 3 876,3 2 1,1 5 1430,0 6-1956,12 6 0,0-4 0,11 7 0,3 2 0,2 3 825,5 4 1,-1 4-132,6 1-987,-13 0 1,8 5 0,-11 2 0,2-1 0,-4 1 527,-4-4 0,0 4-296,-11-2-333,0 0 1,-5-4 0,-2 4 0,-3 2 365,-4-4 1,-6 2-149,-3-9-431,-5 2 0,-5 3 0,0-3 0,-2-1 0,-2-1-880,-1 1 0,-5 0 603,5-2-765,-1 4 1,6-10 0,0 5 0,1 0 0,3-2-5278,5 1 6298,10 4 0,21-10 0,12 5 0</inkml:trace>
  <inkml:trace contextRef="#ctx0" brushRef="#br0">19664 3654 7970,'-10'-10'494,"2"1"0,0-1 0,2 1 670,0-1 0,-1 7 1,4-3 1481,-2-1-2436,1 6 1,10-5 0,4 4 0,4-1-85,5-2 1,4-1 35,11 1 1,2 2-197,7-7 0,1 1 0,2-4 0,3 2-15,1 2 0,-2-1-39,4-4-7,-7 0 0,8 4 0,-9 1 0,-5-1 0,-4 1-234,-8-1 1,0 6 305,-8-6-14,0 7 1,-10-10 0,-1 4 204,-2-4 0,-2 1-3,-9 2-130,3-2 1,-10 5-1,2-4 1,-3 2-1,-1-1-231,0 2-154,0-4 525,0 10 1,4-9 199,1 6-351,5 1 16,4 4 1,10 0-1,7 0 1,2 0 0,0 0 583,2 0 1,-5 0-49,3 0-357,-4 6 0,-5-3 0,-2 7 0,0 1 0,-2 1 499,0 2 0,-1 1-490,-5-1-287,0 0 1,-2 2 0,-2 1-1,-6 2 1,-2-1-573,-3-3 0,1 4-669,0 0 482,0 0 1,-2-5 0,0 1 0,0-1 0,4 0 817,-1 0 0,32-6 0,6-1 0</inkml:trace>
  <inkml:trace contextRef="#ctx0" brushRef="#br0">20986 3156 7972,'0'-14'296,"0"4"1,-2 2 0,-1 1 1134,-2-1 0,-1 4 988,1 0-2093,4 2 1,-6 4 0,7 2 0,0 8 364,0 5 1,0 0-497,0 7 0,0-2 0,0 3 0,0-1-86,0 1 0,0-3-895,0 2 516,0-6 1,0 2 0,0-6 0,0 1-1785,0-1 2262,0-6-217,0-2 1,0-17-1,0-5 1,-1-4-41,-4-6 1,2-1 159,-7-1 63,7 0 0,-8 1 1,6 1-1,1 4 816,-3 2-792,6 1-274,-5 11 0,17 2 0,4 6 0,4 3 0,3 5 572,1 6 1,0 5 79,6 0-344,-1-3 0,-1 9 1,-3-6-1,-4-2 1,-1-1 350,0-2 1,0-1-661,-5-4 161,1 4 1,-1-11-1,-2 1 1,-1-6 205,-1-7 1,-5-4-474,4-5 144,-6 3 0,8-11 1,-6 2-1,-2-5 0,-1-3-222,-2 1 0,0 7-692,0 1-30,0 7 0,0-4 0,-2 9-1879,-2 2 1,2 12 1018,-3 12 1843,4 0 0,13 32 0,4 0 0</inkml:trace>
  <inkml:trace contextRef="#ctx0" brushRef="#br0">21697 3156 7972,'0'-14'915,"-2"-2"-173,-3-3 1,2 8 0,-6-3 0,-2 3 84,-2 3 1,-1-3-339,0 6 1,-5 0 0,0 5 0,1 2-93,3 3 0,-4 4-33,0 10-331,0-3 1,6 9 0,2-4 0,3 1 0,0 1-275,0 0 1,5-1 266,-2-3-480,4-4 0,1 1 0,1-6 0,4-1-713,5-1 1,-3-2 752,3-6 316,-1 0 1,6-1 0,-3-4 0,-1-6 0,-1-5 373,1-3 1,0-1 395,-2 1-465,4 3 1,-10 0 0,5 7-1,0-2 986,0-2-724,-5 5-322,3 2 0,-4 6 0,1 1 0,2 4 625,-2 5-496,5 2-394,0 2 1,6 1 0,0-3 0,0-2 0,1-4-259,-1 0 0,0-4-386,0 3 596,1-4 0,-1-2 0,-2-4 0,-1-6 0,-1-5-210,1-3 1,-3-6 622,1 1-86,-5-3 1,2-7 0,-6-3 0,0 1 0,0 3 578,0 3 1,0 8 514,0 3-972,0 3 1,-2 8 0,-1 5 0,-2 6-48,2 7 0,2 13-205,1 6 392,0 9 0,-5-7 0,0 5 0,2 1 0,1-2-54,2-1 0,0-1-31,0-4-1278,0-1 0,0-4 0,0-2 0,0-1-1651,0-4 195,0-1 1865,0-8 1,0-4 0,-1-8 0,-4-7 0,-4-5-677,-4-3 1,-1-6 496,0 1 759,6-3 1,-5-1 0,5 1-1,-1 2 1,1 2 418,1 3 1,3 1-374,4 5 313,0 6 1,6-5 0,5 5 0,6 0 0,7 4 1019,3 2 0,1 2-529,1 0-829,-1 0 0,-1 0 1,-3 0-1,-5 0 1,-3 0 367,-2 0-327,0 0-1,-6 0 1,-2 6-1,-6 4 1,0 3 404,0 1 0,0 2 462,0 2-711,0-2 1,0 10 0,0-7 0,0-2 0,0-1-386,0-2 0,0 0 27,0 0-437,0 1 0,0-1 0,2-2-307,3-2 1,3-4 306,6-6 322,-6-6 1,4-2 0,-2-8 0,2-1 0,3-4-68,-1-1 1,-2 5 1098,-2-2-469,3 3 1,-7 2 0,3 0 1100,-4-1-1437,3 7 78,-6 2 0,4 8 1,-6 2-1,1 6 0,3 3 44,0 1 1,3 0-155,-3 0-164,-2 0 0,11 1 0,-5-1 0,1 0 0,1-1-558,1-4 0,1-2 316,2-7 254,7 0 1,-5 0-1,3 0 1,-3-2 0,-2-3-160,0-4 1,-1-9 480,-4-1-74,4-6 1,-12 8 0,4-5-1,-3 0 1,-2 1 357,0 0 1,0 3 226,0 3-523,-7 7 0,-1 1 0,-7 3 0,-3 0 0,-2 2 112,-2 5 0,3 0-40,-5 7-114,0-1 0,2 6 0,3-1 0,3 0-451,2 0 1,1 0-6,4 1 74,3-1 1,7-5 0,4-1 0,4-1-304,4-4 0,8-2 90,2-1 367,-2 0 1,6 0 0,-4-1 0,4-2 0,0-4 32,-3-1 0,1 4-50,-6-6 1021,0 7 1,-5-8 634,0 6-294,1 0-901,-7 5 1,-2 2-1,-6 3 1,0 4-1,1 4 523,4 1 0,-3 0-455,3 0-465,-4 1 1,-1-1 0,0 0-1242,0 0 1,0-4 465,0-1 308,0-6 0,0 2-291,0-10 1,0-2 224,0-8 678,0 1 1,6-5-1,4 0 1,3 2 322,1 1 1,0 3 892,0 4-941,0-4 1,1 12-1,-1-4 1,0 3-1,-1 4 803,-4 3 1,4 1-245,-4 4-727,-2 2 0,1-4 0,-5 6 0,1 0-904,0 1 1,-3-6 142,-1 1-75,6-7 1,-2 3 0,5-6-703,2 0 1,3-6 532,5-4 778,-3-2 0,6-3 0,-4 0 0,1-1 0,-2 0 83,-1 3 1,-2 2-343,0-3 663,0 6 0,-1 0 0,-2 5 0,-1-2 555,1 2-481,-5 2-241,0 1 1,-1 1-658,0 4 398,0-3 179,-5 4 0,-2-6 51,-3 0 1,2 0-46,-6 0-97,-1 0 0,-4 0 0,0 2 0,-2 1 1,-2 3 124,0 2 0,-6 1-37,5 6-21,0-1 1,5 0-1,-1 0 1,1 0 0,2 1 1,2-1 1,4 0-521,6 0 286,0-6 1,6 3 0,4-6 0,4-2 0,5-1-493,4-2 1,3-2 99,-3-3 485,4-2 0,-11-8 0,5 1 0,-4 0 0,-1 0 263,-4-1 1,-2-3-100,-1-1 315,-2 6 1,-7 0-1,0 4 1238,0-4-1114,0 5-557,0 2 0,-5 12 0,0 4 0,2 2-18,2 3 0,1-1 56,0 0-78,0 0 0,1-1 0,2-2 0,4-3 1,0-2-268,5-3 0,0 4 383,2-3-67,1 1 0,-1-11 0,0-4 0,0-2 0,0-4-137,1-3 1,-1-3-14,0-7 109,-6 1 0,3-2 0,-6-2 0,-2-2 0,-1-1 103,-2 0 1,0 2-107,0 5 200,0 5 0,0 8 0,-2 7-193,-3 1 0,4 4-158,-4 8 273,-3 3 0,2 12 0,-5 4 1,1 3-1,1 3 827,1 3 0,0-3-152,3 3-532,4 4 0,-6-7 0,7 3 0,2-5 0,3-2 343,4-3 1,8-5-703,2 1-85,7-4 1,-4-5 0,6-2-1,-1-2 1,0-4-1570,1-6 1,-7-5 640,7-10 573,-9 3 0,2-4 1,-9 5-1,-2 1 581,-5 0 0,-42-6 0,-10-3 0</inkml:trace>
  <inkml:trace contextRef="#ctx0" brushRef="#br0">23773 2929 7838,'-7'-21'465,"6"5"0,-4-3 0,2 4 0,0 0 2135,-2 1-1992,0 6 0,5 3 1,2 10-1,1 6 648,2 7 0,4 4-635,-4 6 0,0 2 0,-5 2 0,0 1 11,0-1 0,-5-1 1,-2 1-1,1 1-245,0-2 0,-1-5-124,3-3-764,2-5 1,-4 2 0,4-7 0,-1-2-2043,-2-1 226,1-7 1683,4-3 1,0-10-1,1-7 1,4-4 0,6-2-1035,6-7 0,1 0 797,5-8 717,1 0 0,5 1 0,-1 3 0,0 2 1,-1 2 717,-3 3 0,-5 13-263,-10 0 63,4 9 0,-13 0 0,-1 12 1409,-12 7 1,-8 2-322,-7 7-1320,-7 1 1,5 0-1,-5-2 1,2-2 0,0-2 1,1-2 1,9-2-845,4 0 411,3-6 1,7 0 0,4-5-552,8 2 0,3-1 818,18-4 96,0 0 1,4 0 0,1 0 0,-3 2 0,0 1 600,-3 2 1,-1 4-329,2-4-6,-3 6 1,-7-3 0,-1 6 0,-2-1 183,-2-4 0,-6-1-277,2-3-651,-3-3 1,4 4 0,5-6 0,5 0-640,3 0 1,4-2 83,-4-2 734,7-4 0,-6-8 0,4-1 0,-5-2 0,-3 1-165,-2 2 1,-2 2 1161,-2 0 959,-4 6-643,1-5 0,-7 12-150,0-4-544,0 10 0,-7 3 1,6 8-1,-2 1 1,-2 3 394,2 3 0,-1-6-392,0 2-479,2 3 0,-4-6 0,6 3 0,0-3-1776,0-2 1642,0 0-578,0-6 1,0-3 82,0-10 0,5-8 528,-1-6 114,7-6 0,-7 8 0,5-7 0,0 0 0,1 2 308,-1 3 1,1 3 768,4 2-602,-6 0 0,5 4 0,-4 3 0,4 0 589,1 4 1,0 8-399,0 4-449,-6 4 0,3 1 1,-4 0-1,-1 1 1,2-1-594,0 0 0,-5 0 46,2 0-608,3-6 0,-5 3 0,5-4 0,0-1-295,-1 0 0,3-1 898,4-5 299,-6 0 0,3-6 0,-5-4 0,2-1 0,2 0-458,-2 2 1046,4-1-179,-10-4 1,6 5 1153,-3-1-1004,-4 7-239,5-3 0,-6 7 0,2 2 0,1 4-70,2 1 1,6-1-184,-2 3 3,4 3 0,6-12 0,2 4 0,-1-4 0,2-1-237,0 0 1,1 0-1,0 0 436,-2-6 1,-7 3 0,-1-6 0,-2-3 0,-3 0 296,-2-2 0,-1-1-57,-5 1-268,-7 0 1,3 0 0,-9 1 0,-3 4 0,0 4 62,1 3 0,-4 2-341,0 0 95,0 0 1,1 2 0,1 3 0,3 4 0,-1 4-215,4 1 0,0-5 196,-3 1-233,6-1 1,2 6-1,4-1 1,-1 0-340,-2 0 0,7-1 233,7-4 271,4 4 0,8-11 1,1 2-1,1-2 1,1-4-11,1-2 1,1 0 391,-3-5-156,4-1 0,-9 1 1,4 0-1,-2-3 1,-2 0 265,-3-2 0,0 4 329,-1 1-455,0-1 0,-1 1 0,-2 1 0,-2 1 241,2 4-254,-4-5-42,-1 7 1,-6-4 0,2 10 119,2 4 1,-2 4-108,3 1-186,-4 0 0,-1-4 1,0-1-1,0 2 0,0 2-30,0 1 1,0-4 82,0-1-891,0-6 197,0 10 796,0-11-201,0 4 1,0-8 0,2-2-433,3-6 0,-4-3 229,4-1 182,3 6 1,-7-4 0,6 4 0,-3-2-158,1 1 287,6 6 153,-3-4 1,2 7-1,-1 2 1,1 3 0,-1 4 559,0 4 1,1 1-255,4 0-428,0 0 0,1 1 0,-1-1 0,0 0 0,0 0-267,1 1 0,3-6 170,1 1-283,0-7 0,0 1 1,0-7-1,-1-3 1,-3-4-392,0-5 0,-3 0 663,-2-4-38,-4-3 0,-1 5 0,0-5 0,-2 1 759,-2 4-532,-1 1-207,0 2 1,-6 6 0,-2 5-97,0 6 0,0 0 76,4 7 56,2-1 0,-4 1 1,6-1-1,1 1 0,2-1-20,2 1 0,6-7-225,-1 1 212,2 4 1,7-6 0,0 3-1,0-4 1,0-2-7,0-4 1,5 2-255,-5-7 248,6 1 1,-4-10-1,2-2 1,-2-1-1,-2-3-160,0-2 0,-2-1 134,-7-1 72,-4 1 1,-6-1 0,0 3-1,0 0 1,-2 6 469,-2 4 0,0 0-115,-5 11-222,-1 1 1,-4 4-1,0 1 1,0 4-1,-2 6 372,-3 6 0,3 6 79,-3 5-241,4 0 0,2 1 0,2-1 1,3 1-1,2-1 423,2 1 1,-2-1-616,1 0-74,1-5 0,10 2 0,3-5 0,4-1 0,3-1-102,3-6 0,-2-7-1116,7 0 826,6-4 0,0-1 0,3-1 0,-1-4 0,-1-4-580,2-4 1,2-3 353,-2-3 405,-9-3 0,8-5 1,-13 2-1,-2 3 0,-1 0 311,-2 0 0,-6 4 37,-3-1 155,-4 10 0,-1 1 0,-1 5 0,-4-2 71,-5 2 1,-2 8-151,-2 4-213,-1 4 0,1 1 1,0 0-1,0 2 1,1 1 100,4 2 0,-2 0-274,6-5-25,0 1 1,5-1 0,0 0 0,3-1-592,7-4 1,-1 2-133,10-6 624,3 0 1,-1-5-1,6 0 1,0-2-1,3-3-335,0-4 0,0-2 126,-2 1 395,0-2 1,1 4 0,-1-6 0,-1 1 0,-2 2 267,-1 1 1,-6 7-100,0-1 1358,-2 2-348,-8 2-746,-2 0 108,-6 0 0,-1 0 1000,-4 0-863,4 0-665,-6 0 0,1 0 0,-4 0-792,-2 0 0,2 0 363,1 0 273,-1 0 1,-4 0-1,0 2 1,-2 1-1,-1 3-279,-2 2 0,5-3 172,4 4 189,1 1 1,-6 4 0,3 0-94,2 0 410,4 0-156,6 1 1,2-7 0,2-4 0,6-2-1,2-2 93,3 0 1,0-2 140,4-2-192,-3-4 0,5-7 0,-7 1 0,0-2 0,0-1 255,1-2 1,-1-6-334,0 1-30,-6-3 1,3-1-1,-6-1 1,-2 3-1,-2 2-10,-1 5 1,0 8-166,0 1-142,0 7 0,0-1 0,0 8-297,0 6 0,-4 7 106,-1 2 682,0 6 1,5-9 0,0 5-1,0-2 1,0 0 390,0-2 0,0-1-460,0-2-240,0 0 1,7-4 0,2-2-1,4-1 1,1 0 37,0-1 0,5-1 33,0-5-30,6 0 1,-3-6 0,7-4 0,-1-3-1,-1-1-249,-3 0 1,3 1 305,-4 4 95,-2-4 1,-1 7 0,-5-5 955,-1 1-625,0 7-162,-6-3 1,-3 6 841,-10 0-451,3 0-30,-4 0 0,5 0-52,-4 0-1410,3 0 760,-10 0 1,8 0 0,-3 1-1,-1 3 1,0 2-427,-3 2 1,-2 0-367,-1 1 758,0 4 0,-1-5 0,1 6 0,2 0 0,0 0-103,3 1 1,4-6-14,-4 1 201,6-1 0,-4 5 1,9-1 175,3-4 0,3-2 64,6-7-61,0 0 1,5-7-1,1-2 1,1-4 0,0-1 127,-4 0 1,-1 0 115,-2-1-207,-6 7 1,4-4-574,-2 2-193,-4 4 600,1 0 1,-7 12 0,0 5 0,0 6 0,0 7 937,0 3 0,0 6-335,0 0-311,0 7 0,0-5 1,0 4-1,0-3 1,0-1 209,0-3 0,-5-7-227,0-1-80,0-7 1,-1 2 0,-3-9 213,-4-6 0,3-2-330,1-2 0,1-2 1,-3-1-1,2-3-98,-3-2 1,1-2-47,2-4-124,-4 0 1,12 0 0,-4 0-1,3-1 1,2 1-1231,0 0 1,8 1 325,7 4 795,-1-4 0,13 5 0,-2-6 0,5 0 0,3 0-28,-1-1 1,4-4 510,2 1-179,-3-8 0,6 6 1,-5-6-1,-1 3 0,-5-3 41,-5 0 0,-9-4 301,-2-4-222,-6 11 1,-8-4-1,-2 13 1,-2-1-1,-7 3 42,-7 2 0,1 4-127,-7 6-140,7 6 1,-10 7-1,5 8 1,0 1 0,3 3 335,3 2 0,3 1 92,4 1-170,3 5 1,6-8 0,3 0-1,5-2 1,7-3-106,6-1 0,4-2-127,8-9-280,-3-3 0,7-6 0,-6-1 0,4-4 0,-2-6 367,-3-6 0,2-43 0,-10-16 0</inkml:trace>
  <inkml:trace contextRef="#ctx0" brushRef="#br0">21896 3867 7935,'0'-14'475,"0"-1"1,0 1 0,0 0-1,0 0 4728,0 0-3851,-7 6-1303,6 1 0,-5 9 0,6 3 1,0 4-1,0 4 0,0 3 1,1 3 638,4 4 0,-4 3 26,4-3-549,-3 4 0,-2-6 1,0 4-1,0-3 0,0-1-229,0-4 0,5-1 96,-1-2-350,1-6 1,-5 4 184,0-2 106,0-4-178,0 1 0,0-19 0,-2-2 0,-1-3-264,-1-4 1,-1 6 94,5-4 299,0 3 0,0 6 0,0 1-221,0-2 15,0-2 1,0 4 91,0-1 21,0 7 489,0-3 557,0 6-1027,0 0 627,0-7 73,0 6-390,0-12 0,0 10-62,0-6-16,0 5 0,0-3-472,0 2 130,0 3-348,0-4-174,0 6 294,0 0 104,0-6 120,0 4-241,0-4-2020,0 6-143,0 0 2667,0 6 0,25 27 0,7 13 0</inkml:trace>
  <inkml:trace contextRef="#ctx0" brushRef="#br0">21953 3910 7935,'-8'-15'1357,"3"1"0,-1 5 211,1-1-285,0 1 1,4-4-50,-4 4 1,3-4 712,-2 3-2000,2 4 38,2 0 0,6 12 47,4 4 73,2 2 1,7 4 0,0 1 0,0 4-1,0-1-167,0 1 1,6 0-212,-1-3 207,-3-2 0,4 5 1,-6-7-1,-2 0 1,-1-1 93,-2-4 1,1 2 120,-1-6 207,-6 0 0,4-7 0,-4-2 549,0-6 0,-2-9-302,-6-5-659,7-2 1,-6-4-1,4-2 1,-3-1 0,-2 0-624,0-2 1,0 5 209,0-3-197,0 9 1,0 3-1,0 7-2363,0 0 20,0 6 2347,0 8 0,0 10 0,0 9 1,0 4-1,0 3-724,0-3 0,0 4 1386,0-3 0,-13 22 0,-3 6 0</inkml:trace>
  <inkml:trace contextRef="#ctx0" brushRef="#br0">22322 3995 11595,'0'-8'5873,"7"2"-4715,-6 6-1704,6 0 1,-6 0 103,4 0 0,3 0 62,6 0 1,0 0 0,2 0 0,1 0-475,2 0 1,7 0 208,-3 0 544,4-7 0,0 4 0,-3-6 0,-5-2 1,-4-2 680,0-1 0,-3 0-52,-2-1-158,-4 1 1,-6 0 0,0 0 0,-1 1 250,-4 4 0,-3 2-266,-6 7-596,-1 0 1,1 8 0,0 5 0,0 6 0,0 1-106,-1 1 1,7 2 235,4-4 31,2 0 0,2 0 0,0 0 0,0-1 0,2-3-236,2 0 0,9-6-158,6 1 369,6-7 0,2 3 1,6-6-1,1 0 1,-1-3-117,0-7 0,5 1 96,-5-10 25,0-3 0,-9 5 0,-2-7 0,-2-3 0,-4-3 120,-5-3 0,-4 0 193,-7 4-129,0 1 1,0 1 0,0 3 0,-2 7 631,-3 6 0,2 4-631,-6 7 27,6 0 0,-4 2 0,7 3 0,0 6 0,0 6 546,0 7 1,-5 3 1047,1 1-1256,-1 1 1,5-6 0,0 1 0,0 1 0,0 1 239,0-3 0,-2 3-1059,-2-7-1365,2-1 0,-4-3-2690,6-1 3015,0 0 553,0-6 1,-2-3 854,-3-10 0,-28-53 0,10 19 0,0 0 0</inkml:trace>
  <inkml:trace contextRef="#ctx0" brushRef="#br0">22763 3895 7952,'0'-8'59,"5"1"1769,0 2-881,6 3-700,-4-4 1,9 1 0,2 0 0,2 2-1,2 0 456,4-2 1,0 4-250,3-4-372,-7 3 0,3 2 1,-6 0-1,-1 0 0,-3 0 291,0 0 1,-6 2 761,1 3-810,-7 3 0,3 6 0,-6 0 0,0 2 0,0 1 516,0 2 0,0 2-204,0-2-583,-6-4 1,4 6 0,-3-7 0,4 0-1809,1 1 1275,0-1 65,6-6 0,2-2 0,6-6 1,0 0-1,1-1-670,-1-4 0,0-5 435,0-9 518,1 4 1,4-12-1,-2 5 1,-3-2 0,-3 2 273,0 1 1,-3 2 1225,2 5-644,-7 0 0,5 6-95,-4 3 0,-2 5 365,3 5-770,3 9 1,-7 2 0,6 3 0,-3-3 0,1 0 164,-2 2 1,3-6-893,-1 2 154,6-3 0,-3 1 1,6-2-1,1-5-816,-1-4 0,2-1 637,3 0 417,-4 0 0,1-6 1,-8-4-1,0-2 0,-2-2-66,1-1 1,-3 6 16,-4-1 550,0 1 0,-1-5 1,-4 0 502,-4-1 1,1 7-513,-2 4-459,7 2 0,-5 2-620,3 0 1,10 0 331,0 0 255,6 0 0,5 0 0,3 0 1,3 0-1,2 0-120,-1 0 1,-5 0 615,1 0 183,-4 0 0,0 5 685,-1 0 0,-6 6-203,-4-2-679,-2-3 0,-2 7 1,-2-3-1,-1 2 141,-1 2 1,-1-4-181,5-1-584,0 1 0,0-1 0,1 1 0,4-1-508,5-1 1,4 0-554,5-3 1000,-3-4 0,10 6 1,-3-7-1,0-2 0,-1-3-43,-1-4 0,-2-4 73,-5-1 231,0-7 1,-6-1-1,-3-6 1,-4 1 0,-2 2 90,-4 1 1,-3 2 42,-6-2-76,-7 4 1,-1 7 0,-6 4 0,0 4 0,-1 3-193,1 2 1,-1 2 76,1 3 95,6 3 1,1 6 0,7 0 0,1 0 0,4 0-77,4 1 0,5 2-234,5-3 206,3 4 0,11-12 0,1 5 1,4-3-1,4-2-261,4-3 0,3-1 126,-2-2 219,-3 0 1,5-2 0,-7-1 0,0-3 0,-1 0 416,-3-1 0,-3-2-25,-7 4 815,-6 0-153,4 5 1,-10 2-184,3 3-563,-4 3 1,-1 10 0,0 1 0,0-1 0,0-1 268,0 2 1,2-3-437,3 3-113,-4-3 1,12-2 0,-4-1 0,4-4-262,1-4 0,0-4-624,1-1 604,-8 0 0,9-1 0,-5-4 0,0-6 0,2-5-602,0-3 1,-4-8 332,1-1 353,-7-1 1,8-7 0,-6 5-1,-2-4 1,-2 0-80,-1 0 1,0 4 65,0 7 679,0 3 1,0 7-37,0 0 1,0 12-264,0 7 417,0 13 1,-1 4 0,-2 6-1,-2 1 1,2-1 435,1 0 1,2 2-427,0 4-492,0-11 0,0 9 0,0-13 0,2-2 0,1-1-466,2-2 1,6-1-747,-2-4 830,4-2 1,1-9-1,2-3 1,1-4-1,4-5-742,1-5 0,1-3 119,6-7 707,-7 1 1,3-1 0,-4 2-1,-1 2 313,1 1 1,-4 7-76,-7-2 403,-4 10 1,-8 2 0,-4 9-1,-10 4 112,-11 8 1,-3 2-243,-7 8-246,-1-7 1,1 9 0,3-7-1,2-2 1,4-1-214,5-2 0,8 0-441,5 0 564,4 1 1,9-1-1,6-2 1,12 0-1,9-3 910,8 2 0,3 2-268,2 1-411,-1 0 1,-1-1 0,-3-2 0,-6-3 0,-5 0 359,-4 0-341,-12-5-1048,2 3 0,-14-6 0,-4-2-2080,-5-2 0,-4 1 1590,-5-7 1311,3 7 0,-48-10 0,-6 5 0</inkml:trace>
  <inkml:trace contextRef="#ctx0" brushRef="#br0">27938 3241 7933,'0'-14'348,"5"0"0,0 0 0,-2-1 0,-1 1 891,-2 0 1,-2 0-1,-3 1 1,-4 4-609,-4 4 0,-1 5 0,0 5 0,-1 4-31,1 4-490,-6 7 1,2 7-1,-4 10 1,0 2 0,2 7 192,-1 3 0,2 3-137,5 5 0,1 0-63,4 0 0,2-5 0,7-2 0,2-1 93,3-3 0,3-10-251,6-7-19,6-1 1,-2-12-1,4 1 1,-2-4-1,-1-5-551,2-2 1,-5-1-1653,3-5 1400,3 0 0,-6 0 1,3 0-1,-4-2 1,0-1 876,-1-2 0,0-43 0,0-8 0</inkml:trace>
  <inkml:trace contextRef="#ctx0" brushRef="#br0">28180 3497 7985,'0'-8'3705,"0"2"1,-2 6-3209,-2 0 1,2 2 0,-3 2-1,4 6 408,1 2 0,0 4-739,0 3 0,0-3 1,0 3-1,0-3 71,0-2-1028,-7 0 409,6 0 1,-5-4-1219,6-1 741,0-5 722,0 2 1,-5-17 0,0-3-1,2-2 100,1 0 0,2 2 75,0 0 427,0-1-208,0 1 1,7 6 784,2 3-730,10 17 0,-2-3 0,7 12 1,1-3-1,1 3 649,-3 1 1,9-3-361,-4 5-456,4-7 0,-4 4 1,-1-9-1,-1-2 1,-4-4-131,-2 0 1,-6-4-56,-4 3-28,-1-10 1,-1-8-1,-3-6 1,-3 0-1,-2-1-583,0-4 1,-7-3 146,-2-1 223,3-7 1,-7 5 0,3-3 0,-2 3 0,-1 3-2455,4 3 2043,-4 4-547,5 12 0,0 3 0,4 10 0,2 5 1239,2 2 0,44 40 0,-16-21 0,-1 0 0</inkml:trace>
  <inkml:trace contextRef="#ctx0" brushRef="#br0">28820 3455 7984,'5'-10'1409,"-1"1"289,-1-2 0,-1 3-57,-2-2-921,0 7 0,0-2 0,0 12 197,0 7 0,0 2 0,0 7 0,0 3-87,0 0 0,-2 3-195,-2-1-566,2 1 0,-4-1 1,6-1-1,0-3 0,-2-5 14,-3-4 0,4 0 311,-4-1-3744,4 0 1798,1-6 1,0-3-570,0-10 1687,0-3 0,11-11 0,4-3 0,8-3 0,5-5-319,4 0 0,1 0 734,-5 1 67,1 7 1,-3-3 0,-2 6 1547,-5 2 138,-9 7-1260,-4 4 0,-9 6 1,-8 1-1,-11 4 0,-10 5 195,-4 2 1,-1 6-455,-1-4-226,4 3 1,7-9-1,2 6 1,2 1-1,3-1-30,3 0-332,7 0 372,10 0 0,10 2 1,10 0-1,7 0 1,6-4 381,3 1 0,2 0 36,5 1-328,-7-6 0,-1 3 1,-8-5-1,-3 1 1,-5-1 220,-4-3-550,-7-1-2419,-1-2-2580,-7 0 4822,0 0 1,6-45 0,2-10 0</inkml:trace>
  <inkml:trace contextRef="#ctx0" brushRef="#br0">29317 3440 7984,'-7'-1'0,"2"-4"2139,3 3 1,-3-5 730,1 2-1671,-1 3 0,5 4 1007,0 12-1647,0 0 1,0 15 0,0-2 0,0 6 0,0 1 873,0 1 0,0 3-632,0-5-571,0 0 0,0-1 0,0-2 0,0-3-135,0 0-42,0-7-1142,-6-5 0,4-6-710,-3-9 0,2-3-991,-2-11 2232,4-1 1,-5-5 0,6-4 0,0-3-1,0-1-392,0-1 1,0 1 885,0 0 112,0-1 1,0 7 0,0 3 0,1 3 85,4 2-291,3 6 1,1 3 0,1 10 722,1 5 1,1 4 274,3 5 0,4-2 0,1 5 1,2 0 3154,4 1-3669,0-6 0,3 7 0,-1-9 1,1-2-1,-2 0 246,-4-1 1,3-4-89,-8-3-230,1-3 0,-9-4 0,-2-3 0,-2-4 397,-3-4 0,-3-6-928,-4 0 135,-4-6 1,-2 3 0,1-8-1,-2-2 1,0-3-1258,1-1 1,-1-2-488,6-4 1401,-6 5 1,10 4-1,-6 9 1,3 5-1751,-1 4 1,0 8 686,5 7 1019,0 7 528,0 7 0,19 51 0,-7-27 0,0 1 0</inkml:trace>
  <inkml:trace contextRef="#ctx0" brushRef="#br0">30043 3199 7983,'14'-15'6,"0"6"1821,0 0 0,-4 5-978,-1 0 1,1 2 0,4 2 0,2 2 207,3 2 1,-2 6-1,5 10 1,0 9 401,0 7 1,-4 5-156,1 2-921,-4 6 1,-5 3 0,-2 8 0,-2 2 0,-3-2 487,-1-2 1,-10-1-475,-6 0-216,-7 0 0,-14-2 0,-4-3 0,-7-5 0,-6-4-75,-3-5 0,-8-3-106,-4-7 0,10-12 0,-3 1 0,13-12 0,3-2 0,6-3-1379,9-4 0,9 0-770,10-5 1413,4 6 1,11-5 0,3 5 0,4-2 0,9 2-1710,4 1 0,11 2-860,7 0 1714,19 7 1453,4 0 1,6 3-1,9 1 1,-25-4 0,-1 1-1,0-1 1</inkml:trace>
  <inkml:trace contextRef="#ctx0" brushRef="#br0">10777 8302 7843,'-6'-8'-544,"3"1"1,-6 2 1562,-3-5 1,5 2 716,-3-1-897,7 6-601,-3-3-90,6 6 9,0 0 149,0 6 0,0-3-48,0 6-163,0-5 1,0 8-1,1-2 1,2 2 194,2 3 1,1-1-178,-1 0-87,-3 0 1,6-4-1,-5-1 1,3 2 0,2 2-25,3 1 0,-3 0 52,1 1-33,1-1 1,4 0-1,0 0 1,2 0 0,2 1-54,0-1 1,3 0 123,-2 0-100,3 1 1,7-3-1,-3-1 1,0-1 0,-3-1 29,3-1 0,0 3 78,3-6-71,-7 6 0,3-8 0,-4 5 0,-1 0 0,1-2 76,-4 0 0,-1 4-39,-2-5 11,1 6 0,-1-10 0,-2 6 0,-1-3 332,-1 1-217,-1 0 227,-1 1-40,5-4 0,-11 3 17,2-10-227,-2 3 1,-2-6 0,0 4-10,0-6 0,0-3 105,0-1-535,0 6 1,-2-4 0,-1 2-1,-3-2-394,-2-3 0,3 1 160,-4 0 347,6 0 1,-5 4 0,4 1-1,-2-1-513,-2 2 906,5-4-169,-3 10 1,4-4-201,-3 6 101,4 0 1,-5 1 709,6 4-517,6-3 0,-3 10 0,5-2 0,-2 3 0,-1 1 259,1 0 1,-4 5-250,3 0 0,-2 0 1,0-5-1,2 0 17,-2 0 0,-2 1-149,-1-1-70,0-6 0,0 4 1,-1-2-1,-4 3-239,-4 1 1,-4-2-1495,-1-2 1192,0 2 0,-2-8 1,-2 4-1,-1-1 1,2 0 571,1-1 0,-23-14 0,-7-8 0</inkml:trace>
  <inkml:trace contextRef="#ctx0" brushRef="#br0">11247 9369 8224,'-8'0'5020,"-5"0"-4574,12 0-146,-6 0-269,7 0 1,0 6 0,2 2 132,3 0-173,-4-2 1,12-6 0,-4 0 0,4 0 20,1 0-80,0 0 51,1 0 1,-1-5 0,0-1 0,0-2-1,0-5-14,1-4 0,0 0-3,4-7 32,-3-6 1,5-5-1,-5-4 1,1 1-1,2-2-139,-2-1 1,-1 0 39,-2 3 93,0 4 0,1 7 1,-1 1-1,0 6 0,0 3 235,1 4-151,-1 8-95,-6-1 1,3 7 0,-7 4-9,0 5 1,-3 4 526,-1 5-322,0-3 0,0 10 0,0-2 0,0 3 1,0 1 475,0 1 0,0-1-80,0 1-472,0-1 1,0 1 0,0-1 0,0 0 0,0 1 141,0-1 1,0-4-1,0 0-276,0-7 0,0 4 0,0-7-674,0 0 511,0-6 345,0-2 0,2-7 1,1-4-1,2-5 276,-2-2 0,-2-2-553,-1-1 87,0 1 0,0-5 0,-1-1 0,-2-1 0,-4-1-188,-1 0 1,4 5-286,-6-2 321,1 3 1,-5-3-1,-1 0 1,1 3-459,0 5 1,0 5-7,-1 6 477,1 0 1,0 1-1,0 4 1,1 5 0,2 4-103,2 5 0,1-2 63,-2 7 239,-2-7 1,10 4 0,-3-7-1,4 0 1,1 0 209,0 1-269,0-1-30,6 0 1,2-6-1,8-3 1,1-4-1,4-2-84,1-4 0,3 2-269,8-7 314,-3 1 1,5-5 0,-8-2 0,-2-2 0,-1-1 248,1 2 0,-4 3 411,-2 4-343,-4-2 1,-5 5 0,-2-4 396,-2 2-479,-1 6-38,-5-4 0,0 14 1,0 2-1,0 4 199,0 1 1,0 0-95,0 0-277,0 1 0,5-1 0,-1 0 1,1 0-712,1 1 0,2-1-427,6 0 943,1-6 1,0-2 0,3-6-1,2 0 1,1 0-377,-1 0 0,1-6 682,-2-4 47,-3-2 0,4-4 0,-7-1 0,-2-2 0,-3 1 891,-2 2 1,4 2 757,-6 0 56,1 6-888,-5-5-894,0 12-45,-6 1 0,4 8 0,-2 6 0,0 2 0,1 1-147,-2 2 0,1 0-41,4-5 36,0 7 1,0-10-1,0 3 1,1-1 0,4-2-381,5-2 0,2 2 491,2-6 36,7 0 0,-4-5 1,5-2-1,1-1 1,-1-5-190,3-4 1,0-1 265,-1-11-62,3 1 0,-11-3 0,3-1 0,-5-4 0,-3-4 1,-2-4 0,-6-2-38,2-2 196,3 0 1,-6 8-1,2 7 137,-2 7 0,-4 12 124,-2 4 0,2 5-574,-3 5 280,-3 3 1,7 12 0,-5 6-1,1 4 1,-2 3 1104,0-2 1,-1 4-255,-2-2-876,4 1 1,1-6 0,0 0-1,2-1 1,0-1-196,-2-3 0,4-5 126,-4 1-519,3-4 0,9-7 0,1-1 0,1-3 0,1 1-1676,1-2 1,1-3 247,3-4 1471,-1-4 1,-2-11-1,-2-2-377,-5-1 857,-4-2 0,-26-29 0,-7-7 0</inkml:trace>
  <inkml:trace contextRef="#ctx0" brushRef="#br0">12299 9141 7771,'-8'6'-1420,"2"-4"3902,6 4-1157,0 1-961,0-6 1,1 6 0,4-7-106,4 0 0,6-5-64,4 0-91,-4 0 1,12 1 0,-3-3 0,1 1-1,0 0 261,-1 3 0,-6-1-202,0 0 128,-2 2 0,-2-3 1,-1 10 516,-3 5 0,-4 4-152,-6 5-493,0-4 0,0 8 0,0-6 0,0 4 0,-2-1 46,-2 1 0,2-2-430,-3-5-121,4 0 1,1 0-1,1-1 1,6-4-640,7-4 0,0-3 272,5-2 525,-3 0 0,3-7 1,0-2-1,0-4 1,0-3-134,0-3 0,0-3 69,-5-6 486,0-1 1,-6 6-1,-3 1 1,-4 1-1,-1 2 393,0-1 1,-1 9-339,-4-4-260,-3 4 0,-11 3 0,-2 4 1,1 2-1,-2 2-288,0 0 0,3 6-317,-5 4 439,7-4 1,-9 7 0,7-4 0,2 4 0,1 1-169,2 0 0,5 4 56,-1-4 23,7 3 0,-3-9 0,7 5 0,4-2 1,4-3-97,4-2 0,9-1 307,7-5 107,-1 0 1,8-2-1,-4-1 1,1-3-1,-1 0 301,-2-1 0,-2 2 630,1 5-680,-1 0 0,-4 0 0,-2 0 0,-2 0 1506,-2 0-1262,-2 0-454,-9 7 0,0-4 0,-7 6 0,0 2 64,0 2 1,-5-3-187,0-1-506,1-6 1,2 4-1,-1-6-1266,-2 4 1179,0-4 341,-1 6 0,4-14 1,-2-2-1,4-4-101,4-1 1,4-5 134,7 0 312,-8 0 1,6 5 0,-3 1-1,2 2 1,2 3 507,1 2 0,-1-3 83,0 4-507,0 0 0,1 5 0,-3 2 1,-2 2-1,-4 6 291,0 3 0,-4 1-558,3 0-83,3 0 1,-5 0 0,5 1-1,-1-1 1,1 0-827,3 0 0,-3-4 469,2-1 203,-1-6 0,6 4 0,-1-7 0,0 0 253,0 0 1,-1-7 146,-4-2 193,4-4 1,-7-1 0,5 0-1,-3 0 1,-1-1 2094,-4 1-1550,-2 0-301,6 0 1,-6 0 247,4-1-1476,-4 7 607,-1 2 0,0 8 0,0 2 0,0 6 1,0 3 119,0 1 1,0 5 37,0 0-102,0 0 0,0-4 0,0 3 0,0 1 0,2-3-176,3-5 0,-2 1 8,6-2 131,-5 2 0,8-4 1,-2-3-1,2-3-57,3-2 0,-1-2 0,0-3 149,0-3 1,2-7 0,1-4 0,2-5 0,-3-3-60,-5-1 0,0 4 280,-6 0-191,6 1 0,-9-4 0,2 3 0,-4 5 137,-4 3 0,-6 7-302,-9-1 30,3 7 0,-9-2 1,5 10-1,-1 5 0,-1 2-14,0 3 0,4-1 72,-1 0-56,4-6 0,2 4 0,2-2 1,3 3-1288,2 1 775,1 0 418,5-6 0,6-2 0,4-6 1,2 0-1,4 0 105,3 0 1,2-4 542,2-1-391,4-6 0,-6 8 0,3-5 1,-4 1-1,-1 3 185,0-3 1,0 6 818,-5-4-686,0 3 0,1 4 0,-1 1 0,0 3 1,-1 2 623,-4 3 0,-1-1-309,-3 4-561,-4-9 0,6 19 0,-7-10 0,0 2-21,0-1 1,0-5-17,0-1-2034,0-6 829,0 4 663,-7-7 236,6 0 1,-6-7 0,7-2 0,0-4-143,0-1 1,5 0 280,0 0 56,6-1 1,-3 1 0,6 0-1,0 1 1,1 2-32,-1 2 0,2 6 419,3-2-174,-4 3 1,6 2-1,-8 2 1,-2 3 0,-2 4 525,2 4 1,-3 1-269,1 0-385,-5 0 0,7 1 0,-7-1 0,0 0 0,-3 0-274,-1 1 0,0-6 67,0 0-1204,0-5-1,0 4 636,0-4 1,0-4 448,0 0 179,0-6 0,5-8 0,1 0 0,2-2 1,3-2 10,2-1 1,-1 0 190,-2 5 62,3 0 0,-6 0 0,8 1 484,-1 4-857,-6 2 325,-2 7 1,-4 0 0,1 2-1,2 3 1,-2 4 128,-2 4 0,-1-4-137,0 1-267,0-1 0,5 5 0,1-1 0,1-2-563,-1-1 0,5-7 416,-1 2 67,-4-4 1,7 4-1,-4 0 103,4-2 0,-1-3 512,-2-5-61,2 3 0,-8-5 213,5 2 1,-4 2-233,4-7 22,-6 7-485,4-3 129,-7 6 237,0 0 0,4 1-160,1 4 0,2-3 16,-3 2-79,-2 4 1,6-5 0,-3 5-67,4-1 290,-3-3-184,7 3 0,-10-6 0,7 4 1,-1-5-75,-1-5 1,5-1-148,-4-4 160,4-2 0,-1 4 1,-1-6-1,-1-1 1,-1 1-52,-1 0 1,0 5-62,-3-1 230,-4 1 0,11-1 57,-8 1-134,1-1-79,-5 2-57,0 2 124,0 6-1842,0 0 378,-6 0 0,4 2-1194,-3 2 1978,-3-2 1,5 9 0,-6-5 656,-2 2 0,-46 2 0,-13 4 0</inkml:trace>
  <inkml:trace contextRef="#ctx0" brushRef="#br0">14190 9084 7771,'8'0'0,"0"0"3153,-4 0-1465,-2 0 1504,4 0-1469,-6 0-1160,0 0 1,0 7-183,0 2 0,-1 4-89,-4 1-378,3 0 0,-4 5 0,6 0 0,0-2 0,2 1-632,2 1 1,6-3 143,9 3 289,-3-4 1,10-2 0,-4-4 0,2-2 0,0-3-144,1 1 1,0-2 1176,-1-7-544,-3-4 1,-7-6 0,-1-1 0,-4 0 0,-4-3 516,-4-1 0,-1-6-489,0 1-216,-6 4 0,-2-6 1,-6 7-1,-2 2 1,-1 3-94,-2 4 0,-5-1-71,5 7 16,-6-1 1,4 5-1,-4 0 1,3 1-1,1 4-503,4 5 0,3-2 197,4 1 109,4 1 0,6 4 0,0 0 0,2-1 0,4-2-588,8-2 0,2-4 360,8 4 493,-1-6 0,1 4 1,0-7-1,1 0 1,0 0-111,-1 0 1,3-5 1050,-4 0-507,-2-6 1,0 10 0,-7-6 0,0 3 2378,0-1-1595,0 0-904,-6 5 1,0 5-1,-5 1 1,2 2 0,-2 3 129,-1 2 1,-2 1-25,0 0-566,0 0 1,0 1 0,1-3 0,3-1-1060,0-1 0,7-7 302,-1 2 668,2-4 1,3-1 0,-1 0-1,0-1 1,0-4 194,1-4 1,-3 1 719,-2-2-384,2 1 1,-9-6 0,5 1 1008,-1 0-765,-3 6-225,-4 2 1,0 7 0,0 4 0,0 5 179,0 2 0,0 2-213,0 1-432,0-1 0,2-1 1,1-2-1,4-2-833,0 2 794,3-5 97,4 1 0,0-7 0,-1-2 0,-2-3 0,-2-4-447,3-4 1,0-6 80,2 0 648,1-6 0,-1 9 0,0-3 1,0 5-1,1 3 345,-1 2 1,2 5-30,2 0-243,-2 2 1,6 2 0,-4 2 0,1 2-1,-2 6 835,-1 3 1,-2 1-63,0 0-846,1 0 1,-8 0-1,0 1 1,-2-1-264,-1 0 1,-1-1 112,-7-4-18,2-2 0,-12-7 0,1 0 0,-6 0 0,-3 0-905,-3 0 1,0 0 20,1 0 392,-3-7 0,10 4 0,-5-5 0,1 0 244,4 0 0,2 4 644,6-6-310,-4 7 0,12-5 258,-4 3-270,3 4 33,2-6 0,7 7 1,2 0-1,4 0 26,1 0 0,5 2-75,0 3-6,0-4 0,-5 6 0,0-7 0,1 0 0,-1 0 180,0 0 1,5 0-9,0 0-118,0 0 1,-5-2 0,0-1 0,1-3-25,-1-2 0,-2 3 77,-2-4-1116,3 5 0,-12-8-520,4 2 0,-10 4-671,-4 1 1543,-4 4 0,-6 1 0,-2 0 646,-1 0 0,-17-6 0,-9-1 0,-5-1 0,-1 0 0</inkml:trace>
  <inkml:trace contextRef="#ctx0" brushRef="#br0">12711 9752 7643,'-14'0'337,"4"5"1,1 0 0,-2-2 0,-2-1 168,-1-2 0,-5 0 0,0 0 0,2 1 0,-1 2 0,1 4-45,-2 1 0,0-4 0,6 6 0,2 1-380,2 2 0,6 1 0,-2 0 1,3 0 6,2 0 0,2 5-14,3 0 0,7 2 0,7-4 0,0 4-58,2 1 1,-7-3 177,0 5-133,0-7 0,-7 5 1,2-5-1,-4 2 0,-5-3 171,-5-5 0,-3 2-236,-6-4 29,-6-2 0,-3 1 0,-5-5 1,0 1-1,-2 0-278,-4-3 0,4-6 24,-3 1 135,10-7 0,-1 3 0,8-6 0,3 1 1,2 2 97,3 1 0,2 6 200,6-6-189,0 7 1,2-3-92,2 6 1,4 0 598,7 0-339,-8 0 1,6 6 0,-3 2 208,2 0 0,2 4-327,1-2 0,0 1 0,3 0 1,2-3-953,2-2 714,2-1 0,5-5 0,-1 0 0,0 0 0,1 0-491,-1 0 460,1-6 0,-2-2 1,-2-6 18,-1-1 0,-7-4 0,2 0 0,-3 2 483,-2 1 0,-6 2 677,-3 0-27,-4 0 0,-1 4-524,0 1 1,-6 7-347,-4 2 1,2 6 2,-1 9 0,6-1 0,-3 2 1,1 1-130,0 2 1,0 1 0,5-1-211,0-3 1,7 5 0,2-9 0,4-1 0,3-3-692,3-1 0,1-3 495,4-4 318,3 0 1,-10-1 0,5-4 0,-1-4-1,-4-4-70,-1-1 0,-7-5 810,1 0-226,-7 0 1,8 5 0,-6-1 1964,-2 1-1853,-2 6-187,-1 2 0,-1 17 0,-2 5 0,-2 4 204,2 6 1,0 1-223,-2 1-129,3 0 0,-6 1 1,4-1-1,-4 1 1,-2-2 65,1-4 1,4 4-74,-4-3-279,-1-4 0,1 1 0,-1-7 0,-1 0 0,-2 1-572,-1-1 0,-5-2 63,0-2 430,0-4 1,5-6-1,0 0 1,0 0-273,0 0 0,6-6 829,3-4-308,3-2 0,2-9 1,0-3-1,0-2 1,2-3-239,3 1 1,4-5-14,10-1 153,-3 1 1,11 5-1,-4-1 1,4 3 0,2 2-60,-1 5 0,7 0-59,3 5 275,-3-4 0,4 17 0,-6-4 0,-1 3 0,-2 2 563,-2 0 1,-6 2 190,-3 3-600,-3 3 1,-2 4-1,-1-1 1,-4-1-1,-4 1 1026,-3 2-946,-2 1-275,0 0 1,-5 0 0,-1-1-1,-2-2 1,-5-2-482,-4 2 1,-1-3-841,-5 2 881,5-7 1,-8 3 0,2-6 0,-3 0 0,-1 0-584,-1 0 0,5 0 329,1 0 587,5-6 0,-2-2 0,6-6 0,1 0 0,3-1-16,6 1 1,2 0 342,2 0-219,0 0 0,2 6 0,2 3 0,6 3 0,3 2 168,1 0 1,0 0 433,0 0-496,0 0 0,1 7 0,-1 2 1,0 4-1,2-1 120,3-2 1,-2 2-205,7-2-191,0-4 0,-1 5 1,1-6-1,1-2 1,2-1-408,2-2 1,-1-2 187,0-2 185,1-4 0,-7-11 1,-3-2-1,-3-1 1,-2-3-16,0-2 0,-1-3-76,-4-3 257,-2 3 1,-7-11-1,0 4 1,0 1-1,0 4 259,0 7 101,0 5 0,0 10 587,0 1-1010,0 5 1,-5 11-1,0 12 367,2 6 1,0 5 0,0 2 0,-4 1 285,-1-2 0,5 1 263,-1 1-705,-4-3 1,6 0-1,-3-6 1,4 0 0,1-2-50,0-3 1,5-4-1025,-1 0 572,14-7 1,-7-2 0,12-6 0,3 0 0,-1-2-591,-1-2 0,2-4 216,-2-7 509,-3 1 1,4-5-1,-4-1 1,-3-1 0,0-1-213,-5 0 0,-4 3 65,0-5 713,4 7 1,-11-4-1,1 9 378,-6 2 0,0 4-493,-7 6-216,-6 6 1,0 2 0,-3 6 0,4 1 0,2 0 237,4 4 1,-2-3 98,6 3-382,0-3 0,5 3 0,2 0 0,2-2-314,6-1 0,7-8-680,2-3 790,6-4 0,-2-1 0,5 0 1,0-1-1,-1-3-148,-3 0 1,1-7 396,-6 1 244,0-2 1,-5-1 0,-1 2 1372,-3 1-1036,-4 7-300,-6-3 0,0 7 0,0 4 0,0 5 1578,0 2-1200,0 3-622,-6-1 1,4 0 0,-4 0-220,-1 0 1,6-4-1023,-4-1 556,3-5 0,2 0-54,0-8 0,0-4-298,0-7 734,0 1 0,5 0 0,1 0 0,2 0 0,3-1 116,2 1 1,1 1 207,0 4 89,1-4 1,-1 12-1,0-4 1,0 3 0,1 4 855,-1 3 1,-5 3-251,1 6-448,-7 0 1,5 0-1,-5 1 1,2-1 0,-2 0 647,-2 0-1078,-1 0-65,0 1 1,0-6 0,-1-1-1195,-4-2 152,4-1 740,-6-5 1,7-6 0,0-4 0,0-2-1230,0-3 1365,0 1 243,7 0 1,-4 1-1,6 4 1,2 4-1,2 4 572,1 1 1,0 0-127,1 0-13,-1 0 0,0 6 1,0 2-1,-1 1 0,-2 1 763,-2 1 1,-1-3-448,2 1-852,-4-6 0,-4 8 1,1-4-190,2 1-740,-1-5 547,-4 3 1,7-8 0,2-2-493,4-6 0,-1 2 770,-2-1 306,2 6 0,-4-8 1,7 6 321,-1 2 0,-5 1-181,1 2 258,-7 0 0,5 0 0,-3 0 0,4 0 518,4 0 0,-4 2-379,1 2-583,-1-2 1,5 4 0,1-6 0,0 0-1,3 0-724,1 0 0,0 0-955,-5 0 1246,0-6 1,0 3 0,-1-7 0,-2-1 0,-3-1-1842,-2-2 2293,-1-1 0,-39-12 0,-21-4 0,0-4 0,0 0 0</inkml:trace>
  <inkml:trace contextRef="#ctx0" brushRef="#br0">13408 9966 8620,'-8'-2'3269,"3"-3"-1938,4 4 1,7-12-683,3 4 0,15 1 0,6-2 0,5 1-356,4 1 0,2-5-223,2 4-669,0 3 1,-5-6 0,-2 8-1,-3 1 599,-6 1 0,-87-30 0,16 13 0,-1-1 0</inkml:trace>
  <inkml:trace contextRef="#ctx0" brushRef="#br0">9114 9696 7896,'0'-15'0,"0"1"0,0 5 791,0-1 1,0 5 0,0-4 478,0-2 0,-2 0-471,-2 1-661,2 10 0,-11 8 0,4 8 0,-2 3 0,0 3 0,1 2 0,-1 0 487,-1 1 0,-3 2-274,1 1-319,0 1 0,5-3 0,1 0 0,0-4 0,1-2-4,1-2 1,-3-3 193,4 0-1121,0-7-1346,5 4 469,0-10 0,2 4 373,2-6 923,4 0 480,0 6 0,11 21 0,-3 11 0</inkml:trace>
  <inkml:trace contextRef="#ctx0" brushRef="#br0">8872 10534 7896,'0'-9'1458,"0"-1"0,0 6 8,0-6 0,0 5-741,0-4 1,0 4 236,0-4 1,5 4-1,1-3-434,2 2 0,2-4 0,6 6 0,2 0 25,6 3 0,5-1-229,4-2-247,9 2 0,4-4 0,6 6 0,2 0 0,0 0 161,-2 0 0,-5 0-273,-9 0 26,-9 0 1,-9 0-458,-6 0 210,-6 0-87,-8 0 0,-8 0 0,-7 1 0,-3 2-2706,-1 2 0,-6 0 964,1-5 2085,-9 0 0,-35 6 0,27-2 0,0 0 0</inkml:trace>
  <inkml:trace contextRef="#ctx0" brushRef="#br0">11943 7336 8325,'-1'-8'295,"-2"1"158,-2 1 0,-5 3-289,6-7-125,-1 7 65,5-3 0,1 6 0,4 0 1,5 2 62,2 2 0,-2-1-28,-1 7-97,1-7 0,9 8 0,0-4 0,0 0 0,0 3 70,0-2 1,6 4-82,-1-2 1,4 3-1,4 1 1,2 0-31,3 0 1,-1 0-34,2 1 22,3-1 0,-11 0 0,3 0 0,-3 0 0,-1 1-41,-1-1 1,0 2 63,1 3-12,-1-4 1,1 6 0,-1-7 22,1 0 0,-1 1 1,1-3-1,1-1 91,3-1 1,-8-1 37,3 6-123,4-8 0,-2 6 0,2-3 1,-6 2-1,-2 1-34,1-4 0,2 4 22,2-4 0,-1 2 0,-1 1 0,0-3-3,1 2 0,-2 2 68,7 1-56,-3-6 0,-2 4 0,1-2 1,-1 3-1,1 1-8,-1 0 0,0-5 31,1 1-90,-7-1 0,5 6 0,-3 0 3,2 4 1,3-3-1,1 3 1,1-3-21,3-2 1,0 2-41,0 3 100,2-3 0,0 4 0,-3-6 1,-1 1-1,0-1 108,1 0 0,0 0-107,-5 1 1,1-1-1,-1 0 1,1 0 22,-1 0 0,1 1-86,-1-1 63,0-6 1,1 4-1,-1-2 1,1 2-1,-1 1-7,1-3 1,-1 2-25,0-2 26,1 2 0,-2 3 1,-2-3-3,-1-2 1,-2 2-1,3-2 1,-1 2 4,1 3 0,2-3-1,1-2 0,1 2 0,1-2 1,1 3-2,3 1 0,3-2 0,-3-2 82,-1 2 1,0-4 0,0 7-1,-1-1 1,-4 0 37,-4 0 1,1-4-164,-6-1 69,6 1 0,-9 4 1,3-1-46,-3-4 1,-2 4-1,2-4 1,1 2 29,2-1 1,5 2-11,-5-2 44,6-4 1,-3 7 0,5-5 0,-1 1 0,-3 1 30,2 1 0,1-3-70,-3 1 0,4 0 1,-5 6-1,2-3-38,0-2 1,-7 2 81,2-2-84,3 3 0,-1-1 1,4-1-1,-1-1 1,-1 1 29,0 1 0,3 1 226,-2-3-154,3 2 1,-3-4 0,-2 5 0,0-2 0,-2-2 63,1 2 0,-2-3-146,-5 2 51,0-1 0,1 5 0,-1-1 0,2-2 0,1-1 101,2 1 0,0 0-57,-5-2-16,7 4 1,-6-7 0,4 5 0,-3-3-1,-2 0 196,1 0 1,-1-3-137,0 4-73,-6-6 0,5 5 0,-4-5 43,4 2 0,1 4 1,0-2-17,0 1 0,1-5-60,-1 2 1,-5 1 0,1-1 37,1-2-522,-5-2-326,7 6 0,-13-6-2227,0 4 3018,-13-3 0,-27-5 0,-11-1 0,-7 0 0,0 0 0</inkml:trace>
  <inkml:trace contextRef="#ctx0" brushRef="#br0">16465 9354 9250,'0'-9'666,"0"-1"1,-7 7-660,-2-1 1,-4 2-1,-1 4 1,-2 2 80,-3 6 0,2 2 11,-7 3 1,2 0 0,-3 4 0,1 5 0,-1 3-1,-1 1 79,3 1 1,2-1-1,7 2 1,0 2-54,0 1 1,1 0 80,3-4-203,4-1 1,6 0 0,2 1 0,2-1 0,8 1-20,5-1 0,0-4-78,7 0 140,0-7 1,6 3 0,1-5-1,2-3 1,1-1 92,0-1 1,3-7 162,5 2-221,1-4 0,0-2 0,-1-4 0,1-4 1,0-4 322,-1-1 0,-5-5-121,-4 0-196,-10-6 1,-2 7-1,-8-6 1,-2-2 0,-3-4-38,-2-4 1,-1 0 0,-5 0-113,0-2 1,-2-2 0,-3 0 0,-4 0 0,-4 1-220,-1-1 1,-5 6-162,0-1 266,-6 3 1,3 8-1,-7 4 1,1 7-1,-2 7-461,-3 2 1,-2 2-855,-3 0 993,-3 0 1,5 11 0,-7 3 497,0 2 0,-25 25 0,31-18 0,0 0 0</inkml:trace>
  <inkml:trace contextRef="#ctx0" brushRef="#br0">16209 9468 8228,'0'-20'529,"0"4"24,0-3 1,0 3 1354,0 2-980,0 6-597,0 2 0,1 7 0,2 4-47,2 4 1,8 6 152,1 4-279,0-4 1,11 12 0,-4-5 0,1 2 0,5 0 105,5 1 1,-2 2-43,3 1-237,-3 1 0,-2-2 1,1-2-1,-1-3 1,1 0-631,-1 0 0,-6-6 177,-3-2-717,-9 0 1,1-10-664,-7 5 1,1-12 233,-5-2 1614,0-6 0,-2-25 0,-2-12 0,0-2 0,0-1 0</inkml:trace>
  <inkml:trace contextRef="#ctx0" brushRef="#br0">16692 9525 8228,'0'-16'-91,"0"-3"0,2 3 1670,2-3-718,-2 4 910,4 0-1268,-6 8 0,-1 2-116,-4 10-158,3 9 1,-12 3 0,2 7 0,-6 1 0,1 4 269,1 4 0,0-3-186,-3 3-216,3 3 1,-4-6 0,4 3-1,-1-1 1,-4 0-123,-1 1 0,5-5-1213,-2-4 627,3 0 1,2-1 0,-1-2 0,3-4 610,2-4 0,36-53 0,13-9 0</inkml:trace>
  <inkml:trace contextRef="#ctx0" brushRef="#br0">17175 10605 8257,'-28'-6'0,"-13"-2"0,-3-6 0</inkml:trace>
  <inkml:trace contextRef="#ctx0" brushRef="#br0">16692 9070 8463,'-8'-6'-105,"2"-2"0,1-2 0,-1 2 207,-2 2 0,-2 1 1,-4 4-1,0-2 1,0-2-1,0 2 209,-1 1 1,-4 2-1,-1 0 1,-2 0-98,-4 0 0,0 2 1,-3 1-1,1 3 59,-1 2 0,-4 2-145,0 4 0,-7 0 1,3 0-1,-5 1 77,0-1 0,-1 5-87,0 0-73,1 6 1,1-3 0,3 6 0,5 1 0,3-1 170,1 1 1,1-1-58,-1 1-139,7-1 0,2 0 0,5 1 0,1 1 0,0 2-43,0 1 1,0 1 30,-1 0-45,-5-4 0,4 11 0,-3-5 0,3 2 0,2 0-78,0 1 0,0-2-3,-1 1 99,1-1 1,5 5-1,1-3 1,2-3-1,2-1-15,3-3 0,1-2 240,0-2-134,0 1 1,5-6-1,1-1 1,0 1-1,2-3 134,0 1 1,-3 2-108,4-4-65,1 0 0,-1 0 0,1 2 0,-1-1 1,1 2-69,-1 0 0,1-3 118,4 5-110,0 0 0,0-1 0,0 1 0,1 0 0,-1 0-40,0-1 0,5-1 65,0 2-15,6 3 0,-7-10 0,4 7 1,0 0-1,0-2-101,3-3 1,-3-2 107,2 2-4,-7-3 0,10 4 0,-5-4 1,1 2-1,-3 1-33,1-2 1,-6-1 261,4-2-193,3 0 1,-4 0 0,6 1 0,1-1 0,2 0 225,1 0 0,1-1-107,-1-4-118,0 4 1,1-10 0,-1 7 0,1-1 0,-1 1-49,1-1 1,-1-4 98,0 4-62,7-6 0,2 8 0,4-4 0,-2-1 1,-1 0 121,2-2 1,1 2-90,1-1-18,1-1 0,-2-4 0,-2 0 0,-1 2 1,2 1 53,1 2 0,2 0-78,-1-5 20,1 0 1,0 0-1,1 0 1,2 0-1,1 1 25,-1 4 1,3-3 137,-2 2-141,1-2 0,-1-2 0,0 0 1,-1 0-1,-2 0 87,-1 0 1,1 0-38,4 0-76,-10 0 0,9-2 1,-9-1-1,3-3 1,2-1-48,-1 1 0,-1-3 100,-3 4-46,10-6 0,-9 5 0,13-6 0,0 3 0,1 0 165,-1 1 0,0-5 263,5 4-308,0-4 1,-4-1 0,-4-1 0,-6 1 0,-2 0 199,0 0 0,0-2 68,-3-3-283,3 3 1,-11-9 0,3 4-1,-1-1 1,-1-1-6,3 1 0,-1-4-268,-5 7 224,1-6 0,-6 8 0,0-5 0,-1 1 0,-2 2 158,1-1 1,-2 2-55,-5-6-89,6 1 1,-4-4 0,3 2-1,-5 1 1,-3-1 145,-1-2 0,-2-2-28,1 1-241,4 0 0,-11-1 0,2 1 0,-2-2 1,-2-2 4,0-1 1,0 1-86,0 9 97,0-4 0,0 3 1,0-8-1,0 1 1,0 2-142,0 4 0,0 1-120,0-4 218,0-7 0,-5 5 1,0-5-1,2 2 1,0-1-39,-2-3 1,2 4 26,-6-5 67,6 7 0,-9-6 1,6 6-1,-2-4 0,-3 0 92,-1 0 0,-7 1-111,0 0 100,0 4 1,0-11 0,-2 3 0,1-3 0,-2 0 29,-1 3 0,0-3-285,-6 3 175,-5-3 0,3 5 0,-2 3 0,2 4 1,-1 4-16,-1 1 0,-10 2-34,5-1 36,-6 2 1,6 7-1,-8 0 1,-4-1-1,-4 1-16,-4 0 1,-9 0 23,1 0-7,-10-1 1,-3 1 0,37 7-1,-1 0 1,1 0 0,0 0 0,1 0-1,0 0 6,1-1 1,-1 1 0,-1 1 0,-1 0-618,-2 1 0,0 0 611,-3-2 0,0 2 0,5 3 0,0 0 1,0-1-1,0-1 0,2 0 0,1 1 1,-39 0-64,0 1 0,0 4-37,39 0 0,-1 1-39,-1-3 0,1 1 1,-32 10-1,-4-4 1,1 1-1,2 3-1266,4 1 0,1 4-809,7 3 1678,7-3 0,3 11 0,10-4 0,11 6 0,10 4-1560,10 5 2102,5 3 0,4-2 0,4 4 0,4 6 0,2 5 0</inkml:trace>
  <inkml:trace contextRef="#ctx0" brushRef="#br0">18768 10008 8411,'-10'-14'-55,"2"0"1,1 0-1,-1-1 1,-3 1 485,-2 0 1,-6 0-1,0 1 1,2 2-1,-1 3 1,1 2 155,-2 3 1,0-4 0,5 3-1,0 1 440,-1 1-954,-5 2 1,4 6-1,-3 4 1,3 4 0,2 3 292,0 2 0,-5 11-181,0-1 0,2 2 1,6-1-1,3 2 10,1 1 0,-2 5-187,4-5-19,0 7 0,12-10 0,2 1 0,5-4 0,7-3-66,7 1 0,7-4 112,8-2 7,6-10 0,1-3 1,6-6-1,-4 0 1,-5 0 72,-3 0 1,-7-6 166,-4-3-187,-3-4 0,-8-6 0,-5-2 1,-4-1-1,-5-4 132,-2-6 1,-1 0-546,-5-6 312,-6 1 1,2-1 0,-5 1-1,-4 1 1,-2 3-637,-4 3 1,-7 0 183,3 11 62,2 6 0,-7 2 0,1 6 1,-5 2-1,-1 3-1079,-2 5 1,0 4 485,-2 10 395,-5-3 0,11 11 1,-5-5-1,2 2 594,8 0 0,-9-1 0,5 6 0</inkml:trace>
  <inkml:trace contextRef="#ctx0" brushRef="#br0">18412 10051 8335,'0'-14'470,"0"4"666,0 1 47,0-1-484,0 2 0,2 4-160,3 8-298,-4 4 0,12 7 0,-2 0 0,5 3 0,4 1 106,2-2 0,1 0-883,0 2 473,4-3 0,-5 5 1,7-7-1,-1 0 1,-1 0-273,-3 1 1,1-6-1627,-6 1 1243,0-1 1,-5-1 0,0-3 0,1-4-1859,-1-1 2576,-6 0 0,11-57 0,-4-14 0</inkml:trace>
  <inkml:trace contextRef="#ctx0" brushRef="#br0">18896 10065 8335,'5'-23'-621,"-1"-1"1,1 5 2052,-5-5-593,0 7-116,0-4 0,-2 13 0,-2 5 300,-6 6 1,-2 5-504,-3 6-123,-5 7 0,2 1 0,-4 7 0,0-1 0,2 0 328,-1 1 1,-3 4-483,6 0-210,-1 0 0,4-6 0,1-1 0,0-3 0,0 2-687,-1 2 0,8-5-1319,2-3 691,3-3 1,2-2 1281,0 1 0,19-39 0,5-9 0</inkml:trace>
  <inkml:trace contextRef="#ctx0" brushRef="#br0">19365 10122 7290,'0'-8'1739,"0"-4"-1212,0 10-18,0-4 131,0 6 1,2 0 569,2 0-638,-2 0-594,4 0 129,-6 0 0,2 0 90,3 0-101,2-7-86,1 6 0,5-6 0,-4 7 0,4-1 0,1-2 76,1-2 1,0 0 32,4 5-140,3 0 0,2-5 0,0 1 0,3-1 0,4 0 72,7 1 1,-2-3-10,2 2-20,-6 4 1,7-7 0,-4 5 0,0-2-1,0 0 32,-4-1 0,-5 4 44,-3-2-51,-5 2 0,7-3 0,-6 1 0,0-1 1,0 0 103,0 0 1,6-1-62,-1 1-52,3 4 0,1-10 0,1 6 1,-1 0-1,0 1-19,1-1 1,-1-2 73,1 3-88,-1 2 0,1-6 1,1 5-1,1-3 1,2-1 14,-1 1 0,-2 0 12,-2 1-31,1 4 1,-1-11 0,1 6-1,-1 0 1,1-2-6,-1 0 1,0 3 3,1-4 13,-1 6 1,-4-4 0,-2 6-1,0-2 1,-1-2 25,-1 2 0,4 0-37,-5-2 2,0 3 1,1-6 0,3 5 0,0-2 0,-1 2-2,-1 2 0,3-4 17,-5 0 0,4 0 0,-4 5 0,-1-1 17,-3-4 0,4 4 73,0-4-98,0 3 1,-3 1 0,1-2 0,2-2 0,0 0 23,2-1 0,-1 4-21,4-3 22,-3 4 1,-6-1-1,3-1 1,1-2-1,-2 2 99,-1 2 1,-2 1-81,0 0-13,-6 0 0,5-5 1,-4 0 179,4 2 0,-3 1-117,-1 2 8,-6 0 0,5-1 147,-3-4-118,3 3 13,0-4 1,4 6 345,-2 0-289,-4-6 110,0 4-294,-6-4 27,0 6-8913,0 0 8857,0 6 0,-38 27 0,-9 13 0</inkml:trace>
  <inkml:trace contextRef="#ctx0" brushRef="#br0">22038 9298 8333,'-5'-15'66,"0"1"1,2 0-1,0 1 871,-2 4-626,4-4 1,-7 12 0,3-4 0,-4 3 58,-4 2 0,-1 0-251,0 0 1,-5 2 0,-2 1 0,1 3 40,-1 2 1,-4 6-1,1 5 1,-3 0-81,-1 2 1,4-4-90,0 7 81,1 0 1,-4 2 0,3 0 0,5-3 0,3 3 84,2 1 1,5 1 36,-1 0-179,7 1 1,-3-2 0,7-2 0,4-1 0,6 1-20,7 2 0,-3-5 139,4-3-183,3-3 1,0-1 0,5 1 0,-1 0 0,-3-5-152,3-3 0,0 2 189,3-6 45,6 1 1,-4-5 0,6 0 0,-1-2 0,-1-1 221,-1-1 0,4-12-28,-4 1-74,-1-2 1,-10-2 0,-1-1-1,-1-2 1,-4-4 298,-1-1 0,-6 4-301,-1-1-103,-6 0 0,8-4 0,-6-1 0,-2 3 0,-1 0 27,-2 3 1,-6 0 0,-4 0-134,-3-4 0,-2 11 0,-3-3 1,-2 3-1,-2 2-819,-4 0 0,-5 1 466,-2 4-437,-7 3 1,8 6 0,-4 0 0,0 0 845,-1 0 0,-1 5 0,-6 2 0,-5 1 0,0 0 0</inkml:trace>
  <inkml:trace contextRef="#ctx0" brushRef="#br0">21668 9425 8404,'7'-7'1660,"-6"0"-1164,12 7 0,-10 2 211,6 3 1,-5 2-361,0 8 0,4-1 0,2 0 0,2 0 79,3 1 0,-1 4-346,0-1 0,2 3 0,3-4 0,3 2-385,0-1 0,5-2 96,-3-2-215,2 0 0,1 0 0,-1 0 0,-3-1 0,1-4 424,-2-4 0,30-60 0,-25 19 0,0 1 0</inkml:trace>
  <inkml:trace contextRef="#ctx0" brushRef="#br0">22194 9354 8419,'0'-14'0,"0"0"0,0 0 755,0 6 0,-6 2 1,-3 6-1,-6 1 1,-4 4 367,-4 4 1,-4 10 555,-2 5-1285,-5 9 1,4 2 0,-4 4-1,6-2 1,4-1 199,5 0 0,2-2-707,-2 3 68,10-5 0,-10 3 0,11-7 0,-2-1 0,1-2-1459,-2-1 1,3-2 206,-2 2 1297,7-4 0,-10-5 0,6-1 0</inkml:trace>
  <inkml:trace contextRef="#ctx0" brushRef="#br0">18711 11117 7785,'-5'-14'-832,"-1"0"2271,-2 0 0,5 4 825,-2 1-1426,4 5-757,1-2 0,1 8 0,2 2 0,2 6 638,-2 3-589,-1 1 0,3 0 0,-1 2-53,-1 3 0,4-2 0,-1 5 0,0 0-76,1 0 1,4 1 159,-2 0-226,-2 4 1,5-6-1,-1 4 1,5-1 0,5-1-206,1-1 0,1 4-15,6-7 196,-1 0 1,5-5 0,1 0-1,-3 0 1,-1 1-102,-1-1 1,-6-6 30,1-4 59,-7-2 0,9 3 1,-7-1-27,-2 0 0,-7-4 12,-6-5 111,-2 3 1,-2-10-1,0 2 1,0-2 115,0-3 1,0 1 49,0 0-131,-6 0 1,2-1 0,-4 0 0,1-1 0,0 0 204,1 3 0,0 4 240,1-1-147,3-2 1,-6 10 380,4-3-166,2 4-321,-4 7 0,6 2 0,1 6 0,2 1 0,4-1 75,1 0 0,-5 0-108,2 0-136,-4 1 1,-1-1 0,0 0-1,0 0 1,0 1-303,0-1 1,0 0 82,0 0-18,0 0 1,-6-4-1,-4-2 1,-2 0 0,-2 0-1006,-1 3 0,1-3-3025,0 1 2229,0-6 1983,-7 10 0,-7 1 0,-9 8 0</inkml:trace>
  <inkml:trace contextRef="#ctx0" brushRef="#br0">18924 12027 7801,'13'-1'-642,"-2"-4"4294,-2-5-1826,-5 4-1689,2 0 0,-6 7 0,-2 4 1,-1 4 195,-2 4 1,-4 1-237,4 1 0,-4 5 1,4 2-1,2 2 123,1 0 1,-2-2-3,-1 1-180,0 4 0,3-6 0,-1 4 0,-1-3 0,0 0-27,3 0 1,-1-4 99,-3 1-333,4-3 1,-5-7 0,6 0-1095,0 3 166,0-6 476,0 0 0,0-7 0,1-4-2579,4-5 3253,3 4 0,15-29 0,6-12 0,2 0 0,0-1 0</inkml:trace>
  <inkml:trace contextRef="#ctx0" brushRef="#br0">18924 12112 7833,'0'-8'-1634,"0"-4"1767,0 10 0,0-6 886,0 4-207,0 2-183,0-11-3,0 12 1,0-7 436,0 3-1060,0 4-736,0-6 537,0 7 0,0-1-57,0-4-107,0 3 327,0-4 293,0 6 702,0 0-924,0-6 76,0 4-169,0-4 1,2 6 56,3 0 0,-4-2 70,4-2 105,-4 2 20,-1-4 0,2 6 31,3 0 4,-4 0-39,6 0-434,-7 0-5510,0 0 5751,-7 6 0,6-3 0,-4 7 0,-3-7 0,7 5 0,-4-4 0,-3-2 185,6 4 707,-4-6 352,6 0 475,0 0-743,6 0-521,-4 0-472,4 0 1,-6-1 102,0-4-92,0 3-388,0-10 0,2 9 0,1-7 0,3 1-655,2 1 1060,-5-5-43,10 5 1,-7-1-1,5 1 1,-1 2-1,1 1 82,2-2 0,2 6 55,4-4 0,-3 4 52,3 1 1,-2 1-1,1 2 1,1 4 437,-2 1-459,-1 1-132,-8 5 0,3 0 0,-6 1 0,-2-1-34,-2 0 0,-9 0 91,-6 1-86,0-1 0,-13-2 1,4-1-1,-3-3 1,1 0-371,1 0 0,1-3-141,-6 4 409,7-5 1,1 3-1,7-3 1,0 0-220,0-1 482,0-1-86,6-2 0,3 0 0,10 0 1,4 0-1,4 0 375,1 0 0,0 0 185,0 0-373,1 0 1,-1 0 0,0 0 0,0 0 0,1 2 374,-1 2 0,0 0-232,0 5-350,0-6 0,1 10 0,-1-4 0,0 4 0,2 1-108,3 0 0,-2-4-265,7-1 276,-7 1 1,9-1-1,-6-1 1,2 0-1,2-2-210,-2 1 0,3-3 111,-6-4 204,0 0 0,-6-1 1,-2-4-1,-3-4 0,-2-4 138,-3-1 0,-1 0-112,-2-1-64,0-5 1,-5 4-1,-1-3 1,-2 3-40,-3 2 97,-2 0-143,-1 6 1,5 2-1,-1 6 1,-1 0 0,-2 1-270,-1 4 1,5 3 212,-1 6 146,7 7 1,-8-6-1,6 4 1,2-3 0,1 0-46,2 3 1,0-3 98,0 3-67,0-4 0,5 0 1,2-3-1,2-1 1,5-1 103,4 1 0,5-5-63,-4-1-62,7-3 1,-3-4 0,9-3 0,1-4 0,-1-4 7,-2-1 1,-2-5 74,0 0-37,1-6 0,-7 3 1,-3-7-1,-3 1 0,-2-2 43,0-3 1,-6-4-56,-3-5 27,-4-1 0,-1 7 0,0 2 1,0 4-1,0 4 524,0 2-224,-6 10-341,-2 7 1,-1 9 0,1 3-1,0 6 1,0 6 129,-3 7 0,0 3 273,1 1-256,-2 0 0,10 2 0,-4 2 1,1 1-1,0-1 154,2-2 0,2-2-143,1 1-144,0-1 1,1 1 0,4-3 0,5 0-1,2-4-35,2-2 0,5-2-45,0-9-111,0 4 0,2-12 0,1 4 0,2-5 1,-2-5-523,-2-4 0,-1-4 201,-5-1 498,1 0 0,-3-7 0,-1-1 0,-3-1 0,-1-1 8,-4-1 0,3 4 457,-1 2-88,-1 3-267,-4 2 1,-4 8 260,-1 6-224,-6 12 0,8 6 1,-5 4-1,2 0 1,1-2 154,-1 1 0,4 3-137,-3-5-228,4 0 1,2-5 0,2 0 0,5-1 0,3-2-221,5-2 1,3-6 103,0 2-11,-3-3 0,9-4 1,-4-1-1,-1-3 1,2-4-396,0-6 1,-3 2 334,5-5 374,0-3 0,3 5 0,-4-5 0,-2 1 0,-2 4 110,0 1 0,4 6 13,-4 1-64,7 6 1,-11-4 0,4 7 0,-3 0 901,-2 0-728,1 7-288,-7-6 1,-1 10-1,-3-4-337,0 1 289,1-5 25,-5 3 0,-1-6-150,-4 0 1,-3 0 121,-6 0-176,-1 0 1,1 5-1,-2 1 1,-1 0-1,-3 2-122,-3 0 1,4 0 387,-4 2-106,5 2 0,-2-4 1,6 6-1,-1 1-89,1-1 0,6-5-251,4 1 269,2-7 0,4 8 0,4-6 0,7-2-214,4-1 0,7-4 62,-5-3 256,6 4 1,-8-12 0,5 5 0,-1-1 0,-4-1 239,-1-1 0,-2 3-54,0-1 64,-6 6 1,5-9 67,-4 8-140,-2-1 94,-1 5 1,-6 2 0,0 2 0,2 6-68,2 2 0,0-2-841,5-1 471,1-5 1,4 3 0,0-3 0,0 0 0,0-1-356,1-1 0,-1-4-304,0-2 547,0 2 0,1-10 0,-1 2 465,0-3-116,-6-1 546,4 0 347,-10 6-655,4 2-61,-6 12 1,0-3 0,0 7 0,0 1 306,0 1 0,0 3-701,0-1 23,0-6 0,0 4-519,0-2 866,0-4-195,0 1 1,-1-3 0,-2-1-55,-2-4 0,0-1 14,5-7 18,-6 6 1,4-10 0,-2 3 0,2-2 0,2-4-39,0-3 1,2 2 86,2-7-111,-2 7 0,10-5 1,-2 4-1,3 1 0,1 3 60,0 3 0,2 3-14,3-2 156,-3 4 0,9 6 0,-6 0 0,-2 1 1,-1 4 271,-2 5 0,0 2-247,1 2-167,-7 1 1,3-1 0,-7 0 0,1 0 0,0 1 17,0-1-239,-1 0-280,-4 0 0,5-4-310,0-1 0,1-6 342,-1 2 311,3-3 0,1-9 0,1-4 1,2-5-1,4-4-239,3-2 1,6 0 88,-1-2 303,3-3 1,0 11 0,-2-3 0,-1 4 0,-1 2 4,0 3 0,-3 4 447,-6 6-304,1 0 0,-1 0 0,-2 2 500,-2 2-329,-4-2-239,-6 11-50,0-12-61,0 6-157,0-7-197,-6 0 1,3 0 53,-7 0 150,7 0 1,-5 0 0,3 0-1,-4 0 1,-4 0-163,-1 0 1,0 6 329,0 3 110,-1 4 0,1 1 0,0 0 0,1 2 0,2 2 258,2 1 1,6 1-1,-2-1-290,3-3 0,4 4 0,3-5 1,6-3-1,5-1-197,2-1 0,8-7-99,-3 2 151,4-4 1,2-1 0,-1-1 0,1-4 0,-1-5-329,0-2 1,6-7-28,-1 0 313,-6-6 1,-7 3 0,-6-5 0,1 1 0,-3 4-168,-2 2 167,-4 1 64,-12 11 0,-4 2 0,-9 7 0,-4 4 0,-3 6 203,3 6 0,-3 1 272,7 5-261,0 1 0,7 0 0,2-2 1,6-2-1,2-2 647,2-2 0,6-2-228,4 0-588,2-6 0,9 3 0,4-6 0,5-2 0,3-1-864,-1-2 1,-8-5 404,-5 0-448,-3-6 1,-4 3 0,-2-6 0,-6-2 892,-2-3 0,-53-35 0,20 20 0,-1 0 0</inkml:trace>
  <inkml:trace contextRef="#ctx0" brushRef="#br0">19877 12923 7772,'8'-10'1716,"-4"1"1355,-2-2-450,-2 4-1995,0 1 0,-6 8 0,-4 1-155,-2 2-534,-3 6 1,1-8 0,0 5-27,0-2 0,4-1-100,1-5 140,6 6 1,-5-4 0,3 1-185,-4-6 0,2-5-324,2-6 402,4-1 0,1-1 1,0-1-1,0-3 1,0-3-146,0-2 0,5 5 82,-1 1 247,7 3 1,-4 2 0,4 1 0,-2 2 0,2 3 237,2 2 1,1 1-56,0 5-27,1 0 0,-3 8 0,-1 5 0,-3 6 0,-1 4 321,-4 7 0,-2 0-132,-1 8-310,0 0 1,0 5 0,0-1 0,-1 1 0,-2 0 63,-2-1 1,-5 1-77,6 0-49,-7-7 1,4 3 0,-4-5 0,2-4 0,-2-5-486,-2-6 286,-1-3 114,0-2 0,-1-6 1,1-5-1,-2-5 1,-1-6-206,-2-4 0,-6-1 58,1-11 152,3 7 0,-4-10 0,6 4 1,0-4-1,0-2-66,0 1 1,5 1 379,5 3-109,6 4 1,-5 6 0,4-1 195,0 1 1,1 6-794,7 3 410,4 10 1,8 3 0,1 6 0,4-1-1,1-2 153,3-2 1,2 1-369,2 4 112,-1-6 0,2 3 0,2-6 0,2-2 0,3-1-495,2-2 0,-2-2 103,0-3 417,1-3 0,0-7 1,-3-3-1,-3-2 0,-7-1 65,-3 1 1,-5-4 124,-7 5 341,3-6 0,-12 9 0,2-1 0,-4 4 279,-4 3 1,-1 7 247,1-1-709,-3 2 1,-1 4-1,-1 1 1,1 5 0,-1 3 88,1 4 1,4 3-259,-5-4-91,7 0 0,-3 0 1,6 1-1,0-1 1,0 0-350,0 0 0,6 1 168,4-1-82,2 0 1,4-5 0,2-1 0,0-1-1085,0-4 836,-2-2 557,-2-1 0,0-4 0,0-3 0,-1-1 1,-2-1 442,-2 1 0,-1-5-190,2 4 1,1 1 58,-6-1 0,4 4 0,-3-3 305,2 2 1,-3 1-315,5 5-130,-7 0 1,9 0-16,-2 0 1,-2 1-148,1 4 1,1-2-1,2 7 1,1-1-170,1-1 1,-3 3 46,8-6 1,-3 4 0,-2-2 0,0-1-294,1 0 1,-1-1-6,0-5 506,-6 0 1,5 0-1,-5-1 268,-1-4 0,0 2 159,-7-7 14,0 7 1,0-5 4,0 3-377,0 4-345,0-5 0,-2 6 0,-1 1-274,-2 4 0,1-2 153,4 6 273,0-5 1,6 7-1,3-7 1,4 1 22,1 2 1,0-6 161,1 4 10,-1-4 0,0-1 0,-1-1 0,-2-2 1,-2-4 344,2-1 0,-4-3-361,-3-8-19,-2 4 0,-2-12 1,0 5-1,-2-2 1,-2 0-299,-6-1 1,-7 4-41,-2 3-529,-6 2 0,7 8 0,-6 3 0,1 4 0,-1 2-1673,0 4 0,2 9 1598,-1 10-42,2 3 0,2 1 0,0 0 853,2 1 0,-18 18 0,-3 5 0</inkml:trace>
  <inkml:trace contextRef="#ctx0" brushRef="#br0">20346 12937 7886,'-6'-43'0,"-2"7"548,-6 3 0,-5 4 1,0 6-1,0 4 358,-2 3 0,5 8-343,-3 3-94,4 4 1,2 7 0,2 2 0,3 1-1,0 1 1100,0 1-1365,5 2-63,-3 1 0,7-2 0,4-1-131,5-1 1,-3-7-42,3 2-2,-1-4 1,6-1 0,-3-1 0,-1-2 0,-3-4-1551,-1-1 1070,4 5-284,-10-3 0,7 1-2766,-3 1 2269,-4-1 27,6 5 1267,-1 0 0,2 31 0,6 9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8645 8501 6271,'0'-7'2019,"0"0"-1619,0 1 0,-5 3 0,0-7 0,1 1 1282,-3 1-1164,6 2 1,-7 1 0,5-2-1,-4 1-4,-1 0 0,4 7-257,-6 9 0,7 3 0,-2 1 0,2 0-80,-2 0 1,4 5-86,-4 0-213,4 6 1,1-7 0,1 4 0,4-2-1,4-2-275,4-2 1,3-4 314,3-2 0,3-4 1,6-6-1,1 0 111,-1 0 0,-1-6-24,-3-4 149,3-9 1,-12 3-1,3-4 1,-7 1-1,-6-2 289,-4-1 1,-1 3-255,0-4-629,-6 5 0,-7-2 1,-6 7-1,0 2 1,0 3-647,0 2 1,-1 1 123,1 5 481,3 0 0,-5 6 0,9 4 1,1 3-1650,1 1 2129,7 0 0,22 19 0,13 5 0</inkml:trace>
  <inkml:trace contextRef="#ctx0" brushRef="#br0">9014 8558 9621,'0'-8'3190,"-6"-4"-2953,5 10 0,-6-6-728,7 4 1,2 2-615,3-3 0,2 4-313,8 1 0,-1 0 1418,0 0 0,26 0 0,5 0 0</inkml:trace>
  <inkml:trace contextRef="#ctx0" brushRef="#br0">9270 8445 7950,'0'-15'362,"0"6"-302,0-1 1,0 6 767,0-6 1,0 5-151,0-4 1,2 1 0,3-1-389,4 4 0,-1 3-329,2 2 16,-1 0 0,1 0 0,-1 0 0,2 0 1,0 2-297,-1 3 1,2-2-163,-2 6 404,-4 1 0,0 4 0,-6 0 0,0 2 1,0 1 93,0 2 1,-1 2 8,-4-2 26,-3-3 0,-1 6 0,-1-5 0,-1 2 1,0-2 364,2-1-293,-4-2-101,11 1 1,-7-1 11,9 0 0,3-6-1120,11-3 798,7-4 1,-4-1 0,5 0-1193,-1 0 1,4-6 1478,-1-4 0,22-34 0,6-9 0</inkml:trace>
  <inkml:trace contextRef="#ctx0" brushRef="#br0">9740 8473 7950,'-2'-8'892,"-3"3"1,4 2-337,-4-2 0,2 2 106,-2-6 1,2 4 0,-7-3 145,-1 2 1,3 1-138,-1 5-422,0 0 1,-1 0-1,1 0 1,-3 0-85,0 0 0,2 0-552,1 0 256,6 0 0,-8 2 1,6 2-103,2 6 1,1 3 16,2 1 205,0 0 0,2-1 0,1-2 0,2-2 0,-1 2 40,3 2 1,-4 1-2,6 0-97,-5-6 0,7 5 0,-5-4 0,2 4-114,3 1 0,-3-4 34,1-1 78,-6-6 1,5 8 0,-5-4 0,2 1-183,-2 3 156,-1-5-1,-2 7 1,0-10 0,-2 5 0,-4-2-720,-8-3 1,0 0-886,-5 2 1337,-3-3 1,4 4-1,-6-6 1,1-2 364,1-2 0,-5-42 0,5-16 0</inkml:trace>
  <inkml:trace contextRef="#ctx0" brushRef="#br0">9669 8430 11358,'0'-8'4229,"0"-4"-4715,0 10 0,6-4 0,3 4 0,4-1-1037,1-2 1,2 1 994,3 4 0,-3 0-1671,3 0 2199,-4 0 0,25 6 0,6 2 0</inkml:trace>
  <inkml:trace contextRef="#ctx0" brushRef="#br0">10067 8388 7950,'0'-8'2609,"0"1"-755,0 1-647,0 5-786,-7-6 1,4 3 0,-6-1-266,-2 2 1,3 3 0,-2 3-87,-1 2-452,-1 6 242,-3-4 0,7 8 0,4-1 1,2 0-365,2 0 0,0-4 388,0-1 206,0 1 1,6 4 0,4 0 154,3 0 1,1-1-213,0-3 69,-6 2 1,4-4 0,-2 6-65,3 1 1,-6-6-412,-2 0 29,-3-5 1,-2 8 0,0-2-647,0 2 1,-7-4-219,-2-3 830,-4 3 1,-2-7 0,-3 4 377,-1-3 0,-16-25 0,-6-11 0,-1-2 0,-1 1 0</inkml:trace>
  <inkml:trace contextRef="#ctx0" brushRef="#br0">9939 8402 7950,'19'0'-667,"0"0"0,6 0 1093,-1 0 1,-2 0 604,1 0 0,-1-2 1,4-1-1,-4-2 187,-2 2 1,-1-3-1386,-4 1 44,-1 0 1,0 1-1,0-1-635,0 2-1735,-6 1 2493,5 2 0,-30 0 0,-1 0 0</inkml:trace>
  <inkml:trace contextRef="#ctx0" brushRef="#br0">11517 8544 7851,'0'-14'1299,"0"0"-320,0-1 0,-7 3 0,-2 2-600,-4 6 0,4 2 1,-1 2-1,1 2-303,1 2 0,-3 4 0,5 6 1,-1 2 47,1 3 0,-3-1-112,4 5 0,0-4 0,5 3 1,0-1-119,0-4 1,6-1 27,4-2 75,-4 0 0,12-1 0,-4-3 1,2-6-1,1-2-32,2-2 0,-3-2 53,3-2 99,-4-4 1,0-7 0,-3 0 0,-2-4-1,-5-5-108,-4-3 1,-1 0-210,0 4 95,-6-11 1,-2 15-1,-6-7 1,-1 4-1,3 4-504,2 2 1,-2 8-1162,2 4 1188,4 2 0,-5 4 1,6 2-1,2 7 1,1 5 581,2 3 0,26 44 0,5 7 0</inkml:trace>
  <inkml:trace contextRef="#ctx0" brushRef="#br0">11815 8615 7903,'2'-14'1487,"3"0"0,-4 4-667,4 1 1,-3 4 11,-2-4 0,0 4-237,0-5 1,-2 6-3014,-3-6-999,4 7 3417,-6-3 0,39 12 0,7 2 0</inkml:trace>
  <inkml:trace contextRef="#ctx0" brushRef="#br0">11986 8530 7903,'8'0'0,"3"-6"1047,-6-4 0,4 2-533,-4-1 0,4 4 0,-2-3 0,1 0 397,3 0 0,-3 4 72,1-6-802,1 7 0,4-5 0,0 5 0,0-2-286,0 2 0,1 1-702,-1 2 554,-6 0 0,4 0 0,-4 2 0,0 3-827,-3 4 0,-4 4 230,-1 1 674,0 0 0,-1 5 1,-2 0-1,-4-2 0,0-1-20,-5-1 0,1-1 156,2 0 37,-4 0 1,10-4 0,-5-1 0,2 2 108,3 2 0,0-5 174,-2-4 58,3 4 0,-2-6 343,8 3 0,4-9-160,6 0-548,-6-7 0,5 4 1,-4-4-1,4 2 0,1-1-1548,0 2 0,5-3 464,0 7 690,0-1 421,-4-1 0,11-2 0,4-6 0</inkml:trace>
  <inkml:trace contextRef="#ctx0" brushRef="#br0">12540 8473 7943,'-6'-8'401,"5"-5"0,-4 4 1449,3-4 0,-2 4-1368,-1-1 1,-5 9 0,4-1 0,0 7 135,-1 3-576,-4 1 0,8 6 0,-6-1 0,-1 0 0,2 0 76,4 0-126,2 1 0,2-1 0,2 0-127,2 0 1,6 1 0,7-1 0,2-2 113,-2-2 1,4 2 319,-2-2-284,0-4 1,-5 5 0,0-6 0,1-2 0,-3 0 154,-2 2 80,-4-3-207,-6 4 0,-2-4 1,-2 1-1,-7 1 1,-5 0-570,-3-3 1,-6-1-1715,1 0 1589,3 0 651,1 0 0,-20-19 0,-5-4 0</inkml:trace>
  <inkml:trace contextRef="#ctx0" brushRef="#br0">12484 8501 7949,'0'-9'1135,"0"-1"498,0 1 0,4-5-485,1 0 0,1 1-933,-1 3 0,-2 3 1,7 3-1,1 0-653,1 0 1,7 3 170,0 1-321,7 0 1,-9 0 0,5 0 0,0 0 0,-1 1-3078,-1 4 3665,-1-3 0,2 10 0,1-4 0</inkml:trace>
  <inkml:trace contextRef="#ctx0" brushRef="#br0">12981 8416 11612,'-9'0'1574,"-1"0"1,1 0-1363,-5 0 0,-1 0 1,1 2-1,0 1-820,0 2 534,-1 6 1,6-3 0,1 6 87,2 0 1,7 0-732,9 0 517,9 1 0,1-1 0,6-2 0,-3 0 0,1-3-31,-2 2 1,-1 0 401,-7-1-107,0 2 1,0-5 0,-1 4 0,-4-2-127,-4 2 0,-5-3 87,-5 2-296,-2-7 0,-8 8 0,0-5 0,-3 0 0,-2 2 271,-3 0 0,-25-5 0,-13 4 0</inkml:trace>
  <inkml:trace contextRef="#ctx0" brushRef="#br0">12910 8430 7944,'14'-8'0,"1"1"559,-1 2 1,0 2 0,2-5 0,3 1 326,4 4 0,0-3-460,0 1-621,-5 0 0,9 5 1,-5 0-1,0 0-534,-3 0-1716,-3 0 2445,-9 0 0,-38 13 0,-17 3 0</inkml:trace>
  <inkml:trace contextRef="#ctx0" brushRef="#br0">11744 8615 12187,'-8'-6'5711,"2"3"-5379,6-7 1,2 7 0,2-2-1391,6 4 471,3-6 0,7 6 0,2-4 1,3 4-1,2 1 0,3 0 1,0 0-4705,0 0 5291,-1 0 0,37 6 0,10 2 0</inkml:trace>
  <inkml:trace contextRef="#ctx0" brushRef="#br0">13593 8729 13391,'1'-10'-1533,"4"1"1533,3 6 0,31-10 0,7 5 0</inkml:trace>
  <inkml:trace contextRef="#ctx0" brushRef="#br0">14232 8743 7875,'7'-8'-85,"20"-4"0,10 4 0</inkml:trace>
  <inkml:trace contextRef="#ctx0" brushRef="#br0">15754 8772 7875,'6'-8'-294,"-3"0"0,7 5 0,1-2 0,1 0-356,3-1 650,-8 4 0,19 9 0,-3 8 0</inkml:trace>
  <inkml:trace contextRef="#ctx0" brushRef="#br0">21682 6781 7764,'-7'-6'1,"-4"-2"1,6-6 1010,0 6 0,0-5 0,1 4 0,0-1 581,3 6 1,1 16 0,0 17-725,0 1 1,0-3-524,0 1 1,0-3 0,0 8-1,0-1 47,0 1 0,0-3-778,0 3 316,6-3 0,-4-1 0,2-1 0,-2-1 0,-2-3-816,0-5 0,0-3-1790,0-2 1147,0-6 1,6-4-233,4-8 1,-4-4 916,-1-6 727,-4-7 1,4-1 0,0-5 0,-2 2 0,-1 3 91,-2 1 1,0-3-174,0 5 917,0 0 1,0 10 0,1 0 2326,4-3-1845,3 0-994,6 4 0,-4 2 1,-1 6-1,2 0 1,2 0-93,1 0 0,0 0-215,0 0-84,7 0 0,-5 0 0,3-2 0,-3-3-453,-2-4 0,-2-4 291,-2-1 326,-4 6 0,-6-5 0,0 4 0,0-4 1079,0-1-561,0 0 54,0 6 1,-1 2 34,-4 6 0,3 6-108,-2 3-92,2 10 1,2 4 0,0 5 0,0 0 0,0 1 490,0-1 0,0 1-252,0-1-567,0 1 1,0-6 0,0 1 0,0 0-1,0-2-279,0-3 1,0-3-207,0-2-678,0 0 1,0-5-5372,0 1 4647,6-13 1827,-4 1 0,29-63 0,-15 27 0,0-1 0</inkml:trace>
  <inkml:trace contextRef="#ctx0" brushRef="#br0">22152 7009 7793,'0'-10'1123,"0"1"1,-2 6-470,-3-2 1,2 3 351,-6 2 1,4 0-430,-4 0 0,1 7 0,-3 2 1,1 4 934,-1 1-1195,5 6 0,-1-4 0,7 3-302,0-3 0,0 3-80,0 0 0,7 0 1,2-5-1,4-1-153,1-4 1,5 2-212,0-6 1,5 0-1,-4-5 1,1-2-257,-1-3 0,4-7 97,-5-7 693,0-6 0,-5 4 1,-1-4-1,-4 1 1,-4-1 233,-3-2 1,-2 5 263,0 3-445,-7 3 1,-1 3-1,-6 4 1,-2 4-1,-1 4 212,-2 1 0,0 1-469,5 4 102,0 3 1,-1 1 0,1 1 0,1 1-997,4 1 0,3-2 201,6-1 544,0-5 1,6 2 0,5-6 0,6 0 0,7 0-35,3 0 0,-3-2 287,-1-2 289,1 2 1,3-6-1,-2 5 1,-3-2 0,-1 2 347,-4 1 1,-1 2 737,-2 0-920,-6 0 1,3 7 0,-4 2 0,-1 4 305,0 1 0,-1 0-703,-5 1-290,0-1 0,0 0 1,0 0-1,1-1-1350,4-4 513,-3-2 596,10-7 0,-8 0 1,5 0 69,2 0 0,-3-7 0,2-2 0,1-4 179,1-1 1,1 0 485,-4 0 0,4 6 0,-10-3 0,5 4 878,-2-1-765,5 5-114,-9-3 1,6 7 0,-5 4 0,2 5 0,0 1 183,1-2 0,-3 4-118,6-4-463,1-2 0,4 4 0,0-5 0,1 0 1,-1 1-396,0-4 1,0-2 298,0-1 243,1 0 1,-1-6 0,0-3 0,-1-4-1,-2-1 26,-2 0 1,-6-1 215,2 1-233,-3-6 0,-2 4 0,-2-3 1,-3 5-897,-4 4 0,1-1-1286,-1 6 1215,-1 1 1,-4 5 0,1 4 0,2 4 941,2 4 0,12 27 0,-2 5 0</inkml:trace>
  <inkml:trace contextRef="#ctx0" brushRef="#br0">23431 7037 7829,'7'-14'226,"-1"4"1,3 1 0,-2-2 1065,-1-2 0,-4 4 1,4-1-1,-1-1-76,-1-1 0,1 2-451,-5 1 1,0 4-494,0-5 0,-6 3-242,-4-3 1,-2 4 0,-3 7 0,0 4-109,-4 5 1,3 2-403,-3 2 219,3 1 0,2-1 0,0 2 0,0 1 0,1 2-539,3-2 1,4-1 286,6-2 274,0 1 1,0-6 0,2-1 0,2-2 0,6-1-94,3 1 1,7-6 458,4 0-102,-4 0 1,7-14-1,-5 1 1,2-5-1,-2-5 172,-1-2 1,-2-2-444,-5-1 236,-6-7 1,3-4 0,-7-6-1,0 6 1,-3 3 39,-1 4 0,0 7 517,0 1-294,-6 13 1,3-2 0,-7 13-1,1 2 204,1 3 0,-3 7-226,6 7-3,-6 6 0,9 2 0,-2 6 193,2-1 1,2 3 0,0-2 0,0-1 135,0-2 1,2-7-612,2 1-53,4 0 1,7-1 0,-1 0 0,2-5 0,3-3-977,4-4 1,3-8 772,-3 2 0,4-5 1,-5-5-1,2-6-265,0-7 0,-7 1 414,2-7 177,-3 1 1,-4-6 0,-1-1 0,-3 0-1,-1 0 264,-4 3 0,-2 8 517,-1 0-1,0 10 0,-1-2-334,-4 6 1,-3 7-161,-6 7-221,6 10 1,-3-1 0,5 4 0,-1 0 0,1-2 320,3 1 0,1 3-541,2-5 71,0 6 1,0-9-1,2 3 1,3-4-1,6 0-290,6-1 0,0-6-231,7-4 463,-7 4 0,9-6 0,-6 1 0,1-6 0,-1-7-120,-2-2 0,2-2 423,-1-1-101,0-5 0,-6 2 0,-2-4 0,-2 0 0,1 0 65,-2-3 1,3 0-78,-6 1-67,-1-3 1,-4 11 0,0-3 0,0 3 265,0 2-257,-6 6-13,-2 2 0,-11 8 0,0 2 0,0 6 0,-1 2 20,-4 3 0,3-1-76,2 0 75,4 0 0,0 1 0,3-1 0,1 2-4,1 2 1,7-2 52,-2 3-35,4-3 1,1-2-1,1-1 168,4-4 173,-3-2-68,10-7 1,-4-2 0,5-3 595,-4-4-648,4-4-247,-11-1 1,4 5 0,-5 1 116,4 1-717,-3-4 244,4 10 1,-6-4-34,0 10 1,-5-2 273,1 6 73,-1 1 1,5-1 0,0 1 0,0 1 83,0 1 0,1 3 9,4-1 33,-3-6 1,10 0-1,-2-5 1,3 2 0,1-2 201,0-2 0,5-1-207,0 0-107,0 0 1,-5-4 0,0-3 0,-1-1 0,-2-1-747,-2 1 1,-4-3 439,5 6-2474,-7-6 0,5 8-435,-4-6 3243,-8 5 0,-29-8 0,-21 4 0</inkml:trace>
  <inkml:trace contextRef="#ctx0" brushRef="#br0">24384 6867 7915,'-8'0'5875,"-3"-2"-4874,6-3 1,-1 4-21,1-4 1,2 3-1375,-7 2-140,7 0 480,-3-6 0,6 3 0,2-5 0,2 0 0,6 2-251,2-1 1,1-4-12,-3 2 246,2-4 0,-4-1 1,6 0-1,-1 0 1,-4-1 322,-4 1-267,3 0-5,-6 0 1,2 6 0,-8 3 0,-7 3 0,-5 4-234,-3 3 1,-5 4-6,5 10 178,-6-3 1,9 11-1,-3-3 1,5 2 0,3 3 31,1-1 0,7-4 177,-2 0-86,4-7 1,7 4-1,4-7 1,2-2-1,4-2 64,3-5 1,5-4-109,9-1 15,-3 0 0,5-6 0,-5-5 0,1-6 0,3-6 220,-3 1 1,-1-5-69,-1 4-69,-7 2 1,0 1 0,-5 5-1,2 1 1,-1 2 355,-3 2 1,1 4 478,3 6-658,-3 0 0,3 6 0,-8 4 0,-3 2 1,-2 4 533,-3 3 1,-1-3-104,-2 3-515,0-3 1,-2 2 0,-1 1-1,-3-1 1,-4-2-291,-5-2 0,-1-5-1473,-8 1 376,7-7 1,-10 5-1,3-5 1,-3 2 1194,-1-2 0,-32-27 0,-8-7 0</inkml:trace>
  <inkml:trace contextRef="#ctx0" brushRef="#br0">26232 6795 7806,'-5'-15'331,"-1"-3"1,-2-1-1,-3 2 516,-1 1 1,-3 4 0,1 2-1,0 5 1,0 4 0,-1 1-240,1 0 1,0 0-1,0 1 1,0 4-415,-1 5 0,1-1 1,0 4-1,0 2-55,-1 1 0,6 2-244,0 1 1,5-4-18,0 4 1,2-3 0,2-2-185,0 1-414,0-8 0,6 4 0,4-6 189,2-2 0,4-1 0,2-4 1,1-1 284,-2-2 0,4-6 225,-3 2 134,1-4 1,-4 1 0,-1 1-1,-1 1 1,-2 1 502,-2 1 0,-4-3-97,4 6 1700,-6 0-1591,4 5 0,-7 7-154,0 2-473,0 4 1,0 1 0,0 0-1,0 0-930,0 1 1,0-1-616,0 0 972,6 0 0,-3-1 1,7-4 571,1-4 0,46-29 0,12-7 0</inkml:trace>
  <inkml:trace contextRef="#ctx0" brushRef="#br0">26716 6938 7838,'6'-8'3260,"-5"-5"-2479,12 5 1,-10-6-1,7 0 1,1 1-14,1 4 0,3-4-246,-1 4-567,6-4 1,-2-6 0,5-2 0,3-1 0,2-3-235,5-2 1,-3-3 120,4-3 1,-4-2 0,-5-4-1,-5 1-476,-5-2 1,-11 1-46,1 1 585,-3 3 1,-10 15 0,-5 5 0,-4 9 0,-2 5 47,-2 1 1,1 6 196,-4 3-45,-3 10 1,11 3 0,-3 7-1,4 1 1,2 1 471,4 3 1,-3 0 1094,8 0-1220,-1-4 0,5 6 0,0-5 0,0 3 0,0-3 651,0-1 0,2-6-655,2 0-327,-2-7 0,9 4 0,-5-9-358,2-2 192,2-4-9,-2-6 1,-2-6 0,-6-4 0,0-4-1,0-5-784,0-5 1,1 2-409,4-2 1022,-3 1 1,6-1 0,-4 2-1,4 1 1,2 6-537,-1 4 1114,1-2-238,4 11 0,0-4 0,0 6 1,-1 2-1,-2 4 799,-1 8 1,-6 2 304,6 8-1100,-7-7 1,8 8-1,-5-4 1,1-1 0,1 1-455,-1-4 1,3-1 195,4-2-372,0 1 0,1-6 0,-1-1 1,0-2-1,0-3-1130,0-1 0,1-8 951,-1-4 642,6-9 1,-4 2-1,3-5 1,-5 1-1,-3 4 243,-1 1 0,-5 2 369,4 0 349,-6 6 3,4-5 1,-7 13 57,0 0-684,0 13 0,-5 2 1,0 4-1,2-1 1,1-1-40,2 2 0,5 0-299,0-5-129,6 1 0,-3-3 0,6-1 0,2-3 0,1-2-348,2-2 0,5-3 300,-5-1 61,6-6 1,-9-7 0,3-7 0,-3-1 0,-4-1-83,-2 0 0,-2-2-17,-4-4 350,-2-1 0,3 3 0,-10 2 0,-5 5 0,-2 5 56,-2 4 1,-7 4-71,-3 6-79,-2 0 1,-3 1 0,2 4 0,2 6 0,3 5-27,1 3 1,2 0 76,5-5-172,0 0 0,6 1 0,3-1 0,4 0-254,1 0 0,12-6 277,7-3-4,7-4 1,4-1 0,1 0 0,4-1 0,1-4-20,4-4 1,-4-4 23,2-1 171,0 6 0,-2-3 0,-3 5 0,-3-1 0,-3 1 486,-3 3 1,-3 1 496,-7 2-736,0 0 1,-6 6-1,-2 4 1,-1 3 429,0 1 0,-1 0-236,-4 0-376,-6 0 1,3 1-1,-5-1 1,0-1 4,0-4 0,-1 2 217,-5-6-1007,-1 0 0,1-5 0,0 1 0,0 2 1,-1 2-942,1-2 1,0-1 873,0-2 323,6 0 0,-5 0-44,4 0 53,2 0 491,14 0 1,4 0 0,13-2 0,1-1 0,2-3 137,1-2 0,2-3-807,3-8 408,-3 3 1,7-6-1,-6 3 1,2-3-1,-3-2-37,-4 0 1,-7 2 333,-10-1-210,4-4 0,-12 6 0,4-2 0,-3 4 0,-4 4 147,-3 6 1,-3-2-63,-6 6 30,0 0 1,0 7 0,1 3 0,2 4 0,3 5 221,2 5 0,-4-1-108,6 5 496,-1 1 1,5 0 0,0-1 0,0 3 0,0-1 895,0-1 0,6 1-1296,4-6-320,-4 0 1,8-5 0,-1-1 0,4-2 0,2-3-566,2-2 0,-1-3-704,4-8 449,3 4 0,-10-17 1,7 3-1,0-6 883,-2-4 0,-23-19 0,-9-8 0,-3-6 0,0 0 0</inkml:trace>
  <inkml:trace contextRef="#ctx0" brushRef="#br0">27981 6596 7930,'-14'0'945,"0"7"1418,-1-6-1067,7 12-1079,2-11 0,19 4 0,6-5 1,6 3-1752,3 0 1126,1 1 0,-1-5 0,1 0 408,-1 0 0,13-13 0,3-2 0</inkml:trace>
  <inkml:trace contextRef="#ctx0" brushRef="#br0">29630 6795 7799,'-9'-19'227,"-1"1"1,-1 0 0,-1 1 0,-3-1 467,1-1 0,0 1 1,0 3-1,-1 3 1,1 1-1,0 3-140,0 1 1,0 3-1,-1 5 1,0 4-443,-4 4 1,3 4-1,-2 3 1,6 1 4,2 2 0,7 2 1,-2-2 1,-1-4-377,1 4 1,1-3-1,5-2 1,4-1-720,4-3 1,4 1-51,1-7 784,1 1 0,3-5 1,3-1-1,0-3 1,1-2-233,0-2 1,-5-1 812,2-6-147,-3 8 0,-3-6 0,-2 5 1,-2-1 898,2-1 0,-3 7-126,2-2-460,-7 4 1,3 4 0,-6 5 319,0 6 0,-2 10-434,-2-1-229,2 4 0,-9 6 0,6 2 0,1 0 0,-3 1-60,-2 0 0,1-6-148,-2-1-172,7-1 1,-8-10 0,5 2 0,-2-2 0,-3-7-135,-2-3 1,-1-4-102,0-4 284,0 0 0,-1-11 0,0-5 1,-3-3-1,1-3-246,4 0 0,1 0 473,7-2-128,0-2 0,5 8 0,2-4 0,4 2 0,8 2-204,8 2 1,7 2-221,4 0 304,3 0 1,8-2 0,2-1 0,2-2-1,-2 1-336,-2 2 0,-2 2 73,1 0 409,-7 0 1,-7 0 0,-10-1 0,-5 1 292,-5 0 0,-4 6-180,-10 3 358,-2 4 0,-9 1 0,-2 0 1,-2 0-1,-1 1 213,1 4 1,-1 3-46,2 6-385,10 0 1,-10 2 0,11 2-1,-2 0 1,3 0 116,0-2 0,3 3-269,4 0-173,6 0 0,2-1 0,8 0 0,2-4 0,8-4-602,5-4 1,1-1 232,6-5 287,0 0 0,0-7 1,-2-2-1,0-5 0,-1-5-518,0-5 0,-4-4 40,-7-6 610,3 4 0,-13-6 0,2 3 0,-6-3 1,-4-1-23,-3 4 0,-1 9 982,-2 5-586,0 4 0,-7 7 0,-2 3 275,-4 3 1,-1 13 140,0 4-408,-1 2 1,3 4-1,1 2 1,3 4 0,2 2 723,2-1 1,-2-4 52,1-1-907,1 1 0,5 3 0,2-3 0,5-4 0,3-1-8,5 0 0,6-5-88,-3-4-542,6-7 1,-2 3 0,5-6 0,-1-1 0,-2-4-2347,-1-5 1,-7-7 1678,2-2 17,-3-6 1,-3 1 0,-4-8 0,-6-1 1100,-6 2 0,-32 6 0,-14 1 0,-5-2 0,-1 0 0</inkml:trace>
  <inkml:trace contextRef="#ctx0" brushRef="#br0">30142 6625 7799,'-24'1'163,"1"4"0,4-3 768,-5 2 933,7-2-1440,2 4 1,11-4-1,8 3 1,7-2 305,7 2 1,9-4-1399,6 4 0,6-4 135,-1-1 0,-1 5 1,-1 0 532,-1-2 0,36-14 0,5-5 0</inkml:trace>
  <inkml:trace contextRef="#ctx0" brushRef="#br0">30995 6568 7886,'-5'-9'831,"-1"1"0,0 0 2626,-1 0-1495,3 5-1493,4-10 1,12 7 0,7-4-1,8 5 676,6 4-1351,4 1 0,12 0 0,1 0 1,1 0-1,-4 0-521,-3 0 1,-3 0-1940,-3 0 1281,-9 6 1,-13-4 0,-16 4 2,-15 0 1,-10-4 1381,-8 3 0,3-4 0,-11-1 0,4 0 0,1 0 0,5 0 118,5 0 0,1 0-125,6 0 1076,6 0 1,2 2 0,7 3 4916,0 4-3845,3 4-1647,7 1 1,-3 0 0,5 0 0,0 2 0,-2 2 893,1 1 0,-2 1-1094,-5-1-326,0-3 1,0 6 0,0-5 0,0 4 0,0-1-574,0 1 1,-7-2-825,-2-5 1066,2 0 1,-5 1-1,2-3 1,-4-2-1,-3-6-1093,-2-2 0,-5-2 494,5 0 686,-6 0 0,9-2 1,-3-1-1,3-3 650,2-2-174,6 5-72,2-10 1,12 12 0,5-4 0,7 2 0,5 0 235,4-2 0,2 0-1254,-1 5 500,0 0 1,2 0 0,2 0 0,1 0-1,-1 0-1501,-2 0 0,-2-5 94,1 1 1338,-1-7 1,1 3 458,-1-7 0,13-43 0,-19 23 0,0 0 0</inkml:trace>
  <inkml:trace contextRef="#ctx0" brushRef="#br0">31464 6667 13712,'-8'0'4082,"2"2"-3147,6 3 1,-5-2-359,1 6 0,-1 1 0,5 4 0,0 0-21,0 1 0,0 5-469,0 4-106,0-4 1,0 7 0,0-5-1,0 2 1,0-2-681,0-1-651,0-2 722,0-5 1,-2-8 9,-2-6 0,2-12 34,-3-12 255,4-9 1,-4-5 0,0-8-1,4-3 1,4-2-468,6-2 0,9 8 467,1 3 338,0 9 1,1 4 0,4 10-1,1 5 1,0 5 233,-1 4 0,-7 10-24,2 4-126,-3 4 1,-3 6-1,-4 0 1,-4 0 0,-3 0 329,-2-1 0,-7 1-39,-2-4-494,-4-1 1,-3 0 0,-1 0-1,-2-1 1,0-2-1607,-1-2 1,4-1-1444,-3 2 2232,3-4 927,2 0 0,-51-23 0,-12 0 0</inkml:trace>
  <inkml:trace contextRef="#ctx0" brushRef="#br0">22123 7904 7860,'-12'-9'0,"1"-1"0,1-1 0,-1-1 0,-2-3 943,-1 1 0,0 0 0,0 1 0,0 2 0,-1 2 0,1-1 248,0 2 1,0 2 0,-2 6-1,-2 2-965,0 2 0,-1 6 0,4 7 1,1 4-262,0 1 1,4 2 55,1 4 0,6-4-166,-2 0 1,3-2 0,2 1-1,2-2-974,3-1 0,3-5 212,6-1 583,6-6 0,1-8 0,4 0 0,-1-2 0,1-3-195,2-4 1,-5-5 200,-3-5 308,-3 3 0,1-11 1,-1 5-1,-5-2 1,-1 2 346,-2 2 0,-5 1 870,1 4-576,-2 1 0,-2 5-124,0-1 1,-5 13-350,1 2-63,-8 6 1,11 8 0,-5 2 0,1-1-1,0 2 76,2 1 1,1-6-265,2 2-118,7-3 0,-1-2 1,7-2-1,-1 0 0,4-5-722,0 0 0,1-3 333,2-4 405,-3-6 0,9-2 0,-4-6 0,-1 0 0,1-2-96,-4-3 0,4 2 68,-2-7 493,6 7 1,-9-9-1,4 7 1,-1 4-1,0 2 434,-1 4 0,-3 5-126,0 0-417,-1 2 0,0 2 0,0 0 0,-1 2 0,-2 2 178,-1 6 1,-7-2-543,1 1 66,-2-6 0,-2 5-206,0-3 234,0-3 130,0 4 0,-2-6 0,-2 0-214,-6 0 1,-2 0 35,-3 0 151,1 0 0,0 1 1,-2 3-1,-1 2 1,-2 2-16,1 3 0,3 2 110,0 1-80,7 0 1,-3 0 0,7 0 0,1 1 0,1-1 140,2 0 1,0 0 61,0 0-243,6-6 0,2 3 0,8-6 1,1-2-1,4-1-294,1-2 0,2-6 181,4-4 5,1-3 1,-6-7 0,-1-4-1,-1-3 1,-4-1-252,-1 0 0,-3-7 152,-4-3 295,-2 3 1,-7-6 0,0 5 0,0-2 0,-2 3 836,-3 5-297,-3 5-448,-6 11 1,0 9 0,0 8 0,1 11 82,4 7 0,1 4 180,3 8-233,3 4 0,-4-1 0,6-1 0,0-2 0,2 0 205,2-1 1,-1-2-487,7-2-133,-1-6 1,7 3-1,2-7 1,2-4-1,2-5-430,4-2 0,0-3 343,3-4 22,-7-6 0,5-2 0,-4-8 0,3-1 1,-1-3-283,-1-3 1,-2 1 202,2-1 524,2-4 0,-8 11 0,4-3 1,-2 5-1,-2 3 201,-2 1 1,-7 7 54,1-2-129,-1 4 1,1 1 0,-3 1 662,0 4-699,-3-3 109,-4 10-281,0-10 1,0 6 126,0-3-179,0-4 0,-1 5 0,-4-6 1,-4 2-145,-4 3 0,-1 1-56,0 4 49,-1 2 0,0-4 1,-3 6-1,-1 1 1,2-1 217,1 0 0,2 0 39,0 0-150,6 1 0,-3-1 0,6 0 0,2 0-15,1 0 0,9-6-109,2-3 114,4-3 0,6-4 0,1-3 0,2-4 0,4-5-309,0-5 1,1 1 136,-3-5 170,3 5 0,-11-9 1,3 4-1,-5-4 0,-5-2 93,-4 1 1,1 0-30,-1-1 66,0 1 0,-5-1 0,-2 2 850,-3 4-937,-2 9 53,-1 7 0,-3 15 0,4 6 1,1 8-1,0 5 343,3 2 1,-1-1 242,0 1-447,2-1 0,-4 0 0,6 1 0,1-1 0,2-1 29,2-3 1,6-4-645,-1-5 220,-4-1 0,11-2 1,-2-2-1,0-5 1,3-4-609,1-1 0,-2-6 291,7-4 330,-7-2 1,4-4-1,-7-1 1,0-4-1,0 1-159,1-1 0,-3 2 105,-2 5 843,2 0 1,-10-1 608,3 1-1104,-4 6 7,-1 2 0,2 19 0,1 4 144,2 4 1,6 1 259,-2-3-318,4-4 1,-4 8 0,1-6-1,-1 2 1,1-2 197,-1-1 0,-1-2-158,2 0-249,2-6 0,-9 3 0,7-6-134,1-2 1,-3-1-83,1-2 126,1-6 0,-1-4 0,1-7 0,-1-4 0,1 1-393,-1-1 1,1-4 198,4 1 195,0-3 0,0 4 1,1 1-1,-3 1 0,-1 4 14,-1 1 1,-5 3 593,4 4-35,-6-4-285,4 11 0,-12 2-82,0 10-92,-6-4 0,5 8 0,-5-1 1,3 5-1,0-1 11,0-1 1,5-2 10,-2 0-178,3 0 0,2 1 1,2-1-1,3-2-343,4-2 1,4-4 84,1-6 262,0 7 1,5-6 0,2 2 0,1-4 0,3-6-148,2-1 0,1-1 447,1-5-104,-1 0 1,-1-1-1,-2 3 1,-1 1 0,0 3 254,-2 1 1,3-2 603,-6 4-476,0 0 0,-5 5 1,-1 2 301,-3 3 0,-4 3-239,-6 6-405,0 0 1,-2-4-1,-1-1 1,-3 1 0,-2-1-318,-3 1 1,-2-6 82,-1 6-265,0-7 0,-2 5 1,-1-5-1,-2 2 1,1-2-741,2-2 0,2-1 554,0 0 328,0 0 1,4 0 0,1-1-208,-2-4 397,4 4 90,1-6 1,6 6 0,2-3 484,2 0 0,4-1 102,7 5-541,-1-6 1,6 4 0,4-4-1,3-1 1,1 0-155,1-1 0,-1-5-28,1 4 65,-1-4 1,5-3-1,2-1 1,0-2-1,1 1 189,0 3 0,-6 2 2,-1 3 445,-1-2 1,-7 10-1,3-2 190,-6 2 1,-3 8 1,-6 4-548,-3 2 1,-6 3 0,0-1 0,-1 0-1,-4 0 340,-4 0 0,1 1-588,-2-1-154,1-6 0,-1 3 0,1-6 0,-4-1 1,-3 1-1923,-3 0 1,1 0 639,3-5 771,1 0 1,0 0-1,0 0 1,-1 0 683,1 0 0,-13-26 0,-3-5 0</inkml:trace>
  <inkml:trace contextRef="#ctx0" brushRef="#br0">25251 7691 7695,'-22'0'883,"3"-1"1,3-4-242,2-5 0,6 2 0,5 0 0,6 1 1,7 0-1,2-1-239,3 0 1,0 5 0,4-1 0,3 2 340,0 2-667,-1 0 0,-7 0 0,0 2 1,1 2-1,-1 6-118,0 2 1,-4 3 0,-3 0 0,0 3-705,-4 1 1,-3 6-1589,-5-1 1397,-9 3 1,-3 6 0,-7 0-1,-3-1 936,-5-2 0,-2 14 0,-6 9 0,-5 5 0,0 0 0</inkml:trace>
  <inkml:trace contextRef="#ctx0" brushRef="#br0">25137 8203 7696,'5'9'706,"0"1"1055,6-1 794,-9 6-291,4-8-1355,-6 0-4000,0-7 1583,0-7 1508,0 6 0,-32-31 0,-7 1 0</inkml:trace>
  <inkml:trace contextRef="#ctx0" brushRef="#br0">21398 9155 7863,'-9'-1'771,"-1"-2"0,-1-4 670,-2-1 0,4 5 2508,0-1-1112,5 2-2534,-2 8 1,6 2 0,0 6 0,0 2 0,2 2 215,2 1 1,-2 4-388,3-4-51,-4 6 1,-1-4 0,0 4-1,0-1 1,0 1-80,0 2 1,0 0-792,0-3 496,0 2 0,0-5 1,0 3-1,0-5 0,0-4-583,0 0 1,2-3 386,3-2 377,2-4 0,14-6 0,3 0 0,4 0 0,4-1 183,1-4 1,5-3 7,-5-6 109,0-1 0,-4 1 0,-1 2 1,-1 1-1,-5 1 176,-8-1 1,-1 3 12,-8-1-394,-1 5 0,-4-3 1,0 2-1,-1-3-299,-4 0 0,-4-3-1516,-10 6 1273,3-6 0,-6 8 0,4-5 0,-1 0-1637,2 0 1555,1 5 856,8-3 0,4 7 0,8 3 345,6 0 1,2 7-499,3-1 266,-1 2 1,0 3-1,0-1 398,0 0 0,-4 0-646,-1 1 1,-5 4 0,0-1 0,-4 1-1174,-4 2 1,-4-5-1,-7 3 1,0-3-1086,-4-2 1,3 3 2177,-3-3 0,-9 10 0,-2-8 0</inkml:trace>
  <inkml:trace contextRef="#ctx0" brushRef="#br0">22507 9212 7798,'8'-20'207,"0"4"1,-5-3 0,2 3 0,-2 2 1785,-1 0-1307,-2 6 0,0 0 1,-2 5-1,-1 0 640,-2 4 0,0 1-878,5 7 0,0 7 0,0 8 1,0 4-18,0 5 1,0-3 0,0 5 0,0 0 190,0 3 0,2-3-230,3-2-425,-4 3 1,6-6 0,-7 3 0,1-3 0,2-3-297,2-3 1,0-4-2295,-5-5 1528,0-1 1,1-6-1,3-5-506,0-6 0,6-2 1601,-6-9 0,8-48 0,-9 20 0,1 0 0</inkml:trace>
  <inkml:trace contextRef="#ctx0" brushRef="#br0">22564 9113 7830,'-8'6'24,"2"-4"4342,6 4-2965,-7-6 1,7 0-989,0 0 1,7 0-99,7 0-452,0 0 1,7-5-1,2 0 1,4 2-1,2 0-651,-1-2 1,-1 4 447,-3-4-785,3 4 1,-12 1 1124,4 0 0,-79 31 0,20-11 0,0 0 0</inkml:trace>
  <inkml:trace contextRef="#ctx0" brushRef="#br0">22507 9354 11215,'0'8'3684,"2"-1"-3407,2-7 1,0 0-68,5 0 0,5 0-455,5 0 1,11-5 0,-1-1 0,2-1-3444,4 1 3688,1-5 0,39-3 0,-34 3 0,0 0 0</inkml:trace>
  <inkml:trace contextRef="#ctx0" brushRef="#br0">22919 9340 20239,'0'10'1571,"0"-1"1,0 5-1290,0 5 1,0 2 0,0-4 0,0 4-140,0 1 0,0-5-369,0 2 0,0-3 1,0-2-1,2 0-230,3 1 1,-4-6-182,4 1 210,-3-7 1,-2 2 0,0-10-537,0-5 1,0-7 188,0-2 577,0-6 0,0-2 0,1-6 0,2 1 0,5 4-157,5 4 1,-2-1 38,8 6 100,3-7 0,-5 12 0,6-2 0,-1 7 0,-2 3-1238,1 2 1,-2 4 366,-5 5 518,0 3 1,-4 6 0,-2 1-1,-2 0 568,-3 4 0,-8 10 0,-3 7 0</inkml:trace>
  <inkml:trace contextRef="#ctx0" brushRef="#br0">23346 9369 7846,'0'-15'6,"0"6"976,0-1 0,-2 3 0,-1-5 0,-3 5 2862,-2 0-3201,-1 3 1,-6 4 0,1 0-1,1 1 516,4 4 0,-4 3-451,4 6-545,3 0 0,-7 5 0,5 2 0,0 1 1,2 1-217,-1 0 1,6 2 28,-4-6-221,4 6 1,2-8 0,2 6 0,5-4 0,3-5-1214,5-3 1,3-8 228,0 2 854,3-4 0,7-1 0,-1-1 1,0-6-1,-1-5-231,-3-6 0,1-7 441,-6 1 110,0-2 1,-6-8 0,-4 1 0,-4 2 0,-3 1 17,-2 1 1,-8 7 492,-7 3-242,1 10 1,-14 2 0,1 7 0,-5 0 0,1 2 391,1 3 0,3 7-369,3 7-173,-3 7 0,8-9 0,-1 5 1,7-1-1,5-4 169,5-1 1,2-2-32,1 0-694,6-6 1,3-2 0,10-6 0,7 0 0,4 0-555,3 0 0,5-6 652,-5-3 739,0-4 1,-3-1 0,0-1 0,0 3 0,-5 2 314,-2 6 1,-5-3 1040,-3 3-1207,-1-1 0,-1 6 0,-4 4 0,-4 5 0,-4 2 711,-1 2 1,-1 2-596,-4 3-580,3-3 1,-10 5-1,4-6 1,-2 1 0,3 0-1214,0-3 997,-4-2-2342,10-3 936,-6-2 1,7-12 749,0-4 640,0-3 0,2-6 0,3 1 1,4-1-1,4 0 307,1 0 0,0 0 567,0 4-420,1 1 1,-1 6 0,0 2 0,0 1 909,0 1 0,-4 0 251,-1 9-1121,-5-3 0,3 10 0,-3-2 0,0 2 0,-1 3-761,-1-1 1,-2-5 111,0 1-194,0-7 1,0 5-450,0-3 0,2-5 254,2 0 489,-2 0 1,11-13 0,-4 4 0,4-4 0,1-1 412,0-1 1,-1 6-133,-4 0 786,4 5 0,-5-7 0,6 7 1,0 0 596,0 3 1,-1 7-349,-3 4-801,2 2 0,-9 2 0,5 1 1,0-1-228,0 0 0,-5-4-874,2-1 564,3-6 1,1 4-1,9-7 1,1-2-1415,-2-3 1,-1-3 601,-2-6 560,7 0 1,-6-2-1,6-1 1,-2-2-2867,0 1 3397,0 3 0,-18 13 0,-2 4 0</inkml:trace>
  <inkml:trace contextRef="#ctx0" brushRef="#br0">25038 9099 7755,'0'-8'6794,"1"1"-6091,4 7 1,-3 7 0,3 2 0,-2 5 1188,1 5-1762,-2-3 0,4 6 0,-6-4 0,0 2 0,0 1 0,0-1 0,0-2-349,0-3-559,0-7 1,0 5-11,0-4 118,0-2 1,-1-3 387,-4-8 0,3-9 1,-2-8-1,4 1-51,4-1 0,0-4 764,5 1-228,1 4 1,4-1-1,2 7 1,1 0-1,2 1 516,-2 4 0,1 3-401,1 6-8,-4 0 1,6 6-1,-7 5 1,-1 5 0,-4 4 523,-4 2 1,1 2-281,-1 4-600,0-5 0,-5-1 0,0-5 1,0 2-1,-2-2-790,-3-1 0,4-6-459,-4-1-1023,-3-6-1530,7 4 929,-12-7 1432,11 0 1487,-4 0 0,12-26 0,2-5 0</inkml:trace>
  <inkml:trace contextRef="#ctx0" brushRef="#br0">25578 8885 7843,'0'-22'229,"0"2"1,2 5 0,1 1 3597,2 0-1257,-1 0 0,-4 7-617,0 7-1571,0 7 0,0 13 1,0 4-1,-1 3 0,-2 3 827,-2 3 0,-6 5-440,1 9-492,-2-2 0,-2 5 0,-1-4 1,1 3-1,0 1 416,0 4 1,-2 0-267,-3-2-352,3-3 1,-4-2-1,5 1 1,3-4 0,1-5 61,1-5 0,2-9-880,-1-1-160,2-7 0,3-1-3544,-1-7 1717,0-6 2081,5-3 0,2-3 0,3-5 0,4 0 0,4 1-1468,1-5 1,0-5-798,0-2 2914,1-6 0,3-14 0,3-7 0,2-8 0,0 0 0</inkml:trace>
  <inkml:trace contextRef="#ctx0" brushRef="#br0">25635 9283 7908,'6'-20'0,"-2"4"0,5-3 2315,-6 3 1,3 2 176,-6 0-805,0 6-1117,0 2 1,0 17-1,0 3 1,0 3 789,0 4 1,0-4-421,0 7-898,0-7 1,0 5 0,0-4 0,0 1 0,0-2-443,0-1 0,5-2 361,0 0-439,0-6 0,-1 5 0,3-5 0,1 0 1,1-2-1271,-1 0 1,5-4 761,-4 3 860,4-10 1,1 2 0,0-7 0,0-1-1,1-2 146,-1-1 1,-2 0 479,-2 0-374,3 0 1,-5-1-1,4 1 1,-1 0 316,-1 0 1,-7 4 478,2 1 413,-4 6-801,-1-10-1307,0 11 828,0-4 1,0 12 0,0 4-1,0 3 1,2 2 196,2 4 1,-2-3-177,3 3-53,3-3 1,0 3 0,6 0 0,0-3 110,0-5 1,5-5 20,0-6-45,0 0 1,0-2-1,2-4 1,1-7 0,1-6 1,0-3 1,-3-1 16,-6-6-68,1-6 0,-1 5 0,-2-4-63,-2-1 1,-4 5-1,-6-2 1,-1 7-140,-4 6 0,-5 5-775,-9 4 666,4 4 0,-7 6 1,4 2-1,-1 2 0,2 6-553,1 3 0,3 1 287,4 0 260,3 6 1,6-4 0,0 3 0,1-5 0,4-2-804,4-3 0,9-4-383,1 4 1161,0-6 0,1 4 0,2-7 281,0 0 0,31-38 0,0-10 0</inkml:trace>
  <inkml:trace contextRef="#ctx0" brushRef="#br0">27426 8800 7799,'7'-8'-128,"-6"-5"1,6 6 0,-3-3 0,1 1 1197,-2-2 1,-3-1-1,-4 3 1,-6 4-1,-3 4-320,-1 1 0,-2 0 0,-1 1 0,-2 6 56,2 7-602,-5 0 0,6 13 0,-3-3 0,3 4 1,2 5 814,0 5-866,-1 3 1,1 2 0,2 1-1,2 2 1,5 3 157,4 1 1,1-9-130,0 2-125,6-3 0,-3-4 0,7-3 0,2-5 0,4-4-786,3-5 1,2-3 66,-2-2-346,-4-6 1,11-2 0,-7-6-1,-2 0-4837,-1 0 5845,-2 0 0,0-12 0,0-4 0</inkml:trace>
  <inkml:trace contextRef="#ctx0" brushRef="#br0">27753 9127 7799,'0'-14'0,"0"-5"965,0 0 0,0 0 0,-1 5 454,-4-1 1,-3 3-437,-6 2-547,-6 4 1,2 6 0,-6 2 0,1 1 0,-1 5 283,0 4 0,2-1-384,-1 8-317,2 3 0,7-4 0,1 5 0,4 1 0,4 0 96,3 0 0,2-7-846,0 2 409,7-3 0,1-2 0,7-1 0,4-4 0,5-4-976,3-4 1,-3-1 191,-1 0 967,1-6 1,0 0 0,-2-7-1,-2 0 1,-2-2 468,-3-1 0,-5-5-302,-1 2 109,1 0 0,-2 5 0,-3 0 1,-4 0 1922,-1 0-1176,0-1-683,0 7 0,0 4 0,-1 7 0,-3 3 134,0 2 1,-1 3-335,5 8-6,0-3 1,0 4-1,0-5 1,1-1-144,4 0 1,-2-4-960,7-1 792,-1-6 0,6 3 0,-1-6 1,2 0-1,1-1-650,2-4 0,1-3 426,-1-6 459,4-7 1,0 6 0,1-6-1,1 2 1,0 0 0,-1 2 0,1 6-5,-6 1 405,7 1 0,-11 1 0,4 3 1061,-3 4-974,-8 1-222,-2 6 0,-6-3 0,0 7 36,0 1-315,0-5 210,0 7 0,-1-12 89,-4 4-458,-3-3 199,-6-2 0,0 0 0,-2 0 0,-1 0 0,-2 0 57,1 0 0,2 1 13,2 4-17,-6 3 1,9 4 0,-4-1 0,3-1 0,1 1 65,1 2 1,4 2-57,6 4 26,0-3 1,0 5 0,2-9-1,2-1 1,6-3-215,2-1 1,7-3-128,0-4 209,7 0 1,-9-4 0,5-3 0,-1-2 0,-2-5-250,1-4 0,-4-7 330,3 1-43,-10-3 1,4-1-1,-5 0 1,1-3-1,-1 0 126,-1-2 0,-3 0 296,-4 4 315,0 7 0,0 0-163,0 3 1,0 11-178,0 3-155,-6 16 0,4 11 1,-2 7-1,1-1 0,-1 1 610,0-1 0,-1 1-336,5-1-483,0 1 1,0-6-1,1-1 1,4 0-391,5 1 0,7-6-652,2 2 827,0-10 0,0-2 0,1-7 0,1-2 0,1-3-572,0-4 0,-3-5 390,5-5 337,0 3 0,-1-9 0,-1 4 1,-1 1-1,-2-1 238,1 4 0,-4 2-47,3 6 135,-9-4 0,2 12 0,-2-2 495,2 6 0,-4 5-220,-3 6-254,-3 0 0,-2 0 0,0 1 1,0-1-1,0 0 1256,0 0-1319,0 0-166,0 1 1,0-6 0,-2-1-60,-3-2 0,2 4-431,-6-5 302,6-1 1,-5-4 0,3 0-253,-5 0 427,4 0 100,0 0 0,6-1-629,0-4 0,0-3 15,0-6 293,0 0 1,1-1-1,4 1 1,3 0 0,1-2-98,1-3 0,-1 3-42,6-3 388,-1 10 0,0-2 0,0 6 0,0 2 0,1 1 358,-1 2 1,0 2 887,0 3-962,1 3 0,-3 6 0,-1 2 1,-3 1-1,-1 4 648,-4 1 0,-2-5-812,-1 2-183,0 3 0,0-6 0,0 3-781,0-3 0,-1-8 197,-4-4 277,3-2 1,-4-4-1,6-2-729,0-6 0,2-4 190,2-5 806,-2 3 1,11-4 0,-4 4 0,4-2 0,1 1-113,0 4 1,0-1 975,1 5-609,-1 2 1,-5 1 0,1 6-1,1 0 1,1 0 487,3 0 0,-6 2 84,1 2-577,-7 4 1,8 7 0,-5-1 0,0 0-301,1 0 98,-2 0-846,1 1 0,-3-3-1168,6-2 1357,1-4 529,-2-6 0,3-2 0,-5-2 143,2-6 1,-5 2 1135,2-1-606,-3 6 0,-2-5 488,0 3-888,0 3 88,0-4 0,1 8-82,4 2 1,-4 0-727,4 5 331,3-6 1,-5 4-1,7-6 1,1 2-1,1 2-311,3-2 1,-1-1 187,0-2 214,0-7 0,1 4 0,-1-6 0,0-1 1,0 1 52,0-1 1,-1 1 169,-3-5 1030,2 6 163,-4-5-400,0 12-562,-2 1 1,-6 3 0,-1 8 0,-2 3 0,-4 3 654,-1 1 1,4-2-366,-6-2-567,7 0 1,-8 0-1,6 0 1,0 1-675,-1-1 263,5-6 236,-6-2 0,7-7 0,0-4-694,0-5 0,0-2 133,0-3 516,7 1 1,0-5-1,8 0 1,-1 0-1,0 0 165,0 0 1,5 5 947,0 5-745,0-1 0,0 2 0,0 4 0,-2 2 0,-1 2 248,-2 0 0,1 6 822,-1 4-884,0 3 0,-6 2 0,-2 3 0,-1 1 0,0-2 229,-2-1 0,0-2-1214,2 0-386,-4-6 0,6 5-5127,-7-4 4353,0 4 1229,0-5 1,0-3-1,0-10 1,0-5 564,0-2 0,-13-47 0,-3-10 0</inkml:trace>
  <inkml:trace contextRef="#ctx0" brushRef="#br0">29147 8857 7896,'-14'-6'0,"4"-2"1156,1-7 0,4 6 0,-3-1 3469,2-1-3631,7 5-1567,7-7 1,6 12 0,1-4 0,0 4 0,3 1-3942,1 0 4514,0 0 0,45 0 0,14 0 0</inkml:trace>
  <inkml:trace contextRef="#ctx0" brushRef="#br0">29957 8629 7907,'21'0'4,"-5"-4"526,3-1 0,-4 0 363,0 5 1,-1 6 0,2 4 0,1 4 991,2 5 0,-2 3-793,-7 7 1,1 1 0,-5 3 0,0 5 179,1 3 1,-3 1-508,-4 1-556,-6 0 0,-2-5 0,-6-2 0,0-1 0,-2-4-36,-3-1 1,2-1 131,-7-1-876,7-6 0,-9-1 0,6-7 0,-1 0 0,1-1-1504,2-4 0,-2 4-1807,1-3 2935,-6-4 1,9 2-1,-5-5 947,1 2 0,-53-26 0,27 5 0,0 1 0</inkml:trace>
  <inkml:trace contextRef="#ctx0" brushRef="#br0">22919 10364 7785,'0'-10'143,"-1"1"1,-2-2 0,-2-2 1666,2-1 0,1 4 791,2 1-1795,0 6-630,0-4 0,0 9 0,0 3 0,0 6 0,0 5 192,0 3 0,0 4 0,0-2 0,0 1-2,0 3 0,0 2-59,0 2-280,0-7 0,0 3 0,0-5 0,0 1 1,0-1 5,0-2 1,0-2-502,0-2 219,0 0 0,0-4 0,0-1-283,0 2 0,2-5 381,3-1 191,2-3 1,9-2 0,3-2 0,5-1-1,3-3 399,1-2 0,7 3-119,3-4-143,3 5 1,2-7 0,-2 7 0,-2-1-1,-3 0 191,-1 0 0,-8 1-104,-8 4-251,-3-7 1,-7 6 360,1-4 0,-9 2-433,-1-2-3,-6 4 0,-8-11 0,0 6 1,-1 0-1,1-2-580,0 0 0,-5 0-609,0-1 841,0-4 1,5 5 0,0-4 0,1 0-1005,4 3 1038,-4 6 283,11-3 0,-2 6 1,8 1-1,6 4 765,2 4 1,3 4-44,-1 1-200,0 0 0,3 5 0,-1 2 0,-3-1 0,-2 3 679,-3-1 1,-2 0-1420,-6 1 133,0-2 1,0-7 0,0 0 0,-1 2 0,-4 0-839,-5-2 0,-2 2-652,-2-11 1030,6 6 0,-5-8 0,4 5 0,-4 0 0,-1-2 638,-1 0 0,1-7 0,0-7 0</inkml:trace>
  <inkml:trace contextRef="#ctx0" brushRef="#br0">23900 10506 7817,'0'-14'203,"5"0"1,0-1 0,0 1-1,-1 0 1367,1 0-927,0 6 0,-5 0 0,1 5 0,3 0 583,0 4 1,6 10-880,-5 8 0,-1 6 0,-4-1 0,0 3-103,0 1 1,0 1 0,0-1 0,0-1-56,0-3 0,0 1 93,0-6-517,-6 6 1,4-14-1,-2 4-649,2-3 480,-4 1 237,4-5 1,-9-10-1,6-10 1,2-7-1,0-4-544,-2-2 0,4-2 461,-4-1 193,3-1 0,4-5 1,3-3-1,3 1 1,1 3 512,1 3 0,-1 8-137,5 3-126,1 3 0,-1 3 0,0 4 0,0 6 0,0 6 788,1 6 1,4 10-220,0 5-536,-7 3 0,-1 3 1,-4 1-1,-1 3 0,0-3 182,-3-1 0,-1-6-96,-2 0-820,6-7 0,-4-1 0,3-7-1751,-4 2 1377,-1-4 609,0-7 0,2-10 1,2-9-1,6-4 1,3-4-472,1-2 0,0-1 500,0-3 239,0 3 1,5-5 0,0 7 0,-1-1-1,-1 3 434,2 2 0,-8 3-66,3 7-174,-3 6 0,4 2 0,-3 7 0,-2 6 0,-5 5 807,-4 6 1,-1 12-203,0-2-547,0 4 1,0-2-1,0 1 1,-1 3 0,-3-1 198,0 2 1,-3-7-391,3 0-153,2 1 1,-4-13-1,6 4-719,0 1 0,1-7-680,4 0 1164,3-6 0,6-10 1,2-2-1,1-6 1,2-2-251,-1-3 1,4-5 242,1-4 281,4-3 0,2-1 1,-2 1-1,-2 2 1,-1 3 233,1 1 1,-3 2 1,2 5-7,-7 0 1,4 6 0,-7 3 0,0 4 0,0 1 820,0 0-872,-6 0-45,5 6 1,-11-3 0,2 6-69,-2 3 220,-2-6 78,0 0 0,-2-6 637,-2 0-1146,-4 0 200,-7 0 0,-4 0 0,0 2 0,1 2 0,-1 4-138,0 0 0,-5 5-113,5-4 191,0 10 1,0-3-1,2 5 1,2-2-1,6 0-26,3-2 0,-4 3-392,5-1 353,1 0 0,10-6 0,3-3 0,6-6 0,4-2-253,4-2 1,4 0-260,2 0 493,-1-13 0,-1 4 1,-2-12-1,-3 2 1,-1-1 69,-4-2 1,-1 3 583,-2-5-203,-6 7 0,3-9 1,-6 7-1,-2 2 1814,-1 1-1380,-2 2-583,0 6 0,-2 2 0,-1 7 0,-2 4 0,2 6 311,1 6 1,-2 1-154,-1 6-300,0-7 0,5 10 0,0-5 0,2 0 0,3-1-172,4-1 1,4-9-1192,1 3 1041,0-3 1,2-3-1,1-3 1,4-3 0,1-4-468,3-3 1,-3-3 154,2-6 511,-7-6 0,4 2 0,-7-4 0,0 0 0,1 2 770,-1-1 286,-6 2-353,-2 5 0,-6 4 0,0 4 199,0 4 0,0 6-139,0 10-289,0 0 1,-5 5-1,1 2 1,-1-1 0,0 1 432,0-4 0,-1 3-396,1-1-847,4 0 1,-6-4-743,7-1 278,0-6 635,0-2 1,0-8-1,0-2 1,0-6 0,2-4-679,3-5 0,3 2 289,6-7 582,0 0 0,0 1 1,2 1-1,1 1 1,4 4 624,1 1 1,-3 3-222,5 4-72,-7-4 0,4 11 0,-7-1 1,0 5-1,0 6 490,1 4 0,-6-1-217,1 8-354,-7-3 0,3 3 0,-6 0 0,0-1 0,0-3-507,0 0 0,0-6-1567,0 0 931,0-5 1,2 2 19,2-6 1,4-5 490,6 0 366,-6-12 1,5 8-1,-5-12 1,1 2 0,1 0 119,1 2 0,-5 1 267,-1 2 732,3 0-511,-7-1 1,6 9-233,-7 6-130,0 6 0,-2 9 0,-1 0 0,-2 3 0,2 2 170,2 2 0,1-4-106,0 1-535,6-3 1,2-4-1,6-1 1,2-3-1,1-2-405,2-2 0,5-3 157,-5-1 439,6 0 1,-8-6-1,5-4 1,-1-2-1,-4-4-25,-1-3 0,-2-2 265,1-2 112,-1-4 1,-6 11 0,-2-3 0,-1 3 2224,0 2-1638,-1 6-639,-4 2 1,0 8-1,0 2 325,0 6 1,0 7-72,0 2-412,0 0 1,0-5-1,2 0 1,3 1-759,4-1 1,4-1-809,1-4 1225,0-3 0,2-6 0,1 0 0,2-1 0,0-2-432,2-2 1,-1-8 679,4-1 60,3 0 0,-5-7 0,5 5 0,-2-1 0,-3 0-28,-1 4 1,-1-1 488,-1 4-260,-3 4 1,5-2 0,-7 5 48,0-2-188,0 1-92,-6 4 138,-2 0 0,-6-2-346,0-3 186,0 4 1,-7-12 0,-6 5 0,-4 0 53,-1 3 1,-2 4 461,1 1-321,-7 0 1,6 1-1,-5 4 1,2 5-1,3 4 297,3 5 0,1-3-128,2 3 0,1 1-167,3-1 0,3 5 0,3-4 0,0 1-387,0-1 1,9-1 47,5-4-51,2-1 0,4-6 1,2-4-1,0-2 0,0-2-411,-2 0 1,3-2 177,0-2 368,0-4 1,-4-8-1,3-1 1,-1-2 0,-3 0 34,-3-2 0,-3 5 783,2-3-356,2 4 0,-10 5 0,3 1 1185,-4-2-1459,-1 4 156,0 1 0,0 17 0,0 3 287,0 2 0,0 0-255,0-2-241,7 0 0,0 0 1,8-1-1,-1-3-216,0-6 1,0-2-24,1-2 202,-1 0 1,6-2 0,2-2 0,2-6 0,0-4-156,1-5 1,-3 2 140,2-7 64,-7 0 0,4-4 0,-9-1 1,0 1-1,-5-2-12,0-3 0,-3 1-201,-4-6 147,0 0 0,-4 0 0,-3 2 0,0 3 0,-5 4-12,0 4 1,-2 9 249,-1 2-140,8 6 1,-6 8-1,3 2 1,-1 3-1,0 6 7,2 6 0,6 5-23,-2 7 225,-3-1 0,6 7 0,-2 3 0,2 1 0,2 1 808,0-2 0,6-2-260,4 2-738,-4 3 1,7-13 0,-4 2 0,6-6-1,2-4-398,2-2 0,5-4-260,-5-4 396,6-4 0,-8-6 0,7-2 0,0-2 0,-2-6-750,-3-3 1,1-6 353,-1 1 369,0-8 1,-5 3 0,1-9 0,-3-1 0,-1 0-246,-1-2 1,-2-1 337,1-7 0,-3 5 0,-6 3 0,0 4-79,0 4 0,-1 8 593,-4 0-285,-3 9 1,-1 4 0,-1 6 0,-1 2 0,0 2 259,2 6 0,-2 9 440,6 5-424,0 2 0,0 3 0,1 1 1,0 1-1,3 3 899,1-3 1,0-1-654,0-1-503,6-1 1,-3-1 0,7-3 0,1-5 0,2-4-236,1 0 1,6-6 110,4 1-462,-3-7 0,4 3 0,-5-8 0,1-2 0,1-6-413,0-2 0,-5-7 256,2 0 502,-3-7 1,-2 6 0,-1-5-1,-2 2 1,-3 1-96,-2 0 1,-1 10 1038,-5-3-424,0 11 1,0-6 0,-1 10 176,-4 6 1,2 6-220,-7 2-322,7 6 1,-3 1 0,6 3-1,0-4 1,0-1-75,0 0 0,4 0-80,1-5-180,6 0 1,-1-4-1,7-2 1,4-2-1,-1-3-625,1-1 1,-1-9 418,-1-2 655,-3-4 1,5-1 0,-7 0 0,-2-2 61,-2-3 1,1 3 151,-6-3 223,-1 4 307,-4 7-382,0 20-304,0 6 0,-1 18 0,-2-4 0,-2 2 0,0 1 610,-1 0 0,3 3-120,-7-5-557,7 6 0,-8-8 0,5 2 121,-2-3 0,3-8-108,-4-3 0,-1-5 0,-4-3 0,0-3 280,-1-2-427,1-1 1,-6-5 0,-4 0 0,-3-2 0,0-1-884,4-1 0,-3-8 324,7 3-14,0-10 1,7 2 0,2-7-1,6 0 1,2 1-1221,2-1 1,6 5 849,4-5-116,2 13 1,4-6 0,3 10 1053,5 0 0,28 22 0,8 3 0</inkml:trace>
  <inkml:trace contextRef="#ctx0" brushRef="#br0">28280 10250 7790,'0'-20'275,"-2"4"1,-1-3-1,-4 3 1,0 2-1,-4 0 2531,-2-1-2464,-8 7 1,4 2 0,-5 6 0,0 0 0,0 0 0,-2 2 0,2 2 0,1 6-1,4 4 369,3 5 0,-4-2 0,10 7 1,0 0-536,4-2 1,2 3-58,2-6 1,0 0-449,0-5 0,6 1 0,6-3 1,3-2-960,4-6 1024,7-2 0,-6-2 1,5 0-649,-1 0 0,-5-6 775,5-4 1,-5-2-1,3-3 1,-2 1 709,-2 0-338,-9 6 1,2-5 0,-4 5 0,-1-1 1401,0 0-1220,-1 5-170,-5-2 1,0 8-1,0 2 1,-2 6 0,-1 2 323,-2 3 1,-4-1-238,4 0-493,1 0 1,2 1 0,-1-1-1,-2 0-1713,2 0 1554,1 0 193,2-6 1,7-1 0,4-9 0,6-3 0,7-6-143,3-6 1,3 1 617,3-3-239,3-3 1,7 6-1,-1-3 1,0 3 0,-5 4 511,-3 2 1,-4 4 370,-2 6-710,-6 0 0,-1 2 0,-9 2 1,-2 6-1,-5 2 313,-4 3 1,-2-1-291,-4 0-246,-3 0 1,-6 1-1,-1-3 1,0-1-1,-3-3-503,-1-2 0,0-1 85,5-5-72,-6 0 1,4 0 0,-5 0 0,2-1 0,0-3-1161,2 0 1,1-7 953,2 1 543,0 4 0,1-7 0,4 4 0,2-2 0,3 0 20,-1 1 1,0 5 226,5-4-49,0 6 1,2-4 0,2 7-1,4 2 674,0 3 0,5-2 126,-4 6-728,4 1 1,1-1 0,2 1 0,1-1 0,2 1-163,-1-1 0,-1-6-64,2 2-140,-3-3 1,9-2 0,-4 0-1,1 0 1,3-2-393,2-3 1,1-2 190,1-8 368,-1 1 0,1-5 0,-1 0 1,1 2-1,-1 1 266,0 2 0,-1 4 202,-3 1-287,3 6 1,-7-4 0,4 7 0,-5 2 0,-5 3 470,-4 4 0,1 5 133,-6 5-536,-1-3 0,-4 9 0,0-4 0,-1-1 0,-4 3 163,-5-1 1,-1-5-361,2 2-176,-4-9 0,1 1 0,-7-7-181,1-1 1,-2-1-327,1-2 0,-2-2 0,4-1 0,-4-3-1463,-1-2 1936,5-1 0,-4-6 0,7 0 1,0-3-1,1-1 318,4 2 0,-2 1-101,6 2 1,0 4 0,4 3 137,-4 0 259,3 2-244,-4 5 1,11 2 0,1 3 0,2 4 0,3 4 492,2 1 1,1 0-464,0 1-304,0-1 0,5 0 0,2-1 1,-1-4-1,2-4-649,1-4 0,0 4 407,6 0 119,-7 0 0,5-12 0,-2-2 0,5-5 1,2-4-202,-6-1 1,1-1 171,-8 1 534,7 3 1,-12-5 0,2 7 0,-7 0 1691,-3 0-1463,-1 6-327,-5 2 1,0 7-1,-1 4 1,-3 4 225,0 4 0,-1 1 54,5 0-380,0 1 1,1 4 0,3 0 0,2-2 0,2-1-247,3-2 0,6-1-822,2-4 692,6-3 0,-2-1 1,5 0-1,0-2 1,1-3-240,-1-5 0,2-3 277,4-6 140,-4 0 1,3-2-1,-8-1 1,-3-2-1,0 0 89,0-2 1,-9 7 339,1 0 84,-9 0 131,1 6-708,-6 0 126,0 2 0,-1 7 0,-2 4 0,-2 4 59,2 4 0,3-3 50,4-1-59,4 0-1,2 1 1,-1-2 0,2 0 0,2-2-153,1 0 136,0 5 168,1-9 1,-1 4 0,0-6 172,0 0 1,-6-1-164,-3-4 9,-4 3 0,4-10 0,0 2-160,-2-2 1,-1-3-357,-2 1 236,-7 6 0,4-3 0,-6 5 0,-4 0 0,-4-1-237,-7 4 0,2 2 133,-2 1 169,0 0 0,1 0 0,1 1 0,1 4 0,4 3 246,1 0 0,3 9 50,4-3-179,-4 4 0,12-4 0,-4 0 0,3 0 0,4 1-4,3-1 0,4 0-57,10 0-79,-3-6 0,11 0 0,-5-5 0,2 2 0,-2-2-228,-2-1 1,4-2 72,-5 0 395,0 0 0,-5 0 0,0 0 172,0 0 0,-6 1 662,-3 4-768,-3 3 1,-2 11-1,-2 1 1,-3 2 0,-4 4 444,-4 1 1,4 1-277,-1 0-303,1-5 0,-5 2 1,-1-5-1,1 1 0,2-1-209,2-2 1,-3-7 64,4-2-80,-4-5 0,-1 2 0,0-6 1,0 0-1,-1-2-288,1-2 1,0-4 24,0-7 298,6-5 0,-3 2 1,4-4-1,1 0 0,0 0-215,3-3 1,7-2-391,6-1 466,3-1 1,2 1 0,4-1 0,7 1 0,5-1-406,7 1 1,0 4 544,5 1 21,-4 5 1,10-2 0,-6 7 0,-2 2 0,-3 3 376,-5 2 0,-3 1-68,-2 5 108,-6 0 1,-3 2 0,-9 2 328,-5 6 0,-4-2-210,-1 1-233,0 1 1,0 4-1,0 0 216,0 0 0,0 5-349,0 0 0,0 0 0,-1-6 0,-3-2-270,0-2-606,-1 1 0,5-1 82,0 1 463,0-7 0,0-8 0,0-11-356,0-4 1,2 1 191,2-5 245,-2 7 0,11-8 1,-4 4-1,4 1 0,1-1-10,0 4 0,0 6 191,1 1 35,-1 7 0,0-3 1,0 6-1,0 0 1,2 1 459,3 4 1,-6 3-125,6 6-211,-13 7 1,13-6-1,-11 4 1,1-1-1,1-1 128,1 2 0,2 0-740,1-5 257,0 0 0,0-4 0,2-2 0,1-2 1,2-3-510,-1-1 1,2-4-88,-1-2 553,0-4 0,0-7 0,-1 0 1,-4-3-1,-3-2-46,0-2 0,-5 4-13,-1-1 341,-3 3 1,-2 2 0,-2 2 0,-3 1 249,-4 1 1,-4 7-48,-1-2-309,0 4 0,1 7 0,2 3 0,3 4 0,2 1 178,3 0 1,1 2-164,2 3-22,0-3 1,2 5 0,2-7 0,7-2 0,5-1-107,3-1 1,6-5-211,-1 4 245,3-6 1,1 4-1,2-9 1,2-1-1,4-3 16,5-2 0,-1 3 286,7-5-162,-9 7 0,2-8 1,-7 7-1,-2 0 1,-2 3 348,-5 1 1,-4 1-36,-6 4-172,1-3 1,-8 10 0,-2-2 140,-3 2-148,-2-4 292,0 5 1,-2-11-127,-3 2 0,-1-8-564,-3-6 156,-4 4 0,10-5 1,-7 4-1,-1 1 1,-1-2-259,-3 0 1,1 5-328,0-2 376,0 4 0,0 1 0,-1 0 1,1 0-718,0 0 733,0 6 146,6 2 0,-3 1 1,6 1 192,2 1 1,8-5 129,4-1 22,4-3 1,3-2 0,1-2 0,2-3-1,0-4 66,1-4 1,-2-3-415,5-3 132,-5 4 0,2-12 1,-5 3-1,-1-1 1,-2 0-42,-2 1 0,1 6-239,-6 0-110,-1 2 1,-5 9-110,-4 7 1,4 8 679,-4 11-175,3 3 0,2 7 0,2-1 0,3 1 1,4-1 47,4 1 0,2-3-115,4-2-369,4 3 1,-1-11 0,-2 3 0,-1-5 0,-1-3-2166,-6-2 1,-4-4 2565,-8 5 0,-51-32 0,-12-4 0</inkml:trace>
  <inkml:trace contextRef="#ctx0" brushRef="#br0">22692 11501 7779,'-10'-16'417,"3"-1"1,0-2 1059,4 2 1,3 7 0,3 7-523,2 6 1,6 10 0,-3 7 0,1 2-430,1 4 0,-7 1 0,2 1 0,-4 0-117,-1 1 1,5-1-501,0 1 1,0-6 0,-5-1 0,0 1-44,0-1-217,0-5 1,1 4 0,4-9-271,4-2 0,6-4 246,4-6 452,3-6 0,8 3 1,1-7-1,4-1 0,0-2 534,0-1 1,2 5-147,-3-1-223,-1 1 0,-6-1 0,-4 2 0,-4 2 240,-3 3 1,-3 0-380,-4-2-56,-2 3 0,-9-4 1,-3 5-128,-4-4 1,-4 2-1371,-1-7 1131,-7 7 1,6-10 0,-4 5 0,4-1-1,4 1-443,2 2 1,4-1 226,-4 3 262,6 2 0,-2-4 0,10 7 751,4 4 0,5 3 53,5 6-313,-3 0 1,0 5 0,-7 0 0,1 0 0,-2 0-3,-4 0 1,-2 5-81,-2-5-561,0 0 1,-2 0 0,-2 0 0,-6-2-1,-4-1-1371,-5-2 0,3 0-1233,-3 1 1558,3-1 1471,9 0 0,-6-19 0,5-4 0</inkml:trace>
  <inkml:trace contextRef="#ctx0" brushRef="#br0">24000 11501 7784,'0'-14'108,"-2"0"0,-1-1 1,-3 1 1821,-2 0-1179,5 6 1,-3-5 0,4 6 0,-1-3 2444,-2 1-2939,-6 5 1,9 6-1,-4 11 1,1 6 139,1 3 1,-6 1 0,5 7-1,1 2 83,-3 1 0,4 2-147,-6-2-384,6-3 1,-4 3 0,6-7 0,-2-4 0,-2-2-265,2-2 0,1-3-508,2 0 560,0-7 0,-2-2 0,-1-8-26,-1-2 1,-1-6-609,5-9 657,0 3 0,0-11 0,0 2 1,1-5-1,3-3-111,0 1 1,7-2 420,-1 0 31,2-5 0,3 14 0,-1-2 0,0 5 1,-1 4 130,-4 3 1,4 7-72,-4 3 150,4 3 1,-4 9-1,1 4 1,-1 6-1,1 7 971,-1 3 0,-5 1-588,0 1-484,-2-1 0,-1 0 1,3 1-1,0-2 1,-1-2 78,-1-1 0,-2-7-445,0 2-337,6-3 1,-4-7-3808,3 1 903,-4-7 2184,-1 3 0,0-7 0,-1-4-486,-4-5 1,-3 3 1698,-6-3 0,0 1 0,-2-6 0,-2 1 0,0 1 0,-1 2 0,-2 2 0,5 4 0,-3-4 769,3 6 0,2-8 0,0 4 3634,0-1-2331,6 5-1621,2-3 1,6 4 0,3-1 0,5-2 16,6 2 0,10 0-338,-1-2-193,10 4 0,-3-10 0,5 4 1,-2 1-1,1 0-1349,-3 3 0,-2-4 618,-6 2 470,4 1 1,-11 4-1,3 0 1,-3 0 270,-2 0 128,-6 0 133,-2 0 0,-6 6 1,0 4-1,-1 2 0,-3 2 1122,0 1 1,-6 0-347,5 4-763,1-3 1,-1 5 0,0-7 0,2 0 0,1 0 15,2 1 1,0-1-902,0 0 533,0-6 1,7 0 0,2-5 0,4 2 0,1-2-590,0-2 0,1-2-479,-1-4 996,0-3 0,0-6 0,0 0 1,1 0-1,-1-1 90,0 1 0,-4-5 106,-1 0 133,1-6 1,-3 9-1,-2-3 1,-2 3-1,0 2 1227,2 0-844,0 6-185,-5 2 0,0 7 0,0 4 92,0 5 1,0 2-461,0 2 57,0 7 1,5-5 0,1 3-1,2-4 1,3-2-99,2-3 0,1 1-696,0-7 575,0 7 1,2-9 0,1 3 0,2-5 0,0-5-298,2-4 0,-4-4-39,7-1 469,-7-7 0,2 4 1,-8-7-1,-3 0 0,-1 1 105,-4-1 0,3 0 67,-1-4 12,0-1 1,-5 1-1,-2 1 1,-1 3 378,-2 5 0,-1 8-248,1 2-58,3 6 1,-4 3-1,6 11 1,0 6-1,0 7 503,0 3 1,-1 1-198,-4 1-414,3-1 0,-4 1 1,6-1-1,0 0 0,0-1-528,0-3 0,0-4-412,0-5 159,0-1 1,0 0 0,0 0-3755,0 1 3321,0-8 877,0 0 0,0-9 0,-2-3 0,-1-4 0,-3-4-217,-2-1 1,3-5 170,-4 0 426,6 0 0,-9 0 0,8 0 0,1 2 1,1 1 365,2 2 1,0 4 1080,0 1-1133,0 0 0,11-1 0,3 2 1,4 2-1,2 1 715,4-1 0,3 4-698,1-3-371,1 4 0,-3 1 1,0 0-1,-4 0 0,0 0 141,0 0 0,-9 0-180,1 0 23,-3 0 0,-3 6 0,-3 4 0,-4 2 302,-1 3 0,0-1 79,0 0-324,0 0 0,0 5 0,0 0 0,0-2 0,0 1 23,0 1 0,0-3 146,0 3-353,7-4 1,-3 0-1,9-3 1,4-1-1,2-3-336,2-2 1,2-1-302,-4-5 543,7-6 1,-9-2 0,5-6 0,-1 0-1,-4-2-53,-1-3 0,-3-3 271,-4-7-94,-3 1 1,-6-1 0,0 3-1,0 0 1,-1 3 111,-4-3 1,-3 6 75,-6 1-128,-7 3 1,4 8-1,-7 3 1,-1 4-1,0 1 7,1 0 1,-1 6-31,6 4-50,-6 2 0,9 7 0,-3 2 0,5-1 0,4 2-54,5 0 1,4-4-197,1 1 170,0-3 0,6-2 0,5-2 0,7 0 0,5-5-439,4 0 0,2-3 151,-1-4 370,0-6 0,6 3 0,-1-6 1,-2-3-1,-1 0 224,-1-2 1,-1 4 301,1 1-31,-7 5 0,3-7 0,-6 7 0,-2 1 919,-1 1 1,-3 4-452,-4 2-636,-2 4 0,-7 6 0,0 1 0,0-1 0,0 0 1047,0 0-1021,-7 7-415,-1-5 1,-1 3 0,1-8 126,2-2 0,-1-6-883,3 2 282,2-3 0,-4-4 0,6-3-427,0-4 0,0-4-32,0-1 899,0-7 1,0 6-1,1-6 1,3 2-1,2 0 81,2 2 0,1 1-29,5 2 313,1 0 1,-1 6-1,2 1 1,1 3-1,2-1 1064,-2 2 1,-1 3-313,-2 4-557,1 4 0,-6 11 0,-1 0 0,-2 0 0,-3 0 133,-1 0 0,-2 5-803,0-5 188,0 0 1,0-5 0,0 0-1,0 0-444,0 1-1290,0-8 768,0 0 0,0-9 311,0-3 1,2-4 149,2-10 501,4 3 0,6-9 0,1 4 0,-1 1 0,2-2 28,3 0 0,-4 4 67,4-1 334,4 4 1,-8 5-1,4 2 1,-3 2-1,-2 3 831,1 1 0,-1 4-697,0 2-220,-6 4 1,0 8-1,-5 1 1,2 2 0,-2-1 76,-2-2 1,-1-2-276,0 0-209,0 0 1,5 0 0,1 1-1558,2-1 0,-3-6 745,5-3 665,-7-4 1,9-1 0,-2-1 0,2-4 0,4-5-399,3-2 0,-3-3 354,3 1 247,3-6 1,-5 4-1,7-5 1,0 2-1,-2 2 212,-3 4 0,1 1-19,-1 7 635,0-6 0,-4 9 1,-1-2 827,0 2-1202,-6 8-193,-2-4 1,-6 11-304,0-4 221,0-3-516,0 1 96,0-1 1,-1-4 275,-4 2-120,3-2 0,-10-2 0,2 0 0,-4 0-94,-5 0 1,3 0 180,-3 0 53,-3 0 1,6 6 0,-3 2 0,2 2 0,1-1 235,2 2 1,-3 2-187,7 1 64,4 0 0,-2 0 0,5 1 0,0-3-16,4-2 0,6 1-640,7-6 428,0-1 1,0-4 0,2 0 0,1-1 0,2-2-250,-1-2 0,2-6-90,-1 1 486,0-2 0,-5-3 1,-1 1-1,-2 0 1,-1 0 335,1 0 1,-3-1-76,1 1 68,-6 6 1,3 0-88,-6 4 0,0 8 422,0 1-491,7 6 0,-6 3 1,4 1-1,-3-1 1,-1 0 192,4 0 1,-2 4-517,7-4 74,-7 3 1,9-10 0,-2 4-1,3-4 1,1 0-419,0-4 1,0-1-115,0-2 456,1-7 1,0 2-1,3-7 1,1-4-1,-2-1-159,-1-4 0,-3-1 9,-4-6 247,4-1 1,-7 1-1,5-1 1,-3 1-1,-2-1-125,-3 1 0,4 0 29,-2-1 589,-1 7 0,-4 1-304,0 7 1,0 14-109,0 10 374,0 9 0,0 14 0,-1 2 1,-2-1-1,-2 3 1020,2-1 0,-4 0-650,3 2-686,-1-3 1,5-7-1,-2 1 1,-1-2-1,-2-2-473,2-1 1,2-12-182,1 3-727,0-11 0,0 1-122,0-10 1,0-3 686,0-6 452,0 0 1,-5-7 0,0-2-1,2-3 1,1 1-103,2 2 0,0-1 111,0-5 355,0 7 1,0 2 0,0 6-1,2-1 393,3 1 1,3 5 605,6-1-824,6 7 0,-2-3 1,4 6-1,0 0 1,0 1 464,3 4 0,-3-3-600,2 2-97,-6 4 1,7-6 0,-6 3 0,-2-2 0,-1 0 141,-2 2 0,-4 1 2,-1-1-66,-6-4 0,8 12 0,-6-2 0,-2 5 332,-1 3 1,-2 0 85,0-5-419,0 0 0,0 0 0,0 0 0,0 1 0,0-1-121,0 0 166,0 0-336,0 1 1,6-8 0,4-2-1,2-3-383,2-2 0,1-2-21,-1-3 414,-6-2 0,4-8 0,-2 1 1,3-2-1,1-1-383,0-2 1,0-5 222,0 5 263,1-6 0,4 9 1,0-4-1,-2 1 0,-1 1 205,-2 6 0,0-1-54,0 8 105,1 1 0,-1 4 0,-2 1 1,0 2 312,-3 2 1,-6 6-59,2-1-270,-3 2 1,2-2-1,1-1 1,-2 2 244,-1 2-584,-2-5 93,0-2 1,0-4 0,1 1-220,4 2 257,-3-1-56,4-4 0,-8-4 1,-2-3-182,-6-1 0,-2 5 141,-3-1 107,1 2 0,-2 2 1,-1 0-1,-2 2 0,2 2 142,1 6 0,-3 2-46,0 3 79,6-1 0,1 0 1,4 2-1,0 1 1,3 2 446,3-1 1,2-3-186,0 0-429,7-1 1,5-6 0,9-2-1,-1-1 1,3-1-149,-1 0 0,0-3-1578,2-1 1077,2-6 1,-10 3-1,3-5 1,-3 0 0,-2 0 657,0-3 0,-12-46 0,-4-12 0</inkml:trace>
  <inkml:trace contextRef="#ctx0" brushRef="#br0">26844 11473 7917,'-13'-7'4200,"3"-2"-2514,-2-4 0,10-1-1435,-3 0 0,5 4 0,5 2 0,5 1-1274,2-1-715,9 4 413,-5-8 1325,-2 10 0,-52 2 0,-17 8 0</inkml:trace>
  <inkml:trace contextRef="#ctx0" brushRef="#br0">28123 10733 7762,'0'-14'-229,"0"0"1,0 0 3797,0 0-1822,0 6 0,-1 3-185,-4 10 1,3 7-1261,-3 7 0,-2 6 0,-1-1 0,-2 3 25,1 1 0,4-4 1,-3 0-1,0 1 32,0 2 0,5 0-519,-2-3-14,-2-4 0,5-6 1,-3 1-1,2-1-1338,-2 0 1104,4-6 109,-6-2 1,7-7 0,2-4 0,1-5-440,2-2 0,6-2 156,-2-1 599,4-5 0,3 9 0,1-4 0,2 3 0,-1 1 356,-3 1 1,4-1 202,0 7-387,0-1 0,-5 5 0,1 1 0,-1 4 1,-1 5 614,-4 2 0,2 2-278,-6 1-385,0-1 1,-5 5-1,0 0 1,-2-2-517,-3-1 1,-3-7-673,-6 1 787,0-7 1,-5 3-1,0-6 1,0 0 0,0 0-823,0 0 1,0 0 275,5 0 727,0 0 0,-1-4 0,3-3 1,1 1 310,1 0 1,6-1-285,-6 3 251,7 2 0,-2-4 357,10 6 1,3 4-108,6 1-312,0 0 0,7-3 1,1 1-1,2 1 1,-1 0 148,3-3 0,0-1-575,3 0 215,-1 0 0,2-5 0,0-1 0,0-2 0,-4-3-76,-4-1 0,-3 2 169,-5 1 10,0-1 0,-1-4 1,-4 0 1068,-4-1-592,-3 1-158,-2 6 1,-2 2 0,-3 6 0,-3 2-312,0 2 1,-3 4-509,7 6 395,-7 1 0,9-1 1,-3 0-1,4 0 1,1 1-211,0-1 1,1-2-866,4-2 804,3 2 1,6-5 0,0 2-1,1-4 1,-1-3-309,0-2 0,0 0 717,0 0 95,1-7 0,-1-1 0,-1-6 0,-2 0 0,-4 0 587,0 0 0,-1-1-247,-1 1 468,-4 6-905,6-4 0,-7 12 173,0 0-13,0 6 0,0 13 1,0 1-1,-2 2 1,-1 5 146,-2 5 0,1-2 8,4 3-274,-7 3 1,6-6-1,-6 4 1,3-4-1,-3-4-50,-1-2 1,0-3 69,-1-7-54,-4 0 1,5-6 0,-6-3-1,0-4 179,0-1 1,0-1-32,-1-4-305,7-3 1,-3-11 0,7-1 0,1-2 0,1-2-282,2 2 1,6-5 311,4 3-653,-4 4 1,7-1 0,-4 7 0,5 0 0,4-1-1382,1 1 1,1 5-876,-1-1 2006,-3 7 0,9-5 962,-6 3 0,25 10 0,2-3 0</inkml:trace>
  <inkml:trace contextRef="#ctx0" brushRef="#br0">29033 10847 7765,'0'-14'3013,"0"0"-1008,0-1-414,0 8-906,0 0 1,0 10-1,-2 5 758,-2 7 1,2 8-515,-3 1-814,4 3 0,1 6 1,0 0-1,0-1 1,0-2-668,0-2 1,0-1 97,0-3 1,0 1 0,0-6-1,0-2-1032,0-1 1,0-6-2071,0-1 2731,0-6 1,0 2 0,0-11 0,0-7-200,0-4 1,-5-9 1023,0 3 104,-6 2 0,8-6 1,-5 4-1,2-3 0,3 3 375,1 4 0,2 3-457,0 2 1004,0-1 1,0 6 0,2 1 0,3 2 403,4 3 0,4 1-694,1 2-597,6 0 1,-4 0 0,5 0 0,-2 0-1,1 0-183,2 0 0,-4 5-77,1-1 18,-4 1 1,0-5 0,-1 0-1,0 0-48,0 0 44,-6-6 854,-1 4-44,-7-4 0,0 12-155,0 4-169,0 9 0,0-2 0,0 5 0,-2 0 0,-1-1 157,-2-1 0,-1 4-328,1-5-239,3 6 1,-4-9 0,6 3-1,-1-5 1,-3-3-401,0-1 0,-1-5-866,5 4 893,0-6 0,1 2 0,3-10 0,2-4 0,2-4-520,3-1 1,3-2 547,5-3 337,-3 3 0,6-9 1,-5 6-1,2 2 1,-1 1 409,-2 2 1,-2 4-80,0 1-20,0 6 0,-4-4 1,-1 7-1,1 2 1324,-2 3-1159,4 3-360,-4 6 1,6 0-1,0-1 1,1-2-276,-1-2 0,0-6-724,0 2 726,1-3 0,-1-2 1,0-2-1,0-1 0,-1-3-199,-4-2 1,2-2 497,-6-4-138,0 0 0,-5 0 1,0-1-1,-2 3 400,-2 2 0,-4-1-104,-7 6-141,1 1 0,-5 10 1,0 3-1,2 4 1,3 3 407,4 3 1,-1-2-20,6 7-420,1-7 0,4 5 1,0-4-1,1 1 1,4-2-43,4-1 0,9-3-1377,1-4 824,6 4 0,-8-12 1,7 4-1,1-3 1,1-2-3502,-3 0 4007,4 0 0,2-19 0,7-5 0</inkml:trace>
  <inkml:trace contextRef="#ctx0" brushRef="#br0">30170 11046 7832,'8'-14'678,"-3"0"1,1 4 947,-1 1 1,0 4 80,-5-4 0,0 4 2647,0-5-2752,0 7-1166,0-3 1,-2 7-1,-1 4 1,-3 5-1,0 2 609,-1 3 1,-2-1-599,4 0-634,0 0 0,5 0 0,0 1 1,0-1-1,0 0-75,0 0 0,2-1-1811,3-4 1453,2 4 1,8-10 0,-1 5 0,2-2 0,1-2-850,2-3 0,5-2 670,-5-4 685,6-3 0,-8-11 0,5-2 0,-1 1 0,-4-2 284,-1 0 1,-3 3-190,-4-5 264,4 7 0,-11-4 1,2 7 2171,-2 0-1831,-2 6-389,0 1 0,-5 14 0,-1 2 0,-1 4 0,0 1 489,-1 0 1,5 2-592,-2 3-99,3-3 1,2 4 0,0-5 0,0-1-177,0 0 1,5-4-1264,0-1 1024,6-6 0,-3 3 0,7-6 0,3 0 1,1-1-496,-2-4 1,5 2 263,2-6 647,-4-1 1,7-4 0,-3 1 0,3 2 0,0 3 148,-4 2 0,4-4-144,-3 6 360,-3-1 0,-1 5 1,-6 0-1,1 0 0,-3 2 1959,-2 2-1799,-4 4-269,-6 6 0,0 1 0,-2-1 0,-2-2 1,-6-2 1,-2 1-169,-3-6-178,1 6 1,-2-10 0,-1 4-1,-2-3 1,0-2-986,-2 0 0,6 0-241,-4 0 1002,3 0 1,-3 0 0,0-2 281,2-3 0,6 4 44,1-4 158,7 3-10,-3-4 0,7 5-39,4-4 72,3 3 0,6 2 1,0 0-1,2 0 1,1 0-119,2 0 1,7 0-507,-3 0 322,4 0 1,-3 0 0,0-1-1,2-4 1,4-3-180,4 0 0,-3-5 194,-7 4 63,3-4 0,-10-1 1,5 0-1,-1 0 1,-5 0 124,-5-1 0,-3 1-54,-4 0 120,-2 6 1,3-3 0,-10 6 22,-5 2 0,-2 1-91,-2 2-66,6 0 1,-5 7 0,4 2 0,-3 4 0,3 3 158,4 3 1,-1-4-119,1 4 1,0-3 0,5-2 0,0 1-216,0-1 1,7-2-77,2-2 101,4 3 1,7-10 0,4 5 0,3-2 0,1-3-319,1-1 1,1-4 59,3-3 370,-3-3 0,5-6 1,-8 0-1,-4 0 1,-4 0 41,-3-1 0,-3 1 984,-4 0-724,-2 6 0,-7 0 1,-2 5-1,-3-2 381,-4 2 1,-4 3 75,-1 5-523,0 3 0,4 4 1,2-1-1,0-1 1,2 1 277,0 2 1,1 1-99,5 0-337,-6-6 1,4 5 0,-3-4-82,4 4-84,1-5 130,0-2 1,0-8 0,1-2-366,4-6 1,-2-3-627,7-1 734,-1-6 1,5 4 0,2-3-1,2 3 1,2 0-386,2-3 0,4 8 821,7-3-133,3 3 1,0 3 0,-2 3 0,-4 4 0,-2 1 426,0 0 0,-1 1-166,-3 4-244,-3-3 0,-12 9-2668,1-6 1528,-7 6 169,3-10 0,-12 6 0,-4-7 1,-2 0 876,-3 0 0,-49-13 0,-14-3 0</inkml:trace>
  <inkml:trace contextRef="#ctx0" brushRef="#br0">27540 11700 7766,'5'-9'-141,"1"1"0,1 0 0,0 2-915,1-1 1567,-4-4 1,3 8-835,-2-6-101,-3 5 240,4-2 1,-8 6 0,-1 2 183,-1 2 0,-1-2 0,5 4 0,0-4 0,0 3 0,0 2 0,0 8 0</inkml:trace>
  <inkml:trace contextRef="#ctx0" brushRef="#br0">27327 11615 7766,'0'-14'147,"-2"-1"1,-1 1 587,-2 0-474,-6 6 0,8-3 1,-5 5-1,0-1 0,1-1 1,-5 2-1,0 0 457,-2 3 0,4 3 0,1 4 0,-2 6-145,-2 3 0,0 1-327,4 0 0,-4 5 0,4 1 0,-2 3 191,1 2 0,4-3-132,6 2-266,-6-7 1,4 8 0,-3-6 0,5-1-1,3-3-211,2 0 0,11-6 94,-2 1-203,4-7 1,1 3 0,1-6 0,2-2 0,2-1-304,-2-1 1,3-7 289,-6 1 221,6-3 0,-7-2 1,4-3-1,-1-2 1,-3-1 65,3 1 0,-5-1 127,3 2-49,3 3 1,-5-4-1,5 7 1,0 2 0,-1 3 311,0 2 1,-1 1 11,-1 5-239,-3 0 0,4 2 1,-5 2-1,-1 4 123,0 0-120,-6 5-272,-2-5 1,-6 1-407,0 1 475,0-7 44,0 3 1,-6-6-1,-4 0 1,-2 0-171,-2 0 1,-1 0 172,1 0 7,0 0 0,-5 0 1,0 0-1,0 0 1,0 0 52,0 0 0,0 2 200,5 3-183,0-4 1,0 12 0,-1-5 0,1 1 0,1 1-178,4 1 0,-2 1 36,6 3 8,0-8 1,7 5 0,3-8 0,6-1-1,5-1-384,3-2 0,6 0 66,-1 0 230,-4 0 1,5-6 0,-4-4 0,-1-2 0,1-3 124,-4 1 1,4 0 787,-2 0-518,-6 6 0,-1-5 0,-4 4 0,2-2 499,-1 1 0,-6 2-333,2 3-293,-4 4 0,-1-4 0,0 10 0,0 6 110,0 6 1,0-1-253,0 3 16,0-3 1,0 0 0,0 1-1,2 2 1,3-2-281,4-1 0,-1-6 95,2-1 79,5-6 1,1 4 0,3-7-1,-1 0 1,-1 0-237,2 0 1,1-7 31,-1-2 212,-3-10 1,9-2 0,-6-4 0,-1 1 0,-2-1-50,-2-2 1,-5-1-16,1-1 117,-7 1 1,3 0 0,-6-2-1,0-1 1,0 3 91,0 6 340,-6 5-295,-2 2 0,-6 7 1,0 5-1,-1 6 0,1 7 321,0 3 0,0 2-39,0 4-187,-1 3 0,6 7 0,-1-1 0,1 1 0,-1-1 456,1 1 0,6-1-124,-2 0-330,3 1 1,2-2 0,0-2-1,2-3 1,3-1-107,4-4 0,9-6-594,1-1 363,6-7 0,-3 3 0,8-6 1,2 0-1,1-2-618,-2-2 0,4-4-160,-2-6 687,0-1 0,-4-4 0,-2-1 0,-4-2 1,-4-3-178,-3-2 0,-2-2 427,1 1-56,-7-1 1,-2 1 0,-6-2 0,0-2 0,0 1 157,0 4 0,-5 5-5,0 8 46,-6-1 1,3 7 0,-6 4-1,0 4 1,0 4 199,0 6 1,-1 4-206,1 5 12,0 3 1,0 7 0,1 1 0,4 1 0,2 4 383,1 1 0,4-9 53,-2 2-472,2-4 1,2 3 0,2 1 0,2-2 0,7-4-203,7-4 1,-1-5-121,7-4 5,0 3 0,-1-12 0,1 4 0,1-4 0,0-2-1042,-1-4 0,1-3 752,-6-6 0,0 0 278,-4 0 1,-1-5-1,-2-2 1,-1 1 185,-1-1 82,-7 2 477,3 5 1003,-6 0-1064,0 6-344,0 1 0,-4 14 0,-3 2 0,1 4 0,0 3 187,3 3 0,1-4-439,2 4-57,0-3 1,0-2-1,2-1 1,1-2-1,3-3-474,2-2 1,1 4-48,6-5 419,-1-1 1,2-4 0,1-1 0,2-4 119,-2-5 0,-1-1 161,-2 2 136,-6-4 1,0 7 0,-5-5 0,2 1 1078,-2-1-767,-1 5-368,-2 0 0,0 7 0,0 4 1,0 5-1,0 4 579,0 5 0,0 3-134,0 6-408,0 1 1,-5-1 0,-1 1 0,-1-1 0,0 0 200,-1 1 1,-2-2-359,-4-4 132,6-2 0,-5-7 0,4-1 0,-4-4 0,-1-4 41,0-3 0,-5-2-45,0 0-122,6-7 1,1-1 0,4-6 0,0-2 0,3-3-473,4-4 0,1-4 136,0-2-141,6 1 1,7 4 0,5 2-1,1 0 1,0 3-653,0 3 0,7 1-1346,-3 10 1713,4-6 0,2 9 788,-1-3 0,13 35 0,3 10 0</inkml:trace>
  <inkml:trace contextRef="#ctx0" brushRef="#br0">29204 11657 7811,'0'-14'88,"0"0"0,-2 0 105,-3 0 0,4 4 1289,-4 1 1,3 4 1181,2-5-1570,-6 7 0,5 3-465,-4 10 0,-1 7 0,1 4 0,0 2 492,-1 7 1,4-1-451,-3 4-661,4-3 1,-4-2 0,0 1 0,2-2 0,2-4-13,1-4 0,-2-3-1046,-3-2 663,4 1 1,-6-6 0,7-3-1654,0-4 1019,0-12 852,7-5 1,1-7 0,6 4 0,2-1 0,1 2 51,2 1 0,5 2-72,-5 0 431,6 6 0,-8 1 0,5 7 1,-1 0-1,-4 0 675,-1 0 0,-3 7-377,-4 2-331,-2 4 0,-7 3 0,-2 1 0,-3 2 0,-4-2-152,-4-1 1,-7-2-1268,-4 1 949,3-1 1,-6-5 0,5-1-1,0-2 1,2-2-430,-1-3 0,5-1-182,-3 0 631,4 0 0,0-1 1,1-4 255,0-5 245,6 4-162,2 0 1,7 6 0,4 0-1,5 0 301,2 0 1,2 0-118,1 0-57,-1 0 0,2 0 0,1 0 0,4 0 1,1 0 91,3 0 1,-3-2-120,2-3-296,-1 4 0,6-10 1,-2 5-1,-2-2 1,-3-3-150,-1-2 1,2-1 189,-4-1 29,0 1 1,-5 0 0,-1 0-1,-2 0 1,-3-1 93,-2 1 1,-1 0 210,-5 0 58,0 6-25,0 2 0,-5 7-212,1 4 37,-7 3 0,9 8 0,-3 1 1,4 2-1,1 0 253,0 1 1,0-4-120,0 3-314,0-3 0,1-2 0,4 0 0,6 1 0,5-3-216,3-2 0,6 1-35,-1-7 230,3 1 0,1-5 0,-1-1 0,-2-3 0,-3-2-68,-1-2 1,-4-1 331,-7-5-106,2-1 1,-10 0 0,3-3-1,-4-1 110,-1 2 1,0 1 224,0 2-329,0 6 1,-1 2 0,-4 6-130,-5 0 0,3 1-11,-3 4 165,7 3 1,-5 11 0,5 1 0,-2 1-1,2 1 466,1 0 1,-2-3-280,-1 5-134,0-7 0,5 8 0,0-6 0,0-1 0,0-2 426,0-2-546,0 0-16,0 0 0,0 0 0,0 1 0,-1-1 37,-4 0 0,3-4-194,-2-1 62,2 0 0,0 1 0,-1-1 0,-3 2-141,-2 2 1,3-3 129,-4-1 81,6-6 1,-10 4 0,4-7 0,-4 0 65,-1 0 0,1-2-81,4-3-19,-4 4 0,11-12 0,-2 4 1,2-4-1,2-1-371,0-1 0,0 1-342,0 0 514,6 0 1,-3 0-1,7-1 1,1 3-1,0 1-479,-1 1 1,1 5-430,-7-4 285,7 6 0,-7-8 6,5 6 0,-4 0-77,4 5 359,-6 0 1,5 0-130,-3 0 1,-3 2 98,2 3-156,-2-4 1,-2 7-1240,0-3 1976,0-4 0,-19-1 0,-5-7 0</inkml:trace>
  <inkml:trace contextRef="#ctx0" brushRef="#br0">30540 11657 7720,'-1'-18'208,"-4"-1"0,-3 1 0,-2 4 2764,1 4-2441,6 4 1,-4 8 0,6 4 0,-2 7 0,-2 6 0,2 3-1,1 5 1,2 3 2518,0 3-2784,0 6 0,0-9 0,0 5 0,0-3 0,0-2 713,0-3-1059,0-2 1,0-2-1,0 0-488,0-3 1,0-6 0,-1-6-353,-4-1 0,-1-4-822,-4-8 1334,-2-3 1,4-6 0,-7-2 0,1-1 0,2-4-339,2-1 0,-1 3 448,6-5 283,1 1 0,-1 1 0,0 3 0,2 3 0,1 2 213,2-1-322,0 8 90,7 0 1,1 7 0,7 0 0,3 0 0,2 2 144,2 3 1,2-4 698,4 4-646,1-4 0,-2 4 1,-2 0-1,-1-2 1,-1-3 95,0-5 0,-3 2 219,-6-6-277,1-1 0,-3-4 1,-2 0 258,-6 0 0,-2 4-24,-2 1-123,0 5 1,0 0 0,-2 8 343,-2 6 1,2 7-239,-3 2-329,-3 0 0,5 0 1,-5 2-1,2-1 1,3 1 42,1-4 0,-2-1-221,-1-2-82,0 0 1,5-4-1,-1-2-1185,-4-2 903,3-1 238,-4-5 0,7-2 0,3-3 0,2-4 0,2-2 21,3 1 0,0-2 293,-2 2 82,4 4 0,-5-5 1,6 6-1,0 2 1,1 1 414,-1 2 1,0 0-266,0 0-109,1 0 0,-1 0 1,0 2-1,0 1 1,2 4 259,3 0 0,-2 1-1005,7 2 396,0-4 0,-1-1 0,1 0 0,1-2 0,2-2-303,2-1 1,-1-4 50,1-1 266,-7-6 1,-2 3-1,-4-6 1,0-2 0,-2-1-60,-6-2 0,-5 4 305,-3 6-89,0-1 1,-6-2-1,-5 2 1,-5 6-1,-5 2 134,-1 2 1,0 6-118,-2 4 28,4 2 0,7 3 0,4-1 0,4 2 1,3 1 288,2 2 0,2 0 37,3-5-414,3 0 1,12-1-1,5-2 1,5-3-1,5-2-613,2-3 1,-6-1-2367,2-2 2277,4 0 0,-12 0 0,2-2 0,-5-1 0,-5-1 699,-1 0 0,-46-16 0,-11-4 0</inkml:trace>
  <inkml:trace contextRef="#ctx0" brushRef="#br0">23773 12510 7738,'0'-14'342,"0"0"0,0 0 91,0 0 1,0-1-1,0 1 1,0 0-1,-2 0 1015,-3 0 1,2 1-962,-6 3 1,4 4 0,-5 6 0,-1 2 17,-1 2 1,-4 6-241,-3 9 0,3 3-147,-3 6 1,3 6 0,2-1-1,0-2-4,0-1 1,6-6-656,3 0 353,-3-7 0,7 4 0,-3-9 0,8-2 1,5-6-694,4-2 0,2-2 201,4 0 526,-3-6 1,10-2 0,-8-6 0,0-2 0,-2-2 391,-2-1 1,0-1 5,0 1 40,1 3 0,-6-4 0,-1 5 0,-2 1 722,-3 0 1,-1 5-202,-2-1-752,0 7 0,0-2 1,0 10-1,0 4 217,0 4 0,0 1-238,0 0-38,0 7 1,0-5 0,0 3 0,0-3-1,0-2-107,0 0 1,0 0-1047,0 0 874,6-6 0,2 0 0,6-5 1,1 2-1,-1-3-482,0-5 0,2-5 423,3-7 255,-3 1 1,9-5-1,-5-1 1,3-2-1,0-4 163,-1-1 1,5 4 5,-3-1 253,-4 7 0,6-4 0,-6 9 0,1 0 186,-1 3 1,-1 6-139,-5-2-261,-6 4 1,0 7 0,-5 3-1,2 4 434,-2 1-517,-1 0-14,-2-6 0,-2 5-144,-2-4 572,2-2-434,-4-1 1,4-6 0,-3 0 0,-3-2-299,1-2 0,-6 2 324,3-3-51,-2 4 1,-2-4 0,-1 0 0,1 2-1,0 2 140,0 1 1,-5 1-43,0 4-71,0-4 0,5 12 0,-1-3 0,1 2 0,0 2 202,0 1 0,6-1-149,3 0-41,4 0 0,1 1 1,0-1-1,1-2 0,4-1 32,4-1 0,10-7-229,5 2 36,3-4 0,-3-1 0,-1 0 0,3-1 0,-1-4-235,-1-4 0,1-4 274,-6-1 54,0 0 0,-5-2 0,0-2 0,-1-2 1,-2-2 73,-2-4 1,-6 0-11,2-3-26,-3 1 1,-2-2 0,0 0 0,0 0 0,-2 3 141,-3 0 1,2 11-56,-6 2 269,6 3 1,-5 3-401,3 3 0,2 10 89,-7 4 1,6 10 0,-4 5 0,1 3 508,4 1-358,-5 1 0,7 6 1,-6 1-1,3 0 1,-1-3 537,2-3 1,1-3-41,2-3-806,0 3 0,2-7 0,3 4 1,4-7-1,4-4-229,1-3 1,0-7-199,0 1 320,7-2 0,-4-4 0,5-2 0,0-6 1,-1-2-732,0-3 1,-2 0 409,-5-4 482,0 3 0,0-6 0,0 4 0,-1-1 0,-2 2 615,-1 1 0,-6 2-266,6 0 795,-7 6-548,3-5 1,-6 13-140,0 0-52,0 7 1,0 8-1,0 3 1,-1 2-1,-2 1 345,-2-1 0,0-1-767,5-4-14,0-1 0,-2 0 1,-1 0-1,-1 0-1146,0 1 624,3-7-74,1-2 135,0-6 1,0-6-27,0-4 511,6-3 1,-3-2-1,7-3 1,1-1 0,1 2 317,3 1 1,-1-3-93,0 0 50,0 7 1,1-1 0,-1 5-1,0 0 430,0 3 0,0 4-189,1 1-175,-7 0 0,3 6 0,-7 4 0,0 2 0,-1 2 234,1 1 1,-2-1-834,3 0 94,-4 0 0,-1 1 0,0-1-1215,0 0-247,0-6 314,0 4 1121,0-10 0,0 3 280,0-10-109,0-3 1,2-6-1,3 0 1,4 0 85,4-1 0,-4 1 161,1 0 117,-1 6 0,5-3 0,1 6 0,-3 0 0,-1 1 1292,-1-1-1044,-1 0-333,-1 5 1,5 7-1,-5 2 1,0 4 183,-4 1 0,0-5-1248,0 1 431,-2-1 0,6 1 1,-4-1-383,6 2 1,3-4-473,1-3 1085,-6-2 1,4-2 0,-2 0 0,2-2-1,3-1 102,-1-2 1,-1-6 77,-4 2 174,4-4 0,-7-1 1,5 0-1,-3 0 1173,-2-1-960,-1 1 584,-5 6 0,-2 2-456,-2 6 1,0 6-326,-5 4-107,6 2 0,-8 3 0,6-1 0,2 0-576,1 0-46,2 1 321,7-1 0,1-5 1,6-1-1,2-2 0,1-2-888,2-3 0,5-1 440,-5 0 585,-1-6 1,-2 3 0,2-7 0,1-1 0,-2-1 360,-1-3-191,-2 1 378,0 0 1,-6 4 1566,-3 1-951,-4 6-706,-1-4 1,-1 19 0,-2 2 0,-2 2 383,2-1 1,0-5-653,-2-1-321,3 1 0,-4 4 0,4-1-332,-2-4 0,2-1-81,-3-3 155,4-4 1,1 4-483,0-10 1,5 1 202,-1-11 697,7 4 1,-3-9-1,6 6 1,2-1 0,2 1 270,1 0 1,1 0-232,-1-1 363,-3 8 0,4 0 0,-5 7 0,-1 0 0,0 0 758,0 0 0,-1 7 564,-4 2-1293,-2 4 1,-3 1 0,1 0 0,-2 0 0,1-1-220,0-4 0,-2 4-1297,3-3 498,-4-4 1,-1 2-4836,0-4 3623,0-2 844,0 4 0,-5-7 0,1-4 1,-1-4 1031,-1-4 0,-28-45 0,12 23 0,-1 0 0</inkml:trace>
  <inkml:trace contextRef="#ctx0" brushRef="#br0">25280 12425 7840,'-15'-6'0,"1"-4"0,5-1 0,-1 2 2857,1-4 0,1 10-553,3-6 0,3 4-1944,2-5 0,0 6-2623,0-6 1882,0 7 381,0-3 0,-12 18 0,-4 4 0</inkml:trace>
  <inkml:trace contextRef="#ctx0" brushRef="#br0">26403 12354 7832,'5'-14'-249,"1"0"1,0-1 0,2 1 0,-2 0 907,1 0 0,4 1 1,-3 2-1,1 3 1,1 0 1016,1 0 0,-3 0 1030,1-1-1994,-6 3 1,2 6-561,-10 0 0,-7 0-66,-7 0 0,-5 0 0,3 0 1,-1 0 15,-3 0-84,-2 0 0,-1 4 0,1 3-84,3 1 0,-1 1 0,6 5 0,2 1 94,1-1 1,2 2 481,-1 3-323,7 3 0,-3 6 1,7 1-1,0-1 0,3 0 566,1 1 1,0 1-129,0 3-458,0-3 1,0 0 0,0-6-1,0 1 1,0 2 205,0 1 1,0-4 4,0 0-258,0-7 1,0 8 0,0-4-1,1-1 1,3 1 213,0-4 1,1-1-402,-5-2 23,6 1 0,-2 2 0,3-1 0,1-5 1,-1-2-684,-1-1-638,5-5 393,-3 4 0,6-7 0,0 0-760,1 0 0,-1 0-126,0 0 1377,0 0 1,-4-5 0,-1 0 0,2 0 0,2 1-1472,1-1 0,0 0 1952,1 5 0,18-25 0,5-7 0</inkml:trace>
  <inkml:trace contextRef="#ctx0" brushRef="#br0">26787 12439 7832,'0'-14'353,"0"0"0,0 0 1086,0 0-151,0 6 0,0 0 987,0 3 1,0 5-1154,0 0 0,0 6-409,0 8-462,0 1 1,-2 4 0,-1 1-1,-2 2 1,2 2 131,1-2 0,-2 3-16,-1-6-508,0 7 1,5-11-1,0 4 1,-1-3 0,-3-2-2815,0 1-242,-1-1-553,5 0 2154,0-6 1,0-3 461,0-10 935,0-3 0,5-6 1,-1-2-1,1-3 0,0-3 111,0 0 1,-1-5-128,-4 3 644,0-3 1,0 4 0,0 1 0,0 1 1419,0 4 1,0 1-355,0 2-1122,0 6 0,7 2 0,2 6 0,4 0 0,3 0 541,3 0 0,-2 1-276,7 4-306,-1 9 1,6 2 0,-1 4-1,-1-1 1,-2 0 255,-1-1 0,-7 2-57,2-1-394,-3 6 1,-6-9 0,-2 3-1,-2-3 1,-3-2 299,-1 0 0,-4-1 31,-3-3-311,-9 2 1,-3-6-1,-7 6 1,-1-3 0,-4 0-238,-4-1 1,3 0 1,-3-3-245,-3-3 1,6 5 0,-4-3-1,6 0 1,4 0-1601,5-3 0,4-1 443,0 0 323,7 0 0,5-1 1,11-3-3635,6 0 4791,4-7 0,40-16 0,12-11 0</inkml:trace>
  <inkml:trace contextRef="#ctx0" brushRef="#br0">27213 12510 7835,'0'-14'1354,"0"0"1,0 0-602,0 0 1,0 4 2435,0 1-260,0 5-1904,0-2-649,0 6 1,-5 8-1,1 5 1,1 6-1,1 3 808,2 3 0,0 2-975,0 1-283,0-6 0,0 5 0,-2-5 1,-1 2-1,-1-2-561,0-1 1,3-2-2292,1-5 1548,0 0 0,0 0 0,0 1-3149,0-1 3434,0-6 755,0-8 0,0-8 0,0-6 1,0-2-1,0-2 216,0-1 0,0-1 180,0 1 434,0 3 0,0-4 0,0 5 0,0 1 1,1 0 584,4 0 1,-3 4 1010,2 1-1553,4 6 1,0-4 0,6 7 0,1 0 202,-1 0 1,2 0-949,3 0 161,-4 0 0,6 0 1,-7 0-1,0 0 0,1 0-638,-1 0 205,0 0 240,0 0 0,-4-6 1,-2-3 103,-2-4 0,-1-1 87,-5-1 302,0 1 1,1 2 0,2 1 0,2 1 2049,-2-1-1409,-1 5-470,-2-1 1,0 9 0,0 4 0,0 7 512,0 4 1,-5 9 232,0-3-879,1 4 1,4 0-1,-2-2 1,-1-1 0,-2 0 317,2-2 0,1 3-855,2-6-140,-6 0 1,5-5 0,-4 0-2674,3 1 2080,2-8-3257,0 0 1230,0-7 1,0-2 1269,0-3 1738,7 4 0,32-62 0,-12 27 0,0 1 0</inkml:trace>
  <inkml:trace contextRef="#ctx0" brushRef="#br0">27867 12539 7867,'5'-14'516,"0"-1"0,4 1 1869,-4 0-823,0 0 1,-5 0 195,0-1 0,-2 7 313,-3 4-1683,-3 2 1,-6 2 0,-2 0 0,-1 0-1,-3 2 614,-3 2-891,6 4 1,-10 8 0,5 3 83,0 5 1,-3 0 0,6 2 0,1 4 18,3 0 1,2 0-81,3-1 0,4-1 0,6-1 0,0-2-185,0-1 0,8-7-389,6 2 200,0-3 0,13-3 0,-3-4 0,3-4 0,1-3-1879,1-2 0,-1 0 669,1 0 994,-7-7 1,3 4 0,-6-5 0,-2 0 0,-1 0-1773,-2-3 0,-1 4 726,-4-3 993,4 1 509,-11-6 0,-2-24 0,-8-7 0</inkml:trace>
  <inkml:trace contextRef="#ctx0" brushRef="#br0">28080 12582 7867,'0'-15'1336,"0"1"1,0 5 615,0-1 1,0 5 2290,0-4-144,0 6-3106,0-4-598,-6 14 1,3 2 0,-5 9 0,0 2 0,2 2 810,0 4 1,-4-1-708,5-1-499,1 2 0,-1-8 0,0 4 0,2 0 0,1-1 0,2-1 0,-1-3-86,-4-7-613,3 3 1,-4-6-1798,6 8 1538,0-7 399,0-2 1,0-17 0,0-3 0,0-4-771,0-2 0,2-2 13,2-7 1014,4 1 1,3-5 0,2-2 0,3 0 0,1 0 43,4 4 1,-4 2 277,7 6 40,-7 2 0,10 7 1,-5 1-1,2 4 1,-2 4 507,-1 3 1,-2 4-140,-5 3 87,0 3 0,-6 6 0,-3 2 0,-4 1 0,-1 2 647,0-2 0,-1 4-338,-4-2-637,-3 0 1,-8-5 0,-1 0 0,-4 0 0,1 1-45,-1-1 0,-4-5-540,1 1 77,4-7 0,-6 3 1,7-6-1,2 0 1,1 0-5186,2 0 3828,0 0 694,6 0 0,2-1 1,7-2-1,4-4-2543,4-1 3525,10-1 0,14-19 0,7-9 0,6-2 0,0 1 0</inkml:trace>
  <inkml:trace contextRef="#ctx0" brushRef="#br0">28450 12340 7859,'0'-14'0,"0"4"2536,0 1-1191,0-1 1,0-4 1,0 0 1,0 4-699,0 1 1,2 6 0,4-2-68,8 3 0,2 2-263,8 0-307,-1 0 1,6 2 0,-1 1 0,1 2-1,-1-2-97,1-1 1,-6 2-271,1 1 258,-7 0 1,-1-4 0,-6 3 126,1 0 410,-5 1-324,0-5 0,-6 2 0,-1 1 0,-2 3 933,-2 2 1,-1 1-231,1 6-567,3-1 0,-6 0 0,5 2 1,-2 1-1,2 4 393,2 1 1,1 2-234,0 4-190,-7 0 0,6 1 1,-4-1-1,2 1 1,0 1 312,-2 3 1,-1-1-134,1 5-254,3-5 0,-6 3 0,5-7 1,-3 1-1,0-1-115,-1 1 0,-4-3-33,2-2 0,3-3 0,-2-4 0,3-1 0,-3-4 0,-2-1 0,1-3 0,6-1 0,-10-7 0,10 0 0,-6 0 0,-2 0 0,-2-5-496,-1 0-699,-1 0 1,-4 4-1,1-2 1,-1-2-1,0 0-1368,0-1 0,-2 3-11,2-7 1805,3 7 1,-10-3 768,2 6 0,-41-32 0,27 12 0,0 1 0</inkml:trace>
  <inkml:trace contextRef="#ctx0" brushRef="#br0">726 13790 7940,'0'-14'494,"-2"1"-167,-3 4 0,2-2 1,-6 4-1,-2 1 1,-2 0 2055,-1 2-2143,6 3 1,-5 1 0,4 1 0,-2 4 0,0 5 0,3 4 106,1 5 1,1 3 0,3 6 0,-3 1-114,-2-1 1,4 1 151,0-1-428,-4 7 1,6-5-1,-4 3 1,1-3 0,-1-2-93,-2 1 1,5-5-272,-2-1 233,-3-12 1,7 8 83,-4-9 0,3-10 51,2-5-124,0-12 0,0-7 0,0-8 0,0-2 1,0-3-405,0-2 1,5-1 343,0 2 279,6-3 0,-5 11 0,5-3 0,-1 5 1,-1 4 389,-1 5 1,5 3-146,-4 2-138,4 6 1,-4 2 0,1 7 0,1 6 0,1 5 480,3 6 1,-1 7 132,0-1-584,0 3 1,-4 1 0,-1 0 0,1-1 0,-1-1 176,1-3 0,-2-1-704,1 2 116,4 3 1,-10-11-1,5 3 1,-2-4-1,-1 0-1358,1-1 0,-4-5-196,2 1-59,-2-7 1,-4 3-692,-2-6 2520,2-6 0,-55-33 0,26 12 0,-1 0 0</inkml:trace>
  <inkml:trace contextRef="#ctx0" brushRef="#br0">583 14017 7990,'-8'-6'887,"2"3"-533,6-7 856,-6 7 1,4-9 1605,-2 2-2556,2 4 0,4-2-352,2 3 0,6 4 1,9-6-1,4 3 41,4-1 1,6 0-1548,1 5 1126,-1-6 1,0 4 0,0-3 0,-3 4 0,-3 1-1459,-3 0 1,-5 0 1524,4 0 1,-5 0 404,1 0 0,-5-6 0,-3-2 0,-3-2 0,-2 1 0,0 1 0,-1-2 0,-3-2 285,3 2 1,-4-2 2669,-1-3-2062,0 1 1,-1 5 561,-4-1 0,2 7-893,-7-2 0,7 10-195,-2 5-174,4 2 0,-1 2 0,-1 2 0,-2 2 0,2 2 179,1 2 0,2 0-344,0 2 1,0 1-48,0-6 1,0 6 0,0-2 0,0-1-945,0-3 525,0-4 1,0 0 376,0-1 0,0-8 1,0-6-158,0-8 0,-1-6 57,-4-5 1,4-9-13,-4-10 1,3-3-1,2-2 1,2-1 118,3-4 0,2 9 164,8-4 1,-1 12 68,0 2 0,5 7 1,2 8-1,-1 1 193,1 4 1,2 4-55,-4 10-219,0 3 1,-9 6 0,-2 2 0,-2 3-1,-3 3 197,-1 0 1,-9 5-336,-2-3 0,-4-4-196,-1-1 1,-5 2 0,-1-3 0,-1 0-707,1-2 0,-1-4-1105,2-2 396,3 2 1,0-5 1649,7 2 0,44-34 0,6-15 0</inkml:trace>
  <inkml:trace contextRef="#ctx0" brushRef="#br0">1365 13790 7990,'0'-14'1319,"0"-1"0,0 6 311,0 0-917,-6 5-157,4-2 0,-4 8 1,6 2-1,-1 6 1,-3 2 563,0 3 0,-1 1-482,5 2-531,0-2 0,0 10 0,0-8 0,0 1 0,-2 0-205,-2 0 1,2 0-373,-3-4 19,4-1 0,1-5-2060,0 1 1762,-7-7 446,6-9 0,-6-6 0,7-11 0,2-4 0,1-3-128,2-3 1,4 0 325,-4 4 360,6 7 1,-3 1 0,6 7 0,1 2-1,-1 2 413,0 5 1,0 5 564,0 5-904,1 3 0,4 11 0,0 2 1,-4 1-1,-2 1 778,-4-1 0,1 4-645,4-7-334,0 0 1,-4-10-1,-2 1 1,0-1 0,0-1 70,3-3 1,-5-5-345,-1-5-36,3-3 1,-5-11 0,5-1 0,-2-3-1,-3-3-610,-1-6 1,-2 2 238,0-3 133,0-3 0,0 10 1,0-1-1,0 5-2973,0 5 427,-7 1 2320,6 15 0,-4 2 0,10 13 1,3 1 644,0-1 0,17 19 0,-1 5 0</inkml:trace>
  <inkml:trace contextRef="#ctx0" brushRef="#br0">1835 13690 8277,'6'-22'0,"-5"5"1554,4 3-262,-3 9 0,-2-14 1880,0 10-2404,0 2 1,0 4-296,0 13 1,-5 1 0,0 11 0,2 0 250,2 0 1,-4 2-303,0 4-407,0 0 0,5-1 0,0-1 0,0-4 0,0 0-746,0 0 1,0-5 145,0 2-878,0 3 1,0-11-1,0 4-3474,0-3 4937,0-5 0,32-71 0,-12 21 0,-1 0 0</inkml:trace>
  <inkml:trace contextRef="#ctx0" brushRef="#br0">2190 13648 8170,'2'-16'0,"2"-3"0,-2 8 358,3-3 0,-4 7 708,-1-2 0,-1 6 0,-4-2 301,-5 3 1,-2 4 199,-2 3-1199,-7 3 1,4 11 0,-5 1 0,-1 2 0,3 4 237,-1 0 1,2 3-538,5-1-99,6 1 1,0-2-1,5-2 1,-2-1 0,4-1-419,4-1 1,11 2 51,10-10 109,9 4 1,3-17-1,7 4 1,0-3-1,-2-4-477,-3-3 0,1-7 106,-6-7 433,1-7 1,-8 6 0,-3-5 0,-8 2 0,-5 3-1274,-4 3-728,-1 7 1097,-5 4 1129,-6 6 0,-40 25 0,-16 7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20972 3867 9576,'14'0'241,"0"0"0,0 0 0,0 0 193,1 0 0,-6-2 111,1-2 0,-6 2-263,6-3-215,-1 4-210,-1 1 271,-1 0-65,-7 0 1,0 1 0,0 4 47,0 4 0,1 3-31,4-3-73,-4 4 0,6-5 1,-7 6-1,0 0 1,0 0-56,0 0 1,1 5 127,4 0-102,-3 0 1,4 0 0,-6 2-1,2-1 1,1 2 7,1 1 1,1-5-39,-5 6 56,0-6 0,0 8 0,0-4 1,2 2-1,1-2 11,2-1 0,-1 3 166,-4-6-174,0 8 0,0-9 0,0 5 0,0 0 0,0-1 57,0-1 0,0-1 54,0-4-52,0-1 1,0 0 0,0 0 0,0 0 153,0 1 0,0-6-126,0 1 422,0-7 217,0 3-532,0-6-207,-6 0 0,3 0 0,-7 0 0,-2 0 0,-4 0-374,-3 0 1,-5 0-1601,5 0 1335,-6 0 0,5 0 645,-4 0 0,-41-38 0,30 15 0,1-1 0</inkml:trace>
  <inkml:trace contextRef="#ctx0" brushRef="#br0">18782 3995 8109,'0'-10'2209,"0"1"-1864,0 6 0,0-5 282,0 3 271,0 3-393,0-4-508,-6 6 1,3 0-1,-7 0-161,-1 0 0,-2 0 104,-1 0 48,0 0 0,0 0 0,-2 0 0,-1 0 0,-2 0-13,1 0 1,7 0 65,2 0 76,-1 0 0,1 0 1,-1 0-169,-1 0-531,5 0-121,0 0-40,6 0 699,-7 6 17,6 2 1,-6 2-1,7-1 1,0 2-1,0 2 201,0 1 0,0 0-140,0 1-8,0-1 0,0 2 1,0 1-1,0 4 0,-1 1-144,-4 3 1,3-3 101,-2 2 7,2-1 1,1 6 0,-3-1 0,-2 1 0,0-2 159,-1-4 0,1 3 76,1-7-73,4 6 0,-5-9 1,6 3 149,0-4 0,0-5-86,0-1-141,0-5 1,1 2 0,4-6-1,6 0 101,6 0 1,1-2-453,5-2-25,1 2 0,0-9 0,-1 6 0,3 2 299,1 1 0,20-10 0,5-4 0</inkml:trace>
  <inkml:trace contextRef="#ctx0" brushRef="#br0">16578 3156 7852,'-9'0'237,"1"2"1,0 1-1,0 2 2639,-3-2-199,5-2-2142,-1-1 1,14-4-463,2-1 1,4-8-55,1-1 1,7-2-1,2-8 1,6-1-190,4-2 1,-3-3 0,5-1 0,-4-1-453,-2 5 1,-4 0 587,-11 8-13,0 1 1,-6 8 0,-6 2 0,-10 2 6,-11 3 0,-6 9-153,-4 8 156,1 0 1,1 12 0,3-7 0,5 0-1,4 0-128,0-1 1,8 6-305,2-5 375,3 0 0,4-3 0,4 0 1,7-1-1,6-2 68,3 0 1,-3-2-4,4-2 112,-5 4 0,2-7 1,-5 5-1,-3-1 198,-2 1 1,-4-3 184,-6 1-379,0-6 1,-6 8 0,-4-6-1,-4-2 1,-5 0 17,-5 2 0,2-3-547,-1 3 299,5-4 1,-2-1 0,5 0-1,1 0 1,0-1-184,0-4 0,6 2 160,3-7 254,-3 7 1,7-10 424,-4 4-189,3 3-87,2-1 0,2 7 165,3 0 1,3 5-425,6 0-12,0-1 1,2-4-1,1 0 1,4 0-1,1 0-537,3 0 0,0 0-426,-1 0 806,3-6 1,-7 0 0,4-5-1,-3 1 1,-2 1 62,0 1 0,-2-5 657,-8 4-148,4-4 0,-10 4 1,5-1 777,-2-1-733,-1 5-297,-5 0 1,-1 6 0,-3 1-1,-2 4 297,-2 4 0,5 4-45,-2 1-614,4 0 0,1 1 1,0-1-1,0 0-423,0 0 1,5 0-29,-1 1 442,7-7 0,2 3 0,6-7 0,-2 0 0,-1-3-707,-2-1 1,1-6 910,-1-4 157,0-2 0,0-3 0,-1 0 1,-4-3-1,-2-1 913,-1 2 1,-5 1-425,4 2 21,-3 6 1,-2-5-139,0 4 1,0 4-141,0 5-246,0 7 1,0 7 0,0 0 0,0 0 0,0 0-81,0 1 0,0 4-56,0 0-423,6-1 1,4-3 0,7-3 0,2-1-199,-2-1 0,4-7-195,-2 2 632,6-4 1,-4-7 0,2-5 0,-2-5 0,-2-4 32,0-2 1,-2-2 364,-7-5-126,2-5 1,-10-1 0,3-5 0,-4 2 0,-1 1 211,0 0 1,0 9-52,0 9 0,0 3 0,0 7 1,-1 1-1,-3 3 1,0 7 174,1 5 1,-4 8-203,2 4 79,-6 3 0,10 6 0,-4 1 0,2-1 0,0 0 680,-2 1 1,0-2-886,5-4-20,0 4 1,-4-9 0,-1 4-1,2 0 1,1-2 118,2 1 0,0-7-1030,0-4 379,0-7 1,2 3 49,2-6 1,3-6 292,2-4 108,4-9 1,-7 2 0,5-7 0,-3 1 0,0 0 61,0 5 1,1 2-78,6 2 24,-7-1 0,4 6 1,-2 1-1,2 2 0,2 2 109,1 3-72,-1 1 76,0 6 1,-1-3-1,-2 7 1,-3 1-1,-2 2-26,-3 1 0,4 0-125,-3 0 65,1 0 0,-7 1 0,-1-1 0,-3 0 0,-2-1-188,-3-4 0,-3 2-174,-5-6 264,3 6 1,-9-9-1,6 2 1,0-2-1,0-2 86,0 0 0,0 0-91,5 0-157,0 0 1,4 0-130,1 0 269,5 0 176,-2 0 1,8 0-1,2 0 1,6 0-1,3 0 208,1 0 0,5 0-228,0 0-110,6 0 1,-8-5-1,5-1 1,-1-2 0,-2-3 109,1-2 0,-4-1-147,3 0 130,-3 0 0,-2 1 0,0 2 1,-1 1-1,-2-1 607,-1-1-222,-7 4-91,9 2 1,-10 7 235,3 4 1,-4 4 38,-1 10-492,0-3 0,0 5 0,0-6 0,0 3 0,0 1-133,0-2-140,0-1-1490,0-2 1279,0 0 158,0-6 0,0-3 107,0-10 0,0-3 1,2-7-1,3-3 3,4-1 0,-1 0 330,1 5-1,-5 0 0,8 4 1,-2 1-1,2-1 193,3 2 1,-6 2-339,1 6 82,-1 0 1,1 0-1,-1 2 1,0 2-31,-1 6 0,5 3-41,-3 1-218,-4-6 0,6 4 0,-2-4 0,3 2-669,1-1 1,0-6 179,0 2 493,0-3 1,-4-2-1,-1-2 1,2-3 158,2-4 0,-3 1 433,-1-1-312,-6 5 1,4-8-1,-6 4 1,2-2 817,2 1-396,0 6-972,-5-4 1,-2 7-348,-3 0 672,4 7 0,-5-4 1,6 6-1,0 2 0,0 2-289,0 1 0,0-4 310,0-1 52,6 1 0,-3 2 0,8-1 0,3-3 0,4 0 343,-1 0 0,0-5-4,2 2-194,-3-3 1,9-7-1,-6-3 1,0-3 0,0-5 112,0 0 1,0-6-61,-5-2-117,1-2 0,-1-3 0,-1-1 0,-2-1 0,-4-3-53,0 3 1,-2 1-115,-5 1 104,0 7 0,0 6-207,0 7 0,0 7-833,0 2 894,-7 13 0,4 4 0,-5 7 0,2 1 0,3 2 475,1 2 1,1 2 4,-4-2-165,3 2 1,-4-10 0,6 4 0,0-3 0,1-1 82,4-4 0,-2-1 64,7-2-391,-1 0 1,6-6-1,-1-3 1,0-3-1,0-2-675,0 0 0,5-7 107,0-2-16,0-4 1,0-3-1,2-3 1,-1-6 651,1-6 0,-29-7 0,-9-5 0,-4-6 0,1 0 0</inkml:trace>
  <inkml:trace contextRef="#ctx0" brushRef="#br0">18270 3028 7933,'-14'0'0,"5"5"1163,-1 0 0,7 1 373,-2-1-1179,4-4 0,7 10 42,3-6 1,12 0-1,6-4 1,6 2-632,3 2 0,-4 0 69,1-5-386,3 0 1,-6 0-1,2-2 1,-7-1 548,-6-2 0,-22-18 0,-6-1 0</inkml:trace>
  <inkml:trace contextRef="#ctx0" brushRef="#br0">18995 3071 9697,'0'-10'2370,"0"1"-2244,0 6 0,0-2 1,0 10-1,0 4 96,0 4 1,0 3-1,0 2 1,0 5-1,0 0 1,0 1 53,0 1 1,-1 1-277,-4-3 1,3 3 60,-2-8 0,2 3 0,2-4-260,0 2 1,-5-4 213,1-6 416,-1-6-577,5-3 0,0-9 0,0-10 0,0-5 0,0-3-236,0-1 0,0-1 367,0 1-12,0-1 0,6 1 1,2 1-1,2 3 1,-1 6-102,2 2 1,7 3 29,0 4 22,1 2 1,-4 7-1,-1 0 1,0 0 104,0 0 0,-4 7 293,-1 2-191,-6 4 0,4-4 1,-7 1 50,0 1 1,-2 0 104,-3-2-427,-2 4 0,-8-10 0,1 5 0,0 0 0,0-2-2081,-1 1 0,1-1 650,0-1 1571,0-4 0,19-7 0,4-10 0</inkml:trace>
  <inkml:trace contextRef="#ctx0" brushRef="#br0">19450 3057 7874,'0'-15'2055,"0"1"-518,0 0 0,0 4-144,0 1-1022,0 6 1,-1-4 0,-4 7 0,-4 0 0,-4 0-164,-1 0-217,-1 7 1,1 1-1,0 7 0,0 4 0,0-3-421,-1 3 1,1-1 0,1-1 0,4 2-1194,4-2 969,-3-7 0,7 2 0,-2-2-78,6 2 1,6-4 540,10-3 218,-3-3 0,6-9 1,-4-2-1,0-4 0,0-1 595,-2 0 0,-7 1-114,1 4 0,-7-4 0,9 5 349,-2-6 1,-4 4-1495,-1 1 444,-3 6 0,-2-2 1,0 10-1,-2 3-276,-3 0 1,4 4-425,-4-2 579,3-4 0,2 7 0,0-4 0,2 2-300,3-1 0,-2-4 687,6-6-41,1 0 1,4 0 0,0 0 0,0-2 0,1-1 791,-1-1 0,-5-7-207,1 1-234,-1-3 1,1 4 0,-2-1 0,0-1 1511,-1-1-1321,-3 4-1682,2 2 582,-6 6 1,5 6 449,-1 3 61,1-2 1,-3 5-1,1-2 1,2 2-1,-2 3-69,-2-1 1,4 0-230,0 0 295,0 0 1,-1-4 0,3-2 0,1-2-1,1-1 21,-1 1 0,5-4-78,-4 3 123,4-4 0,1-6 0,0-3 0,0-3 0,1-4 264,-1-1 0,0-6 96,0-2-288,7-9 1,-10 3 0,3-5-1,-3 2 1,-1 0 135,-1 1 1,-6 4-206,2 4-154,-4 4 0,-1 10-279,0 1 1,-1 13-432,-4 6 831,4 2 0,-12 20 1,5-4-1,-1 2 0,-1 0 507,-1-1 1,5 2-123,1-2-249,3 2 0,-2-10 0,-1 4 0,3-3 1,4-1-257,3-4 1,6-6-5,-2-1-193,4-7 0,1 3 1,2-6-1,1-1 0,4-4-1330,1-4 0,-5-10 821,2-5 29,-3-3 0,-3-1 779,-4-1 0,-15-25 0,-10-6 0</inkml:trace>
  <inkml:trace contextRef="#ctx0" brushRef="#br0">19834 2971 7933,'-12'2'336,"2"3"194,4-4 1,7 10-223,4-6 0,5 0 0,10-5 0,9 0 216,7 0 0,5 0-194,2 0-468,-7 0 1,3 0-1,-5-2 1,-4-1 137,-5-2 0,-11-19 0,-8 1 0</inkml:trace>
  <inkml:trace contextRef="#ctx0" brushRef="#br0">20858 2914 7904,'1'-9'911,"3"-1"851,0-1-1287,1 5 0,-5 1 0,-1 10 1,-4 6 1326,-5 6-1610,-9-1 0,4 11 0,-6-2 0,2 5 0,0 4 255,2-3 1,-1-1-63,-1-1-254,4-1 1,-6 0-1,7 1 1,0-2 0,1-2 265,3-1 0,-2-7-67,2 2-188,4-9 0,-5 2-185,6-2 3,1-4-1122,4 0 0,0-7-391,0-4 0,0 2-1351,0-7 1975,6 7 1,2-5 928,6 4 0,19-11 0,5-7 0</inkml:trace>
  <inkml:trace contextRef="#ctx0" brushRef="#br0">21313 3113 7910,'0'15'478,"0"-1"416,0 0 1,0-4-565,0-1 1,1-6 0,4 0-205,5-6 1,9 0-78,4-6 1,4-1-1,2-6 1,-1-1-60,0-2 0,6-2 0,0 2 0,1-4 10,0-4 1,-7 3-31,-4 0 75,-7 1 0,2-6 0,-9 1 0,-5 1 0,-5 3-62,-5 5 1,-8 4 15,-6 0 23,-6 8 1,8 0-1,-7 9 1,0 3-1,0 4-15,1 4 0,1 7 24,-2 4 84,3 3 0,7 3 0,0 1 0,1 2 0,2 1 400,2 0 0,6-4 143,-2 4-503,3-4 1,2-2 0,0-1-1,0-3 1,0-5 189,0-4 0,2-2-235,3-4-134,-4 4 0,6-13 202,-7 0 1,4-1 176,1-9-415,0-6 0,-5-1 0,1-5 0,3 0 0,0 1-442,-1 1 1,4-4 178,-3 5 211,8 0 0,-6 5 0,5 0 1,-2 1-1,2 3-541,2 6 0,1 2 598,1 2 92,-1 0 1,-5 2-1,1 2 1,1 7-1,0 5 396,-2 3 1,2 2 242,-6-2-639,6-3 1,-8 6 0,5-5 0,0 2 0,-2-2-471,1-1 1,-1-6 132,-1-1 4,3-6 1,1 4 0,1-7-1,1 0-372,1 0 0,3-7 111,-1-2 691,0-4 1,-1-1-1,-2 0 1,-3-1-1,0 3 1114,-1 2-1135,-3-2 779,2 10-671,-6-10 0,0 12 170,0 0-347,0 6 0,0 3 0,1 1 0,3 1 0,2 1-266,2 3 0,1-3-232,6-2 350,-1 2 0,0-8 1,0 4-1,0-2 1,1-3-17,-1-1 0,0-2 52,0 0 193,1-7 1,-1-1-1,-2-6 1,-1-2 0,-3-1 428,-1-2 1,-3-6-100,-4 1-427,-6 3 1,3-4-1,-7 6 1,-2 3-1,-4 5-76,-3 7 1,-6 2-169,1 2 134,4 0 0,-6 2 1,6 2-1,-1 7 0,1 5-313,2 3 0,7 0 4,2-5 139,6 1 1,-9-1 0,9 0 0,5-1-255,6-4 1,6-3 358,5-6 86,3 0 0,11 0 0,0-1 0,1-2 0,-1-4 163,0 0 0,5-1-2,-5-2 137,0-2 0,-4 10 0,-1-3 1,-1 4-1,-3 1 649,-5 0 0,-4 0-350,0 0-241,-1 0 1,-6 6 0,-4 3 0,-2 4 123,-2 1 0,-2-4-319,-2-1-113,-4 1 1,-6-1-1,-1-1 1,1-2-1,-2-2-626,-3-3 0,4 1-728,-4 2 991,3-2 0,2 4 0,-1-6 1,1 0-1308,0 0 1247,6 0 389,2 0 1,7-1 0,4-2 0,6-2 0,5 0 238,3-1 0,6 3-91,-1-7 82,-4 1 1,7-1 0,-3 1 0,3-2 0,3-2 57,3-1 0,-8-5-412,4 0 183,-10-6 0,1 7 1,-6-5-1,-1-1 1,-3 0-22,-6 0 0,-2 7 125,-2-2-136,0 3 0,-6 7 0,-4 1 1,-3 2-1,-1 4-30,0 5 1,1 7-7,4 9 206,-4-4 1,10 12 0,-5-3 0,2 3 0,1 1 366,-1 1 0,4-1-131,-2 1-189,2-7 0,7 3 0,1-4 0,2-1 0,3-1 34,2-6 1,2-1-1174,4-7 627,-3 6 0,5-9 0,-7 1 0,0-6 0,0-7-1078,1-2 1,-1-4-463,0-3 1855,-6 3 0,-19-29 0,-10-13 0,-2 0 0,-1-1 0</inkml:trace>
  <inkml:trace contextRef="#ctx0" brushRef="#br0">22308 3014 7938,'-13'1'258,"4"4"-172,-4-3 1030,12 4 0,-4-1 0,11 0-7,9-2 0,5-2-414,9-1-1167,5 0 1,-2 0 0,4 0-1,-1 0 1,-2 0-2737,2 0 3208,-5 0 0,49-6 0,-37 2 0,0 0 0</inkml:trace>
  <inkml:trace contextRef="#ctx0" brushRef="#br0">22919 3028 7938,'8'0'4855,"-1"0"-3734,-7 0 291,0 0 0,0 8-537,0 6 0,-5 0-613,0 5 1,-4 3 0,4 2 0,0 3-153,-1 1 0,4 1-49,-2-1-91,-4 1 0,6-1 0,-3-1 0,4-3 0,1-5-483,0-3 0,0-2 59,0 0 585,0-6 0,-2-2 1,-1-7 144,-2-4 0,1-5-713,4-9 283,0-3 1,0-8-1,0-3 1,0-5-1,0-3-448,0-2 0,6 2-37,3 3 443,4-3 0,1 13 0,0 0 0,1 7 0,-1 7-401,0 4 0,2 4 650,3 6-114,-3 0 0,-1 8 1,-7 5-1,0 6 1,-1 1 299,-1 1 1,-1 2 16,-5-4-138,0 0 1,-7-3-1,-2 1 1,-4 1-1,-1-4-287,0-3 0,0-3-149,-1 1-300,1-2 0,-5-3 1,0 1 617,2-2 0,1-14 0,2-5 0</inkml:trace>
  <inkml:trace contextRef="#ctx0" brushRef="#br0">23275 3042 7958,'0'-14'1249,"0"0"1,0 4 184,0 1-471,0-1 1,-2 3-478,-2 2 0,0 3 0,-5 2 0,-4 0 210,-4 0 0,-4 8-519,-2 6 0,-4 2 0,5 6 0,0 0 100,3 0 1,3-4-890,2 1 369,-1 3 1,8-6 0,2 3-1,3-4-678,2 0 1,7-3-264,2-2 897,4-4 0,6-6 1,1 0-1,2 0 0,2-1-23,-2-4 0,3-3 94,-6-6 308,0-7 1,-5 5 0,1-4 0,-1 1 0,-1 0 652,-4 2 0,2 1-203,-6 2 984,0-1-1011,-5 7-294,0 2-160,-7 12 0,4 2 1,-5 7-1,0-1 0,2 2-30,0 2 0,1-2-943,5 3 653,0-9 0,0 2 0,1-4 0,3 2 0,2-2-485,2-2 1,1-1 503,6-5 165,-1 0 1,0 0 0,0-2 0,0-1 0,1-3 292,-1-2 1,0-2-27,0-4 63,0 6 1,-4-4-1,-1 4 1,3-2 396,0 1 1,-2 5-250,-1 0-323,-6 2 1,10 4 119,-4 2 0,2 4-150,-1 7-105,3-1 1,-7-5-1,5-1 1,-2 0 0,2-2-1054,2 1 561,1 4 517,1-10 0,-1 6 0,0-7 1,0-2-1,0-3 36,1-4 1,-1-4-67,0-1 169,0 0 0,-4-5 1,-2-2-1,-2 1 1,-1-2 241,1 0 0,-4 3-224,2-5-57,-2 7 0,-2 1 0,-2 6-453,-2-1 122,2 5 215,-4 0 1,1 12 0,-1 3 0,-1 4 33,1 1 1,1-4 135,5-1-3,0-6 1,0 10 410,0-4-385,0 4-60,0-5 1,0 0 248,0-3-249,0-4 308,0 6-108,0-7-1001,0 0 1075,0-7-326,0 6 0,0-7-38,0 3-71,0 3 123,0-4-44,0 6-869,0 0-188,0-6 1156,0 4-57,0-4 1,0 12-1,0 4-112,0 2 0,0 3 339,0-1-171,0 0 1,2 0 0,1 0 0,2 1 0,-2-1 87,-1 0 1,-1-1-80,4-4-111,-4 4 0,12-7 0,-3 4 0,2-6-2,2-2 1,1-2 14,-1 0-214,0 0 0,0-6 0,0-4 0,2-3 0,2-1-1566,1 0 0,-5-2 1010,-5-3 756,-6 3 0,-34-29 0,-17-1 0</inkml:trace>
  <inkml:trace contextRef="#ctx0" brushRef="#br0">23630 3042 7728,'-6'8'1661,"4"5"1,7-12-778,9 4 1,10-3-544,0-2 1,9 0 0,3 0-1,2 0-249,0 0 1,-6-5-814,1 0 0,-5 1 0,-4 2 721,-5-3 0,-29-9 0,-7-8 0</inkml:trace>
  <inkml:trace contextRef="#ctx0" brushRef="#br0">16877 3469 10330,'9'5'535,"1"-1"1,1 3-376,8-3 0,5 0 1,9 3-1,6 0 0,5-3 1,7 1 193,4 0-349,-1 0 0,14-4 0,-8 2 0,-3 2 0,-5-2 1,-3-1-1,-3-2 0,-4 0 0,-4 1-12,-4 4 1,0-2 23,-1 7 1,1-7 0,-6 3 0,0-1 31,1 0 0,1 0 42,3-5-76,-3 6 1,10-5-1,-6 4 1,3-3-1,1-2 10,-2 0 0,5 0-74,-3 0 44,3 0 1,-3 0 0,-2 0 0,1 0 0,-3 0-67,1 0 1,-2 0-254,-4 0 303,-1 0 1,1 0-1,1 0 1,1 0-1,2 0 21,-1 0 1,-2 0-53,-2 0 57,7 6 0,-5-4 0,2 2 0,-5-2 0,-4-2 68,3 0 0,0 0-36,3 0-7,-7 0 1,3 0-1,-4-2 1,-1-1 0,1-2-5,-4 2 1,1 2-7,1 1 12,-10 0 1,10 0 0,-9 0 177,2 0-87,-4 0-94,5 0-715,-12 0 238,6 0-141,-7 0 1,-2 0 0,-3 0-2362,-4 0 2950,-10 0 0,-47 0 0,24 0 0,0 0 0</inkml:trace>
  <inkml:trace contextRef="#ctx0" brushRef="#br0">17033 3597 9718,'0'-8'587,"7"2"0,1 6-444,6 0 1,6 0 0,4 0-1,6 0 365,8 0-448,0 0 1,17 0 0,-1 0 0,6 0 0,5 0 0,-1-2 0,-2-1 434,-4-2-465,-1 0 0,0 5 0,-2 0 1,-2 0-1,-6 0-58,-3 0 0,0 0-150,4 0 212,-10 0 0,9 0 0,-9 0 1,3 0-1,2 0 229,-1 0 1,-4 0-182,0 0-16,-6 0 0,4 0 1,-4 0-1,1 0 0,-1 0 71,-2 0 0,-8 0 25,-3 0-181,3 0 1,-6 2 0,3 1-1,-4 2 125,0-2 147,-1-1-160,-6-2 0,0 0 170,-4 0-19,-2 0-537,4 0-548,-6 0 1,-1 0 317,-4 0 523,3 0 0,-42-7 0,-3-1 0</inkml:trace>
  <inkml:trace contextRef="#ctx0" brushRef="#br0">24213 7563 8002,'2'-9'755,"1"-1"-8,2-1 0,-1 11 1,-4 5-1,0 7 1,0 6-267,0 1 0,0 5 0,0-4 0,0 1 40,0-1-476,0 5 1,0-7 0,-1 5-1,-2 1 1,-2 0-48,2 0 20,-5-7 0,6 3 0,-4-4-162,0 3 0,4-8-182,-3 3 379,4-2 0,4-5 1,6-3-33,10-8 1,8 1 267,6-6-251,4 6 0,4-4 0,-2 6 0,-2-2 0,-3-2 104,-2 2 1,-4 1-363,-4 2-311,-10 0-402,-1 0 35,-11 0 527,-2 0 0,-8-5 0,-7-1 1,1 0-1,0-2-1099,0 0 0,4 3 480,1-4 752,-1 6 0,1-10 0,1 3 238,2-2 0,1 2 0,5 1 11,0 6 0,0-10 0,2 4 669,2-4 1203,-2-1-639,10 6 0,-8 2 449,5 6-794,-6 6-659,10 2 1,-11 11-1,4 0 1,-1-2-1,-1 0 89,-1 2 1,1-1 16,0 5-364,-2-5 1,4 4-1,-6-5 1,0 2 0,0-1-933,0-3 0,-1 3 171,-4-4 107,3 3 0,-10-9 1,1 5-1,-5-2 672,-3-2 0,-25-24 0,-2-3 0</inkml:trace>
  <inkml:trace contextRef="#ctx0" brushRef="#br0">24711 7847 8286,'0'-9'942,"0"0"441,0-3 1,0 5 174,0-3-727,0 7-780,0-3 80,0 6-1067,0 0 1054,0 6 1,0-3 8,0 7-75,0-7 1,0 9 0,0-2-1,0 2 1,0 3 368,0-1 0,0 0 79,0 0-396,6 1 0,-4-1 0,3 0 0,-4 0 1,-1 2 138,0 3 0,0-3-283,0 3 26,0-4 1,5 0-1,0-1 1,-1-1-225,3-4-191,-6 4 187,12-12 1,-5 6-1,6-7 1,0 0-1181,0 0 1,1 0 380,-1 0 352,0-7 0,0 4 689,0-6 0,13-26 0,3-11 0</inkml:trace>
  <inkml:trace contextRef="#ctx0" brushRef="#br0">24896 7904 8075,'-15'0'0,"6"-6"458,0-3 0,4 1 1544,-5-2-1376,7 7 1,-2-8-365,10 6 1,3 0 0,6 5 0,0 0 75,1 0-290,5 0 0,-2 2 0,4 1 0,-2 4 0,-2-1-5,-3 0 1,-2 5 19,-3-1-279,2-4 1,-10 7-1,3-4 1,-4 4-1,-1 1-106,0 0 0,-6 2 415,-4 3-83,-9-3 1,4 4 0,-4-6-1,3 1 1,2-3 130,-1-2 1,3 2 59,2-2-81,-2-4 1,12 5 0,0-6 122,8-2 0,4-1-523,2-2 4,7 0 1,-5 0-1,4 0 1,-1-2 0,0-1-2992,-1-2 3267,-9 1 0,-15-3 0,-10-1 0</inkml:trace>
  <inkml:trace contextRef="#ctx0" brushRef="#br0">24654 8373 8922,'0'-14'4021,"0"0"-2755,0 6-574,0 2 1,0 7-304,0 4 1,0 8-365,0 6 0,0 0 64,0-5 1,0 5 0,0 0-1,0 0 0,0 1-111,0-4 0,0 5 1,0-7-104,0 0 0,0-4 0,0-1 579,0 2 8,0-5-522,0 1 1,0-9 0,0-3-1,0-4-425,0-4 1,0-7 144,0-4 29,0 4 1,6-7-1,2 5 1,2-1-1,-1 4-217,2 4 0,-3 0-315,2 1 429,-1 6 1,5 2 0,1 6 0,-1 0-1533,0 0 1946,-6 6 0,-2 34 0,-6 14 0</inkml:trace>
  <inkml:trace contextRef="#ctx0" brushRef="#br0">24881 8459 8075,'0'-14'160,"0"-1"1,-1 6 201,-4-1 0,2 2 649,-6-1 0,4 3 0,-5 6-12,-1 0 1,3 0-738,-1 0 0,4 4 0,-4 3 0,-1 1 18,2 3 1,-3 3-421,6 5 148,-6-3 0,10 4 1,-4-6-1,4 1 0,1-1-534,0 0 0,4 0 87,1 1 221,6-8 1,-3 4 0,6-6 0,0-2 0,2-1-301,3-2 1,-3 0 307,3 0 179,-3-6 1,-2-2-1,0-6 1,-1-1-1,-4 1 92,-4 0 0,-3 0 104,-2-1-140,0 1 1,-2 5-1,-3 1 1,-4 2-1,-4 2 428,-1 3 0,-5 1-32,0 0-365,0 0 1,5 0 0,0 1-1,1 4 1,2 3-349,1 0 0,7 5-218,-1-4 336,2-3 1,8 5 0,4-4-1,4-1 1,3 0-487,2-3 1,7-1 28,-3-2 552,-2 0 1,6 0 0,-5 0-1,0-2 1,-3-1 573,-3-1 1,-2-1-85,0 5 679,-6 0 0,0-5 461,-3 0-857,-4 1-468,-1 4 0,-1 6 0,-4 3-288,3 4 1,2-3-1073,0-1 784,0-6 1,2 5 0,3-5 0,4 2 0,4-2-535,1-1 1,0-1 305,0 4 480,1-3 1,-1 4-1,0-6 541,0 0 1,-1 2-23,-4 2 154,-2-2 0,-6 4 0,4-6-6,5 0 1,2 5-842,2 0 224,1-1 1,-1-4-1,0 0 1,0-1-1,0-2-63,1-2 1,4-5-123,0 6 165,-7-7 1,-1 3-1,-4-8 1,-1-1-1,0-4-46,-3-1 0,-1 3-61,-2-5 218,0 1 0,-5-1 1,-1 2-1,-2 1 300,-3 4-253,-2 1-18,-1 8 1,5 2 0,1 7 0,1 4 0,3 5 625,-3 2 0,6 7-227,-4 0-134,3 6 1,2-9 0,0 5-1,0-2 1,0 0 15,0-2 1,2 2-681,3-5 96,-4 4 0,7-10 0,-3 6 1,4-2-3476,4-2 988,-5-4 2083,5-6 1,-7-1 0,5-4 0,-3-5 634,-2-2 0,-1-2 0,-5-1 0,0 1 0,-6 0 0,-4 0 0,-2 1-746,-3 4 1,6-3 786,-1 8 1746,7-1 0,-8 3 1187,6-2-2578,1 2-367,10-4 1,2 6 0,8 0 0,3 0 0,4 0-353,4 0 1,2 0-122,-1 0 258,-6 0 1,3 0 0,-6 0 0,-1 0 0,-2 0-1113,-2 0 1533,-6 0-277,4 0 1,-12 0 594,0 0 1,-6 5-10,-8-1-357,6 7 1,-3-8 0,5 5-1,-1 0 1,1 0 851,3 3-594,1-4-714,2 5 0,2-10 0,2 2-125,6-2 0,-2-2 24,1 0 258,-6 0 1,10-5 0,-5-1 0,2-2-57,-1-3 571,-6 5 22,10-1 901,-12 1-796,6 5-140,-7 1 0,0 3 0,0 6 105,0 2 0,0 2-108,0 1-966,0-6 0,0 0-520,0-3 75,0-4 617,0 6 0,0-9 0,0-3-239,0-4 0,1-2 760,4 1-30,3-2 0,6 5 0,0-2 0,1 2 0,-1 3 273,0-1 1,0 0 876,0 5-624,1 0 0,-1 0 1,0 0-405,0 0 1,-4 0-213,-1 0-1277,-6 7 1,5-6-1875,-3 4 3157,3-4 0,0-26 0,-2-6 0</inkml:trace>
  <inkml:trace contextRef="#ctx0" brushRef="#br0">26403 6867 9442,'8'0'1467,"-2"0"-1318,-6 0 1,-2 0-79,-2 0 1,-4 0-59,-6 0 0,-2 0 0,-2 0 0,-1 1 0,0 2 0,-1 2-48,-4-2 65,-3-1 1,4-2 0,-1 0-1,0 0 1,1 0 64,-1 0 1,7 0 55,-2 0 1,3 0-29,2 0 0,-1-5 101,1 0-161,6 1-139,-4 4-678,10 0 415,-4 0 264,6 0 1,6 0-1,3 0 121,4 0 1,-3 0-11,-1 0 0,1 0 19,4 0 1,2 0 0,1 0 0,3 0 138,3 0 0,-1 0 9,1 0-157,4 0 1,-5 0 0,7 0-1,-1 0 1,1 0 106,-1 0 1,1 0-93,-1 0-33,-6 0 1,-1 0-1,-7 0-105,0 0 138,-6 0-27,-2 0 0,-14 4 0,-4 1 0,-7-2 215,-3-1 1,-2-2-60,-4 0-189,-1 6 0,-1-4 0,-1 2 0,-3-2 0,3 0 58,1 2 0,-3-2-144,-1 3 124,-5-4 0,9-1 0,-2 0 0,5 0 1,4 0 61,-3 0 1,6 0-221,1 0 297,3-6-75,8 4 1,4-4-76,8 6-110,4 0 1,6 0 0,2 0 0,3 0 0,5 0-146,3 0 1,7 0 183,4 0 60,-3 0 0,6 0 1,-4 0-1,-1 0 1,-1 0 104,-1 0 0,-5 0-144,-1 0 279,1 0 0,-14 0 213,4 0-63,-9 0-329,-4 0 0,-17 0 0,-5 0 0,-6 0 0,-8 0 262,-6 0 0,-5 0-348,-2 0-40,1 0 1,-1 0-1,0 0 1,1 0-1,-1 0-153,0 0 0,7 0 250,3 0-147,3 0 1,6 0-472,0 0 357,13 0 175,5 0 0,22 0 0,11 0 0,7 0 1,6 0 79,4 0 0,7 0 108,-4 0-102,7 0 0,-12 5 1,3-1-1,-7 0 1,-4-3 264,-2-1-331,-8 0 72,-10 0 1,-9 0 0,-10 0-47,-5 0 1,-10 0-348,-9 0 318,-5 0 0,-9 0 0,0-1 0,1-3 1,-1 0-175,0 1 1,2 1 147,3 2 70,4 0 0,7 0 0,3 0 1,5 0 96,3 0-156,8 0 51,8 0 0,15 0 0,10 0 1,6 0-1,9 2 256,6 2 1,4-1 177,7 7-278,0-7 0,-2 8 1,-4-6-1,-8-2 1,-10 0 961,-8 2-1151,2-3 157,-18 4 1,2-6-1,-15 0 1,-7 0-1,-8-2-102,-10-2 0,-7 2-1124,-11-3 808,-4-3 0,-6 7 0,2-4 0,3 3 1,6 1-1091,6-4 1,10 3 28,7-2 485,12 2 1,0 4 0,15 1 853,6 2 0,35-2 0,17-2 0,5-1 0,-1 0 0</inkml:trace>
  <inkml:trace contextRef="#ctx0" brushRef="#br0">26005 6938 8059,'-22'0'2,"1"-5"1,7-1-1,-2-1 1,-1-1-1,-2 2 256,1 0 377,3 1 1,0 0 0,3-1 1519,2-2-1698,4 5-175,6-3 1,1 6-184,4 0 0,3 0 1,6 0-1,2 1 17,3 4 0,3-4 36,7 4-177,-1-3 1,7-2-1,3 0 1,3 0-1,0 1 10,-3 4 1,-3-3 135,-7 2-107,0-2 0,-1-2 0,-3 0 0,-5 0-445,-3 0 128,-8 0 337,-2 0 0,-12 5 0,-4-1 0,-4 0 0,-5-3 148,-5-1 0,-7 0 67,-3 0-161,-5 0 1,7 0 0,-4 0 0,1 0 0,4 0 134,1 0 1,6 0 137,0 0-321,1 0 1,-1 0 0,3-1 0,4-3-68,4 0 145,9-1-171,-3 5 1,9 0 0,4 0 0,10 0 0,11 0 82,9 0 0,12 0-14,4 0 224,3 0 0,-4 5 0,-4-1 0,-3 0 0,-4-3 318,-7-1 47,0 6-66,-17-4 0,-4 4-157,-12-6 1,-6 0-463,-8 0-143,-7 0 0,-1-1 0,-6-2 1,-2-2-1,-2 0-1037,-1-1 0,-5 3 568,5-7 318,0 7 1,6-3 0,3 6 0,4-2-2536,-1-3 2909,12 4 0,66 26 0,-14-5 0,0 0 0</inkml:trace>
  <inkml:trace contextRef="#ctx0" brushRef="#br0">26033 6923 8094,'-6'-8'-521,"-2"1"516,-6 2 0,7 3 0,7-2 372,8 2 1,5 2 0,3 0 0,1 0 334,2 0-448,0 0 0,0 0 0,0 0 0,0 0 0,0 0 367,0 0 0,0 0-545,-5 0 1,0 0 43,0 0 0,1 0 1,-1 0-172,0 0 1,-6-2-15,-3-2 39,-4 2 0,-2-4 0,-6 6 1,-7 0-1,-10 0-296,-7 0 1,-5 0 193,-7 0 132,0 0 1,1 0 0,-1 0 0,0 0-1,2 0 255,3 0 0,5-5 91,9 0-101,4 1 1,9 4 5,6 0-332,26 0 175,10 6 0,24-5 0,-2 6 0,2-1 1,0 2 376,-3 0 1,-3 0-369,-6-4 114,-13-2 0,2 4 1,-15-4 562,-4 3-258,-6-4-552,-13 6 1,-2-7 0,-8-2 0,-1-1 0,-3-2-976,-3 2 1,0-3 136,-6 1 113,1 0 1,6 0 750,3 1 0,9 5 0,4 7 0</inkml:trace>
  <inkml:trace contextRef="#ctx0" brushRef="#br0">20062 9425 7919,'1'-12'-779,"4"2"762,-3 4 0,4 0 324,-6-4 0,0 2 0,0-1 388,0-2 1,0 3 273,0-2 1,0 6 512,0-6-752,-6 7-504,4-3 376,-4 6-419,6 6 1,0-3 0,0 8 0,0 4-1,0 3 226,0 5 1,-5-4-85,0 4-271,0 1 1,5 0-1,0-1 1,0 3-1,0-1-102,0-1 0,-4 1 4,-1-6-151,0 0 1,5-5 0,0 0-413,0 0 803,0-6-263,0-8 1,0-9-1,0-10 1,0-5 0,0-3-376,0-1 0,0-2 62,0-3 305,0 3 1,0-5 0,0 6 0,0 3 0,0 2 304,0 5-63,0 3-358,0 2 1,0 8 0,0 6 0,0 8 340,0 4 0,0 7 203,0 0-340,0 6 1,0-3 0,0 5 0,0-1 0,0-4-273,0-2 1,0 4-96,0-5-333,0 0 0,0-5 0,0 0 0,0 1-1532,0-1 789,0-6 1430,0-2 0,7-44 0,0-9 0</inkml:trace>
  <inkml:trace contextRef="#ctx0" brushRef="#br0">20289 9425 7940,'-1'-12'154,"-3"1"457,0 1 0,-1 6 1513,5-6-1613,-6 7 0,2-3-169,-5 6 0,4 1 0,-3 4 262,2 4-433,1 4 1,1 1-1,-1 0 54,2 1 0,-4 4-97,3 0 0,-1 4 0,5-2 1,0-1-36,0 1-155,6-2 0,-3 0 0,7 0 0,1-2 0,2-1-306,1-2 0,0-1 71,0-4 247,7 4 0,-6-12 0,6 4 1,-2-5-1,0-5 48,-2-4 0,4-8 122,-2-2-105,0-7 0,-11 4 0,-4-6 0,-2-1 0,-2 1-13,0 0 1,-2-1-325,-2 1 203,-11 6 0,-2-1 0,-5 8 0,0 0 0,1 6-428,1 1 1,-4 7-486,5-4 670,0 10 0,5-2 1,0 6-1,1 4 0,4 3 362,4 3 0,41 25 0,12 2 0</inkml:trace>
  <inkml:trace contextRef="#ctx0" brushRef="#br0">20616 9397 7962,'-8'-9'2274,"4"-1"-1610,2 1 1,2-1-537,0 1 1,2 1-1,4-2-69,8 6 0,0-3-37,5 2 0,-1 1 1,-1 4-1,2 0 150,-2 0-156,5 0 1,-6 4 0,3 3 57,-3 1 0,-3 1 149,-4 5-135,-3 1 0,-6-1 1,0 0-1,-1 0 1,-4 0-49,-4 1 1,-4-6-8,-1 1-36,0-1 0,-1 5 1,1-1-1,0-2 1,0-3-266,-1-2 0,6 1 2,0-3-133,5-2 1,0 4 486,8-6 1,4 5 415,6 0-378,1-1 0,0-4 0,3 2 0,1 1 0,-3 3 253,-5 2 0,1-3 256,-2 5-345,-4-1 0,5 1 0,-6-1 1,-2 2 416,-1 2 1,-4-1-236,-3-2-390,-3 2 1,-7-8 0,-3 4 0,-2-2 0,-1-1 74,1 1 0,-4-5 17,5 4-606,-6-3 1,9-2 0,-3-2-1,3-1-2100,2-2-394,6-6 2176,2 3 1,7 0-1,4 2 750,5 0 0,40-8 0,12-8 0</inkml:trace>
  <inkml:trace contextRef="#ctx0" brushRef="#br0">21085 9639 8936,'-14'0'2019,"0"0"-698,0 0 1,4 0 0,1 0-935,-2 0 1,3 0 0,0 1-725,2 4 166,1-3 0,6 6-70,4-4 1,3-2-982,6 3 926,-6-4 0,5-1 0,-5-1-91,0-4 278,4-3-564,-10-6 0,3 4-383,-10 1 1,2 6 451,-7-2 604,7 3 0,-10 9 0,5 1 0</inkml:trace>
  <inkml:trace contextRef="#ctx0" brushRef="#br0">21284 9440 7940,'-9'-2'94,"-1"-1"0,-1-2 0,-1 2 438,-2 1 0,-1 1 1,1-2-1,0-4 590,0 0 0,6 2-699,3-5 1,5 6 0,5-6-276,4-1 1,4 5-100,1 1 0,0-1 0,2-1 1,1 1 26,2 0 0,2 1-130,-2 5 0,-3 0 0,3 0 0,-4 0 69,0 0 1,-1 0 93,0 0-20,0 0 1,1 0 0,-3 2-1,-1 2 213,-1 6 1,-7-2-159,2 1 37,-4 1 1,-7 5 0,-4 3-1,-4 1 1,-3 0 9,-2 1 0,-6-2-106,1 5-72,3-5 1,-4 7 0,5-6 0,-1 0 0,0 0-118,4 0 1,-2 1-41,5-1 115,-3-3 0,13 3 0,-4-8 0,2-1 130,3 1 0,8-5 15,4-1-50,4 3 1,3-7-1,1 4 1,2-4-1,0-2 268,2-4 0,-6 4-20,4-4-180,-3-3 1,-2 5 41,0-7-983,1 7-283,-7-3-208,-2 6-309,-6 0-463,0 0 463,-6 0 956,4 0-1233,-4-7 1884,6 6 0,0-24 0,0 1 0</inkml:trace>
  <inkml:trace contextRef="#ctx0" brushRef="#br0">21640 9383 7962,'0'-10'637,"0"1"833,0 6-870,0-4 1,0 6-128,0-4-354,0 4 0,1-6 0,4 7 1,5 0 64,2 0 0,-2 0-126,-1 0 0,1 0 1,4 0-1,0 0-50,0 0 0,1 0 97,-1 0-90,0 0 1,-5 0 0,1 0-62,1 0 60,2 0 306,-5 7 0,-2-4 0,-6 6 1,0 2 286,0 2 0,-5 1-209,0 0-265,-6 0 1,8 1-1,-6-1 1,-1 0-1,1 2 258,-1 3 0,6-3-55,-6 3-200,7 3 1,-8-6 0,5 4 0,-1-1 0,-1 0 115,0-2 1,5-1 40,-1-2-204,-4 1 1,6-1 0,-4-2-1,1 0-460,0-3 201,0-6-1048,5 3-1280,0-6 1911,0-6-430,0-2 0,2-6 1,1 0-1,2 0 1,0-1 1016,1 1 0,-4-32 0,4-7 0</inkml:trace>
  <inkml:trace contextRef="#ctx0" brushRef="#br0">21597 9539 7962,'-8'0'2099,"-4"0"-1167,10 0-463,-4 0-138,6 0 1,6 0 0,4 0 0,4 0 0,3 0 535,2 0 1,5 0-421,-5 0-567,0 0 0,0-5 0,0 1 0,-2 1-248,-1 1 1,-2 2-471,0 0 143,-6 0 1,0 0 0,-3 0 694,4 0 0,-9 13 0,-1 2 0</inkml:trace>
  <inkml:trace contextRef="#ctx0" brushRef="#br0">22038 9610 13652,'-8'0'1674,"2"7"-1776,6-6 1,0 7 0,1-5-799,4 2 615,-3 0 1,10-5-68,-2 0-528,-4 0-1640,7 0 1868,-12 0-410,6 0 1,-9 0 1061,-3 0 0,-15 0 0,-10 0 0</inkml:trace>
  <inkml:trace contextRef="#ctx0" brushRef="#br0">22351 9468 7912,'-5'-22'72,"-1"3"1,-1 3-1,-1 2 1,2 0 1210,0 0 0,-1 4 88,3 1 0,2 7-951,-3 2 1,4 6 0,1 9 0,0-1 234,0 0 1,0 5 138,0 0-627,0 0 1,-2 0-1,-1 0 1,-2-2-1,2 1 51,2 1 0,-4-4-436,0 4-22,0-3 1,5-6 0,-1-1-319,-4 2 339,4-5 263,-6 1 1,9-9 0,1-4-1,2-7-95,-2-4 0,3-8 31,-1 1-13,0-3 1,-4-1 0,2 1 0,2 1 0,-2 3 134,-1-3 110,-2 6-783,0-1-71,0 7 1,0 8 746,0 6-124,0 6 1,0 13 0,0 0 0,-2 0 0,-1 0-921,-2 0 0,1 0 216,4-5 266,0 0 1,-5 1 0,0-1 0,2 0-2392,1 0 2848,9 0 0,32-12 0,15-4 0</inkml:trace>
  <inkml:trace contextRef="#ctx0" brushRef="#br0">22692 9397 7944,'-2'-13'977,"-2"4"412,2-4 1050,-11 5-1769,6 1 0,-8 0 1,1 7-1,0 0-253,0 0 1,1 7 0,2 2 0,1 4 99,-1 1 0,0 0-185,2 0-267,-4 7 1,12-5-1,-4 4 1,2-1-1,0 0-125,-2-2 0,0 1-726,5 1 633,0-3 1,5 4 0,1-7 0,2-2-1,3-3-248,2-2 1,6 0 43,0-1 270,6-3 0,-8 2 0,7-8 1,0-6-1,-2-2 398,-3-3 0,0 0 356,-5-4-491,3 3 1,-10-11-1,2 3 1,-4-3-1,-4-1 72,-1-1 1,-1 6-34,-4-1-352,-3 7 1,-6-4 0,0 7 0,-2 1 0,-1 4-1369,-2 4 1,0 4 298,5 1-484,-1 12 1,1-2 1689,0 9 0,19 53 0,-1-29 0,1 0 0</inkml:trace>
  <inkml:trace contextRef="#ctx0" brushRef="#br0">23076 9582 15410,'0'9'-941,"0"1"1292,0-7 478,6 3-624,-4-6 0,9-1 0,-6-4 0,-2-4 721,-2-4-1840,-1 5 0,0 0-1683,0 3 967,0 4 0,0-4 351,0 10 0,0-2 1279,0 6 0,7 20 0,0 9 0</inkml:trace>
  <inkml:trace contextRef="#ctx0" brushRef="#br0">23431 9383 7882,'-1'-13'516,"-2"2"1058,-2 2-1029,0-1 0,3 2 1,-1 2-1,-3 1 1139,-2 0-1315,5 1 0,-10 5-117,4 4 1,-2 3-1,0 6 1,3 0 132,1 1 0,-2-1-171,4 0-135,-6 7 1,10-4 0,-4 5 0,3-1 0,2-2-126,0 1 0,0-4 20,0 3-77,7-3 1,2-7 0,8-1-1,4 0 1,0-2-185,-1 1 0,5-3 258,-1-4 135,-3-6 0,4-2 0,-5-8 0,1-1 0,0-2 306,-4 2 0,-6-6 362,-2 0-611,-5 2 0,2-4 0,-6 4 0,-2 1 0,-2-1 71,-6 4 1,-7 1-822,-2 2 177,-7 6 0,4 2 1,-6 6-1,-1 0 1,3 1-1314,2 4 0,-1 0-837,6 9 1914,0-3 0,11 10 0,3-6 646,4 4 0,32 16 0,9 9 0</inkml:trace>
  <inkml:trace contextRef="#ctx0" brushRef="#br0">23929 9141 7928,'0'-14'772,"0"4"480,0 1 0,0 4-10,0-4-731,0 6 1,0-2 0,-2 10-1,-1 6 106,-2 6 0,-6 0 1,2 7-1,-2 3-82,1 5 0,-2-2-311,2 3 0,-2 1-30,-3 0 0,1 5 1,0-3-1,0 2 178,0 0 0,1-6 35,3 1-366,-2-3 0,5-3 1,-4-3-1,3-5 0,2-4-258,3 0 156,1-1-102,2-6 1,0-4 0,2-8 177,3-6 1,-2-2 82,6-3-407,1-5 1,4 2 0,0-5 0,1-4-1,-1-3-320,0-3 0,0-5 161,0 5 389,1-7 1,-6 5 0,-1-4 0,-2 3 0,-1 1-218,1 3 0,-4 9 776,3 4-216,-4 3 1,-2 8-1,-2 5 26,-2 6 0,-6 6-254,1 10 170,-2 3 0,-3 8 1,1 2-1,0 1 0,0 0 365,0 2 1,-1-5-139,1 3-172,6 4 0,-3-7 0,5 3 0,-1-3 0,0-2 332,-1 1 1,5-6-663,-2 1-15,3-13 1,-3 8-732,1-9-374,-1-4 556,5 0 0,0-17 1,0-3-1596,0-2 0,0 0-1463,0 2 3691,0 0 0,19-19 0,5-5 0</inkml:trace>
  <inkml:trace contextRef="#ctx0" brushRef="#br0">24057 9440 7936,'-2'-10'1018,"-2"1"683,2 6 1,-4-5-680,6 3 1,0 2-811,0-7 1,0 6-185,0-6-33,6 7 86,2-3 1,6 6 0,0 0 0,1 0 0,-1 0-100,0 0 1,0 0-175,0 0 200,1 6 1,-6 2 0,-1 6 0,-2 2 409,-3 3 1,-3-3 90,-4 3-355,-4-4 0,-11 4 0,0 2 0,0-1 1,-2 2 127,-2 1 1,1-6-188,-2 2-77,7-3 0,1-2 0,6-1 0,1-2-497,1-2 295,2 1 241,18-3 0,-1 0 0,11-7 0,0 0 0,1 0-11,2 0 1,-3-5 22,2 0-217,-7-6 0,4 10 0,-7-4 1,0 2-1027,0-2-1004,0 3 625,-6-4 1,0 6-1693,-3 0 3245,-3 0 0,4-19 0,-6-4 0</inkml:trace>
  <inkml:trace contextRef="#ctx0" brushRef="#br0">24427 9425 7936,'0'-9'606,"1"1"1549,4 2-784,-4 1 0,6 3 0,-7-2 1672,0-6-2776,6 4 222,-4 0 1,4 7-239,-6 4 1,-5-2-139,0 7 1,-4-1-1,3 5 1,-2 0 130,-3 1 0,3 4-672,-2 0 299,1 0 1,-1-5 0,1 0 0,-1 0 0,3 0-404,2 1 1,-2-6-185,3 1 512,-1-7 1,5 9 0,2-4 0,2 0 298,6-3 0,2-3 140,3-2-175,-1 0 0,5 0 0,0 0 0,0-2 0,0-1 371,0-2 0,0-1 14,-5 1-339,0 3 1,0-9-579,0 7-116,-6-7 350,-1 9 1,-3-6-387,1 3 0,0 2-651,-5-6 718,0-1 613,0-4 0,0 5 0,0-1 0,-2 1 1097,-2 1-1061,2-5 686,-4 11 1829,6-10-1877,0 10-582,0-4 0,-2 6 143,-3 0-65,4 6-169,-6 2 0,7 6 0,0 1 160,0-1-35,0 0-162,0-6 1,0 5-167,0-4-226,0-3 108,0 1 1,0-9-158,0-3 0,0 2 354,0-6-10,0 6 1,0-10-1,0 3-38,0-2 263,7-2-723,-6 6 781,6 1 0,-7 9 180,0 3-146,0 3 0,0 7 1,0 3-1,0 2 0,0 2 356,0 4 0,-2 1-369,-3 1 1,4 0 0,-4 1 0,3-2 174,2-4 0,-1 3-332,-4-7-27,4 0 0,-6-5 470,7 0-237,0-6 838,0-2 569,0-6-1250,0-6-760,0-2 0,0-1 0,0-1 0,2-1-713,3-2 0,-4 4-2526,4-1 1227,-4 7 1,-1-9-500,0 2 2838,0 4 0,0-13 0,0 3 0</inkml:trace>
  <inkml:trace contextRef="#ctx0" brushRef="#br0">24071 10108 7809,'-2'-10'432,"-1"1"900,-1-2 0,-3 5 1,4-1-47,-2 1 1,-1 4-304,1-2-114,4 2-412,-6 2 1,14 2-1,4 1 1,6 3 197,7 2 0,4-3 270,5 4-720,4-6 0,5 8 0,3-4 1,1-1-1,1 0 104,-1-2 1,-8-3-349,-5-1-169,-3 6 1,-8-4 0,-3 3-936,-3-4 246,-8-1 206,-2 0 0,-8 0 0,-2 0 1,-6 0-1,-4 0-1994,-5 0 1,-8 2 1137,-6 3 1030,0-4 517,4 6 0,-15-1 0,-10 0 0,-3 2 0,-1 0 0</inkml:trace>
  <inkml:trace contextRef="#ctx0" brushRef="#br0">24071 10222 7809,'-14'0'-560,"4"0"224,1 0 2083,6 0 0,-10 0-8,4 0 1,4 0-1057,5 0-333,6 0 1,13 0-1,2 0 1,2 0-1,6 1 586,2 4 1,7-3 100,-4 2-776,5-2 0,-4-2 0,3 0 0,-5 1 0,-2 3 475,3 0 0,-6 1-176,0-5-160,1 0 0,-13 0 358,3 0-447,-10 0-461,-3 0 1,-7 0-1490,-4 0 0,2 0 277,-6 0 236,-1 0 1,-3 2 0,2 1 0,2 3 0,-2 2 1125,-2 3 0,-26 2 0,-7 1 0</inkml:trace>
  <inkml:trace contextRef="#ctx0" brushRef="#br0">23190 6824 8084,'9'0'457,"-1"-2"577,-2-2 1,-1 0-442,-5-5 0,-2 6-211,-2-2-343,-4 3 0,-8 2 1,-1 0-1,-2 0 1,1 0-9,2 0 0,-4 0 0,-2 0 1,-2 0 36,0 0 1,5 0 57,-4 0 0,-1 0 1,-3 0-1,2-1 23,1-4 1,1 4 74,-6-4-209,-6 3 0,5 2 1,-3 0-1,2 0 1,-1 0 123,-1 0 0,-5 0 165,5 0-254,-7 0 0,9 0 0,-6-1 1,1-3-1,1 0 62,0 1 0,2 1-267,5 2 177,-7 0 1,5 0 0,-5 0-1,2 0 1,0 0-65,1 0 0,1 0 116,-2 0-108,3 0 1,-7 0-1,6 0 1,-4 0-1,0 0-71,0 0 0,-4 0 106,1 0-9,-3 0 0,-3 0 1,-2 0-1,-3 0 1,0 0-9,0 0 0,3 0 82,8 0-39,-3 0 0,10-5 1,-6 1-1,2 0 0,4 3 222,1 1 1,1-5-31,1 0-189,-7 1 1,5-1-1,-3 0 1,3 2 0,2 0 30,-1-2 1,1 3-62,-1-2 0,1 2 1,-1 1-1,1-3 1,0 0 0,1 1-106,3 1 0,-1 2 120,6 0-24,-6-6 0,9 4 1,-5-3-1,2 4 71,0 1 1,0 0-66,5 0 222,0 0 1,0 0 0,-1 0 102,1 0-365,0-7 134,6 6-617,2-6 48,6 7-127,0 0 1,6 0-1310,4 0 1,-1 0 585,5 0 857,-3 0 471,10 0 0,-1-31 0,3-9 0</inkml:trace>
  <inkml:trace contextRef="#ctx0" brushRef="#br0">19209 6511 8149,'-13'-9'-363,"2"-1"1865,1-1-968,7 5 1,-3-2 0,8 5 17,2-2 0,4 0-412,6 5 1,2 0-1,2 0 1,2 0 0,2 0-1,2 0 185,-2 0 0,10 0-135,-4 0-136,4 0 0,-2 0 0,1 0 0,4 0 0,1 0-31,4 0 1,-4 2-56,2 3 29,-6-4 1,7 5 0,-4-6 0,0 0 0,-1 0-125,-2 0 0,-7 0-92,-1 0 124,-7 0 0,4 0 16,-7 0 441,-6 0-34,-2 0 0,-7 0 253,-4 0-346,3 0 220,-4 0-273,6 0 1,0 2 9,0 3-205,0-4 1,0 12 0,0-4-1,0 4 106,0 1 0,5 2 190,0 3-168,-1-3 1,-4 11-1,0-4 1,0 6 0,0 2 255,0 3 1,0 4 61,0-5-320,0 6 0,0-2 0,0 4 0,0-2 0,0-3 153,0-1 0,-1 3-96,-4-5-106,3 0 0,-4-6 0,6-1 0,0-4 0,-1-2-5,-4-2 0,3-7 4,-2-2 199,2-6-603,2 4 1,0-9 19,0-3-320,0 4 0,0-12 0,0 4 0,0-4-895,0-1 0,0 0-1924,0-1 3460,0 1 0,-6-19 0,-2-5 0</inkml:trace>
  <inkml:trace contextRef="#ctx0" brushRef="#br0">19223 6554 8114,'0'-14'175,"-2"4"0,-1 1 1201,-2-2 1,1 3 393,4-2-1057,0 7-548,0-3 0,0 7 1,0 4 255,0 4 1,0 4-65,0 1-286,0 1 0,0 0 1,0 4-1,0 3 0,0 2 3,0 0 1,-5 0-87,0 4 61,0 0 1,-1 2-1,-2 2 1,0 1 0,2-1 183,0-2 0,4-2-472,-3 1 169,-3-1 1,7-4 0,-4-2-1,4-2 1,1-2-62,0-2 0,0-2 103,0 0 83,6 0 0,-3-4 0,5-1-41,-2 2 0,4-3 6,-6 2 18,1-7 1,1 5 52,4-4 0,7-2-41,2 3 91,0-4 1,3-1 0,5 0 0,6 0-1,2 0 144,0 0 1,8 0-384,-6 0 143,8 0 0,-9 0 0,5 0 1,-1 0-1,-4 0 57,-1 0 0,-4 0-268,-7 0 164,3 0 0,-11 0-163,3 0 192,-10 0-140,-3 0 0,-7 0-101,-4 0 200,4 0-39,-6 0 106,7 0-6772,0 0 5560,0 7 1,-1-6-544,-4 4 1270,3-3 432,-4-2 0,6 0 0,0 0 0</inkml:trace>
  <inkml:trace contextRef="#ctx0" brushRef="#br0">19365 7179 8114,'-6'-8'2835,"3"-3"-1571,-7 7-118,7-1-739,-3 5 1,4 1-1,-3 3 1,-3 2 0,-3 2 581,-3 3 0,1 2-649,-10 1 1,-1 0-143,-4 0 0,-7 2 0,-3 1 0,-2 4 54,3 1 1,-5-3 15,5 5-269,2-7 0,0 5 0,7-5 0,-1 2 0,2-1-29,4-2 0,4-2-496,9 0 188,-2-6 0,10 5-642,-3-4 436,4-3 278,1 1 0,1-7 1,2-2-1,4-1-1438,1-2 0,1-4 477,5 4 497,7 0 1,-4 1 0,7-1 729,1 2 0,22-12 0,9-4 0,5 0 0,1-1 0</inkml:trace>
  <inkml:trace contextRef="#ctx0" brushRef="#br0">19820 7293 8105,'0'-9'703,"0"-1"1,0 5 266,0-4 135,0 6 1,-2-8 522,-2 6-852,2 0-643,-4 5 0,4 2 292,-3 2 1,-1 4 146,-3 7-418,-4-1 0,5 5 1,-6 0-1,0-2 0,-1 0 178,1 2 0,0-3-380,0 3 38,6 3 0,-5-6 0,4 3 1,-2-3-1,0-2-31,1 0 1,2-4-254,-1-1 180,2 1 1,3-1-1,-3-1-79,0-2 0,-3-1 181,-4-5-111,6 0 1,-6 0 0,1 0 0,-4 0 0,-2 0-356,-2 0 1,-1-5 61,-6 1 163,-1-1 0,1 3 1,-2-1-1,-2-2 0,-1 2-247,1 2 1,-2 1 296,0 0 145,-5 0 0,4 0 0,-3 0 0,5 0 0,2 0 146,-3 0 1,4 0 685,-3 0-473,9 0 1,-1 4 0,6 1-1,2-2 1078,1-1-885,8-2-371,2 0 0,9 0 0,5 0 1,8 0 15,4 0 1,6 0 83,7 0-17,3 0 1,8 1 0,4 3 0,4 0 0,2 0 649,-2-3 0,3-1-154,-3 0-568,-3 0 0,-2 5 0,-9 0 1,-4-2-1,-6-2 491,-4-1-742,-4 0 102,-12 0 1,-3 0 0,-10 0-247,-4 0 0,1 0 29,-2 0-70,1 0 0,-5 0 0,-1 0 1,1 0-1876,0 0 1,0 0 392,-1 0 1784,1 0 0,-25-12 0,-7-4 0</inkml:trace>
  <inkml:trace contextRef="#ctx0" brushRef="#br0">18114 8032 7822,'-5'-14'139,"0"-2"1,1 0 0,-1 1 3996,0 2-2330,0 8-1608,5-1 1,0 8-1,0 2 1,0 6 0,2 2-1,1 3 893,2-1-904,0 6 0,-5-2 1,0 4-1,0 0 1,0-1 207,0-1 1,0 5-471,0-1 52,0-3 1,0 1-1,0-5 1,0 2-1,0-2-150,0-1 1,0-2-28,0 1-457,0-7-135,0 4 869,0-10 1,4 2 0,1-8-168,-2-6 72,-1-9 0,-2 2 0,0-7 1,0-1-1,0-3 34,0-6 1,0 9-14,0-3 135,0 2 0,0 4 0,0 3 0,0 3 491,0 2-463,0 6-180,0 2 0,0 8 1,0 2-1,0 6 0,0 4 367,0 5 0,-5 2-89,0 2-176,1 4 1,4-6 0,0 4-1,0-3 1,0 0 130,0 0 1,-5-4-488,0 1-79,0-4 0,5 0 1,0-1-1805,0 0 99,0-6 1328,0 5 1,0-13 0,0 0-2451,0-8 3174,7 1 0,26-56 0,-10 28 0,0-1 0</inkml:trace>
  <inkml:trace contextRef="#ctx0" brushRef="#br0">18299 8118 7822,'0'-15'0,"0"1"406,0 0 0,0 4 2973,0 1-825,0 6-1156,0-4 112,0 7-1284,0 0 1,0 7-1,0 2 1,-2 4 731,-3 1-774,4 0 1,-6 5-1,6 2 1,-2-1 0,-2 1-297,2-4 0,1 4 102,2-2-187,0 0 0,2 0 0,3 0 1,4-2-1,4-3-419,1-4 0,2 1 333,3-6 119,-4-1 1,11-4 0,-6 0 0,1-1 0,-1-6 200,-2-7 1,1-2-104,-5-7 10,3-1 1,-10-9 0,2 0 0,-6 1 0,-6 0-159,-6-1 0,-4 5-105,-1-1 252,-7 7 1,-1 8 0,-6 1 0,-1 4 0,1 4-488,-1 4 1,7 2-653,3 4 596,3 3 0,2 6 0,2 2 1,2 1-1,5 4-2417,4 1 3027,7-5 0,40 29 0,16 0 0</inkml:trace>
  <inkml:trace contextRef="#ctx0" brushRef="#br0">18611 8075 7826,'-4'-10'1567,"-3"1"-375,0-2-234,3 5 0,-2-7 701,6 3-1614,6-2 0,2 2 1,6 2-1,2 2 47,3 3 1,-1 1-1,4 2 1,0 0 92,0 0 1,-3 0-332,5 0 0,-7 0 49,2 0 1,-8 2 0,-3 3 0,0 3 64,0 0 0,-5 4 84,2-2 18,-4 2 0,-1 2 1,-1 1-1,-4-1 1,-3 0-131,0 0 0,-5 1-14,4-1 1,-4 0 0,-1 0-162,0 0-158,0 1 48,-1-7 0,8 4 426,2-2 1,5-4 147,5-1-68,2 3 1,8-7 0,-1 6 0,2-1 315,3 3 1,-8-1-130,3 2-98,-3-7 0,-2 8 1,-1-5-1,-1 2 0,-4 3 327,-2 2 0,-1-4-98,0 1-391,-6-1 0,-7 4 0,-7-2 1,-2-3-1,-2 0-71,2 0 0,-10-5-331,4 2 28,3-4 1,-1-1-1,7 0 1,2 0-1,1 0-4368,2 0 3156,6 0 992,2 0 506,18-6 0,42-15 0,-16 6 0,0 0 0</inkml:trace>
  <inkml:trace contextRef="#ctx0" brushRef="#br0">19024 8373 12831,'0'-7'4909,"-7"0"-3869,6 7-1070,-5 0-130,6 0 0,1-1-681,4-4 0,-2 3 75,7-2-221,-7 2 0,8 0 1,-5-1-2528,2-1 1535,-5-1 1024,3 5 955,-6 0 0,0 0 0,0 0 0</inkml:trace>
  <inkml:trace contextRef="#ctx0" brushRef="#br0">19223 8189 7857,'-14'-15'598,"-1"1"0,7 0-132,4 0 1,2 4-1,2 1 1,2-2 551,2-2 1,4 4-613,7-1 1,-1 5-1,0-2 1,0-1 44,0 0 0,5 5-237,0-2 0,0 3 0,-4 2 1,-1 0 39,0 0 1,-5 0-3,1 0-173,-7 0 1,8 7 0,-6 2 0,-2 4 190,-1 1 1,-2 2-19,0 3-190,0-4 1,-7 6 0,-2-7-1,-2 0 1,0 1-62,1-1 1,2 0-69,-1 0 65,-4 1 0,10-1 1,-5 0-1,2 0-206,3 0 0,1-4 358,2-1-68,0-5 1,2 2 0,2-6 0,6 0 290,3 0 1,2 0-246,4 0-134,-3 0 0,5-5 0,-9-1 1,-1-1-1,-1 1-934,1 3 1,-3-3 97,1 1-1205,-6 0 0,5 4 2047,-3-4 0,-22-22 0,-1-11 0</inkml:trace>
  <inkml:trace contextRef="#ctx0" brushRef="#br0">19493 8103 7929,'0'-14'-175,"0"0"1,-5 4 2398,0 1 0,1 4-1064,4-4 1,-2 4 1237,-3-4-1550,4 5 1,-4-7-182,10 7-648,3-1 0,12 5 0,4 0 0,3 0 1,1 0-48,1 0 1,-1 0-464,1 0 415,-1 0 0,-6 0 0,-3 0 0,-3 0 0,-3 1-371,-4 4 1,-3-2 411,-6 7 209,0-1 1,0 5 0,-1 1 0,-4 1 0,-4 1 663,-4 2 0,-1 5 91,-1-6-696,8 1 0,-6 0 0,5 2 0,-1-1 0,1 3 130,1-1 1,-2-5-120,4 2-403,0-3 0,5-7 0,0 1 0,0 1-3190,0 1 2637,0-4-5578,0-1 6290,0-7 0,-19-51 0,-4-12 0</inkml:trace>
  <inkml:trace contextRef="#ctx0" brushRef="#br0">19550 8217 7932,'0'-9'1013,"0"-1"0,0 5 615,0-4 1,1 6-781,4-2 0,-2 2-192,7-2 0,1 4 0,6-6 1,2 2 63,-1 1 1,2-1-106,-1 5-1294,6 0 0,-4 0 1,3 0-1,-5 0 1,-4 0-1507,0 0 0,-1 2 2185,0 2 0,-6 17 0,-2 9 0</inkml:trace>
  <inkml:trace contextRef="#ctx0" brushRef="#br0">19905 8260 11755,'-14'-14'0</inkml:trace>
  <inkml:trace contextRef="#ctx0" brushRef="#br0">20104 8061 7927,'0'-15'683,"0"1"0,0 0 4010,0 0-3771,0 6 0,0 8 0,0 11 0,0 5 305,0 3 0,0 4-466,0-4 0,0 5 0,0-3 0,0 1-211,0 3 1,0-3-1,0 0 1,0-1-291,0-4 1,0-1-791,0-2 145,0 0 1,-4 1-1635,-1-1-1268,0 0 279,5-6 1,2-3 3007,2-10 0,23-41 0,11-15 0</inkml:trace>
  <inkml:trace contextRef="#ctx0" brushRef="#br0">20289 8061 7928,'-6'-15'1140,"3"1"2634,-7 0-1594,7 6-1669,-3 2 1,6 7-141,0 4 1,0 3 0,0 6 0,0 2 1161,0 3-1390,0-3 0,0 4 1,0-4-1,0 2 1,1 0-79,4 0 0,-2-2-447,7-2 375,-1-6 0,5 4 0,1-4 0,-1 0 0,0-3-98,0-3 1,0-2 56,1 0 90,5 0 1,-4-7 0,1-4 0,-4-5 0,-3-3 397,1 2 0,-5-4-547,-1 3-42,-4-8 0,-1 10 0,-1-2 0,-4 2 1,-5 1-526,-2 1 1,-4 6 286,-3 4-247,3 2 0,-4 2 1,5 0-1,1 2 1,0 1-1932,0 2 1,4 6 2564,1-2 0,18 29 0,1 8 0</inkml:trace>
  <inkml:trace contextRef="#ctx0" brushRef="#br0">20574 8189 7928,'0'-15'2381,"0"1"0,0 0-1284,0 0 0,0 4 1292,0 1 73,0 6-4998,0-4 489,0 7 1,0 2-1841,0 3 2043,0-4 1844,6 12 0,14-12 0,10 6 0</inkml:trace>
  <inkml:trace contextRef="#ctx0" brushRef="#br0">20801 8004 7987,'-8'0'1381,"2"0"0,4 0 329,-3 0 1,4-2 196,-4-2-434,4 2-660,1-4-686,0 6-49,0 6 1,1 2-1,2 6 1,4 0 13,1 0 0,1 1-456,5-1 274,0-6 0,5 4 0,0-2 1,-1 3-1,-2 1 124,-2 0 1,0-5 8,0 1-61,0-7 1,-4 8-1,-2-5 236,-2 2 0,-1-3-29,-5 5-217,-6-7 1,-7 3 0,-6-6 0,0 0 0,0 0-920,0 0 1,0 5 541,5 0-1117,0-1 0,-1-4 1,1 0-1,0 0 1522,0 0 0,0-25 0,-1-7 0</inkml:trace>
  <inkml:trace contextRef="#ctx0" brushRef="#br0">20801 7990 7995,'0'-15'1690,"2"6"-808,2-1-383,-2 1 0,6 0 1,-3-1-1,6 1 1360,6 1 0,0 0-538,7 3-1045,0 3 1,4-4 0,1 6 0,-3 0 0,0 0-528,-3 0 1,-5 0-1807,1 0 1150,-10 0 0,2 2 0,-8 2-1322,-4 6 0,-5-2 720,-9 1 1509,1-6 0,-32 10 0,-7-5 0</inkml:trace>
  <inkml:trace contextRef="#ctx0" brushRef="#br0">29943 12681 7937,'9'-8'605,"-1"2"0,-1 0 949,-4-4 1,0 4-1176,2 1 1,-4 5 0,4 5 346,-3 4-538,-2 10 1,0-1-1,0 4 1,0 0 0,0 0 80,0 3 1,0 2 0,0 1-1,0 1-92,0-1 0,-2-4 72,-3 0-180,4-1 1,-6-1 0,7-3-1,0-3-230,0-2-40,0-6 410,0-1 1,0-9 0,0-3-1,0-6 1,0-4-73,0-4 1,5-8-265,0-2 124,0 1 1,-5-13-1,0 4 1,0 0-1,0 0 62,0 2 1,0 7 26,0 4-251,0 7 0,-2 3-155,-3 9 0,4 10-50,-4 4 3,3 4 1,2 1 0,0 2 0,-1 1 0,-2 2-985,-2-1 1,0-3 437,5 0-489,0 5 1,0-4 1401,0 3 0,13 9 0,3 2 0</inkml:trace>
  <inkml:trace contextRef="#ctx0" brushRef="#br0">30185 12795 7942,'0'-10'455,"0"1"0,0-2 563,0-2 0,-5 4 968,0-1-1091,0 7 0,4-8-580,-4 6 0,-1 7 0,-5 7-19,1 4 0,7 6-75,-2 0 0,4 5-149,1-6 0,-5 6 1,0-3-1,2-1-86,2 1 0,5 2 14,1-4-14,6 7 0,-8-11 0,7 4 0,2-3 0,4-3 22,3-4 0,0-1-15,-5-3 119,1-3 1,-1 2 0,0-8 0,0-6 0,-1-4 115,-4-5 0,2 2-711,-6-7 366,0 0 1,0-9 0,-1 0 0,0 1 0,-3 2-523,-1 2 0,-5 6-699,1 3 904,-7 3 1,3 8 0,-7 3 0,1 4-1,0 2-1499,0 4 0,1 3 889,4 6 1044,-4 0 0,18 38 0,-4 10 0</inkml:trace>
  <inkml:trace contextRef="#ctx0" brushRef="#br0">30426 12781 7942,'0'-15'0,"0"1"0,7 0 416,2 0 1,-1-1 616,2 1 1,-1 5-506,5-1 1,7 6 0,1-4 0,2 1-165,-1 4 0,1 2-240,4 1 0,-1 1 0,-3 2 0,-5 4 34,-3 1 1,-8 1 100,-4 5-209,-2 0 0,-2 1 0,0-1 0,-2 0 0,-4 0-155,-8 1 0,-2-1 198,-8 0-93,7 0 0,-8-1 0,4-2 0,2-2 1,2 1-335,4-2 0,4 0 54,-1-4 221,-2-2 0,10 6 0,-1-5 0,6 2 0,7-2 185,2-1 0,7 2 499,0 1-448,6 0 1,-7-1 0,4 3 0,-2-1 0,-2 2 426,-2 0 1,-4-3-22,-2 4-245,2-6 1,-10 5 0,1-3 40,-6 4 0,-7-1-143,-9 2-322,4-7 0,-12 5 0,3-5 0,-3 2 0,0-2-995,4-2 1,-4-1 289,3 0-298,4 0 1,-1 0 0,7 0-3465,0 0 3752,6 7 801,1-6 0,52-7 0,10-10 0</inkml:trace>
  <inkml:trace contextRef="#ctx0" brushRef="#br0">30952 13065 7942,'0'-14'1541,"0"-1"1,0 6-238,0 0 0,0 4 280,0-5-732,0 7-948,0-3-2874,0 6 1751,0 0 530,7 0 689,-6 0 0,18 19 0,-3 4 0</inkml:trace>
  <inkml:trace contextRef="#ctx0" brushRef="#br0">31180 12795 7942,'0'-14'943,"0"-1"-98,0 1 1,0 0 666,0 0 0,0 4-837,0 1 0,6 1-592,4-2 1,-1 4-1,4 6 1,3 0 138,-1 0 1,6-5-163,-2 1-59,6-1 1,-7 5 0,4 0-1,-2 0 1,-2 0-324,-3 0 163,0 6 198,-1 2 1,-6 6 0,-3 0-1,-4 1 1,-2-1 201,-4 0 0,0 5-59,-9 0-107,3 6 1,-10-7 0,7 4-1,0 0 1,0-2 253,-1 1 0,1 0-145,0-3-111,0-2 0,4 0 0,2-6 1,2 1 96,3 1 1,3 1-254,5-4 56,2-2 0,8-7 1,0 0-1,3 0 0,2-2-114,3-3 1,-6 2-903,2-6 307,-3 6 1,-2-8-1,0 4 1,0-1 735,1-3 0,-1-8 0,0-3 0</inkml:trace>
  <inkml:trace contextRef="#ctx0" brushRef="#br0">31535 12781 7942,'0'-15'1,"-4"1"819,-1 0 0,0 4-272,5 1 1,2 4 101,2-4 0,0 6 0,7-2 0,3 3 213,3 2 0,7-4-586,-5-1 0,6 0 0,-3 5 0,2 0-91,0 0 1,-7 2 22,2 2-150,-3-2 1,-2 4 0,-1-4-111,-4 3-100,-2 2 158,-7 8 0,0-1 0,0 0 0,-2 0 0,-3 1 369,-4-1 0,2 5 205,3 0-409,-4 0 1,5-4-1,-5 3 1,1 1-1,4-2 303,2-1 0,1 3-153,0 0-288,0 0 1,0-5 0,0 0-1,0 0-546,0 1 306,0-1-713,0-6 1,0 0-3592,0-4 2912,0-2-134,0 4 1732,0-12 0,-26-21 0,-5-11 0</inkml:trace>
  <inkml:trace contextRef="#ctx0" brushRef="#br0">31663 12937 7945,'-8'-6'454,"1"-1"454,2-2 343,3-4 1,-4 10-1,6-6 2348,0-3-2938,0 6 0,1 0-609,4 6 0,3 0 0,8 0 0,3 0-1011,5 0 1,-2 0 320,1 0-603,1 6 1,5-3 0,-1 7 0,0-1 1240,1-1 0,6 24 0,1-1 0</inkml:trace>
  <inkml:trace contextRef="#ctx0" brushRef="#br0">31962 13022 7945,'8'-6'732,"4"4"0,-8-4 2896,5 6-2489,-6-6 1,5 4 0,-5-4 1535,2-1-3135,0 6-1780,-5-5-2936,0 6 5176,0 0 0,6 19 0,2 4 0</inkml:trace>
  <inkml:trace contextRef="#ctx0" brushRef="#br0">32317 12823 7960,'8'-14'11,"-1"0"629,-7 0 0,0-1 188,0 1 0,-2 0 1,-3 1 819,-4 4-1241,-4 2 0,-1 7 0,0 0 0,-2 0 0,-1 0 247,-2 0 0,-5 0-414,5 0-128,0 7 1,5-4 0,0 5 0,1 0-51,3 0 0,4-4-749,6 6 403,0-1 0,2 1 0,2-2 0,6-2 0,3-1-524,1 1 1,0-4 109,0 2 551,0-2 1,5-2 0,0 0-1,-1-2 1,-3-1 306,0-1 0,-6-3 27,1 2 264,-1 4 1,4-12-1,-2 5 1236,-2 0-1154,-6 2-241,4 6 1,-7 2 0,0 2 0,0 6 384,0 3 1,0 2 15,0 4-513,-7-3 0,6 9 0,-4-4 0,4-1 0,1 1 76,0-4 0,0 1-776,0 1-242,0-10 0,0 10-1881,0-9 1947,0 2-1776,0-4 2472,0-2 0,-7-12 0,-1-2 0</inkml:trace>
  <inkml:trace contextRef="#ctx0" brushRef="#br0">32516 13022 7991,'8'-1'0,"-3"-4"4683,3-3 595,-6 0-2045,4-5-2366,-6 12-550,0-5-2394,0 6-5173,0 0 7250,0 6 0,-13 8 0,-3 8 0</inkml:trace>
  <inkml:trace contextRef="#ctx0" brushRef="#br0">32843 12781 7848,'0'-15'176,"0"1"1,0 0 0,0 0 1560,0-1 1,0 6-1167,0 0 1,0 7 0,-1 2 0,-4 8-114,-4 4-314,-4 3 1,4 4-1,1 1 1,1 1 0,3 1 223,-3 0-354,6 2 0,-6-1 1,7-1-1,2-1 1,1-2-130,2 1 1,7-5-38,3-1 103,-1 0 0,8-12 1,-3 2-1,3-2 0,2-2 434,-1 0 1,-5-11-107,1-3 0,-3-5-111,-2 0 1,-6-3 0,-4-7 0,-2-1-331,-2-3 1,-2 3 259,-2-3-635,-10 9 1,-4-1-1,-6 8 1,1 2-1,-1 6-534,0 3 0,2 1-1075,-1 5 1600,2 6 1,12 2-1,1 6 546,1 0 0,28 39 0,10 8 0</inkml:trace>
  <inkml:trace contextRef="#ctx0" brushRef="#br0">33128 12624 7888,'9'-22'-121,"1"3"1,-6-1 120,6 1 0,-5 0 2686,4 4-1433,1 1 0,4 6-603,0 4 0,-6 4 0,-3 4 0,-4 7 7,-1 7 1,-1 4 306,-4 6-735,3-6 1,-10 10 0,2-4 0,-1 2 0,0 0 227,2-1 1,-1 1-135,-4 3-268,6-3 0,-5 5 1,4-7-1,-2 2 0,0 2-6,1 1 1,6 0 215,-6-4-447,7-1 1,-8-1-1,6-2 1,2-3-1,0-1-239,-2-4 0,4-1 26,-4-2-488,3-6-1161,2-2 563,0-6 775,0 0 0,2-4 0,1-3 0,3 0 706,2-5 0,27-51 0,-12 25 0,0-1 0</inkml:trace>
  <inkml:trace contextRef="#ctx0" brushRef="#br0">33256 12880 7888,'16'-14'0,"2"0"0,-8-1 1324,3 1 1,1 2-1,0 2 9,0 5 1,0-1-1001,1 1 1,-6 1 0,1 4-176,1 0 1,-3 4 40,1 1-147,-6 6 0,4-3 1,-7 6-1,0 0 0,0 1-193,0-1 0,0 0 73,0 0-109,0 7 1,0-5-1,0 3 1,-2-2-1,-1 0 45,-2 2 0,-6 0 241,2-5-97,2 1 1,-5-1 0,4 0-1,-2-1 130,1-4-192,6 4 123,-4-12 0,9 10 1,3-6-1,4-2 110,4-1 1,2-4-120,4-2 0,2 0-347,3-5 1,3 4 0,-5-3-1,0 0-1268,-3 1 0,-3 3 134,-2 0 469,0-4 0,-6 5 948,-3-7 0,-16 1 0,-5-6 0</inkml:trace>
  <inkml:trace contextRef="#ctx0" brushRef="#br0">33611 12880 7888,'0'-14'0,"0"0"0,0-1 576,0 1 0,0 5 828,0-1 1,0 6 0,-1-4 1374,-4 1-1948,3 3-588,-10 4 1,10 1-1,-3 4 1,4 4-1,1 4 906,0 1-930,0 0 1,0-4 0,0-1-149,0 2 1,1 2 0,4 1-620,5 1 0,2-6 172,2 0 139,1-5 1,0 2 0,3-6 0,2 0 0,1 0-318,-1 0 0,-1-5 152,-4 0 338,5-6 0,-6 4 0,2-6 0,-6 2 0,-4 1 68,-3-1 1,0 3-324,2-1 325,-3 6 1,4-2-1,-6 10 1,-2 6 547,-2 6 1,-3 1 1220,-2 5-1267,-4 1 0,5 6 0,-6 2 1,0 1-1,1-2 751,4-1 1,-4-1 66,4-1-968,2 1 1,-5-7 0,4-3 0,-2-4 351,1 0-566,6-1 0,-5-6-21,3-3 0,3-5 1,-2-5-143,2-5 30,2-2-4061,6-3 0,-4 1 4050,3 0 0,9-6 0,2-3 0</inkml:trace>
  <inkml:trace contextRef="#ctx0" brushRef="#br0">28976 2943 7888,'0'-14'149,"0"-1"0,0 1 1,2 2-1,1 0 1916,2 3-1290,-1 6 1,-4-2 27,0 10 0,0 7-539,0 7 1,5 2 0,0-4 0,0 4 279,1 1 0,-4 0-334,2 2 1,-1-2 0,1-5-1,0 4 76,-1 1 1,-1-5-340,-2 2 0,0-3 0,2-2 0,1 0-615,2 1 398,-1-7 1,-4 1 171,0-9 1,2-5-384,3-14 364,-4-3 1,6-6-1,-6-2 1,2-3-1,2-5 87,-2-3 0,-1 3-23,-2 0 0,0 6 288,0-1 0,0 9-475,0 5 0,-2 10-118,-3 4 123,4 10 0,-7 4 0,5 10 0,-2 5 0,2 3-1118,1 1 0,2 1 91,0-1 915,0 1 1,0-6-1,0 1 347,0 1 0,7-4 0,1-1 0</inkml:trace>
  <inkml:trace contextRef="#ctx0" brushRef="#br0">29303 2929 7941,'0'-15'1618,"0"6"673,0-1-1847,0 7 1,-1-3 0,-3 8-1,-2 2 368,-2 6 1,-1 2-412,-5 3 1,4-1-271,1 0 1,4 5 0,-3 2 0,0-1-52,0 1 1,5 2-58,-2-4-114,4 0 1,1-3 0,0 1-1,1 2 1,4-3-330,4-5 0,4 0 81,1-6 304,7 0 0,-4-5 0,5-2 0,0-3 0,-1-4 290,0-4 1,-2-6 137,-5 0-295,0-6 0,-5 3 0,-1-6 1,-1-1-1,-4 1-243,-2-1 0,-7 1-593,-3-1 497,-4 7 0,-1 3 0,0 10 1,-1 4-1,0 4-1457,-4 1 0,3 6 434,-3 3 600,3 4 0,7 6 664,-1 0 0,20 31 0,-1 4 0</inkml:trace>
  <inkml:trace contextRef="#ctx0" brushRef="#br0">29588 2943 7941,'0'-14'0,"-5"-5"807,0 0 1,0 4 187,5 6 0,0 0-390,0-6 1,7 3-1,2 2 1,4 5-129,1 4 1,7 1-456,2 0 1,-2 0 1,6 0 0,-5 1 0,1 4 0,0 3-29,-3 0 0,-1 5 242,-5-4-325,-6-3 0,0 7 1,-5-3-1,2 2 1,-2 2 94,-1 1 1,-9 4 128,-2-1-71,-10 1 0,3-4 0,-3-3 1,3-1-1,2-1-100,0 1 1,4-3-379,1 1 305,6-6 0,-3 10 0,7-5 0,4 1 2,4 1 1,4-5 187,1 4-38,0-6 1,5 8 0,0-4 0,-1 1 474,-3 3 0,-7-3 301,-3 1-573,-3 0 1,-2 1 0,-2-2 0,-3 0 0,-4-2 295,-4 0 1,-6 1-182,0-3-720,0-2 1,0 6 0,0-5 0,2 2 0,1-2-4768,2-1 3188,0 4 1937,6-5 0,14 6 0,10-7 0</inkml:trace>
  <inkml:trace contextRef="#ctx0" brushRef="#br0">30156 3199 10402,'0'-10'3162,"0"1"-2577,0-1 1,0 1 1223,0-1 1,-1 7-929,-4-2 1,2 4-280,-7 1-3481,7 0 1,-3 1 2878,6 4 0,31 35 0,9 13 0</inkml:trace>
  <inkml:trace contextRef="#ctx0" brushRef="#br0">30412 2971 7916,'-9'-6'224,"1"-4"1,0-1 494,0 2 1,3-2 0,-3 5 0,2-2 211,3-3 1,1 3-1,2-2-311,0-1-492,7 5 0,2-5 0,8 6 0,4 2 0,0 1 375,-1 2-494,5 0 0,-7 0 1,4 0-1,-2 0 1,-2 0 25,-2 0 1,-4 2-391,-2 3 347,2 3 1,-10 6-1,3 0 1,-4 2-1,-1 1 216,0 2 0,-6 2 152,-4-2-245,-2-4 1,-2 11 0,-1-7-1,1-2 1,0 0 338,0 2-311,-1-3-143,1 5 0,6-7 174,4 0 1,8-1-96,6-4-16,9-3 1,-3-6 0,4 0-1,1 0 1,1-1-91,0-4 0,-2 4 158,-5-4-562,-1-3 1,0 6 0,-1-4-2050,-4 0-583,-2 4 733,-7-4 2330,6 6 0,8-25 0,8-7 0</inkml:trace>
  <inkml:trace contextRef="#ctx0" brushRef="#br0">30810 2985 7976,'-8'-14'0,"-4"5"766,2-1 1,4 6 0,0-4 1719,-1 1-1905,6 3 0,-4 4-297,10 0 0,3 0 0,7 0 0,3 0 171,1 0 0,1 0 51,-1 0-397,-3 0 0,9 0 1,-6 1-1,-1 2 0,-3 2 11,0-2 0,-1 0-150,0 2 1,-1-2 0,-2 7-1,-3 1 4,-2 1 0,-1 3 679,-5-1-433,0 6 1,0 1 0,-2 4-1,-1-1 1,-3 0 546,-2-2 1,-2 5-274,-4-4-419,6 4 0,-3-3 1,5-2-1,0-2 1,-2-2-303,0-2 253,5-2-2646,-4-6 106,1 4 0,4-12 954,-2 0 1560,2-6 0,-17-71 0,7 30 0,0 0 0</inkml:trace>
  <inkml:trace contextRef="#ctx0" brushRef="#br0">30768 3128 7993,'-7'8'-2062,"6"-2"4010,-6 0 1,15-4-816,7 2 0,7-2 0,11-2 1,5 0-338,3 0 0,1 0-457,1 0-380,0-6 1,-7 4-1,-4-3 1,-7 4-1,-6 1-2562,-3 0 1788,-8 0 103,-2 0 1,-82-6-1,29 2 1,-1 0 0</inkml:trace>
  <inkml:trace contextRef="#ctx0" brushRef="#br0">31407 3156 15024,'0'-9'3667,"2"1"-2420,3 1-5533,-4 3-1023,6 4 5309,-7 0 0,25 19 0,7 4 0</inkml:trace>
  <inkml:trace contextRef="#ctx0" brushRef="#br0">31720 3000 7937,'0'-15'1414,"0"1"0,0 0 1682,0 0-1454,0 6 1204,0 2-2137,0 6 0,0 6-322,0 3 0,-5 6 0,1 2 0,-1 4 256,-1 1 1,4 0-53,-3 1-508,-3 4 1,7-9 0,-5 4 0,1-2 0,0-2-267,2-3 1,0 0-987,-2-1 0,3-5-560,-2 1 1,2-5-1490,2 4 1663,0-6 1,0 2 1554,0-10 0,38-60 0,-14 23 0,-1-1 0</inkml:trace>
  <inkml:trace contextRef="#ctx0" brushRef="#br0">31820 2985 7937,'4'-9'0,"1"-1"2861,0 1 377,-5-5-1953,6 6 0,-4 3 466,3 10-1398,-4 3 1,-1 8 0,0 1 0,0 4 0,0-1 525,0 1 1,-1 2-254,-4-4-603,3 6 0,-4-7 0,6 4 0,0-1 0,0-4-395,0-1 1,-5-7 413,0 1-953,1-1 0,4 1 514,0-1 1,0-7 530,0-2-145,0-13 0,0-4 0,0-7 1,0-1-1,0-4-337,0-4 0,4 3 3,1-3 347,0 3 0,-5 1 0,0 3 0,0 2 1,2 7-2535,2 5 1307,-2 6 725,4 6 0,-6 3 0,0 5 0,0 8 1,0 5-1616,0 4 1,0 2 2114,0 1 0,13 32 0,3 8 0</inkml:trace>
  <inkml:trace contextRef="#ctx0" brushRef="#br0">32204 2786 7972,'8'-14'4880,"-4"0"-4349,-2 6 0,-2 3 1,0 10 911,0 5-1032,0 9 0,-5-2 0,-1 8 0,-2 4 0,-3 2 0,-2 2 1,-1 1 698,0-1 0,0 6-654,-1-1-384,1 3 0,1-3 0,2 0 1,2 1-1,-2 3 348,-2 0 1,4-1-84,-1-3-416,1-3 0,-1-11 1,2-1-1,1 1 1,0-2-143,1-3 1,1-8-466,5-1-358,-6-7-590,4 3 822,-4-6 142,6 0 0,0-1 0,2-4-1889,2-5 1,4 2 2558,6-1 0,26-13 0,6-8 0</inkml:trace>
  <inkml:trace contextRef="#ctx0" brushRef="#br0">32175 3113 7638,'-9'0'600,"1"-1"30,1-4 1,1 3-631,1-2 0,-9 8 0,-8 4 0</inkml:trace>
  <inkml:trace contextRef="#ctx0" brushRef="#br0">32076 3170 8023,'6'-14'0,"-3"5"835,7-1 1,-7 1 0,2-6 715,-4 1 1,-1 5 585,0-1 4,0 7-1341,0-3-989,0 6-174,0 0 233,0 6-11,6-4 1,-2 9 0,3-5-1,1 0 135,0 1 88,-5-3 609,4-4-75,-7 7-9814,0-6 6970,-7-1 2228,6-1 0,-12-12 0,5 5 0</inkml:trace>
  <inkml:trace contextRef="#ctx0" brushRef="#br0">32374 2943 8023,'14'-14'0,"-1"-1"2432,-3 1 305,-4 0-669,-6 6-1479,0 2 0,-2 7 0,-2 4 755,-6 5-1090,-3 2 1,2 2 0,-1 1 28,-4-1 0,0 2 0,5 1 1,2 2-111,-2-2 1,4 4-487,3-2 189,-4 0 1,6-5 0,-3 0 0,5 2 0,5 1-333,5 2 0,7-1 193,2-9 141,12 4 1,-7-12-1,9 4 1,-3-3-1,-1-4 284,-1-3 1,1-3 91,-1-6 60,-6-6 1,-3 2-1,-8-5 1,-3-3 0,-2 0 339,-2-3 0,-9 2-1147,-5 4 376,-2 2 1,-9 7-1,-3 1 1,-2 2 0,-3 3-329,1 2 1,-1 3-2007,1 7 1478,6 4 0,-4 7 0,8-1 0,2 2 1,3 1 972,4 2 0,18 19 0,1 0 0</inkml:trace>
  <inkml:trace contextRef="#ctx0" brushRef="#br0">32886 2872 8027,'0'-14'633,"0"-1"1,2 1 0,1 0 4434,2 0-4549,-1 6 1,-4 3-289,0 10 0,-4 4 0,-1 10 0,0 3 0,-1 2 1,-2 0 1436,0 1-1423,-5 2 0,5 3 1,-6 1-1,0 3 0,0-3 375,0-1 1,-1 3-417,1 1 1,0 0 0,0-2 0,-1 1 143,1-1 1,0-2-358,0-2 50,0-6 1,1-1-1,2-7 1,3 0-1564,2 0 879,1-6-937,5-1 1,0-9-1071,0-3 1,2 4 1083,2-4 1566,4 3 0,44-48 0,-21 18 0,0 1 0</inkml:trace>
  <inkml:trace contextRef="#ctx0" brushRef="#br0">32943 3142 8027,'0'-14'0,"5"-1"956,-1 1 1,3 5-1,-4-1 1630,2-1-1626,6 5-662,-3 0 1,6 6-1,0 0 1,0 1-36,0 4 1,-4 3 80,-1 6-249,-5 0 1,2 0 0,-6 1 0,0 0 0,-2 3 231,-2 1 1,-4 1-146,-7-1-103,1-3 0,0 5 0,0-7 0,1 0 0,2 0 71,2 0 1,4-4-246,-5-1 118,7-5 0,-3 3 1,8-3-1,2 0 0,6-1-83,2-1 0,9-4-112,3-2-213,2 2 0,1-9 1,-1 5-1,-4-1 1,0 1-1683,0 3 1,-9-3 673,1 1-662,-3-6 2055,-3 9 0,-8-29 0,-8-1 0</inkml:trace>
  <inkml:trace contextRef="#ctx0" brushRef="#br0">33355 3057 8027,'0'-15'4991,"0"1"-3115,0 0-1124,0 6-416,0 2 0,0 7 0,-1 4 1,-2 6-1,-4 5 674,-1 3 1,5 0-377,-2-5-732,4 6 0,1-4 0,0 3 0,0-3 0,1-2-487,4 0 0,3-1 127,6-3 306,0-4 1,1-6 0,-1 0 0,0 0 0,0-2-358,1-2 0,-1-4 662,0-7-38,-6 1 0,5-5 0,-6 0 1,3 2-1,-2 1 350,-2 2 0,-1 4 49,-5 1-569,0 6 1,0-2-1,-2 10 1,-1 4 157,-2 4 0,-4 7 86,4 4-142,-6 3 0,5-3 1,-5-1-1,3 3 1,2-1-1248,2-1 0,-2 1 87,1-6 1113,-6 6 0,-16 4 0,-11 7 0</inkml:trace>
  <inkml:trace contextRef="#ctx0" brushRef="#br0">32047 3270 7973,'0'-14'1464,"0"-1"603,0 1-1354,0 6 1,-1-3 0,-3 5 1683,0-2-1418,-1-2-448,5 3-519,0 0 81,0 7-449,0 0 0,0 7-577,0 2 588,0 4 1,5-4 142,-1 1 0,8-7 0,-3 2 400,4-4 1,1-1-85,0 0 0,-4-1 95,-1-4 0,-4 2 1,3-7-1,0-1 354,-1-2 0,-3-1 22,0 0-330,-2 0 1,-2 0 0,-2 1 220,-2 3-717,-4 4 1,-6 6 128,-1 0 0,1 2 0,1 2 0,2 6-154,2 3 0,6 1 75,-2 0 1,3 0 0,2 0-187,0 1 1,2-1 335,3 0 21,3-6 0,7 3 1,3-6-1,1-2 217,-2-1 1,-1-4 566,-2-3-555,-6-3 1,5-4 0,-5 1 0,1 1 0,-1-2 344,-2-6 0,-1 7-37,-5-3-430,0 3 1,-2-3 0,-2 1-1,-6 3 1,-2 6-105,-3 2 0,0 2-31,-4 0-76,3 0 0,-6 2 1,4 2-1,-1 6 1,4 3-174,4 1 1,-1 0 81,8 0 151,-7-6 1,9 5 0,-3-4 0,5 2 22,5-1 0,3 1 201,6-6-68,7-1 0,-4-4 0,5 0 0,-1-1 0,-2-2 850,1-2-457,-4-6-274,5 3 1,-9-2 0,-2 1-1,-6-2-19,-2-2-323,-2-1-583,0 6 0,-6-3 1,-4 6-1,-2 2-2509,-3 2 1,1 5 1103,0 1 2119,0 6 0,-45 22 0,25-10 0,-1 0 0</inkml:trace>
  <inkml:trace contextRef="#ctx0" brushRef="#br0">32161 3014 6574,'-8'0'-187,"27"19"0,13 5 1</inkml:trace>
  <inkml:trace contextRef="#ctx0" brushRef="#br0">32346 3042 7973,'12'-9'15,"0"1"1,-5 0 240,0 0 70,4 5 1,-10-10 0,6 4 0,-3-4 0,1-1 938,-2 0 1,-1 4-487,-2 1 1,0-1 0,-2-4 108,-2 0 1,0 6-253,-5 3-284,6-3 0,-10 7 0,4-4 34,-4 4 0,-1 7-90,0 3-175,-1 4 1,3 6 0,1 1 0,1 1 0,1 1 77,1 0 0,1 0-395,7 2 163,0 3 1,0-10 0,0 5 0,2-1 0,3-2 2,4 1 0,6-4 153,3 3-59,-2-9 1,10 1-1,-6-7 1,2 0-1,2-3 362,-2-1 1,3-6 102,-6-4-228,7-2 0,-11-4 0,6-1 0,-2-4 0,-2-1 142,-4-3 0,-1 2-393,-7 0 6,6-1 0,-9-4 0,3-1 1,-5 2-1,-5 2 62,-5 1 1,-2 7-570,-2-2 300,-7 3 0,4 8 0,-6 4 0,1 2 1,0 2-307,-3 0 0,3 2 64,-2 2 275,0 4 0,1 8 0,-1 1 1,0 4-1,2 0 16,3-1 1,3 4-50,2-5 187,0 6 1,6-8 0,3 5 0,4-1-1,1-4 215,0-1 0,1-2 207,4 1-332,9-1 0,4-5 0,4 1 1,0-1-1,0-1 302,3-3 1,2 1-430,2-1 77,-1 0 1,1-5-1,-1 0 1,-1-2-1,-3-3 269,-6-4 1,-2-4 271,-1-1-480,-1 0 0,-5-5 0,-1-2 1,-2-1-1,-2-3-247,-3-2 1,-1-1 29,0-1-132,0 1 0,-6 1 0,-4 3 0,-2 5 1,-4 4-606,-3 0 0,2 7 175,-7 4-339,7 2 0,-10 4 1,5 2-1,-2 6 1,2 3-1223,1 1 0,2 5-491,5 0 2036,0 6 1,0-5 0,-1 6 657,1-3 0,0 7 0,0 7 0</inkml:trace>
  <inkml:trace contextRef="#ctx0" brushRef="#br0">32076 3156 7985,'-7'8'0,"-2"-2"1252,-4 1-314,-1-6 1,5 7 0,1-3 0,1 4 866,4 4 1,3 0-1256,5-4 1,-2-1-1,7-5 142,1 2 1,1 0-279,2-5-421,7 0 0,-5 0 1,3-2-1,-3-1-290,-2-2 1,-5-4 182,1 4-646,-7 0 0,8-1 0,-5-2-2954,2 0 7,-5 2 3707,4 6 0,-71-19 0,25 7 0,-1 0 0</inkml:trace>
  <inkml:trace contextRef="#ctx0" brushRef="#br0">3754 14458 9744,'0'-8'1547,"0"2"1,-2 1-1410,-2 0 0,0 1 1,-5 4-120,-2 0 1,3 0 0,-1 0-1,-3 1-351,0 4 198,4-3 0,-5 4 0,4-6 0,-4 0-66,-1 0 32,0 0 1,1-2 0,4-2-109,4-6 1,3 1-40,2-6 234,0 4 1,7-11-1,4 5 1,4-4-1,6-1 29,1-3 1,-3 3-96,5-2 242,-7 7 0,4-4 0,-7 7 0,0 0 120,0 0 201,-6 6 318,-1 1 227,-7 7-682,0 0-217,0 7 235,0-6-137,0 6 70,0-1 0,0-3 150,0 7 0,0-6 29,0 6-253,0-7 0,0 10 0,0-4 0,0 4 137,0 1 1,0 0-132,0 0-104,0 1 0,0-1 0,0 0-47,0 0 0,0-4 0,0-1 1,0 2-117,0 2 0,0-4 19,0 1 0,0-6 44,0 6 0,0-5-87,0 4 346,0-6 128,0 4 18,0-7-873,0 0 238,0-7-33,0 6-116,0-6 23,0 7 591,0 0-119,0 7 0,0 1 1,1 6-1,2 0 1,2 0-1,-2 2-28,-1 3 0,-1-3-49,4 3 1,-3 1 0,2-1-1,-2-1 1,-2-1 0,0 0-139,0 2 1,0 0 0,0-4-1,0-1 27,0 0 1,-5-5 8,1 1 100,-8-1 1,5 1 0,-8-2 0,1-2 0,-2-3-85,-3-1 0,4-2 294,-4 0-184,3 0 1,-2-2 0,3-1 0,2-3 0,0-1 154,1 1-85,4 1-779,2-1 395,6 5 206,6-6 110,2 7 1,8 0-1,1 0 1,3 0 0,1-1-1,0-4 0,4 2-75,-2-7-38,4 1 0,2-5 0,-1-1 0,2 0 0,2-4-242,1-5 0,5-5-183,-5-4 356,0 3 1,-4-11 0,-2 5-1,-4 0 1,-5 1-142,-7 0 0,-5 0 277,-6-3-19,0-3 1,-2 16-1,-2-2 1,-4 5-1,-2 6 241,1 5 1,4 5-43,-4 6-99,5 0 0,-3 0 1,3 1-1,-2 6 0,0 5 198,-1 6 1,-2 2-48,4-1-46,0-3 0,1 9 0,-1-4 0,2-1 0,0 1 501,-2-4 1,3 1-167,-2 1-289,2-4 0,2 6 0,0-7 1,0 0-1,0 1 295,0-1 0,0 0-362,0 0-60,0-6 0,0 5 1,0-4-1,0 4 58,0 1 0,0-4-163,0-1 127,0 1 1,0-1 0,2 1 0,1 1 89,2 1 1,-1 2 2,-4 1-139,0-1 0,0 0 0,0 0 1,0 2-1,0 2-23,0 0 0,0 6-105,0-5-23,0 6 1,0-4-1,0 6 1,0-2 0,0 2-254,0-2 1,0 0-91,0 4 297,0-7 1,0 3-1,2-4 1,1-1 0,3 1-478,2-4 672,2-1-108,4-2 1,0-6 0,0-3 0,1-5 172,-1-5 0,0-3 116,0-6-183,7 0 1,-5-7-1,3-4 1,-4-5 0,0-3-68,-1 1 1,-6-2 36,-4 0 9,-2-5 0,-2 7 0,-2-4 0,-4 1 0,-8 5-398,-8 5 1,-10 0 9,-1 6-5,-7 6 1,6 7-1,-4 6 1,5 1 0,3 6-290,1 7 1,7 0-84,3 5 498,10 3 0,2-6 0,9 3 0,3-5 1,7-4-580,10-6 0,4-2-157,12-2 599,-1 0 0,6-6 1,-2-2 370,-3 0 0,0-17 0,3-7 0,1 0 0,0 1 0</inkml:trace>
  <inkml:trace contextRef="#ctx0" brushRef="#br0">5147 14472 8175,'0'-14'572,"0"0"0,0 0 337,0-1 0,0 1 1,-1 2-1,-4 2-396,-5 5 0,3 4 0,-3 1 0,-1 0-395,-2 0 1,-1 1-1,-2 3 1,-1 3-238,-2 6 0,0-2 176,5 8 1,0 2-210,-1-2 0,3 6 0,1-3 0,3 0-615,2-3 605,1 3 0,5-6 0,0 3-140,0-3 0,1-7 155,4 1 0,5-7 0,7 2 0,3-5-62,3-5 213,0-3 1,1-6 0,0-2 0,-1-3 0,1-5 91,0-3 0,-7-1 424,2 0-365,-3-1 1,-7 1 0,-1-2 0,-1-2 0,-6-1 328,-4 1 1,-3 2 119,-4 2-148,-2-1 0,4 12 1,-7 4-69,1 6 1,2 3-260,2 9-62,4 9 1,1 8 0,0 7 0,1 1 0,-1 1 190,0 3 0,0-1-37,5-5-133,0 1 1,2-1 0,1 1 0,3-3-1,2-2-14,3-5 0,-1-3-756,4-2 477,-3 0 1,11-6 0,-3-3 0,5-4 0,3-2-655,1-4 0,1-3-55,-1-6 681,-6-6 1,3 2 0,-4-6 0,0-1-1,-1-2 21,-3-1 0,-1-1 202,-2 1 277,-6 6 0,-1-3 0,-7 6 1412,0 1-1134,0 9-347,-7 3 0,4 7 0,-6 5 0,-2 7 1,-4 6 131,-3 3 1,6 2-220,-2 4-90,3 1 1,-1-6-1,0 1 1,5 0 0,0-2-9,4-3 0,2 1-884,1-1 634,6-6 0,3-2 0,10-6 1,5-2-1,3-3-318,1-5 1,7-3-1,3-6 441,3-6 1,-3-1-1,-2-4 1,-1 3-1,-3-1 218,-2 1 0,-4 5 50,-2-2 141,-3 3 1,-7 8 0,0 4-1,0 2 574,1 2 1,-6 2-335,1 2-251,-7 4 1,3 6-1,-6 1 1,0-1-1,0 2 334,0 3 0,-6-4-597,-4 4-116,4-3 0,-7 3 0,4 0 0,-5-2 1,-4-1-1010,-1-2 0,0-4-506,5-1 832,0-5 1,0 2 218,-1-6 1,8-2 229,2-2 170,3-4 1,13-7 0,5 1-1,3-2 1,3-1 191,0-2 0,7-1 107,4 1-30,0 3 0,-5-11 0,-1 5 1,0-2-1,-2 0-141,1-1 1,-3 3 92,-8-2-23,-1 7 1,-2-8 0,-2 6-1,-5 1 116,-4 3 1,-2 2 615,-4 4-599,-3 2 1,-3 7 0,0 2 0,-3 3 0,0 6 279,-4 6 0,2 3-127,7 4-127,-4 3 1,10-5-1,-5 7 1,2-1 0,3-1 720,1-3 1,2 2-208,0-2-584,0-3 0,2 1 0,1-5 0,3 2 0,2-3-340,3-5 1,6-3-2086,2-3 1594,0-4 1,0 4 0,2-10 0,-1-4 0,3-4-1804,-1-1 0,-5-7 2506,2-2 0,-12-26 0,-5-11 0,2-6 0,-1 1 0</inkml:trace>
  <inkml:trace contextRef="#ctx0" brushRef="#br0">6029 14373 8175,'-14'14'-26,"6"-6"1891,1 5 1,14-12-179,2 4-1236,10-4 0,3-7 1,7-2-1,-1-1 0,1-1-615,-1-1 1,-4-1-2491,-1-3 2092,-5 1 0,2 5 0,-6 1 562,1 1 0,-33-4 0,-7 4 0</inkml:trace>
  <inkml:trace contextRef="#ctx0" brushRef="#br0">7180 14444 8178,'0'-14'503,"-4"-1"1,-3 1 0,-1 0-1,-3 0 1823,-1 0-2167,4 6 1,-5 0 0,4 5-1,-4-2 1,-1 3 0,0 5-1,-1 7 174,1 3 1,0 2-274,0 4 1,0-1 0,-1 5-1,1 3 18,0 1 1,4-1 0,3 0 0,0-4-340,4-2 0,1-1 39,2-5-62,0-6 1,7 3-1,4-6 1,5-3-1,6-5-861,5-7 1,-2-3 345,8-1 715,-3-6 1,-3 2 0,-2-4 0,-1 0 0,0 2 368,-2-1 0,-2 2 321,-6 5-110,-6 0 1,3-1 477,-6 1 1,0 8 467,-5 6-1122,-6 6 0,2 8 0,-3 2 0,-1 2 0,1 1 207,1-2 1,-3 0-741,4 2 39,0-9 1,5 9-1,0-10-980,0 4-413,0 1 1214,6-6 1,2-8 0,6-10 0,2-4 0,3-5-117,5-4 0,3 0 127,1 0 526,1-1 0,-2 0 0,-2 2 0,-2 2 0,1 4 565,-2 5 0,4 0-432,-7 6-100,-1 0 1,-3 5 0,-1 2 0,0 1 233,0 2 0,-6 6-442,-3-2-97,-3-2 1,-2 1 25,0-4 275,0-2-224,0 4 1,-2-6 0,-3 0-313,-4 0 1,-4 0-77,-1 0 376,0 0 1,-1 0 0,1 0 0,0 0 0,0 2 157,0 3 1,-1-2 5,1 6-150,0 1 0,0 2 0,1-1 1,2-1-1,3 1 63,2 2 1,1 1-140,5 0 67,0 0 0,2 0 0,4-1 0,7-3-407,4-6 0,8-2-311,-1-2 533,-3 0 0,5-6 1,-2-4-1,3-4 1,0-4-184,-4-1 1,3-6 83,-7 2 364,0-4 0,-5-2 0,0-1 0,-1-1 1,-4-3 782,-4 3 0,-3 1-258,-2 1 467,0 7 1,-2 3-133,-3 10 1,-1 9-760,-4 9 19,-2 10 1,10 3-1,-4 7 1,1-1 0,-1 1 423,-2-1 0,5 1-595,-2-1-131,3 0 0,2-1 0,0-1 0,0-4 1,2-2-637,3-2 0,4-3-641,10 0 984,-3-7 1,9-2 0,-4-6 0,1-2-1,3-2-463,2-6 1,2-4 508,-1-5 319,-6-3 1,5-4-1,-3 0 1,1-4 0,0 1 296,-1 4 0,-7 0-89,2 6 351,-3 0 1,3 5 0,0 1 52,-2 3 0,-6 4-233,-1 6-179,-7 6 1,3-2-1,-6 5 1,0 2 243,0 2 1,2-4-462,3 1-122,-4-7 0,6 5-786,-7-4 753,0-2 142,-7 4 1,4-1-1,-6 0 1,-3-2 0,-2 0-212,-5 2 1,4-2 110,-4 7 191,3-7 1,-3 9-1,0-2 1,1 2-1,3 3 223,0-1 1,6 0-120,0 0-119,5 7 0,-2-5 0,6 3 0,2-4 35,2 0 0,6-7-175,9-4 21,3-2 1,2-2-1,-1-2 1,3-2-1,0-6-367,3-3 0,-1-6 262,1 0 185,-1-6 0,-4 3 0,-2-6 1,-1-2-1,-4-2 107,-1-1 1,-8-2 98,-4 2-60,-2 3 1,-2-3-1,0 9 1,0 5 1523,0 3-1081,-6 8-473,-2 8 0,-7 10 1,3 9-1,1 5 0,1 4 297,-1 5 1,3-3 214,-1 3-403,6 4 0,-4-7 0,7 1 0,0-4 0,0-3 66,0 1 0,2-4-571,3-2 200,3-4 1,7-2 0,3-2 0,2-3 0,2-2-810,4-3 0,1-7 268,1-6 472,0-2 1,1-9 0,-2-1 0,-2-2 0,-1 1-206,1-3 0,2 1 84,1 1 426,-6 4 0,-1 7 0,-7 2 0,0 3 1214,1 2-408,-1 1-590,0 5 1,-6 6 0,-2 6-1,-1 3 344,0 4 1,-1 0-222,-4-5-354,7 1 0,-6-1 0,6 0 0,-3 0 0,3 1-293,1-1 0,0-5-620,1 1 571,4-7 1,-5 3-1,6-4 1,0 1-1,0 2-243,0-2 0,1-8 222,-1-4 252,0-4 0,5-1 1,0-2-1,-2-3 1,-1-5-6,-2-3 0,2-1 59,3 0 19,-9-1 1,7 1-1,-12 1 1,-2 3 0,0 5-17,2 3 96,-4 9-150,-1 0 1,-3 7-1,-8 3 1,-3 7 0,-3 7-358,-1 4 0,2 10 494,2-2-108,6 2 0,-3-4 0,5-2 1,0-1-1,-1 0-177,4-2 0,1-1-24,2-7 47,7 0 0,1-6 1,8-3-1,2-4 1,8-2-526,5-4 1,1-3 302,6-6 272,0-7 1,9-1 0,2-6 0,0-1 0,0 1-70,-3-1 0,-8 7 396,-5 3-101,-3 4 0,-3 2 0,-3 3 314,-6 6 0,-8 8 729,-5 6-860,-4 3 0,-1 2 0,0 3 0,-1 1 0,-4 0 559,-5 1 0,3-3-276,-3 7-609,1-6 1,-1 1-1,1-8 1,-1-2 0,1 1-412,-1-3 1,1 1 146,-5-3-64,-1-3 0,1 4 0,0-6 1,0-2-283,-1-2 0,1-4 143,0-6 265,6-1 0,-3 6 0,6-1 283,2-1-107,2 5 187,1 0 1,1 6-1,4 0 682,4 0 1,9 4-119,1 1-612,0 0 0,0-4 1,1 3-1,2 0 1,4 0-316,0-3 1,3-7 19,-1-4 18,7-2 0,-3-3 1,6 0-1,-1-3 0,1-2-319,0-2 0,-8 4 110,-1-1 340,-1 4 1,-12 0 0,3 3 219,-3 2 703,-2 4-619,0 12 0,-6 2 1,-3 6-1,-4 1 1,-1 0 715,0 4 0,0-3 44,0 3-803,0-3 1,0-2-1,0 0 1,-1 0-315,-4 1 0,-4-7-296,-10-4-234,3 4 0,-11-6 0,3 3 0,-1-4 0,0-1-2454,1 0 0,5-6 3070,-5-4 0,-6-40 0,-6-12 0</inkml:trace>
  <inkml:trace contextRef="#ctx0" brushRef="#br0">10664 14330 7930,'0'-14'563,"0"0"0,0 0 1300,0-1-1252,0 7 1,0 4-1,0 8 512,0 6 0,-7 4-974,-2 5 1,1-2-1,-1 7 1,-1 0 0,1-1-1,1 0-162,1-3 0,3 4-1052,4-5 769,0 0 1,0-5 0,1 0 0,4-1-652,4-4 1,6-2-182,4-7 993,-4-7 0,11-2 0,-6-9 0,1-2 0,-1-2 1132,-2-3-746,-3-2 0,0 3 1,-3 2-1,-1 0 1,-3 1 837,-1 1 0,-3 5 59,-4 6-902,0 6 1,-1-3 0,-2 7-1,-4 5-72,-1 9 0,5 0-135,-1 9-44,2-7 1,2 9 0,0-6 0,0 1 0,2-1-516,2-2 0,4-4 75,6-5 281,1 4 0,4-11 1,1 2-1,1-2 0,1-2-510,0 0 1,-5-6 549,2-4 92,-3-9 0,-2 2 1,0-5-1,-1 0 1,-3 1 312,-6 1 1,-2-1 527,-2 2-562,0 3 1,0 0 0,-2 9 0,-1-1 236,-2 0 1,-6 5-233,2-2-320,3 3 1,-6 9 0,8 2-691,1 4 0,3-4 294,4 1 203,4-7 1,11 3 0,2-6 0,1 0 0,3 0-233,2 0 0,0 0 110,-4 0 415,4-6 1,-6 3-1,3-5 1,-5 0 984,-4 0-313,0 5-382,-8-3 1,0 7 0,-7 4 0,0 4 761,0 4 1,-5 3-570,0 3-379,-6 3 0,10 1 0,-4 0 1,3-1-1,2-2 95,0 1 1,0-2-515,0-5 81,7 0 1,1-6 0,6-3-1,2-4 1,1-1-398,2 0 1,5-6 183,-5-3 312,6-10 0,-5-3 0,6-8 1,-4-2-1,-2-3-61,-2-1 1,-3-2 3,0-5 232,-7 1 1,3-7 0,-7-2 0,0 2 0,-3 7-109,-1 7 1,0 11 252,0 5-291,0 10 0,-5 5 0,1 12 1,0 8-231,3 5 0,1 1 589,0 2-180,-6 2 1,4-8 0,-3 4 0,4-2-1,1-2 447,0-2 1,0-2-202,0 0-122,-7-6 334,6 5-402,-6-12 26,7 5 0,0-7 0,0-4-169,0-4 1,0 1 168,0-2-40,0 7 1,0-10 173,0 4-409,0 3-77,0-1 0,0 6-11,0-4-38,0 3 311,0-4 0,0 8 0,0 2 244,0 6 1,0 4 58,0 5-312,0-3 0,0 9 1,0-4-1,0 1 1,-1 3-105,-4 2 1,4 1 248,-4 1-346,3-1 1,2-1 0,0-3 0,0-5 0,2-3-317,3-2 1,-2-2-581,6-2 659,1 3 0,9-12 0,1 2 0,2-6 0,4-6-1033,0-4 0,4-3-23,4-3 1102,-4-3 1,11-6 0,-5-1 0,0 1 0,-4-1-502,-7 1 1,-4-2 195,-7-3 516,7 3 0,-12-5 1,0 7-1,-5 1 1,-6 3 28,-3 5 1,2-1 101,-6 1 690,-1 6 0,-4 2 108,0 6 0,4 0 776,1 5-1152,6 0 0,-10 7 1,4 4-1,-3 5 1,1 4 709,2 2 0,-1 2 508,-4 4-1258,0 1 0,5-1 1,1-1-1,0-2 1,1-1 361,1 1 0,0 1-785,1-3 41,3 4 0,-4-11 0,6 3 0,0-2 0,2-1-761,2-2 499,-2 4-514,11-17 0,-12 7 0,6-5 1,-1 0-546,3-4 0,2-7 812,-1-11 416,3 3 0,-6-9 1,8 4-1,-3 1 1,-1-1-138,-1 4 0,-1 1 598,6 2-215,-8 0 1,6 1 0,-5 2 0,1 3 528,1 2 0,-7 3 199,2 7-678,3 4 0,-7 7 0,4 0 0,-3 3 0,-2 2 308,0 2 1,1-4-170,4 1-561,-3-4 0,9 0 0,-5-3 0,2-1 0,4-3-1219,6-1 0,-1-3 378,7-4 567,0 0 1,2-8-1,0-4 1,-3-7-1,1-3 90,-2-4 0,4 4 419,-8-1 83,-5 5 0,-2-7 0,-6 6 1422,-2 2-543,-1 7-666,-9 10 1,-1 8 0,-6 8 0,0 1 0,0 4 515,0 1 0,1-5-536,3 2-293,4 3 1,6-6-1,0 3 1,0-3-250,0-2 1,8-6 73,6-3-195,0-4 1,13-1 0,-5 0 0,2-1 0,0-4-730,1-4 1,2-9 544,1-1 433,-5 0 0,2 0 1,-6 0-1,-2 2 1,-1 3 1173,-2 4-695,0-2 23,-6 10 1,0-4 0,-5 7 748,2 4 0,0 3-331,-5 6-672,0 0 0,0 1 1,0-1-1,0 0-802,0 0 0,0-4 139,0-1 190,0-6 1,1 4 0,4-7 0,5-2-804,2-3 0,-1-3 372,4-6 601,-4 6 1,9-7 0,-6 3 0,1 1 440,-1-1 0,0 1 775,0 1-580,-6 4 1,5 6-1,-4 2 545,4 2 0,-4-1 300,1 7-966,-7-7 1,5 10 0,-3-4-650,4 4-1263,-3-5 73,7-2 0,-10-1 1,5-2-1599,-2-5 0,-1-1 3061,-5-11 0,-25-35 0,-13-14 0,12 14 0,-1 0 0,1 0 0</inkml:trace>
  <inkml:trace contextRef="#ctx0" brushRef="#br0">11830 14103 7973,'-35'0'1537,"5"0"-299,-3 0 1,4-2 0,6-1 0,4-2 1730,3 2-3878,8-5-37,2 0 0,1-1-741,0-1 0,2 2 515,8-1 690,3 3 1,12 6-1,5 1 1,9 2 0,8 4 481,9 1 0,4-5 0,2 1 0,-9 0 0,5 0 0,3 0 0,0 0 0</inkml:trace>
  <inkml:trace contextRef="#ctx0" brushRef="#br0">13550 14131 7935,'-10'-13'887,"1"4"1,0 3 0,-1 1-1,-1 0-280,-5 2 0,2 1 0,-7 4 0,2 1 0,1 2 0,0 0-121,2 1 1,2 0 0,1 5-1,2-1-583,2 1 38,6-5 0,-2 7 0,10-4 0,4 2 1,5 0-234,5-1 0,4-2 51,5 1 188,0 4 1,-1-5 0,-1 4-1,-4 0 1,-2-3 322,-2 2 117,-3 2-245,0 1 0,-8 0 0,-3-1 0,-9-2 0,-9-2 244,-8 2 0,-5 0-991,-2-1 421,-5 3 0,4-10 1,-4 5-1,6-2 1,4-3-690,5-1 636,3-2 30,2 0 1,6-7 0,5-2-1,6-4-473,7-1 1,2 1 296,3 4 530,5-4 1,-2 10-1,4-6 1,-2-1-1,-2 1 262,-3-1 0,4 5-121,0-4-204,0 6 1,-4-8 0,-1 6 0,0 0 0,0 1 328,0-1-40,1 0-79,-1 5 0,0 0 0,0 2 541,0 2 1,-1 0 260,-3 5-823,-4 1 0,-5 4 0,3 0 0,0 0-54,0 0 1,-3 1-159,-1-1-324,0-6 1,0 4-1,2-4-849,2 0 0,4-2 274,7-6 421,-1 0 0,2-6 1,1-5-1,2-5 0,-2-3-250,-1 2 0,3-5 718,0-2 5,0-3 1,-5 5 0,-1 2-1,-2 1 900,-2 0 181,-5 0-767,2 11 0,-6 3 0,0 10 0,-2 6 324,-2 6 0,2 1-114,-3 5-487,-3 1 1,7 0 0,-4-2 0,3 0 0,2-1-94,0-1 0,0-1 126,0-5-488,7 0 0,1-4 1,7-2-1,3-2 0,2-3-478,2-1 1,-3-4 193,5-2 420,-7-4 1,10-7 0,-5 0 0,2-4-1,-2-5-286,-1-3 1,-1-3 368,-1-3 72,-3-3 0,0-7 0,-8-1 0,0-2 0,-2-3-96,0-2 1,-1 7 272,-5 2 161,0 12 0,0 9 1,-2 8 44,-2 4 1,-4 9-244,-6 9 43,-1 4 0,3 8 0,1 2 0,1 4 0,-1 2 831,-1-1 1,2 0-419,1 1 13,5 6 0,-7-5 0,7 3 0,0-3 0,3-2 336,1 1 1,-5-3-707,0-2 1,1 1-1,4-6 0,4 0 0,1-4 71,-2-1-583,5 0-279,-6-6 0,6-3-552,-4-10 1,0 0 633,5-9 332,1 3 1,4-11-1,0 3 1,2-5 0,1-3-222,2-1 1,5 6 170,-5 3 293,6-3 1,-9 11-1,4-2 1,-1 5 0,0 5 681,-1 1 58,-3 2-563,0 7 0,-7 2 0,-4 9 0,-2 2 0,-2 1 423,0-1 0,-6 4-143,-4-5-399,-3 0 1,-1 0-1,0-2 1,-2-3-1,-1-3-447,-2 0-377,-6-4 1,9 4 0,-5-7-24,1 0 0,4-3 0,-3-1 416,3 0 1,2-1-59,0-4 339,6 3 0,2-6 0,4 5 0,-1-3 413,-2-2-246,0 5 60,5-3 0,7 6 0,2 0 859,4 0-944,1 0 0,5 0 0,1 0-6,3 0 1,0 0-149,6 0 0,-6 0 0,1 0 0,1-2-482,2-3 455,2-3 1,-2-4 0,-4 1-1,-2 1 1,-2-1 427,0-1 8,0-3 0,-10 6 844,1-1-1073,-7 1 35,3 1 0,-6 8 0,-2 9 1,-1 4-1,-3 1 394,-2 1 0,5-1-219,-2 0-255,-3 6 1,7-4 0,-6 3 0,3-3-1353,-1-2 747,0 0-1013,5 1 764,-6-7 1,11-4 212,-1-8 426,1-4 0,12-11 0,-2-2 1,2-1-1,2-3 13,0-2 1,6 3 686,-1 1-399,-4 5 1,3-2 0,-6 7 0,2 4-1,-2 4 968,-1 3-677,-2 2-222,1 7 0,-8 0 0,-2 8 0,-3-1 0,-1 0 501,4 0 0,-3 1-290,2-1-437,-2 0 0,3 0 1,1 0-1,2-1-543,3-4 1,-3-2 129,1-7 278,1 0 0,9 0 0,0-2 0,0-3 1,0-4-364,0-4 0,4-7 195,-4-4 243,7 4 0,-11-9 1,4 2-1,-3-4 0,-3-1-12,-4 2 0,2 3 248,-6 4-80,0 2 0,-5 7 0,-2 1-133,-3 4 1,2 4-349,-6 10 409,-1 3 1,-2 11 0,1 1 0,1 2 0,1 3 317,1 2 1,0 2 58,3-1-208,4-6 0,-6 4 1,7-6-1,0 1 1,0-1 395,0-2 1,2-3-182,3 0-329,2-1 1,5-6 0,0-2 0,4-1 0,1-1 5,4 0 0,-4-8-455,7 0 295,0-7 0,2-2 1,0-6-1,-3 0 1,3-1-177,1-4 1,1-3-106,0-1 233,1-7 1,-7 3-1,-3-4 1,-5 0-1,-3 1-241,-1 0 1,-7 4 261,2 7 1,-4 8 207,-1 7 1,-6 5 106,-4 0-158,4 2-65,-7 8 0,10 2 1,-5 7-1,2-1 0,1 0 208,-1 0 1,4 5 661,-2 0-585,2 6 0,-3-7 0,1 5 1,0 1-1,3 0 708,1 0 1,0-2-90,0 1-690,0 4 0,0-11 0,0 5 0,0-3 0,1 1 38,4-1 1,-2-7-140,7-2-102,-1-6 1,6 4 0,0-7 0,3 0 0,1-2-1082,-2-3 1,0 2 162,2-6 85,-3-7 0,9 0 0,-4-4 1,0-1-1,-1-3-4925,-3-2 5763,-1-3 0,-31-8 0,-12-5 0,-2-4 0,1 1 0</inkml:trace>
  <inkml:trace contextRef="#ctx0" brushRef="#br0">15327 14117 8723,'16'-5'3002,"3"0"0,9-1-1948,10 1 0,10-3 695,4-6 1,6 0-1152,-1 0 0,-5 0 1,-14 1-1,-6 2 785,-7 1-1913,-4 1 1,-14-1-2909,-2 1 1142,-10 6 1457,-2-3 1,-8 10 0,0 3 0,-3 0 0,-2 5 838,-2 0 0,-27 15 0,-11 3 0</inkml:trace>
  <inkml:trace contextRef="#ctx0" brushRef="#br0">16251 14131 7668,'0'-9'1630,"0"-1"0,0 5-1533,0-4 1,0 4 952,0-4-3567,0 6 2517,0-4 0,-38 39 0,-9 7 0</inkml:trace>
  <inkml:trace contextRef="#ctx0" brushRef="#br0">16209 14430 12354,'-50'-50'0,"0"0"0</inkml:trace>
  <inkml:trace contextRef="#ctx0" brushRef="#br0">7138 15311 7887,'0'-9'2226,"0"-1"53,0-1-1797,0 5 1,0-2-1,0 6 1,0 2 0,-2 7 544,-3 4 0,2 4-1014,-6 4 0,1 4 73,-2 5 1,-1 0 0,7-1 0,-1-1 181,-1-3 1,4 1-225,-3 4 1,4-1 0,1-2 0,0-2 5,0-3 1,0-1-20,0-5-26,0 0 1,6-6 0,3-3 0,4-3-1,1-2 293,1 0 0,5 0 119,4 0-300,3 0 0,1-5 0,0-1 0,1-1 0,-2-1 105,-4 1 0,-2 3-206,-7 0-356,0-4 1,-4 6-2693,-1-3 1904,-5 4-2526,2 1-421,-19 0 4075,4 0 0,-12-25 0,7-7 0</inkml:trace>
  <inkml:trace contextRef="#ctx0" brushRef="#br0">7479 15354 7887,'-6'-8'278,"4"-5"483,-3 4 1,2 1-1,0-2 950,-2-1 1,2 5-816,8 1 1,3 4-508,6 1 0,0-5 1,0 0-1,2 2 193,3 1 1,-1 2-607,5 0 1,-5 2 44,1 3 1,-4-2 0,0 6 0,-1 1-280,0-2 0,-6 9 79,-3-3 45,-4 4 1,-1 2 0,-3 2 0,-5 2-1,-8 1-285,-4 5 0,-2-1 233,-2 4 198,-3-3 1,7-3-1,-6-2 1,6-3 0,2-1 103,6-4 1,7-1 461,0-2-345,10-6 1,5-2-1,10-6 1,7 0-1,6 0 780,3 0 1,4-6-152,7-3-774,-9-4 0,3 3 1,-12 3-1,-2-1 0,-4 1-1624,-4 1 1086,-9 1 192,-4 5 1,-8 0-1,-2 0 1,-6 0-1725,-2 0 0,-3 0 483,1 0-583,0 7 0,0-1 2082,0 3 0,-20 17 0,-4-3 0</inkml:trace>
  <inkml:trace contextRef="#ctx0" brushRef="#br0">8446 15482 7809,'6'-8'248,"-4"-5"0,2 4 0,0-2 2299,0 1-2028,-2 4 0,4 7 0,-6 4 0,0 6 0,0 5 0,0 5 153,0 1 0,-1 1 1,-3 4-1,0-2-337,1-1 0,1-5-253,2 5 0,0-7 0,-2 2 0,-1-3-79,-1-2-262,-1 0 142,5 1 1,0-9-89,0-6 1,0-8-757,0-11 731,0 3 0,1-11 1,3 4-1,2-4 0,2 0 63,3 3 0,1-1 236,3 6-13,-1 0 1,0 2-1,0 1 1,1 3-1,-1 2 102,0 3 0,-5 2-69,1 6-656,-7 0 1,8 2-1050,-6 2 0,0 4-1260,-5 6 2876,0-6 0,-13 18 0,-3-3 0</inkml:trace>
  <inkml:trace contextRef="#ctx0" brushRef="#br0">8887 15467 7809,'-7'-7'2408,"4"-4"-1226,-6 6 0,4-5-126,-5 6 0,1-1 645,-5 5-1357,-1 0 1,6 5 0,-1 2-1,-1 5 1,-1 3 231,-2 1 1,-1 5-265,1-2-316,6 6 1,-3-5-1,6 6 1,2-4-1,2 0-130,1 0 0,0-5 149,0 2-432,6-3 1,3-3 0,9-2-1,2-3 1,1-2-554,-1-3 1,6-1 509,-3-2 1,0-7 280,0-2 0,-4-5 1,3-4-1,-1-2 55,-4-2 0,2 0 220,-5-2-65,4-3 1,-17 5 0,4-5-1,-3 2 1,-2 3 115,0 1 1,-8 2-20,-6 5 1,-1 1 0,-5 4 0,1 4 13,0 4 1,-2 7-64,2 3-90,4 10 1,-6-1-1,7 4 1,0 0-1,1 0-216,4 3 0,2-3-55,7 2 153,0-6 0,2 0 1,3-6-1,6-5 1,6 0-872,7-4 1,4-2 258,5-1 552,-3-6 0,7-2 0,-6-8 0,2-1 0,-1-3 164,-2-3 1,-2 6-47,1-2 406,-7-3 0,-1 8 0,-9-2 2041,-2 5-821,-4 8-1192,-6-4 1,0 9 0,-2 3-1,-1 6 1,-3 5 464,-2 3 0,5 0-897,-2-5 94,-3 6 1,7-4-1,-4 3 1,3-3-175,2-2 0,5-4-1225,0-1 887,6-6 0,-3 3 1,8-6-1,1-1 1,2-4-586,-2-4 0,1-4 507,1-1 641,-4 0 1,6-1 0,-7 1 0,0 2 0,1 1 671,-1 1 1,-2 5-521,-2-4 272,3 6 0,-10-4 1,5 9 426,-2 3 0,0 1-432,-1 3-343,-3 4 1,5-5 0,-2 6-278,5 0 1,2-1-669,3-3 629,-1-4 0,-5-6 0,1 0 0,1-2 0,1-2-425,3-6 1,-1-3 145,0-1 273,0 0 1,-1-7 0,-2-2-1,-2-4 1,1-3 23,-2-3 1,-2-4 102,-6-5 134,0 5 0,0-2 0,0 6 0,0 3 0,0 4 152,0 7 1,-1 8 325,-4 2-439,3 6 0,-4 3 0,6 9 0,0 5 0,0 5 69,0 5 0,0 8 629,0 1-544,0 6 1,-2-4 0,-1 3 0,-2-5-1,2-3 356,2-1 0,1-1-625,0 1-44,0-1 0,0-6 1,1-5-1,2-4-625,2-3 0,6-7 124,-1 1 169,2-8 0,3-4 1,-1-6-1,2-2 1,1-2-541,2 0 0,1-1 465,-1 4 408,-3 1 1,5 0 0,-7 0 0,0 1-1,-1 2 124,-4 2 1,-1 5 734,-3 0 317,-3 2-407,4 2 0,-8 6-49,-2 4-510,2-4 1,-4 7 0,6-4 0,0 4-38,0 1 0,0 0 9,0 1-259,0-8 1,6 5 0,3-6 0,4 0 0,3 0-573,3-2 1,-2-3 197,7-1 230,-7 0 1,9 0-1,-7-1 1,-1-4 0,1-5-112,0-2 1,0 2 603,-4 1-35,-1-1 0,-6 1 0,-2 1 1113,0 2-672,-4 1-241,4 5 1,-7 1 0,-3 4 0,-2 5 525,-2 2 0,4 3-552,-6-1-276,7-6 1,-8 4 0,6-2 0,0 1 0,1 0-171,-1-2 57,0-5-1103,5 8-423,-6-10 1070,4 4 337,-4-12 0,7 3 0,3-7 1,2-1-1,0-2-43,1-1 0,4 0 140,-2 0 49,-3 0 1,7-1 0,-3 1-1,2 0 1,2 1 276,1 4 0,-1-2 201,0 6-386,0 0 0,1 5 0,-1 0 0,0 0 0,0 0 241,0 0 0,-4 7-110,-1 2-191,1-3 1,-1 7 0,-1-4 0,-1 4-307,-4 1 1,-2-4 2,-1-1-927,0-6 1,0 5 403,0-3 1,2-3 234,3 2 402,-4-8 1,10 1 0,-4-7 0,0 1 0,4-1-86,2 1 0,3-1 472,3-4-141,-3 0 1,6-1 0,-5 3 0,2 1 0,0 3 302,2 2 0,-6-4 10,4 5-289,-3 1 1,-2 4 0,1 0 0,-1 0 133,0 0 0,-4 0-82,-1 0 512,-6 0 144,3 0-602,-6 0-274,0 0 0,-6 0 0,-3 0-181,-4 0 0,-3 0-30,-3 0 140,3 0 0,-6 6 1,5 3-1,-2 4 0,2 1-395,1 0 0,2 1-4,-1-1 417,1 0 0,6 0 0,2 1 0,1-1 1,1 0 23,0 0 0,9 0 14,5 1-47,2-7 0,7-2 0,0-6 0,0 0 1,0 0-135,0 0 0,5-2 80,-5-2 237,0-4 0,-5-7 1,0 1-1,0 0 1,-1 0 206,-4 0 1,2-1 380,-6 1-206,0 6 1,-5-4 793,0 2-1120,0 4-178,0-1 1,-2 9 0,-1 4 0,-3 9 0,0 7 192,-1 5 0,-2 1 6,4 0-90,-6 7 0,9-3 0,-4 6 0,1 1 0,1 2-139,0 2 1,3-5-70,1 0 56,0-7 0,0 7 0,0-9 0,0-7 0,0-5-391,0-3 807,0-6-202,0-1 1,-2-9-1,-1-3 1,-2-4-1,1-5 556,-3-5 0,6-4-213,-4-5-394,3 0 1,2-7 0,2-3 0,3-2-1,6 1-155,6 1 0,-1 6-84,3-1-52,3-3 1,-5 6 0,7-2-1,0 7 1,-1 5-1819,1-1 1,0 5 441,4-3 508,-6 3 0,-3 7 1074,-9 0 0,-38-8 0,-20-1 0,-3-5 0,-1 0 0</inkml:trace>
  <inkml:trace contextRef="#ctx0" brushRef="#br0">10024 15425 7838,'-10'-14'0,"1"-1"0,6 6 1005,-2-1 1,-1 1-880,1-5 0,0 4 1,4 2-127,-4 2 0,-30-1 0,-14 3 0,-5 0 0,-1 0 0</inkml:trace>
  <inkml:trace contextRef="#ctx0" brushRef="#br0">9882 15411 7838,'28'-8'0,"-6"-5"0,-20-7 0,-12-10 0</inkml:trace>
  <inkml:trace contextRef="#ctx0" brushRef="#br0">29261 4635 7817,'1'-8'357,"2"1"926,2 1-1029,0 4 1,-5-5-365,0 2 0,-2 8 0,-1-1 0,-3 2-257,-2 3 1,3 4-1041,-4-2 1407,5 10 0,-27 35 0,-1 14 0</inkml:trace>
  <inkml:trace contextRef="#ctx0" brushRef="#br0">29118 5089 7817,'8'0'4185,"-1"0"-3734,-7 0 0,1 0-851,4 0 1,-4 2-381,4 3-1594,-3-4 1785,-2 6 0,0-1 1,0 3 588,0 4 0,-15 27 0,-8 10 0,-1 5 0,1-1 0</inkml:trace>
  <inkml:trace contextRef="#ctx0" brushRef="#br0">29062 5573 7817,'0'20'-1274,"0"-4"765,0 3 1018,0-3 0,0-2 2073,0 0-1638,0 1 0,-2-3-993,-3-2-29,4-4 0,-6-4 1,7 2-1,-1 6-1137,-4 2 0,3-2 1215,-2-1 0,-11 26 0,0 11 0</inkml:trace>
  <inkml:trace contextRef="#ctx0" brushRef="#br0">29090 6298 7817,'-6'8'566,"4"4"1,-9-8-1204,6 5 0,-4-4 354,4 4 0,-4 1 0,2 4 1,1 2 74,0 3 1,-4 3 48,5 6 139,1 1 1,4 1 0,0 3 0,0 5 0,0 3 19,0 2 0,0 4 0,0 0 0,0 7 0,0-5 0,0 3 0,0-3 0,0-2 0,0 1 0,0-1 0,0-4 0,0-7 0,0 4 0,0-7 0,0-2 0,0-2 266,0-5 0,0-4 904,0-6-978,6-6 0,0 5 0,5-4 1,-1 4-1,-1 1-156,-1 0 0,3-4-28,-6-1-55,0 1 1,-4 4-1,2 0 1,2 0-433,-2 1 0,-1 4 61,-2 0 239,6 0 0,-4 0 0,4 1 0,0 2 0,2 2 178,0-2 1,5 5 44,-4-3-82,4 2 0,1 1 0,0-1 0,1-3 0,-1 1-5,0-2 1,0 5 208,1-3-61,-1-4 0,0 5 0,0-6 1,0-1-1,1-1 386,-1 2 0,0-5 503,0 0 468,-6 1-529,-1-14-703,-7 6-494,-7-7 0,-1-7 264,-6-2 0,-13-29 0,-3-8 0</inkml:trace>
  <inkml:trace contextRef="#ctx0" brushRef="#br0">9697 15354 8218,'-14'-7'0,"0"6"-75,-1-4 619,1-3 0,0 7 0,1-6 0,2 3 0,2-1 4176,-2 2-3911,4-5 1,3 6-1,8-4-391,6 0 0,4 4-185,5-3-275,-3-3 0,11 5 0,-4-5 0,4 0 0,2 2-627,-1 0 0,-1-1 547,-3 3-1137,-4 2 1,-1-6-1,0 5-2656,-2-2 2092,-7 1 1600,-4 4 0,-69 12 0,-16 4 0</inkml:trace>
  <inkml:trace contextRef="#ctx0" brushRef="#br0">9725 15055 13279,'-14'57'0</inkml:trace>
  <inkml:trace contextRef="#ctx0" brushRef="#br0">30327 10065 7910,'6'-8'195,"-4"-4"0,4 4 0,-1-2 829,0 1-879,-1-1 1,-2-2-1,1 1 1,2 1 0,-2-1-1,-1-2 156,-2-1 1,0 5 0,0-1-36,0-1 1,-2 5-310,-3 1 1,0 4 81,-9 1 1,3 0-1,-9 0 1,1 1 218,0 4-189,-7-3 0,11 10 1,-4-4-30,3 0 1,2 5 0,1-4 30,4 4 42,-4 1-16,11 0 1,2-1 0,10-2-1,2-3 1,3 0 154,-1 0 0,5-1-113,0 3-120,0 3 1,-5-6 0,0 6-1,0-2 1,-1-1-111,-3 1 139,2 1 13,-10 3 0,4-1 1,-7-2-1,-4-1 133,-5-1 0,-7-7-148,-2 2-24,0-4 1,3-1 0,-1 0 0,-2 0-1,2 0 17,1 0-198,1-6 109,1-2 0,6-6 1,4 0-1,2 0 0,4-1-627,2 1 0,4 1 185,6 4 219,1-4 1,1 7 0,1-5-1,2 3 1,-2 2-594,-1 3 1,-2 1 229,0 2-253,-6 0 0,5 0 889,-4 0 0,-2 32 0,-1 7 0</inkml:trace>
  <inkml:trace contextRef="#ctx0" brushRef="#br0">30455 10222 7910,'14'-7'2961,"-6"4"-1307,-3-6-1137,-4 5 1,1-2 5,3 6-1680,-4-6-1867,5 4 1094,-6-4 1930,0 6 0,0-6 0,0-2 0</inkml:trace>
  <inkml:trace contextRef="#ctx0" brushRef="#br0">30825 10037 7910,'-10'-11'325,"1"-3"1,1 7-26,-2-7 1,-2 8 0,2-2 1036,-3 1-966,-1 3 0,0 4 0,0 0 19,0 0 0,4 4-287,1 1-44,5 6 0,-3-8 1,3 7-1,0 1-75,0 2 1,4 1-29,5 0-22,3 0 0,2 0 0,-1 1 1,2-3-1,2-1-151,1-1 1,0-1 122,0 6 73,1-8 0,-1 4 1,0-4-1,0 1 0,1 3 1,-6-3 19,0 1 89,-5-6 0,2 5 492,-6-3-211,0 3-293,-6 0 1,-2-2 0,-6-6 0,-2-2 0,-2-1 36,-1-1 0,0-6-344,5 5 162,0-6 1,1 8 0,2-6-1,3-2-154,2-2 1,1-1 7,5 0 123,0-1 1,11 3-1,5 1 1,3 1-1,3 1-63,0 1 0,2-3 37,5 6-58,-7-6 1,3 9 0,-6-2 0,-2 0-1216,-1 0 559,-2 2 347,-6-4 1,-3 6 0,-10 1 484,-4 4 0,-23 28 0,-6 13 0</inkml:trace>
  <inkml:trace contextRef="#ctx0" brushRef="#br0">31137 10278 7910,'8'0'3910,"-1"-6"-2384,-7-2-627,0-6 1,0 0-247,0 0 0,0 4-1297,0 1-1085,0 5-2997,0-2 3170,0 6 987,6 0 1,-5 2 568,4 2 0,-10 17 0,-2 9 0</inkml:trace>
  <inkml:trace contextRef="#ctx0" brushRef="#br0">31606 10079 7937,'5'-14'114,"0"0"697,-2 0-511,-1 0 0,-2-1 0,-2 3 0,-3 2-36,-4 6 1,1 0-164,-1 0 0,-1 2 1,-4-3-1,-2 4 1,-1 2-1,-2 2 183,1 2-514,3 6 189,0-3 1,3 2 0,1-1 0,3 2 28,1 2 0,4-4 274,8 1-177,3-1 1,8 1 0,1-1-1,4 1 1,-1-1 99,1 1 1,-2-2 151,-5 1-279,6 4 0,-4-7 1,2 5-1,-6-2 15,-2 3 81,-1 0-39,-1 2 0,-3-6 1,-10-3-1,-4-3-18,-4-2 1,-1 0 24,-1 0-105,1 0 0,0 0 0,0-2 0,0-3 24,-1-4 1,7-4-323,4-1 197,2 0 1,4-2 0,1-1 0,3-2 0,2 1-213,3 2 0,2 2-146,1 0 253,0 0 0,0 4 0,1 2 0,-1 2-620,0 3 0,-4 3-629,-1 5 948,-6 3 0,8 3 0,-6 1 490,-2 4 0,-1 20 0,-2 2 0</inkml:trace>
  <inkml:trace contextRef="#ctx0" brushRef="#br0">31976 10165 9287,'0'-10'1484,"0"1"-367,0 6-1021,0-10 0,0 10-2787,0-7 2691,0 7 0,13 10 0,3 8 0</inkml:trace>
  <inkml:trace contextRef="#ctx0" brushRef="#br0">32346 10023 7937,'-2'-19'8,"-3"0"1,2 0 0,-6 4 0,4 1 1108,-4 0 1,-1 6-507,-4 3 1,0 4-1,-2 1 536,-3 0-1061,3 0 1,-4 6 0,5 4-1,3 2 1,1 4 68,1 3 0,2-3 180,-1 3-332,3-3 1,6 3-1,1-1 1,4 0-1,4-2-112,4-2 1,3 0-141,3 0 201,-3 1 1,4-1-1,-6-2 1,0-1-1,1-1-131,-1 1 1,-1-3 56,-4 1 114,4 1 1,-10-2 0,5-2 265,-2 0-196,-1 2 0,-12 0 1,-2-3-1,-4-4 172,-1-1 0,0-6-67,0-3-174,6 2 1,-3-5-1,6 2 1,2-2-1,1-3 4,2 1 1,7-5 96,2 0-232,4 0 1,6 5 0,0 1 0,-2 2-1,-1 3-310,-2 2 0,0 1 43,0 5-1493,7 0 1,-5 0 1897,3 0 0,-10 26 0,-2 5 0</inkml:trace>
  <inkml:trace contextRef="#ctx0" brushRef="#br0">3143 16605 8162,'-5'-10'119,"0"1"1,0-1 0,1 1 1223,-1-1 1,-1 6 905,1-6-2039,3 7 52,-4-3 1,6 7-1,0 4 263,0 4 1,0 4-162,0 1-221,0 7 0,-2-4 1,-2 7-1,-4 1 1,-2 2 100,1 2 0,1-3-221,-2-2 0,-1 6 9,7-6 1,-1 6 0,5-7 0,0 3-72,0-3 0,0 3-42,0-7 80,6 0 0,7-5 0,7-2 0,2-2 0,4-4 138,1 1 1,6-6-13,0 4-165,0-4 1,-4-2-1,-3-2 1,-2-4-1,-5 1-1072,-3 0 647,-2-5-107,-6 3 1,-2-2 0,-6 1 0,-1-2-1574,-4-2 1,-3 4 736,-6-1 1408,0 1 0,-39-31 0,-8-6 0</inkml:trace>
  <inkml:trace contextRef="#ctx0" brushRef="#br0">3100 16818 8162,'-10'0'892,"1"0"-60,6 0 123,-10 0-436,12 0 0,-10 2 0,7 1 386,6 2 0,4-1-198,8-4-631,7 0 1,1 0-1,7 0 1,-1 0 0,0-1-614,1-4 1,-7 2-1231,-3-7 1209,3 7 0,-6-10 0,3 6 1,-5-4 557,-4-4 0,-67-27 0,17 12 0,1 0 0</inkml:trace>
  <inkml:trace contextRef="#ctx0" brushRef="#br0">3071 16633 8162,'15'-14'0,"-1"5"0,0-1 621,0 7 1,7-8 0,4 5 0,7-2 0,4-3 1176,0-2 0,4 3-1203,-7 1 1,0 6-1445,-4-2 0,-12 3-2024,-3 2 1196,-9 0 1212,1 0 0,-6 7 465,0 2 0,-12 17 0,-4 4 0</inkml:trace>
  <inkml:trace contextRef="#ctx0" brushRef="#br0">3925 16704 8491,'-5'-9'638,"-2"1"1,0 0 0,-4 2 1992,-2-1-2337,-1 3 0,3 4 0,-2 0 0,-3 1 0,0 4 0,1 4 0,-1 4 373,-3 1 0,3 5-617,-3 0 0,3 6 0,4-2 0,1 0-26,1 1 0,7-2-79,-2 2 0,4 1 0,1-6 0,1-2-390,4-1 1,3-8-627,6-3 806,7-4 1,-4-1 0,7-1 0,-1-4 0,-1-4-259,-3-4 0,-3-1 228,-2 0 380,7-7 0,-5 4 0,1-5 0,-4 1 0,-4 4 302,2 1 0,-3 2-110,2-1 1244,-7 1-667,3 6 1,-6 5 63,0 13-695,0-1 1,0 13-1,0-4 1,0 2 0,-1 1 147,-4-1 0,3-1-641,-2-5 16,2 1 1,2-1 0,0 0-2087,0 0 1520,0-6 699,0-2 0,6-12 0,5-5 0,5-5 0,5-4 123,1-2 1,1-2 222,6-5-199,-7 7 0,5-3 0,-3 6 1,1 2-1,-1 3 831,-5 4 0,-4 4-370,0 6-334,-1 0 1,-5 0 0,-1 1 0,-2 4 0,-2 5 273,-3 2 0,-1 2-100,0 1-269,0-1 0,0 0 1,-1 0-1,-3 0 1,-2 1-436,-2-1 0,-1-5-590,-5 1 588,-1-7 1,1 8 0,-2-6-1,-1-2 1,-2-1-444,2-2 1,-4 0 241,2 0 773,0 0 0,5-2 276,0-3 1,4 4-233,1-4-68,6 3 0,-2 2 0,10 0 567,4 0 1,4 0-149,1 0-483,0 0 0,5 0 0,2 0 0,1 0 0,3 0-434,2 0 0,1-4-250,1-1 486,6-6 0,-5 3 0,3-6 0,-3-2 0,-2-1-347,1-2 0,-3-5 44,-2 5 368,-3-6 1,-7 4 0,-1-4 0,-4 3 0,-4 1 112,-4 4 1,-2 3 162,-4 4-156,-3 4 1,-6 6-1,0 0 1,-1 1 0,1 4 24,0 5 0,0 4-2,0 5 55,-1 3 0,7 2 1,2-2-1,1-2 1,1-1 454,1 2 1,3-6-506,4 4-70,4-3 1,6-2 0,2 1 0,3-3 0,3-1-1,0-1 1,5-7-145,-3 2-62,3-4 0,1-5 0,-1-3 0,-2-1 0,-3-4-609,-1-6 1,-2 1 269,-5-7 406,0 7 0,1-10 0,-3 5 1,-1-2-1,-3 2 72,-1 2 0,-1 1 113,-1 4 551,-4 8-380,5 0 1,-7 15 636,-4 6-614,4 1 0,-6 7 0,7-5 0,0 2 1,0-2 614,0-1 0,0-2-716,0 1-158,0-1 0,0 0 0,0 0 0,2-1 0,1-2-144,2-2 0,6-5-138,-2 0 53,4-2 0,1-2 0,0 0 1,1-2-1,0-1-404,4-2 1,-3-6 35,3 2 536,-3-4 1,-3-1 0,-2 0 0,-4 0 0,1 1 714,0 3-407,-5-2 499,4 4-625,-7 0 0,-7 6-289,-2 7 14,3 6 1,-7-8-1,5 7 1,-1 1-901,-1 2-179,7-6-566,-10 6 879,12-11 616,-6 4 206,14-6 0,-4 0 1,6 0-769,2 0 428,-4-6-1405,5 4 1812,-10-11 0,-15-13 0,-10-12 0</inkml:trace>
  <inkml:trace contextRef="#ctx0" brushRef="#br0">4579 16505 8218,'-15'-27'283,"1"2"0,0 3 158,0 1 1070,6 3 0,0 8-711,3 1 0,2 12 0,-5 1-287,2 8 0,1 2-143,5 0 1,-2-5-235,-2 1 1,2-5-258,-3 4-527,4-6 165,1 4 0,1-7 0,4 0-3593,5 0 4076,-4 0 0,7 12 0,-6 4 0</inkml:trace>
  <inkml:trace contextRef="#ctx0" brushRef="#br0">4977 16704 8157,'-15'0'127,"6"0"0,-1 0 0,-1 0 1511,-1 0-677,4 0 1,0 5 731,3 0-1441,4 0 0,-4-7 0,10-1-51,4-2 1,-1-6-1,2 1 1,-1-2 91,-1-2 1,3-1 70,-6 1-329,-1 0 0,-4 0 0,0 0 0,0-1-41,0 1 1,-6 1 57,-3 4-125,2 3 0,-5 6 0,2 1 1,-2 4-1,-3 4-111,1 4 1,1 3 454,4 3-244,-4 3 1,12 2 0,-4-1-1,3 1 1,2 0 103,0-1 0,2-5-107,3 1-22,3-3 1,7-4-1,3-1 1,2-3-1,3-1-182,2-4 1,-3-2-557,2-1 499,-1-6 0,4-2 1,-2-6-1,-2-2 1,-3-1-102,-3-2 0,1-7 131,1 3 234,-3 2 1,3-1 0,-8 5 0,-3-2 995,-2 1-773,-1 9 95,-5 3 1,0 7 0,0 5-1,0 7 697,0 4 1,0 9 0,0-3-758,0-2 0,-2 6 0,-1-5 0,-2 2 0,2-2 246,1-2 0,2 4-495,0-5-77,0 0 1,-1-11-1,-2-2-255,-2 0 0,0-6 165,5 0-180,0-12 0,0-10 0,0-7 0,2-1 0,1-3-419,2-5 0,6 2 709,-2-2-27,4 6 1,1-1 0,0 8 0,0 3-1,2 3 150,3 6 1,-3 5 52,3 8-224,3 0 1,-8 2-1,2 3 1,-5 4-1,-1 4-1280,-2 1 0,-2 2-1456,-6 3 2041,0-4 1,0 11 0,0-7 763,0-2 0,-13 5 0,-3 0 0</inkml:trace>
  <inkml:trace contextRef="#ctx0" brushRef="#br0">6071 16505 8331,'0'-9'5054,"0"-1"-4365,0 7 0,0-2 0,0 10 1,0 5 420,0 2 0,0 4-762,0 3 1,0-2-1,0 7 1,0 1-1,-1 1 1,-2-1-139,-2-1 0,-1-1 0,2 4 1,0-2-629,1-1 1,-4-5-128,2 5 1,-4-7 0,4 2-312,2-3 1,0-8-45,-2-3 465,4-4 0,-4-1 1852,10 0-672,3 0 286,-1 0 0,4-1 1052,-6-4-1387,0 3-758,1-4 0,-3 4 1,7-1 113,1-2 0,2 1-600,1 4 419,-6-7 0,9 6 0,-3-6 0,2 3 1,0-1-88,-2 2 1,4 0 349,-4-2-14,3 3 1,-9-4 0,6 6 983,0 0-692,-6 0-18,-1 0 1,-7 2-351,0 2 0,0 0-147,0 5-556,0-6 1,0 10 257,0-4 1,6-2 344,3-3-3,4-2 0,1-4 1,1-2-1,-1-6 0,0-3 37,0-1 0,0 0 459,1 0-327,-7-7 0,3 4 0,-7-5 0,-1 1 1,-1 4-239,-2 1 0,-6 3-821,-4 4 697,-2-4 0,-3 12 0,1-4 0,-2 5 0,-1 5-1307,-2 4 1,0-1 290,5 2 559,0-1 1,-1 10 0,1 0 0,0-2-1,0-1-3628,0-2 4337,-1 1 0,-18-1 0,-5 0 0</inkml:trace>
  <inkml:trace contextRef="#ctx0" brushRef="#br0">5929 16690 8331,'-8'-6'2243,"2"4"1,6-6-508,0 4-1219,0 2 0,6-4 1,5 4-1,5-1 226,3-2 0,5 0-1474,-5 5 137,6 0 0,-3 0 0,5 0 0,-3 0 0,-4 0-2227,1 0 0,-5 0 2821,3 0 0,3 13 0,0 3 0</inkml:trace>
  <inkml:trace contextRef="#ctx0" brushRef="#br0">7195 16676 14378,'0'-14'1121,"0"-1"1,0 1 621,0 0 0,1 5 0,4 1-611,4 1 0,-1 3 0,2 5-817,1 4 0,0 3 1,0 6-1,-3 0-46,-2 0 1,4 5-158,-6 0 0,1 0 0,-5-4 1,0-1 386,0 0-867,0 0 314,0 0 1,-1-1 0,-3-2-381,0-1 0,-3-7-1013,3 1 1125,2-8 0,-4 1 1,6-9-1,0-2 1,0-3-748,0 0 1,1 1 474,4 2 491,-3-7 0,10 5 0,-2-3 0,4 3 612,5 2 0,1 2 181,4 2-236,-3-3 0,-7 12 1,0-2-1,0 4 535,1 4 1,-3 6-67,-2-1-700,2 2 1,-10 2 0,3 2 0,-2 2 0,0 1 327,2-2 0,-1-6-1433,-4-2 461,0 1 0,0-1 1,0 1-1925,0 1 1307,0-5 786,0 1 1,-1-9 0,-2-4 0,-2-7-797,2-4 0,8-2 568,4 5 371,-3-7 1,7 5 0,-4-3 0,4 3 0,1 2 1097,0 0 1,-4 5 159,-1-1-307,1 7 1,4-8 0,0 8 34,1 4 0,-8 1-271,-2 7-321,3 1 0,-6 9 1,2 0-1,0-2 0,-1-1 167,1-2 0,3 3-2036,-2-2 604,-4 2 0,7-9 0,-3 5-887,4-4 0,4-3 468,1-6 1095,0 0 1,2-6-1,1-3 1,2-4 0,0-3 181,2-3 1,-5-1 745,3-4-245,3-3 1,-6 11-1,3-3 1,-4 4-1,0 0 757,-1 1 1,0 6 507,0 3-1203,0 4 0,-4 1 1,-1 1-1,2 4-58,2 5 1,-3 2-1112,-1 3 470,-6-8 0,8 6 0,-6-3-1442,-2 2 480,-1-4 930,-2-2-11,0-6 0,-7 0 203,-2 0 69,3 0 1,-7 0 0,2 0 0,-5 0 0,-3 0 447,2 0 1,-4 0 319,2 0-441,0 7 0,0 1 0,0 4 0,2-1 1,3-1 166,4 1 0,-2 2 230,2 1-645,4 0 0,0 0 1,7-1-1,4-2-842,4-2 1,9-6-82,1 2 574,6-3 1,-8-4 0,6-1 0,-1-3-1,-2-2-111,1-3 0,2-2 82,-4-1 311,0 0 1,-4 0-1,-1-1 1,-2 1-1,-1 0 1366,-1 0-599,-7-1 2567,3 1-2305,-6 6 0,0 4-660,0 8-348,-6 4 0,5 6 0,-4 1 0,3-1-674,2 0 1,2-4-1052,3-1 1160,2-6 1,8 8 0,0-6-1,3-2-1065,1-1 0,1-4 827,-1-3 832,-3 4 0,5-10 1,-7 4-1,0 1 1,0-2 2063,0 0-1086,1 5-462,-1-3 0,-5 6 0,-1 1 1,-1 4 1012,-4 5 1,-2 2-478,-1 3-617,0-8 0,0 6 1,0-3-551,0 2-427,0-4 391,-6 5 1,3-12-1,-5 2 1,2-6-1148,2-6 1,3-4-1352,1-1 2180,0 0 1,1-2-1,4-1 1,5-2-1,2 1 285,3 2 0,-6 4 632,1 2-197,-1-2 1,5 10 0,0-3-1,1 4 1,-1 2 515,0 4 0,-1-2-549,-4 7 139,4-1 0,-7 10 0,5 0 0,-3-2 0,0-1 352,0-1 0,-3-6-2240,4 0 974,-6 1 1,10-2 0,-4-3 0,6-4-564,4-1 1,-4-1-476,4-4 1323,-3-3 0,3-6 1,0-2-1,0-1 1,0-2-119,0 1 1,0 2 1410,-5 2-543,0 6 0,1-3 0,-1 7 1565,0 0-967,0 3-747,0 1 0,-4 0 0,-2 1 270,-2 4-1191,-1-3 76,-5 4 172,0-6-169,0 0 0,-6 0-30,-4 0 1,-3 0-201,-1 0 764,-6 0 1,2 5-1,-4 1 1,0 2 0,0 1 346,-3-1 0,4 5 719,2-4-932,3 4 0,2 1 0,0 1 0,1-1 19,4 0 1,2 0-541,7 0 120,7-6 1,1 3 0,7-6 0,4-2 0,5-1-308,3-2 0,-3-2-186,-1-3 597,1 4 1,0-12 0,-1 4-1,1-4 1,-2 1-223,-3 2 1,-8-3-14,-1 4 1773,-7 3 1,8-7 592,-6 3-1041,-1 4-987,-4 0 1,-4 12 0,-3 2 710,0 0-1208,3 5 184,-2-12 0,8 10 0,2-6 0,6-2 0,2-1-513,3-2 1,-1 0-136,0 0 784,7-7 0,-1 1 1,5-5-1,-1 2 1,0-3 179,-2 0 1,5 2 354,-3 1-278,-4 6 1,5-8-1,-6 6 1,0 2 0,0 1 172,0 2 0,2 2 352,-2 3-497,-4-4 1,3 12 0,-7-4 0,2 2 0,-4 0 50,-1-1 1,1-5-273,-4 4-66,0-6 252,-5 10 364,0-12-339,0 6 0,-6-7 1,-4-2-1,-3-1 1,-2-2-445,-4 2 1,1 0 255,-5-2 10,5 4 1,-9-6-1,5 7 1,0 0-1,2 2-165,-1 3 0,5-2 785,-3 6-573,4-6 0,2 10 1,3-3 158,6 2 0,2 2-417,2 1 293,13-8 1,-2 0 0,12-7 0,3 0 0,1 0-20,1 0 1,-4-5 126,-1 0-71,1-6 1,0 5 0,-2-5 0,-2 1 0,-2 1 306,-2 1 0,-7-3 42,1 6-189,-1 1 244,-1-3 1,-2 12-255,-6 0 73,0 6 0,-1 8 0,-2 1 1,-2 2-1,0 4 689,-1 0 0,4 3-548,-3-1-336,4 1 1,-4-1 0,0-1-1,1-2 1,-1-3 73,0-1 1,-6-4-400,2-7 212,2 2 1,-5-8-1,2 4 1,-2-2-1,-4-5 82,-3-4 1,3-5-402,-3-6 143,10 0 0,-2-2 0,6-3 0,2-3 0,1-2-163,2 1 0,6 1-48,4-2 394,9-3 1,3 10-1,6-5 1,1 1 0,1 2 78,3-2 0,-1 6-182,5-4 205,1 3 1,-1-3-1,-4 0 1,-5 2 0,-2 1 258,-3 2 1,-10-1 481,1 1-962,-9 0 0,1 0 1,-7 0-1,-4-1 0,-5 3-660,-2 2 0,-7 4-368,0 6 954,0 0 0,0 1 0,0 6 0,2 5 0,1 7-5,2 4 1,6 0 453,3 6-186,3-1 0,2 1 0,2-3 0,3 0 0,4-3-350,4 3 1,7-7-292,4-5 411,3 0 1,1-12 0,1 2-1,-1-2 1,-1-2-4552,-3 0 4776,-4-6 0,-5-28 0,-1-11 0</inkml:trace>
  <inkml:trace contextRef="#ctx0" brushRef="#br0">10578 16463 8284,'0'-21'338,"0"5"0,0-3 1,0 4 2072,0 0-1908,0 7 1,0 4 0,0 8 0,-1 7 0,-2 5 0,-2 5 1226,2 1 0,1 2-1339,2 4 1,0 0-1,0 2 1,0 2 303,0 1 1,0-1-529,0-8 0,0 2 1,2-3-1,1 0-613,2 1 0,-1-7 1,-4 2-1720,0-3-156,0-8 1703,0-2 1,0-9-1,0-5 1,-1-8 0,-2-3-875,-2-1 1,-6-5 845,1 1 557,-2-3 1,-1-1 0,2 1 0,3 3 0,2 5 71,3 3 1,1 7 397,2-1 61,0 7 0,6-3 0,6 6 1,5 0-1,7 1 1036,2 4 1,3-3-504,-1 3-840,1 2 0,-6-5 0,1 3 0,1-4 0,1-1 38,-3 0 1,3-1 209,-7-4-652,0 3 1,-10-10-1,-1 2-168,-2-2 751,-1-3-44,-5 8 1,0 2 152,0 10 1,0 2 359,0 8-500,0-1 1,-5 5 0,1 1 0,0 1 0,1 1 284,-2 0 0,4-4-280,-4 0-567,4-2 0,1-1 0,0-1-886,0 0 1,0-5 331,0 1 615,0-7 1,0 2-1,1-8 1,2-4 0,4-1-374,1-3 1,1-6 1001,5-2-287,0 0 1,-4 6 0,-2 2-1,0 3 960,0 2 332,1 1-957,5 5 1,-6 2 0,-1 3 0,-1 4 412,3 4 1,-1 1-332,2 0-580,-1 1 0,5-3 1,1-2-1,0-4 0,4-1-342,5-1 0,-2 1 165,2-5 44,0-6 0,2-2 1,0-8-1,-3-1 1,0-4-85,-6-1 0,2 0 72,-10-2 358,-2 4 0,-3 1 1,-8 1-1,-6 6 311,-2 5 0,-4 6-519,-3 1 14,3 6 1,-9 2-1,6 8 1,1 1-1,3 4 120,0 1 0,6 0 311,-1 2-400,7 3 1,-3-12-1,8 4 1,4-3-1,8-2-95,8 1 1,7-8 155,4-2-236,-3-3 1,9-2 0,-6-2-1,-1-3 1,-2-4-1010,-1-4 1,-3-1 317,-2 0-862,-10 0 0,-3 0 1,-6-1 1716,-2 1 0,-39 19 0,-11 4 0</inkml:trace>
  <inkml:trace contextRef="#ctx0" brushRef="#br0">12313 16733 8368,'-8'-7'740,"3"-2"0,4-4-25,1-1 0,0 0 0,0 0 1,0-1-1,0 1 0,-2 0 184,-3 0 1,2 0 0,-6 1-155,-2 3-763,4-2 0,-5 10 1,2-1-1,-2 6 1,-3 7 405,1 2-384,0 3 0,0 4 0,0 1-186,-1 2 0,6 0 42,-1 2 0,7-2 0,-1-5 1,2 2-845,2-1 760,6-9 1,2 2-1,8-6 1,3-2 0,5-3-719,2-5 1,4-4 190,4-10 599,-4 3 1,4-11 0,-5 4 0,-2-4 0,-2-3-50,-1-3 1,-7-2 205,2-3 234,-9-3 1,1 5 0,-7-5 0,-1 3 0,-3 6 423,-4 7 0,-4 6 239,-6 9-669,6 4 1,-5 8 0,4 4 0,-4 8 0,0 8 205,4 5 1,-4 8 232,4 3-405,2-3 1,1 6-1,6-5 1,0 2-1,0-2 245,0-1 0,0-2-250,0-4-303,6-1 1,2-1-1,7-4 1,-1-4-1,0-4-262,0-6 0,0-3 98,1-6-60,-1 0 0,0-1 0,0-5 1,2-7-1,1-4-212,2-1 1,0-2 461,-4 1 2,-1-7 1,0 11 0,0-6 0,0 2 554,1 0-30,-7 0-111,4 11-60,-10 2 0,3 12-9,-10 4-415,3 2 1,-4 3 0,6-1 0,0 0 0,0 0-678,0 1 1,0-6 142,0 0 297,6-5 0,-3 4 0,7-5 0,1 1 0,3 0-211,5-3 0,-2-7 568,7-4-45,0 4 1,4-7-1,1 4 1,-1-4-1,-1 1 298,-3 2 1,3 2 595,-4 4-606,-2 2 1,4-4 0,-6 7-1,-3 4 1018,-5 4-653,2 4-537,-12 1 1,5 1 0,-6-1 0,-1 0 0,-4 0 0,-4 0 1,-6-4-129,-4-1-191,4-6 0,-12 4 0,5-7 0,-2 0 0,0 0-1750,-1 0 1601,4 0 1,-4-7 0,5 0-129,-2-1 0,6-5 172,2 4 1,1 1 0,8-2 3,2-1 1,3 0 430,5 2 1,3 2 0,7 7 0,3 0 353,1 0 0,6 0-250,-1 0-225,3 0 0,1-4 0,0-1 0,1 0 0,-1 0-483,1 1 1,-1-7-920,1 1 1005,5-3 1,-4-6 0,4-1 0,-4-2 0,-4-2-279,-2 2 0,-3-5 395,-7 3 257,-6-2 1,-2-1-1,-6 1 1,0 4 0,0 2 786,0 2 1,-1 4-56,-4 5-220,3 2 0,-10 7 0,4 4 1,-2 4-1,2 7 771,2 6 1,0 3 331,1 4-1167,3 7 1,-4-5 0,4 4 0,-1 0 0,-1-1 767,0-2 0,3 3-1156,1-6-125,0 4 1,0-12 0,0 4-1,0-5-3257,0-3 2039,0-2 450,-7-6 1,4-4 0,-6-7-1,-2-5 1,-2-3-1473,-1-4 0,0-9 1166,0 0 1147,-1-3 1,1-1 0,0 1 0,1 3 0,2 4 15,2-1 1013,6 5-651,-4-4 1,14 12 0,2 2 0,5 1 0,7 0 1620,7 2 1,1 1-30,4 2-1574,3 0 1,-4 0 0,4 0 0,-1 0 0,-4 0 43,-1 0 1,-1 0-151,-1 0-196,-6 0 1,-1 0 0,-7 0 0,-1 2 0,-4 3-45,-4 4 1,1 1-80,-1 4 243,0-3 0,-5 10 1,0-6-1,0 3 0,0 1 1255,0-2-976,0 5-319,-7-6 1,6 5 130,-4-7 1,2-6 516,-2-4-721,4-2 0,-6-8 1,7-4-1,0-2 0,0-4-483,0-3 0,0 1-382,0-5 545,0 5 1,0-4 0,0 5 0,0-2 0,2 1-547,3 3 0,-2 2 159,6 4 299,1-4 1,4 10-1,0-5 1,2 2-1,1 2-673,2 3 0,0 1 151,-4 0-42,-1 6 1,-5-3 0,1 7-1,1 1-2676,1 1 3563,-4 3 0,-1 18 0,-7 5 0</inkml:trace>
  <inkml:trace contextRef="#ctx0" brushRef="#br0">13920 16591 8368,'0'-10'710,"0"1"0,0 4 297,0-5 2919,0 7-266,0-9-3378,0 10-20,0-11-337,0 12-876,0-6 0,0 9-606,0 3 0,0 3 1,0 6-719,0 0 1,0 0 1053,0 1 1092,0-1 0,0 0 1,0 0-1,0 0 129,0 1 0,0-6 0,0 1 346,0-7 1,0 9 3265,0-2-2015,0-4 4129,0 7-3916,0-12 0,0 7-1370,0-3-390,0-3-2528,0 4-175,0-6-624,0 0 0,0 0 0</inkml:trace>
  <inkml:trace contextRef="#ctx0" brushRef="#br0">14176 16249 8252,'0'-14'650,"0"0"1,0 0 3588,0 0-3144,0 6 0,0 3-673,0 10 1,-5 3-1,-2 7 1,1 4 587,0 5 0,-4-2-76,6 2-764,-7-1 0,9 6 0,-4 1 0,1 0 1,0 0-182,2-3 1,0-2 39,-2 3-100,4-5 1,-6 2 0,7-6 0,0-2 0,-1-1-1114,-4-2 0,3-4 489,-2-1 102,2-6 0,2 2 1,2-10-1,2-4 136,6-4 0,4-3 497,5-3-47,-3 4 0,9-7 0,-4 4 0,-1 1 1,2 3-16,0 3 1,-4 7 1017,1 0-544,-4 2 1,4 2 0,0 2 0,-3 2 750,-5 6 0,-4 7-442,-7 2-611,0 6 0,-2-4 1,-4 3-1,-7-4 1,-6-1-538,-3 0 1,3 0 19,-5-5 107,1-6 0,-1-1 0,0-6 1,1 2-1,0 2-1168,4-2 1,4-6 472,0-2 677,8-6 0,0 3 0,7-6 0,0 0-68,0 0 1,0 4 382,0 1 4,0 6 1,7-4 0,2 7 0,4 0 580,1 0 1,-3 0 567,3 0-973,-3 7 0,11-6 0,-3 4 0,5-4 1,3-2-352,1-4 1,1 2-78,-1-7 69,1 1 1,-1-5-1,0 0 1,-1-1 0,-1 1-215,-3 0 1,-7 0 7,-2-1 748,1 8 0,-14-1 143,4 3 1,-5 10 482,-5-1-758,-3 7 0,-1 4 0,1 0 0,0 3 0,2 1 333,-1-2 1,3-1-283,4-2-390,0 0 0,1-1 0,4-2 0,4-3-1121,4-2 0,1-1 455,0-5 362,1 0 1,-1-5 0,0-1-1,0-2 1,0-3-301,1-2 0,-3-1 289,-2 0 359,2 0 0,-8 0 1,4-1 1137,-2 1-68,-1 6-764,-5 8 0,-5 8 1,0 6-1,2 1 254,1-1 1,2 0-543,0 0-15,0 0 1,0-4-1,2-1 1,3 1-284,4-2 0,5-2 68,5-6 115,-3-6 0,6-4 0,-3-7 0,3-4 0,0-1-195,-3-3 0,2-2 148,-2-1 146,0-7 1,-5-1-1,-1-7 1,-2 2 0,-3 3 146,-2 5 1,-1 4-206,-5 6 237,0 8 0,0 11 1,1 10-1,2 8-16,2 8 1,0 5 738,-5 2-615,0 5 1,0 1 0,-2 3 0,-1-5 0,-3-3 214,-2-1 1,0-2-1178,-1-4 516,-4 4 1,5-16 0,-6 2 0,0-4 0,-1-2-1139,1-1 0,0-1 225,0-5 669,0-7 0,4-1 0,2-7 0,2-3 0,1-2-114,-1-2 1,4 4 412,-3-1 320,10 3 1,-2 2 0,7 0 0,1 1-1,2 4 207,1 4 0,2 4 1207,3 1-1213,-4 0 0,11 0 1,-6 0-1,2 0 0,2 0 349,-2 0 0,3 0-777,-6 0 6,0 0 0,-5 0 0,2 0 1,0 1-1,0 2-76,-4 2 1,-5 6 226,2-1-28,-6 2 0,4-2 0,-7 1 1,0 3-1,0 3 650,0 1 1,0-1-83,0 2-562,0-3 1,0 4-1,0-5 1,0-1 0,1-2-493,4-2 0,-2-2 271,7-3-245,-1-4 1,5 4-1,1-10 1,-1-4-594,0-4 0,0-1 188,1 0 426,-8-7 0,4 5 0,-4-3 187,1 4 976,-5 0 66,3 7-64,-6 2 1,2 11-425,2 0 1,-2 6 19,3-2 0,1-1 1,0 0-1,2-2-182,3-3 0,2 4-123,1-3-325,0 1 0,-4-5 0,-1 0 0,2 0 1,2-1-209,1-4 0,-4 2 213,-1-7 1,-6 1 14,2-5 0,-3 4 0,-2 1 0,-2-2-89,-3-2 0,-7 5-93,-7 3 363,-6 4 0,2 1 1,-5 0-1,0 0 0,1 0 240,3 0-75,-3 6 0,8-3-497,0 7 1,2-6 247,12 6 0,7-7 50,7 2-27,4-4 0,7-1 1,4-1-1,3-4 1,1-3-111,1 0 0,-1-4 12,1 2 348,-1 4 1,5-5-1,-1 4 1,-4 1-1,-4 0 479,-3 3 0,-2 1-289,-5 2 0,-2 6-67,-2 4 1,1-1 0,-6 4 0,-2 3 556,-2 0 1,-1-1-323,0 0-591,0-1 1,0-5 0,0 1-677,0 1 0,2-5 407,3-1 126,-4-10 1,12-3 0,-4-6 0,6 0-1,2 0-667,2-1 0,0 1-43,-5 0 968,7 0 0,-4 4 1,5 2-1,-1 2 1,-2 4 895,1 6 1,-4-1 773,3 6-1334,3 7 1,-6 0-1,3 3 1,-3-2-1,-4 1 625,-2 0 1,1 1-1770,-6-4 41,-1-7 0,-4-1 1,-1-3-1350,-4 0 0,-3-1-1756,-6-7 2467,0 2 1,-1-10 1347,1 2 0,-19-47 0,-5-12 0</inkml:trace>
  <inkml:trace contextRef="#ctx0" brushRef="#br0">16749 16392 7956,'-8'-15'145,"-3"-4"1,5 0-1,-2 4 1,-2 2 0,1 5 3208,-1 2-2845,1 1 1,-5 0 0,-1 2 0,1 3 0,-2 5-1,-1 3 735,-2 3 0,0 6-999,5 2 1,1 5-1,2-4 1,3 1 126,2-1 0,1-1-421,5-4 1,7-1-1,2 0 1,5-1-108,5-4 1,2-3 0,4-6-1,-1 0-589,1 0 1,0-4 87,-1-1 486,-3-6 0,-9 8 1,-1-5-1,-3 0 0,0 2-281,0-1 362,-5-4 35,3 10 0,-12-10 625,-3 6 193,2-6-617,1 9 0,6-6 1,2 4-1,2-4-56,6 0 0,2-5-310,3 4 46,5-4 0,-2-6 0,5-1 0,1-3 0,-2-2-331,-3-2 1,2-1 132,-3 0 404,-5-1 1,-5 1-1,-5 1 1,2 3 0,-4 7 335,-4 6 1,0 4-132,-6 7-102,-1 0 0,-9 7 0,0 4 1,2 6-1,1 7 577,2 3 1,0 7 388,-1 4-784,1-3 0,2 6 1,2-3-1,5 5 0,4 2 453,1 3 0,0-1-604,0-4 1,6 0 0,4-1 0,2-1 128,2-3 1,-1-3-345,-3-7 79,-4-6 1,-6-1-1,0-7 1,-2-1-1,-2-4-33,-6-4 1,-3-3 236,-1-2-395,0-7 0,-5 4 0,0-6 0,2-2 1,1-2-325,2-1 0,1-5 186,4 0-129,2-6 0,7 4 0,2-4 0,3 1 0,4-1-1515,4-2 1,6 3 740,0 1 324,6 5 1,-5-1 0,6 10 877,-3 4 0,39 29 0,-24-8 0,0-1 0</inkml:trace>
  <inkml:trace contextRef="#ctx0" brushRef="#br0">17915 16363 7989,'0'-24'0,"0"2"0,-2 0 196,-3 0 0,-2 5 1,-8-1-1,1 7 1,-2 7 1037,-3 2 1,2 2 0,-5 2 0,0 2-435,0 6 0,3 7-476,-5 2 1,5 6 0,-3-1-1,3 3 115,6 1 0,1 1-250,7-1 0,0-4-367,5 0 0,0-7 0,2 2 1,3-5-31,4-4 1,5-4-995,5-6 902,-3 0 1,11-2 0,-3-2-1,1-6 1,-1-3-428,-6-1 0,3 0 564,-2 0 1,0 0 0,-5-1 0,0 1 524,1 0 0,-6 4 853,1 1-226,-7 6 595,3-10-1011,-6 18-372,-6-3 1,4 12 0,-4-2 0,1-1-433,0-1 53,1-1-350,4-1 1,1-1 0,5-7 0,7 0-209,4 0 1,9-7 257,-3-2 367,4-4 0,3-1 0,2 0 0,3 0 0,-1-1-140,1 1 0,-2 1 772,-4 4-285,-1 3 0,-6 6 0,-3 0 0,-3 0 238,-2 0 1,-6 1-398,-3 4 28,-3-3 1,-2 5-28,0-2 1,0-2-37,0 7 100,-7-7 1,4 3-1,-6-6 1,-2 0-1,-2 0-355,-1 0 1,-5 0 172,0 0-58,0 0 0,0 0 1,-2 0-1,-1 2 1,-2 1 9,2 2 0,-3 6 138,6-2-72,0 4 1,5 1 0,0 0 0,1 1 0,4-1 227,4 0 1,3-4 101,2-1-281,0 0 1,8 1 0,5-2 0,6-2 0,3-3-144,3-1 1,0-8-78,-1-4 104,3-3 1,-5-2 0,5-4-1,-2-5 1,-3-3-104,-1-1 1,3-1 301,-5 1-124,0-1 1,-10-5-1,1-4 1,-1-2-1,-1 2 75,-3 5 0,-4 5 574,-1 4-516,0 4 1,-1 12 0,-4 3-1,-3 6 1,-1 7 29,-1 7 0,1 10 227,-6 3-227,1 1 1,1 10 0,4-4 0,4 1 0,4 2 259,1-1 0,0-3-180,0-5-278,0-1 1,6-1 0,3-3-1,6-7 1,2-6-314,2-6 0,6-4 158,-1-1 60,-3 0 0,5-7 0,-2-6 0,1-6 0,2-2-477,2 1 1,-9-5 163,9 1 411,-4 3 0,3-4 0,2 6 1,0 2-1,-1 3-14,-7 4 0,0-1 259,-3 6-148,-6 1 0,-1 4 1,-4 1-1,0 4 144,-3 4 0,-4 4 175,-1 1-228,0-6 1,0 0 463,0-3-244,0-4-173,0 6 1,-1-7-1,-4 0-159,-4 0 1,-4-2-139,-1-3-68,0 4 0,-1-6 1,1 7-1,-2 0 0,-1 0-60,-2 0 0,-2 2 269,2 3-48,4 3 1,-11 4 0,7-1 0,2-1 0,1 2 139,2 6 0,5-2 17,-1 3-82,7-4 1,-2 0-1,10-1 1,6-2-25,6-2 0,1-4 13,5-6-107,1 0 1,5 0 0,-1-1 0,-1-4 0,-2-5-50,-1-2 1,-5-4 65,4-3 72,-5 3 0,2-11 0,-7 4 0,-4-6 0,-2-2-21,-1-2 1,-4-7-193,2 2 165,-2 3 0,-7 1 1,-1 7-1,-2 5 325,-3 7-547,-2 8 281,-1 7 1,2 12 0,0 7 0,5 6 0,-1 5 462,0 4 0,5-3 183,-2 7-358,3-6 0,2 2 0,0-5 0,0 1 0,0 0 221,0-2 1,7 2-294,2-11-253,4 0 0,1-5 1,2-1-1,1-3 0,4-6-457,1-2 0,-3-4 81,4-2 138,1-11 0,5 0 1,-1-6-1,-1 2 1,-2-1-373,-1-3 1,3 1 266,1-1 277,-3 2 0,-6 7 0,-1 0 1,-4 1-1,-5 2 139,-2 1 53,-3 7-108,-4-3 1,0 12-1,0 4 1,0 2 0,0 3 343,0-1 0,5 2-54,0 3-170,0-4 0,-4 11 0,4-7 0,3-2 0,1-1 157,1-2 0,-1 0-113,6 0-174,-8 1 0,6-6 0,-3-1-203,2-2 1,2 4-1,1-5-103,-1-2 0,0-3 174,0-5 46,1-3 0,-1-6 0,0 0 1,0-2-1,0-1 47,1-2 0,-1-5-33,0 5 0,-1-5 0,-2 5 0,-3 2 11,-2 1 0,-1 7 214,-5-1-311,0 7-679,0-3 334,0 6 532,0 6 1,-5 2 0,0 6 452,2 0-257,-5 1 87,7-8 0,-7 6 170,3-3 17,3-4 251,-4 0-114,6-6-265,0 0 1,-2 5-547,-2 0 0,1 1-283,-7-1 110,7 3 0,-3 6 0,6 0 193,0 0 1,1-4 0,4-2 123,4-2 0,4-1 0,1-5 0,0 0-45,1 0 0,1-7 33,2-2 0,0-1 1,6-2-1,1-4-36,2 0 0,-4-6-164,1-2 170,0 4 1,4-5 0,-1 6 0,-3 1-1,-4 4 58,1 5 1,-5 2-93,3 7 130,-4 0 0,-2 2 1,-4 3-1,-2 6 1,-2 4 172,-1 4 1,1 2-218,-5-2 216,0-3 0,-5 6 0,-1-5 0,-2 2 0,-1-2 18,1-1 1,-5-3-817,4-4 388,-4 4 1,-1-11 0,-2 2 0,-1-1 0,-2 1-687,1 0 0,2 1 196,2-5 490,0 0 0,0-5 0,1-1 1,2 0-121,2-1 0,5 1 337,0 1-260,2 4 444,2-6-86,0 7 61,6 0 0,-2 0 0,5 0 1,4 0-1,2 0 259,4 0 0,7-4-39,-3-1-280,-2 0 1,6 1-1,-3-3 1,2-1-1,4-3-404,4-1 1,-4 2-3,3 1 245,3-1 1,-4-4-1,4 0 1,-1 0 0,-4 1 116,-1 3 1,-6 4 339,0 6-221,-7 0 0,4 2 0,-9 2 0,-2 6 1,-5 3 425,-4 1 0,-1 0-56,0 0-325,0 0 0,-11 1 1,-3-1-1,-2 0 0,-1 0-44,-2 0 0,-3-4-288,-7-1-286,1-5 0,-1 2 1,2-6-1,2 0 1,1 0-2003,-1 0 0,5 0-1048,1 0 1866,-3 0 1568,6 0 0,-11-32 0,5-7 0</inkml:trace>
  <inkml:trace contextRef="#ctx0" brushRef="#br0">21370 15894 8252,'-15'0'568,"0"0"0,-4 2 1,-5 4 5089,-3 8-5345,-1 7 1,-7 9-1,-1 3 1,-2 6 0,1 7-1,4 6 1,6 4-1,8-1 1,8-2 248,7 0 0,2-3 0,4 2 1,4-4-124,8-4 0,11-8 191,9-3-517,5 4 0,-4-9 0,4 1 1,-1-9-1,2-4 228,1-2 0,0-1-36,-3-4-25,-3-2 1,-13-7-435,-3 0-50,-10-7 53,-9 6 0,-3-10 0,-7 6 0,-1 0 1,-1 0-1997,-2 1 0,-1-1 349,1 5 73,0 0 0,0 0 0,-1 0 1725,1 0 0,-32 0 0,-7 0 0</inkml:trace>
  <inkml:trace contextRef="#ctx0" brushRef="#br0">26858 7194 9744,'-14'0'97,"-1"0"0,1 0 0,0 0 0,0 0 0,-1 0-58,1 0 1,0 0 0,0 1 0,0 2 0,-2 4 0,-2-1 4,-1 0 0,-1 4 1,3-4-1,-2 2 24,1 3 5,-4-5 1,2 7 0,-6-4 0,3 4 0,-3 3 89,-1 3 0,-1-3-74,0 3 0,-1-4 0,1 0 0,1 0 112,3 4 1,-3-3-45,4 3-168,2-3 0,-1 3 0,5 1 0,-4 2 0,0 2 71,1-2 0,1 4-118,5-8 88,0 8 1,-2-4-1,-2 5 1,-1-2-1,2-3 47,1-1 0,2 2-221,0-4 166,-7 7 1,7-6-1,-2 5 1,5-1-1,0 3 212,-1 5 0,-7-1-62,0 7-148,0-6 0,0 9 0,-2-5 0,-1 3 0,-3 1 18,-2-1 1,-2 6 54,1-7-106,6-4 1,-5 9 0,3-3 0,-1 2 0,1-1 17,5 0 1,-1 2 31,1 4 72,-6-2 0,4 8 0,-4-5-88,1-3 1,0 4 0,-6 0-1,-1 0-94,-2 0 1,-1 3 119,6-4 1,-2 2-111,-3 3 1,3-8-1,-3 9 1,3-5-17,1-2 1,-1 7 113,-3-2 1,8-1-11,-4 1 0,6-5 0,-3 5 0,3 2 59,-3 1 0,1 1 2,1-4 0,-2 3-56,2-3 1,-3-1 0,-1 1 0,-1 0 84,1-1-49,-1 4-107,1-11 1,-1 11 53,1-2 1,0-3-1,-1 1 1,1-2 48,-1-4 0,-1 6-5,-3 1 1,3-3-40,-3-2 1,1 2-1,1 0 1,-4 2 1,-1 3 0,4-1 15,-1-1 0,3 2-86,1-6 1,1 0-1,-1-2 1,1 2 80,0-2 0,4 2 20,0 0 1,5 6-7,-4-2 0,5-3 0,-1-2 1,3-3 21,2-1 1,-5 1 71,0 4 1,0-6-107,5 1 1,0-1-1,0-4 1,-1 5-12,1 4 1,5-7 28,-1 3 1,6-4-92,-6 4 0,7-5 0,-2-2 0,2-1-68,-2-4 0,4 4 128,-4-2-41,3 0 1,2 1 0,0-1 0,0-2 0,0-1-60,0-1 1,2 4 85,3 0 0,-4 2-13,4-2 1,-3-3-1,-2 3 1,1-1 2,4 1 0,-4-3 33,4 3 1,2-3-34,-3-1 0,6 4 0,-4 0 0,2-1-32,3-2 0,-3-2-3,1 0 1,1 6 85,4-1 0,0 0 0,1-5 0,-1 1-24,0-1 0,0 5-21,0 1 0,1-6-16,-1-4 1,0-1 0,0 7 0,-1 0 10,-4-1 0,4 2 13,-3-7 1,-3 3-29,3 1 1,-2 1 0,3 1 0,-2 1 11,2 3 0,2-1 35,1-5 1,0 5-5,1 1 0,-1-1 0,0-5 1,0 1-5,1-1 0,-1 1-96,0-1 0,0 0 74,0 1 1,1-6 0,-1 1 0,0 1-17,0 2 1,1-3-5,-1 0-12,0-1 1,2 6 0,0-2 0,-1-2 0,-2-3-4,0-1 1,-1 2 16,2-4 0,1 2 55,-1-2 1,-1-3 0,-2 1 0,-2-4 21,2-4 1,-3-1-20,2 1 1,-6 2 23,6-6 0,-7 2-30,2-3-115,-4-2 352,-1 4 148,0-6 575,0 0-11,0-6-1184,0-2 140,0-6 1,0 0-1,0-1-11,0 1 1,0 0-1,-1 0 1,-3-1-158,0 1 0,-6 0 27,6 0 1,-3 0 127,2-1 1,2 1 0,-5 0-1,2 0 64,3-1 0,-3 6 75,1 0 120,0-1 1,0 1-33,1-1-434,-1 7-289,5-3 61,0 6 0,0 1 404,0 4 0,0 3 124,0 6 0,5 0 1,1 2-1,2 1 280,3 2 0,-3 2-270,1-2 0,-4-2 40,5 7 0,-3-7 0,4 2 0,-3-1 3,-1 1 0,2-4-1,-4 4-93,6-3 1,-8-2-103,7 1 649,-7-8 64,3 0 400,-6-7-926,0 0-76,0-7 1,-1 6-557,-4-4 403,-3 4 0,-2 1 1,1 0-1,-2 0 1,-2 0-326,-1 0 1,5 0 159,-1 0 348,1 0 0,-1 0 0,2-2 0,0-1-152,0-2 1,4-4 1,-6 4 43,7-6 0,-3 8 0,6-7 1,1-1-404,4-1 883,-3-3-227,10 1 1,-10 5-1,4 1 1,-1 0 110,0 0 1,-1 3 48,-4-4-234,7 6 0,-6-5 0,4 3-75,-3-5 1,-2 3 131,0-3-355,0 7 1,0-5-1,0 3-411,0-4 0,0-4 337,0-1 97,0 6 0,0-5 0,0 4-1,0-4 0,0 4-590,0-1 318,0 7 446,0-3 519,0 6-250,0 0 1,0 6 0,1 4-6,4 2 0,-4-2-216,4-1 62,-3 1 0,-1 4 0,3 0 0,0 0 0,1 1 265,1-1 0,-4-5-227,3 1 1,-2-2 157,2 1 0,-4 4 607,4-4-315,-4-2-258,-1-1 1,5-5 294,0 4-729,0-3-175,-5 4-118,0-6-294,0 0 537,0-6 565,0 4-337,0-4 1,-7 6 0,-2 0 0,-4 0-178,-1 0 0,0 0-17,0 0 165,-7 0 1,-1 0-1,-7 0 1,1 0-1,0 0 104,-1 0 1,5 6-125,1 4-37,5-4 1,-4 5-1,6-5 1,1 1-160,2-1 0,8 0 67,1-1 102,2-3 237,2 4-118,0-6-96,6 0 45,-4 0 1,6 0 166,-3 0-75,-4 0-389,5 0 1,-4 0-474,3 0 1,3 0-2044,6 0 2004,0 0 0,0 0 1,1 0 743,-1 0 0,63 19 0,-30-7 0,-1 0 0</inkml:trace>
  <inkml:trace contextRef="#ctx0" brushRef="#br0">24839 14543 15508,'-10'-6'-930,"2"-3"0,1-4 1191,-1-1 0,5 4 509,-2 1-162,3 6 0,4-4 476,3 7 241,-4 0-781,5 0-531,-6 0 484,0 0 0,0 7-222,0 2 1,5-1 67,0 1-186,0-5 1,-5 8 0,0-2 0,0 2 101,0 3 1,0-1-599,0 0 311,0 0 1,0-3 0,0 2-1,0 3 1,0 0-61,0-1 0,0 1-641,0 3 728,0-3 1,-2 9 0,-1-4 0,-2-1 0,2 1 5,1-4 0,2 4 133,0-2-156,0 0 1,5 0-1,0 1 1,-2 1-1,0-1-66,2-2 0,-3 2 73,2-1-154,4 6 0,-6-9 0,4 3 0,-1-2 0,0 1-164,-2 1 1,3 1-21,-1-1 273,-1-3 1,-2 5 0,1-6 0,2 3-1,-2 1-56,-1-2 0,-1-1-58,4-2 149,-3 0 1,4 1 0,-6-1-1,0 0 1,0 2-143,0 3 0,0-4 11,0 4 141,0-3 0,2-2 1,1 2-1,1 2 1,0 1-30,-3-2 0,1-1-3,2-2 58,-2 0 1,4 5 0,-4 0 0,1-2 0,2-1 36,-2-2 1,-1 2-60,-2 3 73,0-3 1,0 5 0,0-7 33,0 0 1,0 5-1,0 0 1,0-2 40,0-1 0,0-2-79,0 1-26,0-1 1,0 2 0,0 1 0,1 2 0,2-2-32,2-1 1,0-2 8,-5 0 0,0 1 1,0-1-1,1 2-55,4 3 0,-3-4 15,2 4 35,-2 4 1,-2-6-1,0 5 3,0-1 1,0-1 0,0-3 0,0 4-3,0 1 1,0-5 309,0 2-293,0 4 0,0-8 0,0 6 0,0-2 0,-2 0-36,-2-2 0,2 1 7,-3 0 1,2 0 0,0 4 0,-2-1 8,2-4 0,2 0-4,1 2 13,0 3 1,0 2 0,0-2 0,-2 0 0,-1-1 20,-2-1 1,0 6-96,5-3 77,0-2 1,-1 6-1,-2-5 1,-2 2-1,2-1-19,1 2 1,2-4 17,0-2-45,0 3 0,0-5 0,0 6-1,0-3 0,5 4 1,0-5-1,-2 0-23,-2 1 1,4-4 24,0 3 37,0 3 0,-5-6 0,0 3 0,0-3 0,1-2 42,4 0 1,-4 0-49,4 1 1,-3-1 0,-2 0 5,0 0 0,0-4-444,0-1-281,0-6-392,0 4 596,0-7-188,6-7 1,-3-1-1,7-6 1,1 0 717,1 0 0,5-39 0,0-16 0,2-5 0,0 0 0</inkml:trace>
  <inkml:trace contextRef="#ctx0" brushRef="#br0">24810 14558 7735,'0'-10'694,"0"1"1044,0-2-1367,0 4 0,2 1 0,1 4 0,3-1 185,2-2 0,-3 1 0,5 4-123,1 0 1,3 0-193,5 0 1,-2 0-62,7 0 1,-5 0 0,5 0 0,1 0-8,2 0-105,1 0 0,5 0 1,0 0-1,-1 0 0,-2 0 49,-2 0 1,3 0 81,2 0-164,-3 0 1,9 0-1,-6 0 1,1 0-1,-1 0-34,0 0 0,5 0 29,-5 0-48,0 6 1,-4-4-1,-1 2 1,0-2-1,1-2 29,-1 0 0,2 0-100,4 0 104,-4 0 0,6 0 0,-5 0 0,4 0 0,0 2 18,0 2 1,3-2-137,-5 3 100,6-4 0,-9-1 0,5 0 0,-2 0 0,2 0-82,1 0 0,1 0 92,1 0-22,-4 0 0,0 0 1,0 0-1,3 0 1,2 0-3,2 0 0,-3-5-1,0 1-4,0-1 0,0 5 1,0 0-1,0 0 0,0 0 11,-1 0 1,-3 0 8,4 0-4,-1 0 0,5 0 0,-3 0 1,-1 0-1,1 0-12,3 0 1,0 0 24,1 0-17,-7 0 1,1 0 0,-6 0-1,4 0 1,0 0-19,-1 0 1,0 0 31,-6 0-5,0 0 1,1 0-1,-1 0 1,1 0 0,1 0-22,3 0 1,-3 0 9,3 0-3,3 0 0,-6 0 1,4 0-1,-4 0 1,0 0-38,3 0 1,-3 0 22,3 0 9,3 0 1,1 0 0,5 0-1,1 0 1,0-2 5,-1-2 0,1 2 42,0-3-50,-1 4 1,-5 1 0,-4 0 0,-3 0 0,-3 0-51,-4 0 1,-2 0 42,-7 0 26,0 0 1,1 0-1,-1 0 1,0 0-1,0 0 55,0 0-78,1 0-1,-1 0 1,0 0 0,2 0 0,1 0-1,2 0-75,-1 0 1,-1 0 70,2 0 26,-3 0 0,9-5 0,-6 0 0,-2 2 127,-1 2 0,-2 1 115,1 0-145,-8 0 1,0-2 521,-7-3-603,0 4 68,0-6 1,-2 7-28,-3 0-83,4 0 54,-5 0 0,4 0-43,-3 0 36,4 0 133,-6 0 0,7 2 64,0 3 1,0-2-50,0 6-20,0-6 0,0 10 0,0-3 1,0 4 235,0 5 0,-4-3-77,-1 2-228,0-2 0,5 5 0,0 1 1,0 2-1,0-1 80,0 3 1,0-4-212,0 1 105,-6 1 0,4 0 1,-3-2-1,4 0 1,-1 0 65,-2 3 1,2-2-16,-3 0-123,-3-5 0,5 7 1,-5-5-1,0 1 0,2 1-70,0 0 1,-1-3 142,3 5-31,2-1 0,-4 1 1,6-2-1,0 0 1,0-1 40,0-1 1,0 6-6,0-3-49,0-2 1,0 4 0,0-6 0,0 0 0,0 0 6,0 0 0,0 5-166,0-5 165,0 0 0,0-4 0,0 3 1,0 1-1,0 0 36,0 1 1,0-4-9,0 3-18,0 3 1,0-6-1,0 4 1,0-1-1,0 2 120,0 1 0,0-3-89,0 5-51,0-7 1,0 5-1,0-4 1,0 2 0,0 2-95,0 4 0,-5-4 115,0 1-65,-6-5 1,10 4-1,-6-5 1,3 4-1,-1-1 14,2 1 1,1-1-111,2-1 121,0-3 1,0 5 0,0-6 0,0 3-52,0 1 31,0 6 35,0-9 1,0 4-1,0-5 1,0-1-26,0 0 1,0 0 1,0 0 27,0 1 0,0-1 1,0 0-1,0 2 1,0 1 11,0 2 1,0 0-30,0-5-25,0 7 0,0-5 0,0 3 1,0-4-1,0 1 31,0 3 1,0-1 55,0 5-51,0-5 1,0 2-1,0-4 1,0 1-1,0 4 5,0 1 1,0-5 40,0 2-39,6-3 0,-4 3 1,3 2-1,-2-1 1,0 2 12,2 0 0,0-3-1,-5 5-15,0-7 0,4 6 1,1-6-1,-2 3 1,-1 1-127,-2 0 1,5 2 114,-1-4-42,1 0 1,-5 0-1,0 0 1,0 0 0,0 0-79,0 0 0,0 1 67,0-1 52,0-3 0,0 9 0,0-6 0,0-1 0,0-1-25,0 2 0,0-3 50,0 3-17,0-3 0,0-2 1,0 0-1,0 0 1,0 1 21,0-1 173,0 0-33,0 0 0,0-4 0,0-1 0,0 2 204,0 2-278,0-5 72,0 4-331,0-10 119,0 4-456,0-6-1444,0 0-1810,0-6 1870,0 4 1896,0-10 0,-13-34 0,-2-16 0</inkml:trace>
  <inkml:trace contextRef="#ctx0" brushRef="#br0">24910 17273 8149,'9'-2'1010,"1"-1"1210,1-2-1638,-5 1 1,2 4 666,-3 0-855,-4 0 1,6 6-63,-7 4 0,0 2-62,0 2 1,0 1-1,0-1-16,0 0 0,0 0-67,0 0 1,0 1 0,0-1-44,0 0 1,0-4-162,0-1 19,0-6 0,0 10 2,0-4 0,1-2 122,4-3-34,-3-2 1,10 3 0,-2-1 0,2 0 0,3-3 189,-1-1 0,5 0-117,0 0-159,6 0 0,-3 0 0,7 0 1,-1 0-1,0 0 120,1 0 1,-1 0-269,1 0 178,-1 0 1,4 0 0,-2 0-1,-3 0 1,0 0 90,-1 0 0,4 0 82,4 0-160,-4 0 0,4-1 0,-5-3 0,1 0 0,1 1 83,3 1 1,0 2-60,0 0-34,-4 0 0,11-5 0,-5 1 0,2 0 0,0 3 83,1 1 0,-2 0-6,1 0-124,-1 0 0,5 0 0,-3 0 0,-3 0 0,1 0 52,-1 0 0,0 0-94,2 0 64,-3 0 0,-2 0 0,0 0 0,1 0 0,-1-2-7,0-3 1,5 4-97,-5-4 87,0 4 0,-3 1 0,2 0 0,1 0 0,0-2-31,2-3 1,0 4 17,3-4 14,3 3 0,-7-2 1,6-1-1,-4 2 1,-1 0 42,-3-2 0,2 3-45,-1-3 9,-6 4 0,0-1 1,-5-1-1,2-2 1,0 2 21,1 2 0,-5 1-12,-1 0-16,4 0 0,-1-5 0,5 0 1,-2 2-1,-1 1-69,1 2 1,2-4-41,1-1 98,1 0 1,-1 5 0,-1 0 0,-2 0 0,-1 0-32,1 0 0,2 0-162,1 0 140,1 0 0,-6 0 0,1 0 0,1 0 0,4 0 10,4 0 1,-3 0 57,3 0-10,-3-6 1,5 4 0,1-2 0,1 2 0,-4 2 177,-3 0 0,3 0-45,0 0-100,7 0 0,-10 0 0,3 0 0,-3 0 0,-2 0 0,1 0 1,-1 0 15,1 0-4,-7 0 0,-2 0 0,-5 0 0,-1 2 13,0 2-272,-6-2 117,-2 4 0,-7-6 47,-4 0 0,2 0-371,-7 0 73,7 0 1,-10 0 0,4-1 0,-5-2-2016,-5-2 1,3 0 880,-3 5 965,3 0 523,-4 0 0,-59-13 0,29 5 0,0 1 0</inkml:trace>
  <inkml:trace contextRef="#ctx0" brushRef="#br0">22991 3739 8020,'0'-10'609,"0"1"1,0 4 770,0-4 214,0 6-542,0-4-250,0 1-576,0 11 1,-5-8 0,0 12 0,0 2 0,-1 3 343,-3 5 1,-3 2-472,3 2 1,-4 4-1,4-5 1,-2 2-224,1 0 1,-1-5 65,7 4-191,-8-5 1,11 2-1,-4-5-901,4-1 763,1-6 276,0-2 0,6-12 1,3-5-1,4-7 1,1-5-388,0-4 0,1-2 213,-1 1 342,0-7 0,-1 4 0,-2-6 0,-3 2 0,-2 5 161,-3 5 0,-1 5 411,-2 5-299,0 1 1,0 9 330,0 10 0,4 3 632,1 11-970,6 3 0,-8 0 1,5 7-1,0-1 1,-1 1 587,-1-1 1,3 0-339,-4 1-549,0-1 1,1-4 0,2-2 0,0-1 0,-3-4-54,-4-1 121,6-2-2572,-6-6-819,5-2-62,-6-6 2543,0-6 1,-4 3-1,-3-7 818,0-1 0,-22-14 0,-9-5 0</inkml:trace>
  <inkml:trace contextRef="#ctx0" brushRef="#br0">22919 3966 8020,'-1'-9'961,"-4"-1"1,4 6-378,-4-6 0,2 5 1472,-2-4-1502,3 6 1,-2-10-1,8 5 1,6-1 418,2-1 1,3 2-317,-1-1-836,6 3 0,-4 1 0,5-1 0,-2-1 0,1 1-2570,2 3 0,-4 1 693,1 2 2056,-4 0 0,6-12 0,1-4 0</inkml:trace>
  <inkml:trace contextRef="#ctx0" brushRef="#br0">23289 3796 8020,'13'-2'493,"-4"-3"1,2 2 3153,-6-6-1041,0 6-1595,-5-4 1,0 9 0,0 3 976,0 4-1608,0 10 0,0-3 0,0 4 132,0 1 1,-5-4 0,0 5 0,1-1-104,-3-4 0,6-1-697,-4-2 192,3 1 1,2-1 0,-1-2-1,-2 0-1029,-2-3 249,0-6-800,5 3 0,0-7 1676,0-4 0,0-28 0,0-13 0</inkml:trace>
  <inkml:trace contextRef="#ctx0" brushRef="#br0">22891 5260 7915,'0'-9'639,"-2"-1"1382,-2-1-286,2 5-1176,-4-1 1,6 9-216,0 3 1,-2 3 0,-1 6 0,-2 0 216,2 0 1,2 5-98,1 0-388,-7 0 0,6 0 1,-6 0-1,3-2 1,-1-1-186,2-2-348,1 1 0,1-1-222,-4 0 658,3-6-135,-4-2 0,11-17 0,1-5 0,0-4 0,2-5-36,0-2 1,-3-2 132,4 1 264,-6 0 0,5 1 0,-4 1 0,0 4 0,-1 2 909,-1 2-1261,4 9 215,-4 3 0,11 9 0,-6 5 1,3 7 536,-1 6 1,-1 3 708,2 4-991,2 1 0,-10-1 0,4-1 0,-1-2 0,0-1-472,-2 1 1,-1-4-142,-2-2-797,0-4 0,0-5 0,0-1-3255,0 2 3148,0-4 162,0-1 0,-5-12 0,-2-4 1032,0-2 0,-28-34 0,-11-8 0</inkml:trace>
  <inkml:trace contextRef="#ctx0" brushRef="#br0">22834 5388 7995,'-8'0'2312,"-4"0"-916,10 0 695,-11 0-390,12 0 0,-4 0-749,10 0 0,3-2-996,6-2-466,0 2 0,7-6 1,1 5-1,1-3 1,1-1-2385,1 1 1,-2 0 586,0 1 1974,-5 3 0,2-4 0,-6 6 0,1 0 0,-1 0 333,0 0 0,-4 0 0,-1 0 144,-6 0 0,10 0 668,-4 0 2158,4 0-1830,-5 0 1,3-1 0,-5-4 1235,2-5-1588,2 4-731,4-7 1,-5 12-1,1-4 1,-1 5-262,-1 5 0,-2-2 179,-6 6 12,0 1 1,0 4 0,0 2 0,-1 1-1,-4 4-89,-4 1 0,-4-3-151,-1 5 278,6-7 0,-3 4 0,6-7 0,2 0 0,1 0 104,2 0 1,2-6 616,3-3-639,3-3 1,12-2-1,4 0 1,3-2 0,1-3-590,1-4 0,-7-2-802,-3 1 1083,-4-2 1,-2 8 200,-3-5 0,-41 11 0,-21 5 0,-3-2 0,0 0 0</inkml:trace>
  <inkml:trace contextRef="#ctx0" brushRef="#br0">22948 7791 7909,'-6'-8'321,"2"-5"1,-4 4 1930,2-4-989,-5 5 1,8-3 434,-7 6-1495,7 7 1,-3 7-1,4 9 1,-1 1 363,-1-2 0,-3 4-336,2-2 1,4-1 0,-4-3-1,4-1 88,1 0-371,-7 0 0,6-4 0,-4-1-259,3 2-131,2-4 97,0-1 0,0-19 0,0-4 0,2-5-178,3-2 0,1 0 336,3-4 341,4 0 1,-7-1-1,5 1 1,-3 1-1,0 3 664,0 5 0,-3 8-416,4 2 10,-5 6 0,8-2 0,-4 10 0,2 6 934,-1 6 1,-4 0-339,4 7-740,-6 0 0,8 3 0,-6-2 0,0-1 1,0-1 209,-1-1 1,3-1-962,-2-7-109,-4 0 0,5-4 0,-6-1-5136,0 2 2555,0-4 231,0-1 1624,7-6 1,-6-2 1317,4-2 0,-29-23 0,-7-11 0</inkml:trace>
  <inkml:trace contextRef="#ctx0" brushRef="#br0">22919 7876 7938,'-14'0'498,"0"0"-198,0 0 853,0-6 0,1 2 1,2-3 709,1 0 0,7 1-1006,-2 1-486,10 4 1,-2-7 0,7 5 0,3-4 0,4 1-167,7 0 1,2-1-1668,3 2 1069,-1 4 1,1-10 0,-1 6 0,1 0 0,-3 1-1329,-2-1 1,1 0-351,-6 5 1287,0 0 1,-4 0 0,-1 0 783,0 0 0,-6 0 0,-2 6 0,-11-2 0,-1 4 45,-2-2 765,5-1-28,-3-5 0,12 0 1,4-2-1,2-1 1493,2-2 1,1-1-1453,-1 1-226,0 3 0,-4-4 0,-1 6 0,2 0 60,2 0 0,-4 0-595,1 0 31,-7 0 0,3 2 1,-6 2-1,0 6 163,0 3 0,-1 1-336,-4 0-31,-3 0 1,-2 0-1,3 2 1,0 2 0,4 1-589,2-2 0,1-1 347,0-2 348,6 0 1,6 0-1,9 1 1,1-3-1,3-1 59,2-1 1,-5-7-165,-3 2 33,-3-4 1,-6-1-1,-6 0 37,-7 0 0,-9 2-3116,-22 3 2314,4-4 1,-11 10 0,3-4 840,-3 0 0,0 1 0,-5 0 0,-3 3 0,0 0 0</inkml:trace>
  <inkml:trace contextRef="#ctx0" brushRef="#br0">25934 13250 7965,'-10'-5'90,"2"-1"1,0-2 0,2-3 3110,0-2-2136,1 5 1,0 0-1,0 7 1,2 1-7,2 6 0,-1 7 0,-1 4 0,-3 4 37,-2 1 0,-2 1-593,-4 6 0,0-1-265,0 1 0,-1-6 1,1 1-1,0 0-88,0-2 1,0-2-706,-1-5 112,7-1 0,1-6-726,2-4 0,3-4-124,-3-4 871,10-4 0,3-11 0,6-2 0,1-1 0,-3-3-61,-2-2 0,2-1 432,-2-1 4,2 1 1,1 6 0,-2 3 0,-3 3 380,-2 2 0,5 6-109,-1 3 452,-4 3 1,5 6 0,-4 4 0,0 7 0,3 6 778,-2 4 1,3 7-370,-6 1-844,6 0 0,-8-4 0,5-1 0,0-1 0,-2-4 156,0-4 1,1-3-1617,-3-2-2817,-2 1-823,4-7 3900,-6-2-401,0-6 1,-4-6 1357,-1-4 0,-44-28 0,-6-8 0</inkml:trace>
  <inkml:trace contextRef="#ctx0" brushRef="#br0">25848 13491 7965,'-14'0'-673,"0"0"1,0-4 336,-1-1 0,6 0 3007,-1 5-525,7 0 1,-3-1-223,6-4 0,6 3-7,4-2-1810,2-4 1,3 6 0,-1-3 0,0 4 0,0-1-486,1-3 0,0 4 186,4-4-649,-3 4 1,5 1 0,-7 0 0,2 0 840,3 0 0,28 18 0,13 6 0</inkml:trace>
  <inkml:trace contextRef="#ctx0" brushRef="#br0">26133 13477 7977,'0'-8'2365,"0"-4"0,1 10 364,4-3-1886,-3 4 1372,4 1 1,-6 1-433,0 4 1,0 3-1291,0 6-453,0 0 1,0 1-1,0-1-826,0 0 0,1-1-943,4-4 1070,3-3 0,6-6 0,1 0 0,-1 0 1,2 0-520,2 0 0,-2-6 842,3-3 481,-3 2 0,-2-5 1,0 4-1,-1-2 0,-2 2 683,-1 2-823,-7 1 718,3 5 1,-6 4 0,0 3-1,0 8 634,0 0 1,0 8-637,0 0-714,-6-2 1,4 4 0,-4-4 0,1-1 0,0 1-810,2-4 1,2-1-1282,1-2 1127,-7 0 0,6 0 956,-4 1 0,35-52 0,10-12 0</inkml:trace>
  <inkml:trace contextRef="#ctx0" brushRef="#br0">28621 13591 7938,'0'-14'390,"0"-2"1,0-1-1,0-2 1612,0 1 1,0 10-1315,0 8 1,0 7 0,-2 8 0,-1 4 409,-2 5-607,1-3 1,-1 5 0,0-3-1,0-1 1,1-2-29,-1 1 1,-5-5-1,6 2 1,-1-2-421,-1-2 0,4-4-546,-3-1 407,4-5 0,1-1-950,0-13 0,0-6-54,0-12 785,6 0 1,2-7-1,8-5 1,1-4 0,2-3 22,-2 1 0,-1 8 266,-2 5 252,1 3 1,-1 8-1,0 4 1,0 7 0,-1 10 839,-4 9 1,4 7 98,-3 14-812,-4-1 0,2 5 1,-5 1-1,2-1 0,-2 0 564,-2 0 0,-1-1-1479,0-9 210,0 4 1,0-11-1,0 3 1,0-3-1,0-2-5300,0 0 1686,0-6 3105,0-2 1,-1-6 0,-4 0 0,-3-1-106,0-4 1,-6-3 965,0-6 0,-26-25 0,-12-7 0</inkml:trace>
  <inkml:trace contextRef="#ctx0" brushRef="#br0">28649 13648 7977,'-8'-7'3188,"-4"6"-2149,10-12 0,-4 10 399,6-6 1,6 1-542,4-2-982,9 4 0,-2 1 0,7 0 1,1 2-1,2 0-1747,1-2 0,-1 4 592,-3-4 1240,3 3 0,39 9 0,-24-3 0,0 0 0</inkml:trace>
  <inkml:trace contextRef="#ctx0" brushRef="#br0">29047 13577 15509,'-14'0'1455,"0"0"0,4 1-897,1 4 1,4 3-92,-4 6 1,6 0-215,-2 1 0,3-6 0,2 1 0,2 1 349,3 1-785,2 2 1,8 1 0,-1-1 0,0 0 0,0-1-481,1-4 0,-3 4-482,-2-4 615,-4-2 1,-3 5 0,-3-4 0,-6 0-911,-5-3 0,-11 1-1277,-7-1 2035,1 0 0,-7-5 1,7 0-1,-1-2 0,2-3 682,4-4 0,4-10 0,9-5 0,5-3 0,10-1 0,3-1 0,8 3 0,3 0-357,4 3 0,4 5 519,2-1 748,-1 10 0,1-4 0,-1 5 0,-1 0 0,-2 4 1107,-1 2 1,-5 2-3527,5 0 1189,-7 0 1,8 0-1,-6 0 320,-1 0 0,42 6 0,9 2 0</inkml:trace>
  <inkml:trace contextRef="#ctx0" brushRef="#br0">32829 8928 7886,'0'-14'473,"0"-1"0,0 1 3007,0 0-3096,0 6 1,0 8 0,-1 11 0,-4 7 0,-5 4 0,-4 3 0,-3 2 0,-4 3 143,-1 0 1,3 0 0,-3-2 0,2 1-406,2-1 0,2-1-707,2-3 434,0-4 1,6-10 0,3-4-190,4-4 1,12-10-65,3-11 305,3-7 1,-2 0-1,-1-8 1,0 3-1,0-1 7,0-1 0,1 2 489,-1-7-125,-6 12 0,4-5 1,-4 12-1,0 1 0,-1 4 356,-1 5 0,-3 2-274,7 7 10,-1 13 1,4 3-1,-2 12 1,-2 1-1,1 1 771,-2 3 0,3-3-413,-7 3-643,7-3 0,-9-3 0,3-2 1,-4-3-1,-1-1-370,0-4 0,0-1-2198,0-2-1205,0-6 1109,0-2 1,0-7 158,0-4 1971,0-3 0,-1-6 1,-4-2-1,-3-1 0,-1-2 454,-1 2 0,1 2 0,-6 6-104,-5-4 1,4 5-1,-3-4 3085,3 2-1549,2-2-264,0 10 0,8-4 0,6 6-55,7 0 0,6 0-1175,1 0-112,7 6 0,1-4 0,6 2 1,-1-2-1,-1-2-960,-3 0 1,-1 0 1133,2 0 0,16-13 0,-3-3 0</inkml:trace>
  <inkml:trace contextRef="#ctx0" brushRef="#br0">33142 9013 7942,'8'-6'2893,"0"0"-1324,-3-4 1248,-4 4-2002,5 6 0,-7 1 0,-4 4 0,-4 6 398,-4 7 0,-6-1-546,0 7-598,0-1 0,5 6 1,1-1-1,2 1 1,2-1-494,-2 0 1,4 1 182,3-1-31,2-6 0,8-1 0,5-7 0,7-1 1,5-4-521,4-4 1,2-5 866,-1-5 29,-6-3 1,4-6 0,-7-2 0,-2-1 0,-3-2 854,-4 2 1,-4 1-629,-6 2-480,0 6 1,-3-3-1,-5 6 1,-8 2-1,-4 1-2420,-6 2 0,-5 7-1172,-2 2 3741,-7 4 0,-12 10 0,-8 6 0,-9 2 0,0-1 0</inkml:trace>
  <inkml:trace contextRef="#ctx0" brushRef="#br0">32758 5246 7880,'-6'-14'203,"-2"-1"0,-2 1 665,1 0 0,6 5 0,-2-1 0,2 1 749,-2 1 1,4 3-1036,-4 10 1,3 3 0,2 6 0,0 2 482,0 3 0,-4 1-666,-1 4 0,-5 3 0,4-4 0,-2 3-166,-3-3 1,0 3-99,1-7 1,-1-1-211,7-3 1,-6-1 0,4-1 0,0-2-1133,-1-2 822,3-6 55,4 4 0,0-9 0,0-3 1,0-6-1,1-6-812,4-7 1,3-3 1004,6-1 1,0-5 140,0-1 0,1-5 1,-1 3-1,-2-1 450,-2 4 1,1 5-30,-6 4-343,6 3 1,-8 14 0,6 2 0,1 6 744,-2 9 0,3 6-451,-6 12 1,4 2 0,-3 3 0,1 5 402,-1 3 0,0-4-230,-1-4-490,-3-3 1,6-2-1,-5-1 1,1-2-1,0-3-448,-3-1 0,-1-7-1595,0-4-790,0-7 0,5 5-524,0-3 1,-2-5 3297,-8 0 0,-15-51 0,-10-19 0</inkml:trace>
  <inkml:trace contextRef="#ctx0" brushRef="#br0">32644 5402 7892,'-8'0'1785,"-4"0"0,9 0 123,-7 0 499,7 0-1818,-3 0 1,9 0-1,5 0 1,8 0-1,3-1 324,1-4 1,7 3-908,1-2-576,1 2 0,4 2 0,-8 0 0,-1 0 1,0 0-5183,-2 0 5752,-2 0 0,-18-6 0,-4-2 0</inkml:trace>
  <inkml:trace contextRef="#ctx0" brushRef="#br0">32886 5360 7898,'5'-10'824,"0"1"0,1-1-454,-1-4 1,-4 4 2139,4 1-1870,3 0 0,0-1 0,6 1 0,0-1 1,2 2 241,3 3 1,-3-1-558,3 1-619,3 1 1,-5 4-1,5 1 1,-1 4-1063,-4 4 1,-7 4 571,-6 1 487,-2 1 0,-4 5 1,-2 4-1,-6 3 0,-2 1 117,-3 0 1,1-4-26,0 0 165,0 0 0,-1-2 1,1-2-1,2-1 1,1 0-149,1-2 0,5-1-1149,-4-2 367,6 1 0,-8-1-662,6 0 1632,-6-6 0,3-2 0,0-7 0,2-4 0,-1-4 0,4-4 0,-6-1 0,12-38 0,-1-10 0</inkml:trace>
  <inkml:trace contextRef="#ctx0" brushRef="#br0">32929 5516 7910,'8'6'-505,"-2"2"2500,0 0 725,-4 5-1448,4-12 1,-4 6-1,2-7 1072,6 0 0,4-5-1009,5 0-1270,3-6 0,8 5 0,5-5 1,6 1-1,6-1-1003,4-1 1,-5 4-1757,1 3 1759,-3 3 1,-12 2 934,-3 0 0,-80-6 0,-15-2 0</inkml:trace>
  <inkml:trace contextRef="#ctx0" brushRef="#br0">26360 6923 8243,'0'-9'532,"2"-1"710,2-1-1178,-2 5 0,4-2 0,-7 5 0,-4-2 1,-4 2 97,-4 2 1,-8 1 0,-1 0 0,-3 0-90,-3 0 0,2 4-177,-7 1 120,-3 0 0,1-5 1,-4 0-1,1 0 0,0 1-23,1 4 57,9-3 0,3 4 47,6-6-60,0 0 1,17 0 26,7 0-3,12 0 1,5 0 0,7 0 0,1 0 0,1 0 102,3 0 1,-1 0 57,-5 0-185,1 0 1,-2 0-1,-2 0 1,-3 2-1,-2 1 197,-2 1-113,-2 1 145,-8-5 88,-2 0 132,-19 0-511,-3 0 1,-14-1-1,-3-3 1,-5 0-1,-3 1-403,-1 1 1,-1 0 190,0-2 194,1 2 0,1-4 0,3 6 0,6 0 1,7 0-302,6 0 272,3 0 76,8 0 1,10 0 0,13 0 0,14 0 0,14 0 239,12 0 1,3 0 177,9 0-297,-1 0 1,-3 0-1,-6 0 1,-10 0 0,-7 0 252,-7 0-605,-9 0 209,-10 0 0,-9 0 1,-10 0-1,-6 0-125,-6 0 1,-7 0 77,-9 0-245,-4-7 0,-5 6 0,-1-4 1,0 4-1,2 1-826,3 0 1,4 1 1135,5 4 0,45 15 0,11 10 0</inkml:trace>
  <inkml:trace contextRef="#ctx0" brushRef="#br0">27114 7393 8269,'0'-15'8,"0"1"0,1 0 0,2 0 282,2-1 1,5 1 200,-6 0 1,3 5-1,-4-1 1,3 1 1612,2 1-1252,-5 1-77,4 7-190,-7 0-509,0 0-354,0 7 326,0-6 1,0 12 0,0-4 0,0 6 0,0 2 441,0 2 0,0 5-104,0-5 1,0 6-158,0-1 1,0 1-1,-2 0 1,-1-1 92,-2 1 1,0 0 178,5-1-448,0 9 0,0-14 0,0 8 0,0-3 0,-1-4 2,-4 1 0,3 2-177,-2-4 0,2 0 111,2-4 75,0-1 222,0-6 1,0-4-1,0-8 172,0-6 1,2-2-196,2-3 0,0-7-494,5-6 1,-1-1 0,3-5-1,-3-1-487,-2-3 0,5 2 206,-1-2 370,-4 6 0,5-3 1,-6 9-1,-2 0 1,-1 4-207,-2 2 1,4 5 741,1 6-336,0 6 0,-5-2 0,0 10-353,0 4 1,-5 5 622,0 5-140,1 4 0,-1 5 0,-1 0 0,-1 1 0,-1-1 489,0 1 0,4 1-280,-6 3-208,7-9 0,-8 7 1,6-10-1,1-1 0,-1 1 521,0-4-493,0-1-511,5-8 655,0 4 0,0-16-616,0-1 69,0-6 1,5-8-1,1-2 1,1-1-1,1-5-849,0-4 0,-4-1-722,6-6 1323,-7 0 0,5 2 0,-5 3 0,2 5 0,-2 2-294,-2 3 0,-1 5 778,0-1 41,0 10-223,0-4 176,-6 12-108,5-6 0,-6 14 1,6 2-1,-3 4 0,0 2 388,1 4 1,-1-1-28,0 5 25,2 1 1,-4 0 0,4-2 0,-1 0-1,-2-1 360,2-1 1,0 4-459,-2-5-33,4 0 1,-6-5 0,7 0-619,0 0-128,0-6 96,0-1 1,0-9 0,0-3-1402,0-4 1,0-4 433,0-1 769,0 0 1,0 0 656,0-1 0,32-30 0,7-9 0</inkml:trace>
  <inkml:trace contextRef="#ctx0" brushRef="#br0">28066 6909 8304,'-14'-6'-114,"0"0"1,0-6-1,-1 5 1,1 0-1,0 4 895,0 2 0,4 1 0,1 0 163,-2 0 1,6 0-231,5 0-551,13 0 1,10 4 0,10 1 0,5-2 0,5-1 289,4-2 1,4 0-172,6 0 0,-7 4-167,-2 1 0,-6 0 1,-4-5-1,-4 0-110,-4 0 1,-8 0-44,-3 0 435,-10 0 1,-4 0-198,-10 0 1,-3-2 22,-6-2-246,-7 2 1,-5-9 0,-9 5-1,-1-1 1,-4 1-410,-1 3 0,-2-3-19,1 1 352,-1-6 1,7 9 0,2-3 0,6 4 0,4-1-86,5-2 0,8 2 91,2-3 75,6 4 1,-2 1-1,10 0 1,6 1-1,6 2 133,7 2 1,4 0 383,5-5-326,4 6 0,4-4 0,-2 3 0,-2-2 0,-3 0 207,-2 2 1,-2-1-165,-2-4-213,-5 0 1,-3 0 65,-6 0 6,-6 0-111,-8 0 1,-8 0-1,-7 0 1,-4 0-1,-7 0-431,-5 0 0,-1 0-508,-6 0 676,7-6 1,-9 4 0,9-2 0,2 2 0,5 2-2029,4 0 1163,1 0 640,11 0 1,3 2-1,12 2 524,7 6 0,51 21 0,-24-12 0,1 0 0</inkml:trace>
  <inkml:trace contextRef="#ctx0" brushRef="#br0">20659 13719 7868,'0'-14'131,"0"-1"0,0 1 0,0 0 0,0 0 5715,0 0-5232,0 6 1,0 8-1,-2 9 1,-1 5-314,-2 5 0,-6 2 0,3 4 0,-1-1 154,-1 1 1,3 2-327,-3 1 0,-3 1 0,4-2 0,-2-2-157,1-1 0,-1-2-118,7 1 13,-7-2 0,9-7 0,-4 0-1219,-1 1 801,6-7 266,-6-2 0,7-17 0,0-5 0,0-5 0,0-5-878,0-6 1,5 0 483,0-6 593,6 7 1,-8-10-1,5 6 1,-2 2-1,-2 6 651,-3 5-453,5 3 180,2 5 0,7 7 0,-3 7 1,-1 10-1,-1 7 1451,1 7 0,1 4-886,3 6-404,-1-4 1,0 9 0,0-6 0,0 0 0,1-1 251,-1-4 1,-5 2-891,1-11-195,-7 0 1,5-4-657,-3-1 1,-5-6-1764,0-4 1764,-7-2 1,-7-8-1,0-4 1,-2-2-1,-1-4-1346,-2-3 0,-2 3 2381,2-3 0,3 3 0,-4 4 0,6 2 0,0 4 0,-1 1-361,1 0 170,0 1 2364,6 4 185,2 0 1,12 4-498,3 1-1558,10 0 1,-1-5-1,5 0 1,1 0 0,1 0 151,4 0 1,-4-5-1033,8 0 368,-3-6 1,0 3 0,2-6 0,1-2 0,-1-1-448,-2-2 1,-3-5-468,-4 5 847,-2-6 0,-12 8 1,-1-7-1,-1-1 1,-6 0-122,-4 1 0,0 3 117,-7 7 447,1 0 1,-5 6 0,-1 3 0,1 4-1,0 2 638,0 4 0,0 8-510,-1 6 217,1 6 0,5-3 1,1 6-1,1 1 0,3-1 870,-3 1 0,6-6-444,-4 1-723,3-7 0,4 9 0,3-6 1,4 1-1,4-1 166,1-2 1,7-7-739,2-2 121,-2-6 1,6 4 0,-2-7 0,5-2 0,3-3-1384,-1-4 0,-2-8 603,-2-2 720,-6-7 0,4 4 1,-7-8-1,-2-1 0,-3-4-138,-4-1 0,-4-1 114,-6-1 247,0-3 0,-2 13 1,-1-1 571,-2 9 0,-6 10-340,2 6 1,-4 2 0,-1 4-1,0 4 475,0 8-283,-1 13 1,6 5-1,1 4 1,0 0-1,2-1 789,0 0 0,1 3-444,5-5-392,0 0 1,6-5 0,4 1 0,2-2 0,4-4-127,3-4 1,-2-3-1761,7-2 1086,-7 1 1,4-7-1,-7-4 1,2-2 0,1-4-1917,2-2 0,2-4 423,-2-7 1062,-3-5 927,4 4 0,1-49 0,1-4 0</inkml:trace>
  <inkml:trace contextRef="#ctx0" brushRef="#br0">21668 13804 9908,'-8'-6'9830,"2"4"-8269,6-4 1,-5 8-825,1 2 1,-1-1-402,5 7 1,0-1-1,0 6 1,0-1 74,0 0-522,0 0 1,0 0 0,0 1 0,0-1-1020,0 0 1,0-4 259,0-1-537,0-6-1071,0 4 1595,6-26 694,-4 8 1,6-23 0,-4 12 0,6-1 0,2 0-22,3 3 0,4 1 407,0 5-283,0-1 0,0 3 1,-1 2-1,0 6 1,-2 2-403,-2 2 0,-5 0-1377,1 0 1191,-7 0 0,8 2 0,-6 2 1,-2 6-1302,-1 2 1975,-2-4 0,0-1 0,0-7 0</inkml:trace>
  <inkml:trace contextRef="#ctx0" brushRef="#br0">22066 13776 7942,'8'-7'2197,"-1"-1"1,-7-1 1480,0 0-2169,0 5-998,-7-2 0,-1 6 0,-7 0 0,-3 0 0,-2 0 734,-2 0 1,-1 6-506,0 4-669,2 2 0,2-2 0,0-1 1,3 3-1,4 0-454,2 2 1,7 1-1543,-2-1 1305,4 0 0,2 0 0,4-1 0,6-4-937,7-4 1,-1-3 868,7-2 594,-1 0 1,4-2-1,-1-3 1,-4-4-1,-2-4 179,-2-1 1,-7 1-198,-2 4 857,1-4 1,-3 5 1117,-2-6-1264,-3 6-271,-2 2 1,-7 12 0,-2 2 0,-2 2 0,0-1-100,1 2 1,7 2-726,-1 1 252,2-6 0,2 5 1,0-4-1,3 2-984,7-1 0,-1-4-212,10-6 1176,3 0 1,-1-2 0,4-1 0,-3-3 0,0-2 189,0-3 0,-4 0 904,1 1-568,-4-2 1,-7 9 0,-1-5 1673,-1 1-1072,-4 3-220,4 4 1,-6 6-1,-2 3 1,-1 4 1415,-2 1-1427,1 0-977,-3 1 0,6-6 1,-6-1-55,1-2-517,5-1 550,-6-5 1,7-1 0,2-3-1,3-2 1,4-2-1068,4-3 0,1-2 1334,0-1 208,0 0 0,2 0 0,1 1 0,2 2 0,-1 3 479,-2 2 0,-2 1 472,0 5-758,-6 0 1,5 0 0,-6 2 0,3 2 404,-1 6 0,-4 1-253,5-2-706,-7 4 0,5-5 1,-4 6-880,6 0 1,-2-6-110,1-3 952,1-3 0,6-2 0,1 0 0,2-2 0,0-3-276,1-4 1,-4 1 498,3-2 197,3 7 1,-6-9 0,3 4 357,-3 0 0,-8 0 307,-4 3 275,-2 4-6,-2-6-674,0 7 480,0 0-1436,-6 0 462,-2 0-165,-6 0 0,-1 0 1,0 2-1,-3 3 0,-1 3-165,2-1 1,-4 6 395,2-3 12,0 2 1,5 2-1,0 1 1,1-1 152,4 0 0,3-4-129,6-1-26,0-6 1,6 8 0,3-6 0,6-2 0,2-1-118,2-2 1,6-7 73,-1-2 0,-4-4 0,6-1 0,-6-2 0,1-3 0,-1-4 16,-2-4 1,-3-3 23,0-3 77,-1-4 0,-5-5 1,-1-1-1,-1 2 0,-4 5 348,-2 7 0,-1 7-14,0 8-267,0 6 1,-1 3-1,-4 11 1,-4 9-1,-3 7 175,3 5 1,-4 6 824,4 0-777,-4 7 1,4-9 0,1 4-1,2-4 1,2-4 250,3 0 0,1-2-939,0-1 75,0-3 0,6-7 1,4-1-1,4-2 1,3-4-548,2 0 0,6-2 345,-1-5 92,3-7 0,-2-1 0,1-6 0,0-2 0,-2-1-213,-2-2 1,-1-5 209,-2 5 645,-3-6 0,-1 9 0,-7-3 700,-1 3-887,-3 9 120,-4 0 0,-1 18 0,-2 4 0,-4 0 618,-1 1 0,5-2-164,-2 1-611,4-1 0,1 0 0,0 0-445,0 0 0,1-4 123,4-1 126,3-5 1,6 2 0,0-8 0,1-1 0,-1-3-267,0-2 0,-1-2 5,-4-4 433,4 0 0,-12 0 0,4 0 0,-3-1 196,-2 1 0,-7 6 98,-2 4-230,-10 2 0,2 2 0,-5 2 0,1 1 0,2 3 135,-1 2 1,4 0-173,-3 1-385,9 4 0,-1-10-239,6 7 1,9-7 146,10 1 383,0-2 0,13-4 1,-2-1-1,5-3 0,3 0 157,-1-1 0,-2-2 116,-2 4-70,1 0 0,-5 1 0,-2-1 0,-2 2 686,-2 1 1,-7 4-377,-2 2 62,-6-2 0,4 11 0,-7-4 0,0 4 947,0 1-2122,-7 0 333,-1 0 0,-1-6-943,-1-3 421,7-3 466,-3-2 0,6-2 0,2-3 0,1-4 0,3-4-554,2-1 1,1 1 575,6 4 444,-7-4 0,4 7 0,-2-4 1490,2 6-978,2 2-181,1 2 0,-6 0 0,-1 2 1,-2 2 772,-2 6 0,2-2-891,-1 1-270,-1-6 1,1 5 0,1-4 0,2 0 0,3-1-20,2-1 1,1-2-690,0 0 540,1 0 0,-1 0 0,0-2 0,2-1 0,1-1-109,2 0 1,-5 3 336,-4 1 121,-1 0 1,1-5 0,-1 0 130,2 2-183,-4 2-2096,-1 1-1221,-6 0 2213,0 0 0,-6-7 1,-2-1-1</inkml:trace>
  <inkml:trace contextRef="#ctx0" brushRef="#br0">22351 18069 7945,'-10'0'182,"2"-2"1,0-1 0,1-1 921,-5 0 0,0 4-876,-2 5 1,4-2 0,1 7 0,-1 2-1,1 4 1,-1 5 0,1 1 0,1 3-1,2 0 1,1 2 602,0 2 1,0-4-611,5 8 1,2-3-17,3-1 0,1-6 0,7-1 0,-1-1 366,4-4-418,1-7 1,4-4 0,3-6 171,3 0 0,1-3-132,0-7 1,1-1-1,-1-12 1,1-4 432,-1-5-472,-6 2 0,-8-4 0,-9 4 0,-3-2 0,-4-3 198,-3-1 0,-4 6-735,-10 1 262,-3 7 0,-7 8 1,-1 1-1,-1 4 1,-2 4-672,1 4 0,4 7-365,4 3 622,-3 4 1,11 3 0,-1 1 0,4 4 0,5 1-908,2 3 1,1-3 638,5 2 92,0-7 0,0 9 711,0-7 0,26 12 0,5-1 0</inkml:trace>
  <inkml:trace contextRef="#ctx0" brushRef="#br0">23005 17870 7946,'0'-9'362,"0"-1"0,0-1 2331,0-2-2018,0 5 0,-2 2 0,-3 8 305,-4 2 1,-4 6-710,-1 9 0,-5-2 1,0 9-1,2 2 117,1 4 1,2 2-243,0 0 1,1 0 0,2 6-1,3-2-11,2 1-101,1-4 0,6 6 0,4-5 1,5-1-1,2-5-65,3-5 0,5-3-214,4 2 89,-4-3 0,6-9 0,-6-2 1,1-4-1,-1-1-1127,-2 0 0,-3-1 356,0-4-328,-7 0 1,3-6 1254,-7-3 0,-5-36 0,-7-8 0</inkml:trace>
  <inkml:trace contextRef="#ctx0" brushRef="#br0">23360 17941 7989,'0'-9'643,"0"-1"0,0 5 625,0-4 1,-1 6 289,-4-2-1045,3 3 1,-4 4 0,6 3 363,0 4 1,0 5-446,0 5 0,0 4 1,0 5-1,0 0 192,0 1 1,0 4-198,0 0-360,0 7 0,-2-10 0,-1 4 0,-2 0 0,1-3-217,-3-4 1,6 0 108,-4-8-1302,-3 0 0,7-5-859,-4 0 0,3-12-709,2-7 2911,0-6 0,8-31 0,3-12 0,1-5 0,0 1 0</inkml:trace>
  <inkml:trace contextRef="#ctx0" brushRef="#br0">23517 17927 12128,'-8'0'4170,"1"6"-3386,7 4 0,0 2-174,0 3 0,0 5 0,0 4 1,0 3 155,0 1 1,0 1-309,0-1-418,7 7 0,-6-5 1,4 3-1,-3-3 1,-2-3-271,0-4 0,-5-2 234,0-7-1124,0 0 0,4-1-695,-4-3 0,2-6-1393,-7-8 1620,7-4 1588,-9-7 0,-22-49 0,12 25 0,-1 0 0</inkml:trace>
  <inkml:trace contextRef="#ctx0" brushRef="#br0">23161 18112 8029,'-14'0'3337,"0"6"-1078,-1-4-1646,8 4 1,8-6 0,15 0 0,11 0 264,9 0 1,12-6 71,4-4-782,3-2 1,2-3 0,0 1 0,0 0 0,-1 0-175,1-1 0,-12 6-1727,-8-1 337,-5 7 1,-15-3-1,-7 8 1396,-12 2 0,-34 16 0,-21 6 0,-8 5 0,-1 0 0</inkml:trace>
  <inkml:trace contextRef="#ctx0" brushRef="#br0">23303 18254 8029,'-14'0'5233,"0"0"-2575,6 0 30,2-6-2214,6 4 1,8-11-1,4 5 1,7-1-1,3-1-142,4-1 1,5-1-1093,2-2 340,0-1 0,-1 3 0,0 1 0,-4 1 1,-1 1-1116,-6 1 0,-4 2 289,-3 6-1999,-6 0 3245,-2 0 0,-37 31 0,-9 9 0</inkml:trace>
  <inkml:trace contextRef="#ctx0" brushRef="#br0">24270 18012 8004,'-6'8'537,"-2"0"0,-6-5 1,-1 2 1986,1-2-2140,0 5 0,5-6 1,-1 4-1,-1 0 1,0 4-1,0 2 1,3 3-1,2-1 375,3 0 0,1 0 0,2 2 0,0 1-495,0 2-204,6 0 0,2-5 1,6 1-1,1-3 0,0-2 166,4-5 0,-1-4-990,5-1 478,-5 0 1,7-1 0,-6-4 0,-2-5 0,-1-2-563,-2-3 1,-4-4 287,-1 1 465,-5-1 1,0 4-1,-7 1 1,-3 0-1,-4 1-298,-5 4 0,0-2 173,-4 6 171,4 0 1,0 5 0,1 0 0,1 2 0,2 3-76,2 4 1,6-1 483,-2 1-242,3-5 1,4 7 0,3-7 0,6 0 0,6-3 393,7-1 1,4 0-453,6 0-52,-4-6 1,11-4 0,-3-9-1,3-4 1,0-4-484,-3-2 1,-4 1 105,-5 0 239,-7-7 1,-3 5-1,-10-2 1,-4 7 0,-5 6 114,-5 3 1,-7 4 85,-7 2 54,0 4 1,-2 6 0,-1 3 0,0 5 0,1 6 367,1 2 0,4 6-109,-3 2 32,3 2 0,7 3 1,1 1-1,0 3 1,2 3 606,-1 1 1,3 2-196,4-6-591,6 7 0,2-4 0,6 5 0,0-1 0,-1-4 313,-3-1 1,2-2-303,-2-5-203,-4 1 1,0-2 0,-6-2 0,0-3-1,0-1-528,0-4 0,-6-1 160,-4-2 74,-2 0 1,-2-6 0,-1-3 0,1-3 0,0-2-290,0 0 1,0 0 246,-1 0 230,7 0 1,-3-7-1,5-4 1,0-5 0,-1-4 94,4-2 1,3-4-354,5-7 183,3 3 0,8-6 1,1 4-1,4-1 0,-1 2-369,1 1 0,2 3-1320,-4 3 1041,7 3 0,-11 7 0,6 2 0,-2 2 784,0 5 0,0 42 0,-5 10 0</inkml:trace>
  <inkml:trace contextRef="#ctx0" brushRef="#br0">25365 18169 7974,'-10'0'27,"1"0"691,-2 0 0,5-2 0,2-3 0,8-3 0,5-1-28,4-1 0,1-1 1,2-6-1,1-4-451,2-1 0,5 0 0,-4-3 0,1 1-157,-1-1 0,-1-7-229,-4-1 0,-1 0 0,-2 5 0,-2-1-460,-5 1 1,-4 6 256,-1 3 184,0 9 0,-1 4 0,-4 6 0,-6 1 0,-5 4-77,-3 5 0,0 9 114,5 4 384,0-2 1,1 7 0,2-1 0,1 5-1,1-1 1122,1-1 0,2-1-744,6-1-143,-7 7 1,6-7-1,-4 2 1,4-4 0,1-3 304,0-1 1,0 4-728,0-7 97,6 0 0,-5-5 0,4 0-296,-3 0-233,-2-6 148,0-1 0,-2-9 0,-1-3-407,-2-4 0,1 1-191,4-2 544,0 7 0,0-9 0,0 2 0,1-3-259,4-1 1,-2 0 202,7 0 348,-1 0 0,5-1 1,0 1 919,1 0-728,-1 0 19,0 6 1,-4-3 0,-1 6 0,1 3 1169,-3 6-951,0 4-325,-1 12 1,-4-4 0,4 3 0,-1-3 0,-1-2-130,0 0 1,-3 0-552,-1 0 272,6 1 1,-2-3 0,4-1 0,-1-3-1980,1-1 1626,2-3 408,4-10 0,0-2 0,0-6 1,1-2-1,-1-1 57,0-2 0,-4-2 123,-1 2 362,1 3 0,-3 1 0,0 7 0,-2 0 1045,-1 0-431,1 5-648,-5-3 0,0 7 0,0 4 0,0 4 204,0 4 0,2-4-255,2 1-207,-2-1 0,11 4 0,-4-2 0,4-3 0,1-2-369,0-3 0,5-1-431,0-2 528,0 0 0,0 0 0,0-2 0,-2-2 1,-1-6-148,-2-2 0,-4-4 186,-1-3 145,-6 3 1,4-11 0,-9 5-1,-3-2 1,-4 2 109,-4 2 0,-3 1-100,-2 5 143,2 6 0,-10 1 0,6 7 1,-1 2-1,1 3 73,2 4 0,3 4 89,0 1-218,1 0 0,5 5 1,1 0-1,2 0 1,2 0 175,3 0 1,7 0-147,4-5-105,2 0 1,4-6 0,3-3 0,5-3 0,3-2-519,1 0 0,5-8 211,0-7 275,0 1 1,1-6 0,-1 4 0,-2-1 0,-1-2 83,-1 1 1,-1 4 451,1 5-269,-7-4 0,-2 11 0,-5-2 0,-1 4 450,0 4 0,-6 4 19,-3 6-458,-4 1 1,-1 4 0,0 0-1,-1-1 1,-4 1 270,-5 0 1,3 0-374,-3-4-104,1-1 0,-1 0 0,1-1 1,-1-2-1474,2-2 1018,-4-6 144,10 4 1,-4-9-327,6-3 0,6-3 94,4-6 558,2 0 1,4-5-1,1-1 1,4-3 0,1-2-104,3-2 0,2-1 196,2-1-103,-1-5 0,0 2 1,1-6-1,-2 0 0,-5 2-189,-8 3 279,0 3-92,-12 8 1,-2 7-1,-10 11 1,-2 4-1,-2 6-96,-1 8 1,-4 2 75,0 8 111,0-1 0,5 6 0,2-1 0,1 1 1,3-1 861,1 1 1,1-1-267,1 0-453,4 1 0,-6-2 1,9-4-1,3-2 1,6-4 211,6-2 0,0 2-111,7-8-301,0-2 0,4-1 1,1-8-1,-1-2 0,-1-6-412,-3-2 0,1-7-397,-6 0 612,0-7 1,0 9 0,0-5 0,-2 1-1,-1 6-109,-2 4 1,-4-1 549,-1 8-112,1-7 0,-1 9 131,1-3 1,-6 10 566,6 5-641,-7-4 0,3 7 0,-6-4 0,2 2 0,1 0 368,2-1-410,0-1-309,-5 5 1,0-4 0,-2-2 0,-1 0-1,-4-2-877,0 0 1,-3 1 579,-4-3-201,0-2 1,-1 4 0,1-6 0,-2 2 0,-1 1-1101,-2 2 1,0-1-817,5-4 1720,0 0 0,-1 0 821,1 0 0,-32-50 0,20 18 0,-1 1 0</inkml:trace>
  <inkml:trace contextRef="#ctx0" brushRef="#br0">26403 18012 7974,'-8'0'3286,"2"-1"-1717,6-4 0,6 2-197,3-7-710,4 1 1,8-1 0,2 1 0,3-1-1,-1 1-272,-2-1 1,1 1-2065,5-5 1217,-1 6 0,-6-3 0,-3 6 0,-3 2 457,-2 1 0,0 9 0,1 0 0</inkml:trace>
  <inkml:trace contextRef="#ctx0" brushRef="#br0">27085 17827 7983,'0'-14'1133,"2"0"1124,3 0 0,-4 0-545,4-1 1,3 3-401,1 2-990,-2 4 0,5 6 0,-2 1 0,2 4 0,3 5 380,-1 2 1,0 9-111,0 3-457,-6 2 0,-2 3 0,-6 1 0,0 3 0,0 5 326,0 3 1,-1 2-27,-4-1-283,-9 1 0,-3 0 0,-6-1 1,1 1-1,0-2 145,-3-3 0,3 1 41,-2-5-283,7-1 0,-9-11 1,7-3-1,2-5-69,1-5 0,7-2 249,-1-7-545,7 0 0,-3-2-18,6-3 0,1-1-2517,4-3 2029,-3-4 1,10 11 0,-2-4 815,2 0 0,53 4 0,13-4 0</inkml:trace>
  <inkml:trace contextRef="#ctx0" brushRef="#br0">30085 14458 8441,'0'-9'3009,"0"-1"-2334,0 7 1,0-5 113,0 3-209,0 4 0,2-6-222,3 7 1,-4 2-141,4 3 1,-2 3-1,0 7 223,2 4-292,6-3 0,-9 6 0,2-3-52,-2 5 0,-2-2 1,0 2-1,0 1 101,0 2 1,0 1-152,0 1-16,0 6 1,0-5 0,0 3 0,0-2 0,0 1 158,0 1 0,0 0-219,0-4 48,0-1 1,0 5-1,0 0 1,0-1-1,0-2-80,0-2 0,-5 2 181,0 4-98,1-4 1,4 9-1,0-6 1,0-1 0,0-2-14,0-2 0,0 6 41,0-1-1,0 0 1,0-5 0,0 1 0,0-1-1,0 1 110,0-1 1,4 0-75,1 1 12,0-7 1,-4 6 0,3-1 0,0 5-1,-1-2 51,-1-5 0,-2 2-104,0-3-3,0 9 1,0-3-1,0 3 1,0-4-1,0-4 68,0-1 1,0 2-228,0 3 130,0 2 0,0-10 0,0 4 0,0-1 0,0 0 28,0-2 1,2 0 12,2-3-62,-2-3 0,6 4 0,-5-6-212,2 1 1,1-3-65,-1-2-867,-4-4 1,6-8-563,-7-2 1,0-4 1032,0-6-2466,0-7 3147,-7-1 0,6-17 0,1-7 0,-3-4 0,-1 0 0</inkml:trace>
  <inkml:trace contextRef="#ctx0" brushRef="#br0">30185 14430 8317,'-8'-8'3715,"1"0"-2495,7 3-806,0 4 1,2-6-221,3 7 0,3 0 0,6 0 0,0 0 0,2 0 351,3 0 0,-2 0-380,7 0 1,1 0 0,8 0 0,5 0-40,3 0 1,4 0 0,0 0-1,4 0-1,2 0 1,-4 0-158,6 0 0,-8 0 0,3 0 0,-4 0-31,-1 0 0,-1 0-79,1 0 138,0 0 0,-1 0 1,1 0-1,0 0 1,-1 0-213,1 0 0,-5 0-8,0 0 155,6 0 0,-5 0 0,4 0 0,-3 0 0,-3 2-69,1 3 1,0-4 74,5 4 31,0-4 0,-6 1 0,1 1 1,2 2-1,1-2-85,2-1 1,-5 2 51,-1 1 42,-5 0 0,9-5 0,-5 0 0,1 0 1,-4 0 11,-3 0 1,-5 0 122,4 0-117,-4 6 1,10-4 0,-7 3-1,1-4 1,-1-1 16,0 0 1,1 0-131,-1 0 110,-6 0 0,5-5 0,-5 1 0,2 0 0,-2 3-61,-1 1 1,-2 0-12,-5 0 60,0 0 0,2-5 0,1 0 0,4 2 1,-1 0 21,1-2 0,3 4-47,-5-4 43,6 3 1,-5-2 0,6-1-1,-4 2 1,-2 1 312,-2 2 35,-2 0 52,-9 0 94,0 0-514,-7 0 318,0 0-266,-7 0-209,6 0 284,-5 0 1,6 2 116,0 3 1,0-2-157,0 6 77,0-6 1,0 10 0,0-4 0,0 4 230,0 1 1,1 2-154,4 3-111,-4-3 1,6 11 0,-7-5 0,0 2 0,0-1 95,0 2 1,0 2-253,0 2 33,0-1 0,0 1 0,0-1 0,0 1 0,0-1-38,0 0 0,0 1-130,0-1 197,0-6 0,0 5 0,0-3 1,0 3-1,0 1 69,0 1 0,0-1-56,0 0-13,0-5 1,0 8-1,0-2 1,-2-1 0,-1-1-28,-2-3 1,1 4 57,4 5-39,0 0 0,0-4 0,0-1 0,-2 1 0,-1 1 58,-2 3 0,0-3-59,5 3 21,0-3 1,-4 3 0,-1 0 0,2-1 0,1-2-21,2-2 0,-5 1 276,1-1-271,-1 1 1,0 4-1,0 0 1,2-3 0,2-3 16,1-3 0,-5-1-59,0 6 43,0-1 0,5-4 1,0-2-1,0 0 1,0 0 0,0 4 0,0-6 15,0-1 19,0 3 1,0-6 0,0 4-1,0 1 0,0-5-50,0 3 1,0-3-1,0-2 1,0 0-105,0 0 0,0 0-10,0 1 0,0-1-303,0 0 335,0 0-218,-6-6 152,5 5 87,-6-12-18,7 6-44,0-7-249,0 0 321,0 6 1,-1-4 166,-4 2-70,3-2 0,-6-1 447,4 4-344,-4-3 1,-6 9-37,-1-6 1,1-1 0,0-4-1,-2 0-97,-3 0 0,-1 0 70,-4 0 1,-5 0-84,1 0 1,0 0 0,-7 0 0,2 0 78,0 0 0,-2-1-75,2-4 1,-2 3 15,-3-2 0,-3-3 1,3 3-1,-3-1 63,-2-1 0,5 4 20,0-3 1,0-1-65,-4 1 0,1-1 0,1 3 0,2-4-4,-1 0 0,-2 3-40,-2 0 1,0-3 13,1 3 0,4-6 1,0 5-1,-2 2-116,-1 2 1,5-4 120,3 0 1,3 0-32,1 5 0,1 0 0,0 0 0,1 0 79,3 0 0,-3 0-44,3 0 1,-2 0-27,-3 0 1,1 0-1,-2 0 1,-2 0-19,-1 0 0,-7 0-62,3 0 1,0-4 59,-1-1 1,0 0-1,-4 5 1,1 0-62,3 0 1,1 0 196,4 0 0,3 0 13,-3 0 0,3-5 1,2 1-1,1 1 196,3 1 1,-3 2-4,3 0 0,-7-5-211,-2 0 0,0 1 1,4 2-1,1-1 3,-1-2 0,1 1-14,-1 4 1,1 0-102,-1 0 1,7 0 0,2 0 0,1 0 183,0 0 1,5 0-59,4 0 0,5 0 221,-4 0 0,0 0 114,-6 0-316,1 0 1,0 0-6,0 0 0,4 0-251,1 0-199,6 0-808,-4 0 0,6 0-3765,-4 0 3908,16 0 0,0 0 982,22 0 0,18-8 0,10-3 0,8-1 0,0 0 0</inkml:trace>
  <inkml:trace contextRef="#ctx0" brushRef="#br0">31521 14444 8333,'-8'6'702,"0"-4"1964,4 3-1276,2-4 0,-4-2-777,6-4-609,0 3 26,0-4 62,0 6 1,0 1 0,0 4 48,0 5 1,4 2 278,1 3-246,6-1 1,-8 6 0,5 2 0,0 2 0,-1-2 338,-1-1 0,3 4-181,-4-1-255,0 3 0,0-4 1,-1 1-1,-1 0 1,1-1-149,0 1 1,-2 0 147,3 4-104,-4 1 0,-1-6 0,0 1 0,0 1 0,0 2 65,0 2 1,0-1 39,0 0-80,0 1 0,0-1 0,0 2 0,0 2 0,0 1 37,0-1 1,2-2 327,3-2-309,-4 7 0,5-5 0,-6 3 1,0-3-1,0-2 216,0 1 0,0-1-141,0 1-76,0-1 0,0-4 0,0 0 0,0 1 0,0 0 66,0-1 1,0 1-305,0-6 184,0 6 0,0-3 0,0 5 0,2-1 1,1-3-167,2 3 1,0-4-72,-5 1 244,6-5 0,-4 7 1,2-6-1,-2 0 0,-2 0 95,0 0 0,1 0-118,4-5 170,-3 0 0,4 0 0,-6 1 1,0-1-1,0 0 97,0 0 0,0-4-142,0-1-7,0-6 1,0 10-414,0-3-157,0-4-355,0 0-311,0-6 957,0 0 5,0 6 1,0-2 0,0 5 36,0 2 209,0 2-83,0-5 1,2 4-401,2-2-244,-2-4 116,4 0 0,-6-4-1130,0 3 631,0-4-670,0 6 684,0-7 1,2 0-203,3 0 140,-4-7 1085,6 6 0,-26-56 0,-5-6 0</inkml:trace>
  <inkml:trace contextRef="#ctx0" brushRef="#br0">30085 14885 10740,'-8'0'4222,"2"0"-3918,6 0 1,2 0 70,2 0 1,4 0-198,6 0 1,7 0 0,3 1 0,2 2 0,5 2 0,0-2 358,2-1-419,7-2 0,-4 5 0,7-1 1,-1-1-1,1-1 4,0-2 0,-1 2 14,1 2-92,0-2 1,-1 4-1,1-6 1,0 0 0,-1 0-44,1 0 1,3 0-3,-4 0-2,4 0 0,-11 0 0,3 0 0,-2 0 0,1 0 42,0 0 0,3 0-80,-7 0 75,3 0 1,2 0 0,0 0 0,0 0 0,-1 0 69,-4 0 1,-2 0-150,2 0 1,-2 0 42,2 0 0,-3 0 0,-2 0 0,2 0-69,3 0 1,-3 0-24,4 0 44,2 0 0,-5 0 0,6 0 1,-1 0-1,-1 0-117,0 0 1,3 0 90,-5 0 36,6 0 0,-9 0 1,5 0-1,-2 0 1,0 0-16,-1 0 0,-2 0-16,-2 0 66,1 0 1,1 0-1,1 0 1,3 0-1,-1 0-52,2 0 0,-4 0-154,7 0 196,0 0 0,0 0 1,0 0-1,0 0 0,-2 0-19,-3 0 0,-3-4 297,-1-1-151,-1 0 0,-4 5 0,-2-2 0,-2-1 0,-2-1 163,-2 0-204,-2 3 115,0 1 1,-4 0-32,-1 0-53,-6 0-664,3 0-496,-6 0 1,-1 0-662,-4 0 1213,-3 0 1,-3 0-1,-1 0 506,-4 0 0,-52 19 0,29-7 0,0-1 0</inkml:trace>
  <inkml:trace contextRef="#ctx0" brushRef="#br0">30270 15183 8132,'0'-14'779,"0"0"1186,0-1-738,0 1 1,0 5 596,0-1-1694,0 7 0,0-2 0,0 10 0,0 5 0,0 4 0,0 3 390,0 2 0,0 5-184,0-5 1,0 6-179,0-1 1,0-2-1,0 0 1,0-1-41,0-4 1,0-1-277,0-2 242,0 0 0,0 0 824,0 1-306,0-8-736,6-7 1,-4-12 0,3-9-157,-4-1 0,4-6-6,0-5 1,-1-2 0,-4 3 0,2 1-429,3 4 630,-4-2 1,6 14 0,-7-4 0,0 3-1482,0 2 821,0 6 380,0 8 0,-2 8 0,-1 7 0,-2 3 1,0 2-985,-1 2 0,5 2 486,-4 5-158,3-7 0,-3 5 1030,1-4 0,5 17 0,7 4 0</inkml:trace>
  <inkml:trace contextRef="#ctx0" brushRef="#br0">30512 15155 8087,'-5'-10'767,"0"1"0,-1 4 569,1-4-494,4 5 0,-7-2-101,3 6 0,3 2-290,-2 2-230,2 4 0,-3 8 0,1 1 0,0 4 0,3 0 286,1-1 1,0 4-434,0-5 1,5 4 0,1-4-1,2 0-100,3 2 0,-3-10 72,1 3-231,1-3 0,4-3 0,2-3 0,1-4 0,2-1-41,-2 0 1,-1-1 419,-2-4-177,1-3 0,-1-11 1,-1-1-1,-4-2 1,-4-4 299,-4-1 1,-2 1-506,-4 2-1,3 3 1,-12 4 0,2 1-1,-6 4 1,-1 0-724,-1 5 1,4 0-625,-3 7 1063,-3 7 1,6-4 0,-1 8 0,6 3 0,6 3-2235,3 1 2707,2-2 0,19 17 0,5 5 0</inkml:trace>
  <inkml:trace contextRef="#ctx0" brushRef="#br0">30839 15112 8087,'-8'0'618,"0"0"1008,3 0 421,4 0-689,-12 0-858,11 0-1138,-4 0-560,6 0 1659,0 0-292,6 0 0,-2 0-94,5 0 1,-4 5-1,4 1-25,2 2 1,0-3 140,-1 4 0,-2-4 0,-5 4 199,2 2 1,-1 2-148,-4 1-74,0-6 0,-1 5 1,-4-4-1,-3 4 0,-1 0 122,-1-4-943,1 4 284,-5-5 0,1 1-620,3 1 419,4-7 511,6 3 1,6-6 0,4 0 0,3 0 237,1 0 0,0 5 93,0 0-77,0-1 0,-4-2 0,-1 3 349,2 4 0,-4-1-110,-3 1-136,-2-5 1,-4 7 0,-2-5 0,-6 2-82,-2 3 0,-4 0-887,-3-2 557,3-2 1,0-2 0,7-1 0,-2-1 38,-2-1-2546,-1 4 662,6-4 1957,-5 4 0,37-18 0,1-4 0</inkml:trace>
  <inkml:trace contextRef="#ctx0" brushRef="#br0">31009 15425 11046,'0'-8'5963,"-1"-3"-4834,-4 6 0,3-1-626,-2 1-1964,2 3 1,2-5-3586,0 2 5046,0 3 0,0 21 0,0 13 0</inkml:trace>
  <inkml:trace contextRef="#ctx0" brushRef="#br0">24654 4962 6589,'-2'-10'3483,"-2"1"-2968,2 5 1,-6-3-177,3 2 0,2 3 0,-6-3-138,-2 4 0,3 1 1,-2 0-149,-1 0 1,-1 1-52,-3 4 1,1 3 0,0 6 0,1 1-100,4-1 0,-4 2 199,4 2-152,2-2 1,-4 5-1,7-7 1,1 0 0,1 0-85,2 1 0,5-1 39,-1 0 93,7 0 1,2-1-1,6-2 1,-2-3-1,-1-2-31,-2-3 1,1 4 61,-1-3 11,-6 8 0,3-9 0,-6 6 335,-2 2 1,-3-3 81,-5 2-429,-3-7 1,-8 5 0,-1-5 0,-2 2 0,2-1-82,1 3 0,2-6 79,-1 4-23,1-3 0,5-2 0,1-2-170,1-3 1,4 2-561,8-6 580,3-1 0,11-3 0,1 2 0,3 2 0,0-2-63,-1-2 0,4 5 453,-7 4-126,6-4 0,-9 5 1,3-5-1,-4 1 518,0 4-528,-1 2 160,0 1 1,-6 1 338,-3 4-450,-4-4-282,-1 12 0,0-10 0,2 5-251,3-2 1,-2-1 21,6-5 221,-6 0 0,10-1 0,-3-3 1,1-2 81,-2-2 0,2-1 329,-6-5-139,6-1 0,-8 3 0,5 1 0,-2 1 798,-3-1-643,-1 5-254,-2-7 1,5 13-1,0 0 70,-2 8 0,-2 5-12,-1 1-90,0 0 0,0 0 0,2 2 0,1 2 1,2 0-225,-2 0 1,3-7-72,-1-2 127,6 1 1,-8-1-1,7-1 1,1-1-155,1-4 1,3-2 387,-1-1-104,0-6 1,0-2 0,0-6 0,-1-2 0,-2-1 276,-1-2 0,-6-7-61,6 3-130,-7-4 1,8-6 0,-6 0 0,-2 1 0,-1 2-120,-2 2 0,0 4 28,0 0 72,0 7 1,-5-4-9,0 7 0,-1 6-30,1 3-107,3 10 0,-4 3 0,5 6 0,-3 0 0,0 2 444,0 3 0,-2-1-45,1 5 100,1 1 0,2 4 0,-1-1 0,-2-1 0,2-3 274,1 2 0,2-2-493,0 0-106,0-5 0,0 2 0,0-6 0,0 1-336,0-1 0,0-5-342,0 1 623,0-7 1,0 2 0,0-10-166,0-5 0,0-4-276,0-5 362,7 4 1,-6-11 0,6 6 0,-3-1 0,3 1-394,1 2 0,0 7-66,1 2 359,4-1 1,-5 2 0,6 4 0,2 2 0,1 2 53,2 0 0,0 2 386,-5 2-210,0 4 1,-4 6 0,-2 1 0,-2-1 82,-3 0 1,-1 0 366,-2 1-331,0-1 1,-7-5-1,-2-1 1,-4 0-1,-3-2 57,-2 1 1,2-1-457,-3-1 106,3-4 1,2 6 0,0-7-318,-1 0 207,7 0-143,-4 0 0,12 0 55,0 0 0,6-5 102,8 0 33,1-6 0,3 5 1,3-5-1,0 1 1,1-1-175,0-1 0,-5-3 534,2 1-150,-3 0 0,-2 4 0,0 3 1,-1-1-64,-4 0-152,4 5 324,-11-4 1,4 9 0,-6 3 0,0 4 0,0 4 825,0 1 0,0 0-315,0 0-381,0 1 0,0-1 0,0 0 110,0 0-53,0 0-1010,0-6 665,0-1 1,2-9-463,2-3 399,-2-3 1,9-6 0,-5 0 0,1 0 0,-1 0 83,-3-1 0,3 6 31,-1-1-159,6 1 0,-8 1 0,7 3-150,1 4 0,-3 1 306,1 0 6,-6 6 1,9-3 0,-6 7 0,0 1 0,2 0-191,0-2 1,-3 4-31,4-4 112,1-2 0,2 1 1,-1-5-1,-1 1 0,1 0-25,2-3 1,1-2-66,0-4 392,-6 3 1,4-10 0,-4 2 0,0-2 955,-3-3-638,3 1-646,-7 0 1,6 4-743,-7 1 564,0 6 192,-7 3 0,6 3 0,-4 6 0,2 1 0,0-1-354,-2 1 167,0-1 277,5 6 1,5-6 0,1-1-1,2-2 1,3-3 248,2-1 1,1-2 25,0 0-177,1 0 1,-1-2-1,0-2 1,2-6-1,0-4 138,-2-5 0,3 2-87,-7-7-155,-4 0 0,5-9 1,-5 0-1,1 0 0,-1 0-337,-3-1 1,-1 6 268,-2 4-198,0 7 0,0 4-424,0 13 0,0 10 108,0 13 834,-6 1 0,4 17 1,-3-3-1,4 2 1,1-2 806,0-5 1,0 1-404,0 0-603,0-8 1,0 0 0,0-6 0,0 1-826,0-1 380,0-7 218,0-7 0,1-6 0,2-1 0,4-4-567,1-5 0,-5-8-1024,1-6 1315,-2-3 0,-2-3 0,0-2 0,-2-1 0,-2 2-239,-6 1 1,-2 3 825,-3 3-124,8 4 1,-6 7-1,3 3 1,-2 6 1242,-2 2-822,6 2-137,1 6 1,7 2 0,2 5-1,4-2 1,7-2 604,4 3 0,7-5-332,-5 3-935,6-7 0,-3 5 0,7-5 0,-2 2 0,-2-2 361,-1-1 0,-1-34 0,6-7 0</inkml:trace>
  <inkml:trace contextRef="#ctx0" brushRef="#br0">26204 4834 8041,'0'-10'1278,"0"1"1,0 4 1551,0-5-1944,0 7-546,0-3 0,0 8-29,0 2 1,0 10 315,0 10-507,0 3 1,0 3 0,-2 2 0,-1 2-1,-2 1 130,2 0 1,2-2-230,1-5 84,0-5 1,0 2 0,-2-8 0,-1-3 0,-2-2 1857,2-1-1187,1-5-332,2 0 1,0-22-1,0-4 1,0-4-526,0-3 1,-1-6-114,-4-5-260,3 3 0,-5-4 0,3 6 1,0 3-1,0 3-380,3 3 1,-1 8-1706,-2 2 1806,2 0 1,-4 14-1,6 0 1,0 8-499,0 5 0,0 7 1231,0 4 0,-7 53 0,3-31 0,0 0 0</inkml:trace>
  <inkml:trace contextRef="#ctx0" brushRef="#br0">24853 5544 7804,'-14'0'1386,"0"0"1529,-1 0-2282,8 0 1,-1 0-1,4-1 298,0-4-837,-1 4 0,7-6 1,2 7-1,6 0-26,2 0 0,4 0-328,3 0 0,-3 0 0,3 0 0,-3 0-576,-2 0 1,0 0 117,0 0 1,-1 2 0,-2 1-2127,-1 2 1815,-7-1 829,3-4 0,-8 5 1,-2 1 199,-6 2 0,-28 13 0,-12 6 0,-5 4 0,1-1 0</inkml:trace>
  <inkml:trace contextRef="#ctx0" brushRef="#br0">24768 5672 7804,'-10'13'-636,"1"-4"1,4 3 317,-4-8 0,5 3 3145,0-3-1986,2-2 1,4 4 0,2-6 0,7 0 973,7 0-1584,-2 0 1,6-5-1,-3-1 1,3 0 0,2-2-405,-1 0 0,-5 5-599,1-2 226,-4-3 0,0 7 1,-1-4-3107,0 3 3652,-6 2 0,-8 13 0,-8 3 0</inkml:trace>
  <inkml:trace contextRef="#ctx0" brushRef="#br0">25294 5416 7804,'8'-6'2601,"-2"5"0,-4-6-2044,2 7-97,-2 0 1,4 7-270,-6 2 1,0 4 0,0 1 0,0 0 139,0 0 0,-1 5-291,-4 0 0,3 0-144,-2-5 1,2 1 0,2-1-48,0 0 195,0 0 647,-6-6 1,4-3-470,-3-10 1,4-3 67,1-6-323,-7 0 1,6-5 0,-4 0 0,2 2-1,0 1-212,-2 2 0,0-1-744,5 1 144,0 6 1,-1-3-544,-4 6 0,3 2 253,-2 8 837,-4 3 0,6 6 0,-2 0 0,2 2 0,2 1-1140,0 2 1438,0 0 0,13 15 0,2 3 0</inkml:trace>
  <inkml:trace contextRef="#ctx0" brushRef="#br0">25479 5445 7809,'0'-10'1809,"0"1"0,0 4 323,0-4-415,0 6-1434,0-4 0,-5 9-128,0 3 1,-1 2-122,1 8 1,4 0-1,-4 3 1,2 2-272,-2 2 91,3-4 1,-4 7 0,6-6-221,0-2 0,0-1 0,2-2 0,1 1-64,1-1 1,8-1 382,-3-4 17,4-3 1,1-6-1,0 0 1,0-1 0,1-4 224,-1-4 0,0-4 628,0-1-644,0-1 1,-1-3 0,-4-3 0,-4-1 0,-3-2-96,-2 2 0,0 0-810,0 3 447,0 10 1,-7-10-1,-2 11 1,-4 0 0,-1 3-1792,0 3 0,0 4 2070,0 3 0,-7 34 0,-1 15 0</inkml:trace>
  <inkml:trace contextRef="#ctx0" brushRef="#br0">25806 5502 10367,'-8'-10'2893,"3"1"-1377,-3 6 0,7-5-708,-4 3-621,3 3-1244,2-4-2089,0 6-857,0 0 4003,7 6 0,0 2 0,8 7 0</inkml:trace>
  <inkml:trace contextRef="#ctx0" brushRef="#br0">25934 5416 7809,'-7'8'-1918,"4"-1"2797,-6-7 0,4 0-318,-5 0 1,6 0-259,-6 0 0,5 0 1,-4 0-1,-2 0-356,-2 0 1,4 0-546,-1 0 1,1 0-569,-5 0 1058,-1 0 0,6 0 510,-1 0 0,6 0 925,-6 0-280,7 0 0,-3-2 2022,6-3-2385,0 4-468,0-6 0,1 1-150,4-3 1,-2 2-17,7 3-131,-1 2 0,1 0 1,-1-1-1,2-1 1,2 0-420,1 3 327,0 1 0,1 0 115,-1 0 1,-5 1 183,1 4 0,-7 3 233,2 6-241,-4-6 1,-7 5-1,-4-4 1,-2 4-1,-2 1-64,-1 0 1,-4 1-535,0-1 144,0-6 0,5 4 0,0-4-177,0 0 0,6 0 253,3-3 66,4-4 0,2 6 1,4-7-1,4 0 191,4 0 0,6 0 93,0 0 151,0 0 0,-5 0 1,-1 1-1,-2 2 1,-2 4 238,2 1 0,-4-4 377,-3 6-621,-2-1 0,-2 1 0,0-1 0,-2 2 1,-2 0 479,-6-1 1,-4 1-519,-5-6-220,3 6 1,-9-10-1,4 6 1,1-3 0,-2 1-699,0-2 0,4-1-1488,-1-2-1598,10 0 3806,-4 0 0,62-7 0,8 0 0</inkml:trace>
  <inkml:trace contextRef="#ctx0" brushRef="#br0">26090 5758 7809,'-6'-15'3783,"3"1"-2806,-7 0 0,7 5 237,-2-1 1,4 5 0,-1-3-716,-3 2-501,4 1-1564,-6 5 1566,7 0 0,26 26 0,5 5 0</inkml:trace>
  <inkml:trace contextRef="#ctx0" brushRef="#br0">26317 5459 7776,'-14'0'-188,"0"0"0,0 0 1049,0 0 1,4 0 143,1 0 0,4-1 0,-3-4-566,2-5 0,3 2 0,7 1 1,6-1-350,2 0 0,3 5-7,-1-2 1,0-1 0,0 1 0,0 2 330,1 1-449,5-4 43,-4 4 0,5-4 0,-7 6 300,0 0-159,0 0-39,-6 0 1,0 5 0,-5 1 0,2 2 0,-2 3 276,-1 1 0,-4 3-64,-3-1-331,4 0 0,-10 0 1,4 1-1,-1-1 1,-3 0 1,-1 0 0,-1 2 101,4 3-187,-4-3 0,5 4 0,-6-6 0,0 1 0,1-1-24,4 0 0,-2-4-386,6-1 328,0 1 1,3-3-1,-1 0 1,0-2 128,5-1 0,4 1 662,8-5-496,0 0 1,5-5 0,2 1 0,0-1 0,-1-2 253,-3-2 1,-1 3-21,-2 1-378,1-3 0,-3 5 1,-1-5-1,-1 2-2411,1 2 1381,-5 3-3577,1 1 4630,-1 0 0,8-25 0,8-7 0</inkml:trace>
  <inkml:trace contextRef="#ctx0" brushRef="#br0">26630 5445 7776,'-8'-6'0,"-3"2"713,7-5 0,-3 6 0,4-4 2129,-2 1-1827,1 5-617,4-6 1,1 7 0,4 0-337,4 0 1,4 0-347,1 0 278,0 0 1,1 0 0,-1 0 0,0 0-40,0 0 0,-1 2-554,-4 3 504,4-4 1,-11 7 0,4-5 0,-1 4-1,-1 0 556,0 4 0,-3-3-63,-1 2-219,0-1 0,0 6 1,0-1-1,0 0 1,0 0 138,0 0 0,0 1-15,0-1-420,-6 0 1,4 0 0,-2 0 0,2 1-935,2-1 1,-5-5 644,1 1-944,-1-7 0,5 5 1,-2-5-1249,-3 2 2598,4 0 0,-12-43 0,5-10 0</inkml:trace>
  <inkml:trace contextRef="#ctx0" brushRef="#br0">26573 5559 7776,'8'0'1875,"5"0"1,-10 0-931,7 0 0,-6 0-507,6 0 0,-1 0 0,5 0 0,1-2-620,-1-3 0,0 4-2223,0-4 1873,7 3 0,-5 2 0,3 0 532,-4 0 0,25-19 0,6-4 0</inkml:trace>
  <inkml:trace contextRef="#ctx0" brushRef="#br0">26943 5516 7776,'14'8'2581,"-6"-2"121,5-6 1659,-12 0-2360,6 0-3707,-7 0-192,0 0 0,6-6 0,2-2 0</inkml:trace>
  <inkml:trace contextRef="#ctx0" brushRef="#br0">27185 5388 7776,'0'-8'5603,"0"-5"-3709,6 12-117,-4-12-1112,4 12-690,-6-6 0,0 9-13,0 3 1,0-1 0,0 9-1,0 3 220,0 0 0,0-1-604,0 0 222,0 5 1,-5-4 0,1 3-1,0-3 1,3-2-753,1 0 1,0 0 50,0 1-118,0-7 1,0 4 0,0-2 1018,0 2 0,25-48 0,7-13 0</inkml:trace>
  <inkml:trace contextRef="#ctx0" brushRef="#br0">27327 5445 7776,'0'-14'-588,"0"4"2631,0 1 1,0 4 66,0-4-7,0 5-1814,0-2 0,-2 8-212,-2 2-66,2 4 0,-4 6 0,6 1 0,0-1 0,0 0-160,0 0 0,0 1-779,0-1 710,0 0 0,1 0 0,4-1 0,5-2 0,2-3-38,2-2 1,1-1 856,-1-5-464,0 0 1,0 0 0,0-2 0,1-2-1,-3-6 987,-2-3 0,1-1-192,-6 0-885,-1 0 0,-4 0 0,0-1 0,-1 1 0,-4 1-1291,-4 4 1,-4 1 259,-1 3-297,-1 4 0,1-6 0,0 9 0,0 3 1281,0 4 0,-7 17 0,-1 4 0</inkml:trace>
  <inkml:trace contextRef="#ctx0" brushRef="#br0">27654 5544 7141,'14'0'0</inkml:trace>
  <inkml:trace contextRef="#ctx0" brushRef="#br0">27839 5388 7775,'1'-14'3289,"4"0"-1109,-3-1-1195,4 7-975,-6 2 1,0 9-1,0 5 125,0 6 1,-5 4-44,1-4 0,-1 2 0,5 1 0,0 2-48,0-1 1,0-3-525,0 0 394,0-1 0,1 0 0,4-1 1,3-2-1,1-3 366,1-2 1,-1 3 133,6-4-71,-1 0 1,0-7-1,0-2 1,1-8 514,-1-5 1,-6 1-298,-4-3-700,-2-3 1,-2 5-1,-2-5 1,-2 1 0,-6 2-499,-2-1 0,-3 9-1402,1-4 1421,0 4 1,-5 3-1,0 4 1,2 2 0,1 2-3109,2 0 3726,-1 6 0,7 28 0,2 11 0</inkml:trace>
  <inkml:trace contextRef="#ctx0" brushRef="#br0">28166 5075 7819,'14'-22'146,"-5"-3"-143,1 6 2312,-7 0-1653,3 11 1,-6 8-487,0 10 1,0 2 0,0 4 0,0 3 974,0 5-883,-6 2 1,-2 8 0,-4-1 0,1 0 0,1 0 419,-1 0 1,3 1-263,-1-6-295,5 0 0,-8 6 0,4-1 1,-2-2-1,3-1 229,0-1 1,1-1-221,1 1 0,2-1 0,-5-1 0,2-2 113,3-1 1,-1-7-160,0 2-84,2-3 1,-6-2-162,4 0-595,2 1 225,-4-7 1,6-4-2534,0-8 1803,0-4 299,0-7 1,4 6 0,3-1 951,1-1 0,14-39 0,8-12 0</inkml:trace>
  <inkml:trace contextRef="#ctx0" brushRef="#br0">28294 5360 7833,'0'-15'0,"0"6"1744,0-1-870,0 1 0,0-1 0,0 1 456,0-2 0,0 3-904,0-1 0,1 5-376,4 0 0,3 2 0,6 2 72,0 0 1,1 2 244,-1 2-380,0-2 0,0 11 0,-1-4 0,-2 4 0,-3 1-140,-2 0 1,4 0 167,-6 1 39,1-1 0,-5 0 0,0 2 0,-1 1 0,-3 2 204,0-1 1,-7-3-370,1 0 141,4-1 0,-5-5 1,6 1-1,0-1-159,-1-1 513,4 5-274,-4-12 1,8 6-1,2-7 1,6 0-79,2 0 0,4-7 0,3-2-391,-3 3 0,5-7 0,-7 5 0,0-2 1,-1 1-285,-4-2 0,4 3-3916,-4-1 4559,-2-1 0,-7-29 0,-8-7 0</inkml:trace>
  <inkml:trace contextRef="#ctx0" brushRef="#br0">28564 5331 7833,'0'-9'1649,"0"-1"789,0 7-1324,0-10-172,0 12 1,0-4 53,0 10 1,0-2-280,0 6-511,0 1 1,1 4 0,4 0-1,5 1-95,2-1 1,3-2-246,-1-2 149,0-4 0,0-1 0,0 0 0,1-2 0,-1-2-124,0-1 1,-4-1-121,-1-4 182,0-3 1,-1-6 0,-1 0 0,-3 0 0,1-1-114,-2 1 1,-1 5-214,-2-1 161,0 1 0,-2 1 1,-2 6-80,-6 10 0,2 3 122,-1 13 374,-1 0 0,1 4 0,1 0 0,2 1 0,1-2 1040,-1-4 0,4 4 282,-3-3-1146,4-3 0,1-1 0,0-6 0,0 0 706,0 1-580,0-7-656,0-2 0,0-8 0,0-2 0,0-6-1790,0-3 0,0 4-3767,0 0 5706,0-1 0,6-36 0,2-7 0</inkml:trace>
  <inkml:trace contextRef="#ctx0" brushRef="#br0">30355 15013 7914,'0'-10'3498,"0"1"-2408,0-1 1,5 1 220,0-1-1128,0 7 1,-7-3 0,-3 6-1,-4 0 1,-4 1-17,-1 4 0,0-2 0,-1 7 0,1 1 122,0 1 0,0 3-140,0-1-119,-1 0 1,3 5 0,2 0 0,6-2 0,2-1 100,2-2 1,0 0-79,0 1-26,0-1 1,11 0 0,3 0-1,2 1 1,0-1 2,-2 0 1,0 0-32,0 0 103,-6 1 0,5-1 0,-5 0 1,0 0 659,-3 1-320,-4-1-201,-1 0 0,-6-1 1,-4-4-1,-2-3 273,-3 1 0,0-6-145,-4 4-541,3-3 0,-5-2 0,6 0 1,-3 0-389,-1 0 493,0 0-4314,5 0-546,6 0 1190,2 0 3737,25 0 0,36-13 0,-14 5 0,0 0 0</inkml:trace>
  <inkml:trace contextRef="#ctx0" brushRef="#br0">30497 15169 7929,'-6'-14'0,"5"-2"414,-4-3 0,3 8 145,2-3 1,0 3 0,0-4 2451,0 1-1040,0 6-1313,0 2-347,0 6 1,0 2-1,0 2 1,0 6 0,2 2 853,3 3 0,-4-1-406,4 0-450,-4 7 1,-1-4 0,0 5 0,0 0 0,0-1 147,0-1 0,0 4-338,0-5-73,0 6 1,0-7 0,0 4-1,0-2 1,0-2-61,0-3 0,0 0-456,0-1 137,0-6 0,2 3 397,3-6 814,-4-1-707,6-4 0,-7-1 1,0-4-1,0-5 39,0-2 1,0-7 59,0 0-375,0-6 1,0 7-1,0-5 1,-2-3 0,-1-1-569,-2-1 1,0 4 243,5 1 277,0 5 1,0-2 0,0 5 0,0 1 0,0 0-394,0 0 654,0 6-15,0 2 0,7 6 21,2 0 0,4 6 310,1 3-272,-6 4 1,5 3 0,-4 1-1,4 2 1,1 0 285,0 2 0,0-4-294,1 7-69,-1-7 1,5 4-1,1-7 1,1 0-1,1 0 36,0 1 1,-3-3 63,5-2-127,-7-4 0,5-6 0,-4 0 67,1 0 279,0 0-238,-12-6 0,0-2 1,-7-6-1,0-1 124,0 1 1,0 0-335,0 0 13,-7-7 0,4 4 1,-5-5-1,1 0 0,0 1-380,1 0 0,1-2-194,5 4 407,0 0 1,-5 3-1,1-1-120,1-2 103,1 0 586,2 11-146,0 2-205,0 6-117,0 6 0,0 2 0,0 8 0,0 1 1,0 3 206,0 3 0,0 0 100,0 6-205,0-1 1,-5 1-1,0-3 1,2 0-1,2-3 160,1 3 1,0-4 29,0 1-117,-7-5 0,6 2 1,-4-5 1238,4-1-730,1-6-332,0-2 0,-2-6 0,-1-2 0,-2-2 41,2-6 0,1-2-44,2-3-294,0 1 1,-4 5 0,-1-1 0,2-1-1,-1-1-388,0-3 0,1 1-271,-7 0 484,7 0 0,-8-1 0,5 1 0,-2 0 1,-3 0-557,-2 0 1,-1-1 229,0 1 352,-1 0 1,0 0 0,-3-1 0,-2 1 0,-1 2-280,1 2 1,-4-2 130,5 2 229,0-3 0,0 6 0,0 0 0,2 2-94,1 1 183,2-1-90,6 5 0,1 2 0,7 2 50,0 6 142,0 2 272,7 3 1,-6-1-1,4 2 1,-3 1-1,-1 2 319,4-2 0,-3 4-185,2-2-324,-2 0 1,-2 1-1,0 2 1,0 2-1,0-2 235,0-1 1,0-1-527,0-1 17,0-3 0,0 0 0,0-7 183,0 2 0,0-3 39,0 2 313,0-7 0,0 2 0,0-10-493,0-5 1,0 3-215,0-3-370,0 1 0,0-6 1,0 1-1,0 0-1928,0 0 1,0 4-1424,0 1 2765,6 6 0,-3-4 1248,7 7 0,18 7 0,10 1 0</inkml:trace>
  <inkml:trace contextRef="#ctx0" brushRef="#br0">31194 15169 7899,'6'-8'-207,"-4"0"0,4 5 0,-1-3 2394,0-2-586,0 5 0,-5-10 1523,0 3-2538,0 4 1,0 1-174,0 10 1,-5-2 0,0 8 0,0 4 192,-1 2 1,4 3-362,-2-1 0,2 2 0,1 4 0,-3-3-21,0-1 1,-1 3 37,5-5-207,0 6 1,0-9-1,0 3 1,0-4 23,0 0 0,0-6 717,0 1-418,0-7 1,0 1 0,0-8 129,0-6 0,-5-7-1020,0-2 344,1-6 1,4-2 0,0-6-1,0-1 1,0 0-269,0-4 1,-2 3 39,-3 2 213,4 3 1,-5 8 0,6 3 0,0 3-517,0 2 1,0 7 159,0 7 581,0 13 1,0 6-1,0 8 1,0 3 0,0 1 435,0 4 1,0-5-206,0 3-71,0-3 0,0-1 1,0-2-1,0-4 1,0-4 108,0-3 1,0-2-599,0 1 118,0-8 0,0-2-130,0-10 1,1-1-2099,4-3 1399,-4-4 0,10 5 1,-4-6-1,-1 0 1,2 1-4748,0 4 5745,-5-4 0,10 11 0,-5-4 0</inkml:trace>
  <inkml:trace contextRef="#ctx0" brushRef="#br0">25493 7307 6137,'0'-9'1387,"0"-1"0,-2 2-525,-2-1 975,2 3-314,-4-1-1090,-1 6-202,6-6 1,-7 9-1,5 3 116,-2 4 0,0 5-303,5 5 1,0-1-6,0 5 0,0-4 1,0 3-1,0 1 44,0-1 0,0-3-138,0 4 2,0-5 1,0 2-1,0-6 1,0 1 269,0-1-153,0 0 260,0-6 0,0 2 128,0-10 0,0-8-195,0-11-313,0 0 0,0-2 1,0-3-1,0-2 1,0-3 34,0 1 0,-1 4 154,-4 0-118,3 7 1,-4-4 0,6 7-1,0 0-316,0 0-226,0 6 344,0 2 0,0 7 0,0 5 0,0 7-195,0 4 0,0 4 162,0-2 124,0-3 1,0 9 0,0-4-1,2-1 1,1 1-278,1-4 1,1-1 175,-5-2-89,0 7 0,0-10 1,0 3-1,0-2-1418,0 1 224,0-5 689,0 5 0,2-12 787,3 4 0,9-41 0,8-12 0</inkml:trace>
  <inkml:trace contextRef="#ctx0" brushRef="#br0">25649 7321 8241,'0'-9'2573,"0"-1"-700,0 7-1013,0-3-507,0 6 0,-1 2 0,-2 2 0,-2 6 398,2 2 1,1 4-516,2 3 0,-5-1 0,1 5 0,0 3 55,3 0 0,1-2-95,0 0-171,0-7 1,0 8-1,0-6 1,0-1-1,0-2-1197,0-2 755,0 0-352,0 0 513,0-6 0,-5-3 52,0-10 59,1-3 1,-1-8 0,-1-3 0,-1-4 0,-1-6-165,0-4 1,5 3 291,-1-3 11,-4 3 0,6 3 1,-3 2-1,4 3 0,1 1-4,0 4 1,6 1-167,4 2 132,8 6 0,0-3 1,4 6-1,-1 2 0,-3 1-431,3 2 0,-5 0 24,3 0 300,-3 0 0,-7 2 0,1 1 0,-1 3-3683,-1 2 3834,-2 2 0,-63 17 0,-14 3 0</inkml:trace>
  <inkml:trace contextRef="#ctx0" brushRef="#br0">25635 7449 7882,'0'8'1309,"-6"-1"0,4-6-54,-3 4-188,4-3-407,1 4-1223,0-6 57,0 0 0,6 0 0,4 0-358,2 0 0,4 0-1283,3 0 2147,-3 0 0,55-13 0,6-3 0</inkml:trace>
  <inkml:trace contextRef="#ctx0" brushRef="#br0">25948 7364 7882,'-8'-1'560,"3"-4"-187,4 3 0,-1-4-71,-3 6 0,4-2 615,-4-2 19,3 2 563,2-4-281,0 6-939,0 0 1,-1 6 0,-2 3 0,-2 4 111,2 1 0,0 1-378,-2-1 43,3 6 0,-4-2 0,4 4 1,-1 0-1,-2 0 46,2 3 0,-3-3-66,1 2-156,1-7 0,4 4 0,-2-7 0,-1 0-554,-2 1 401,0-7 307,5-2 1,0-8-1,0-2 330,0-6 1,0-4-559,0-5 100,0-3 1,0-7 0,2 1 0,1-1 0,2 1-356,-2 0 0,3-1 498,-1 1-75,0 6 1,-1 1-1,1 7 1,-2 0-1,1 1-319,0 4 0,-1 2 121,7 7 301,-7 0 1,10 8 0,-5 5 0,1 6 0,1 3 425,1 3 1,-3 2-267,1 1-53,-6-5 1,8 3 0,-4-4 0,-1 1 0,0-3-35,-3 1 1,0-10-1449,2 3 212,-3-3 1,4-2-2639,-6 1 2551,0-7 845,0 3 0,-6-6 1,-4-1-1,-4-2 328,-5-2 0,2-6 0,-7 1-143,7 4 1,-4-5 0,7 5 0,0-1 2164,0 1-1091,-1-5-101,7 9 0,2-5 0,8 3 396,2 0 0,6-6-781,9 5-488,-3 1 0,6 4 0,-5-2 0,2-1 0,0-2-741,2 2 0,-6 1-1336,4 2 1581,-3 0 1,-2-1-1,1-2 1,-1-2 0,0 0-485,0-1 0,0 3 1023,1-7 0,5 7 0,-9-9 0,3 2 0,-1-3 260,0-1 1,-1 0-294,-2 0 1356,-4 0 0,-4 4 291,2 1 1,-4 5-740,0 0-577,0 2 1,-12 2 0,1 2 0,-5 4 0,-3 7 459,2 4 0,1 4-637,2-2-32,-1-4 0,3 7 0,1-4 0,3 1 0,2 0-29,2 1 1,3-4-541,1 3 357,0-3 0,0-7 0,0 1 0,1-1 0,4-1-616,5-3 0,2-4-793,2-1 1033,1 0 0,4 0 0,0 0 0,-2-1 1,-1-2-964,-2-2 1,5-6 630,0 1 737,0-2 0,-5-2 0,0-1 0,0 0 0,1-4 94,-1-5 0,-1 3 0,-4 2 0,4 4 0,-10-4 0,5 0 0,-2 1 0,-3 3 1222,-1 7 16,-2-5 1,-2 11 423,-3-2 0,2 2-732,-6 2-665,6 6 1,-8-2-1,4 5 1,1 2-1,-2 2 369,0 1 0,5 5-312,-2 0-232,-3 0 1,7 0 0,-4 1 0,2 1 0,0-1-78,-2-2 0,0-1-18,5 2-83,0-3 1,7 4 0,0-5 0,3-3-1,-1-1-336,2-1 1,2-7-591,1 2 711,1-4 1,4-1-1,-1 0 1,0-1 0,-2-4-770,-2-4 1,0 1-358,0-2 893,1 1 0,-3-6 1,-2 1-1,-6 0 536,-2 0 0,-2 0 0,-6 6 0,-2 1 0,-6 7 0,-2 0 0,-2 0 0,-1 0 0,0 0 0,5 0 188,0 0 1,0 0 0,0 0 0,-1 0 3779,1 0-2815,6 7-731,2-6 0,7 6 0,4-9 111,5-3 0,2 4-1792,3-4 856,5-3 0,-4 6 0,3-4 0,-3 1 1,-2 1-3311,0 0 1799,-6 3 1651,-2-5 0,-6 2 0,-1-3 0,-4 0 263,-4 4 0,-6 1 0,-4 2-48,4-6 1,-6 5-1,7-6 1288,0 1 0,6 3 102,3-7-934,3 7 1,4-9 0,3 4-1,4-2-655,4 1 1,6 6-912,0-2 710,0-3 448,1 6 0,15-4 0,9 6 0</inkml:trace>
  <inkml:trace contextRef="#ctx0" brushRef="#br0">26659 7449 13690,'0'15'1211,"0"-1"0,-2 2-984,-3 3 1,4 3-84,-4 6 0,2 1 0,0-3 0,-2 0 77,2-3 0,1 0-80,2 0 88,0 4 0,0-11 666,0 3 285,0-10-908,0-2 0,0-20 0,0-4 0,0-6 162,0 0 1,0-1-113,0-4-957,-6-1 1,4 1 0,-2 1 0,2 2 0,2 3-3891,0 1 400,-6 2 2215,4 5 1910,-4 6 0,18 40 0,4 15 0</inkml:trace>
  <inkml:trace contextRef="#ctx0" brushRef="#br0">31834 15126 7905,'0'-9'2114,"0"-1"-1454,0 1 1,-2 1 0,-1 2 673,-2-1-706,1 6 0,4-4-230,0 10 1,0 7 0,0 7 0,0-1 19,0-3 1,0 6-224,0 3-82,0-4 1,0 6 0,0-8-1,0 0 1,0-2 215,0-2-423,0 0 0,0 0 309,0 1 68,0-8 1,0-2-329,0-10 0,0-2 0,0-9 1,0-3-344,0-5 1,0-3 18,0-1 1,0-2 272,0-3 1,1 7 0,2-2 0,2 3 134,-2 3 1,-1 1 527,-2 7-398,0 6 1,0-2 203,0 10 0,0 8 68,0 11-147,-6 7 0,4-4 1,-4 6-1,1 0 1,0 2 588,2 4 0,2-9-453,1 3-327,-7-2 1,6-4 0,-4-2 0,3-1-133,2 0-1225,0-6-1146,0-1-305,0-10 0,2 0-839,3-7 2529,-4 0 1015,12-1 0,14-15 0,11-9 0</inkml:trace>
  <inkml:trace contextRef="#ctx0" brushRef="#br0">31990 15155 7905,'0'-15'670,"0"1"0,0 5 918,0-1-384,0 1 1,0-1 362,0 1 0,0 7-953,0 2 1,0 8-1,0 10 62,0 1 1,0 1-78,0-1-444,-6 3 0,4 2 1,-2-2-1,2 0 0,2-1 164,0-1 1,0 4-449,0-5-196,0 0 0,0-5 1,0 0-800,0 0 827,0-6 13,0-1 0,0-9 0,0-3 1,0-4-414,0-4 0,0-7 120,0-4 510,0-3 1,0 3-1,0 1 1,0-3-1,2 0 137,2-3 0,0 7-239,5 3 229,-6 3 1,10 2-1,-5 0 1,1 1 0,1 2-401,1 2 1,-3 6-660,1-2 573,1 3 0,2 4 0,-1 1 0,-3 3 0,0 2-1658,0 3 1,-5-3 479,2 2 1604,-3-7 0,-21 28 0,-5 1 0</inkml:trace>
  <inkml:trace contextRef="#ctx0" brushRef="#br0">32005 15240 7905,'-23'2'0,"5"2"514,2-2 0,6 6 0,1-5 2590,-2 2-721,4-1-1510,1-4 1,17 0-864,3 0 0,5 0-33,0 0-258,-3 0 1,9-4-1,-6-1 1,-1 2-1,-1 1-2122,2 2 0,-3-1 939,3-4 1464,-3 3 0,-2-4 0,0 6 0</inkml:trace>
  <inkml:trace contextRef="#ctx0" brushRef="#br0">32275 15155 7905,'0'-15'2354,"0"1"1,0 5-490,0-1-646,0 7-953,0-3 0,0 7 0,-2 3 0,-1 3 0,-3 5 242,-2 3 1,3 4 200,-4 0-646,5-3 1,-7 9 0,5-4 0,0-1 0,-1 2-335,4 1 1,0-6-17,-2 2-263,4-3 1,-6-7-1,7 1-898,0 1 977,0-5 456,0 0 1,0-18 0,0-6 0,0-4-241,0-1 1,2-1 220,3-5 48,-4 1 0,10 0 0,-6 1 0,0 3 0,0 5 146,-1 3 1,6 2-196,-5 0 138,-1 6 1,3 2 0,2 7 0,2 4 820,-1 4 0,-2 9-257,-4 1-397,-2 6 0,6-8 0,-5 7 0,2 0 1,-2-2 78,-2-3 0,-1 1-355,0-1-428,0 0 1,0-4 0,0-1-3863,0 0 934,0 0 1959,0-6 0,-1-2 1403,-4-6 0,-22-12 0,-11-4 0</inkml:trace>
  <inkml:trace contextRef="#ctx0" brushRef="#br0">32204 15340 7905,'0'-8'1187,"0"-5"1,0 10 116,0-7 0,6 7-150,3-2-760,4-2 0,-2 5 1,2-3-1,3 4 1,-1-1-433,1-3 0,-2 4 42,1-4-939,-1 3 0,0 2 0,0 0-3994,0 0 4929,1 7 0,-1 1 0,0 6 0</inkml:trace>
  <inkml:trace contextRef="#ctx0" brushRef="#br0">32573 15183 7905,'0'-14'0,"0"0"1437,0-1-810,0 8 0,0-6 0,-1 5 0,-2-1 1249,-2-1 0,-6 7-323,1-2-1265,-2 4 1,-3 7 0,1 3 0,0 4 0,0 1 331,0 0 0,4 5-164,1 0-412,-1 7 0,2-9 0,3 5 0,4 0 0,1-1-131,0-1 1,0-1-219,0-4 1,1-1-155,4 0 1,3-1-1,6-2 1,1-3-373,-1-2 0,2-1-1668,3-5 1824,-4 0 0,7 0 0,-4 0 0,2-2 0,1-1 675,-1-2 0,12-31 0,-2-4 0</inkml:trace>
  <inkml:trace contextRef="#ctx0" brushRef="#br0">32801 15183 7905,'-2'-14'0,"-3"0"0,4 4 2964,-4 1-272,-3-1-577,0 2 0,-6 2-1059,0 6 0,6 2-462,3 2-323,4 4 0,-4 6 0,0 1 0,2-1 390,1 0 0,-2 5-466,-1 0-131,0 0 1,5-5 0,0 0 0,0 1-1,0-1-101,0 0 1,0 0-586,0 1 442,0-1 1,0-5-1,0 1 1,2-1 0,1 1-841,2-1 1,6-6 209,-2 2 235,-2-3 0,5-2 0,-2 0 0,2 0 0,3 0-1469,-1 0 0,-5-2-506,1-3 1938,-1 4 0,1-7 0,-2 3 1,-1-3 611,1 0 0,-17-17 0,-1 1 0</inkml:trace>
  <inkml:trace contextRef="#ctx0" brushRef="#br0">32801 15325 7905,'-10'-8'713,"1"4"168,6 2 1,-5-3 0,3 1 2050,-4 0-2254,2 3 1071,1 1-1305,6 0-1667,6 0 776,2 0 0,6 0 0,1 0 0,-1 0 0,0 0-2021,0 0 1,0 0 383,1 0 2084,-7 0 0,-2-19 0,-6-5 0</inkml:trace>
  <inkml:trace contextRef="#ctx0" brushRef="#br0">32730 15183 7905,'-13'-9'0,"4"-1"0,-4 5 0,3-4 0,4 6 866,0-10 1,7 12 0,4-4 0,5 3 1028,2 2 1,7-4-1131,0-1-1098,6 0 1,-7 5 0,6 0 0,-1 0-1,-1 0-2232,-3 0 1,-3 0 2564,-2 0 0,1 6 0,-1 2 0</inkml:trace>
  <inkml:trace contextRef="#ctx0" brushRef="#br0">33142 15112 10370,'-6'-8'5008,"4"2"-4079,-4 6 1,1 1-405,0 4 0,-1 8-208,1 6 1,4 6-1,-6-1 1,3 4 7,-1 5 1,0-3 2,5 4-313,-6-4 1,4-7 0,-3 1-1,4 0 1,1-2 104,0-3 125,0-10-72,0 4 1,0-13 0,0 0-1,0-8 560,0-5 0,5-7-528,-1-4-211,1-3 1,-5-1 0,0-2 0,0-2 0,0-3-699,0-1 0,0 4 267,0-1-25,0 10 0,0-3 0,0 7-2633,0 2 2003,0 8 626,0 2 0,0 18 1,0 5-1,0 5 1,0 4-521,0 2 1,0 1-1672,0 1 2657,0-1 0,13 32 0,3 8 0</inkml:trace>
  <inkml:trace contextRef="#ctx0" brushRef="#br0">30469 15837 7741,'0'-9'2041,"0"-1"-583,0 7-15,0-10-525,0 12 1,-2-10-116,-2 6-640,-4 0 1,-6 7-129,-1 3 0,1-2 1,0 6-1,-2 2 27,-3 2 1,3 1 13,-3 0-259,4 1 0,5-1 0,2 0 0,2 0 1,3 0-256,1 1 0,2-1 320,0 0 113,7 0 1,5-1 0,9-2-1,-1-2 1,2 2 185,0 2 1,-4-3-92,1-1-38,3 1 0,-8-1 1,2 1-1,-7 1 312,-2 1 0,-3-2 41,-4-1-328,0-6 0,-7 8 1,-6-6-1,-6-2 1,-3-1-327,-3-2 1,-1 0 10,3 0-143,-4 0 0,11-2 1,-3-1-1,3-2 1,4 1-1596,2-3 1,4 4 1975,6-6 0,31-13 0,9-8 0</inkml:trace>
  <inkml:trace contextRef="#ctx0" brushRef="#br0">30540 15866 7741,'0'-10'0,"0"1"0,2 1 974,2-2 0,-2 2 557,3 4-947,-4 2 0,-1-3 0,0 10 1,0 4 304,0 4 0,0 8 278,0 2-899,0-2 1,0 6 0,0-5 0,0 2-1,0-2 188,0-2 1,0 4-635,0-5-27,0 0 1,0-5 0,0 0-409,0 0 258,0-6 196,0-1 1,0-9 0,0-3 0,2-6 0,1-5-341,2-2-1,1-8 109,-1 3 393,-4-4 0,11-6 0,-6 1 0,0 3 1,1 6 354,-4 2 1,0 2-196,2 5-194,-4 6 1,12 3-1,-5 12 1,1 7 354,1 8 1,-2 2 284,1 4-412,4-2 0,-7 8 1,5-5-1,-1-2 1,-1-2 313,-1-1 1,5-7-279,-4 2-26,-3-10 0,7 2 0,-4-6 0,2-3 314,-1-5 0,3-5-127,-4-7-290,-3-5 0,7 3 0,-5-7 1,0-1-1,-2-2-113,0-2 1,-4-4-10,3 0-534,-4 0 0,-1 6 1,0 2-1,-1 2-1199,-4 3-1128,3 7 2123,-10 7 1,9 6 0,-5 2 0,1 2 0,4 6 756,2 2 0,1 28 0,0 6 0</inkml:trace>
  <inkml:trace contextRef="#ctx0" brushRef="#br0">30967 15851 7741,'6'-14'0,"-3"0"2060,7 0-1056,-7-1-42,3 1 1,-1 5 0,1 1 0,2 0 1167,3 0-1597,2 5-383,1-3 0,5 7 1,0 2-1,-3 4 1,-4 1 328,-2 3 1,-2 1-520,1 2 46,-2 1 1,-7 5-1,0 2 1,-2 2 0,-3 0-70,-4 1 1,-9 0-22,-1-1 61,-6 3 0,8-10 1,-5 5-1,1-1 1,4-4-45,1-1 0,6-2 117,1 0-10,6 1 0,-2-6 1,10-1-1,6-2 1,6-3 343,7-1 1,9-2-214,5 0-103,-3 0 0,0-2 0,-7-1 0,-1-3 0,-3 0-254,-6-1 0,-6 3-131,-3 4 53,-6-7 1,2 6 0,-10-4 0,-4 3-1483,-4 2 1,-1 0-888,0 0 2018,-7 7 1,5-4 0,-3 5 0,4 0 614,0 0 0,-24 7 0,-7 8 0</inkml:trace>
  <inkml:trace contextRef="#ctx0" brushRef="#br0">31948 15880 7799,'-2'-14'741,"-1"-1"616,-2 1 1,0 5 0,4 1-635,-4 1 1,4 9 0,-4 7-1,3 4 606,2 1-1094,0 7 0,0-1 0,0 6 0,0-3 0,0 3 509,0 0-590,0-3 1,0 3 0,0-3-95,0-1 0,0-2-14,0-6 1,-1 1-1,-2-1-696,-2 0-716,0-6-1084,5-2-731,0-6 1066,0 0 2115,0-6 0,32-21 0,7-11 0</inkml:trace>
  <inkml:trace contextRef="#ctx0" brushRef="#br0">32061 15979 7799,'0'-14'0,"0"0"1147,0 0 1,-1 4 1194,-4 1 329,4 5-1795,-6-2 1,7 8-505,0 2 1,0 4 38,0 7 0,0-1 1,0 0-1,2 2 37,3 3 0,-4-2-87,4 7-361,-4-7 0,-1 4 0,0-5 0,0 1 198,0 2 1,5 0-469,0-5-15,0 0 0,-5-4-1313,0-1 439,0-6 124,0 4 0,0-9 1,0-4-325,0-8 0,0-2 677,0-8 453,0 7 1,0-10 0,0 5 0,0-2 0,0 0 273,0-1 0,0 3 69,0-2 503,0 7 0,1-4 0,2 7 0,4 0 1,-1 0 798,0 0 1,1 6-549,-3 3-701,4-3 0,2 6 1,-1-2-1,2 2-1198,2 2-609,1 0 958,0 6 1,-4-2 0,-2 5 0,0 2 0,-2 2-1712,0 1 1,-1-5 2392,-5 1 0,-19 18 0,-5 10 0</inkml:trace>
  <inkml:trace contextRef="#ctx0" brushRef="#br0">32061 16065 8531,'-7'7'3350,"0"0"0,9-7-1973,3 0-1104,2 0 0,8 0 1,-1 0-1,2 0 53,3 0 0,-4 0-2039,4 0 891,-3 0 1,-2-5 0,1 0 0,-1 2 0,0 2 821,0 1 0,19-7 0,5-1 0</inkml:trace>
  <inkml:trace contextRef="#ctx0" brushRef="#br0">32445 15965 7799,'10'-22'-516,"-1"3"1,-6 3 2155,2 2 1,-3 4 2070,-2 1 112,0 6-2410,0-3-1056,-7 12 1,0 2 0,-6 8 0,2 2 0,1 5 227,-1-1 1,-1 5-251,-3-4-309,8-2 0,-6 4 1,5-4-1,-1-1 0,1 2 58,1 0 1,-2-4 116,4 1-526,-6-3 1,9-2-1091,-2 0 591,2-6 484,2-2 1,2-18-1,2-6 1,4-4-599,0-2 1,6 1 343,1-6 489,-1-6 1,6 5 0,-7-1 0,-2 4 0,-1 5 73,1 1 0,-3 2 403,1 5-232,-6 6 1,10-1 0,-5 9 639,0 6 1,3 11-76,-7 7-494,1 3 0,-3-3 0,1-1 0,2 1 0,-2 0 56,-2 0 1,1-7-1689,3 2 575,-4-3 0,6-2 0,-7 0-3565,0 0 1956,0-6 1680,0-1 1,-2-9 0,-3-3 774,-4-4 0,-35-29 0,-10-8 0</inkml:trace>
  <inkml:trace contextRef="#ctx0" brushRef="#br0">32403 16093 8904,'9'0'2359,"1"0"1,-6 0-1805,6 0 0,-1 0-183,6 0 0,-1-2 0,0-1-293,0-1 1,5-1-1900,0 5 1125,0 0 0,-5 0 0,1 0 1,-1 0-3803,0 0 4497,0 0 0,19-13 0,5-3 0</inkml:trace>
  <inkml:trace contextRef="#ctx0" brushRef="#br0">32772 16022 7799,'0'-14'0,"0"4"1263,0 1-433,0 6 1,0-10-1,0 3 1095,0-2 0,-1 4-1151,-4 3 0,2 4-355,-7 1 0,1 0 0,-5 0 0,-1 1 336,1 4 0,-3 3-432,3 6 0,-7 2-249,12 3 1,-7-2 0,8 5 0,-2 0-19,1 1 1,6-6-58,-2 2 0,4-2 0,2 1 0,4-1-245,4-4 0,4 1-906,1-5 543,7-2 0,-4 4 1,5-7-1,0 0 1,-1-3-1600,-1-1 1,4 0 923,-5 0 497,0-6 1,-5 3 0,0-7 786,1-1 0,-7-39 0,-2-12 0</inkml:trace>
  <inkml:trace contextRef="#ctx0" brushRef="#br0">32900 16036 7799,'0'-9'0,"0"-1"0,-1 5 3422,-4-4-1122,3 6 0,-6-4 1322,4 7-2815,-4 0-405,-6 7 1,1-4 0,2 6 0,3 4-1,2 3 315,3 3 0,1 0-381,2-5-319,0 7 0,0-6 0,2 4 0,2-3 0,6-2-275,2 1 0,9-1 286,3 0-562,-4-6 1,7 3 0,-3-6 0,1-2 0,0-2-1594,-1-1 0,-7 0-4,2 0 1515,-3 0 1,-3-6 0,-4-3 0,-4-4 0,-3-1-1500,-2 0 1,-7-1 2114,-2 1 0,-67-13 0,29 12 0,1 0 0</inkml:trace>
  <inkml:trace contextRef="#ctx0" brushRef="#br0">32886 16107 7799,'-9'0'-276,"-1"0"0,1 0 110,-6 0 1,6 0 2844,-1 0 1,6 0 2168,-6 0-3884,7 0 1,8-5 0,9 1-572,2 1 0,1-1-187,2 0 1,2 2-835,2-3 0,3 4 1,-7-1-1,-2-1-1881,-1-2 1,-2 1-1196,0 4 733,-6 0 2971,-2 0 0,-50-19 0,-11-5 0</inkml:trace>
  <inkml:trace contextRef="#ctx0" brushRef="#br0">32872 16008 7799,'-8'-15'0,"0"3"965,3 2 1,4 2 45,-4 4 307,3 2 1,4-9-1,3 6-369,4 2 1,5 2-1549,5 1 254,-3 0 0,6 0 0,-4 0 0,2 0 0,1 0-2985,-1 0 3330,-1 6 0,46 8 0,12 8 0</inkml:trace>
  <inkml:trace contextRef="#ctx0" brushRef="#br0">33227 15979 7805,'0'-14'0,"0"0"0,5 4 1297,0 1 0,1 4-318,-1-4 1,3 4-1,6-3 1,0 2 433,0 3 0,1 1-706,-1 2 1,0 0-369,0 0 1,0 2 0,1 2-160,-1 6 1,-6 2-33,-3 3 0,-4 0-36,-1 4 0,-1-1 0,-4 5 1,-6 3-393,-7 1 0,1-1-249,-7-2 1,2 1-121,-1-6 0,-3 5 0,9-5 0,3-2-172,3-1 899,7-2 123,-2 1 0,19-8 0,6-2 0,8-5 813,6-5 1,-3 2-339,3-6 0,0-1-607,-4-4 0,2 2 0,-9 0-3403,0 3 1876,-1 0 255,-13 1 1,-8 1 0,-11 9 1202,-7 3 0,-30 14 0,-14 7 0,-8 5 0,1 0 0</inkml:trace>
  <inkml:trace contextRef="#ctx0" brushRef="#br0">30441 16719 7842,'14'-7'206,"-2"4"0,-2-6 1084,-5-3 0,-4 5 1,-2-1-1,-4 1 1,-5 4-486,-2 2 1,-2 1 0,-2 0 0,-2 0-566,-1 0 1,1 1 0,2 4 0,-2 4-10,-1 4 0,0 1-313,5 1 1,5-1 65,-1 0 0,7 0 1,-2 0-1,4 1-299,1-1 211,0 0 1,8 0-1,6 0 98,8 1 1,5-1-1,1 0 1,1 0 302,-1 1-225,1-8 0,-6 4 0,-1-4-55,-1 1 1,-7-4 0,-6 6 419,-2 1 0,-2-5-32,-9-1-256,-9 3 0,-4-5 0,-5 5 0,-1-2 0,0-3-215,0-1 1,2 3-1898,-1 0 939,2-1 1,7-4-1,0 0-3497,-1 0 1423,8 0 3098,0-6 0,33-15 0,5-9 0</inkml:trace>
  <inkml:trace contextRef="#ctx0" brushRef="#br0">30554 16790 8162,'0'-10'1811,"0"1"285,0 5 348,7-8-1767,-6 10 0,6-2 1,-7 8-1,0 6 516,0 2 0,0 4-449,0 3-617,0-3 0,-2 9 0,-1-4 1,-2-1-1,2 2-54,1 0 0,2-4 126,0 1-693,0 3 0,0-6 1,0 3-3305,0-4 2348,0 0 1075,0-7 0,0-4 1,0-8-1,0-6 1,0-4-248,0-5 0,5 0 493,0-9 150,0 2 1,-5-7 0,1 8 0,2 3-1,2 1 324,-2 4 0,-1 1 1029,-2 2-867,0 6 1,1 2-1,4 7 1,5 4 711,2 4 1,2 6-238,1 4-696,-1 3 1,0 5-1,0-2 1,2-2 0,2 1 546,0-2 0,3-1-383,-2-7-163,-3 0 0,4-1 0,-5-4 361,-1-4 1,-2-5-256,-2-5-214,-4-3 1,-6-7 0,0-4 0,0-5 0,0-1-292,0 1 1,-6-3-498,-4 4 248,4-4 0,-5-2 0,5 2 1,-1 4-1,-1 4-1776,1 3 1,3 6-999,0 1 1935,2 6 0,0-2 1,-1 10-1,-1 4-3474,0 4 4674,9 1 0,28 13 0,13 3 0</inkml:trace>
  <inkml:trace contextRef="#ctx0" brushRef="#br0">30924 16804 7842,'10'0'-183,"-1"0"0,-4-5 0,3-1 0,0-1 2379,-1 1 0,-2-3 241,5 4-1897,-1-6 1,5 8 0,1-5 0,-1 1 259,0 4 1,5 2-234,0 1-469,0 0 1,-5 0 0,0 0 0,1 0-311,-1 0 240,0 6-60,0 2 0,-6 6 0,-3 0 0,-5 1 1,-3-1 68,-2 0 0,-8 5 84,-1 0-77,0 0 0,-8-5 0,4 0 0,1 1 0,3-1-36,3 0-52,1 0 136,2 0 0,4-1 0,8-2 0,7-1 0,7-1 395,5-1 0,4 0-163,2-3-145,-1-4 0,-4 7 0,-2-5 590,-1 2 90,-9 0-661,-6-5 0,-18 4 0,-7 1 0,-8 0 0,-5 0-860,-1-1 1,-5 3-8,5-3 228,0-2 0,5 4 0,1-4 0,1 1-2158,3 2 0,7 1 739,2-1-129,6-4 0,9 6 1989,4-7 0,60 0 0,-22 0 0,-1 0 0</inkml:trace>
  <inkml:trace contextRef="#ctx0" brushRef="#br0">32005 16861 7820,'7'-10'723,"0"2"0,-2 0 1852,-1 1 1,1 5-1491,-5 2 1,0 8 0,0 9 0,0 4-523,0 1 0,0 2 0,0 4 0,0 0-141,0 1 0,5-2-329,-1-4 0,1 3 1,-5-7-1,0-2-85,0-1 1,0-2-14,0 0 180,0-6 0,2-2 0,1-7-395,2-4 1,4-4-33,-4-10 14,0 3 0,-5-11 1,1 3-1,2-4 1,2-4-635,-2-1 1,-1 0 253,-2 5 281,0-1 0,0 7 0,0 3 1,0 3-312,0 2 0,-2 6-1109,-2 3 1240,2 4 0,-4 2 1,6 4-1,0 5 0,0 4-1010,0 5 0,0-3 1527,0 3 0,0 34 0,0 9 0</inkml:trace>
  <inkml:trace contextRef="#ctx0" brushRef="#br0">32246 16918 7820,'0'-15'2402,"0"1"-1045,0 0 498,0 0 1,2 6-527,3 3 1,-4 10 107,4 4-1136,-4 4 0,-1 6 0,0 1 0,0 2 0,0 2 228,0-2 1,0 4-421,0-7-50,0-1 1,5 1 0,0 0 0,-2-1-95,-1-2 0,-2-7-84,0 1 116,0-7 1,0 1-69,0-8 1,0-4 47,0-6-84,0-7 1,0-1 0,0-7 0,1 1-1,2-2-250,2-3 0,5-2 64,-6-3 133,7 3 0,-4 9 0,4 0 1,-2 6-1,2 2-938,2 6 0,1 7-1124,0 0 1688,1 4 1,-6 2-1,1 6 1,-1 5-1,1 7-741,-1 3 0,-6-3 1275,2 5 0,-10 0 0,-3 4 0</inkml:trace>
  <inkml:trace contextRef="#ctx0" brushRef="#br0">32303 16974 7820,'6'8'3448,"-2"-1"-1950,5-7 0,-4 0-258,4 0 0,1 0 0,4 0-438,0 0-1497,0 0 228,1 0 0,-1 0 1,0 0-1,0 0-1547,1 0 0,-1 0 2014,0 0 0,32-32 0,8-7 0</inkml:trace>
  <inkml:trace contextRef="#ctx0" brushRef="#br0">32673 16861 7820,'8'0'1977,"-2"-2"240,-6-3 1514,0 4-2744,0-6 0,-5 9 0,-1 3 0,-2 6-63,-3 6 1,3 1-226,-1 5-625,-1 1 1,1 4 0,1 1 0,0-1 0,2-1-23,-1-3 1,-2 1-1420,4-6 748,0-6 0,5-1-93,0-2 0,0-5 309,0-5 276,0-7 0,5-12 0,0-1 0,0-2 0,-1-4-97,1-1 0,4-6 326,-4 0-36,6-6 1,-8 10 0,5-1 0,0 7-1,-1 2 112,-1 4 1,5 2-231,-2 6 172,4 3 1,1 12 0,0 3 0,1 6-1,-3 4 291,-2 4 0,2 4-106,-2 2-68,-4-1 1,2 0 0,-5 1 0,2-2-1,-2-4-18,-1-4 1,-2-3-2262,0-2-1205,0 1 879,0-1 1,-2-2 875,-3-2 1012,4-4 1,-7-7 0,5-4 0,-4-5 0,0-1 479,-4 2 0,-2-10 0,-8 9 0,10-10 0,-3 6 0,1-1 738,1 1 195,-2 0 1158,-1 0 0,7 4 1603,4 1-2968,2 6-708,2-4 0,6 7 0,6 0 0,3 0-755,4 0 1,0 0-2259,-5 0 2245,1 0 0,0 0 0,3 0 1,1 0-1,-2 0 750,-1 0 0,55-25 0,-28 9 0,-1 1 0</inkml:trace>
  <inkml:trace contextRef="#ctx0" brushRef="#br0">33057 16875 7826,'8'-8'1637,"-2"0"-17,-6 3 278,0 4-1150,0-6 0,-6 7 1,-4 0-1,-3 0 1168,-1 0 1,-5 2-862,0 3-803,0 3 0,5 6 1,0 2-1,0 1 0,0 4-23,-1 1 0,6-3-227,-1 4-59,7-5 1,-3 7 0,6-6-1,1-2 1,4-1-976,5-2 1,7-1-1542,2-4 1936,0 4 1,0-11 0,1 2-1,1-2 1,1-2-860,0 0 1,-3-5-807,5 1 1660,-7-8 1,5 5-1,-4-8 642,1 1 0,0-32 0,-5-7 0</inkml:trace>
  <inkml:trace contextRef="#ctx0" brushRef="#br0">33213 16946 5996,'-8'-6'9830,"2"4"-7510,6-4 0,-2 6-928,-2 0-427,2 0 1,-4 1 0,6 4 300,0 5 0,-5 2-630,0 2-617,0 1 0,5 4 0,2 0 0,1-2 0,3 0-535,2 2 0,2-3 558,4 3-754,0-3 1,1-2 0,-1 0-1,0-1 1,0-2-2115,0-2 1,1-5 276,-1 0 1453,0-2 0,0-2 0,0-2 1096,1-2 0,-33-30 0,-7-11 0</inkml:trace>
  <inkml:trace contextRef="#ctx0" brushRef="#br0">33242 17117 7829,'-10'-8'3322,"1"3"1168,5-3-2655,-8 6-1192,10-10 1,-3 10 0,10-3 0,5 2 0,2 0 439,3-2 1,3-1-769,1 1-955,7 4 0,-9-7 0,5 5 0,-1-2-2601,-4 2 1,-3 0 2122,-4-2-1224,-4 3 1,-6-6 2341,0 4 0,-38-17 0,-9-9 0</inkml:trace>
  <inkml:trace contextRef="#ctx0" brushRef="#br0">33185 16889 7838,'-8'-14'2481,"1"6"-1023,7-5 1,-4 5 0,1-6-66,4 0 0,5 5-939,9-1 19,-1 7 0,5-8 0,1 6 0,1 0 1,-1 1-1100,-2-1 1,2 0-1240,-1 5 1,0 0 0,-5 0 1864,1 0 0,-7 6 0,-2 2 0</inkml:trace>
  <inkml:trace contextRef="#ctx0" brushRef="#br0">33483 16775 7858,'21'-14'0,"-10"5"1758,3-1-1258,-3 7 0,3-8 0,-1 5 0,-2-1 0,-2-1 765,3 1 1,2 2-493,5-5-579,-3 7 1,6-3-1,-5 6 1,2 0 0,0 0 218,1 0 1,-4 0-277,3 0-45,-3 0 0,-7 5 0,-1 1 1,-1 2-64,-4 3 1,-2 2 38,-1 1-59,-6 0 0,-2 0-1,-4 0 1,1 1 0,1-1-76,-1 0 1,0-3-57,1 3 48,-2-9 0,10 14 0,-2-10 0,2 4 0,4 1 281,2 1 0,4-3 610,6-2-605,7 2 1,-4-4 0,5 5-1,-1-2 1,-4-3 346,-2-2-34</inkml:trace>
  <inkml:trace contextRef="#ctx0" brushRef="#br0">33866 17003 22017,'-19'0'-264,"-4"0"-195,0 1-1,-1 3-2740,-1 0 0,3 7 956,-2-1 1550,7 9 694,-10-3 0,43 55 0,2 6 0</inkml:trace>
  <inkml:trace contextRef="#ctx0" brushRef="#br0">18768 17856 7973,'-8'-10'5317,"3"1"-4940,-3-1 1,7 1-1,-4-1 1,5 1-161,5 1 1,3 2 0,6 4 0,0-1-48,0-2-181,7 1 1,-1 4 0,6 0 0,-3 0 0,1 1-137,-2 4 0,3-2 65,-6 6 0,-4 3 151,-6 6 0,-6 0 1,0 4-1,-6 0 199,-6 0 0,-9 0-10,-1 2-274,-6 3 1,5-11 0,-4 3 0,3-4 0,2 0 116,0-1 0,5-5-149,5 1 89,6-7 1,-2 8-1,11-6 1,8-2 191,9-1 1,3-2 547,3 0-626,-1 0 0,-1 0 1,-3 0-1,-5 0 0,-3 0-1691,-2 0 853,0 0-2741,-6 0-441,-2 0 3865,-6 0 0,-6-13 0,-2-3 0</inkml:trace>
  <inkml:trace contextRef="#ctx0" brushRef="#br0">19180 17614 8241,'0'-14'1875,"0"0"-960,0-1 0,0 1 135,0 0 1,0 5-579,0-1 1,2 5-1,2-4 410,6-2-715,3-2 0,1 5 1,0 4-121,0 2 0,2-3 0,1 1 0,2 0 25,-1 3 0,-2 1 32,-2 0-85,0 0 0,-5 5 1,-1 1-1,0 2 1,-1 3 48,-1 1 1,-1-2 194,-5-1 0,0 1 0,0 4 278,0 0 0,-5 0-205,0 1-323,-6-1 0,10 0 1,-6-1-1,2-2 1,1-2-567,1 2 344,1 2 165,2 1 1,0 0 0,2 1 46,2-1 1,-2-5 189,3 1-11,3-7 0,-7 10 0,2-5 658,-6-1 0,-5 0-1268,-6-7 166,0 0 0,0 0 0,-1 0 0,1 0 0,0 0-4381,0 0 3337,-1 0-394,1-7 0,6 4 1700,4-6 0,53-20 0,14-9 0</inkml:trace>
  <inkml:trace contextRef="#ctx0" brushRef="#br0">19479 17614 8241,'0'-22'889,"0"-3"1014,0 6-1363,0 0 0,1 3 0,2-1 0,4-2 0,1 1 1099,3 3 1,1 2-711,3 3-559,-1-2 1,0 5 0,0-2-1,0 4-155,1 4 0,-6 2 71,1 4-328,-7-3 0,8 10 1,-6-2-1,-2 4 1,-2 5 267,-1 5 1,0 1-46,0-1-103,-6 2 1,0-4-1,-5 7 1,1-2 0,-1-2 187,-2-1 1,4-7-375,0 2 135,5-3 0,-2-7 1,8-1 51,2-1 1,11-4 352,8-8-365,10-3 0,4-8 0,4-1 0,-3-2 1,-5 0-342,-3-2 0,-3 10 67,-3-3-1013,-4 3 0,-10 3 1,-3 5-4624,0 6 5843,-3 5 0,-29 44 0,-6 10 0</inkml:trace>
  <inkml:trace contextRef="#ctx0" brushRef="#br0">17488 17984 7950,'13'-2'123,"-2"-1"1,-3-3 0,0-1 3221,0 1-624,-5 1-1703,3 5-627,-6 0 1,2 2 0,4 1 0,7 2 1475,4-2-1591,8 5 0,-3-7 1,7 4-1,-1-3 0,1 3-313,-1-1 0,-1 1 0,-2-5 0,-3 0-251,-1 0-1656,-8 0-1470,-1 0 460,-10 0 2225,4 6 0,-12-4 0,-4 4 12,-2 1 1,-7-4-1,-2 5 1,-1-1 716,-3 1 0,-2 0 0,-1 2 0,-1 2 0,5-4 0,2 5 0,2-4 0,1 2 297,5-6 0,-1 5 0,1-4 710,0 2 0,4-5 3300,1 2-2957,6-4 1,3-1-502,9 0-410,4 0 0,7 0 1,4 0-1,3 0 1,1 0 470,1 0 0,-1-1-789,1-4-46,-7 3 1,3-4 0,-6 6-979,-2 0-1750,-1 0 1487,-2 0 228,-6 0 0,-3 0 1,-8 2-1,-3 2-2536,-2 6 3474,-2-4 0,-31-1 0,-14-3 0,-4-2 0,1 0 0</inkml:trace>
  <inkml:trace contextRef="#ctx0" brushRef="#br0">14531 17898 7976,'0'-9'785,"2"1"0,1 0 1119,1 0 1,3 5-1278,-2-2 0,-4 10 1,4 6-1,-4 7 127,-1 5 1,0-1-535,0 2 1,0 0 0,2 4 0,1 1-7,2-1 1,0-1-1,-5-2 1,0-3-19,0-1 0,0 3-256,0-6 55,0 1 1,1-6-1,2-2 287,2-1-41,0-7-242,-5-3 1,0-10 0,0-9 0,0-4 0,0-4-189,0-2 0,0-1-18,0-3 121,0-3 0,0 0 0,0 2 0,0 4 0,0 3 115,0 4 1,0-2-86,0 6 21,0 6 0,1 7 1,3 7-1,0 4 56,-1 4 0,4 10 705,-2 5-535,-1 3 1,-2 1 0,1 1 0,2-1 0,-2-1 173,-2-3 0,-1 3-564,0-4-80,0-2 1,0 4 0,0-6 0,0-2-2615,0-1 2037,0-2-2884,0-6 3740,0-1 0,0-33 0,0-5 0</inkml:trace>
  <inkml:trace contextRef="#ctx0" brushRef="#br0">14958 18041 7976,'0'-15'2058,"-2"1"-835,-3 0 311,4 6-782,-6-5 637,7 12-120,0-12-1170,0 12 0,-6-4 0,-2 10 1,-1 4 15,-1 4 1,2 3-276,-1 3 188,-4-4 0,12 7 0,-6-3 0,2 3 0,1 2-71,1 0 0,1-7-169,2 2 226,0-3 1,2-2-1,2-1 1,6-2-1,2-3 351,3-2 0,0-1 335,4-5-451,-3-6 1,9-2 0,-4-8 0,0-2-1,-1-2 57,-3-2 0,-2-2-123,-6-4-213,4-1 0,-12 1 1,4-1-1,-6 1 1,-7 1-916,-7 3 1,-8 5 662,-1 10-814,-3 3 0,-1 6 0,-1 0 0,2 3 0,2 5-3184,1 6 4280,7 10 0,-3 42 0,12-24 0,1 0 0</inkml:trace>
  <inkml:trace contextRef="#ctx0" brushRef="#br0">17119 18098 7886,'0'-8'1170,"0"-5"0,0 5 1,0-6 1884,0 0 1,0 4-2049,0 1 1,1 4-847,4-5 1,-4 6 0,6-6 0,-1-1 69,4-1 1,2 2-339,2 1 1,1 5-1,-1-2 1,2 1-142,3 1 0,-2-1 38,7 5 204,-1 0 1,1 6-1,-2 4 1,-1 2-1,-2 3 466,1-1 0,-4 0-85,3 0-268,-3 0 1,0 1-1,1-1 1,2 0-1,-2 0 1,-1 1 0,0-6 19,3 0-168,-3-5 1,4 2 0,-6-6 0,1 0 0,-1-2-156,0-2 1,2-4 62,3-6 99,-10-7 1,10 4 0,-9-6 0,2 1-1,1 2-25,-3-1 1,1-2 26,-7 4 113,1-7 1,0 15 0,0-3 343,-2 1 0,-3 7-830,-5 1 392,3 4 1,-9 9 0,5 4-1,-2 6 1,-1 1 228,1 1 1,-3-2 188,6 5-328,-6-5 1,8 2-1,-5-4 1,1 1 0,3 2-38,-3-1 0,4-2-14,-6-2-70,6 0 1,-5-1 0,5-2 0,-4-2 0,-1 1-261,-3-3 1,3 0 263,-1-7-49,-7 0 0,-1 0 1,-7 0-1,-1-2 1,-2-3-344,-2-4 1,-1-10 5,-3-5 274,3 4 0,-9-7 0,6 5 1,1-2-1,2 2-201,2 2 0,5 2 438,4 9-101,10-4 0,1 11 217,3-2 0,4 8-33,-4 6-68,-3 3 0,7 6 0,-4-1 0,2 0 0,0-1 394,-2 2 0,-5-1-25,6 5-436,-8-5 1,11 2-1,-5-6 1,1 1-1,0-1-163,2 0 78,-5 0-50,6 0 134,-4-6 377,6-1-362,6-14 0,-2 4 0,5-6 1,2-4-1,2-3-38,1-3 0,5-4-259,0 4 147,0-7 0,0 11 0,1-6 1,1 2-1,1 0-298,0 2 1,2 6-29,4 1 330,1 7 1,-1-3 0,1 6 0,-1 0-1,0 0 144,1 0 0,-5 1-159,-1 4 289,-5 3 1,2 6-1,-6-1 1,-1-2-1,-2-2 302,-1 2 0,-7-3-289,2 2-57,-4-7 1,-1 5-198,0-3-184,0-4-88,0 6 1,0-9-1281,0-3 1,2-3 350,2-6 813,4 0 0,2-5 1,-1 0-1,1 2 1,-1 1-3065,1 2 3518,-7-1 0,-16-5 0,-10-2 0</inkml:trace>
  <inkml:trace contextRef="#ctx0" brushRef="#br0">15512 17571 7905,'9'-9'532,"-1"0"1555,-1-3-1388,4 6 0,-10-6 0,4 2 0,-3-3 298,-2-1 0,0 0-715,0 0 1,-2 0-194,-3-1 1,-3 3 0,-6 2 0,0 5-78,0 4 0,0 1-114,-1 0 1,1 0-1,0 0 1,0 1-17,-1 4 1,1 2-8,0 2 47,0 4 0,4-5 1,2 6-1,1 0 1,0 0-257,1 0 1,1-4 29,5-1 206,0 1 0,2-2 0,2-2 1,8-1-1,3 0 26,4-2 0,5-2 102,-5-1 22,6-6 0,-7 3 0,4-7 0,-2 1 0,-2-1 322,-3 1 1,0 1 545,-1-1-541,-6-4 0,3 10 0,-5-5 1,0 0 659,1 0-800,-2 5-104,-5-3 1,0 7 0,0 4 0,-2 4 0,-1 4 454,-2 1 1,0 2 5,5 3-438,0-3 0,-1 9 1,-2-4-1,-2-1 1,2 2 260,1 0 1,2-3-237,0 5-6,0-7 1,0 4-1,0-7 1,0 0 615,0 1-152,-6-1-436,4-6 0,-6-2 1,4-6-1,-6 0 300,-3 0 0,-1 0-826,0 0 47,0 0 0,0-5 1,-1 0-1,1 1 1,0-1-1513,0 0 0,1-1 481,4 1-123,-4 4 0,10-6-4173,-7 7 5601,7 0 0,9 13 0,10 3 0</inkml:trace>
  <inkml:trace contextRef="#ctx0" brushRef="#br0">14090 17898 7899,'14'-12'657,"-1"1"0,-2 3 1593,-1 2 0,-9 2-1594,-1 9 1,-5 5 0,-6 7 0,0 4-200,-4 1 1,0 1-1,-4 4 1,5-2-97,5-1 1,-4 0-425,4 4 0,-3-4 1,3-2-1,3 0-580,-1 0 1,6-4 47,-4 1-1304,3-4-2557,-4 0 2971,5-7-217,-6-8 1702,7-15 0,-12-64 0,4 30 0,0-1 0</inkml:trace>
  <inkml:trace contextRef="#ctx0" brushRef="#br0">13877 17955 7899,'0'8'2507,"2"0"-734,2-3 1,-1 1-446,7 4-712,-1 2 0,10-2 1,2 7-1,3 4 1,4-1 684,4 1 1,2-1-643,0-1-701,2-3 0,0 5 0,-4-9 0,-7-1 0,-6-3-940,-3-2 0,-8 1-2556,-4-2 2636,-2-4 1,-4 5 0,-2-4 0,-7 1 0,-7 4 901,-5 0 0,-16-7 0,-6-3 0,-5 2 0,0 1 0</inkml:trace>
  <inkml:trace contextRef="#ctx0" brushRef="#br0">13166 17799 7899,'8'-14'-840,"-2"4"1,-4 1 3711,3-2 0,-2 4-13,6 3-2334,-6 8 0,8 4 0,-6 7 0,0 0 0,0 4 644,-1 5 0,1 1-472,-5-1-691,0 3 0,5-10 1,1 5-1,1 0 0,0-1-992,1-1 1039,2-1-188,4-4 1,0-7-1,2-4 1,1-2-1,2-4-577,-1-2 0,-2-6 579,-2-9 134,6 3 1,-9-11-1,4 5 1,-4-1 0,-2-1 684,1-1 1,-7 4 439,1 2-594,-2 10 1,-4-1-446,-2 10 1,1 5-263,-7 14 415,7 3 0,-5 6 0,5 1 1,-2-1-1,2 2 698,1 4 0,2-4-240,0 3-457,0-3 1,0-2 0,0-1 0,0-3 0,0-5 231,0-4 0,0-5-402,0-1 209,0-5-3982,0 2 1477,0-19 0,-1 5-3095,-4-6 3854,4 0 1466,-6 12 0,26-17 0,5 4 0</inkml:trace>
  <inkml:trace contextRef="#ctx0" brushRef="#br0">23238 7317 8203,'8'-6'-1044,"-2"4"1017,-6-10 1,5 9 547,-1-7 0,1 6 318,-5-6-539,0 7 20,0-9-290,-6 10-135,4-4 1,-6 6 0,4 0 13,-6 0 1,3 2-78,-3 2 169,1-2 1,-5 6-1,0-5 1,0 3-1,-1 2-14,-4 2 0,2-2 72,-6 2 0,4-1-58,-4 5 1,1 0 0,-3-2-1,2 1 16,-2 1 1,-1-4-6,-2 9 1,-2-2-2,-2 2 1,1-2 0,-7 4 0,0 1-7,-3 0 0,-1-3 3,0 4 0,-1 0-66,-4 5 1,9-5-1,-3 1 1,4-1 13,1-1 1,-1 4 28,-5-3-10,7 4 0,-6 1 0,4-1 0,-5 1 0,-1 0-83,1 0 1,-3 0 70,8 0 1,1 0 0,-1 1 0,-1 3-73,3 0 1,-6 7 54,4-2 30,-9 3 0,-1 2 0,-7 0 1,-2 0-1,2 0 15,1 0 1,3 0 252,-1 0-232,-3 0 1,10-5-1,-2-1 1,2-1-1,1 1 127,-4 3 0,-1-1-87,-3 0-50,3 2 0,1-4 0,1 6 0,-1 0 0,1-1-10,-1 1 1,0 0-35,6 0 33,-1 0 0,-2-3 1,1 0-1,-1 1 0,6-1 92,2 1 0,-1-1-86,4-2 38,-6 3 1,10-5-1,-5 2 1,1-3 0,0-2 12,2 1 0,-3 4 14,2-4-114,-1-1 1,4-4-1,-2 0 1,-2 2-1,2 1 35,1 1 1,3 6 248,-1-6-225,0 7 0,-2-3 0,-1 6 0,-1-2 0,1-1-3,1-2 1,2 0-50,0 5 55,-6 0 1,9-6 0,-1-4 0,3-2 0,2-2 237,1 0 1,-3 4 48,4 1-158,-5-1 0,6-5 0,-3-2 0,-1-2 0,2 0 116,0-1 1,1 3-38,5-7-117,0 1 1,0-5-1,0 0 239,0 0 120,6 0-283,2-7 1,6-2 0,2-10-1,2-5 554,6-7-850,-4 1 1,5-10 0,-5 2-210,2-2 1,-5-2 137,2 0 0,-4 5 0,-1 1 0,0 2-217,0 3 0,0 1 0,0 2-49,0 0 846,0 7-179,-6 1 1,4 7 0,-2 4 0,1 4-1,-1 3 1125,0 2 0,-1 5-219,5 0-771,0 5 0,5-8 0,-1 3 1,1-4-1,0-1 56,-1 0 0,7-5-492,-1 1-439,2-7 1,2 5 0,2-5 528,2 1 0,29-43 0,-18 12 0,1 0 0</inkml:trace>
  <inkml:trace contextRef="#ctx0" brushRef="#br0">18169 11324 8471,'-14'-14'505,"0"5"1,1 0-1,2-2 1,4-1 1905,0-2-2216,3 0 0,10 0 0,3 0 1,5 0-1,3 1 0,3 2 0,1 2 495,-1-2 0,0 5-565,-1 1 0,-4 4 1,4 1-182,-4 0 1,-2 1 112,-4 4 0,2 3 1,-6 7-1,-2 2 100,-2 2-52,-7 6 0,1-3 1,-7 6-1,-4 1 1,-1 2 238,-3 2 1,5-2-136,-4-8-189,-3 3 1,7-4 0,-2 4 0,4-2 0,6-6-59,0-2 1,4-4 20,8-2 34,3-4 1,12-6 0,3 0-1,5-2 1,3-2-87,2-6 0,-2-2-232,-8-2-55,3 6 0,-10-3 0,1 5 0,-5 0-6228,-2 0 4600,-7 1 1984,-3 5 0,-27-25 0,-10-6 0</inkml:trace>
  <inkml:trace contextRef="#ctx0" brushRef="#br0">18643 11338 8121,'0'-14'0,"-6"0"747,-3 1-327,-4 5 1,-1-3 0,-1 6 0,-2 2 0,-2 0 1578,2-2 0,6 4-1364,2-4 1,4 4-316,-4 1 0,6 1 0,-2 4 62,4 4 0,2-1-11,4 1-216,-3 1 1,15 3 0,-3 1 0,3 0 0,1 0 167,1 0 1,4-4-426,-4-1 62,-1 0 0,-4 5 1,0 0-1,0-1 0,0-3-154,0 0 0,-4-2-351,-1 1 376,-6 3 1,3-4 0,-7 4 0,-6-1-608,-7-1 0,-6-6-1074,-8 6 1252,0-7 1,0 8 0,1-7 0,-1-1 0,1-1-1194,4-2 0,1 0 186,4 0 1605,8-6 0,16-52 0,6 20 0,0 0 0</inkml:trace>
  <inkml:trace contextRef="#ctx0" brushRef="#br0">18546 11310 8141,'6'-7'0,"-5"-6"1351,4 4-647,-3 3 1,-2-7-1,1 4 347,4-3 1,3-1-1293,6 4 156,-1-3 1,1 10 0,0-3 0,2 4 0,1 1-630,2 0 714,5 0 0,11 12 0,8 4 0</inkml:trace>
  <inkml:trace contextRef="#ctx0" brushRef="#br0">18993 11143 8120,'7'-14'655,"-2"0"0,1 5 268,-1-1 352,-1 1 1,-4 0 1106,0-1-1335,0 7 0,-4 5-226,-1 12-706,-6 0 0,4 12 0,-7-3 0,1 4 0,2 1 83,2 0 1,4 4-84,-4 1-151,6-1 1,-3-4-1,6 0 1,0 0 0,1 0-388,4 0 0,3-6 130,6-4 313,6-8 0,-3-4 0,6-6 0,2 0 0,0-2 73,-2-2 0,0-9 199,-9-5-200,3-7 1,-15 5 0,3-4-1,-4 6 1,-2 2 197,-4 2 0,-9 0-824,-9 0-9,-4 7 1,-1 0 0,0 7-1,-1 2 1,-1 3-6694,3 4 7236,-4 3 0,-4 40 0,-8 8 0</inkml:trace>
  <inkml:trace contextRef="#ctx0" brushRef="#br0">26380 10780 8183,'0'-9'4252,"0"-1"-3984,0 1 0,-1 1 0,-4 4-18,-4 2 0,-9 2-111,0 0 1,-7 0 0,0 2 0,-6 1 0,-6 3 0,-5 2 80,-5 2 1,2 3-1,-7 2 1,-4 2-23,-3 2 1,-8 6-82,2-2-101,-3-3 0,3 7 0,1-4 1,2 3-1,3 2-16,1 0 1,7 0 31,0 0-73,6 6 0,-9-3 1,4 5-1,0-2 1,4-1-162,2 1 1,3-3 190,-1 6-32,0-6 0,6 3 0,2-4 0,1-1 0,1 1-241,1-4 1,1-3 219,2 1 7,7 2 1,-4-11-1,6 4 1,2-5 0,3-3-425,5-2 262,3-6-116,-1 3-60,6-6 0,-4-1-324,10-4 213,-4-2 0,12-3 1,-4 1-1,4-2 1,1-3-614,-1-5 0,1 7 471,0-7 583,0 13 0,0-12 0,-1 8 0,-2-2 0,-2-2 65,2 0 0,-3 2 0,1 2 152,-6-2 1,8 4 941,-7-6-1324,1 0 86,-5 6 1,-1 2 143,-4 6 0,-21 19 0,-12 4 0</inkml:trace>
  <inkml:trace contextRef="#ctx0" brushRef="#br0">26799 7401 9559,'-2'-8'2261,"-2"3"-2047,-4 4 1,-6 2 0,0 4 0,0 4 0,0 4 70,0 1 0,0 6 0,-1 5 0,-2 6 275,-2 6-486,-12 3 1,8 8 0,-11 3 0,-1 5 0,-2 5 267,-3 4 0,3 2-363,-1-2 1,7-2 46,-1-2 0,7-2 0,3 5 0,2-2-208,3-3 71,-5-2 1,5-1 0,-5 0 0,1 0 0,1-1-285,-1 1 1,-3-3 293,0 3 94,-2-3 0,-2 9 1,-1-6-1,-3-1 1,0 1 75,1 0 0,1 0 440,2 0-303,1 0 0,5-5 1,3 0-1,4 2 1,1 1 315,0 2 1,4-5 54,1 0-521,0-6 1,-10 10 0,-1-4 0,0 3 0,-2 0 25,0-2 1,-1 0 42,-5-5-156,0 6 1,2-5 0,3 3 0,4-4 0,3-6-194,2-3 1,2 2 17,3-3 228,3 4 0,6-6 0,0-1 0,0-1 0,0 1 145,0 2 0,0-5-155,0 1 15,0 4 1,-7-6 0,0 2 0,-3-2 0,1-2 99,-2 0 1,-1-1 207,-2 1-266,6 0 1,-3 0 0,5-1 0,0-3 0,-1-2 92,4-2 0,2 5-39,1-2-95,0-2 0,0 0 0,-2-4 0,-1 2 0,-1 0 37,0 1 0,-2-5 28,2 4-115,-7-4 0,8-5 0,-5-1 1,0 2-1,0 1-22,-3 2 1,4-4-156,-3-1 80,7 0 1,-4-1 0,3-2-503,0 0 418,-1-4 357,5 4-282,0-6 1,-1 0-235,-4 0-59,3-6 1,-10 3 0,3-5-380,-4 2 0,-1-3 89,0 4 532,7 0 0,-6 1 0,4-3 0,-4 0-48,-1-4 0,0 0 571,1 2-170,5-4 0,-5 7 0,6-5 0,-3 3 1,3 1 850,0-1 0,3 3 589,4-4-71,-7 6-963,6-3 0,-7 6-56,3 0-475,4 0 0,-5 6 0,6 3 0,1 2-128,4-2 0,3-1-22,6-3-131,6-4 0,-3 5 1,6-6-1,4-1 1,2-4-541,4-4 0,4-3 447,-5-2-308,1 0 1,-5-5 0,-2 0 0,-2 2 0,-7 2 632,-6 1 0,-55-13 0,-18-2 0</inkml:trace>
  <inkml:trace contextRef="#ctx0" brushRef="#br0">24215 12274 10472,'0'-9'1246,"0"-1"1,2 1 321,3 1-1477,-4 2 0,7 6 0,-3 0 0,4 0 0,3 0 0,2 2 653,0 2-671,-6 4 0,3 6 0,-6 2 0,-2 1 1,-2 3 532,-1 1-561,0 3 0,-6-1 1,-3-1 134,-4-2 1,4 3-93,0-4 0,1-1 1,-3-4-218,2 0-17,6 0 0,-2-6 0,10-3-232,4-4 0,10-2-640,4-4 474,3 4 0,4-12 0,1 4 0,3-4 0,0-1-1011,0 0 1,3 1 737,-4-1 350,0 6 467,-6-5 0,-5-1 0,-2-7 0</inkml:trace>
  <inkml:trace contextRef="#ctx0" brushRef="#br0">24620 12344 8066,'-7'-14'0,"-4"5"911,6-1-474,-6 1 0,8 0 0,-6-1 1,-2 1 976,-1 1 1,2 2 25,1 6-964,6 0 0,-8 2 0,5 1-66,-2 1 0,5 7-53,-2-2-243,4 4 0,1 1 0,1 0 0,4 0 0,4 0 17,4 0 1,2 0-74,4 0-283,3 0 1,-1-2-1,-1-1 1,-1-2-1,0 1-308,-2-3 0,-6 6-47,-2-4 385,-6-3 1,3 2 0,-6-3 0,-3 2-1,-6 1-484,-10-3 0,-10-2-499,-4 2 585,-6-4 1,5 5-1,-3-6 1,4 0 592,4 0 0,7-6 0,2-2 0</inkml:trace>
  <inkml:trace contextRef="#ctx0" brushRef="#br0">24620 12428 8102,'14'-22'0,"0"-5"75,0 4 273,-6 3 0,0-5 1,-5 7-1,2 1 1,-2-1 1118,-2 0 0,-1 7-804,0-3 0,2 5-885,2-1 1,0 4 0,5 6 0,2 0-2419,1 0 2640,2 0 0,19 13 0,4 2 0</inkml:trace>
  <inkml:trace contextRef="#ctx0" brushRef="#br0">24914 12232 9084,'0'-14'2701,"0"5"-888,0 0-1204,0 5 1,-6-2 0,-2 8 0,-2 2 382,1 6 1,0 4-352,-5 4-489,0 4 1,1 11 0,4 1 0,5 0 0,2 0-8,2-3 0,2-1-296,2-3 111,4 8 0,7-11 1,4 3-1,4-7 1,4-6-350,1-3 0,-2-8 76,-3 2 329,4-4 1,-12-7 0,2-3 0,-4-4 0,-6-1-443,0 0 0,-4 0 5,-8 0-254,-9 7 0,-8-4 0,-6 6 1,-1 2-1,-2 1-2882,-2 2 3557,1 7 0,-40 19 0,31-7 0,0-1 0</inkml:trace>
  <inkml:trace contextRef="#ctx0" brushRef="#br0">30262 7345 8364,'-1'-10'3074,"-4"1"-2443,4 6 1,-7-3 257,3 6-691,4 6 0,-6-3 0,7 6 0,-1 2 679,-4 2-762,4 1 1,-10 1 0,5 2 0,-2 3-1,-3 1 214,-1-1-251,-2 5 1,-7-2 0,-2 9-1,-3 4 1,-2 1-74,0 1 0,-5-1-68,1 5 0,-2 0 0,3 0 0,0-1-211,4 1 1,1 0 196,7 0 88,1 6 1,0 0-1,3 5 1,4-3 0,2-1 94,1 1 0,5 1-78,-2 5 17,-2-6 1,5 2-1,-3-5 1,4 0 0,1-1 58,0 1 1,0-1-24,0-4-22,0 6 0,0-3 1,0 5-1,0-2 0,0-3 192,0-2 1,0-1 252,0 0-379,0 0 0,0 0 0,1 0 0,2 0 0,4-2 125,0-3 1,1 7-517,1-7 126,4 6 1,-5-13-1,6 2 1,0-1 0,0 1-353,-1 0 1,1 1 211,0-5 299,0 0 0,0-1 1,-1 0-1,-4-2 0,-3-4 85,0 0 0,-4 2-35,3-5-55,2 7 1,-5-8 0,4 5 0,-1-2 0,1-3-77,2-1 0,-4-2-119,6 0-80,-7 0 46,3-7 652,-6 0-344,0-7 1,0-7 0,0-2 0,-1-3 0,-4-2 5,-4 0 1,1-5-380,-1 1 349,-1-7 1,1 9-1,1-2 1,2 2-1,1 2 1461,-1 0-956,5 0-568,-6 0 1,6 6-1,-2 2-1,-2 0 0,2 9 345,8-3-56,-4 16 1,10-5 0,-5 12 0,2 2 0,1 1 130,-1 2 1,0-2 79,-4-2-421,-2 2 1,9-6 0,-7 3-1,1-4 1,0-3 212,-1-2 1,1-1 40,-5 1-366,0-6-1342,0-2 887,0-6 110,-6-6 0,-3-2 1,-8-6-1,-2 1 1,0-1-1298,-1 0 1,-2-5 474,-6 0 776,7 1 1,-6 4 0,6 1 0,-1 2 0,2 4-1300,0 1 0,9-4-709,-3 6 2427,3-1 0,16 30 0,4 6 0</inkml:trace>
  <inkml:trace contextRef="#ctx0" brushRef="#br0">29788 11157 8032,'-16'-16'164,"-1"-1"1,-2-1 0,2 1-1,2 1 1,1 2 816,0 0 1,1 0 0,6 2-595,7 2 1,6 3-1,8 4 1,1-2 0,4 2-1,3 1-4,-1 2 1,6 0 0,-5 0 0,1 2 87,0 3 0,-6 1-315,2 3 1,-4 3 0,-1-2 0,-1 4 114,-4 4 1,-3-2-245,-6 2 0,0 0 62,0 0 0,-1-2 0,-4 4 0,-4-2 196,-4 1 1,-2 0-18,-4-5-78,4 0 0,-6-2 0,7-1 1,0-2 46,1 2-304,-1-5-109,6 0 1,3-6 0,10 0-1,6 0 1,4 0-1174,4 0 1,6 0-539,-2 0 1282,9-6 1,-2 5 0,3-5 0,-2 1 604,1 0 0,16-24 0,10-2 0</inkml:trace>
  <inkml:trace contextRef="#ctx0" brushRef="#br0">30290 10975 8101,'0'-14'0,"5"-4"0,0-1 1403,-1 1 1,-4 4 2041,0 0-1965,0 6-1060,0 2 0,-4 7 1,-3 2-1,0 3 391,-4 2 1,-2 2 215,-1 4-793,0-1 1,5 5-1,0-1 1,-2-3 0,0 0 56,2-4 0,1 1-348,3 3 1,4 0-26,-4 0 1,4-5-1,1 1 19,0 1-119,6 1 79,-5-4 0,12 3 0,-4-7 0,3-1 87,2-1 1,5-2 288,0 0-154,-1 0 1,-2 0 0,1 0 0,2 0 0,-2 0 356,-2 0 0,-1 2-269,0 2-61,0-2 0,-5 4 0,-1-5 0,-2 4 249,-3 4 0,-1-1-287,-2 2-186,0-1 1,-6 0 0,-5 0 0,-6 1 0,-5-1-2104,0 0 0,-4-4 571,3 4 466,-4-6 1,4 5 0,0-5 0,-1 2 1143,3-2 0,1-14 0,6-4 0</inkml:trace>
  <inkml:trace contextRef="#ctx0" brushRef="#br0">30290 11003 8133,'0'-11'658,"0"-3"0,0 8 0,0-8 1159,-6 3 0,5-3-676,-4 0 1,5 7-1,5 2-1447,4 4 1,5 1-200,4 0-471,-2 0 0,10 0 0,-2 1 976,2 4 0,13 1 0,6 2 0,4 3 0,0-1 0</inkml:trace>
  <inkml:trace contextRef="#ctx0" brushRef="#br0">30779 10919 8148,'0'-9'1578,"0"0"2245,0 0-2732,0 1-398,-6 2 1,3 6 0,-7 1 0,0 5 0,-3 8 390,-1 8 1,0 4-835,0 2-171,7 0 1,-6 2 0,5 1 0,1 1 0,2-1 90,3-1 1,2-2-31,0 0-196,0-7 1,7 3 0,3-9 0,8-4 0,5-3-350,3-5 1,-3-1 205,1-2 301,-7-7 0,3 0 0,-8-9 0,-1-1 0,-3-3-429,-2-2 0,-3 5-74,-7-2-196,-4 4 0,-12 2 0,-4 4 1,-2 4 596,-2 4 0,-19 16 0,-8 7 0,-6 1 0,1 1 0</inkml:trace>
  <inkml:trace contextRef="#ctx0" brushRef="#br0">2262 14718 7806,'0'-14'362,"-1"0"0,-4 0 0,-4 0 1,-4 1 368,-1 4 0,7 6 0,2 11 0,3 7-337,2 5 0,0 4 0,0 4 0,2 0 449,3-1-754,-4 1 1,5-4-1,-6-3 1,0 1 0,0-2 2,0 0 0,5-6-392,0-4 274,-1-1 103,-4-1 1,0-13-373,0-9 0,0-4 159,0-1 1,0-1-1,0-5 1,0 2 70,0-2 0,0 5 356,0 1-484,0 4 0,0 5-285,0 1 373,0 6 0,0 7 0,0 10-656,0 2 0,0 4-1028,0-1 1159,0-1 630,0-4 0,13 13 0,2 2 0</inkml:trace>
  <inkml:trace contextRef="#ctx0" brushRef="#br0">2374 14466 7944,'-22'-23'641,"4"0"0,-4 6-169,-1-2 1,-2 10-146,2 4 0,-2 4 95,6 1 1,-1 7 0,3 7 0,-2 8 494,2 4 1,2 4-116,1 2-574,0 4 1,1 6 0,3 0 0,0 0-1,1 0 17,1 0 0,2-1-33,6 1-176,0 0 1,0-1-1,0-4 1,1-5 0,4-4-342,4-4 1,10-4 186,4-6 29,4 0 0,2-8 1,4-6-1,4-8 1,3-6 207,2-4 1,0-4 484,0-6-435,-6-6 0,-2-2 0,-6-6 0,-3-1 0,-7-4 173,-8-4 1,-9-3-664,-6-2 46,-2 0 0,-15 3 0,-4 7 1,-7 10-1,-1 11-2350,0 11 0,0 8 919,1 11 1706,4 9 0,-4 22 0,-5 18 0,0 1 0,-2 7 0,-1-1 0,1 0 0</inkml:trace>
  <inkml:trace contextRef="#ctx0" brushRef="#br0">1927 16882 7927,'-14'-14'406,"5"5"0,1-1 630,2 0 0,1 2-782,5-1 1,8 5 0,4 0 0,7 2 0,3 2 0,1 0 0,0 0 0,1 0 1061,0 0-1171,-3 0 1,3 2-1,-5 2 1,-3 6 103,-6 2 0,-3 4-136,-7 2 1,0-2-49,0 2 1,-2 3-1,-3-3 1,-4 1-123,-3 1 0,-2-5-56,0 4 72,0-3 1,1-2-1,4 0 1,4 0-88,4-1 1,1-3 83,0-1 1,8-6 0,4 2-1,5-4-14,0-1 1,-1-1-516,-2-4 163,6-3 0,-6-1 0,1 0 1,-4 0-1,-2-1-1985,-1 1 0,-2 0 2395,-6-5 0,-18-31 0,-5-8 0</inkml:trace>
  <inkml:trace contextRef="#ctx0" brushRef="#br0">2081 16645 8126,'-20'-8'0,"-2"-5"296,-6 4 1,0 3 0,0 1 0,0 4 1286,0 1 1,0 1 136,0 4-1337,0 3 1,1 7 0,-3 4 0,-1 6 0,-2 6 410,2 6 1,8-1-436,4 1-287,4 6 1,3 2-1,2 7 1,6-1 0,2-2-15,2-2 0,8 1 202,6-1-301,6-7 0,9-1 1,4-8-1,4-5 1,5-7-52,5-8 0,4-5 124,9-6-2,-2 0 0,5-6 0,-4-5 0,2-6 0,-2-7 113,-2-2 1,-9-7-47,-6 1-83,-12-1 1,-12 1-1,-8-2 1,-6-2 0,-5-3-592,-9-1 0,-5-7 95,-13 1-152,-6-7 0,-2 11 1,-6 0-1,0 11 1,1 9-1304,-1 8 0,-3 10 1937,3-1 0,-16 59 0,33-19 0,-1 0 0</inkml:trace>
  <inkml:trace contextRef="#ctx0" brushRef="#br0">1606 18013 7984,'-8'-14'234,"0"0"0,5 0 0,-1 0 1812,1 0-1684,1 0 0,2 5 0,0 0 0,2-1 0,2 3 0,6 2 194,2 3 1,7 2-482,-1 0 1,5 0-1,-2 0 1,-1 2 321,0 3-337,-1 2 0,-5 7 1,-2 0-1,-1 0 1,-3 0-33,-2 0 1,-2 2 120,-4 2-105,0-2 1,-1 4-1,-4-4 1,-4 1-1,-2 1-176,2-1 1,-4-1-343,4-2 420,3 0 0,0 0 0,6 0 0,1-2 0,4-1-31,4-2 1,4-1-11,1 1 119,6 4 0,-5-12 1,4 5-1,-4-1 678,-1 0-364,-6 6-226,-8-10 1,-9 10-1,-10-5 1,-4 0-1,-5 1-415,-5-4 1,4-2 30,-4-1-1296,4 7 1,1-6 1567,0 4 0,-12-4 0,-4-1 0</inkml:trace>
  <inkml:trace contextRef="#ctx0" brushRef="#br0">1843 17846 7982,'-6'-36'0,"-3"3"0,-5 4 1030,-5 1 0,2 8-3,-6 6-593,-7 0 1,1 12-1,-5-2 1,1 4-1,1 4 620,1 6 0,1 3-359,2 6-517,0 3 1,-3 10 0,2 3 0,4-1 0,2 1 173,1 1 1,5 3-211,-2 7-134,10-8 1,3 11 0,6-8-1,0-1 1,1 3-5,4 1 1,3-10-90,6 3-5,6-6 1,2-3 0,7 0 0,4-2 0,2-4-186,1-8 1,4-1 111,-2-9 161,2 1 0,2-7 0,0-2 1,0-6-1,0-4 535,-1-4 1,1-4-34,0-6-172,-6 0 0,-2 0 0,-8-1 0,-2-2 0,-6-5 141,-2-4 0,-8-1-1263,-4-10 548,-2 0 0,-10-5 1,-7 0-1,-10 2 1,-8 4-866,-3 8 1,4 8-1013,-5 11 1631,6 9 1,-4 8 0,7 9 0,2 6 491,3 10 0,0 17 0,1 9 0,-1 3 0,1 1 0</inkml:trace>
  <inkml:trace contextRef="#ctx0" brushRef="#br0">2849 17804 7911,'9'-22'220,"0"3"0,2 4 0,0 1 1,0 0 894,-2 0 1,-6 5 0,1 1 0,-9 2-301,-9 3 1,-6 7-695,-8 5 0,-6 4 1,-2 2-1,0 2 0,4 4 1,4-1 142,5 0 0,1 5 24,3-2-252,10 3 0,-4-2 0,13-3 1,4 1-1,5-2 94,10 1 0,5 0-8,4-7 91,6 3 0,2-9 0,4 4 1,-2-1-1,-7-3 487,-6-2-1023,1 5 290,-17-3 0,1 6 1,-20 0-1,-8 0-97,-7 0 1,-5-5-403,-2 0 311,-4-6 0,0 8 0,2-6 0,2-2 0,-1-1-629,2-2 0,2 0 300,1 0 500,6-7 0,0 4 1,5-8-1,0-3 1,3-1 70,3 3 1,8-2 13,-2 4 525,4 4 1,2-5-1,4 5 260,4-2 1,4 5 0,1-1-610,0 8 0,-2-1 0,-1 7 1,-3 0-1,0 3 251,-1 1 0,3 0-270,4 0-170,-7 0 0,6 0 1,-2 0-1,4 0 0,5-2-585,2-3 1,-3 2 177,4-6 139,0-1 0,11-5 1,2-4-1,1-4 1,0-3-494,2-2 0,0-5 242,-2 0 326,4-5 1,-12 2 0,4-6 0,-4 0 0,-1 0-150,0 0 1,-5 2 23,1 2 401,-7-2 0,3 11 1,-5-4-1,2 5 1,2 5 287,-2 4 1,-1 3 361,-2 2-577,0 0 0,0 0 0,-2 2 1,-1 1-1,-3 3 244,-2 2 1,3-3-231,-4 4-227,6-6 1,-10 5-814,4-3 614,-10-4 125,-3 5 1,-7-1 0,-2 0 0,-3-1 0,-2 1 31,-3 0 1,3 4-64,-1-4 184,0 5 0,0-2 0,1 8 0,2 1 0,3 1 74,1-1 1,2 1 118,0 0-199,6-2 0,2 8 0,8-5 0,4-2 0,8-1 213,8-2 0,6-5-121,4 0-148,-2-6 1,10 2-1,-3-10 1,4-4-1,-1-3-200,-3-2 0,2-7-362,-7-2 430,7-3 1,-9-2-1,1 2 1,-5 1 0,-4 1-235,-2 0 0,2-1 124,-8 2 386,3 9 1,-9 3-1,6 6 283,0 2 1,-5 3-239,0 5-32,-6 2 0,10 7 1,-4-1-1,2-2 0,0-2 835,-2 2-794,-6 1-44,10 2-581,-12-6 233,5-2 110,-6-6 1,-1 0-1,-4 0 1,-4 0 0,-5-1-417,-5-4 1,2 3 60,-6-2 468,6 2 0,-10 2 0,6 0 0,-3 2 0,3 1 238,0 1 1,1 6 30,2-6-282,8 7 0,-7-3 1,13 6 14,1 0 0,9-6-489,8-4 331,6-2 1,8-2 0,1-2 0,2-1 0,2-3-262,-2-2 1,-3 4 256,-5-6 114,4 1 1,-12 1 0,2 2-1,-4 1 463,-4 1 281,-6-1-476,3 5 1,-6 6 0,-1 4 0,-2 2 479,-2 2 0,0 0-170,5 0-339,0 0 1,2-2 0,2-2 0,6-6-321,2-2 1,4-2 145,2 0-247,4 0 1,1-8 0,1-4 0,0-7 0,1-1-600,-2 0 0,2-7 177,-6-1 400,6 0 0,-14-7 1,1 2-1,-4-4 1,-5-3-376,-2-2 0,-1 1 206,0 4 378,0 3 0,-4 12 1,-2 4-1,-2 4 298,-3 4 0,-1 6-102,-2 8 41,6 4 1,-5 14 0,4 4 0,-2 5 0,0 2 1331,2 1 1,4 2-311,-4 6-865,6-7 1,-3 4 0,6-6-1,0-2 1,0-2-140,0-1 1,1-2-419,4-2 130,-3 2 0,10-15 1,-1 3-1,4-3 1,4-3-567,-2-4 1,3-8-573,-1-6 847,6-2 1,-4-8 0,7-4-1,0-2 1,2-2-371,2 0 0,-2 0 494,2 0 260,-8 0 1,0 7 0,-5 2 0,-2 5 0,-1 5 182,-2 4 0,-5 4-24,0 1-43,-6 0 1,5 6-1,-5 3 1,2 5 0,-2 3 541,-1 2 0,-1-1-205,4-4-665,-4 0 1,5 0-719,-6 0 723,0-6-7,0-2 1,-6-6-1,-3-1 1,-3-3-394,-2 0 1,0-5 132,0 4 436,0 0 1,-5 5 0,0 0 0,2 0 0,2 0 339,1 0 0,2 2-139,2 2-47,-2 4 0,6 1 1,-4 1-1,6 1 168,2 1 1,8 0-154,4-2-323,8 2 0,-1-10 1,7 2-1,0-2 1,1-2-281,-2 0 1,2-2 613,-6-2-135,0-4 0,-4-4 0,1 1 0,-1 1 463,-3 0 0,-2 2 87,-1-2-150,-3 7-48,-6-3 1,-1 12 124,-4 4-383,4-4 0,-6 6 0,7-2 0,2 0-453,3 0 1,2 1 21,7-7 141,0 1 1,2-5 0,1 0 0,3-2 0,2-2-536,3-6 0,-1-2 228,0-2 243,2-6 1,-6-2-1,3-6 1,-4 0 0,-5-1-97,-5-4 1,2 2 517,-6-6-157,0 6 0,-5 1 1,0 9-1,-2 2 317,-3 7 0,2 4 557,-6 8-629,6 0 0,-5 8 1,5 6-1,-2 7 1,2 6 1075,2 1 1,-4 1-533,0 4-718,1-4 0,4 5 0,0-7 1,0-2-1,0-2 29,0 2 1,0-5 187,0-2-924,0-2 1,0-7-202,0 1 0,0-9 42,0-1 574,0-6 1,7-14 0,6-2 0,5-1-1,3 1-170,-1 2 0,0-3 846,-1 4-367,-4 7 0,5 1 0,-6 6 0,0 2 1,0 1 279,0 2 1,-6 2 138,-3 3-343,-4 2 0,-1 9 0,-1 1 0,-4 3 0,-4 0 103,-4 0 1,-5-1-123,-1-5-454,-6 0 0,5-2 1,-5-1-1,3-3 1,1-2-583,-1-3 1,3-1 476,-4-2-365,12 0 1,-7 0 91,8 0 0,6 0 1104,4 0-337,6 0 1,8 0-1,1 0 1,2 0-1,4 0 571,0 0 1,3 0-182,3 0-409,1 0 0,0-2 1,2-1-1,1-3 1,1-2-56,-1-3 1,1-3-13,0-4-163,-2 2 0,4-8 0,-8 3 0,-1 0 0,-3-4-382,-2-2 0,-2-2 229,-4-4 181,0 4 0,-6-7 0,-2 5 0,-1-1 0,0 1-61,-2 1 0,-2 8 457,-1 4-124,0 2 0,-6 8 0,-3 5 388,-4 6 1,-1 7 237,0 8-499,0 4 1,-4 6-1,-1 2 1,4 1-1,2 3 448,4 1 0,6-4-412,-2 2-251,4-4 1,1-1 0,0 0 0,1 0 0,4-1-41,4-4 0,5 2-4,5-7-416,3 1 1,7-10 0,2-1 0,3-2-1,2-4-230,3-5 0,-5-5 264,-2-6 267,-2 0 1,-2-6-1,-2-3 1,-3-4-1,-4-1-151,-3 0 1,-9 0-8,-2 0 229,-3 1 1,-2 5 0,-2 3 0,-4 5 0,-7 5 68,-4 4 0,-3 4-174,1 1 92,4 6 1,-10 2 0,7 7 0,2 4 0,4 3 234,2-1 1,7 6 114,-1-4-179,-4-3 1,6 5 0,-2-5 0,2 0-1,4 2 348,2 0 1,4-5-229,6 1-241,0-8 1,0 2 0,0-4 0,0 0 0,0-4 129,0-2 1,0-2-249,0 0 54,-7 0 1,6-5 0,-5-1-1,1 0 1,-1-2 43,-2 0 0,3 4 6,-4-6 77,-1 7 1,3-8 0,0 5 0,3 0 571,-1 0-550,0-5-96,5 3 0,0-4 0,0 1 1,0 3-1,0 0-249,0 1 0,0 2-86,0-4-124,0 5 1,0-6 0,0 3-3565,0 0 1082,-6 4 2040,-2-4 0,-8 9 878,-2 3 0,-43 9 0,-20 4 0,-5 5 0,-1-1 0</inkml:trace>
  <inkml:trace contextRef="#ctx0" brushRef="#br0">6564 17734 7908,'-7'-14'460,"6"0"1,-4 0 0,4 0 1419,1 0 0,0 5-817,0-1 1,-2 7-1,-1-3 947,-2 0-1757,1 11 1,4-2 0,1 14-1,2 3-75,2 2 1,0-1 0,-5 4 0,0-2-263,0 2 1,0-5 119,0-1-517,0 3 0,0-7 0,0 4-1352,0-4 1345,0-1 247,0-6 1,1-3-1,2-11 1,3-7 0,4-5-279,5-4 0,-1-1 595,5-5-25,-4 0 1,-1 4 0,0 3-1,0 1 1,-1 2 494,-4 3 0,-1 7-133,-4 4-185,-2 2 0,4 4 0,-6 2 0,0 7 382,0 6 1,0 0-140,0 6-382,0 1 1,0-1 0,2-1 0,2-2 0,6-3-282,2-2 1,2-2-7,0-4 96,0-3 1,5-6-1,1 0 1,0-1-1,0-5 3,-3-8 0,0-2 434,2-7-273,-10 6 1,10-10-1,-11 6 1,-1-3-1,-2 1 61,-3-2 0,-2 5-1381,0 2 393,0 2 1,-2 4-1,-3 2 1,-4 6-1650,-3 2 0,2 4 2514,1 2 0,6 23 0,-3 10 0</inkml:trace>
  <inkml:trace contextRef="#ctx0" brushRef="#br0">7262 17524 7908,'0'-21'3,"0"0"1809,0 8-686,0-1 0,0-2 0,0-1 3389,0-2-3329,-6 1-866,4 10 1,-6 5-1,5 11 1,-3 7-1,0 7 491,0 7 1,-4 4-270,6 4-350,-7 3 0,5 1 0,-5 7 0,1 0 0,0 0 213,-3-3 0,1 3-456,2-1 66,-2-7 0,4 0 1,-4-4-1,1 0 0,3-5-68,2-6 1,-3-5-891,4-6-1068,0 0-2309,5-6 1636,0-8 1,0-8 2683,0-6 0,31-25 0,8-6 0</inkml:trace>
  <inkml:trace contextRef="#ctx0" brushRef="#br0">7988 17441 7866,'12'-2'389,"-1"-1"0,-3-3 0,0 0 1102,0-1 0,-7 3-833,-1 4 0,-5 6 0,-5 5 0,2 4-198,2 4 1,-4 6-1,6-2 1,1 5 170,1 4 0,2-2-397,0 3 0,0 1 1,0-2-1,0-1 39,0-1 0,0-4-212,0-3-369,0-2 0,2-7 0,1-1-2551,1 1 1681,1-6 267,-5-8 1,0-8-1,0-6 1,0-1 910,0-4 0,-8-34 0,-3-15 0,0-8 0,-1 0 0</inkml:trace>
  <inkml:trace contextRef="#ctx0" brushRef="#br0">8002 17427 7868,'19'0'0,"-1"0"0,1-2 1013,-5-3 1,4-1 42,1-3-698,0 3 1,-4 1-1,1-1 1,-1 0 0,-2-1 619,-1 4-2898,-6 2 1340,0 1 0,-6 1 580,0 4 0,-49 28 0,-13 12 0</inkml:trace>
  <inkml:trace contextRef="#ctx0" brushRef="#br0">7946 17692 7868,'13'-2'2461,"-4"-2"-1621,3 2 1,-4-6-240,6 4 1,0 2-711,0-2 1,5-3-1,-1 1 1,1-2-1267,1-2 0,-5 2 371,4-2 1004,3 7 0,12 3 0,9 8 0</inkml:trace>
  <inkml:trace contextRef="#ctx0" brushRef="#br0">8253 17678 13777,'7'8'1748,"-6"-2"0,7-6-1228,-3 0 0,-2 0-216,6 0-238,0 0 0,5 0 0,0 0 0,0-2 0,2-1-16,2-1 0,-1-7-491,7 1 309,-7-8 0,3 2 0,-6-4 0,-2 2 0,-1-1-646,-2 2 0,-5 1 380,0 2 247,-8 7 1,-4 0 0,-6 7-1,-2 0 1,-1 4-68,-1 5 0,-6 2 10,6 12 169,-1 0 1,5 5 0,0 0-1,2 0 1,2-2-35,6-2 0,2 0-24,2-5 132,0 0 1,6-7-1,5-3 1,6-4-1,7-3-43,2-2 0,-3-2 180,1-3-95,-1-2 0,5-7 0,0-2 0,-2-2 0,-1-4 261,-2 0 1,-6 2 88,2 6 236,-10 0-243,4 0 0,-12 9-2,4 10-291,-4 3 0,-1 17 1,0-5-1,0 0 0,0 2 72,0-1 0,0-3 48,0 0-438,7-2 0,-6-2 0,5-2 0,-1-1 0,1-3-696,2-2 0,-3-2 444,4-4 298,0-6 1,5-1 0,0-7-1,0 0-60,0 0 0,-5 4 633,1 1-250,-7 6 1,9-3-1,-2 6 1,2 0 490,2 0 0,-5 1 121,1 4-588,-1 3 0,5 6 0,0-2 0,0-1 1,0-3 75,0-2 0,0 3-50,0-4-294,0-1 0,0-4 1,-1 0-1,3-1 1,1-4-440,2-4 0,-1-8 192,-4-2 119,0 1 0,-4-1 1,-3-1-1,-1 0 1,-2 0-252,-3 2 0,-2 5 113,-4 3 181,3-2 1,-10 10 0,3-2-1,-4 4-357,-1 4 0,7 4 580,2 6 67,3-6 1,2 4 0,0-3 0,2 4 0,3-1 634,4-2 1,3-3-417,2-2-244,6-3 1,-3 4-1,7-6 1,-1-2 0,0-2 105,1-6 1,-3-4 33,3-4-395,-4 2 0,-6-6 0,0 5 1,-2-3-1,-3 0-195,-4 0 0,-3 1-290,-2 5 482,-7 0 0,0 7 1,-7 2-1,0 3 1,-2 2-242,-2 0 0,2 7 237,-3 2 104,4 3 0,1 8 1,2 2-1,2 1 1,6 1 313,2 1 1,2-4 356,0 3-521,0-7 0,8 7 1,4-5-1,7-3 1,3-4-102,2-3 0,3-6 26,1 2-69,6-3 0,-9-2 1,3-2-1,-4-1 0,-2-3-125,-3-2 0,-4-1-67,-1-5 482,-6 0 1,-2 4 0,-6 1 605,0-2-809,0 5 54,0 0 0,-6 6 0,-2 1 0,-1 4 224,0 4 0,5 4 107,0 1-239,-4 0 1,7 0-1,-4 0 1,3 0 109,2 0-187,0-1 440,0 1-667,0-6 0,2-3-63,3-10 4,-4-3 1,10-7 0,-5-2 0,2-3 0,1-2-390,-1-3 0,4-1 160,-2-2 340,8 0 1,-2 2 0,4 2 0,0 6 0,3 2-124,4 2 1,-4 6 100,0 4-52,-6 2 1,8 4-1,-5 2 1,-1 6-1,-2 2-1622,-4 2 0,-9 0 409,1 0 1344,-4 0 0,-56 25 0,20-17 0,0 1 0</inkml:trace>
  <inkml:trace contextRef="#ctx0" brushRef="#br0">6200 18446 7887,'-4'-9'5787,"-1"-1"-5048,-6 7 1,11-3-635,0 6 1,11-5 0,9 1 0,1 1 0,0 1 0,1 1-15,3-4 0,1 2 0,2-5 0,-2 0-284,-2 1 0,1 2 7,-7-4 1,1 5 0,-11-8-21,-4 3 0,-10 3-26,-8 1 184,0 3 0,-12 2 0,4 2 0,-1 3 0,1 4-15,2 3 0,-3 4 149,4 2-17,7-2 1,1 10-1,6-4 1,2 1 0,1 1 260,2 0 0,7-3 118,2-3-400,3 4 1,8-13 0,4 2-1,4-5 1,3-1-280,1-2 1,1-8 3,-5-4 156,0-3 1,-5-7 0,0-1 0,1 0 0,-3-2 144,-2 0 0,-4 5-163,-1-1 1778,-6 8-1229,5-2 1,-12 12 401,4 0-606,-4 6 0,-1 10 1,0 1-1,-1 1 0,-2-1 774,-2-1-949,0 4-160,5-5 1,-1 6-1056,-4-7 932,4-7 6,-6 0 0,9-14 0,3-2 0,4-5 0,3-3-521,2-2 1,5-4 215,0 5 542,5-1 1,-8 0 0,2 1 0,-2 2 0,-2 4 402,0 2 0,0 7 183,0-1-482,0 2 0,-5 2 0,0 2 0,1 2 0,-1 6 299,0 2 0,-4 2-39,4 0-331,-6 0 1,8 0 0,-6 0 0,0-2 0,1-1-179,3-2 0,-1-5-724,1 0 522,0-2 1,1-2 0,-1 0-1,2-2-355,1-2 1,1 0 189,-4-5 355,4 0 0,-10-5 0,6 0 0,0 0 0,-1 0 150,-3 0 1,1 0-59,-1 0 455,-1 6 0,-4-4 0,0 3 518,0-4-821,0-1-53,0 6 0,0-4-398,0 3-260,0-4 446,0-1 1,0 0 0,0 0 0,-1 2-139,-4 3 184,3-4 229,-4 6 1,6-3 0,-1 2-22,-4 2 1,3 3 10,-2 8 214,2 3 1,2 6 0,0 1 0,2 4 0,1 4 510,2 3 1,1-2-97,-2-1-581,-2 0 1,9 5 0,-5-2-1,2-1 1,1-3 60,-1-2 0,4-3-71,-2-7-205,2 2 0,-3-6 0,1 3 0,2-4 0,4-3-367,2-2 0,2-7-673,-1-2 743,-4-9 0,10 0 0,-6-5 0,-2 0 0,-1 0-314,-3-1 0,-5 7 258,-3-1 299,-4 2 1,-1 7 0,-1 1-134,-4 2 1,-3 3 21,-5 7 320,-1-2 0,4 10 0,2-2 0,1 2 64,-1 2 1,5-5 267,-2 1-307,10-1 0,-2 0 0,6-1 0,2 0 0,2 0 394,1 2 0,-1-2-140,1 2-272,0-7 1,0 8 0,-1-5 0,-2 0-1,-4 2 49,0-1 1,2-2 106,-4 4-284,-1-5 0,2 3-368,4-2 0,2-4 69,2 4 61,0-3 0,0-7 1,0-1-1,2-2 1,1-3-515,1-1 0,1-2 191,-5 0 432,0 0 1,3-5-1,-2 1 1,-2-1-7,-1-1 1,-6 4 672,-1-2 103,-3 8-125,-2 4-154,-7 19-220,6-4 1,-10 11 0,6-4-1,2 1 1,2 1 328,1-1 0,0-1-178,0-2-333,6 0 0,2 0 1,6 0-1,1-2 0,2-3-172,2-4 0,6-3 264,-2-2-148,3 0 0,1 0 0,-2-2 0,-2-3 0,2-5-58,1-7 1,-4-1 64,-4-5 53,-2 6 0,-7-8 1,-1 5-1,-2-2 1,-3-1-122,-1 1 158,-2 2-12,0 6 0,-2 7 0,-2 2 0,-7 3-160,-6 2 0,1 3 25,-3 7 167,4-1 0,1 11 0,0-4 1,2 1-1,1 1 291,1-1 0,7 4 66,-1-3-335,2 1 1,4-5 0,4 0 0,6-2 49,5-2 0,7-4-189,-6-6 56,7 0 1,-3 0 0,6-2 0,0-2 0,-2-6-237,-3-2 1,4-2 247,-4 0 23,-3 0 0,5-5 0,-6 1 0,-2 1 0,-2 1 60,-1 2 0,0 2 240,0 2-224,-6-2 1,4 10 0,-4-1 0,1 6 223,1 7 1,-7 2 52,1 2-185,-2 6 0,3-4 0,-1 2 170,-1-2 0,-1-2-259,-2 0 1,0 0 0,-2-2-973,-2-2 567,2 2 0,-12-10 0,2 2 0,-7-2 0,-3-2-4335,-2 0 4671,-3 0 0,-27-15 0,-13-7 0,-5-2 0,0 1 0</inkml:trace>
  <inkml:trace contextRef="#ctx0" brushRef="#br0">7793 18348 7903,'0'-14'0,"0"0"3156,0 0-2254,0 0 0,6 5 1,5 0-1,6-2 1,6-2 158,3 0 1,2 0-2660,0 4-682,-6 3 2280,-2-1 0,-31 31 0,-6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13195 16065 8289,'-8'0'-49,"1"-7"229,7-1 1,0-1 0,0-1-122,0-1 0,0 3 1,0-1 23,0-2 0,2 3 1,1-1 379,2-3-357,6 0-23,-3-2 1,0-1 0,-2 1 0,-1 0-1,1 0 193,2 0 1,0-5-34,1 0-98,4-7 1,-5 9 0,6-5-1,0 0 1,2 0 158,3-4 0,-2-1 13,7-1-229,0 0 0,4-2 1,2-2-1,2-3 1,1 1 112,-1-1 0,-2 0-100,-2 2-83,0 3 0,1-11 0,-2 4 0,-2 0 1,-3 0-105,-1 2 1,2 2 64,-4 5 24,7-7 1,-4 10-1,6-4 1,-1 4 0,0 1-4,1 1 1,-2 4 31,7-5-40,3 7 0,-4-10 0,6 5 0,1-2 0,1 2 12,-2 1 0,1-2-74,-6 4 71,0-7 0,-4 9 0,-1-7 1,1 1-1,-1-1-23,1 0 1,-1 2 16,0-2 10,7-2 1,-3 5 0,6-3 0,1 4-1,4 1-13,4 0 1,2-2 17,3 2-6,-3 4 0,-1-6 0,1 5 1,-2-1-1,-3-2 9,-7 2 1,-6 1-13,-2 2-19,-1-1 1,-1 0-1,-2-3 1,-1-1 0,0 2 51,-2 1 0,5 2-39,-4 0 25,-2-1 1,6 3 0,-4 1 0,4 1 0,3-1-7,3-1 1,-3-1-8,4 3-1,2-2 1,-1 6 0,4-6 0,-1 3 0,2-2 15,1-2 0,6-1-42,0 0 24,1 6 1,-6-5 0,1 4 0,0-2 0,-1 0 12,1 1 0,0 1-1,-1-5-7,1 6 0,-5-5 1,0 4-1,1-4 1,4-1 167,4-1 0,-2 1-41,2 0-119,-3 0 1,-1 4 0,0 2-1,-2 2 1,-2 1 37,-1-1 0,-6 5-157,1-4 109,-3 3 0,-2 1 0,1-3 0,-1 0 0,2 1-32,3 1 1,4 2 288,5 0-238,1 0 0,1 0 0,2 0 0,3 2 0,2 1 43,2 1 0,-2 6-44,1-5-25,-6 6 0,3-5 1,-7 5-1,1-1 1,0-1-79,-1-1 1,-4 5 101,0-4 12,0 4 0,3 1 0,-1 0 0,-2 0 0,1 2 224,2 3 0,2-2-205,-1 7 12,1 0 1,5 4-1,0 1 1,3-1-1,3 2 75,1 3 1,2-7 188,0 2-275,0-3 0,-5 4 0,-2-1 1,-1-1-1,-3-2 78,-2-1 1,4 0-81,-1 4-8,1 7 0,-4-5 0,2 5 0,3-1 0,1 4 57,4 3 0,6 7 5,1-1-111,1 1 0,0-6 1,-1 1-1,-1 1 1,-3 2 122,-5 1 0,-14-4-35,-9-5-115,-10 6 0,3 2 0,-5 6 0,2 2 0,-2 1-82,-1 2 1,5 0 279,2 0-123,4 6 0,2-5 0,-1 4 0,1-4 1,-1-1 273,1 0 0,-1 5-41,0-1-203,-6-5 1,5-1 0,-5-5 0,2 2 0,0-1 31,1-2 0,-3-2-255,2-4 153,-7 6 1,10-5 0,-5 4-1,0-6 1,-1-4-16,-1-5 1,-8-3 47,2-1-159,-3-1 0,-3-6 1,-5-4-1155,-6-7 874,1 1-1835,-10-10 1,8 4 2235,-5-6 0,-7 7 0,-6 1 0</inkml:trace>
  <inkml:trace contextRef="#ctx0" brushRef="#br0">22038 16832 8434,'-8'-6'388,"-5"3"0,4-7 0,-2-1 1333,1-1-1450,4 4 0,1-5 0,1 4 1,2-2-1,4-1 341,2 3 0,6 0-473,-5-6 0,6 6 0,-2-1 1,2-1-9,-1-1 0,2-7 0,-2 0 0,4 0-89,5-2 1,-3 4-64,3-7 1,-4 0 69,0-4 0,4-5 1,0-2-1,-2-1-125,-1-4 1,3-1 13,0-1 66,0-1 1,-5 0 0,0 1 0,0-1 0,1 0 116,-1 1 1,5-3-97,0-2 1,1 3 8,-1-4 0,-1-1 0,4 2 0,0 1-3,0 2 1,2 1-119,4 1 1,-1-4-46,-3 3 1,2-7 0,-3 7-1,0-3-119,1-3 0,-2 0 128,2-3 1,1 2 175,-6 2 1,5 4-1,-4-3 1,1 4 63,-1 5 0,6-1-53,-3 5-61,4 1 0,2 0 1,-1 0-1,0 1 1,2 2 60,4 2 0,-3-1-69,7 1 9,0 0 1,5 4 0,-2 2 0,-2 1 0,-2 2-55,-3-1 1,4 2 46,-5-5-39,7 5 0,-4-7 1,7 5-1,1-3 0,4 0-88,4 1 1,3-5 99,2 3 1,6 2 51,3-2 0,2 5 0,-3-3 0,-6 2 60,-6 2 1,-7 2-5,1 2-82,4-6 1,-5 4 0,6-5 0,2 2 0,2-1 27,6-2 1,1 0-20,4-2 14,2-3 0,-9 10 0,8-5 0,3 1 0,3 4 41,1 1 1,-7 2 19,-2-1-50,0 8 0,4-4 0,-2 6 0,-2 2 0,2 1 59,2 2 1,9 0-30,-37 0 1,1 0 5,36 0 0,-36 1 0,-1 0 0,34 3 0,-35 1 0,0 0 0,4 1 0,0 2 125,5 1 0,0 1 0,-4-2 0,1 1-889,0 3 1,1 0 748,-4 0 0,0 0 0,1 0 0,0-1 0,2 2 0,-1 0 0,2 1 0,-1 0 0,1 2 0,-1 0 67,-3 0 0,-1-1 0,0 0 0,-1 0-500,-4 0 1,0-1 420,0 0 0,0 0 0,0 3 1,0-1-1,0 1 0,-1 0 1,1-1-1,0 1 0,1 0 1,0 1-53,1 0 0,0 1 0,0 2 0,-1 0 209,2 0 0,-1 0-162,28 22 1,-31-22 0,0 0 0,26 24 0,0 0-1,-30-20 1,-1-1 9,1 2 0,-1-1 0,26 26-43,-1 1 1,0 1 1,-5-5 1,5 5 0,5-2-1,-29-25 1,0 0-56,2 0 1,0 0 0,1 0 0,0 0 48,2 2 1,0 1 0,-1 2 0,-1 1-17,2 2 1,0-1 0,-2-1 0,-1 1 0,-2-1 0,0 0 0,-2 1 0,-2-1 44,-2 1 1,0-1 0,26 28-50,-5 1 19,-7-2 0,-6 3 0,-7 1 0,1 0 0,-1 2-35,0-1 1,-4-4-49,0 2 87,-7-3 0,10-1 0,-5 4 1,2 2-1,0 1 16,1-3 0,2-4 281,1-1-250,1 0 0,-1-2 0,0-3 1,1-4-1,-2-4 99,-4-1 1,-4-6-23,-9 1-146,-4-12 0,-6 5 0,0-12 0,-1-3 0,-3-3 939,0-4-1251,-7-6 449,9 4 1,-9-9 0,5-1 0,-4-3 0,-6-2-1239,-6-3 1,-6-2 470,-5-1-2016,-4-1 2668,-5 8 0,-3 0 0,-2 7 0,-3 0 0</inkml:trace>
  <inkml:trace contextRef="#ctx0" brushRef="#br0">16251 4279 8390,'-22'-36'-40,"-3"3"1,8 9 0,2 3 0,6 2 0,1 2 1505,0 4-1236,5-1 1,-3 11-1,7-5 1,4 2-1,4 3 342,4 1 0,1 2-496,0 0 1,1 0 0,-1 2 0,0 4 0,0 7 0,2 6 173,3 3 1,-3 1-74,3 6 1,1-1-170,-1 1 1,2 5 0,-4 6-1,4 4 121,1 4 0,-3 4 48,5-5-134,-1 7 0,6 1 0,-1 7 1,2-2-1,2-3 159,1-5 0,5 6-362,-5-6 189,0 7 0,-4-15 0,1 5 0,1 0 1,4 1-73,1 1 0,-4-2-6,1-6 41,3-1 0,-2 2 1,7 2-1,3 2 0,0-3 88,0 0 1,-1-3-53,0 1 39,-1 0 0,-1-5 0,-3-2 0,-5-1 0,-3-4 107,-1-1 0,-1 3-87,1 1-61,-1-1 1,2-5 0,2 1 0,4 1 0,4 1 110,4 2 1,3 1-23,1-6-215,2 7 0,9-4 0,1 7 1,3 0-1,0-1 31,0-4 0,5 1-8,-1 0 78,2-1 1,-4-10 0,-5 1 0,-5 0 0,-4-2 6,-2-3 1,1 1 238,-7-1-178,3 0 0,-10-4 1,5-1-1,0 0 1,-1 0-36,-1 0 1,10-4 29,-6-1 15,9-5 1,3 8 0,5-4 0,-3 0 0,-5-2-116,-3 1 0,0-6 5,-1 4 31,2 3 0,1-7 1,-4 6-1,-3-3 0,-1 3-28,0 1 1,-1-4-51,1 6 82,-7-7 1,4 8 0,-5-5-1,1 2 1,3 2 6,2-2 1,2 4 230,0-2-225,-1-4 0,7 7 1,3-5-1,4 0 0,1-2 0,0 0 1,-5-4-59,0 3 37,6-4 0,-1-1 0,2 0 0,-7 0 0,-3 0-107,-4 0 1,4 0 105,-1 0-104,-7 0 1,0 0 0,-2 0 0,6 0 0,2 0-206,-1 0 1,4 0 198,3 0 153,8 0 1,4-5-1,6-1 1,0 0-1,-1-2 35,-4 0 0,4 0 107,-4-1-155,-3-4 1,-4 11 0,-9-4-1,-1 1 1,-3 1 7,-2 0 0,-3-2-170,-3 1 125,3 1 1,-9 2-1,7-1 1,5-3-1,5-1-37,2 1 1,9 1 35,-3 5 0,9-5 0,1-1 0,2 0-21,2-1 0,-4-4 74,-1 2-50,0-4 1,4 4 0,-5-1 0,-7-1 0,-6 0-75,-3 2 0,-2-4 19,-4 4 1,-5-2-3,0 1 1,0-3 0,6 4 0,3-4 157,6-1 0,2 0-142,2 0 65,0 0 1,4-1 0,2-1-1,2-1 1,3-3 138,2-3 0,2 0-146,-34 9 0,0-1-2,1 1 1,1 0 0,4-2-1,1-1 1,-2 0 0,0-1 0,-1 1-1,-1-1 1,-2 1 0,1-1 5,-3 3 1,0-1 0,0-1 0,0-1-557,1 2 1,0-1 570,28-16 0,9 4 0,-14 1 0,-1-1 0,-1-1-76,-2-3 1,-7 3 397,-3-3-193,4-3 0,0-1 1,5-7-1,1-3 0,0-5 129,0-4 0,-26 27 0,0 0-187,-1-2 0,1 0-93,3-1 1,0 0 0,-2-3-1,-1 0 1,3 2 0,-1 0 0,-3 2-1,0 2 1,23-27 264,-5 4 0,-12 7-102,-7-3-8,-1 4 0,-17 1 0,2 1 0,-5-1 0,-5 2 138,-2 3 1,-1 3-370,0 7 19,0-1 1,-1 1 0,-4-1 0,-4 3-1,-4 2-434,-1 5 1,-2 0-1195,-3 5 1521,3-4 0,-4 17 0,4-2 0,-3 7 160,-5 11 0,-9 12 0,-3 9 0</inkml:trace>
  <inkml:trace contextRef="#ctx0" brushRef="#br0">18540 7620 10959,'-14'-22'-226,"0"3"0,1 3 0,2 3 0,3 2-709,2 2 1036,1 6 0,2-4 0,3 7 296,6 0 0,7 0 1,4 0-88,2 0 1,0 0-194,-4 0 1,4-4-39,0-1 1,1 0 0,-3 5 0,4 0-48,1 0 0,-5 0 304,2 0-260,4 0 0,-6 0 0,5 0 0,0 0 0,-1 0 54,-1 0 0,1 5-49,-2 0-79,3-1 0,2 1 1,-2 2-1,0-1 1,0 2 15,3 0 1,0 0-129,-1 1 113,3 4 1,-6-5 0,4 4 0,-2-1 0,1-1-1,-2 1 1,5 1-31,-3 3 35,3-1 1,1 0 0,-1 0 0,-2 1 0,-1-1 56,1 0 0,2 0-50,2 0-13,-1 1 0,-1-1 1,-2 0-1,-1 0 1,1 0-21,2 1 1,-3-3 54,-1-2-29,-5 2 0,7-4 0,-4 7 0,-1-1 0,-1 0 25,-6 0 1,6 2-45,-5 3 20,3-3 0,-3 9 0,2-4 0,2-1 0,1 2-7,-2 0 1,-1-3-88,-2 5 78,0-7 1,0 5 0,1-4-1,-1 1 1,0 0-23,0 1 1,-4-4-150,-1 3 159,1 3 1,-1-4-1,1 4 1,-1 0-1,1 0-49,-1 3 1,1-3 27,4 2 35,0 0 0,0 4 0,0 1 1,1-1-1,-1 0-12,0 1 0,0-1-6,1 1 28,-1-1 0,0 1 0,-1-3 0,-2 0 0,-2-3-5,2 3 1,-5-4 31,-1 1-36,-3-5 1,3 7 0,-1-4-1,-1 1 1,1 1-8,0 0 1,-2 3 154,3-2-139,3 3 1,-5 6 0,6 0-1,1-1 1,-1-2 39,1-2 0,-2 2-19,1 4-30,4-4 1,-10 4 0,5-5 0,-2-1 0,-3 1-1,-1-1 1,-2-4-1,0-1 41,0-5 1,0 9-1,0-5 1,0 1-1,0 1 127,0 1 1,-2 1-132,-3-3 17,4 11 0,-5-16 1,4 11-1,-1-2 0,-2 0 82,2 1 0,-3 0-189,1 1 100,-6-1 0,8-4 0,-7 0 1,-1-1-1,-2 1 98,-1 0 1,0-5 114,0 4-183,0-5 1,-2 9 0,-2-5 0,-2 2 0,-1-1 176,1 2 0,1 2-33,5 2-147,-7-1 0,5 1 1,-4-1-1,1 1 1,0-1 125,1 0 0,-2 6-65,1-1-116,-6 0 0,7-5 1,-5 1-1,-3-1 0,-1 1 4,-1-1 0,1 0-267,4 1 255,-4-7 0,5 5 0,-7-3 0,2 2 0,2 1 9,1-3 1,2 3-90,-2-3 58,-2 2 1,5 1-1,-4-1 1,1-4 0,-1 0-23,-2 0 0,-1 0-39,-1 2 53,7-4 0,-5-1 0,3 2 1,-2-1-1,-3 2-75,1 0 0,-5-3 78,-1 5-21,1-7 0,5 9 0,-1-6 0,1 1 1,1-1-37,3-2 1,-3 2 36,4-1 35,-4 6 0,-2-7 0,1 4 0,0 0 1,-2 0-24,-4 3 1,4-2-43,-3 0 65,3-5 1,-3 4-1,-2-5 1,-1 2 0,-4-2 3,-1-1 0,3-2 162,1 1-164,5-1 1,-8 5 0,7 0 0,2-2 0,1-1-7,1-2 0,1 0 19,-1 1 31,1-1 1,-5 0 0,0 0 0,-1-1 0,-2-2 71,-7-2 1,1 1-79,-6 4-16,4 0 0,0-1 0,-3-2 0,-4-1 0,0-1 31,4-1 0,3 3 4,1-6-45,0 6 1,-4-8-1,0 5 1,2-2-1,4-1-16,3 1 0,-6-4-26,-8 3 38,3-4 1,-5 4 0,5 1-1,0 0 1,1 2-15,2 0 1,1 0-10,3 2 34,-1-4 0,5-1 1,0 1-1,-1 0 1,-2 1 265,-2-4 1,-1-2-54,-4-1-157,4 0 1,-11 0 0,3 0 0,-3-1 0,-2-2 276,0-2 0,-2-5-81,-2 6-197,2-7 0,-2 9 1,7-4-1,3 1 0,1 0 103,-1 2 1,1-3-45,-2 1-44,3 0 1,1 4-1,-1-2 1,-1-4-1,-2 1 190,1 0 0,2-1-105,6 3-101,1-4 1,1-2 0,3 2 0,5 0 0,3 1 141,1-5 1,5 5-7,1-3-183,5 7 1,-2-8-883,6 6 505,6 0-556,1 5 0,9 0 1,3 0-1,4 0 0,5 0 910,5 0 0,17-7 0,7-5 0,7 1 0,0-1 0</inkml:trace>
  <inkml:trace contextRef="#ctx0" brushRef="#br0">18441 13619 8227,'-14'-8'87,"1"1"0,2 3 0,1 0 1,1-1-1,0 0 1037,-1 0-992,1-6 1,-1 10 0,2-6 0,0 1-1,0-2 1,-1-1 346,1-1 1,-3 1-344,6-5 1,-1-1 0,3 1-1,-2 0 85,2 0 0,-4-2-139,3-3 1,-6 2 0,4-6-1,0 1 69,-1 0 1,1 3-123,1-4 1,4 4 0,-6-5-1,3 0-14,-1 2 1,0-3 24,5 6 19,-6-6 1,4 7 0,-2-4 0,2 0 0,2 0 100,0-3 0,0 3 222,0-2-323,0 0 0,2-4 1,1 1-1,3 2 0,0-1 138,1-4 1,2 7-175,-4-6 0,4 4 8,-4-4 1,1 6 0,-1-1 0,3 0 50,0 2 1,5-3-5,-4 6-77,4-6 1,1 7-1,0-4 1,2 0-1,1 2-4,2-1 29,7-4 0,-11 4 0,6-4 64,-1 1 0,-2 5 1,4-3-1,-2 2-37,-2 2 1,-2-2 22,-2 1-54,0 0 0,0 3 1,0-1-1,2-2 1,2 1 67,1 3 0,0 0-244,-5 1 159,6-6 1,2 5 0,7 0-1,-2 4 1,-2 0 9,-1-2 0,4-1 85,5-1-90,0 1 1,1 0 0,-1 0 0,0 0 0,0 1 53,0 3 1,5-2 36,-5 2-69,7 4 0,-4-7 0,7 4 0,1-4 0,2 1 89,1 2 0,7-2-49,-2 2-70,3-3 0,2 4 1,-1 1-1,-3 0 0,-1 2 36,2 0 1,0-4-94,-2 5 58,-3-6 0,-5 8 0,2-5 0,3 0 0,0 2-12,0 0 1,3-4-47,-4 5 47,5-6 0,-7 8 1,5-5-1,-1 2 0,-1 1-32,0-1 1,5 3-14,-2-7 52,3 7 1,1-3 0,-3 4-1,-2-1 1,-2-2 13,-3 2 0,3 2-20,-2 1-4,0 0 0,-9 1 0,0 2 0,3 2 1,3-2-51,4-1 1,-1 3-103,-4-1 148,6 1 1,-3-5 0,4 0 0,-1 0-1,-3 0-44,-2 0 1,-1 0-30,0 0 84,6 0 1,-1 0 0,5 0 0,-4 0 0,-2 0 76,0 0 1,6 0 13,-6 0-70,0 0 0,-6 5 0,0 0 0,-1-2 0,1-2 63,-1-1 0,1 5-54,6 0 16,-3-1 1,11 1 0,-4 0 0,1 0 0,-1-1-34,-2 1 1,-2 6 29,-4-1-81,-1-4 0,-7 7 1,-5-4-1,-5 2 0,2 0-84,5-1 116,-2-1 0,5 5 1,-5 1 1,3-1 0,3 2 1,5 1-1,-1 4 1,-2 1 1,-2-3 84,2 4-88,3 1 0,-11 4 0,3-1 0,-3-1 0,-1-3-38,-1 3 1,2 2-35,3 5 75,-3-9 0,0 9 0,-8-9 0,-1 3 1,-2 1-12,1 0 1,-4 1-18,3-1 55,-3 1 0,-2 4 0,0 0 0,1-1 1,-3-1 17,-2 2 1,1-3-31,-6 4 40,-1 2 1,-4-4 0,0 4 0,0-1 0,0-2 14,0 2 0,-1-4-68,-4 7 12,3 0 1,-9-2 0,5-3 0,0-3 0,-1 0 2,4 4 24,2-4 0,-4 0 1,0-7-1,0 1 0,-1 0 55,-3-1 1,-4 0 270,-1 0-322,-7 4 0,4-10 0,-7 6 1,-1-1-1,-2-2 110,-1 1 1,-6-1 166,1-1-292,-6-3 1,-2 9 0,-7-4 0,1-1 0,-2 3-107,-3-1 0,-4-3 181,0 4-116,-1-5 0,5 2 1,1-6-1,1 1 0,-1-1-30,-3 0 0,5 0 66,2 0-38,-4 1 0,-1-6 1,-8 1-1,-3-1 0,0 1-90,0-1 0,-5-4 86,1 4-29,-2-6 1,2 9 0,3-8 0,1 1 0,1 0 10,-1-1 0,0 1 181,-4-5-93,4 0 0,6 0 0,0 0 0,-1 0 1,-4 0 120,-4 0 1,-4 0 336,-1 0-419,0 0 0,-2-5 0,-1-1 1,-2 0-1,1 0 338,-3 2 1,-1-2-965,37 4 0,-1-1 576,0 1 0,1 0 1,-37 2-1,3 0 1,3 0-1,2 0 187,0 0 0,-5 0-113,0 0-55,7 0 1,1 0 0,5 0 0,-2 0 0,-3 0-164,-2 0 0,-1-2 72,0-3 56,0-3 1,-2-3 0,-1-1 0,-2-4 0,1 0-239,-3 0 1,5-3-173,-2 0 297,35 10 0,1-1 0,-28-4 1,1-2-1,8-1 0,5-2-786,6 2 1,4 1 153,5 2 134,10-7 0,9 10 1,10-3-1,4 1 1,5 2 591,5 2 0,1-2 0,3 6 0,-2 0 0</inkml:trace>
  <inkml:trace contextRef="#ctx0" brushRef="#br0">15228 12354 8393,'-15'0'80,"1"-2"0,0-1 0,0-3 1,0-2 334,-1-3 1,6 3-1,-1-1 1,-1-2-1,0-4 1,0-2 143,2-2 1,1-6 0,-3 1 0,3-4-254,2-5 0,-6 1 0,5-6 1,-1 0 50,3 2 0,2-5-224,-2 3 1,3-3 0,-2-2 0,2 0 127,2 1 0,2-6 140,2 1-394,-2-7 1,11 10 0,-4-3 0,4 2-1,1 3-34,0-1 1,5 0 90,0 1 0,2-1-71,-2 1 0,-4-3 0,4-2 1,-3-4 179,-2 1 0,1-1-224,-1 4 69,6 3 1,-2-13-1,4 2 1,0-6-1,0 3-64,3 4-15,2-7 0,-1 7 1,-1-9 37,0 4 1,7-1 0,-5 10 0,4-2-12,1 0 0,4-1 20,2-3 63,-3 5 1,1-4 0,-4 3-1,2-4 1,1 1 171,0 3 0,4-2-61,-1 7-169,-3-1 1,6-1-1,-3-3 1,3-1 0,2-1 44,-1 2 1,6 0-184,-1-5 128,-20 25 1,0 1 0,19-26 0,6-2 0,0 4 0,0-2-132,0-3 1,-24 27-1,1 0-659,2 2 0,0 0 780,0-3 0,-1 0 0,-1 3 0,-1-1 1,1-2-1,-1 0 0,1 1 0,-1 0 0,0 0 1,-1-1-129,-1 2 1,0 0-41,30-25 0,-6 3 0,7 5 179,0-1 0,5 4 12,-1-2 1,2 11 0,-1 3 0,6 3 11,-32 14 1,2 1-8,4 0 1,2 2 0,2-4-1,1 1 1,2 2 0,1 1 0,0 1-1,0 0 1,-1 0 0,0 0 15,-2 1 1,0 1-1,2 0 1,-1-1-687,-3 1 0,0-1 575,-3 1 0,0 1 1,29-4-1,-10 0 0,-4 1 1,-6 4-344,-9 4 1,-7 3-63,-11 2 472,3 0 0,-5 0 0,6 2 0,2 3 1,2 6-1586,1 6 1,2 7-344,-2 9 1957,3 3 0,4 9 0,2 2 0,4 3 0</inkml:trace>
  <inkml:trace contextRef="#ctx0" brushRef="#br0">22976 8018 8476,'-8'-28'-127,"-4"-1"0,2 2 0,-4 4 0,-5 5 0,-5 7 166,-2 6 0,-9 4 0,-2 1 0,0 0 0,-1 0 0,0 0 504,1 0 0,-4 0 0,3 0 1,-1 0 187,1 0 0,-1 6 0,4 5 1,-2 5-31,-2 3 1,-2 6-310,-2-1 1,1 3-237,-1 1 0,0 2 0,2 2 0,3 1 270,5-1 1,-2-2-103,2-2 1,0 5-306,5 0 1,4 5 0,2-3 0,1 1-45,4 4 1,3 6-336,4 1 400,4 1 0,1-4 1,0 3-1,2 5 0,2 4 66,1 0 1,0-3-225,0-1 123,0 0 0,-2 5 0,-1 0 0,-2-1 1,0 3-41,-1 2 1,4-1 48,-2 7-31,-4-1 1,6-1 0,-2-3 0,2-4 0,2-1-84,0 0 0,6 4 123,4 1 94,2-1 0,3-4 1,-1-1-1,0-3 1,0-2 115,0-2 0,2 0 18,3-2-181,-3-3 0,11 7 0,-5-5 0,2 1 0,-1-1 125,3-2 1,1 4-203,1-1-6,0 0 0,1-6 1,-1-1-1,1-4 1,-1 1-21,1-1 1,-1 2-46,0 5 29,1-7 1,1 5 0,1-5 0,3 2 0,-1-2-86,2-1 0,-5-6-4,3-6 85,-3 1 1,5 3 0,1-2-1,0-3 1,-3-1-105,-3-4 0,4 1 36,-1 1 134,0-4 0,0 6 0,0-7 0,0 2 0,1 1 8,-1 2 0,5 2-65,-5-2 46,6-4 1,-7 6 0,6-7-1,3 2 1,3 1 7,4 2 1,-1 0-33,-4-4 3,-1-1 0,3 0 0,0 0 0,1 0 0,-3 1-51,-4-1 1,-2 0-3,1 0 77,3 0 1,-5 1-1,5-1 1,-1 0-1,-3 0 135,3 1 0,-1-6-38,-1 1-69,3-1 0,-11 4 0,4-2 0,-4-2 0,-2 1-6,0-2 1,1 4-62,-1-2 39,1-4 1,-1 5 0,1-5 0,-1 1 0,2 1-56,3-1 0,-1-2-51,6 5 120,-7-7 0,9 8 0,-7-5 0,-1 1 1,-2-1 178,-2-3 1,-4-1 219,-1-2-327,-5 0 1,2-2-1,-5-3 1,-1-3 0,0-1-60,0-1 1,5 1 105,0-5-250,6 0 1,-1-1-1,9 1 1,5-2 0,3-1-262,2-2 0,1-2 304,4 2 238,-4-3 1,3-6 0,-9-1 0,-5-1 408,-3-3-466,-1-3 0,-4-7 388,-6 1-298,0-1 0,-11-1 1,6-2-1,-1-3 461,-4-2-517,4 6 1,-10-6-57,6 4-93,1 3 1,4-15 0,-1 5-1,-2 1 1,-3-3-72,-2 1 1,-1-3 207,-5-4-96,0 4 1,-2-2-1,-3 4 1,-4-4-1,-4-3 207,-1-5 0,-2 0-60,-3 2-71,4-4 1,-8 10 0,5-6 0,-5 0 0,0-1 187,-1 1 0,5 0-334,-5-5 82,1-1 0,9 35 0,-1-1 0,1 0 0,0 0 0,-15-36 0,3-1 117,2 0 0,-3-1-1081,15 33 1,0 0 893,-8-32 1,7 33-1,0 0 1,-7-29-1,-2 0 1,-3 1-228,-2 4 0,-5-2 245,-6 6-6,0 1 0,13 30 0,-2 0 1,-23-30-1,21 29 0,-1 2 1,-2-1-1,-1 0-21,-2 1 0,-2-1 0,-4-3 0,-2 0 44,-4 0 0,-1 1-60,-3-2 1,-2 1 0,-1 1 0,-1 1 0,-4 1 0,-1 1 0,-1 0 0,-2 1 0,-2 1 0,-2 1-268,-1 0 1,-1 2 0,-3-2-1,-1 2-1124,-1 3 1,1 1 1012,2-3 0,1 2 0,3 7 0,2 0 0,2-1 0,2-1 1,2 2-1,1 1 0,4 3 0,1 0-871,5 3 0,1 2 0,-30 0-2363,20 11 2087,6 9 1570,9 14 0,2 5 0,-2 10 0,-4 3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0:30.242"/>
    </inkml:context>
    <inkml:brush xml:id="br0">
      <inkml:brushProperty name="width" value="0.08571" units="cm"/>
      <inkml:brushProperty name="height" value="0.08571" units="cm"/>
    </inkml:brush>
  </inkml:definitions>
  <inkml:trace contextRef="#ctx0" brushRef="#br0">86 22 10557,'0'12'-17,"0"7"1,0-15 63,0 10-52,0 1 0,0 6 15,0 0 1,0 0-5,0 1 0,0-1 5,0 0 1,0 0 25,0 1 0,0-1-25,0 0 1,0 0 1,0 1 0,-2-1-25,-5 0 1,4 0 24,-4 1 1,5-1-31,2 0 1,0 0 24,0 1 0,0-1-25,0 0 0,0 0 20,0 1 1,0-1-17,0 0 1,0 0 16,0 1 1,0-1 1,0 0 1,-7 0 21,0 1 0,-1-1-25,8 0 1,0 0 62,0 1 0,0-1-54,0 0 1,0 0 39,0 1 1,0-1-33,0 0 1,0 0 49,0 1 1,0-1-41,0 0 1,0 0 31,0 1-51,0-1 1,0 0 18,0 0 0,0-6-61,0-1 79,0 0-36,0 7 1,0-7-11,0 1-4,0-11-147,0 6 165,0-10-224,0 0 202,-9 0-627,7 0 376,-8 0 1,3-3-1015,0-4 1270,0 5 0,16-74 0,3-6 0</inkml:trace>
  <inkml:trace contextRef="#ctx0" brushRef="#br0" timeOffset="2018">128 64 8016,'-14'0'-95,"0"0"1,7 0 500,-7 0-164,9 0 1,-7-2 250,5-5-8,5 5-243,-8-8-43,10 10-183,0 0 22,10-9 0,-5 6 176,9-4-126,0 5 1,7 2 25,0 0 1,1 0-117,-1 0 0,7 0 58,1 0 1,-1 0-4,-7 0 0,8 2-70,-1 5 0,7-4 111,-6 4 1,6-5-162,-7-2 1,8 0 75,-8 0 1,10 0-33,-3 0 1,-2 2 3,3 6 1,-3-6-13,2 5 0,5-5 31,-4-2 0,2 0-10,-3 0 0,5 0-4,-4 0 0,1 0 16,-1 0 0,9 0-8,-10 0 1,10 0 8,-10 0 1,3 0-4,-2 0 1,8 0-2,-8 0 1,9 0-2,-10 0 0,3 0-6,-3 0 0,6 0-2,-6 0 0,3 0-13,-3 0 1,5 0 18,-4 0 0,-3-7-7,2 0 1,-2 0 4,3 7 1,4 0-26,-5 0 1,5-2 22,3-5 1,-1 4-2,1-4 1,-1 5 7,1 2 0,-1-3 2,1-4 1,-1 5 9,1-5 1,-3 5-19,-5 2 0,6 0 37,-6 0 1,-2 0-32,2 0 0,-6 0 66,6 0 0,-9 0-46,3 0 1,1 0 3,-1 0 1,-1 7-3,-7 0 1,8 0 1,-1-7 1,3 0-41,-3 0 1,-2 0 35,9 0 1,-2 0-54,3 0 1,2 0 43,-10 0 1,7 0-83,-6 0 0,8 0 67,-1 0 0,-3 0-6,2 0 1,-6 0-2,6 0 0,-7 0-3,8 0 1,-8 0 25,8 0 0,-8 0-23,7 0 1,-6 0 15,6 0 1,-7 0-11,8 0 1,-8 0 15,8 0 0,-8 0-10,7 0 0,-9 0 1,3 0 0,1 0 26,-1 0 0,1 0 3,-1 0 1,-3 0-17,9 0 1,-7 0-7,8 0 0,-10 0-4,2 0 0,3 0 6,-3 0 1,8-7-21,-8 0 0,7 0 13,-6 7 1,6 0-3,-7 0 1,8 0-1,-8 0 1,8 0 2,-8 0 1,3 0 26,-3 0 0,-2 0-25,9 0 0,-9 0-10,3 0 0,1 0 11,-1 0 1,1 0-15,-1 0 0,-6 0 10,6 0 0,-3 0-1,2 0 0,-2 0-5,9 0 0,-6 0-3,6 0 0,-9 0-1,2 0 0,6 0 6,1 0 0,-4 0 1,-3 0 0,3 2-1,-3 5 1,3-5-3,-3 5 1,-2-4-4,9-3 1,-9 0-2,3 0 1,4 0-19,2 0 1,-2 0-5,3 0 1,-8 0 32,7 0 0,-6 7-14,6 0 1,-6 0 28,6-7 1,-9 0-28,2 0 0,-2 0 76,3 0 1,-6 0-56,6 0 0,1 0 6,-1 0 1,6 0-10,-7 0 0,8 0-7,-8 0 0,8 0-16,-8 0 1,7 0 24,-6 0 0,6 0-41,-7 0 0,8 0 33,-8 0 0,3 2-57,-3 6 0,-4-6 33,4 5 1,3-5-2,-3-2 0,3 0 14,-3 0 1,-4 0-2,4 0 0,3 3 19,-3 4 0,8-5-23,-8 5 0,7-4 57,-6-3 1,6 0-51,-7 0 1,8 0 110,-8 0 0,8 0-94,-8 0 1,7 0 96,-6 0 0,6 0-65,-7 0 1,8 0 5,-8 0 0,10 0 3,-3 0 0,3 0-4,-2 0 1,4 0-91,-5 0 0,-2 0 81,3 0 1,-1 0-93,8 0 0,-8 0 72,0 0 0,-2 0 25,3 0 0,2 0-17,-10 0 0,7 0 0,-6 0 1,6 2 13,-7 5 1,8-5 9,-8 5 0,8-4-74,-8-3 0,3 0 55,-3 0 1,-2 7-70,9 0 1,-9 0 48,3-7 1,-6 0-5,-1 0 1,6 0 16,0 0 0,1 0-1,-8 0 1,0 0 127,0 0 0,8 0-129,-1 0 1,0 0-39,-6 0 1,-1 0 53,0 0 1,7 0-78,1 0 0,2 0 35,-3 0 0,-5 0-6,6 0 0,1 0 9,-1 0 0,6 0-10,-6 0 1,6 0 41,-7 0 1,8 0-36,-8 0 0,8 0 118,-8 0 1,7 0-97,-6 0 1,8 0 30,-1 0 1,-3 0-37,2 0 1,-9 0 1,3 0 1,1 0-2,-1 0 0,6 0-4,-7 0 0,1 0-52,-8 0 1,7 0 51,1 0 0,6 0-44,-7 0 0,1 0 36,-8 0 0,3 0-11,4 0 0,-4 0 5,4 0 0,-5 0-1,-1 0 0,-1 0-13,0 0 1,0 0-2,1 0 1,1 0-5,6 0 0,-6 0-4,6 0 1,1 0-81,-1 0 0,1 0 85,-1 0 0,-6 0-81,6 0 0,1 0 64,-1 0 0,1 0-28,-1 0 0,-6 0 24,6 0 1,-6 0 0,-1 0 0,-8 0-67,0 0 9,0 0-245,-2 0 150,-3 10-499,-9-8 1,-9 7 12,-5-9 679,4 0 0,-84 10 0,41-4 0,0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0:34.027"/>
    </inkml:context>
    <inkml:brush xml:id="br0">
      <inkml:brushProperty name="width" value="0.08571" units="cm"/>
      <inkml:brushProperty name="height" value="0.08571" units="cm"/>
    </inkml:brush>
  </inkml:definitions>
  <inkml:trace contextRef="#ctx0" brushRef="#br0">64 1148 7986,'-14'-7'-1969,"0"0"2811,9 0 0,-7 7 361,5 0-361,5-10-332,-8 8-30,10-7-278,0 9 0,3 0-2,4 0 1,-3 2-111,11 5 1,-1-5 76,7 6 0,0-6-96,0-2 0,3 0 100,4 0 1,-4 2-215,4 5 1,5-4 53,3 4 1,4-5-115,2-2 0,1 7 33,-1 0 0,3 0 86,5-7 0,4 0-86,10 0 1,-7 0 103,-1 0 1,3 0-59,12 0 1,-12 0 34,5 0 0,-5 0-12,5 0 1,0 0 16,-1 0 0,1 0 1,0 0 0,-8 0-2,1 0 1,-7 0 1,6 0 1,-1 0 1,1 0 0,-1 0-1,-6 0 1,-1 0-38,8 0 0,-1 0 34,1 0 1,6 0-22,-6 0 1,6 0 1,1 0 0,1 0-4,0 0 0,-7 0 49,-1 0 1,1-2 1,7-5 1,-3 5-22,-4-5 0,2 4-7,-10 3 0,8 0 43,-7 0 1,6 0-38,-6 0 0,-1 0-10,-6 0 0,7 0-10,-1 0 1,-6 0-4,-8 0 1,0 0-42,8 0 1,7 0 18,-1 0 1,1 0-46,-8 0 0,8 0 62,-1 0 1,10 0-8,-2 0 0,-5 0-2,-2 0 1,-5 0-14,-3 0 0,1 0 14,-1 0 1,1 0-2,-1 0 0,-7 0 35,1 0 1,-1 0-31,8 0 0,-3 0-69,-5 0 0,6 3 65,-6 4 1,3-5-19,-3 5 0,5-5 13,-4-2 1,4 0-8,2 0 0,1 0 27,-1 0 1,1 0-1,-1 0 0,-2 0 0,-4 0 0,9 0 8,-10 0 1,10 0 23,-10 0 0,-1 0-36,1 0 1,-2-7 15,2 0 1,3 0-12,-9 7 0,6 0 2,-7 0 0,10 0 5,-3 0 1,-1-2-1,1-5 1,0 4 33,8-4 1,-1 5 5,1 2 0,-8 0-37,1 0 1,-3 0 4,2 0 1,5 0-31,-4 0 0,2 0 29,-3 0 1,5 0-8,-4 0 1,1 0-12,-1 0 0,2 0-6,-10 0 0,10 0-7,-3 0 1,3 0 16,-3 0 1,3 0-44,-10 0 1,3 0 39,-3 0 0,-2 0-46,10 0 0,-8 0 39,8 0 1,-8-2 10,7-6 1,1 6 6,6-5 1,-2 5 1,-4 2 1,4 0 103,-5 0 0,13 0-69,1 0 0,-6 0 41,-8 0 0,1 0-50,6 0 0,-7 0-58,1 0 0,-8 0 56,8 0 1,-8 0-15,7 0 1,-2 0 16,3 0 0,2 0-1,-10 0 0,10 0 29,-3 0 1,-2 0-45,3 0 0,-8 0 40,7 0 0,-6 0-22,6 0 0,-2 0 11,3 0 0,4 0-5,-5 0 0,-2 0-62,3 0 1,-3 0 29,2 0 1,-4 0-4,-10 0 0,7 0-58,1 0 1,1 0 63,-1 0 0,-6 0-49,6 0 0,-3 0 38,2 0 0,-4 0-24,4 0 0,-4 0 15,-3 0 1,0 0-43,0 0 1,1 0-104,-1 0-17,-9 0-655,7 0 309,-17 0-384,7 0 0,-11 0-175,-5 0 1070,-5 0 0,-66-19 0,-14-5 0</inkml:trace>
  <inkml:trace contextRef="#ctx0" brushRef="#br0" timeOffset="1242">10456 22 8032,'12'0'158,"-3"0"135,-9 0 1,3 0 194,4 0 140,-5-10-90,8 8-1,-10-7-127,0 9 332,0 0-282,0 9-377,0-7 0,0 17 27,0-5 1,0-2-103,0 2 0,0 1 43,0 6 0,0 7-78,0 1 0,-8 6-28,1-7 1,0 10 85,7-3 0,0-1-37,0 1 0,0 0 62,0 8 0,0-8-132,0 1 1,0-1 75,0 8 1,0-10-13,0-5 1,0 3 0,0-3 0,0 3 1,0-3 1,0-4-16,0 4 0,0-4 33,0-3 0,0 3-19,0 4 16,0-5 0,0 8-88,0-10 0,0 1 18,0-1 28,0-9 1,-2 4 12,-5-9 1,4 3-3,-4-3 0,3-5 62,-3 5-79,4-4 49,-6-3-35,9 0 86,-10 0-61,8 0 5,-7 0-31,9 0 1,-8-3-36,1-4 64,0 5 1,5-8-11,-5 10 0,2-2-37,-9-5 33,9 5 1,-14-8-8,5 10 0,2 0 2,-2 0 11,0-9 1,-7 6 2,0-4 1,-1 5 1,1 2 1,0 0 10,0 0 1,-8 0-19,1 0 0,-3 0 15,3 0 0,2 0-9,-10 0 0,8 0 12,-7 0 1,-1 0-6,-6 0 0,6 0 1,1 0 0,-1 2 14,-6 5 0,-1-4 1,1 4 1,-1-2-5,1 2 0,-3-5-9,-4 5 1,4-2 15,-5 2 1,-2-5-14,3 5 1,-8-4 31,7-3 0,-6 7-26,6 0 0,-7 0-19,8-7 1,-10 0 34,2 0 0,-2 0-1,2 0 1,-2 0-12,10 0 0,-10 0-1,2 0 1,-2 0-19,2 0 0,-2 0 15,10 0 0,-8 0-120,7 0 1,-6 0 69,6 0 0,1 0-304,6 0 0,1 0-166,-1 0 0,-4 0-185,4 0 0,-2 0-1131,17 0 1822,0 0 0,7 0 0,-1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0:36.381"/>
    </inkml:context>
    <inkml:brush xml:id="br0">
      <inkml:brushProperty name="width" value="0.08571" units="cm"/>
      <inkml:brushProperty name="height" value="0.08571" units="cm"/>
    </inkml:brush>
  </inkml:definitions>
  <inkml:trace contextRef="#ctx0" brushRef="#br0">744 1 7933,'-12'0'1018,"3"0"-546,9 0 1731,0 0-2059,0 9 166,0 3-280,0 9 1,0 1 3,0-1 0,0 0 50,0 0 1,0 1-23,0-1 0,0 0-102,0 0 1,0 3 106,0 4 0,0-2 5,0 10 0,0-8-83,0 7 0,0-6 82,0 6 0,0-2-46,0 3 1,-3 1 35,-4-8 1,5 2 8,-5-3 0,2-5-36,-2 6 0,5 1-5,-5-1 1,2-1 10,-2-7 0,4 1 6,-4-1 0,5-7-47,2 0 1,0 0 52,0 8 0,0-1-115,0 0 1,0-7 70,0 1 0,0-1-3,0 7 0,0-7-32,0 0-10,0 0 12,0 8 0,0-1 21,0 0 1,0-7-4,0 1 0,2-8 7,5 7-11,-4-9-18,6 13 12,1-6 1,-8 2-130,5 1-25,-4-11-78,-3 15 178,0-16-420,0 6 218,0-9-1259,0 0 728,0-9 1,0-3-959,0-10 1762,0 1 0,0-57 0,0-14 0</inkml:trace>
  <inkml:trace contextRef="#ctx0" brushRef="#br0" timeOffset="536">64 341 8022,'0'-14'214,"0"0"1,-2 9 482,-5-2-20,4 4-137,-6 3-318,9 0 1,-3 0 27,-4 0 1,5 3-150,-5 4 0,4-2 127,3 9 1,-2 0-116,-5 7 1,5 7 48,-5 1 0,4-1-163,3-7 0,0 3 19,0 4 1,0-4-108,0 4 1,0-2 88,0 3 0,3-13 45,4 5 0,2-4-120,5 4 1,5-2 65,-5-5 0,12 3-47,3-10 1,1 0 68,-1-7 1,-3 0 94,9 0 1,-7-10-34,8-4 0,-3-5 11,2-2 0,-4-7 4,-10-1 0,1-6 101,-1 7 1,-7-3-171,0 3 0,-9 4 58,2-4 0,-14-3-237,-7 3 0,-5-1 76,-2 8 0,-10 7-306,-5 0 1,-4 9 15,-2-2 1,6 5-111,1 2 1,7 0-70,-8 0 0,10 2-242,-2 5 1,7 5 792,6 9 0,15 38 0,12 10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0:38.552"/>
    </inkml:context>
    <inkml:brush xml:id="br0">
      <inkml:brushProperty name="width" value="0.08571" units="cm"/>
      <inkml:brushProperty name="height" value="0.08571" units="cm"/>
    </inkml:brush>
  </inkml:definitions>
  <inkml:trace contextRef="#ctx0" brushRef="#br0">64 405 7984,'0'-12'-56,"0"-7"290,0 17-170,0-8 65,0 10 936,0 0-861,0 10 0,0-6-142,0 10 0,0-6 30,0 6 1,0 0 9,0 7 1,-7 0-173,0 1 1,0-1 52,7 0 1,0 0-181,0 1 0,0-8 78,0 0 1,0 0-132,0 7 1,0-6 42,0-1 1,0-7-454,0 7 358,0-9 1,0 7-371,0-5 70,0-5 602,0 7 0,0-46 0,0-11 0</inkml:trace>
  <inkml:trace contextRef="#ctx0" brushRef="#br0" timeOffset="392">43 468 8039,'-12'-21'-20,"3"0"968,9 0-548,-10-1 0,8 8 199,-5 0-208,4 9 2,3-4 57,10 9-387,2 0 1,6 9 111,-3 5 0,4-2-225,-5 2 1,5 1 30,2 6 1,0 0-87,0 0 1,1 1 40,-1-1 0,0 0-53,0 0 0,1 1 54,-1-1 0,-7-2 44,0-5 1,0 2-65,8-8 0,-8 1 73,0-2 1,-7-5-11,7 6 10,-9-6 0,4-4 62,-9-6 0,7 4-56,1-10 0,-1-1 55,-7-6 1,0 0-18,0 0 1,-3-1 5,-4 1 1,5 0-5,-5 0 0,2-1 14,-2 1-62,5 0 60,-8 0-165,10-1 0,0 8-61,0 0 1,-2 9-695,-5-2 204,4 5 240,-6 11 1,9 3-403,0 9 1,0-6 829,0-1 0,0 57 0,0 21 0</inkml:trace>
  <inkml:trace contextRef="#ctx0" brushRef="#br0" timeOffset="1092">447 638 7500,'-12'0'263,"2"-9"0,8 7 372,-5-5-174,5-5-22,-8 9 51,10-6-458,0 9 0,2-2 27,6-6 1,-4 6-191,10-5 84,1 5 1,6 2 105,0 0 1,0 0-232,1 0 0,-1-7 74,0-1 1,0 1-245,1 7 265,-1-9 0,0 4 44,0-9 1,-2 7 32,-5-7 0,3 7 12,-10-7 1,7 6 29,-7-6 1,0 7-64,-7-7 146,10 9-94,-8-14 100,-2 17-110,-12-7 1,-9 9 61,0 0 0,7 2-26,0 5 0,2-2 0,-2 9 0,-3-7-7,10 7 0,-7 0 36,7 8-3,-10-1 1,15 0 12,-5 0-39,4 1 39,3-1-163,0 0 1,3-2 34,4-5 1,5-4-159,9-10 1,0 0 120,0 0 1,3 0 49,4 0 0,-4 0-78,4 0 1,-4-10 44,-3-4 0,0-5 9,1-2 1,-1 0-5,0-1 1,-2 1 55,-5 0 1,3-7-43,-10-1 0,7-1 98,-7 1 0,0 6 1,-7-6 0,0 6-74,0 1 0,0 1 279,0 0-151,0 9 93,0 3-142,-9 9 100,6 0 0,-6 9-16,9 5 1,0 5 39,0 2 0,-7 8-74,0-1 1,0 0 26,7-6 1,0 1-29,0 6 0,0-6-14,0 6 0,0-6-109,0-2 1,0 1 22,0-1-173,0 0 0,0 0-201,0 1-482,0-11-512,0 8 585,0-16 258,0 6 1,0-11 28,0-5 0,0 2-173,0-9 649,0 9 0,0-70 0,0-8 0</inkml:trace>
  <inkml:trace contextRef="#ctx0" brushRef="#br0" timeOffset="2568">914 468 8039,'-12'0'-142,"3"0"1,7-2 782,-6-5-104,6 5-45,-7-8-136,9 10-28,0 0-285,0-9 54,0 6 1,9-6-67,5 9 1,5 0 11,2 0 0,1 0-173,-1 0 0,0 0 6,0 0 0,-6 0 10,-1 0 1,0 0 171,7 0 1,-7 0 37,1 0 139,-1 0 0,5 2-62,-5 5 1,-2-2 44,-5 9 0,-5-7-111,5 7 1,-5-6 153,-2 6 1,3 0-136,4 7 0,-5-7 160,5 0-199,-4 1 0,-3 6-161,0 0 1,0-7-58,0 0 1,0-6-6,0 6 1,0-10 0,0 8-84,0-5-219,0-4-14,0 6 203,0-9 0,0-9 179,0-5 1,2 2 2,5-2 1,-5 6 178,6-6-159,3 0 172,1-7 1,2 7-102,1 0 0,-8 9 231,7-2 1,-7 4-49,7 3 0,-7 0 58,7 0 0,-7 0 175,8 0-195,-11 10-336,15 2 135,-7 9 1,2-2-116,0-5 0,-9-2 81,2-5 1,-2-5-469,2 5-6,-5-4-68,8-3 442,-1 0 0,-6-3-116,4-4 230,-5-5 1,-2-9-63,0 0 1,0 7 163,0 0 1,0 6 16,0-6-11,0 0 1,-2 0-73,-5 0 45,4 9-113,-6-4 0,9 6-184,0-4-122,0 5 186,0-8-163,9 10 236,3 0 1,2 0 12,0 0 37,0 0 0,1 0 121,-1 0 0,-7 0-24,7 0 108,-9 0 0,11 3 49,-9 4 1,3-5 89,-3 5-252,-5 5 1,8-7 117,-10 9-139,0 0 2,0 7-162,0 1 0,7-1 49,0 0 0,2-7-184,-2 0 0,-2-9-29,9 2 0,0 3 93,8-3 0,-1 0 64,0-7 0,0 7 11,1 0 1,-1 0 64,0-7 0,-2-2-18,-5-5 0,5-3 109,-5-4 0,-4-5-85,-3 5 131,5-5 1,-10-2-121,5 0 0,-14-1 6,-7 1 0,-5 0 14,-2 0 0,-3 6-15,-4 1 0,4 10 3,-4-4 0,4 6 16,3 2 1,0 0-1,-1 0 0,1 0-14,0 0 3,9 10 0,3-6-29,9 10 1,0-6 27,0 6 1,9-10-128,5 4 1,5-4 69,2 3 1,8-4-61,-1 4 0,8-5 68,-8-2 1,7 0-13,-6 0 0,1 0 69,-1 0 0,-6 0 1,6 0 1,-6 0 460,-2 0-316,1 0 0,-1 0 170,0 0 1,-7 0-72,1 0 0,-11 2-37,3 6 0,-2-4-92,2 10 1,-4-6 172,4 6-211,-5 0 1,0 5-166,5-5-70,-4 5 1,9-10 54,-5 5 1,-5-2-360,5-5 80,5-4 88,0 6 110,9-9 90,0-9 0,-2-3 59,-5-9 0,3 4-8,-10-4 1,7 4 35,-7-11 1,0 4-45,-7 3 1,0-7 43,0-1 0,0-6-29,0 7 0,0-3 13,0 3 0,0 11-10,0-4 0,0 4-2,0-4 1,-2 9 30,-5 5 11,4 5 350,-6 2-242,9 9 1,0 3 137,0 9 0,0 3-63,0 4 1,0-4 8,0 4 1,0-4-41,0-3 0,0 0-42,0 1 1,0-1-37,0 0 0,0 0-151,0 1 1,0-8-413,0 0 242,0 0-397,0-2 252,0 7-306,9-17 393,3-2 1,10-12 134,-1-9 1,0 0 38,0 0 1,-2-1 148,-5 1 0,5 0 74,-5 0 1,3-1-2,-3 1 387,5 9-188,-7-7-228,0 17 1,-5-7-44,-14 9 1,2 0-4,-9 0 0,0 7-34,-8 0 0,1 9-20,0-2 0,7 5-67,-1 3 0,8-8 80,-7 0-12,9 0 1,-4 7 4,9 1 1,0-8 46,0 0 0,2-7-54,5 7 0,-2-9-2,9 2 1,-7 2-242,8-1-95,-1-1 1,7-7-316,0 0 1,-7 0 49,1 0 622,-11-10 0,15-30 0,-7-17 0</inkml:trace>
  <inkml:trace contextRef="#ctx0" brushRef="#br0" timeOffset="3165">3018 65 6946,'0'-12'2323,"0"-7"-1306,0 17-359,0-17-166,0 16 125,0-6-126,0 9-272,0 0 12,0 9 1,0 3-168,0 9 1,0 3 38,0 4 0,0-4-115,0 4 1,0 3 64,0-3 0,0 10 21,0-3 0,0-1-101,0 1 0,0-2 67,0 2 0,0 6-7,0-6 1,0-2 37,0 2 1,0-6-94,0 6 0,0-6 25,0 6 0,0-9-14,0 2 1,0-2 45,0 3 0,0-6-9,0 6 1,0-6-94,0-2 0,0 1 88,0-1 1,7 0-69,0 0 1,0 1 49,-7-1 0,0 0-23,0 0 0,0 1 25,0-1 0,0 0-15,0 0 1,0-6 7,0-1 1,3 0-2,4 7 0,-5-7-16,5 1 0,-4-8-2,-3 7 1,0-7 4,0 7 0,0-7 2,0 7 14,0-9 1,0 7-18,0-5 14,0-5 1,0 10 2,0-5 4,0-4-5,9 6 1,-7-7 5,5 5-160,-4-4 1,-1 6 23,5-9-280,-4 0 194,6 0-1230,-9 0-188,0 0-242,0-9 1877,10-3 0,1-57 0,11-11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0:52.184"/>
    </inkml:context>
    <inkml:brush xml:id="br0">
      <inkml:brushProperty name="width" value="0.08571" units="cm"/>
      <inkml:brushProperty name="height" value="0.08571" units="cm"/>
      <inkml:brushProperty name="color" value="#E71224"/>
    </inkml:brush>
  </inkml:definitions>
  <inkml:trace contextRef="#ctx0" brushRef="#br0">43 447 7821,'0'-12'700,"-10"-7"-314,8 17-294,-8-17 266,10 17-283,0-17 1,-7 14 11,0-9 0,0 7 10,7-7 0,0 7-82,0-8 1,0 8 48,0-7 1,0 7-90,0-7 0,0 7 112,0-7 1,0 7-129,0-8 0,3 11 172,4-3-192,-5-5 92,7 10 1,-6-15 34,4 10 106,-5 0-138,17 7 1,-14 0 68,9 0 1,-7 0-58,7 0 0,-2 2-60,2 5 1,5-4 69,-5 4 0,-2 2-102,2-2 1,0 0 65,8-7 1,-1 7 9,0 0 0,10 1-17,2 1 0,0-7 34,-5 5 1,-4-2-31,-3 2 1,0-4 34,1 4 0,-8-5 13,0-2-24,0 0 0,7 0 26,1 0-21,-1 0-42,10 0 1,-8 0-8,6 0 1,-6 0 27,-1 0 1,-1 0-7,0 0 0,0 0-25,1 0 1,-1 0 24,0 0 0,0-7-42,1 0 0,-1 0 35,0 7 1,0 0 48,1 0 0,6 0-53,0 0 1,1 0-1,-8 0 0,0 0-14,0 0 1,8-3 17,-1-4 1,3 5-30,-3-5 0,-4 5 30,4 2 1,3 0-32,-3 0 1,7-3 22,-6-4 1,1 5-26,-1-5 1,-6 4 2,6 3 0,-6 0 0,-1 0 1,-1 0-96,0 0 0,7-2 98,1-5 1,-1 5-44,-7-6 0,1 6 27,-1 2 1,0 0 42,0 0 0,1-7-43,-1 0 1,0 0 74,0 7-53,1 0 1,-1-3 7,0-4 1,-7 5 28,0-5 0,-6 5-29,6 2 23,-10 0-23,15 0 0,-14 0 5,9 0 0,-7 0-5,7 0 0,-9-3 35,2-4-22,5 5 1,-7-10 17,9 5 54,-9 4 1,11-8-60,-9 4 2,0 4 0,0-9 17,1 5-24,-1 5 0,-5-10 39,5 5-32,-5 5 1,8-10-9,-10 5-5,0 4 55,0-6-37,0 0 157,0 6-161,0-6 0,-2 9-79,-6 0 107,6 0 273,-7 0-215,9 0-48,-10 9 0,8-4 26,-5 9 0,4-7-41,3 7 1,0-7-19,0 8 0,0-8 95,0 7-125,0-9 1,0 13 52,0-3 1,3-4-137,4 4 1,-5-8 84,5 7 0,3-7-4,-3 7-50,9-9 0,-4 11 55,9-9 0,-6 8-89,-1-8 1,0 0 76,7-7 1,0 2-98,1 5 0,-1-4 83,0 4 0,3-5-138,4-2 1,-4 0 94,4 0 1,-4 0-10,-3 0 1,0 0 60,0 0 1,1 0-45,-1 0 0,0 0 113,0 0 1,-6 0-104,-1 0 1,0 0 108,7 0 0,0 0-74,1 0 1,-1-2 120,0-5-81,0 4 1,1-6 1,-1 9 1,0 0-20,0 0 0,1 0-5,-1 0 0,0 0-1,0 0 1,1 0 2,-1 0 0,0-7-23,0 0 0,1 0 22,-1 7 0,0 0-37,0 0 1,1 0-13,-1 0 0,0 0-9,0 0 0,8 0 8,-1 0 0,0 0 25,-6 0 0,-1 0-55,0 0 1,8 0 46,-1 0 0,0-3 25,-7-4 0,1 5-35,-1-5 1,0 4 68,0 3 0,1 0-32,-1 0 0,0 0 19,0 0-15,1 0 0,-1 0-12,0 0 0,1 0 34,-1 0-29,0 0 0,0 0 1,1 0 0,-1 0-2,0 0 0,0 0 14,1 0 1,-1 0 0,0 0 1,0 0 2,1 0 0,-1 0-15,0 0 4,0 0 1,1 0-32,-1 0 0,0 0 29,0 0 1,-7 0-174,1 0 156,-1 0 0,7 0-23,0 0 30,1 0-3,-1 0 10,0 0 0,-2 3-25,-5 4 43,5-5 1,-14 8-21,9-10 0,-7 0-92,7 0 84,-9 0-130,14 0 131,-7 0 1,2 0-5,0 0 1,-7 0-127,7 0 89,-9 0-6,14 0 5,-7 0 76,9 0 0,-7 0 20,0 0-16,-9 0 0,7 0 197,-5 0-135,-5 0 64,8 0-121,-10 0 1,2 2 241,5 5-187,-5-5 1,8 10 120,-10-5 23,0-4-113,0 16 0,0-8-47,0 11 0,0-8 9,0 0 0,-3-2-142,-4 2 1,5 5 134,-5-5 0,5-2-90,2 2 0,-8-7 66,1 7 1,0-7-291,7 7 103,0-9 0,-2 7-424,-5-5-1171,5-5 809,-8 8-1142,10-10 2062,0 0 0,-28-38 0,-8-9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0:53.275"/>
    </inkml:context>
    <inkml:brush xml:id="br0">
      <inkml:brushProperty name="width" value="0.08571" units="cm"/>
      <inkml:brushProperty name="height" value="0.08571" units="cm"/>
      <inkml:brushProperty name="color" value="#E71224"/>
    </inkml:brush>
  </inkml:definitions>
  <inkml:trace contextRef="#ctx0" brushRef="#br0">149 129 8008,'0'-22'-272,"0"1"0,7 7 280,0 0 1,0 7 171,-7-8 1,0 8 327,0-7-37,0 9-82,0-4-204,0 9 0,-2 0-24,-5 0 0,2 0-138,-9 0 0,7 7-36,-8 0 1,8 7 87,-7-7 1,2 10-138,-2-3 0,-5 3 96,5-3 0,5 5-114,2-5 1,-3-2 7,3 2 87,0 0-18,7 7 1,0 1 1,0-1-7,0-9 0,9 4 24,6-9 1,4 7 37,2-7 1,0 3-35,0-3 1,1-5 86,-1 5 1,0 3-66,0-3 1,-7 2 50,1-2-59,-1-4-19,7 16 0,-9-15-75,-5 11 126,-5-11-113,-2 15 1,-2-14 61,-5 9 1,-5-9-50,-9 2 0,7-2 60,-1 2 0,1-5 33,-7 5 39,0-4-42,0-3 1,6 0 81,1 0-78,9 0-60,-4-10 0,9-2 38,0-9 1,9 7-52,6 0 1,4 0 39,2-8 0,0-1-6,0-6 1,1 6-15,-1-6 0,0 6-3,0 2 0,1-8-27,-1 1 1,-7 0 35,0 6 1,-9 1-148,2 0 0,-5 7 85,-2-1 1,-2 8-326,-5-7 0,-5 9-29,-9-2 0,-8 5-149,1 2 0,-7 7 133,6 0 1,1 7 418,7-7 0,-10 48 0,-2 4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0:53.816"/>
    </inkml:context>
    <inkml:brush xml:id="br0">
      <inkml:brushProperty name="width" value="0.08571" units="cm"/>
      <inkml:brushProperty name="height" value="0.08571" units="cm"/>
      <inkml:brushProperty name="color" value="#E71224"/>
    </inkml:brush>
  </inkml:definitions>
  <inkml:trace contextRef="#ctx0" brushRef="#br0">43 22 8111,'-12'0'-214,"0"0"259,5 0 101,4 0 160,-6 0 2,9 0-208,0 0 152,9 0-300,3 0 1,10 0 104,-1 0-247,0 0 0,0 0-90,1 0 0,-8 0-638,0 0 918,0 0 0,17-10 0,2-1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0:55.009"/>
    </inkml:context>
    <inkml:brush xml:id="br0">
      <inkml:brushProperty name="width" value="0.08571" units="cm"/>
      <inkml:brushProperty name="height" value="0.08571" units="cm"/>
      <inkml:brushProperty name="color" value="#E71224"/>
    </inkml:brush>
  </inkml:definitions>
  <inkml:trace contextRef="#ctx0" brushRef="#br0">0 64 7902,'0'-21'419,"0"0"-55,0 9 141,0 3-294,0 9 463,0 0-501,10 9 1,-8 3-100,5 9 0,-4 0 37,-3 1 0,0 6-107,0 0 1,0 1-5,0-8 1,0 0 127,0 1 0,0 1-303,0 5 113,0-4 1,0 7-199,0-10-60,0 0 92,0 1 1,0-8 160,0 0 0,2-9-105,5 2 90,-5-5 1,10-4 9,-5-5 1,-2-5 128,9-9 0,-2 6-110,2 1 1,5 0 195,-5-7 1,5 2 37,2 5 1,-6-3 279,-1 10-318,0-9 1,7 13 104,0-4 0,-6 5-100,-1 2 0,-7 2-17,7 5 0,-9-2-105,2 9 88,-5 0 1,-2 8-193,0-1 1,-2 0-105,-5 0 0,-5-7-103,-9 1 0,-1-4-131,1 4 0,0 1 127,0-9 1,-1 0 72,1-7 1,0 7-87,0 0 247,-1 1 1,1-11-117,0-4 0,7 2 244,0-9 1,9 7 214,-2-7 160,4 9 40,3-14-309,0 17-6,0-7 0,3 9-64,4 0 0,-2 0-28,9 0 1,-7 0 2,7 0 0,-7 0-107,7 0 24,0 9 1,8-7-153,-1 5 0,0-2 92,0 2 1,1-4-191,-1 4 0,0-5 4,0-2 1,1 0 122,-1 0 1,7-7 68,1 0 0,-1-7-52,-7 7 1,0-10 136,1 3 1,-1 2-44,0-2 0,-7 2 169,0-2 1,-9-5-66,2 5 346,5 4 17,-10-8-342,8 15 146,-10-6-167,0 9 0,0 2 118,0 5 1,0-2-57,0 9-75,0 0 1,0 8-32,0-1 0,0-7-108,0 0 0,2-7-75,5 7 1,-2-7 62,9 8 1,0-11-58,8 3 0,-1-4 61,0-3 1,-7 0-138,0 0 1,1 0 45,6 0 0,0-3 80,0-4 1,1 3 145,-1-11 1,-7 1-137,0-7 1,-7 0 157,7 0 1,-9-1-127,2 1 0,-4 0 99,-3 0 1,0-1-59,0 1 0,0-7 263,0-1-111,0 1-69,0 7 1,-3 2-68,-4 5 6,5 4 301,-8 10-239,10 10 0,0 4 43,0 14 1,0-4-70,0 4 1,-7-2 133,0 2 0,0-4-155,7 4 0,0-2 9,0 3 1,0-6-9,0 6 1,0-6-108,0-1 1,0-1-66,0 0 0,0-7 100,0 0 0,0-7-415,0 8 123,10-11 129,1 6 0,11-10 30,-1 0 1,-7-3-85,0-4 1,0-4 271,8-11 1,-1 1-140,0 0 0,0 0 177,1-1 1,1 1-98,6 0 0,-6 0 207,6-1 1,-6 8-61,-2 0 0,3 9 46,4-2 0,-11 5 164,4 2-44,-4 0 0,2 2-77,-5 5 1,-5 5 101,-9 9 0,0 1-174,0-1 1,-2-2 15,-5-5 1,2 5-261,-9-5 0,2-2 93,-2 2 1,-5-7-330,5 7-41,-5-9 1,-2 4-265,-1-9 0,1 0 95,0 0 1,7 0-357,0 0 1,7-2 914,-8-5 0,11-52 0,-6-21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0:55.185"/>
    </inkml:context>
    <inkml:brush xml:id="br0">
      <inkml:brushProperty name="width" value="0.08571" units="cm"/>
      <inkml:brushProperty name="height" value="0.08571" units="cm"/>
      <inkml:brushProperty name="color" value="#E71224"/>
    </inkml:brush>
  </inkml:definitions>
  <inkml:trace contextRef="#ctx0" brushRef="#br0">43 107 8111,'-15'-12'757,"1"5"-44,10-5-326,-6 10-164,10-7 0,0 6-197,0-4 0,10 5 141,4-5 1,12 4-539,2 3 0,10-7 255,-3 0 0,5 0-757,3 7 1,-3-7 872,-5 0 0,25 0 0,-4 7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0:57.419"/>
    </inkml:context>
    <inkml:brush xml:id="br0">
      <inkml:brushProperty name="width" value="0.08571" units="cm"/>
      <inkml:brushProperty name="height" value="0.08571" units="cm"/>
      <inkml:brushProperty name="color" value="#E71224"/>
    </inkml:brush>
  </inkml:definitions>
  <inkml:trace contextRef="#ctx0" brushRef="#br0">85 405 6015,'-11'0'1820,"-1"0"-1371,5 0-199,4 0 1,-9-7-28,5-1 1,5-1 75,-5 2 188,5 5-454,-8-17 0,8 7 108,-5-9 1,4 6-140,3 1 1,0 0 31,0-7 1,0 0-115,0-1 1,0 1-121,0 0 195,0 0 1,3-1 80,4 1 0,-5 7 8,5 0 8,-4 9-51,6-4 1,-4 9 317,9 0-147,-9 0-167,14 0 1,-15 7-6,10 0 0,-6 7 0,6-7-53,0 10 0,7-8 74,0 5 1,1 3-188,-1-10 1,2 0 90,6-7 1,-6 2-100,6 5 0,1-4 64,-1 4 0,6-5 52,-6-2 1,1 0 8,-1 0 0,1 0 7,6 0 1,-3 0 3,-5 0 1,-4 0-25,4 0 1,3 0 57,-3 0 1,7-2-37,-6-5 1,-1 4 16,-7-4 0,8 5-14,-1 2 0,3 0-22,-3 0 0,-4-7 28,4 0 1,3 0 0,-3 7 1,3 0 7,-3 0 1,-4 0-19,4 0 1,-2 0 66,2 0 0,-4 0-57,4 0 1,-4 0-8,-3 0 1,0 0 12,1 0 0,-1 0-30,0 0 1,3 0-20,4 0 0,-2 0-8,10 0 0,-8 0 24,7 0 1,-6-3 11,6-4 1,-7 5-3,8-5 1,-10 4-10,2 3 1,-4 0 27,-3 0 0,0 0-11,0 0 3,1 0 0,-1 0-48,0 0 4,-9 0-29,7-9 60,-7 7 0,7-10-83,-5 5 71,5 4 0,-10-9 47,5 5-62,5 5 138,-16-17 0,8 17 89,-4-5-121,-4 4 1,6 1-33,-9-5 26,0 5-12,0-8 36,0 10-86,0 0 31,-9 0 121,6 0 13,-6 0 11,9 0 27,0 0-323,0-9 104,0 6-27,0-6 71,0 9 435,0 0-440,0 9-33,0-6 1,0 8 15,0-3-41,0-6 0,2 17 39,5-5 0,-4-2-52,4 2 0,-2-7 43,2 7 0,-3-2-5,11 2 0,-8 5-41,7-5 1,0-2 38,7 2 0,1-7-103,-1 7 0,0-2 92,0 2 0,1-2-178,-1-5 0,7-4 94,0 4 0,3-3-56,-3 4 0,-2-6 71,10 5 1,-3-5-11,2-2 1,3 0 115,-10 0 1,8 0-57,-8 0 1,8 0 62,-8 0 1,0 0-78,-6 0 0,-1 0 161,0 0 1,0 0-65,1 0 1,-1 0 12,0 0 1,0 0-7,1 0 0,-1 0 12,0 0 0,7 0-98,1 0 1,6 0 51,-7 0 0,8 0-70,-8 0 1,10 0 66,-3 0 0,3 0-98,-2 0 0,4 0 86,-5 0 0,-2 0-10,3 0 0,-3 0 16,2 0 1,3 0 6,-10 0 0,10 0 17,-3 0 0,3 0-31,-2 0 0,1 0 10,-8 0 1,6 0 1,-6 0 1,8 0-44,-1 0 0,2 0 28,-3 0 1,5 0-6,-4 0 1,-3 0 26,2 0 1,-2 0-1,2 0 0,3-2 103,-9-5 1,6 5-111,-7-6 0,3 6-7,-3 2 0,-4 0 19,4 0 0,-4 0-20,-3 0 0,0 0-30,1 0 1,1 0-8,6 0 1,-10 0-15,9 0 0,-9 0-18,9 0 1,-2 0 53,2 0 0,-4 0-9,4 0 1,-4 0 52,-3 0 1,0 0-51,1 0 0,-1 0 42,0 0 1,0 0-1,1 0 0,-1 0 12,0 0 0,0 0-24,1 0 0,-1 0 4,0 0 1,0 0-23,1 0 1,6 0 15,0 0 0,1 0-25,-8 0 1,7 0 19,1 0 1,-1 0-13,-7 0 1,1 0 4,-1 0 1,0 0-2,0 0 0,-7 0 94,1 0 12,-11 10-10,15-8 1,-14 7-54,9-9 11,-9 0 0,7 3 15,-5 4-59,-5-5 93,8 8-53,-1-10 1,-7 2 111,5 5 204,-4-5-107,-3 17 0,0-14 25,0 9-129,0 0 0,2 1 83,5-1-210,-4 0 0,6 0 16,-9 0 0,0-7-250,0 7-129,0-9-526,0 5-866,0-1 779,0-7-1072,0 8 2022,-9-10 0,-79-28 0,30 10 0,1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0:58.235"/>
    </inkml:context>
    <inkml:brush xml:id="br0">
      <inkml:brushProperty name="width" value="0.08571" units="cm"/>
      <inkml:brushProperty name="height" value="0.08571" units="cm"/>
      <inkml:brushProperty name="color" value="#E71224"/>
    </inkml:brush>
  </inkml:definitions>
  <inkml:trace contextRef="#ctx0" brushRef="#br0">22 128 8000,'0'-12'-431,"0"1"685,0 4-24,0 4 1,-7-9 6,-1 5 130,1 5-205,7-17 0,7 14-27,1-9 0,6 7 65,-7-7 1,9 9-149,-1-2 1,-4 5 69,3 2 0,-6 0-153,6 0 97,0 0 1,5 2-72,-5 5 0,-2-2 12,-5 9 1,-5 0 19,5 8 1,-4-1-115,-3 0 0,0 0 88,0 1 0,0-1-86,0 0 1,-3 0 108,-4 1 1,-5-1-73,-9 0 1,2 0 49,5 1 0,-5-4 13,5-3 1,2 3 79,-2-3 17,9-6 205,-4 10-289,9-17 1,12 8 124,9-10 0,10 0-94,11 0 0,3 0 103,5 0 0,-6 0-81,6 0 1,-5 0-117,-3 0 0,-6-7 45,-1 0-275,-9 0 134,5 7-239,-19 0-309,-3 0 1,-11-8 276,-5 1 0,-5 0 402,-9 7 0,-29-9 0,-7-3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0:58.910"/>
    </inkml:context>
    <inkml:brush xml:id="br0">
      <inkml:brushProperty name="width" value="0.08571" units="cm"/>
      <inkml:brushProperty name="height" value="0.08571" units="cm"/>
      <inkml:brushProperty name="color" value="#E71224"/>
    </inkml:brush>
  </inkml:definitions>
  <inkml:trace contextRef="#ctx0" brushRef="#br0">234 107 8064,'0'-21'0,"0"-1"577,0 1-111,0 9 278,0-6-170,0 15-322,0-6 1,0 11-63,0 5 0,-2-2 49,-5 9 1,4-7-204,-4 7 0,-2 0 109,2 8 0,-8-1-257,8 0 1,-7 1 100,7-1 0,-9 0-132,1 0 1,4 1-2,-4-1 1,4 0 12,-4 0 1,-1-7 96,9 1-23,-10-1-179,5 7 203,1-9 110,1 7-93,10-17 0,12 8 176,9-10 0,1 0-96,6 0 0,3 0 44,-3 0 1,3-3-83,-3-4 1,-4 5 6,4-5 0,-5 4-34,-1 3 0,-3-2-155,-5-5 1,5 4-506,-5-4 254,-5 5-361,1 2 31,-10 0 74,0 0 449,0-9 1,-3 4 52,-4-9 77,5 9-190,-8-14 828,10 7-322,0-9 292,0 0 0,0 7 307,0-1 128,0 11-309,0-6 83,0 10 329,0 0-1034,0 10 1,0 2 130,0 9 0,0-5-172,0 6 0,0-11-44,0 18 1,0-10-26,0 9 1,0-4 44,0-3 1,0 0 63,0 0 1,0 1-57,0-1 1,0 0 126,0 0-304,0 1 240,0-1-304,0 0-85,0-9-314,0-3-77,0-9-600,0 0 10,0-9 614,0-3 722,0-9 0,0-29 0,0-6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1:00.262"/>
    </inkml:context>
    <inkml:brush xml:id="br0">
      <inkml:brushProperty name="width" value="0.08571" units="cm"/>
      <inkml:brushProperty name="height" value="0.08571" units="cm"/>
      <inkml:brushProperty name="color" value="#E71224"/>
    </inkml:brush>
  </inkml:definitions>
  <inkml:trace contextRef="#ctx0" brushRef="#br0">65 86 8096,'0'-14'-2176,"0"-1"3353,0 11-228,0-15-149,0 16-75,0-15-253,0 15 60,0-6-60,0 9 606,0 0-907,0 9 1,0 3 5,0 9 0,0 1-98,0-1 0,0 0-130,0 0 0,0 8 71,0-1 0,0 0-102,0-6 0,0-1 45,0 0 0,0 0-20,0 1 1,0-8 50,0 0-366,0 0 30,0 7 198,0-9-43,0 7-34,0-17 1,0-2 143,0-14 1,7 2 2,0-2 0,7 0 110,-7-7 0,7 7-109,-7-1 1,10 4 170,-3-4 1,5 4-18,2 4 1,-7 4 110,1-4 0,-1 5-36,7 2 107,0 0 0,-2 2-64,-5 5-124,5 5 1,-16 9-63,4 1 1,-5-8 82,-2 0 1,0 0-201,0 7 1,-7-7-10,0 1 0,-10-8-140,3 7 1,-12-9-69,-2 2 1,0 2 106,6-2 0,-1 0 140,-6-7-28,6 0 1,-8 0 78,10 0-214,-1 0 425,1 0-20,9 0 224,3 0 100,9 0-289,9 0-129,3 0 0,9 0-14,1 0 0,-1 7-49,0 0 1,1 1 65,-1-8 0,0 0-235,0 0 1,1 0-44,-1 0 1,7 0-73,0 0 1,1-8 49,-8 1 0,0-7 101,1 7 0,-1-9 102,0 1 0,-2 4-173,-5-4 197,5 1 1,-10-7-95,6 0 1,-4 7 351,-4-1 41,-4 11 107,6-15-79,-9 16-244,0-6 152,0 9 1,0 2-54,0 5 0,0-2 226,0 9-300,0 1 1,0 6-88,0 0 1,0-7 32,0 0 1,3-7-121,4 8 0,2-8-113,5 7 0,5-7 73,-5 7 0,1-9-148,6 2 0,-12-5 56,13-2 0,-6 0 43,5 0 1,1 0 63,-1 0 1,0-7 66,0 0 1,-2-9-28,-5 1 0,3-3 102,-10-4 0,7 1 27,-7 0 1,0 0-72,-7-1 1,0-6 56,0 0 0,0-8-66,0 8 0,0-8 17,0 8 0,0-7-13,0 6 0,0 8 54,0 7-58,0 9-2,0-4 210,0 9 0,0 9-119,0 5 1,-7 5 109,0 3 0,0 1-88,7 5 0,0-4 42,0 4 1,0 3-64,0-3 0,0 3 2,0-3 0,0-4-8,0 4 0,0-4-45,0-3 1,0 1-100,0-1 1,0-7 93,0 0-267,10 0 180,1-2-372,11 7 266,-1-17 7,0 8 0,0-20 3,1-4 0,-8 2 15,0-2 1,-7 0 76,7-7 0,-7 0-47,7-1 1,1 1 151,6 0 0,0 0-78,0-1 0,1 8 163,-1 0 0,0 2-105,0-2 1,1 2 243,-1 5-123,0 5 1,0-8 72,1 10 1,-8 3-3,0 4 1,-9 5-65,2 9 0,-5-7 3,-2 0 1,0 0-52,0 8 0,0-1-143,0 0 1,-9-2 77,-6-5 1,4 3-81,-3-10 1,-1 7-258,-6-7-65,0 0 0,0 0-316,-1 0 1,1 0-219,0-7-689,0 0 1043,-1-9 0,3 4-758,5-9 1295,5 9 0,9-42 0,0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1:00.453"/>
    </inkml:context>
    <inkml:brush xml:id="br0">
      <inkml:brushProperty name="width" value="0.08571" units="cm"/>
      <inkml:brushProperty name="height" value="0.08571" units="cm"/>
      <inkml:brushProperty name="color" value="#E71224"/>
    </inkml:brush>
  </inkml:definitions>
  <inkml:trace contextRef="#ctx0" brushRef="#br0">86 85 8097,'-15'0'0,"1"0"0,7 0 393,-7 0 1,7-2 243,-7-5 14,9 4-148,-4-6-229,9 9 0,9-2-38,5-5 0,7 4-462,8-4 0,1 2 48,6-2 0,2 5-150,-10-5 1,7 5 327,-6 2 0,18-10 0,-2-2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1:00.612"/>
    </inkml:context>
    <inkml:brush xml:id="br0">
      <inkml:brushProperty name="width" value="0.08571" units="cm"/>
      <inkml:brushProperty name="height" value="0.08571" units="cm"/>
      <inkml:brushProperty name="color" value="#E71224"/>
    </inkml:brush>
  </inkml:definitions>
  <inkml:trace contextRef="#ctx0" brushRef="#br0">106 97 8097,'-21'0'0,"0"-2"942,0-5 0,6 4 494,1-4-603,9-5 0,-4 8-468,9-11 1,0 8-177,0-7 0,2 7-2009,5-7 1820,5 9 0,38 15 0,7 13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1:09.816"/>
    </inkml:context>
    <inkml:brush xml:id="br0">
      <inkml:brushProperty name="width" value="0.08571" units="cm"/>
      <inkml:brushProperty name="height" value="0.08571" units="cm"/>
      <inkml:brushProperty name="color" value="#E71224"/>
    </inkml:brush>
  </inkml:definitions>
  <inkml:trace contextRef="#ctx0" brushRef="#br0">0 107 7838,'12'-15'-1310,"-5"1"1045,-5 10 1,1-13 905,4 10 1,-5-3 406,5 3-637,-4 5 1,-3-10-156,0 5 0,2 5 228,5-5-266,-5 4 252,8 3-304,-10 0-46,0 0-179,0 10 1,-3 2 116,-4 9 0,5 0-99,-5 0 0,5 1-18,2-1 1,0 0 109,0 0 0,0 8-46,0-1 0,0 0 39,0-6 1,0 1-2,0 6 1,0-6-10,0 5 0,0-4 35,0-3-56,0 1 0,0-1 14,0 0 31,0-9 0,0 0 13,0-5-7,0-5-31,0 8 0,0-13-182,0-4 1,0 2-96,0-9 0,0 7-695,0-7-219,0 0 1158,0-7 0,0-20 0,0-3 0</inkml:trace>
  <inkml:trace contextRef="#ctx0" brushRef="#br0" timeOffset="1033">361 447 6542,'-9'11'1409,"7"-1"-483,-8-10-380,10 9 141,0-6-117,0 16-483,0-17 0,0 10 344,0-5-390,0-5-73,10 8-121,-8-1 251,17-7-164,-17 8-128,17-10 165,-17 0 0,10 0-5,-5 0 55,-4-10 1,6 6-320,-9-10 106,0 9 1,0-7-470,0 5 396,0 5 0,0-10-419,0 5-552,-9 4 1236,6-6 0,-25 9 0,4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1:12.240"/>
    </inkml:context>
    <inkml:brush xml:id="br0">
      <inkml:brushProperty name="width" value="0.08571" units="cm"/>
      <inkml:brushProperty name="height" value="0.08571" units="cm"/>
      <inkml:brushProperty name="color" value="#E71224"/>
    </inkml:brush>
  </inkml:definitions>
  <inkml:trace contextRef="#ctx0" brushRef="#br0">22 170 7840,'0'-12'-194,"0"3"319,0 9 196,0-10 1,-2 8 227,-5-5-273,4 5 0,-6-1-31,9-4 221,0 5-369,0-8 216,0 10 166,0 0-468,0 10 0,0-6-102,0 11 0,0 1 33,0 13 1,0-3 84,0 9 1,0-7-52,0 8 1,7-8 57,0 7 1,0-6-147,-7 6 1,2-6 118,6 6 0,-4-9-91,10 2 0,-6-11 77,6-3 0,-7-2-4,7 2 1,-7 2 234,7-8-223,0-1 0,8-10 163,-1-4 1,-2-5-88,-5-9 0,5 0 3,-5 0 0,5-3-21,2-4 1,-7 4 49,0-4 1,-9-3-104,2 3 1,-4-3-5,-3 3 0,0 2-298,0-10 1,0 8 105,0-7 0,-10 9-313,-4-3 0,-7 6 178,-8 1 1,6 3-146,-5 5 1,2 5 68,-3 9 0,6 0-611,-6 0 1012,6 0 0,11 66 0,2 17 0</inkml:trace>
  <inkml:trace contextRef="#ctx0" brushRef="#br0" timeOffset="219">511 128 7851,'12'0'-1820,"-3"0"1820,-9 0 0,0 28 0,0 7 0</inkml:trace>
  <inkml:trace contextRef="#ctx0" brushRef="#br0" timeOffset="661">532 531 7877,'12'0'-1035,"-3"0"1872,-9 0-479,0 0 0,10 0 0,2 0 0</inkml:trace>
  <inkml:trace contextRef="#ctx0" brushRef="#br0" timeOffset="1118">766 234 7849,'-12'-21'736,"-7"-1"1,17 8-44,-5 0-153,4 9-162,3-4 86,0 9-283,0 0-123,0 9 1,0 3-52,0 9 1,3-4-28,4 4 0,-5-4-52,5 11 0,-4-4 78,-3-3 1,2 7-58,5 1 1,-4-1 65,4-7 1,2 3-90,-2 4 1,3-4 58,-3 4 0,2-11-37,5-3 0,5-2 47,-5 2 1,-2 2-5,2-9 1,0 0 30,8-7 0,-1 0-28,0 0 0,0-2 179,1-5 0,-1-7-95,0-15 1,0 6 62,1-6 1,-3-1-92,-5 1 1,-5-1-76,-9 1 1,7-1 27,0-6 0,0-4-120,-7 5 1,-7 4-178,0 3 0,-9-3 118,2 3 1,-12 6-390,-3 8 0,1 10 185,7-4 1,-8 6-442,1 2 1,0 2 820,6 6 0,1 69 0,11-25 0,-1 0 0</inkml:trace>
  <inkml:trace contextRef="#ctx0" brushRef="#br0" timeOffset="1337">1297 489 7890,'12'0'1993,"7"0"-1247,-17 0-93,8 0-222,-10 0-874,0 0 440,0-10-1854,0 8 1143,0-7 714,0 9 0,0 0 0,0 0 0</inkml:trace>
  <inkml:trace contextRef="#ctx0" brushRef="#br0" timeOffset="1769">1701 149 7852,'0'-21'105,"0"-1"1,0 1 177,0 0 0,0 7 473,0-1-211,0 1 215,0 3-188,0 1-424,0 10 0,0 2 16,0 6 1,-2 3-105,-5 11 1,4-1 32,-4 0 1,2 7-118,-2 1 0,5 1-6,-5-1 1,5-3 66,2 9 0,0-9-119,0 2 0,0-4 10,0-3 0,0 1-11,0-1 0,7 0 72,0 0 1,9-6-1,-2-1 1,5-10 56,3 3 1,1-4 81,5-3 1,-4-3 31,4-4 1,3-4-123,-3-11 0,1 1 166,-8 0 0,0-3-72,1-4 0,-8 2-93,0-9 1,-9 6 68,2-6 1,-5 2-329,-2-3 0,-9-2-107,-6 10 0,-11 0-140,-2 7 0,-3 2 163,3 5 0,-3 4-145,-4 10 1,-3 0-620,10 0 1,-8 10 1067,8 4 0,-19 52 0,2 14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1:17.067"/>
    </inkml:context>
    <inkml:brush xml:id="br0">
      <inkml:brushProperty name="width" value="0.08571" units="cm"/>
      <inkml:brushProperty name="height" value="0.08571" units="cm"/>
      <inkml:brushProperty name="color" value="#E71224"/>
    </inkml:brush>
  </inkml:definitions>
  <inkml:trace contextRef="#ctx0" brushRef="#br0">1 235 7842,'12'-10'6,"-3"5"0,-9-9 379,0 10 114,0-15-26,0 16-50,0-16 40,0 17-289,0-7 287,0 9-250,0 0-224,0 9 1,0 3 48,0 9 0,2 0-105,6 1 0,-6-1 41,5 0 0,-5 0 66,-2 1 1,0 6-53,0 0 1,0 1 71,0-8 0,0 3-192,0 4 116,0-5 1,0 8-45,0-10 0,0 1-54,0-1-296,0-9-136,0 7 146,0-17-303,0 7 214,0-9 491,0 0 0,10-47 0,2-12 0</inkml:trace>
  <inkml:trace contextRef="#ctx0" brushRef="#br0" timeOffset="536">298 213 7888,'0'-21'63,"0"7"166,0 0 0,0 7 300,0-7-98,0-1-262,10-6 1,-5 7 11,9 0 0,-7 9-129,7-2 0,-7 5-43,7 2 41,0 0 1,8 0 23,-1 0 60,0 9 0,-2 3-189,-5 9 0,3 0 80,-10 1 0,0-1-40,-7 0 1,7 7 13,0 1 0,0 2-3,-7-3 1,-9-5 17,-5 6 1,2 1-96,-2-1 0,-1-1-67,-6-7 0,0-2 48,0-5 0,-1 3-9,1-10 0,0 7 68,0-7 0,-1 0-334,1-7 329,0 0 1,2-2-56,5-5 146,4-5 1,10-9-75,0 0 161,10-1 0,2 4-48,9 3 0,0 6 69,0 9 0,8 0-70,-1 0 0,0 0 148,-6 0 1,-1 2 9,0 5 1,-7 3 36,0 4 1,-2 5-93,2-5 0,5 5-52,-5 2 1,-4 0-158,-3 1 0,-2-3 110,2-5 1,-5 5-192,5-5 170,-4-5-647,-3 10-59,0-17-320,0 8-1059,0-10 1093,-10-10 926,8-1 0,11-39 0,15-7 0</inkml:trace>
  <inkml:trace contextRef="#ctx0" brushRef="#br0" timeOffset="1451">851 213 7881,'-10'-11'-1879,"8"-1"2040,-5 5-20,5 4 1,2-8 42,0 3-53,0 6 0,-3-7 164,-4 9 146,5 0-240,-8 0 87,10 0-30,0 0 107,-9 0-66,7 0 20,-8 0-194,10 0 0,-2 0 145,-5 0-286,4 0 158,-6 0-166,9 0 109,0 0-47,9 0-27,3 0 0,9 0 33,1 0-21,-1 0 1,0 0 14,0 0 0,1 0 39,-1 0-15,0 0-46,0 0 81,1 0-53,-1 0 1,-7 0 2,0 0 11,-9 0-121,4 0 116,-9 0 198,0 0-175,0 9 2,-9-7-30,7 8 1,-8-8-36,10 5 0,-2-4 59,-5 4-73,4-5 29,-6 8 0,9-6 63,0 10 0,-2-9 73,-6 2-78,6 5 0,-7 0 42,9 9-52,0 0 1,0 1-91,0-1 1,-7 0 71,-1 0 1,1 1-68,7-1 0,-2 0 57,-5 0 0,5 1-118,-5-1 0,4 0 53,3 0-20,-9 1 14,6-1-7,-6 0 8,9 0 1,-2-9 17,-6-5-599,6-4 396,-7-3 1,9-3-561,0-4 0,0 3 14,0-11 1,0 8 752,0-7 0,19-28 0,4-15 0</inkml:trace>
  <inkml:trace contextRef="#ctx0" brushRef="#br0" timeOffset="1752">1233 511 10024,'-11'0'1650,"1"0"-1177,10 0-638,0 0 224,0 9-517,0-6-18,0 6-277,0-9 439,0 0-60,10 0-67,-8 0 205,7 0-304,1 0 368,-8 0 1,8-2-762,-10-5 933,0 4 0,-19 3 0,-5 12 0</inkml:trace>
  <inkml:trace contextRef="#ctx0" brushRef="#br0" timeOffset="2354">1680 256 7838,'-12'-10'-1289,"0"6"966,5-10 1,5 6 2003,-5-6-1128,-5 10 1,7-13-140,-9 10 1,7 0 80,-7 7 1,9-10-303,-5 8 0,10-10-82,0 5 86,0 5 296,0-8-584,10 1 0,2 7 65,9-5 0,0-3-91,0 3-7,1 0 0,-1 7 110,0 0 1,-2 2 80,-5 5 1,3-2 75,-10 9-84,9 0 0,-13 15-15,4-1 0,-5 0-17,-2-6 1,0 6 28,0 0 0,-2 3-102,-5-3 1,-5-4 44,-9 4 1,7-4-108,-1-3 1,1 5 57,-7-5 0,0 5-121,-1-11 0,4-4 10,3 4 1,-3-11 108,3 3 1,4-4-301,-4-3 272,11 0 1,-6-10 95,10-4-51,0-5 1,3-2 109,4 0 1,-3 7-56,11-1 1,-1 8 130,7-7 1,-7 9 0,0-2 1,0 5 28,8 2 70,-1 0 0,0 7-108,0 0 1,-2 10 83,-4-3 0,1 5-124,-9 2 0,3-7-24,-3 0 1,-5 0-61,5 8 1,3-1-176,-3 0 0,0-7-304,-7 1 190,0-11-954,0 15 471,0-17-228,0 8 1,0-12 980,0-6 0,-10-41 0,-2-20 0</inkml:trace>
  <inkml:trace contextRef="#ctx0" brushRef="#br0" timeOffset="2718">2062 235 7885,'0'-15'-204,"0"1"912,0 10 1,0-8 282,0 5-482,0 4-51,0-6 247,0 9-358,0 0-245,0 9 0,0 3 154,0 9-296,0 1 0,0-1-373,0 0 300,0 0-143,0 1 165,0-1 1,0-7-282,0 0 55,0-9 246,10 4 0,1-6 67,11 4 0,-8-5 119,0 5 0,0-4 50,8-3 0,-1 0-102,0 0 1,-7 0 68,0 0 0,1 0-22,6 0 284,0 9-264,0 3 0,-9 9 74,-5 0-148,5 1 0,-10-1-116,5 0-227,-14 0 1,-4-2 145,-11-5 1,1 3-566,0-10 479,0 10 0,-1-15-1707,1 5 1934,0-5 0,-19-30 0,-5-7 0</inkml:trace>
  <inkml:trace contextRef="#ctx0" brushRef="#br0" timeOffset="2918">2041 298 7895,'0'-14'-228,"0"0"1,0 7 882,0-7 0,7 7-206,0-7 1,0 6-174,-7-6 1,3 10-34,4-3 1,-3-3 94,11 3 0,-1 0-167,7 7 1,0 0-143,1 0 1,-1 0-133,0 0 1,0 0-333,1 0 1,-1 0-514,0 0 0,5 2 164,-5 5 784,5-4 0,-5 25 0,13-4 0</inkml:trace>
  <inkml:trace contextRef="#ctx0" brushRef="#br0" timeOffset="3509">2806 192 7864,'21'-12'665,"1"-7"-118,-1 8 291,-9-1-278,7 2 26,-17 10-90,7 0-287,-9 0 7,0 0-271,-9 0-332,-3 0 337,-9 10 0,0-8-505,-1 5 409,1-4 0,0-3-32,0 0 0,-1 0 91,1 0 0,7 0 57,0 0 1,2 2 30,-2 5 258,-5-5-112,7 8 0,-2-10-29,0 0 245,9 0-156,-14 0-11,17 9-44,-8-6-26,10 16-86,0-8 0,0 4-11,0-1 1,0-7-8,0 7 0,0-7-82,0 7 0,0-7-92,0 7 194,0-9-207,0 14 168,0-17 0,3 15-135,4-10 0,-5 0 57,17-7 1,-7 0 31,9 0 0,-7 0-59,0 0 132,1 0 1,6 0-64,0 0 1,0 0 196,1 0 0,-8 0-112,0 0 0,0 7 69,7 0 1,-7 7 2,1-6 0,-8 6 115,7-7 1,-9 9-132,2-1 1,-5-4 23,-2 4 0,0-1-124,0 7 0,-2-7 85,-5 0 1,-5-2-241,-9 2 1,-1 3-16,1-10 13,0 9 1,0-11-186,-1 9 0,8-9-242,0 2 1,7-5-1497,-7-2 1091,9 0 981,-4 0 0,37-28 0,7-7 0</inkml:trace>
  <inkml:trace contextRef="#ctx0" brushRef="#br0" timeOffset="3676">3125 596 11081,'0'-12'-1193,"0"3"473,0 9 720,0 0 0,-10-19 0,-1-5 0</inkml:trace>
  <inkml:trace contextRef="#ctx0" brushRef="#br0" timeOffset="4178">3359 213 7852,'0'-21'207,"0"7"5,0 0 0,7 7 157,0-7 1,0 6 142,-7-6-198,9 10 1,-4-13 190,9 10-314,-9 0 0,14 5-150,-5-6 0,-2 6 231,2-5-306,0 5 1,7 2 45,1 0 0,-8 0-102,0 0 1,-2 2 37,2 5 0,2-2-3,-8 9 1,1-2 86,-2 2 0,-5 5-7,6-5 1,-6 12-49,-2 2 1,0 1 58,0-8 1,-7 7-84,0 1 0,-7-1 77,6-7 0,-8 0-156,2 1 1,-5-3 78,-2-5 0,6 2-87,1-9 0,0 3 6,-7-3-22,0-5-88,-1 8 177,1-10 0,9-10 114,5-4 1,5 2-111,2-2 1,0 7 140,0-7 1,9 2-68,5-2 1,-2 4 144,2 10 1,1 0 177,6 0-152,0 0 1,0 0 122,1 0-34,-1 10 0,0 2-21,0 9 0,-6 0-71,-1 0 0,-7-6-213,7-1 1,-9 0 110,2 7 0,-5-7-408,-2 1 1,2-8-198,6 7-158,-6-10-1022,7 15 679,-9-16-311,0 6 1334,0-9 0,-19-28 0,-4-8 0</inkml:trace>
  <inkml:trace contextRef="#ctx0" brushRef="#br0" timeOffset="4602">3890 171 7865,'0'-21'1726,"0"-1"-1174,0 1 158,0 9-147,0 3-89,0 9-253,-10 0 1,8 9-49,-5 6-110,5 3 0,-5 4-104,-1-1 1,1 0 1,7 0 1,0 1 82,0-1 0,0 0-173,0 0 0,0-6-68,0-1 15,0 0 1,3 5 31,4-5 0,-5-2 61,5-5 0,-2-5 59,2 5 23,-5-4 1,17-3-21,-4 0 1,-4 0-7,3 0 1,-6-7 68,6-1 0,0-1-71,7 2 110,0 5 0,1-15-71,-1 10 177,0 0 1,0 7-44,1 0 0,-8 7 280,0 0-279,-9 10 0,11-6-56,-9 11 0,0-8-53,-7 0 0,-2 0 79,-5 7 0,2-2-802,-9-5 529,0 5 0,-7-9-852,-1 4 0,1 3 147,0-10 1,7 0 868,0-7 0,-38-19 0,-17-5 0</inkml:trace>
  <inkml:trace contextRef="#ctx0" brushRef="#br0" timeOffset="4803">3869 235 7874,'11'-22'404,"8"1"1,-9 0-18,4 0 0,-2 6 56,-5 1 0,-2 7-65,9-7 0,-7 9 162,7-2-363,0-5-261,7 10 1,-6-7-221,-1 9 339,0 0 1,0 2-904,0 5 0,-7-2-63,7 9 931,-9-9 0,33 23 0,-3-4 0</inkml:trace>
  <inkml:trace contextRef="#ctx0" brushRef="#br0" timeOffset="5535">4421 150 7869,'10'-12'1575,"-8"2"-1037,7 1 133,1 7-136,-8-8-257,8 10 187,-10 0-461,0 0-134,9 0-3,-7 0 1,10 0-276,-5 0 159,-4 0 114,16 0 79,-17 0 69,17 0 18,-17 0 0,10 0 240,-5 0-163,-5 0 57,8 0 1,-10 3 118,0 4-159,0-5-8,0 7 0,0-6 56,0 4-284,-10-5 258,8 8-274,-17-10 15,17 0 54,-17 0-27,17 0 90,-17 0 0,14 2-93,-9 5 73,9-5-66,-14 8 76,17-10-1,-17 0-26,17 0-3,-17 0 56,16 0-39,-16 9 23,17-6-9,-7 6 0,6-9 58,-4 0-57,5 0 0,-8 3 213,10 4-122,0-5-32,-9 17 1,7-14-3,-5 9 1,4-7-25,3 7 0,0-7 15,0 7 1,0-7 32,0 7-110,0-9 30,0 14 1,3-14-29,4 9-18,-5-9-12,17 4 3,-7-9 0,9 0 53,0 0 0,-7 0-41,1 0 1,-1 0 28,7 0 1,-7 0-46,0 0 1,0 0 104,8 0 0,-1 0 6,0 0 0,-7 0 10,1 0 0,-8 3 125,7 4 1,-9-3 47,2 10 1,-5 1-76,-2 6 0,0-7-13,0 0 0,0 0-35,0 8 1,-9-8-103,-6 0 0,-4-2-67,-2 2 0,0 3-260,0-10 0,-1 0-46,1-7 0,0 2-284,0 5 0,-1-5-361,1 6 1,7-6-147,0-2-483,9 0 1639,-4 0 0,28-28 0,4-8 0</inkml:trace>
  <inkml:trace contextRef="#ctx0" brushRef="#br0" timeOffset="5727">4867 596 12454,'-11'0'-2853,"1"0"2853,10 0 0,10-10 0,1-1 0</inkml:trace>
  <inkml:trace contextRef="#ctx0" brushRef="#br0" timeOffset="6146">5059 235 7854,'0'-22'-1687,"0"1"1927,0 0 0,0 0 822,0-1 0,0 8-162,0 0-334,9 9-399,3-14 0,9 17 53,0-5 1,1 5-121,-1 2 1,0 0-33,0 0 1,1 0-156,-1 0 1,0 7 115,0 0 0,-6 9-316,-1-1 271,0 3 1,5 4 69,-5-1 1,-4 3 2,-10 4 1,0-5-11,0 6 1,-8-6 26,1-1 1,-9-1-13,2 0 0,-5 0 2,-2 1 0,6-1 46,1 0 0,0 0-16,-7 1 1,2-8-52,5 0 0,2-7 106,5 7 54,4-9-61,-6 14-154,9-17 1,9 8 39,6-10 1,3 0-6,4 0 0,-1 0-84,0 0-1,0-7-190,1 0 0,-3-3-371,-5 3 1,5 5-124,-5-5-1152,5 4 1898,2-6 0,-9-22 0,-3-14 0</inkml:trace>
  <inkml:trace contextRef="#ctx0" brushRef="#br0" timeOffset="6777">5739 171 7869,'2'-21'0,"5"-1"0,-2 1 1448,9 0-389,-9 0 52,4-1-331,-9 11 224,0-8-363,0 16-306,0-6-73,0 9-400,0 0-92,0 9 0,-2-4 188,-5 9-710,4-9 528,-15 4 0,8-6-381,-4 4 351,-5-5 1,7 8 130,-9-10 1,7 0-16,0 0 58,9 0 179,-14 0 0,14 0-120,-9 0 403,9 0-112,-4 0 79,0 0-43,6 0-72,-6 0-151,9 0 1,0 2 59,0 5-51,0-5 0,0 10 74,0-5-243,0 5 103,0 9 0,-7 1-168,0-1 69,0 0 0,7 0-18,0 1 50,0-1 0,0 0-248,0 0 75,0-9 167,9 7 1,-4-17 48,9 6-48,0-6 0,7-2 147,1 0-94,-1 0 0,0-2 7,0-6 0,1 6-14,-1-5 1,-2 2 4,-5-2 0,5 5 162,-5-5 0,-2 4-19,2 3 33,0 0 1,-2 3-81,-5 4 1,2-2 65,-2 9 1,1-7-147,-8 7 0,-3-2-2,-4 2 0,-2 5 24,-6-5 1,-3-2-16,3 2 1,-3-2-483,-4 2 0,3-2 197,5-5 1,-5-5-1389,5 5 689,5 5-1110,-10-10 735,16 8 581,-6-10 750,9 0 0,94-66 0,-34 24 0,-1 1 0</inkml:trace>
  <inkml:trace contextRef="#ctx0" brushRef="#br0" timeOffset="7383">6313 150 7884,'0'-12'1283,"9"-7"-836,-7 17 0,8-10 315,-10 5 21,0 4-164,-10-6-389,-1 9 1,-11 0-39,1 0-17,0 0 1,0 7-259,-1 0 127,1 0 1,0-7-586,0 0 409,-1 0 1,1 0-98,0 0 0,7 0-89,-1 0 147,11 0 147,-15 0-61,17 0 346,-8 0-216,10 10 0,0-6 116,0 10 1,0-6 21,0 6-48,0-10-128,0 15 1,0-14 0,0 9 32,10-9-30,-8 14 0,10-14-217,-5 9 219,-5-10-51,17 15 1,-17-14 17,5 9-48,5-9 52,-9 14 0,13-14-16,-9 9 31,0-10-8,3 15 0,-6-16 7,11 4 0,-8-2-13,7 2 26,-9-5 1,14 7-19,-5-9 0,-3 0 20,4 0 0,-8 0 82,7 0-43,0 0 0,7 0 29,1 0 0,-8 0 119,0 0 0,-7 0 11,7 0 1,-9 3-103,2 4 0,2-2 162,-1 9 1,-1 0-44,-7 7 1,0-7 21,0 1 0,-10-1-112,-4 7 0,-5 0-93,-2 0 0,0-2 0,-1-5 0,-6 3-187,0-10 0,-8 7-51,8-7 1,-8 0 95,8-7 0,-3 0-676,3 0 1,5 0-80,-6 0-1447,6 0 417,1 0 294,10-9 1589,3-3 0,28-28 0,5-5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1:15.976"/>
    </inkml:context>
    <inkml:brush xml:id="br0">
      <inkml:brushProperty name="width" value="0.08571" units="cm"/>
      <inkml:brushProperty name="height" value="0.08571" units="cm"/>
      <inkml:brushProperty name="color" value="#E71224"/>
    </inkml:brush>
  </inkml:definitions>
  <inkml:trace contextRef="#ctx0" brushRef="#br0">256 128 7841,'9'-21'13,"-4"6"5,9 1 321,-9 0-2,4-7 0,-2 7 146,0-1 187,0 11-120,-7-6-236,0 10 46,0 0-105,-9 0-186,7 10 1,-8 2 73,10 9 0,0 2-144,0 6 0,0-6 11,0 6 0,0 1-89,0-1 0,0 1 98,0-1 1,0-3-104,0 9 1,0-9 47,0 2 1,0-4 43,0-3 1,0 1-186,0-1 1,0 0 103,0 0 0,0-6-192,0-1 231,0-10 1,2 6 22,6-10 0,-4 0-37,10 0 0,-6-3 39,6-4 1,-7-4-13,7-11 0,-7 1 3,7 0 1,-7 2 116,7 5-117,-9-5 54,14 7-52,-17-9 36,17 9-27,-16 3 1,8 9 132,-3 0 0,-6 9-55,5 5 1,2-2-34,-1 2 1,6-7 50,-7 7 12,9 1-59,-4 6 0,9-7 0,1 0 1,-8-9 253,0 2-195,-9-5-83,14-2 0,-15-2 42,10-5 14,-9-5-80,5-9 0,-13 0-125,-4-1 1,2 11-256,-9 3 0,7-1 155,-7 2 1,7-7-482,-7 7 1,0 0 237,-8 7 1,8 0-273,0 0 1,0 0 745,-7 0 0,-38 9 0,-10 3 0</inkml:trace>
  <inkml:trace contextRef="#ctx0" brushRef="#br0" timeOffset="235">64 255 7893,'-19'-2'-1978,"5"-5"3807,-5 5-656,17-8-770,-7 10 0,11-2-125,5-5 1,12 4 19,9-4 0,12 5-138,3 2 1,2 0-108,11 0 0,-8-7-43,1 0 0,-4 0 164,-2 7 0,-8-3-424,0-4 0,-9 5 136,3-5 1,-13 4-984,-2 3 542,-9 0-230,5 0 0,-20 0 785,-4 0 0,-51 12 0,-21 5 0,-7 0 0,-1 1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1:29.090"/>
    </inkml:context>
    <inkml:brush xml:id="br0">
      <inkml:brushProperty name="width" value="0.08571" units="cm"/>
      <inkml:brushProperty name="height" value="0.08571" units="cm"/>
    </inkml:brush>
  </inkml:definitions>
  <inkml:trace contextRef="#ctx0" brushRef="#br0">21 43 8068,'0'-12'-374,"0"3"767,0 9 19,0 0-6,0-9 30,0 6-301,0-6 146,0 9 859,0 0-1162,0 9 0,0 3 0,0 9 0,0-7 57,0 1 1,0-1-20,0 7 0,0-4 34,0 4 1,0-12-44,0 13 1,0-6 39,0 5 1,0 1-13,0-1 0,0 0 20,0 0 1,0 1 6,0-1 0,0 0 9,0 0 1,0 1-23,0-1 1,0 0-39,0 0 34,0 1 1,0-1-68,0 0 1,0 0 127,0 1-62,-9-1 1,7 0-7,-5 0 1,4 1 5,3-1 1,0 0 39,0 0 1,0-7-45,0 1 0,0-1-25,0 7 0,0 0 32,0 1 0,0-8-157,0 0 148,0 0 1,3 5-152,4-5 117,-5-4-10,7-1 123,-9-7-107,0 8-241,0-10 242,0 0-368,0-10 0,0 6-147,0-10-1073,0 9 278,0-14 1299,0 7 0,38-75 0,-14 35 0,-1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1:32.608"/>
    </inkml:context>
    <inkml:brush xml:id="br0">
      <inkml:brushProperty name="width" value="0.08571" units="cm"/>
      <inkml:brushProperty name="height" value="0.08571" units="cm"/>
    </inkml:brush>
  </inkml:definitions>
  <inkml:trace contextRef="#ctx0" brushRef="#br0">43 64 8148,'-12'-9'-165,"1"6"248,4-4 0,4 3 131,-4-3 80,5 4-43,2-6 114,0 9 49,0 0-341,9 0 1,-4 0 117,9 0 0,-7 0-160,7 0 59,0 0 1,8 0-91,-1 0 1,0 0-11,0 0 0,8 7 34,-1 0 0,3 0 40,-3-7 0,-2 0-13,10 0 0,-1 7-129,7 0 1,-6 0 128,-1-7 0,-2 0-99,3 0 1,2 0 81,-10 0 1,7 0-97,-6 0 1,1 0 82,-1 0 0,-6 0-65,6 0 0,-3 0 35,2 0 0,-2 0 11,9 0 0,-6 0-16,6 0 0,-7 0 14,8 0 1,-1 0 40,8 0 1,-1 0-40,1 0 0,-1 0 69,1 0 0,6 0-58,1 0 1,0 0 62,-8 0 0,1 0-57,-1 0 0,1 0 0,-1 0 1,1 0 46,-1 0 0,-6 0-33,-1 0 1,-7 0 49,8 0 1,-3-2-50,2-5 1,5 4 11,-4-4 1,-3 5-7,2 2 0,1 0-42,6 0 1,-6 0-8,-1 0 1,0 0-8,8 0 0,-3 0-58,-5 0 0,6 0 78,-6 0 1,3 0-91,-3 0 1,-2 2 71,-4 5 1,1-4-3,6 4 1,4-5 5,-5-2 0,3 0 0,-3 0 1,6 0-13,-6 0 1,5 0 9,3 0 0,-1 0 15,1 0 0,-1 0-7,1 0 1,-1 0 14,1 0 0,-3 0-19,-5 0 0,3 0 18,-10 0 0,10 0-9,-2 0 1,-3 0 1,2 0 1,-7 3 19,8 4 1,-1-5-23,8 5 1,-8-4-1,1-3 0,-1 0 2,8 0 1,-1 0-7,1 0 1,-1 0 5,1 0 0,-1-8-7,1 1 1,-1 0 3,1 7 0,-1 0-1,1 0 0,-1 0 16,1 0 0,4 0-14,-5 0 1,5 0-2,-11 0 1,-3 0 2,2 0 1,-2 0-17,3 0 0,-3 0 15,-5 0 0,-2 0-6,10 0 0,-8 0 8,7 0 0,-6 0-1,6 0 1,-6 0 31,6 0 0,-2 0-33,2 0 0,6 0 9,-6 0 1,-2 0-5,2 0 1,6 0 22,1 0 1,5 0-23,-11 0 1,2 0 1,-3 0 1,5 0-9,-5 0 1,-1 0-2,1 0 0,-9 0 29,2 0 0,3 0-21,-3 0 1,8 0-4,-8 0 1,3 0 3,-3 0 0,3 0-22,4 0 1,-2 0 9,-4 0 1,-3 0-1,9 0 0,-2 0 1,2 0 0,6 0-3,-6 0 0,-2 0 35,3 0 0,-8 0-29,7 0 1,-6 0-2,6 0 1,-7 0 3,8 0 0,-8 0-26,8 0 1,-8 0 26,7 0 0,-6 0-14,6 0 0,-2 0 7,3 0 0,4 0-3,-5 0 1,-2 0 1,3 0 0,-3 0-1,2 0 1,3 0 4,-10 0 0,10 0-3,-3 0 0,-2 0 2,3 0 1,-8 3-2,8 4 1,-8-5-1,7 5 0,-6-4 0,6-3 0,-2 0 0,3 0 0,4 0 0,-5 0 0,3 0 0,-3 0 0,5 0 41,-4 0 0,-3 0-38,2 0 1,-2 0 61,3 0 0,2 0-52,-10 0 1,7 7-20,-6 0 1,6 0 5,-7-7 1,1 0-2,-8 0 0,3 0-61,4 0 0,-4 0 65,4 0 1,-4 0-41,-3 0 1,2 0 27,6 0 0,-6 0 4,6 0 0,-6 0 3,-1 0 0,1 0 2,6 0 0,-6 7 9,5 0 0,-4 0 4,-3-7 0,8 0 12,-1 0 1,7 0-23,-6 0 0,1 0-2,-1 0 1,-3 0 3,9 0 1,-6 0-6,6 0 0,-7 0-3,8 0 1,-8 0-2,7 0 0,-6 0 2,6 0 1,-6-7-3,6 0 1,-7 0 1,8 7 1,-8 0 0,7 0 0,-6 0 1,6 0 1,-6-7-1,6 0 0,-2 0 0,2 7 0,3 0 0,-9 0 1,6-8-1,-7 1 0,8 0 19,-8 7 1,3 0 1,-3 0 1,-4-7-23,4 0 1,3 0 5,-3 7 0,0 0-49,-6 0 0,6-7 46,0 0 1,3 0-27,-3 7 0,-4 0 21,4 0 0,3-7-4,-3 0 1,1 0 3,-8 7 1,0 0-6,0 0 26,1 0-23,-1 0 0,0 0-59,0 0 0,1 0 59,-1 0 1,-7 0-46,0 0 0,0 0-15,8 0 25,-1 0 1,0 0 32,1 0 1,-8 0-4,0 0 0,-7 0 59,7 0-88,0 0 8,8 0 21,-1 0 1,0 0-27,0 0 1,-7 0 9,1 0-8,-11 0 33,15 0-1,-16 0 0,8 0 252,-4 0-162,-4 0 0,6 0-57,-9 0 523,0 0-472,-9 0 8,6 0-31,-6 0-23,9 0 1,0 2 131,0 5-122,0-5 1,-2 15 173,-5-10-126,4 9 9,-6-4 1,6 10-41,-4-1 0,5 0-1,-5 0 0,2 1 15,-2-1 1,5 0 4,-5 0 0,4 1 19,3-1 0,0 7-28,0 0 0,0 1-71,0-8 1,0 0 62,0 1 0,0 6-80,0 0 0,0 1 79,0-8 0,3 0-6,4 0 1,-5 1 27,5-1 0,-4 7-5,-3 0 1,0 3-17,0-2 1,0-6-8,0 5 1,0 3-25,0-2 1,0 6 29,0-7 1,0 3-118,0-3 1,0-2 74,0 10 1,0-10-16,0 2 0,0 3-25,0-3 1,0 0-26,0-6 1,0-1 4,0 0 1,0 0 43,0 1 1,2-1-45,5 0 34,-5 0 1,10 1 111,-5-1-82,-4 0-10,6 0 1,-9 1 27,0-1 1,0-7 5,0 0 1,0-7-62,0 7 57,0-9-69,0 14 1,0-14 57,0 9-87,0-9 67,-9 4-33,6 1 2,-6-8 4,-1 7 48,8-9 1,-10 0 46,5 0-21,5 0-35,-17 0-76,7 0 0,-7-2 17,5-5 1,-5 5-7,5-5 1,2 4-6,-2 3 1,0-7-15,-7 0 0,-8 0-32,1 7 1,-10-2-15,3-6 0,-6 6-31,-1-5 1,-1 5 78,1 2 1,-8 0-115,1 0 1,-10 0 100,2 0 1,5 0-49,3 0 1,-3 0 32,2 0 0,-7 0 7,8 0 0,-8 0 149,8 0 1,-1 0-153,7 0 0,-9 0 142,-4 0 1,4 0-65,2 0 1,-2 0 81,3 0 1,-10-7-52,2-1 0,3 1 12,-3 7 1,0 0-81,-6 0 0,-8-7-5,0 0 0,0 0-161,7 7 0,-6 0-42,-1 0 1,-7 0 26,7 0 1,-7 0 141,7 0 0,0 0-8,8 0 1,-8 0-16,0 0 0,0 0 143,7 0 1,1 0-55,-1 0 1,-7 0-9,0 0 1,0 0 53,8 0 1,-4 0-2,-3 0 1,1 0-6,-9 0 1,10 0-41,-3 0 1,2-2 37,-1-5 1,3 4-35,-3-4 1,11 5 61,2 2 1,3 0-54,-3 0 0,-2 0 3,9 0 1,-2 0-34,3 0 0,1 0-2,-8 0 0,2 0-102,-3 0 1,3 0 73,4 0 0,3 0 15,-10 0 0,3-7-3,-3 0 0,-2 0-45,9 7 0,-6-7 33,6-1 0,-9 1 8,2 7 0,3-2 51,-2-5 0,6 5 23,-7-6 1,10 6 52,-3 2 0,6-2-97,1-5 1,-2 4 91,-4-4 1,4 5-75,-5 2 0,5 0 24,3 0 0,-1 0-16,1 0 1,-1 0-3,1 0 1,-3-7-5,-5 0 1,5 0-2,-4 7 0,4 0-4,3 0 1,-3-7 4,-5-1 1,5 1-4,-4 7 0,4 0 2,2 0 1,3 0 0,5 0 0,-8-7 0,1 0 0,6 0 0,-6 7 0,4 0 0,-5 0 0,1 0 0,-1 0 0,3 0 0,5 0 0,-5 0 0,4 0 0,-4 0 11,-2 0 0,2 0-11,4 0 1,-4 0 6,5 0 1,-6 0-6,-1 0 0,6 0-1,1 0 1,0-7-2,-8 0 1,8 0-1,-1 7 0,1 0-23,-8 0 1,1-2 22,-1-6 0,8 6-10,0-5 1,-1 5 5,-6 2 1,1 0-15,6 0 1,-5 0 19,5 0 1,1 0 1,-1 0 1,9 0 10,-2 0 1,-3-3 2,3-4 1,-8 5 10,8-5 0,0 4-22,6 3 1,-8 0-9,-6 0 1,6 0 10,1 0 0,-2-2-19,3-5 1,-3 5 24,3-6 0,2 6-2,-9 2 0,9 0 17,-3 0 0,3 0 2,-2 0 0,4 0 19,-4 0 1,5 0-34,1 0 0,1 0-31,0 0 1,-8 0 33,1 0 1,0 0-64,7 0 1,-3 0 6,-4 0 0,4 0-10,-4 0 1,2 0 17,-3 0 0,3 0-9,-9 0 0,9 2 19,-2 6 1,4-6-8,3 5 1,-8-5 40,1-2 1,0 0-36,7 0 0,-1 3 3,1 4 0,-7-5-51,-1 5 1,1-4-4,7-3 0,-8 2 31,1 5 0,-7-5-2,6 6 0,1-6 30,7-2 1,-1 0-38,1 0 1,0 0 139,0 0-126,-1 0 1,1 0 130,0 0-87,0 0 2,-1 0 1,8 0 129,0 0-139,9 0 0,-6 0 63,4 0 1,4-2-32,-4-6 156,5 6-138,2-7 53,0 9-72,0 0-3,0-10 11,0 8-18,0-8-113,0 10 100,0-9 0,2 4-83,5-9 0,-4 7 74,4-7 1,-3 7-44,3-7 36,-4-1 1,9-6-1,-5 0 1,-5 0-2,5-1 1,-5-1-1,-2-6 0,0 6-186,0-6 177,0 6 1,-7 2-49,0-1 0,0 8-134,7 0-351,0 9 140,0-4-14,0 9 1,0 9-465,0 5 884,0 5 0,19 50 0,5 11 0</inkml:trace>
  <inkml:trace contextRef="#ctx0" brushRef="#br0" timeOffset="615">468 447 8130,'12'-10'-51,"-3"8"319,-9-7 225,0 9 78,10 0-27,-8 0-119,8 0-241,-10 0 0,0 9 35,0 5 1,0-2-82,0 2 0,-7 0 108,0 8 0,-1-1-198,8 0 1,0 0 16,0 1 1,0 1-88,0 6 0,0-4 119,0 11 0,0-10-104,0 2 0,0 3 38,0-3 0,0 3 53,0-3 1,0-11-192,0 4 1,-7-4 111,0 4 1,0-7-306,7 0 68,0-9-177,0 4-1112,0-9 719,0 0 134,0-9 0,3-3 668,4-9 0,14-38 0,12-10 0</inkml:trace>
  <inkml:trace contextRef="#ctx0" brushRef="#br0" timeOffset="1033">787 574 8147,'-14'-2'-45,"0"-5"818,9 5-208,-4-8-35,9 10 192,0 0-698,0 10 135,9 1 1,0 11-167,6-1 1,-4 0 117,-4 0 1,-2 1-143,9-1 0,-9 0 28,2 0 1,5 1-28,2-1 1,-2 0 41,2 0 0,-7 1-18,7-1 1,-7-2 15,8-5 1,-1 2 32,7-8 0,-2 1 19,-5-2 1,5-5-22,-5 5 1,5-7 75,2-7 0,1-4-67,-1-11 0,-7 1 64,0 0 0,-2-3-34,2-4 0,-4 4 2,-10-4 1,0-3-152,0 3 0,0-3 135,0 3 0,-10 4-230,-4-4 1,-5 11 66,-2 3 1,-10 2-279,-4-2 0,2 2 115,-3 5 0,8 5-89,-8-5 0,8 5-143,-7 2 1,9 7-181,-3 0 1,6 7-460,2-7 1131,-1 10 0,29 13 0,8 15 0</inkml:trace>
  <inkml:trace contextRef="#ctx0" brushRef="#br0" timeOffset="3309">1467 213 7961,'2'-12'-124,"3"3"-494,2-1 857,0 8 0,-7-10 253,0 5 34,0 5-128,0-8 6,0 1-21,0 6-2,0-6-222,0 9 0,3 0 102,4 0-291,-5 9 146,8 3 0,-8 10-112,5-1 1,-5 0 114,5 0 1,-4 1-150,-3-1 0,0 0 57,0 0 1,0 1-81,0-1 1,0 2 84,0 6 0,0-6-16,0 6 1,0-6 16,0-1 1,0-1 5,0 0 1,0 7 0,0 1 0,0-1 4,0-7 0,0 1-7,0-1 0,0 0 6,0 0 1,0 1-33,0-1 0,0-7 74,0 0 1,0 0-2,0 8 1,0-1-19,0 0 1,0 0 45,0 1-75,0-1 1,0 0 67,0 0-62,0 1 0,0-1 72,0 0-79,0 0-26,0 1 0,0-1-15,0 0 1,0-7-7,0 0 1,0-6-2,0 6 0,0-7-199,0 7 226,0-9-211,0 14 179,0-17 1,0 10-428,0-5 57,0-5-165,0 8 58,0-10-303,0 0 0,19-38 0,4-9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1:37.033"/>
    </inkml:context>
    <inkml:brush xml:id="br0">
      <inkml:brushProperty name="width" value="0.08571" units="cm"/>
      <inkml:brushProperty name="height" value="0.08571" units="cm"/>
    </inkml:brush>
  </inkml:definitions>
  <inkml:trace contextRef="#ctx0" brushRef="#br0">22 340 7989,'-10'-12'85,"8"3"366,-8 9 15,10 0 1194,0 0-1605,0 9 0,0-4 67,0 9 0,0 1 12,0 6 0,7 0-171,1 0 1,-1 1 94,-7-1 0,0 0-149,0 0 1,0 3-11,0 4-88,0-4 0,0 7-380,0-10-116,0 0 427,0 0 0,0-7-339,0 1 63,0-11 0,2 6-221,5-10 469,-5 0 0,8-10 286,-10-4 0,9-61 0,3-17 0</inkml:trace>
  <inkml:trace contextRef="#ctx0" brushRef="#br0" timeOffset="2351">43 404 8057,'-7'-14'-1790,"0"0"2230,0 9 1,4-12-30,-4 10 1,5-2 211,-5 2-201,4 4-7,3-6-159,0 9 1,3 2 196,4 5-352,5 5 0,9 10 107,0-1 0,-2 0-183,-5 0 0,5 1 89,-5-1 0,5 0-146,2 0 0,-6 1 7,-1-1 0,0-2-25,7-5 1,-7 5 58,0-5 120,1 5-102,6 2 1,-2-7 65,-5 0 62,-5-9-102,1 5 0,-8-13-113,5-4 0,-4-5 25,-3-9-1,0 0 1,0-8-22,0 1 1,-3 0 73,-4 7 1,5-1-140,-5 1 0,2 0 58,-2 0 0,5-1-6,-6 1 0,4 0 33,-3 0 1,4 6-160,-4 1-6,5 9 1,2-13 35,0 15 38,0-6 179,0 9 1,0 2-111,0 5 0,0-2 194,0 9-178,0 0 1,0 8 121,0-1 1,7-7-30,0 0 0,0 0-28,-7 8 0,0-1-8,0 0 1,0-7-3,0 0 1,0 1-38,0 6 1,0 0 28,0 0 1,7-7-49,0 1 0,0-1 40,-7 7 0,7-7-50,1 0 0,8-9-11,-2 2 0,-2-2-4,2 2 0,0-5 39,8 5 1,-1-7-4,0-7 0,7 3 31,1-11 1,-1 1-32,-7-7 0,1 0 69,-1 0 0,-2-1-60,-5 1 0,2 0 65,-8 0 0,-1-1-35,-7 1 1,7 0 18,0 0-5,0 9-20,-17-7 4,-1 17 1,-11-8-5,1 10 1,7 7 63,0 0 0,2 10-58,-2-3 0,-3 5 108,10 2 0,-7-7-29,7 0 0,0 1 11,7 6 1,0-7 102,0 0-150,0 0 1,0 8-28,0-1 1,2-9 45,5-5 1,-2 2-140,9-2 0,0 0 117,8-7 0,-1 0-218,0 0 1,7 0 13,1 0 1,-1-2 8,-7-5 1,1 2 18,-1-9 0,0 0 81,0-7 0,1-1 9,-1 1 1,-7-7-41,0-1 0,-9-1 98,2 1 1,3 3-74,-3-9 1,0 7 58,-7-8 0,0 8 4,0-8 1,-7 18 99,0-4 1,-3 8 84,3 0-195,5 5 0,-8 11 129,10 5 1,-7 5-97,0 9 0,0 0 206,7 1 0,0 6-42,0 0 0,0 8 72,0-8 0,0 7-74,0-6 0,0 6-44,0-7 1,0 1-190,0-8 0,0 0 110,0 1 0,0-1-112,0 0 87,0 0 0,0-7-661,0 1 236,0-11-149,0 6 256,0-10 1,0-10-58,0-4 1,0 2 210,0-2 0,0 0-27,0-7 1,0 0 119,0-1 1,0 1-120,0 0 0,0 0 235,0-1 1,0 8-53,0 0 0,2 7 123,5-7 0,5 2 0,9-2 0,-6 4-12,-1 10 0,0-7-125,7 0 1,3 0 6,4 7 0,-11 0-18,4 0 1,-5 0 59,6 0 4,-1 0 1,-7 7-37,0 0 200,-9 10 1,7-5 167,-5 9-111,-5 0 0,8 0-9,-10 1 1,0-1-14,0 0-306,0 0 1,0 1 130,0-1 0,0-7-148,0 0 1,0-7 140,0 7-445,0-9 1,0 7-244,0-5 230,0-5 1,2 8 115,5-10 0,-2-3 126,9-4 0,-7 3 80,7-11 1,-9 8-111,2-7 1,3 7 257,-3-7 1,2 2-38,-2-2 0,-4 2 183,4 5 1,-3 5 291,3-5-266,-4 4 1,9 3 369,-5 0-481,-5 0 1,15 3-68,-10 4 0,2-3 46,-2 11 1,-4-8-157,4 7 1,2-7 134,-2 7 1,7-7-251,-7 7 1,8-7-55,-8 8 0,2-11-72,-2 3 1,-2-4-179,9-3 246,-9 0 77,14 0 0,-17-10-81,5-4 122,-5-5 0,-2-2-13,0 0 1,0 0 82,0-1 0,0 8 23,0 0-4,0 0 0,-2-5-214,-5 5 121,5 4 65,-8 1-66,10 7 53,0-8 1,3 10-18,4 0 1,-3 0-74,11 0 0,-1 0 95,7 0 1,0 0-2,0 0 1,1 0 86,-1 0 1,-7 0-43,0 0 259,0 0-187,8 0 36,-1 10 1,-9-6-54,-5 10 0,-5-7 153,-2 8 0,0-8 130,0 7-175,0 0-220,0 7 0,0 1 118,0-1 0,0-7-156,0 0 1,0-7 97,0 7-199,0-9 37,10 14-99,1-17 1,11 8 89,-1-10 1,-7 0 20,0 0 0,-7 0 131,8 0 0,-4-3-76,4-4 1,-4-4 36,-4-11 0,-4 1-32,4 0 0,2 0 14,-2-1 0,1 1 11,-8 0 0,0 0 5,0-1 1,-10 1 14,-4 0 1,2 7-7,-2-1 1,0 11 51,-8-3 1,1 4-66,0 3 1,7 0 96,0 0 1,2 10-94,-2 4 97,-5 5 1,16 2-64,-4 0 25,5 1-65,2-1 0,9-2-3,6-5 0,3-2-114,4-5 1,-1-5 85,0 5 0,3-4 20,4-3 1,-4 0 4,4 0 0,-4-8 128,-3 1 0,0-7-87,1 7 0,-1-7 89,0 7 0,-7-3-40,0 3 1,-7 5 398,8-5-107,-1 5 0,0 2-79,0 0 0,-9 2-29,2 5 1,-2-2 41,2 9-269,-5 0 1,8 7 74,-10 1 1,0-8-26,0 0 1,7-7-22,0 7 1,0-7-148,-7 7 0,2-9-361,5 2 188,-4-4 94,15-3 1,-13 0-4,9 0 45,-9-10 1,12-2 67,-10-9 0,7-3-4,-7-4 1,0 5-9,-7-6 1,7-2-9,0 3 1,0-7 131,-7 6 0,0 1-99,0 7 0,0 0 146,0-1 1,0 8-178,0 0 194,0 9 1,0-2-77,0 14 0,0-2 159,0 9 1,0 3-1,0 11 1,0-4 150,0 4 1,0 3-31,0-3 1,0 0-129,0-6 1,0 1-197,0 6 111,0-6 1,0 8-289,0-10 0,0-7-128,0 0 22,0-9 101,0 5-158,10-10 1,-1-10 45,5-4 0,3-5 134,-10-2 0,9-3 156,-1-4 1,1 4-110,-2-4 1,5-3 168,-5 3 0,-2 2-34,2 12 1,-9-5-33,2 5 36,5 4 161,-10 1-44,8 9-134,-20 0 0,-1 9 166,-11 5 1,8 5-92,0 3 1,7-8 153,-7 0 0,9 0-31,-2 7 0,5 1-48,2-1 1,0-7 146,0 0 198,0 0-507,9 8 1,3-8 106,9 0 1,0-9-319,1 2 1,-8-5-49,0-2-286,0 0 0,7 0-140,1 0-960,-11-9 1019,8-3 1,-14-2 649,9-1 0,-9-8 0,4-10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1:44.738"/>
    </inkml:context>
    <inkml:brush xml:id="br0">
      <inkml:brushProperty name="width" value="0.08571" units="cm"/>
      <inkml:brushProperty name="height" value="0.08571" units="cm"/>
      <inkml:brushProperty name="color" value="#E71224"/>
    </inkml:brush>
  </inkml:definitions>
  <inkml:trace contextRef="#ctx0" brushRef="#br0">128 872 7950,'-12'0'-385,"0"-2"469,5-5-57,5 4 0,-10-6 268,5 9 171,4 0-267,-16 0 0,17-2 10,-5-5 0,2 4 112,-2-4-152,5 5 0,-10 2 63,5 0 124,5-10-342,-8 8 32,10-17 0,0 14-149,0-9 1,0 7 3,0-7 0,2 2-27,6-2 1,-4-3 71,10 10 1,1-7 73,6 7 0,0-7 30,0 7 0,8-7-45,-1 7 1,-4-3 75,-3 3 0,-12 5-52,13-5 0,-6 4 104,5 3 0,1 0-55,-1 0 1,-7 0 10,0 0 0,0 0-55,8 0 1,-1 0 0,0 0 1,-7 7-33,0 0 1,1 3 96,6-3-172,0-5 1,0 8 100,1-10 1,-1 2-92,0 5 0,-7-4 53,1 4 1,-1-5-8,7-2 1,0 0-9,0 0 1,-6 0-32,-1 0-3,9 0 0,3-2 49,10-5 1,-10 4-10,2-4 0,-4 5 3,-3 2 0,3-7 52,4 0 0,-4 0-1,4 7 0,-5 0 10,-1 0 0,6 0 6,0 0 0,-4 0 13,-3 0 1,-4 0-23,11 0 1,-11 0-17,-3 0 0,0 0 24,7 0 0,0 0-16,1 0 1,-1 2-31,0 5 1,8-5-6,-1 5 0,3-4-9,-3-3 0,-4 0 11,4 0 1,3 0-4,-3 0 0,7-3-21,-6-4 1,-1 5 28,-7-5 1,1 5-31,-1 2 1,0-8 21,0 1 0,1 0-18,-1 7 1,0 0 15,0 0 1,1 0-2,-1 0 0,0 0-2,0 0 1,1 0-9,-1 0 2,0 0 0,0 0 4,1 0-9,-1 0 18,0-9 1,-9 4 0,-5-9 45,5 9 8,-10-14 43,8 17 19,-10-17 10,-10 17-104,8-8 1,-10 10-3,5 0 44,4 0 34,-6 0 0,7 0-5,-5 0 0,4 3 102,-4 4-83,5-5 26,2 17-214,0-7 189,0 9-123,0 0 99,0 1-249,0-1 145,0 0 1,0-7-38,0 0 27,9-9 0,3 12-4,9-10 1,1 0-99,-1-7 0,2 0 112,6 0 1,-3 0-62,9 0 0,-7 0 47,8 0 0,-3 0-52,2 0 0,6-7 38,-6 0 1,-2 0-3,2 7 1,-2-8 38,3 1 1,4 0 8,-5 7 0,-4 0 49,-3 0 0,3 0-74,-2 0 0,1 0 35,-1 0 1,-3 0-5,9 0 0,-9 0 5,2 0 1,-2 0-23,3 0 0,-6 0-1,6 0 1,1 0-6,-1 0 0,1 0-4,-1 0 0,-6 0-22,6 0 0,1 0 28,-1 0 1,1 0-96,-1 0 0,-6 0 85,6 0 0,-6 0-21,-2 0 0,8 0 9,-1 0 1,7 0 60,-6 0 0,-1 0 2,-7 0 1,8 0-54,-1 0 0,8 0 54,-8 0 1,0 0-43,-7 0 1,8 0 25,-1 0 1,3 0-15,-3 0 0,-4-7-3,4 0 1,-2 0-27,2 7 1,-4 0-5,4 0 1,-4 0 22,-3 0 1,3 0-5,4 0 0,-4 0 59,4 0 1,-4 0-56,-3 0 1,0 0 34,0 0-29,1 9 0,-1-4 8,0 9 1,0-7 16,1 8 0,-1-8-3,0 7 0,0-7 22,1 7 1,-8-7-1,0 7 0,-2-7 231,2 8-131,5-1 109,-7 7-144,0 0 39,-3 1-142,-9-1 0,0-7-16,0 0 1,-2-9-293,-5 2-624,4-5-1298,-16-2 2227,7 0 0,-47-19 0,-9-4 0</inkml:trace>
  <inkml:trace contextRef="#ctx0" brushRef="#br0" timeOffset="841">1318 86 7960,'-12'-9'-811,"2"4"405,10-9 1439,-9 9-607,7-14 0,-15 14 199,10-9-126,0 9-187,7-4 0,0 11-75,0 5 1,0-2 13,0 9 0,0 0-116,0 8 0,0-1 96,0 0 0,0 0-146,0 1 0,0 6 86,0 0 1,0 1-193,0-8 0,0 0-23,0 0 1,0 1-22,0-1 0,0 0 18,0 0 54,0 1-188,0-1 122,0 0-44,0-9 105,0-3 1,0-11-127,0-5 1,0-5 99,0-9 0,2 0-4,5-1 0,-4-1 7,4-5 1,-5 4 1,-2-4 1,7 4 30,0 3 0,0-1-54,-7 1 168,0 0-142,0 0 197,0 9-96,0 2 2,0 29-59,0-4 9,0 25-243,0-7 0,0 0-57,0-5-746,0-4 380,0-3-116,0 0 0,0-7-536,0 1 1281,0-11 0,10-4 0,2-12 0</inkml:trace>
  <inkml:trace contextRef="#ctx0" brushRef="#br0" timeOffset="1240">1807 65 8049,'-10'-12'887,"8"2"-55,-8 10-311,10 0-252,-9 0 1,4 0-39,-9 0 1,9 10-45,-2 4 0,-5-2 44,-2 2 1,2 0-178,-2 7 0,7-4 54,-7 4 0,7-4-131,-7 11 0,9-4-91,-2-3 0,-3 0 117,3 0 1,0 1-23,7-1 1,0 0 33,0 0 0,0-6-120,0-1 1,10-9 82,4 2 1,5 2-66,2-2 0,0 0 76,1-7 0,6-2-2,0-5 1,-2 2 20,-12-9 0,5 0-7,-5-8 0,-2 4 0,2 3 0,-9-3 1,2 3 1,-4-4-127,-3-2 1,-3 7 75,-4 0 1,-7 9 29,-14-2 0,4 5-233,-4 2 1,-3 0-322,3 0 0,-8 2 47,8 5 0,0-2-147,6 9 0,1-2 672,0 2 0,18 33 0,6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1:48.198"/>
    </inkml:context>
    <inkml:brush xml:id="br0">
      <inkml:brushProperty name="width" value="0.08571" units="cm"/>
      <inkml:brushProperty name="height" value="0.08571" units="cm"/>
      <inkml:brushProperty name="color" value="#E71224"/>
    </inkml:brush>
  </inkml:definitions>
  <inkml:trace contextRef="#ctx0" brushRef="#br0">64 721 6957,'-12'-9'-520,"0"6"908,5-4 0,5 2 367,-5-2-532,4 5 1,1-10 56,-5 5-187,5 5 45,-8-17 161,10 7-115,0-9-44,0 0 1,3-1-62,4 1 1,-5 7 188,5 0-226,5 0 0,-7-8 17,9 1 0,-7 7-116,7 0 1,-7 7-62,7-8 137,0 11 1,8-13 8,-1 10 0,0 0 2,0 7 1,-6 0 47,-1 0 0,0 0-43,7 0 0,0 0 16,1 0 1,6 0-3,0 0 0,1 7 7,-8 0 1,0 0-32,0-7 1,1 0 23,-1 0 1,0 7 42,0 0 0,1 0-50,-1-7 0,0 0 49,1 0 1,-1 0-34,0 0 0,0 8-33,1-1 0,6 0-28,0-7 0,1 0-3,-8 0 0,7 0-61,0 0 0,3 0 93,-3 0 0,-2 0-94,10 0 1,-3 0 70,2 0 0,5 0-98,-4 0 1,2 0 83,-3 0 0,5-3 0,-4-4 0,1 5-6,-1-5 0,4 4-1,-5 3 0,3 0 33,-2 0 1,1 0-30,-8 0 0,6 0 32,-6 0 0,6 0-24,-7 0 1,8 0 19,-8 0 1,3 0-13,-3 0 0,-4 0-1,4 0 1,3 0-1,-3 0 0,0 0 0,-6 0 0,6 0-1,0 0 0,1 0 0,-8 0 0,0 0-60,0 0 0,8 0 56,-1 0 0,0-7-118,-6 0 1,6-2 89,0 2 1,1 4-4,-8-4 0,0-2 15,0 2 0,8-7-2,-1 7 0,0-8 60,-6 8 0,-1-7-67,0 7 1,0 0 67,1 7 1,-8-7-56,0 0 69,0 0-47,7 7 57,-9 0-45,7 0 3,-17 0 252,8 0-256,-10 0 1,-2 0 273,-6 0-215,6 0 23,-7 0 1,2 2-31,-1 5 0,1-2 63,7 9-27,-9-9-2,7 14-184,-8-8 127,10 11 1,0-8-110,0 0 1,0-7 88,0 7 0,0-7-65,0 8 0,7-8 21,0 7 0,10-9-6,-3 2 0,5 2 3,2-2 0,0 0-5,1-7 0,1 3-96,6 4 1,-3-5 102,9 5 0,-7-4-134,8-3 1,-8 0 114,8 0 0,-3 0-32,2 0 0,3 0 38,-10 0 0,8 0 7,-8 0 0,7 0-12,-6 0 0,1 0 6,-1 0 0,-3-3 88,9-4 1,-7 5-87,8-5 1,-8 4 119,8 3 1,-10 0-98,2 0 0,3 0 126,-3 0 1,7 0-79,-6 0 1,1 0 5,-1 0 0,-6 0-31,6 0 1,-3 0 4,2 0 0,-4 0-49,4 0 1,-4 7 53,-3 0 0,7 1-62,0-8 1,3 7 43,-3 0 1,-4 0-74,4-7 0,3 0 47,-3 0 0,8 0-1,-8 0 1,3 7 10,-3 0 1,-2 0 0,10-7 1,-10 0-25,2 0 1,-4 0 17,-3 0 1,0 7 21,0 0 1,1 3-20,-1-3 0,0-3 95,0 11 0,1-8-12,-1 7 1,0-7 9,0 7 1,1-2-50,-1 2 0,0 3 44,0-10-45,1 9 1,-1-11 12,0 9 1,0-7 22,1 7-29,-1-9 0,0 12 138,0-10 1,-6 2-129,-1-2 1,-10-2 3,3 9 1,3-7-39,-3 7 0,0-7-7,-7 8 0,0-8-15,0 7 1,0-7 118,0 7-313,0-9 0,0 7-73,0-5-859,-9-5 775,-3 8 1,-2-10-1490,0 0 861,-1 0 984,-6 0 0,-28-29 0,-8-6 0</inkml:trace>
  <inkml:trace contextRef="#ctx0" brushRef="#br0" timeOffset="832">3103 105 8044,'0'-22'80,"0"1"1,7 7 429,0 0-23,0 9 29,-7-4 28,0 9-20,0 0-353,0 9 1,0 3 81,0 9 1,0-7-75,0 1 0,0-1 89,0 7 0,0 0-158,0 0 0,-7 1-1,0-1 1,0 0-82,7 0 1,0 1 37,0-1 0,0 0-188,0 0 0,0 1-107,0-1 163,0 0 13,0 0 1,0-6 99,0-1-252,0-9 128,0 4 35,0-18 1,0-3 19,0-10 1,7-1-1,0-5 0,0 4 18,-7-4 0,3 4-7,4 3 1,-5-1 9,5 1 1,-2 0-27,2 0-78,-5-1-23,8 1-20,-10 9 166,0 3 1,0 26-69,0 4 0,0 5 25,0-5 0,0 0-151,0 0 1,0 1-1,0-1-334,-10 0 1,8 0-554,-5 1-455,4-10 775,3 6 743,0-15 0,19-13 0,5-13 0</inkml:trace>
  <inkml:trace contextRef="#ctx0" brushRef="#br0" timeOffset="1232">3549 126 8083,'7'-14'-76,"0"0"213,0-1 1,-7 1 157,0 0 0,3 7 254,4-7-49,-5 9-199,8-4 169,-10-1-280,0 8 0,-3-5 309,-4 14-446,5-5 0,-15 17-39,10-5 1,-2 5-57,2 2 0,2 1 66,-9-1 0,7 0-118,-7 0 0,9 1-2,-2-1 1,-3 0 95,3 0 1,0 1-43,7-1 0,0 0 64,0 0 0,3-2-17,4-4 0,-3 1-43,11-9 0,-1 3-9,7-3 1,3-5 28,4 5 1,-4-5 6,4-2 0,-5-2 59,-1-5 1,-1-2-42,0-6 0,-7-3 157,1 3 0,-11-4-141,3-2 1,-4 7-13,-3 0 0,-3 7 27,-4-7 0,-5 9-129,-9-2 0,-2-3-85,-6 3 0,3 0-185,-9 7 0,7 0-352,-8 0 0,10 0 312,-2 0 1,11 7-949,3 0 1349,9 0 0,24 12 0,17 5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1:54.491"/>
    </inkml:context>
    <inkml:brush xml:id="br0">
      <inkml:brushProperty name="width" value="0.08571" units="cm"/>
      <inkml:brushProperty name="height" value="0.08571" units="cm"/>
      <inkml:brushProperty name="color" value="#E71224"/>
    </inkml:brush>
  </inkml:definitions>
  <inkml:trace contextRef="#ctx0" brushRef="#br0">22 107 7868,'0'-12'171,"0"3"1,0 6 688,0-4-457,0 5-92,0-7-24,0 9 317,0 0-533,-10 9 1,8-4 47,-5 9 1,5 0-81,2 7 0,0 1 90,0-1 1,0 0-131,0 0 0,0 1-52,0-1 0,0 7 97,0 0 1,0 1-162,0-8 0,0 0 113,0 1 1,0-1-163,0 0 102,0-9-333,0 7 72,0-17-647,0 8-175,0-10 1147,0 0 0,0-48 0,0-11 0</inkml:trace>
  <inkml:trace contextRef="#ctx0" brushRef="#br0" timeOffset="544">234 171 7345,'0'-21'707,"0"9"148,0-7-244,0 7-173,0 0-219,0-7-94,0 17 0,3-7-152,4 9 0,-2 0-35,9 0 0,-7 0 229,7 0-211,0 0 0,7 2 88,1 5 0,-8-2-28,0 9 0,-7-7 26,7 7 0,-9 0-39,2 8 0,-2-1 15,2 0 0,-5 0-3,5 1 1,-7-1-70,-7 0 1,2 0 86,-9 1 0,7-1 24,-7 0-31,0 0 1,-7 1-187,-1-1 0,1-7 45,0 0 0,7-9-30,0 2 131,-1-5 0,-6-2 113,9 0 0,3-2-41,9-5 116,0 5-159,0-17 1,2 16 169,5-4-146,5 5 1,9 2 361,1 0-281,-1 0 0,0 7-38,0 0 1,-6 7-162,-1-7 143,0 10 1,0-8-453,0 5 278,-9 5 0,11-14-717,-8 9 299,-1-9-277,-7 4 282,0-9 523,0 0 0,0-37 0,0-11 0</inkml:trace>
  <inkml:trace contextRef="#ctx0" brushRef="#br0" timeOffset="1009">744 65 7938,'0'-15'746,"0"1"-260,0 9 33,0-13 184,0 15-124,0-6-138,-9 9-381,-3 9 0,-2 3 199,0 9-334,9 1 1,-7-1 73,5 0 1,5 0-84,-5 1-11,4-1 1,3 0-56,0 0 1,7 1-29,1-1 1,1-2 105,-2-5 1,-2 5 49,9-5 0,-2-2-18,2 2 73,5 0-57,-7 7 42,9 1 1,-9-8-9,-5 0 0,-3-9 19,4 2 19,-6 5-38,7-10-66,-18 7 1,-3-9 57,-9 0 1,7 0-79,0 0 0,-1 0 69,-6 0 1,7-2-6,0-5 1,2 2 19,-2-9-6,-5 9 1,9-14 56,-4 5 0,5 2-67,9-2 0,0 0 37,0-7 1,2 0-25,5-1 0,5 1-2,9 0 1,1 0 4,-1-1 1,0 1-6,0 0 0,-6 2-4,-1 5 0,-2-5-5,2 5 1,-3 2-257,-3-2 0,-6 7-96,5-8-573,-5 11 640,-11-6 1,-3 10-316,-9 0 1,2 3 605,5 4 0,-33 42 0,-1 20 0</inkml:trace>
  <inkml:trace contextRef="#ctx0" brushRef="#br0" timeOffset="1475">1148 383 7921,'12'0'212,"-3"0"208,-9 0 547,0 0-794,0-9-1118,0 6 633,0-6 312,0 9 0,-18 19 0,-6 5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1:58.759"/>
    </inkml:context>
    <inkml:brush xml:id="br0">
      <inkml:brushProperty name="width" value="0.08571" units="cm"/>
      <inkml:brushProperty name="height" value="0.08571" units="cm"/>
      <inkml:brushProperty name="color" value="#E71224"/>
    </inkml:brush>
  </inkml:definitions>
  <inkml:trace contextRef="#ctx0" brushRef="#br0">957 298 7928,'0'-21'371,"0"6"-132,0 1 0,0 7 216,0-7 411,0 9-508,-10-4 0,6 9 240,-11 0-360,11 0 0,-13 9-137,10 5 0,-7 5 76,7 3 1,-7 6-156,7 0 1,-8 3 15,8-3 1,-2-2-43,2 10 1,4-10-95,-4 2 0,5 3 30,2-3 1,0 0-68,0-6 1,0-1 88,0 0 1,2 0-47,5 1 0,-2-8 49,9 0 1,1-9-8,6 2 1,0-5 76,0-2 0,-7 0 5,1 0 0,-1-9 23,7-6 0,0 4-58,1-4 0,-8 1 202,0-7-176,-9 0 1,4 0-164,-9-1 0,0 8 108,0 0 0,-2 7-367,-5-7 0,-5 9-59,-9-2 0,-1 5-228,1 2 0,0 0 47,0 0 1,-1 2 638,1 5 0,-47 52 0,27-19 0,1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2:03.511"/>
    </inkml:context>
    <inkml:brush xml:id="br0">
      <inkml:brushProperty name="width" value="0.08571" units="cm"/>
      <inkml:brushProperty name="height" value="0.08571" units="cm"/>
      <inkml:brushProperty name="color" value="#E71224"/>
    </inkml:brush>
  </inkml:definitions>
  <inkml:trace contextRef="#ctx0" brushRef="#br0">1 489 7861,'0'-21'909,"0"0"-116,0 0-219,0 9 156,0-7-243,0 17-3,0-8-446,0 10 44,0 0 0,0 10-49,0 4 1,0 5 56,0 2 1,0 0-153,0 0 1,0 1 51,0-1 1,0 7 17,0 1 1,0-1-13,0-7 0,0 7 0,0 1 1,2-1-70,5-7 0,-5-6 163,5-1 7,-4 0 0,-3 0-27,0 0-233,0-9 152,0 4 1,0-18-81,0-5 0,0-5 62,0-2 0,0-1-88,0 1 1,0-7 35,0-1 0,0-6 53,0 7 1,0-1 35,0 8 1,0 0-101,0 0 22,0-1 1,0 8 7,0 0-35,0 9 77,0-4 0,0 11-5,0 5 1,0 5 14,0 9 1,0 1 0,0-1 1,-3 0-206,-4 0 1,5 1 107,-5-1 0,5-7-765,2 0 303,0 0 110,0 8 0,0-8 458,0 0 0,18-19 0,6 3 0</inkml:trace>
  <inkml:trace contextRef="#ctx0" brushRef="#br0" timeOffset="537">468 468 7948,'0'-14'386,"0"0"1,0 7 20,0-7 0,-2 6 383,-5-6-58,4 10-202,-16-15-330,8 16 1,-11-6 20,1 9 1,7 2-203,0 5 0,2 5 32,-2 9 1,-5 1-30,5-1 0,2 0 46,-2 0 0,2 8-85,-2-1 1,-3 0-110,10-6 0,0-1-63,7 0-401,0 0 417,0 1 1,2-3-233,6-5 0,-4-5 143,10-9 0,1-7 116,6 0 0,0-10 51,0 3 1,1-5-15,-1-2 0,-7 0 237,0 0 0,-2-1-81,2 1 1,-2 0 494,-5 0-375,-5-1 1,10 3 409,-5 5-102,-4-5-232,6 17 8,-9-7-104,0 9 0,0 9 16,0 5 0,-7 5-52,0 2 0,0 3 61,7 4 0,0-4-60,0 4 0,0-4-152,0-3 0,0 0 116,0 1 1,0-1-279,0 0 97,0 0 0,0 1-10,0-1 0,0-7-279,0 0 60,0-9-330,0 14 129,0-17-610,0 8 294,0-10 340,0 0 0,9-38 0,3-9 0</inkml:trace>
  <inkml:trace contextRef="#ctx0" brushRef="#br0" timeOffset="950">638 511 7948,'0'-15'469,"0"1"-26,0 0 502,0-7-488,0 0 0,0 6 382,0 1-369,0 10-79,0-6-197,0 10 1,0 10 40,0 4 0,0 5-157,0 2 1,0 0 90,0 0 0,0 1-173,0-1 1,2 2 24,6 6 0,-6-6-147,5 6 0,-5-6-6,-2-1 0,0-8-61,0 0 118,10 0 103,-8 7 95,8-9-111,-10-2-15,0-10 0,0-3-29,0-4 0,0 0-3,0-14 0,0 4 9,0-11 0,0 4-93,0 3 1,0-7 57,0-1 1,0 1 37,0 7 0,-7 0-38,-1-1 1,1 8-32,7 0-408,0 9 265,-9-4 186,7 9 1,-8 9-81,10 5 0,0 5-4,0 3 1,0-1-86,0 0 1,0 0 110,0 1 0,0-1-389,0 0 0,0 0 160,0 1 1,0-8-999,0 0 1334,0 0 0,19-2 0,5-3 0</inkml:trace>
  <inkml:trace contextRef="#ctx0" brushRef="#br0" timeOffset="1142">999 744 9347,'-11'0'1338,"-1"0"-1190,5 0-262,4 0-852,-6 0-127,9 0 1093,0 0 0,19-9 0,4-3 0</inkml:trace>
  <inkml:trace contextRef="#ctx0" brushRef="#br0" timeOffset="1626">1148 532 7948,'0'-14'279,"0"0"1,0 6-24,0-6 0,0 7-7,0-7 1,0 7 114,0-7 1,0 7-96,0-7 0,7 6 67,0-6 1,7 7-116,-6-7 1,1 9-79,-2-2 125,5 5-216,9 2-66,0 0 0,-9 9 46,-5 5 0,3 5-34,-3 3 0,0-1 46,-7 0 1,0 3-133,0 4 1,-10-4-54,-4 4 1,3 3-39,-4-3 0,4-4 79,-4-3 0,-4-12-110,5 13 0,2-13 73,-2 5 14,0-9-4,-7 4-39,0-9 214,9 0 1,2-2-58,10-5 1,0 2 149,0-9 0,3 9 72,4-2 1,5 5 98,9 2 1,0 0-6,0 0 0,1 0-97,-1 0 1,0 7-14,0 0 0,-6 7-32,-1-7 0,0 10-114,7-3 0,-7-2-77,1 2 0,-11-7-180,3 7 0,3-7-246,-3 7-663,0-9-842,-7 5 859,0-10 789,0 0 0,0-38 0,0-9 0</inkml:trace>
  <inkml:trace contextRef="#ctx0" brushRef="#br0" timeOffset="2018">1552 447 7948,'0'-14'387,"0"0"179,0 9 1,0-7-66,0 5 0,-2 5 205,-5-6 147,4 6-245,-6 2-274,9 10 1,0 1-201,0 11 1,0-8-97,0 0 32,0 0 0,0 7-163,0 1 1,0-8-207,0 0 0,0-7 216,0 7 1,-7-7-238,0 7-16,-1-9 142,8 14 162,0-17 19,10 8 0,-5-10 58,9 0 124,0 0 1,7 0 20,0 0 1,1 0-45,-1 0 0,-7 0 7,0 0 1,-2 2-69,2 5 0,5-4 178,-5 4-56,-4 5-108,9-1-6,-17 11-219,7-1-165,-18 0 0,-3-2 99,-9-5 0,0-2-158,-1-5 1,1-5-148,0 6-1718,0-6 475,-1-2 1740,1 0 0,9-28 0,3-8 0</inkml:trace>
  <inkml:trace contextRef="#ctx0" brushRef="#br0" timeOffset="2235">1531 489 7948,'0'-14'294,"0"0"0,0 7 152,0-7 1,0 7-63,0-7 0,0 6 277,0-6-376,0 10 1,0-8 155,0 5 0,2 4-300,5-4 0,-2 5-121,9 2 1,-7 0-527,7 0 0,0 0 244,8 0-790,-1 0 1,0 0 513,0 0 1,1 0 537,-1 0 0,19 19 0,5 4 0</inkml:trace>
  <inkml:trace contextRef="#ctx0" brushRef="#br0" timeOffset="2848">2147 341 8139,'14'-12'1449,"0"5"-751,-9 4 95,4 3-215,1-9-123,-8 7-84,8-8-285,-10 10 1,-3 2 134,-4 6-308,5-6-116,-8 7 0,3-6 132,0 4 0,-2-5-486,2 5 211,4-4 25,-15-3 226,6 9 0,-10-7-14,1 5 0,7-4 113,0-3 0,7 0 3,-7 0 1,7 0 288,-8 0-103,11 0-71,-15 0 1,14 0 9,-9 0 44,9 0 1,-4 2-31,9 5 257,-10-4-219,8 6 13,-8 1-168,10 1 133,0 11-271,0-1 154,0 0-130,0 0 0,0-6 51,0-1-245,0-10 239,0 15 7,0-16 0,3 6-33,4-9 44,-5 0 0,17 0 34,-5 0 1,-2 0-28,2 0 1,-7 0 58,8 0-35,-1-9 0,7 6 5,0-4 39,0 5 1,1 2 124,-1 0 0,-7 0-4,0 0 1,-7 0-80,8 0 1,-8 7 97,7 0 0,-9 10-77,2-3 0,-5-2-1,-2 2 1,0 0-41,0 7 0,-9 0-23,-6 1 0,4-3-54,-4-5 1,1 5-166,-7-5 0,0-2 23,-1 2 0,1-7-184,0 7 1,7-9-475,0 2 0,7-5-40,-8-2-1466,11 0 1193,-6 0 1115,10-9 0,38-31 0,9-17 0</inkml:trace>
  <inkml:trace contextRef="#ctx0" brushRef="#br0" timeOffset="3310">2593 86 7945,'0'-22'661,"0"1"1,0 7 277,0 0-356,0 9 89,0-4-218,0 9 89,0 0-136,10 9-232,-8 3 0,8 9 19,-10 0 0,0 1-88,0-1 0,0 0-101,0 0 1,0 3 51,0 4 0,-8-2-58,1 10 0,-2-10 58,2 2 1,2 3 37,-9-3 1,7 10-14,-7-3 1,7-2-8,-8 3 0,4-3 104,-4 2 1,-1 5-72,9-4 0,-10-6 41,3-1 1,2-3-25,-2 2 0,7-4-167,-7 4 0,9-4 92,-2-3 0,2-7-113,-2 0 54,5 0 45,-7-2-106,9 7-21,0-17-80,0 8 175,0-10 1,0-2-366,0-6 109,0 6-965,0-17 531,9 7 0,-7-2-292,5 0 1,-4 7 385,-3-7 1,7 7-468,0-7 1059,9 9 0,15-33 0,14 3 0</inkml:trace>
  <inkml:trace contextRef="#ctx0" brushRef="#br0" timeOffset="4042">3061 319 8131,'0'-11'1931,"-10"1"-1424,8 10-20,-7 0 64,9 0 569,0 0-903,0 10 0,0 1-69,0 11 1,0-1 81,0 0 1,0 0-195,0 1 1,0 6 116,0 0 1,0 8-243,0-8 1,-3 7 4,-4-6 0,5 1-89,-5-1 1,4-6-89,3 6-295,0-6-52,-9-1 191,7-1-871,-8-9 379,10-3-661,0-9 1570,10 0 0,39-75 0,-15 27 0,1 1 0</inkml:trace>
  <inkml:trace contextRef="#ctx0" brushRef="#br0" timeOffset="4427">3422 404 7989,'0'-14'907,"0"0"-446,0 9 412,0-4-145,0-1 122,0 8-510,-9-7 0,-1 11-103,-4 5 1,-2-2-133,8 9 0,-6 0 70,7 7 1,-9 1-50,1-1 0,4 0 70,-4 0 0,11 8-285,-3-1 1,-3 0 89,3-6 0,0-1-182,7 0 1,0 7-124,0 1 164,0-1 1,0-7 79,0 1 1,2-3 69,6-5 0,-4-5-34,10-9 1,1 7 15,6 0 0,0 0 59,0-7 0,1-2-51,-1-5 1,0 2 68,0-9 0,-2 0-66,-5-7 0,3 6 5,-10 1 0,2 0-103,-1-7 1,-6 0 103,5-1 0,-7 8-142,-7 0 1,-5 7 73,-9-7 1,0 9-284,-1-2 0,-1 5 65,-6 2 1,6 0-455,-6 0 0,6 2 1,2 5 1,-1 3 729,1 4 0,9 52 0,3 5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2:12.790"/>
    </inkml:context>
    <inkml:brush xml:id="br0">
      <inkml:brushProperty name="width" value="0.08571" units="cm"/>
      <inkml:brushProperty name="height" value="0.08571" units="cm"/>
      <inkml:brushProperty name="color" value="#E71224"/>
    </inkml:brush>
  </inkml:definitions>
  <inkml:trace contextRef="#ctx0" brushRef="#br0">213 107 7871,'0'-22'-349,"0"8"244,0 0 0,0 7 846,0-7 0,0 7 301,0-7-89,0 9-627,0-5 0,-2 10 92,-5 0-211,4 0 30,-6 0 1,9 10-157,0 4 1,-7 5 87,0 2 1,-8 7-168,8 1 0,-7 6 13,7-6 0,-7 8-61,7-1 1,-7-6-56,7-1 1,-8 1-7,8-1 0,-7-1 59,7-7 1,0 1-102,7-1 0,-2 0-616,-5 0 275,4-9-904,-6-2 472,9-10-15,0 0 0,7-3 139,0-4 798,0-5 0,31-66 0,-15 32 0,1 0 0</inkml:trace>
  <inkml:trace contextRef="#ctx0" brushRef="#br0" timeOffset="308">234 64 7931,'0'-12'716,"-2"1"-148,-5 3 231,5 6-170,-8-7 214,10 9-166,0 0-420,10 9 1,-8-4-92,5 9 0,2 0 84,-2 7 0,10 1-159,-3-1 0,-2 0 87,2 0 0,-7 1-80,7-1 1,-7 7-65,8 1 1,-8 6-88,7-7 1,-7 3 52,7-3 1,-7-4-97,7 4 0,-9-2 8,2 3 1,3-13 101,-3 5 1,0-4-384,-7 4 1,2-9 148,5-5 0,-4-2-1056,4 2 94,-5-5 409,-2 8 0,0-13 140,0-4 0,0 2 633,0-9 0,-28-47 0,-8-19 0</inkml:trace>
  <inkml:trace contextRef="#ctx0" brushRef="#br0" timeOffset="491">86 404 7950,'-22'0'0,"8"0"0,0 0 1017,0 0-163,2 0-410,3 0 1,11-2-47,5-5 0,5 4-103,9-4 0,10 3-191,4-4 0,3 4-211,-3-10 0,6 9-110,-6-2 1,-4-3 241,-3 3 1,-4 0-2052,-3 7 1463,0 0 1,-7 0-1051,0 0 1613,-9 0 0,-33 19 0,-19 5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2:14.031"/>
    </inkml:context>
    <inkml:brush xml:id="br0">
      <inkml:brushProperty name="width" value="0.08571" units="cm"/>
      <inkml:brushProperty name="height" value="0.08571" units="cm"/>
      <inkml:brushProperty name="color" value="#E71224"/>
    </inkml:brush>
  </inkml:definitions>
  <inkml:trace contextRef="#ctx0" brushRef="#br0">168 43 7864,'-12'-9'6,"0"6"459,5-4 22,5-5-27,-17 10-210,17-7 1,-10 9 26,5 0 0,4 9-64,-4 5 1,5 5 0,2 2 0,0 3-98,0 4 1,-7 3 102,0 4 0,0 3-143,7-10 1,0 8 96,0-8 0,0 8-112,0-8 0,0 7-47,0-6 1,0-1-260,0-7 121,0 10 0,0-7-523,0 4-823,9-14 706,-7 5-191,8-17 0,-10 5-214,0-14 1169,0-4 0,-10-67 0,-1-14 0</inkml:trace>
  <inkml:trace contextRef="#ctx0" brushRef="#br0" timeOffset="541">62 107 7901,'-12'-10'1082,"0"8"-566,5-5-276,5 5 0,-8-1 233,10-4-278,0 5 1,2-8-3,6 10 0,3 0-62,11 0 0,-1 0-121,0 0 1,3-7-100,4 0 0,-4 0 62,4 7 0,-4 0-95,-3 0 1,2 0 74,6 0 1,-8 2-84,0 5 113,1-4 0,-11 16 1,1-7 27,-5 9-11,-4 0 1,-6 0 49,-4 1 1,-5-1-32,-9 0 0,-7 0-130,-1 1 0,1-4 124,7-3 1,0 4-72,-1-5 1,1-5 20,0-2 0,7 3-16,-1-3 0,8 0-88,-7-7 59,10 0 1,-4 0 104,16 0 1,-4 0-60,10 0 0,1 0 125,6 0 0,7 0-69,0 0 1,1 0 90,-8 0 1,7 0-104,1 0 0,-1 0 173,-7 0 1,1 0 11,-1 0 0,0 9 33,0 5 1,-6-2-107,-1 2 1,-7 1 83,7 6 0,-9 0 35,2 0 0,-5 1-84,-2-1 0,-9 0 62,-6 0 1,-6 1-59,-7-1 1,-5-2-22,-10-5 1,8 5-85,0-5 0,-1-2-136,-6 2 0,-1-9-267,1 2 0,9-3 52,4 4-1136,-4-6 1079,10 7 1,1-11-1169,15-5 1,14 2 88,7-9 1433,5 0 0,59-36 0,-32 22 0,0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2:19.843"/>
    </inkml:context>
    <inkml:brush xml:id="br0">
      <inkml:brushProperty name="width" value="0.08571" units="cm"/>
      <inkml:brushProperty name="height" value="0.08571" units="cm"/>
    </inkml:brush>
  </inkml:definitions>
  <inkml:trace contextRef="#ctx0" brushRef="#br0">0 43 7825,'0'-12'813,"3"0"-363,4 5 235,-5 5-235,8-8 44,-10 10 74,0 0-413,9 0 27,-6 0 0,6 3-122,-9 4 1,0-3 61,0 11 1,0 1-47,0 12 1,0-4 41,0 4 0,0 5-43,0 3 1,0-3 18,0 2 1,0 1-18,0 6 0,0 1-119,0-1 1,-2 1 102,-5-1 0,4-6-145,-4-1 1,5-2 92,2 3 0,0-6-40,0-8 0,0-1 57,0 0 0,0 0-159,0 1 0,0-8 95,0 0-12,0-9 38,0 13 2,0-15 2,0 6 4,0-9 1,0-2-87,0-5 0,0 2-196,0-9 1,0 7-1052,0-7 67,0 0 219,0-8 1,0 1 1050,0 0 0,9-19 0,3-5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2:23.052"/>
    </inkml:context>
    <inkml:brush xml:id="br0">
      <inkml:brushProperty name="width" value="0.08571" units="cm"/>
      <inkml:brushProperty name="height" value="0.08571" units="cm"/>
    </inkml:brush>
  </inkml:definitions>
  <inkml:trace contextRef="#ctx0" brushRef="#br0">106 85 8000,'-11'-2'-24,"4"-5"187,4 5 84,3-8 0,0 8 234,0-5-87,0 4 88,0-6-286,0 9 533,0 0-514,10 0-145,1 0-42,11 0 1,-1 0 50,0 0 0,0 0 31,1 0 0,1 0 3,6 0 1,-3 0-136,9 0 1,-7 0 47,8 0 1,-3 0-131,2 0 0,5 0-41,-4 0 1,4 0 103,3 0 1,-1 0-36,1 0 0,-1 0 82,1 0 1,1 0-80,6 0 1,-5 0 63,4 0 1,6 0-29,1 0 0,-4 0 24,-2 0 1,2 0 8,-3 0 1,1 0-54,-7 0 1,-1 0 39,1 0 0,-8 0 14,0 0 1,-2 0-14,3 0 1,4 0 35,-5 0 1,-1 0-36,1 0 1,0 0 66,8 0 1,-1 0-52,1 0 0,-1 0 4,1 0 0,-1 0 5,1 0 0,-8 0-2,1 0 0,-3 0-11,2 0 0,3 0 7,-10 0 1,8 0-12,-8 0 0,3 0 9,-3 0 0,-2 0 4,9 0 0,-6 0 5,6 0 0,-2 0 2,3 0 1,4 0 20,-5 0 1,-2 0-27,3 0 0,-3 0 4,2 0 1,5 0-2,-4 0 0,-3 0-18,2 0 1,-6 0 18,6 0 1,-7 0-2,8 0 0,-8 0 0,8 0 1,-8 0 0,7 0 0,-6 0 4,6 0 0,-7 0-7,8 0 0,-8 0 2,8 0 0,-8 0-1,7 0 1,-2 0-4,3 0 1,4 0 5,-5 0 0,-2 0-29,3 0 1,-1 0 9,8 0 0,-8 0-2,1 0 1,-1 0-28,8 0 0,-8 0 32,0 0 0,1 0-1,6 0 0,-6 0-3,-1 0 0,-7 0 49,8 0 0,-1 0-6,8 0 0,-3 0 6,-5 0 1,6 0-33,-6 0 1,-2 0 5,2 0 1,1 0-26,6 0 1,-6 0 26,-1 0 1,1 0-38,6 0 0,1 0 31,-1 0 1,1 0-34,-1 0 1,-6 0 20,-1 0 1,0 0-12,8 0 0,-3 0 4,-5 0 0,6 0 1,-6 0 1,3 0 3,-3 0 0,3 0 1,-10 0 0,10 0-13,-3 0 0,3 0 11,-2 0 1,4 0-33,-5 0 1,1 0 26,6 0 1,-11 0-3,11 0 0,-4 0 9,5 0 0,-1 0 1,1 0 1,-1 0 0,1 0 1,-1 0-10,1 0 1,2 0-24,4 0 1,-4 0 25,5 0 1,-6 0-28,-1 0 0,-1 0 22,1 0 1,-1 0-25,1 0 1,-8 0 30,1 0 1,-1 0 0,8 0 1,-1 0 3,1 0 0,-3 0-16,-5 0 0,8 0 34,-1 0 0,-6 0-26,6 0 1,-4 0 18,5 0 1,-1 0-13,1 0 1,-1 0-23,1 0 0,-1 0 19,1 0 1,-1 0-2,1 0 0,-1 0 2,1 0 1,-1 0-5,1 0 0,6 0 9,1 0 1,-1 0-9,-6 0 1,-1 0 45,1 0 0,-1 0-36,1 0 0,-1 0 2,1 0 0,-8 0-6,1 0 1,-3 0-3,2 0 1,3 0-2,-10 0 1,10 0 6,-3 0 1,3 0-23,-2 0 0,1 0 17,-8 0 1,9 0-33,-3 0 1,5 0 26,3 0 0,-3 0-10,-5 0 0,5 0 0,-4 0 1,4 0-1,2 0 0,1 0 6,-1 0 0,1 0-3,-1 0 1,6 0 16,-6 0 1,5 0-15,-11 0 1,4 0 18,2 0 0,-1 0-16,-6 0 0,3 0 14,-10 0 0,8 0-7,-8 0 0,10 0 0,-3 0 0,-2 0-1,3 0 1,-8 0-2,7 0 1,-6-2-103,6-5 0,-9 4 93,2-4 1,3 5-59,-3 2 1,1 0 47,-8 0 1,0-7 6,0 0 0,1-1 93,-1 8-29,-9 0 0,0 0 195,-5 0-77,-5 0-99,7 0-151,-9 0-125,0 0 160,10 0 1,-5 0 36,9 0-38,-9 0 47,13 0-16,-15 0 0,9 0 92,-5 0-45,-5 0 0,10 0 44,-5 0-31,-5 0 0,10 0 214,-5 0 83,-4 0-299,6 0 0,-7 0 162,5 0-65,-4 0-187,6 0 185,-9 0-496,0 0 332,0 10 19,0-8 0,0 10 72,0-5-27,0-4 1,0 8 82,0-4 0,0-2-39,0 9 1,0-7 13,0 8 1,0-8 32,0 7 1,0 0-13,0 7-66,0 0 1,0 1 24,0-1 0,0 0-89,0 0 1,0 1 55,0-1 0,-7 7-7,0 1 1,0-1 0,7-7 0,0 8-7,0-1 1,-7 3-7,0-3 0,0-2-2,7 9 1,-7-6 10,0 6 0,0-9 7,7 2 1,-8 3 0,1-3 0,-2 1-8,2-8 1,4 3-29,-4 4 1,5-4 48,2 4 1,-7-4 4,0-3 0,0 0-25,7 0 1,0 1 2,0-1 0,2 0-26,5 0 1,-4-7 28,4 1 0,2-1-92,-2 7 0,3-2 103,-3-5-102,-5 5 1,8-7 71,-10 9 0,0-7-3,0 0 1,0-7 8,0 8 1,0-8 0,0 7 1,0-7-7,0 7 0,0-7 20,0 7 41,0-9-51,0 14-14,0-17 1,-3 15-21,-4-10-10,5 0-33,-8-7 65,10 0 429,0 0-459,-9 0 0,6-2-166,-4-5 57,-4 4 0,-1-6 76,-10 9 0,6-7-111,-5 0 1,4 0 116,-11 7 1,-3-8-49,3 1 1,-10 0 2,3 7 0,-6 0-8,-1 0 0,-8-7 63,1 0 1,-10 0 4,2 7 1,-4 0 15,-3 0 1,0 0-42,0 0 0,-6 0 9,-1 0 0,0 0-4,7 0 0,-7 0-45,0 0 1,-6 0-106,6 0 0,-7 0 184,7 0 0,-16 0-26,2 0 1,-7 0-1,-1 0 0,4 0-288,-10 0 1,-1 0 298,47 0 1,0 0 0,-44 0-126,5 0 1,5 0 100,2 0 1,-5 0-100,5 0 0,5 0-35,16 0 0,0 0-14,1 0 1,-1 0 142,0 0 1,0 2-7,0 6 1,1-6-7,-1 5 1,-7-5 96,0-2 1,-7 0 29,8 0 0,-8 0-73,7 0 0,-14 0 45,7 0 0,-7-7-44,14 0 0,-9 0 70,2 7 1,-2 0-52,2 0 1,4 0 1,11 0 1,-1 0-16,0 0 1,3 0-2,4 0 0,-2 0-3,9 0 0,-9 0 5,3 0 0,-3 0 1,2 0 0,-4 0-3,4 0 0,-7 0 7,-7 0 0,12-7 0,-4 0 1,4 0 0,-5 7 1,7 0 156,0 0 1,10 0-140,-2 0 0,4 0 287,2 0 0,-6 0-302,-1 0 1,-7 0 90,8 0 1,-3 0-89,2 0 1,3-7-21,-10 0 1,3 0 68,-3 7 1,3 0 3,5 0 1,1 0-32,-8 0 0,8 7 5,-1 0 1,4 0-28,2-7 0,-1 0 18,-6 0 0,5 0-16,-4 0 1,4 0 19,2 0 0,-2 0-73,-4 0 0,4 0 7,-5 0 1,5 0-12,3 0 1,-3 0 27,-5 0 1,6 0 10,-6 0 1,5 0-9,3 0 1,-1 0 5,1 0 0,-1 0-29,1 0 0,-3 0 26,-5 0 0,5 0-59,-4 0 1,4 0 29,2 0 1,-6-7-7,-1 0 0,1 0 59,6 7 0,-6 0-40,-1 0 1,3 0 54,11 0 1,-6 0-50,-1 0 0,8 0 31,-8 0 0,13-8-19,-6 1 0,8 0 63,-8 7 1,8 0-58,-7 0 0,9 0 8,-3 0 0,-1 0-31,1 0 0,-6 0-5,7 0 1,-3-7-56,3 0 1,2 0 70,-10 7 0,8 0 24,-8 0 0,10-7-34,-2 0 0,-3 0 25,3 7 0,-3 0 2,3 0 0,4 0 7,-4 0 0,2 0-1,-2 0 0,4 0 5,-4 0 0,4 0-34,3 0 0,0 0 20,-1 0 1,1 2-2,0 5 0,0-4-3,-1 4 0,1-5 4,0-2 0,0 0 40,-1 0 1,8 0 5,0 0 1,0 7 93,-7 0 26,9 0 199,-7-7-164,17 0 143,-8 0-171,10 0 115,0 0-332,0-9 102,0 6-139,0-15 0,0 13-32,0-9 1,0 7 70,0-8 0,0 8-182,0-7 0,0 7 53,0-7 1,0 0-80,0-7 1,0 6-145,0 1 0,0 0-760,0-7 1155,0 0 0,47-48 0,12-11 0</inkml:trace>
  <inkml:trace contextRef="#ctx0" brushRef="#br0" timeOffset="1801">489 447 7868,'0'-12'-239,"0"0"369,0 5 365,0 5-216,0-8 1,0 8 113,0-5 23,0 4-20,0-6-177,0 9 811,0 0-875,0 9 1,2 3-108,5 9 0,-4 1 68,4-1 0,-5 0-44,-2 0 1,0 8 63,0-1 1,0 8-178,0-8 0,0 7 49,0-6 1,0 6-94,0-7 1,0 1-100,0-8 165,0 0 374,0 1-185,0-1-170,0-9 1,0-12 47,0-15 1,0 1-47,0-7 0,0 4 68,0-11 1,0-3-137,0 3 1,0-7 0,0 6 1,0-6 18,0 7 1,-7-8 6,0 8 0,0-1 29,7 8 1,0 0 1,0 0 0,-2 2-12,-5 5-399,4 4 319,-6 10 1,9 10 105,0 4 1,0 7-7,0 7 0,0-4-3,0 4 0,2 3 42,5-3 0,-4 3-65,4-3 0,-5-4-86,-2 4 0,0-4 101,0-3 1,0-7-230,0 1 101,0-1-597,0 7-222,0-9-205,0 7-518,-9-17 1681,6 8 0,-6-20 0,18-40 0,3-18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2:27.004"/>
    </inkml:context>
    <inkml:brush xml:id="br0">
      <inkml:brushProperty name="width" value="0.08571" units="cm"/>
      <inkml:brushProperty name="height" value="0.08571" units="cm"/>
    </inkml:brush>
  </inkml:definitions>
  <inkml:trace contextRef="#ctx0" brushRef="#br0">43 128 7857,'0'-12'-867,"0"2"1,-3 10 944,-4 0 410,5 0-186,-7 0 163,9 0-77,0-9 126,0 7-171,0-8 95,0 1 125,0 6-201,0-6-200,0 0 223,0 6-160,0-6 59,0 9 175,0 0-464,0 9 1,0 3 16,0 9 0,0 0 94,0 1 0,2-1-137,5 0 0,-5 0 70,5 1 1,-4-1-83,-3 0 0,0 1 14,0-1 1,0 0 42,0 0 113,0 1 30,0-1 0,0-7 211,0 0-158,0-9-120,0 4 84,0-9-175,0-9 1,0-3 49,0-9 0,0 0-102,0-1 1,-3 1 72,-4 0 0,5-8-85,-5 1 0,5-3 39,2 3 1,0 4 23,0-4 1,0 12-40,0 1 46,0 1-397,0 2 248,0 3 134,0 9 0,2 9 26,5 6 1,-5 6 4,5 7 1,-4-4 33,-3 4 1,0 3-75,0-3 0,0 1 103,0-8 0,0 0-53,0 0 66,0 1 45,0-1 186,0 0-236,0-9 18,0-3-164,0-9 0,0-9 99,0-5 1,0-5-140,0-2 0,0-3 82,0-4 0,0 2-156,0-10 0,0 10 24,0-2 1,0-3 40,0 3 1,0-8-31,0 8 1,0 7-133,0 7-224,0-1 198,0 4 128,-10 1 0,8 13 44,-5 4 0,5 4-186,2 11 0,0-1-75,0 0 1,0 0-137,0 1 1,0-1-540,0 0 61,0 0 994,0 10 0,-10 2 0,-2 10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2:30.805"/>
    </inkml:context>
    <inkml:brush xml:id="br0">
      <inkml:brushProperty name="width" value="0.08571" units="cm"/>
      <inkml:brushProperty name="height" value="0.08571" units="cm"/>
    </inkml:brush>
  </inkml:definitions>
  <inkml:trace contextRef="#ctx0" brushRef="#br0">54 383 7856,'10'-11'12,"-8"-1"114,5 5 1,-2 4 337,2-4 1,-5 5-197,8 2 0,-10-2 215,0-5-272,0 4 282,0-6-380,0 9 1,-7 2 96,0 5 1,0-2-154,7 9 0,0-7-41,0 7 0,-8 0-38,1 8 1,0 1 100,7 6 0,0-6-163,0 6 1,0 1 25,0-1 0,0-1 88,0-7 0,0 8-60,0-1 0,7 0 66,0-6 1,8-1-96,-8 0 120,9 0 1,-4-7 4,9 1 0,1-11 7,-1 3 0,0-7 99,0-7 1,1 3-17,-1-11 1,0 1-80,0-7 1,1-7 42,-1-1 0,-7-1-17,0 1 0,-9 3-32,2-9 1,-5 7-72,-2-8 1,0 10-150,0-2 1,-9-3 24,-5 3 0,-8-1-169,-6 8 0,2 2-259,-9 5 1,6 2 243,-6 5 0,2 5-101,-2-5 0,4 12 12,10 2 1,-1 9-232,1-2 0,2 5 628,5 2 0,14 67 0,6-36 0,0 0 0</inkml:trace>
  <inkml:trace contextRef="#ctx0" brushRef="#br0" timeOffset="611">756 65 6662,'-12'0'2265,"2"0"-1481,10-10-508,0 8 0,-2-8 438,-5 10-203,5 0-62,-8 0 89,10 0 272,0 0-619,0 10 1,0 9-160,0 9 1,0 8 51,0-8 0,0 10-124,0-3 0,0 12 41,0 3 1,0-1-60,0-6 1,0 7 18,0-1 1,0 8 29,0-8 0,0-1 10,0-13 1,0 5-25,0-4 0,0-3 25,0 2 1,0-9 3,0 2 0,0-4-17,0-3 0,0 1 30,0-1 0,0-7-47,0 0 1,0-7 56,0 7-77,0-9-52,0 5-23,0-10 187,0 0-25,0-10 0,0 5-1119,0-9 768,0 0 1,0-7-753,0 0 0,0-1-244,0 1 1308,0 0 0,0-38 0,0-10 0</inkml:trace>
  <inkml:trace contextRef="#ctx0" brushRef="#br0" timeOffset="1434">1202 235 7864,'0'-12'958,"-10"2"-368,8 1-369,-7 7 1,6-8 60,-4 10 1,5 3-101,-5 4 0,4 4-78,3 11 1,0-1 36,0 0 1,-7 8 75,0-1 0,0 3-198,7-3 0,0-2 111,0 9 0,0-6-241,0 6 0,0-9 59,0 2 0,0-4-244,0-3 1,0 1-416,0-1 169,0-9 1,0-1-516,0-4 705,0-4 0,0 4 352,0-14 0,0-43 0,0-18 0</inkml:trace>
  <inkml:trace contextRef="#ctx0" brushRef="#br0" timeOffset="4402">1138 320 7747,'0'-22'145,"0"8"131,0 0 1,-7 7 184,0-7 315,0 0-109,7 2-201,0 2-233,0 10 0,9 3 13,6 4 0,-4 5-133,3 9 0,1 3 104,6 4 0,0-2-111,0 9 1,1-9 82,-1 3 0,-7 1-303,0-1 0,0 1 112,8-1 0,-1-6-171,0 6 1,-7-13-48,1-2 70,-1 1 1,0-4 102,0-4 43,-9-4 25,4-3 1,-9-10-28,0-4 0,0-7-19,0-7 0,0 4 35,0-4 0,0-5-126,0-3 1,0 3 88,0-2 1,0 9-17,0-3 1,0 3 19,0-2 1,0 12-1,0-6 0,0 13-324,0-5 172,0 9 96,0-5 0,0 13 20,0 4 1,0 5 108,0 9 0,3 0-47,4 0 1,-5 1 4,5-1 1,-5 0 16,-2 0 1,0 8 18,0-1 0,0 0 4,0-6 0,0-1-42,0 0 0,0 1 25,0-1-19,10 0 1,-5 0-51,9 1 1,-10-8 1,4 0 0,3-9-97,4 2 0,-4-5 72,4-2 0,-1 0-15,7 0 0,0-2 55,0-5 0,1-3-20,-1-4 1,0-5 75,0 5 1,1-12-84,-1-2 1,0-1 108,0 8 1,-2-7-28,-4-1 1,-4 1 21,-4 7 1,-4-1-44,4 1 1,-5 7-2,-2 0 35,0 9-37,-9-4 1,-3 9 73,-9 0 0,2 2-62,5 5 0,-5-2-34,5 9 0,2 0 71,-2 7 0,7 1 92,-8-1 0,11 0 10,-3 0 0,4 1-70,3-1 1,0 0 26,0 1 1,0-1 29,0 0-150,0 0 0,10-2 97,4-5 1,5 3-221,2-10 0,0 0 18,0-7 0,1 0-110,-1 0 0,3 0 118,4 0 1,-4-9-71,4-6 1,-5-3 12,-1-4 0,-1-1 70,0-6 0,0-1-64,1-6 1,-3-4 43,-5 5 0,2-6 44,-9-1 0,0-1 36,-7 1 1,0 2 203,0 4 120,0-4-263,0 17 0,0 4 79,0 19 1,-7 4-64,0 18 0,0-3 147,7 16 1,-7 0-28,0 8 1,0-1 186,7 1 0,0-1-15,0 1 0,0-3 17,0-4 0,0 4-321,0-5 0,0-4 97,0-3 0,0-4-42,0-3 135,0 0-1071,0-9 469,0-2-842,9-10 624,-6-10 0,6-2-191,-9-9 1,-2 0 305,-5 0 0,4-8 185,-4 1 0,-2 0 283,2 6 1,-3 1-76,3 0 0,5-1 51,-5 1 0,2 0-133,-2 0 1,5 7 957,-5-1-438,4 11 0,6-8 104,4 5 0,4 4-160,11-4 1,-1 5-67,0 2 1,3 0-149,4 0 1,-4 0 44,4 0 1,-4 0-62,-3 0 1,0 0 44,1 0 0,-1 0-12,0 0 1,-7 2 73,0 5 0,-7-2 120,8 9 0,-8-7 38,7 8 1,-9-1-64,2 7 0,-5 0-90,-2 0 0,0 1 13,0-1 1,0 0-113,0 1 1,0-1 136,0 0 1,0 0-381,0 1 1,0-8-61,0 0 0,0-7-638,0 7-184,0-9 488,9 4 286,3-9 1,10-2 69,-1-5 0,-7-5 34,0-9 0,-7 0-39,7-1 0,-2 1 246,2 0 0,3 0 111,-10-1 0,2 3 127,-2 5 0,-4 2 458,4 5-322,5 5 264,-10-8-430,17 20 1,-14 2-92,9 9 0,-9 0 24,2 1 0,2 1-139,-2 5 0,7-11-25,-7 4 1,8-4-124,-8 4 0,7-7-535,-7 0 359,9-9-34,-4 5 238,10-10 1,-11-3 34,-4-4 1,3-5-40,-3-9 0,0 0 12,-7 0 1,0-1 32,0 1 1,0-7 22,0-1 1,0 1 123,0 7 0,-2 7-57,-5-1 40,4 1-110,-6-7-399,-1 9 116,8 3 256,-7 9 0,11 0-55,5 0 0,5 0-20,9 0 1,0 0 167,1 0 1,-1 0-91,0 0 0,5 2 251,-5 5 0,5-4-75,-12 4 0,3-3 96,-3 3 1,3-2-47,-10 9 0,0-7 259,-7 8-258,9-1 1,-6 7 48,4 0 0,-5 1-342,-2-1 182,0 0 0,0 0-138,0 1 0,0-1 42,0 0 0,0-7-230,0 0 0,0-7 74,0 8 0,2-11-170,6 3 145,3-4 1,11-3-30,-1 0-1,0-3 258,0-4 1,-7 3-141,1-11 1,-4-1 172,4-12 1,1 2-89,-9-10 1,3 8 69,-3-8 1,-5 8-66,5-7 1,-4 9 20,-3-3 1,-8 6 15,1 1 1,-9 4-1,2 3 0,-5 6-5,-2 9 1,-1 0-27,1 0 1,0 2-77,0 5 0,6 5 72,1 9 0,2 1 39,-2-1 0,-2 0-35,9 0 0,0 1 19,7-1 1,0 0-129,0 1 64,0-1 0,9-2-73,5-5 1,5-5 63,2-9 0,8 0-21,-1 0 1,3 0 37,-3 0 0,-2-9 77,9-5 1,-9 2-81,3-2 1,-6 0 61,-1-8 1,6 1 16,0 0 1,1 2 150,-8 5 0,-7-3 10,0 10 97,0 0 1,8 7 450,-1 0-540,-9 0 0,4 9 0,-9 6 1,-2 3 110,-3 4 1,-2 1-136,0 6 1,7-6 0,1 6 1,-1-6-49,-7-1 0,0-1-153,0 0 1,2 0 56,5 1-112,-5-1 1,15-7 24,-10 0-345,10-9 19,-6 4 330,11-9 0,-8-9-58,0-5 1,-9-5-59,2-2 1,2-3 28,-2-4 1,0 2 57,-7-10 0,7 3-119,1-2 0,-1-5 63,-7 4 1,7-4 3,0-3 0,2 1 78,-2-1 0,-4 10 91,4 5 0,-3 12-153,4 1 80,-6 11 0,10 4 293,-5 14 1,-5 7-126,5 7 0,-4 3 324,-3 5 0,-3 4-172,-4-5 1,5-2-1,-5 3 0,-3-8-138,3 7 0,-7-9-172,7 3 1,-2-6 151,1-1 0,4-8-114,-10 0 1,6-7-194,-6 7 0,7-9-10,-7 2-85,9-5 1,-4-4 110,9-5 0,0 2-121,0-9 1,0 0 89,0-7 0,2-1 112,5 1 0,-2 2-29,9 5 65,0-5 1,8 10 128,-1-6 0,-7-1-100,0 9 273,-9 0-206,14-3 1,-14 8 109,9-5 0,-10 2-8,4-2-113,-6 5-13,-2-8 0,0 8 12,0-5-79,0 4 87,0-6-55,0 9 21,-10 0 0,8 2 118,-5 5 1,-2-2-28,1 9 1,-1-7-23,2 8 0,5-1-33,-6 7 1,6-7 6,2 0 0,-2-2 17,-5 2 41,4 5-224,-6-7 201,9 9-205,0 1 96,0-11 1,0-1-13,9-10 13,-6 0 1,8-3-66,-3-4 0,-6 3 63,5-11-120,-5 1 120,8-7 1,-8 0-113,5 0 1,-4 6-149,-3 1 39,0 0 0,0-7 124,0-1 1,-3 8-155,-4 0 108,5 0 0,-15-7 51,10-1 0,0 1 154,7 0 1,0 0-202,0-1 502,-9 1 19,6 0-197,-6 0 1,9 7 42,0-1-115,0 11 0,7-3 196,0 14 1,0 4-48,-7 11 1,7-1 70,0 0 0,0 8-43,-7-1 1,7 10-15,1-3 1,-1 3-84,-7-3 1,0 5 3,0-4 0,0 2-41,0-3 0,0-2-3,0-5 0,0-4-211,0 4 1,-3-11 20,-4-3-386,5-9 217,-8 14-270,10-17 192,0-2 0,0-14-68,0-14 1,0 4 155,0-4 1,10-3 50,4 3 1,-2-10 57,2 2 1,0-1-47,7 1 1,3-2 166,4 10 1,-4-3-109,4 3 1,-4 12 193,-3-6 0,0 15 226,1 0-112,-1 5 0,-2 11-65,-5 5 0,-5 1 82,-9 6 0,0-5-52,0 13 0,-9-6-91,-5-2 1,-12-2-145,-3-4 0,-1 3 153,1-3 0,6-4-397,-6 4 1,6-11 75,2 3 1,-3-4-66,-4-3 0,11 0 135,-4 0 0,11 0-74,-4 0 189,10 0-78,-6 0 0,12 0 795,6 0-508,3 9 1,11 3 314,-1 9 1,0 1-93,0-1 1,1-7 37,-1 0 0,-7 0 93,0 8-446,0-1 1,8 0-43,-1 0 1,-7-9 108,0-5 0,-7 3-699,7-3 1,-6 0 32,6-7-1887,-10 0 1225,6 0 0,-10-3-1166,0-4 2358,0 5 0,-76-36 0,29 20 0,0 1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2:45.328"/>
    </inkml:context>
    <inkml:brush xml:id="br0">
      <inkml:brushProperty name="width" value="0.08571" units="cm"/>
      <inkml:brushProperty name="height" value="0.08571" units="cm"/>
      <inkml:brushProperty name="color" value="#E71224"/>
    </inkml:brush>
  </inkml:definitions>
  <inkml:trace contextRef="#ctx0" brushRef="#br0">213 213 7717,'0'-12'-1405,"0"0"1642,0 5 1,0 3 118,0-11 0,7 8 186,1-7-121,-1 9-111,-7-13 1,0 13 86,0-9 142,0 9-78,0-14-26,0 7-2,0 0-223,0-6 1,0 13-42,0-9 3,0 9 1,-3-5-108,-4 10 1,2 0-54,-9 0 1,7 0-118,-7 0 1,7 0-80,-7 0 0,7 10 77,-7 4 0,-1 5 31,-6 2 0,7 8 82,0-1 0,2 10 76,-2-3 1,-3 3-86,10-3 1,-7 5 63,7-4 1,0 2-9,7-3 1,0 3 25,0-10 1,2 8-49,5-8 0,-2 0 14,9-6 1,0-8-47,8 0 1,6-9 38,0 2 0,1-5-91,-8-2 1,7 0 75,1 0 1,-1-7-53,-7 0 85,0-10 1,-2 6-3,-5-11 1,3 8-72,-10 0 53,0 0-21,-7 2 31,0-7-182,0 17 153,-9-8 0,4 10-436,-9 0 0,9 3 33,-2 4 1,2-5-624,-2 5-669,5 5 929,-8 0 0,3 2 79,0 0 670,0-9 0,-2 23 0,-3-4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2:47.337"/>
    </inkml:context>
    <inkml:brush xml:id="br0">
      <inkml:brushProperty name="width" value="0.08571" units="cm"/>
      <inkml:brushProperty name="height" value="0.08571" units="cm"/>
      <inkml:brushProperty name="color" value="#E71224"/>
    </inkml:brush>
  </inkml:definitions>
  <inkml:trace contextRef="#ctx0" brushRef="#br0">1 0 12232,'0'22'-17,"0"-1"0,0 0 73,0 0 0,0 8-121,0-1 0,0 0 16,0-6 0,0 6 19,0 0 0,0 8 16,0-8 0,0 0-3,0-6 0,0-1 8,0 0 0,0-7 9,0 1 0,0-8 56,0 7-52,0-9 103,0 4 0,0-11-102,0-5 1,0-5 5,0-10 1,0 1-11,0 0 0,0-3-9,0-4 1,0 2 0,0-7 0,0 0 4,0 0 0,0 7-14,0-2 1,0 4 15,0 3 1,0-1-6,0 1 0,0 7 1,0 0-250,0 9 158,0-4 0,0 11-63,0 5 0,0 5-2,0 9 1,0 0 63,0 1 1,0-1-161,0 0 0,0 0 47,0 1 1,0-1-68,0 0 1,0 0 22,0 1 1,0-8-1049,0 0 302,0 0 657,0 7 1,0-6 343,0-1 0,0-47 0,0-5 0</inkml:trace>
  <inkml:trace contextRef="#ctx0" brushRef="#br0" timeOffset="613">383 64 7637,'12'0'543,"-2"0"-126,-10 0 1289,0 0-1498,-10 0 0,1-2-160,-5-5 118,-5 4-213,7-6 96,-9 9-68,-1 9 1,8-4-20,0 9 0,7-2-82,-7 2 0,9 5 80,-2-5 0,-3-2-38,3 2 1,0 0-59,7 8 1,0-8 85,0 0 1,3-9-110,4 2 1,-3 2 7,11-2 111,-1 0 0,7-7 26,0 0 98,1-9 0,-1-3-43,0-9 0,-7 7 144,0 0 1,-2-1 98,2-6 0,-2 0-92,-5 0 1,-4 7 82,4-1 1,-3 8 185,4-7-277,-6 9 135,7-4-178,-9 9 1,0 2 0,0 5 0,0 5 14,0 9 1,0 1-120,0-1 1,-7 7 82,0 1 1,0 1-96,7-1 0,-7-6 47,0 6 0,0 1-118,7-1 1,0-1 43,0-7 1,-7 0 12,0 1 1,0-8-38,7 0 1,0-7-316,0 7-24,0-9 135,0 4-439,0-9 199,0 0-311,0-9 1,0 4 266,0-9 1,0 7-115,0-7-80,0 0 1,0-8 707,0 1 0,0-57 0,0-14 0</inkml:trace>
  <inkml:trace contextRef="#ctx0" brushRef="#br0" timeOffset="1101">575 85 7638,'21'0'156,"0"0"1,-7 0 715,0 0-154,-9 0-364,5 0 1,-8-2 138,5-5-305,-5 5 0,10-8 193,-5 10-163,-4 0 9,16 0-95,-8 0 1,4 0 100,-1 0-291,-10 0 0,8 0-51,-5 0 0,-4 10 78,4 4 1,-5 5-11,-2 2 0,0-5 41,0 6 1,-2-6-52,-5 13 0,-3-6-8,-4-2 1,-5 1 21,5-1 1,-3 0-25,3 0 1,-5 1-266,5-1 194,-5-9 1,-2 4 81,0-9 1,7 0-9,0-7 1,6 0-2,-6 0 0,10-2 116,-4-5 0,6 2-78,2-9 1,0 7 17,0-7 0,2 9 21,6-2 1,3 5 66,11 2 0,-1 0 116,0 0 0,0 0-54,1 0 0,-1 2 56,0 5 1,0-2-33,1 9 0,-8-7 216,0 7-211,0 0-88,7 8 1,-6-3 48,-1-5-263,-10-5-231,6 1 173,-10-8-318,0 7 0,-2-9 189,-6 0 0,4-7-705,-10 0 1,6-7 279,-6 7 0,10-2 123,-4 2 0,-1 2 615,2-9 0,-19-19 0,2-12 0</inkml:trace>
  <inkml:trace contextRef="#ctx0" brushRef="#br0" timeOffset="1807">1148 340 7857,'-11'0'950,"1"0"0,10 3 187,0 4-362,-9-5-289,6 8-71,-6-10-722,9 0-1233,0 0 0,19-10 1,4-2-1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2:57.324"/>
    </inkml:context>
    <inkml:brush xml:id="br0">
      <inkml:brushProperty name="width" value="0.08571" units="cm"/>
      <inkml:brushProperty name="height" value="0.08571" units="cm"/>
      <inkml:brushProperty name="color" value="#E71224"/>
    </inkml:brush>
  </inkml:definitions>
  <inkml:trace contextRef="#ctx0" brushRef="#br0">149 43 5993,'-12'0'2733,"3"0"-2129,9-10-129,0 8-74,0-7 52,0-1-231,0 8-15,9-8 1,-4 10-115,9 0 0,-7 0 64,7 0-146,-9 0 107,14 0 0,-14 7 48,9 0-147,-9 10 0,4-5 97,-9 9 1,7-7-118,0 0 0,0 1 52,-7 6 0,-7 0-117,0 0 0,-7-7 8,7 1 1,-10-4-89,3 4 0,-2 3 133,2-3 1,-5-6-101,4-2 1,-3-4-56,-4-3 1,8 0-38,0 0 75,0 0 0,0 0-20,-1 0 212,11-10 0,-6 5 71,10-9 212,10 9-245,2-4 1,9 9 91,0 0 1,0 0 18,1 0 0,-8 2 136,0 5 1,0-2 143,7 9-329,1 1 1,-1 6-161,0 0 1,-7-2 93,0-5 1,-9 5-174,2-5 0,3-2-25,-3 2 1,2-7-15,-2 7 0,-4-7-244,4 8 38,-5-11 1,-2 8-899,0-5 430,0-4-882,0 6 672,0-9-212,0 0 1212,0-9 0,19-32 0,5-15 0</inkml:trace>
  <inkml:trace contextRef="#ctx0" brushRef="#br0" timeOffset="557">574 64 6162,'0'12'1466,"0"-3"1,0-6-772,0 4 270,-9-5-191,6 8-93,-16-10-306,17 0-26,-7 0-21,9-10-255,0 8 0,0-10-37,0 5 1,2 4 23,5-4 1,-2 5-171,9 2 0,-7 0 66,7 0 0,-7 0-106,7 0 306,1 0-57,6 0 0,-7 7 50,0 0-62,-9 10 0,4-5-46,-9 9 1,-2-2 32,-5-5 1,2 5-121,-9-5 1,2-2 81,-2 2 0,-5-2-175,5 2 0,-5-2-170,-2-5 134,0-5 0,-1 8 140,1-10 1,7 0-33,0 0-99,9 0 112,-4 0 0,9 2 444,0 5-279,0-5 1,2 15 847,5-10-654,5 9 0,9-4 724,0 10-673,1-1 1,-1 0-102,0 0 0,-9-7-65,-5 1 146,5-1-564,0 7 1,-1-7 176,-4 0 0,-2-9-1097,2 2 579,-4-4-1212,6-3 52,-9 0-377,0 0 1458,10 0 1,-6-8-564,10 1 1211,-9-9 0,23-43 0,-4-21 0</inkml:trace>
  <inkml:trace contextRef="#ctx0" brushRef="#br0" timeOffset="1171">872 128 7826,'0'12'2392,"0"-3"-1634,0-9-42,0 0-207,-10 0 0,8 0-64,-8 0-227,10 0-92,10 0 1,-5-2-93,9-5 0,-7 4-112,7-4 0,-7 5 55,7 2 0,-7-7-10,7 0 0,1 0 43,6 7 1,0 0-138,0 0 0,-6 0 95,-1 0 1,0 0-4,7 0 1,-7 0 80,0 0 0,-6 0 85,6 0 1,-7 0 143,7 0-109,-9 9-85,4 3 1,-9 9-8,0 0 1,-2-2-53,-5-5 1,-5 5 59,-9-5 1,-1 3-166,1-3 0,0 5 20,0-5 0,-1-2 27,1 2 0,7-9-56,0 2 97,0-5-90,-8 8 78,11-8 0,1 5-34,10-14 34,0 5 1,10-10-6,4 5 0,7 4 57,7-4 1,-4 5 107,4 2 0,-4 0-18,-3 0 0,0 0-65,1 0 1,-1 0 195,0 0-135,0 9 107,1 3 1,-11 10 75,-3-1-68,3 0 1,-11 0-134,0 1 0,-2-1 4,-12 0 0,0-7-169,-8 0 1,1-7 117,0 8 0,-7-11-236,-1 3 0,-1-4 74,1-3 0,6 0-81,-6 0 0,-1 0-128,1 0-228,1 0 0,7-7-682,-1 0-486,11-10-989,1 5 1981,10 1 1,10-6 67,4 10 0,5 0 641,2 7 0,57-10 0,14-1 0</inkml:trace>
  <inkml:trace contextRef="#ctx0" brushRef="#br0" timeOffset="1399">1530 447 7759,'12'0'2951,"-2"0"-2192,-10 0 3826,0 0-4908,-10 0 347,8 0 1,-10 0-2088,5 0 1728,5 0 1,-10 0-735,5 0 0,4 2 3,-4 5 1066,5-5 0,-17 8 0,-5-10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3:05.402"/>
    </inkml:context>
    <inkml:brush xml:id="br0">
      <inkml:brushProperty name="width" value="0.08571" units="cm"/>
      <inkml:brushProperty name="height" value="0.08571" units="cm"/>
      <inkml:brushProperty name="color" value="#E71224"/>
    </inkml:brush>
  </inkml:definitions>
  <inkml:trace contextRef="#ctx0" brushRef="#br0">85 107 7835,'-12'-3'-919,"5"-4"0,3 5 754,-3-5 542,4 5 74,-6 2 0,6 0 297,-4 0-177,5 0 30,-8 0-155,10 0 126,0-10-109,-9 8-316,7-8 0,-8 8 230,10-5-325,0 4 1,7-8 55,0 4 1,3 4-100,-3-4 0,-2 5-74,9 2 0,-7-3 113,7-4 0,0 5-69,7-5 1,-6 5 71,-1 2 11,0 0 0,5 2 33,-5 5 1,5-5 2,-5 5 0,-4 5-46,-3 2 1,2-2 83,-2 2-183,0 1 1,-7 6 70,0 0 0,0 0-90,0 1 0,-9-8 104,-5 0 0,2 0-90,-2 7 1,-1-7-42,-6 1-57,0-11 1,0 13 18,-1-10-6,1 0 151,0-7-84,0 0 137,9 0-120,2 0 135,10 0 0,3 0 101,4 0 1,-2 7 529,9 0-364,0 10 1,7-5-70,0 9 1,-6-2-155,-1-5 0,-7 5 38,7-5 0,-7-2-207,7 2 79,-9 0 0,7 5-111,-5-5-57,-5 5 0,8-14-447,-10 9 178,0-9-257,0 4-638,0-9 487,0 0-110,0-9 0,0 4 298,0-9 1,0 7 65,0-8 1,0 1 554,0-7 0,19-47 0,4-13 0</inkml:trace>
  <inkml:trace contextRef="#ctx0" brushRef="#br0" timeOffset="800">638 22 7846,'14'2'-138,"0"5"417,0-4 299,7 6 86,-9-9-170,7 0 277,-16 0-214,6 0-227,-9 0 377,0 0-807,0-9 204,0 6-159,0-6-226,0 9 191,0 0 275,-9 0-109,6 0 25,-6 0-42,-1 0 0,8 0-155,-17 0 178,7 0 17,-9 0-62,0 0 165,-1 0-133,1 0 16,0 0-34,0 0 0,2 2 4,5 5 0,2-4-15,5 4 1,4-3-10,-4 3 1,3-4 89,-3 4 1,4-2-29,-4 2-11,5-5-32,2 17 0,0-14-2,0 9 8,-10-9-9,8 13-52,-8-6 1,10 2-49,0 1-62,0-11 138,0 15-63,0-16 1,0 8 42,0-4 2,0-4-6,0 6 4,0-9-25,0 0 25,10 0-82,-8 0 1,10 0 72,-5 0 0,-2 0-96,9 0 98,-9 0 1,14-2-3,-5-5 1,-2 4 90,2-4-117,0 5 303,7 2-157,0 0 18,1 9 0,-3-4-49,-5 9 1,2-7 45,-9 8 1,0-8-29,-7 7 1,0-7 7,0 7 1,0-7-16,0 7-11,0 1-80,-9 6 1,-3-2 59,-9-5 0,7 2-187,0-9 1,-1 3 56,-6-3 0,0-5-599,0 5 325,-1-4 0,1-3-132,0 0 1,7 0-350,0 0 1,7 0-161,-8 0-370,11 0 523,-6-10-476,10-1 1305,10-11 0,58-46 0,-22 28 0,0 0 0</inkml:trace>
  <inkml:trace contextRef="#ctx0" brushRef="#br0" timeOffset="1142">1169 22 6458,'0'12'835,"0"-3"-754,0-9-1427,0 0 1346,-9 0-283,6 0 283,-6 0 0,9 0 0,-10 0 0,-1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3:12.613"/>
    </inkml:context>
    <inkml:brush xml:id="br0">
      <inkml:brushProperty name="width" value="0.08571" units="cm"/>
      <inkml:brushProperty name="height" value="0.08571" units="cm"/>
      <inkml:brushProperty name="color" value="#E71224"/>
    </inkml:brush>
  </inkml:definitions>
  <inkml:trace contextRef="#ctx0" brushRef="#br0">43 65 7055,'0'-12'594,"0"0"-63,0 5-171,0 4-112,0-6-39,0 0-298,0 6 253,0-6-199,0 9 1,0 2 169,0 5-206,0 5 1,0 9 51,0 1 1,-3-1 52,-4 0 1,5 0-65,-5 1 1,4 1 56,3 5 1,-7-4-27,0 4 1,0-4-8,7-3 0,0 1-5,0-1 0,0-7-42,0 0 65,0 0 1,3 5-18,4-5 0,-3 3 13,11-10 21,-1 0 0,7-7-27,0 0 1,0-2 150,1-5 0,-3 2-106,-5-9 0,2 0 15,-9-8 0,10 1-43,-3 0 1,-5 0 3,-1-1 0,-6 1-22,-2 0 1,0-8 37,0 1 0,0 0-142,0 7 0,0-1 67,0 1 1,-7 0-181,0 0 0,-10 6 32,3 1 0,-5 9-104,-2-2 0,0 5 46,-1 2 0,1 0-171,0 0 0,0 0 413,-1 0 0,11 66 0,1 17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3:23.551"/>
    </inkml:context>
    <inkml:brush xml:id="br0">
      <inkml:brushProperty name="width" value="0.08571" units="cm"/>
      <inkml:brushProperty name="height" value="0.08571" units="cm"/>
      <inkml:brushProperty name="color" value="#E71224"/>
    </inkml:brush>
  </inkml:definitions>
  <inkml:trace contextRef="#ctx0" brushRef="#br0">86 489 6114,'0'-12'199,"0"3"1,-7 7 388,0-5 111,-1 4-222,8-6 253,0 9 40,0 0-404,0-10 1,-2 8 259,-5-5-169,5 4-62,-8 3 10,10 0 291,0 0-640,0 10 37,0 2 1,0 9-238,0 0 1,0 0-13,0 1 1,0-1 0,0 0 1,0 8 12,0-1 0,0 0 95,0-7 1,3 1-290,4-1 151,-5 0 193,17 0 0,-10-6-13,5-1 0,5-9 12,-4 2 1,-4-7 21,4-7 0,-4 2 132,3-9 0,5-1-51,-4-6 1,1 0-78,-2 0 1,3-8 110,-10 1 1,0-3-88,-7 3 1,0 4-188,0-4 1,-2 4-15,-6 3 0,-3-7-130,-11 0 0,1 6-13,0 8 0,0 2-179,-1-2 1,1 5 68,0 9 1,0 0 41,-1 0 0,8 0-192,0 0 0,2 9 173,-2 5 0,5-2 62,9 2 1,0 0 311,0 8 0,0-10 0,19 35 0,4 0 0</inkml:trace>
  <inkml:trace contextRef="#ctx0" brushRef="#br0" timeOffset="307">468 659 7698,'-12'0'545,"-6"0"281,15 0 0,-9 0 405,5 0-665,5 0-148,-8 0-967,10 0 495,0 0-513,0 10 418,0-8-2421,0 7 998,0-9 1572,0 0 0,38 0 0,9 0 0</inkml:trace>
  <inkml:trace contextRef="#ctx0" brushRef="#br0" timeOffset="775">744 447 12330,'-11'0'643,"-1"2"-482,5 5 1,4-2-158,-4 9 0,5-7 106,2 7 0,0-7-84,0 8 1,0-1-46,0 7-127,0 0 1,0 0-10,0 1 0,0-1-7,0 0 1,2-7 104,5 1 1,-2-8 48,9 7 1,-7-9-4,8 2-1,-1-5 1,7-2 120,0 0 1,0 0-108,1 0 0,-1-9 28,0-6 0,0-4 44,1-2 0,-3 0 12,-5 0 0,2-3-80,-9-4 1,0 4-1,-7-4 0,0-3-319,0 3 0,0-1 143,0 8 1,-9 0-343,-5 0 1,-7 9 195,-8 5 1,6 4-164,-6 3 0,-1 0-182,1 0-87,1 0 0,7 8 107,-1-1 0,8 7 641,0-7 0,9 9 0,5 25 0,12 15 0</inkml:trace>
  <inkml:trace contextRef="#ctx0" brushRef="#br0" timeOffset="1558">1425 43 7760,'21'-12'720,"-2"0"-212,-5 5 113,5 5-235,-17-8 0,10 10 252,-5 0-61,-5 0-141,8 0-379,-10 10 0,0 2 4,0 9 1,0 0 25,0 0 1,-7 1 64,0-1 0,0 0-130,7 0 0,-8 3 1,1 4 0,-7-2 30,7 10 1,-9-8-100,1 8 0,4-8 39,-4 7 1,4 1-61,-4 6 1,-1-6 132,9-1 0,-7-9-4,7 2 1,-3 3-128,3-3 1,5 1 47,-5-8 0,4-7-86,3 0 115,0 0 185,0-2-240,0-2-68,0-10 0,-2 0 4,-5 0-281,4 0-799,-6 0 446,9 0-899,0 0 688,0-10 265,0 8 0,7-10 687,0 5 0,38-24 0,2-14 0</inkml:trace>
  <inkml:trace contextRef="#ctx0" brushRef="#br0" timeOffset="2216">1786 383 7796,'-12'0'-230,"3"0"1321,9 0 502,0 0-1159,0-9-78,0 6-178,0-16 0,2 17-146,5-5 0,-2-3 129,9 3 0,-7 0-117,7 7 1,-7 0 46,7 0 1,-7 0-67,8 0 1,-8 3 59,7 4 0,-9-3-4,2 11 0,-3-1 13,4 7 0,-6-5 3,5 6 1,-5-6-125,-2 13 0,-7-6 80,0-2 1,-9-2-165,1-4 1,-1 3 97,2-3 0,-5-4-124,5 4 1,-5-11-35,-2 3 0,-1-4-5,1-3 0,7 0 19,0 0 64,0 0-25,2 0-15,2-10 186,10 8 0,10-8-61,4 10 0,-2 0 280,2 0 0,0 0-40,7 0 0,1 3 72,-1 4 0,-7-2-106,0 9 1,-2-7 113,2 7-245,5 0 224,-7 7-412,0 1 112,7-1 0,-17-7-546,5 0-56,-5-9-305,-2 4-96,0-9-2136,0 0 2685,0-9 1,0 4 139,0-9 0,0 7 323,0-7 0,0 0 0,19-45 0,5-10 0</inkml:trace>
  <inkml:trace contextRef="#ctx0" brushRef="#br0" timeOffset="2667">2126 340 6507,'0'-11'3494,"0"1"-2355,0 1-259,0 6-532,0-6 0,0 11-48,0 5 1,7-2-95,0 9 0,0-7-148,-7 8 1,0-1-28,0 7 1,0-7-117,0 0 0,2 0 81,6 8 1,-6-8-521,5 0 303,5 0 0,0 5-66,9-5 58,0-4 1,0-10-56,1 0 255,-1 0 1,0-3-14,0-4 0,-2-5 8,-5-9 1,3 0 24,-10 0 1,7-3 223,-7-4-111,10 4 0,-15-7-52,5 10 0,3 7 238,-3 0-138,0 9 70,-7-4 0,0 18 39,0 5 1,0 8 46,0 6 0,-7-2-43,0 9 1,0-6 54,7 6 0,-7-9-93,-1 2 0,1 3 1,7-3 1,-2 8-178,-5-8 1,5 0 118,-6-6 0,6-8-244,2 0 0,-7-7-197,0 7-59,0-9-71,7 4 35,0-9 1,0-2-841,0-5 1,0 2 549,0-9 1,0 7-1236,0-7 1039,0 0 852,0-8 0,-10-18 0,-1-5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3:31.537"/>
    </inkml:context>
    <inkml:brush xml:id="br0">
      <inkml:brushProperty name="width" value="0.08571" units="cm"/>
      <inkml:brushProperty name="height" value="0.08571" units="cm"/>
      <inkml:brushProperty name="color" value="#E71224"/>
    </inkml:brush>
  </inkml:definitions>
  <inkml:trace contextRef="#ctx0" brushRef="#br0">298 22 11187,'0'-12'83,"-9"2"0,4 10-83,-9 0 0,7 0-277,-7 0 119,0 0 1,-8 0-82,1 0 183,0 0 0,0 7 19,-1 0 1,8 1-7,0-8-22,9 0 149,-14 0 1,15 2-112,-11 5 152,11-5 0,-6 10 96,10-5-148,0-4 0,-7 8-4,0-4 10,0-4-121,7 16 1,0-15 121,0 11-138,0-11 1,0 8 95,0-5-180,0-4 121,0 6 9,0 0 0,0-4 1,0 9-2,0-9-7,0 5 1,0-8 6,0 5-32,0-5 28,0 8 3,0-10 1,2 0-7,5 0 29,-4 0 0,9 0-14,-5 0 1,-3 0-2,11 0 98,-11 0 15,15 0 171,-7 0-210,9 0 1,1 2 65,-1 5 0,-7-2-46,0 9 1,-7-7-11,7 7 1,-9-7 3,2 8 1,-2-8 1,2 7 0,-5-7-16,5 7 1,-4-7-4,-3 7 0,-3-2-97,-4 2 0,3-2 90,-11-5 1,8-2-159,-7 9 105,0-9 1,-7 4-381,0-9 105,-1 0 0,1 0-73,0 0 0,7 0-15,-1 0 1,8 0 109,-7 0 1,7-2-1529,-7-5 747,9 5 1029,-4-8 0,47-9 0,9-4 0</inkml:trace>
  <inkml:trace contextRef="#ctx0" brushRef="#br0" timeOffset="199">490 362 7745,'11'0'2391,"-1"-10"-1691,-10 8-401,0-8-355,0 10-3240,0 0 2191,-10 0 1105,8 0 0,-26 10 0,4 2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3:36.840"/>
    </inkml:context>
    <inkml:brush xml:id="br0">
      <inkml:brushProperty name="width" value="0.08571" units="cm"/>
      <inkml:brushProperty name="height" value="0.08571" units="cm"/>
      <inkml:brushProperty name="color" value="#E71224"/>
    </inkml:brush>
  </inkml:definitions>
  <inkml:trace contextRef="#ctx0" brushRef="#br0">171 404 7730,'-12'0'-1622,"0"0"1622,5 0 0,5 0 0,-10 7 539,5 0 72,4 0 82,-6-7-255,-1 0 60,8 0-39,-7 0 19,-1 0-111,8 0 62,-8 0-363,10 0 56,0 0 1,-2-7-93,-5 0 69,5 0-99,-8 7 1,10-2-29,0-5-33,0 4 1,2-6 45,6 9 1,-6-3 101,5-4 24,5 5 0,-8-7-65,11 9 0,-8 0 52,7 0 0,-7 0-34,7 0 1,-7 0 53,7 0 1,-7 0-43,8 0 1,-8 0-9,7 0 1,-9 2-27,2 5 0,2-2 37,-2 9 0,3-7-127,-3 7 0,-5-7 106,5 7 0,-4 1-118,-3 6 1,0 0 58,0 0 0,-3-7-81,-4 1 1,2-1-14,-9 7 31,0 0 1,-7-2-89,0-5 0,6 3 67,1-10 0,0 0 12,-7-7 0,7 0-37,-1 0 170,1 0-113,-7 0 1,7-2 188,0-5-154,9 4 35,-4-16 168,9 17-181,0-7 0,9 9 222,5 0 0,-2 0 104,2 0-116,0 9 1,8 3-39,-1 9 1,-7-7 89,0 0-163,0 1 1,5 6-6,-5 0 1,3-7-140,-10 0 0,0-7 98,-7 8 1,7-8-245,0 7 68,0-9-273,-7 14 241,10-17 1,-8 10-410,5-5 85,-4-5-40,-3 8-644,0-10-1793,0 0 1991,0-10 961,0 8 0,0-55 0,0-2 0</inkml:trace>
  <inkml:trace contextRef="#ctx0" brushRef="#br0" timeOffset="648">659 362 7837,'22'0'709,"-8"2"58,0 5 13,-9-5-205,4 8-155,-9-10 1048,0 0-1525,-9 0-143,-3-10 49,-9 8 1,-1-7-37,1 9 0,0 0 2,0 0 117,-1 0 0,1 0 21,0 0 64,0 0-38,-1 0 0,1 0 127,0 0 1,7 0 91,0 0-120,9 0 0,-7 0 192,5 0-227,5 9 1,-8-4 164,10 9-79,0 0-82,0 7 1,0 1 18,0-1 0,0-7-130,0 0 48,0 0-22,0 8 32,0-1 1,0-7-209,0 0 171,0-9 20,0 4-258,0-9 225,10 0-2,1 0 0,11-2 23,-1-5 0,-7 4 67,0-4 1,0 5 154,8 2-163,-1 0 1,0 0 206,0 0-218,1 0 0,-1 0 171,0 0 1,-7 9-29,0 6 1,-9-4 24,2 4 1,3-8-54,-3 7 1,0 0-13,-7 7 1,-2-7-64,-6 1 1,-1-8-100,-5 7 0,-5-2 9,5 2 1,-5-2 50,-2-5 0,-8-5-399,1 5 0,0-4 181,6-3 1,3 2-1275,5 5 50,-5-5-421,8 8 1052,-1-10 0,5-7 797,14 0 0,-2-8 0,9 8 0,47-47 0,19-5 0</inkml:trace>
  <inkml:trace contextRef="#ctx0" brushRef="#br0" timeOffset="1207">1063 383 6587,'0'12'4177,"0"-3"-3381,0-9-292,0 0-242,-9 0 211,6 0-448,-16 0 1,15 0-21,-10 0 0,6 0-32,-6 0 0,7 0-132,-7 0 0,7 0 87,-7 0 0,7 0-7,-7 0 1,6 0 61,-6 0 1,7 0 0,-7 0 1,9 2 56,-2 5-10,-5-4 9,10 6 0,-14-6 54,8 4 98,1-5-158,7 17 0,-2-14-10,-5 9 1,5-7 57,-6 7-164,6-9 25,2 14 15,0-7 0,0 2-33,0 0-28,0-9 91,0 4 0,0-7-19,0 5-129,0-4 121,0 6 13,10-9 32,1 0 1,11 0 6,-1 0 1,-7 0 37,0 0 1,0 0 137,8 0 0,-8 3 192,0 4-283,0-5 1,7 15 72,1-10 0,-11 9-92,-3-2 1,1-2 13,-2 2 0,0-7 124,-7 8-246,0-1 22,0 7 0,-9-7-193,-5 0-142,-5-9 1,-3 5 150,1-10 1,0 0-647,0 0 0,-1 0 381,1 0 1,7 0-1096,0 0 172,9 0 221,-4 0 1158,9 0 0,28-29 0,7-6 0</inkml:trace>
  <inkml:trace contextRef="#ctx0" brushRef="#br0" timeOffset="1682">1594 43 7807,'0'-12'106,"0"-7"1180,0 17-238,0-8-253,0 10-119,0 0-422,0 10 1,0 2-36,0 9 0,0 0-52,0 0 0,0 1-92,0-1 1,-7 0 99,0 0 1,-7 1-152,7-1 0,-7 7-5,7 0 0,-10 3 31,3-3 1,2-2-59,-2 10 1,0-8 101,-7 8 1,2-8 17,5 7 0,-5-2-13,5 3 0,-3 2 4,3-10 1,-3 7 6,10-6 0,-7 6-8,7-7 1,-7 3-113,7-2 0,-3-11 222,3 11-248,5-10 117,-8 11-202,10-8 66,0-1-92,0-9 59,0-3-262,0-9-320,0 0 441,0-9 1,-2 6-800,-5-4 674,5-5 1,-8 8-506,10-11 0,0 8-342,0-7 76,0 10 522,0-6 603,0 1 0,19-22 0,5-14 0</inkml:trace>
  <inkml:trace contextRef="#ctx0" brushRef="#br0" timeOffset="2607">1786 404 9119,'0'-12'911,"0"0"-690,0 5 1,9 5-1,5-5 0,-2 5-26,2 2 1,-7-8 3,8 1-166,-1 0 240,7 7-277,0 0 1,-2 3-48,-5 4 39,-4 5 0,-3 9 59,0 0 1,0 0-14,-7 1 0,-7-1-67,0 0 1,-10 3 87,3 4 1,-5-4-176,-2 4 1,0-12 52,-1-1 0,-6-4-107,0 4 1,-1 1-12,8-9 1,0 0-9,0-7 0,-1 0 32,1 0-5,0 0 200,9-9 0,3-3-77,9-9 1,2 7 185,5-1 0,5 8-53,9-7 0,-4 9 152,4-2 0,-9 5 49,16 2 1,-16 0 24,9 0 1,-4 9-93,4 6 1,0-4-28,0 4 0,-6-1 19,-1 7 0,-2 0-47,2 1 1,-2-1-160,-5 0 1,-5-7 117,5 0 0,3 1-275,-3 6 1,0-7-297,-7 0-380,0-9 22,0 4 300,0 1-1299,0-8 689,0 8 171,0-10 0,2-8 940,5 1 0,14-47 0,12-5 0</inkml:trace>
  <inkml:trace contextRef="#ctx0" brushRef="#br0" timeOffset="3101">2232 362 7828,'0'-12'877,"-9"2"1,6 8-215,-4-5 214,5 4-172,2-6-10,0 9-462,0 9 0,0 3-47,0 10 1,0-1-104,0 0 1,0-7 96,0 0 1,0 1-276,0 6 0,2-2 109,5-5 0,-2 2-409,9-9 0,-7 8 185,7-8 0,0 0-77,8-7 0,-1 0 82,0 0 1,1-3 71,-1-4 0,0 3 74,0-11 1,1 1 113,-1-7 0,-2-7-11,-5-1 1,2 1-50,-9 7 403,1 0-83,1-1 127,-7 10-211,8 3 0,-17 18 85,0 6 1,0 6-53,7 7 1,-8-2 115,1 10 1,0-8-15,7 7 0,-7-2-109,0 3 1,0 4 148,7-5 0,-2-2-138,-5 3 1,4-10-99,-4 2 0,-2-4 0,2-3 1,0-7-142,7 0 169,0-9-339,-10 5-61,8-10 165,-8 0 0,10-3-1009,0-4 757,0-5 0,-7-9-732,0 0 1,0 7-213,7-1-1529,0 1 1706,0-7 1,7 7 1055,0 0 0,-9 0 0,-10-8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8:53.731"/>
    </inkml:context>
    <inkml:brush xml:id="br0">
      <inkml:brushProperty name="width" value="0.08571" units="cm"/>
      <inkml:brushProperty name="height" value="0.08571" units="cm"/>
    </inkml:brush>
  </inkml:definitions>
  <inkml:trace contextRef="#ctx0" brushRef="#br0">107 171 6128,'0'-12'-159,"-2"-5"18,-5 10 157,4 0-37,-6-2 81,-1 6 0,8-9 78,-5 5-99,5 5 1,2-10 47,0 5-13,0 5-40,0-8 0,-7 8 92,-1-5-45,1 4 95,7-6 0,0 7 24,0-5 21,0 4-19,0-6 6,0 9 322,0 0-242,0-10-90,10 8 25,-8-7 4,8 9 11,-10 0 66,0 0-331,0 9 0,0-4 219,0 9-168,0 0 1,0 7 41,0 1 0,0-8-11,0 0 1,0 0-2,0 7 1,0 8-20,0-1 0,0 0 1,0-6 0,0 8-8,0 6 1,0-3-47,0 2 0,0-7 67,0 8 1,0-3-32,0 2 0,0 3 20,0-10 1,0 8-27,0-8 1,0 8-2,0-8 0,0 3 0,0-3 0,0-2 15,0 9 0,0-9-2,0 3 0,0-3-55,0 2 1,0-4 51,0 4 1,0-4-51,0-3 1,0 0 40,0 0 1,-7-4-19,-1 4 0,1-11-3,7 11 0,0-5 0,-2 6 5,-5-1 0,5-7-1,-5 0 0,4-7 4,3 7 1,0-6 0,0 6 0,-9-10 0,6 8 0,-4-5 0,5-4 11,2 6 1,0-9-1621,0 0-16,0-9 1625,0 6 0,0-53 0,0-3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8:18:57.474"/>
    </inkml:context>
    <inkml:brush xml:id="br0">
      <inkml:brushProperty name="width" value="0.08571" units="cm"/>
      <inkml:brushProperty name="height" value="0.08571" units="cm"/>
    </inkml:brush>
  </inkml:definitions>
  <inkml:trace contextRef="#ctx0" brushRef="#br0">255 64 7747,'12'-14'0,"-5"0"75,5 9 1,-7-12 180,9 10 311,-9 0-122,4 7-62,-9 0-221,0 10 0,-2 1-23,-5 11 1,2 6-42,-9 0 1,7 3 82,-8-3 1,4-2-74,-3 10 0,-3-1 42,10 8 1,-7-1-36,7 1 0,-3 6-3,3 1 0,5 9-5,-5-2 0,-3 4-17,3 3 0,0 0-138,7-1 1,0 1-13,0 0 0,0-10 48,0-4 1,0 2-23,0-3 1,-2-6 70,-5-8 1,4-9-144,-4 2 125,-5 6 0,10-11 22,-5 5-21,5-13 0,2 4-76,0-17 92,0 7-92,0-9 66,0 0-216,0-9 1,0 4-120,0-9 0,-3 7-140,-4-7 0,2 0 74,-9-8 0,9 1-375,-2 0 766,-4 0 0,-11-38 0,-11-10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9T04:43:20.113"/>
    </inkml:context>
    <inkml:brush xml:id="br0">
      <inkml:brushProperty name="width" value="0.08571" units="cm"/>
      <inkml:brushProperty name="height" value="0.08571" units="cm"/>
    </inkml:brush>
  </inkml:definitions>
  <inkml:trace contextRef="#ctx0" brushRef="#br0">413 83 7948,'0'-15'-283,"0"0"89,0 6 1,3 2-35,6-11 352,-6 12 73,9-6-10,-12 12-97,0 0-70,-12 12 0,9-6-47,-6 12 1,-3-8 35,2 8 1,-8 0 43,9 10 1,-12-1-36,2 1 0,4-1 68,-3 1 1,9-1-54,-10 0 1,10 10 24,-9 0 1,9 2-32,-10-2 0,10-4 1,-9 13 1,12-9 14,-3 9 0,-3-13 0,2 4 0,-2-4-34,3 4 1,6-7 20,-6 7 1,-3-6-53,2-4 0,-2-9 20,3 1 0,6-1-3,-6 9 0,-3 1 31,3-1 0,-1-8 28,10-1-29,-12 0-12,9 10 1,-9-10-23,12 0 34,0-12 185,0 7-85,0-13 52,0 0-579,0-13 287,0 10 1,0-12-736,0 6 850,0 6 0,24-83 0,7-5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23915 526 7738,'-8'0'-6,"1"0"0,6-2 1014,-4-2-144,4 2 0,-10-6-131,6 3-623,0 4 1,5-7-1,2 5 1,2-2-1,6 0 131,2-1 0,3 4-188,-1-2 0,0 2 1,-1 1-1,-2-3-159,-2 0 2,1-1 124,4 5 1,-5 0 0,-1 2 202,-1 2 0,-3 4 238,-4 6-426,0 1 0,0-6 1,-1 1-1,-4 1 0,-4 0 6,-4-2 0,4 4 118,-1-4-308,7-2 0,-8 5 0,6-2-166,2 2 1,1 3 280,2-1 71,7-6 1,1 4-1,6-4 1,0 2-1,-1-1 227,-4 2 0,4-3 0,-4 2-72,-2-1 1,-1 5 0,-6 0 266,0 1 0,-2-1-527,-2 0-21,-4-6 1,-7-2 0,0-4 0,-3 1 0,-1 2-858,2-2 1,1-1-648,2-2 913,0 0 1,4 0-1,2-2-587,2-3 1,1-3 1266,5-6 0,26-13 0,11-4 0,3-4 0,-1 0 0</inkml:trace>
  <inkml:trace contextRef="#ctx0" brushRef="#br0">24256 526 7752,'0'-14'-35,"0"0"35,0-1 0,1 3 1609,4 2 1,-2-1 240,7 6-1255,-1 1-481,6 4 1,-6 0 0,-1 1 0,0 4 0,-2 5 239,0 2 1,1 2 35,-2 1-269,-4 5 0,5-4 1,-6 3-1,-1-2 1,-2 1 163,-2 1 0,-1 4-260,1-4-73,3 0 1,-9-5 0,7 1-1,0-1 1,3 0-23,1 0 0,1-4 133,4-1-91,3 1 0,8-2 1,3-4-1,4-2 1,6-2-4,4 0 1,-5 0 46,1 0-515,-1 0 0,-13-2 0,0-1 0,-4-2-2466,0 2 1255,-4 2 1133,-1 1 0,-7 0 577,-4 0 0,-3 0 0</inkml:trace>
  <inkml:trace contextRef="#ctx0" brushRef="#br0">24995 626 7752,'0'-10'2615,"0"1"-2015,0 5 0,7-2 0,2 6 0,5 0-109,5 0 0,5 0 0,7 0 1,4 0-309,2 0 0,-4 0-88,5 0 1,-7 0-50,2 0 0,-4 0 1,-5 0-1,-5 0-416,-4 0-229,-7 0 2,-1 0 0,-7-1 0,-2-4-174,-3-5 0,-3 2-73,-6-1 614,0 6 1,0-8 0,-1 4 0,1 1-376,0 0 1071,0-5-84,6 9 1,3-4 899,10 6 1,3 1-288,6 4-663,0 3 1,-1 1 0,-2-1 0,-3 0 0,0 0 113,0 3 1,-5-3-210,2 2-296,-4-1 1,-1 5 0,-1 1 0,-4-1-1177,-5 0 1,-2 0-2384,-3 0 2461,1-6 1,0 3 1156,0-6 0,-7-13 0,-1-8 0</inkml:trace>
  <inkml:trace contextRef="#ctx0" brushRef="#br0">26161 540 7735,'-5'-14'163,"1"0"0,-1 0 0,0-1 352,0 1 0,-6 6 0,3 2 0,-1 1 1,-1 0-1,-2 2 72,-6 2 1,3 1 0,-4 0 0,3 1 177,2 4-710,-1-3 1,1 9 0,0-5 0,1 2 0,4 3-363,4 2 210,4 1 0,1 0 1,0 0-1,1 0-413,4 1 1,3-1 109,6 0 275,0 0 1,0 1-1,2-1 1,2 0-1,1 2 122,-2 3 1,-3-3 168,-4 2-102,2-2 1,-5-2 0,2 1-1,-4-1 171,-4 0 1,-2-1-94,-4-4-3,-3 4 1,-11-12 0,0 4 0,2-3-1,1-2 91,2 0 0,0-7-21,-1-2-231,1-4 1,6-2 0,5-4-1,6-5 1,8-3-441,7-1 1,-1-6-328,7 1 453,0 0 1,4 5 0,0 1 0,1 3-1,-2 7-2267,-4 6 1889,4 4 257,-17 7 457,2 7 0,-37 26 0,-6 13 0</inkml:trace>
  <inkml:trace contextRef="#ctx0" brushRef="#br0">21739 1692 8245,'0'-8'795,"-1"3"-596,-4 10 1,3-2 0,-2 6 0,2 3-1,1 2 1,-3 5 953,0 4-1054,-1 4 1,0 0-1,-1-2 1,0-1-1,-2 1 1,1 1 0,1-3 80,3-4 1,-3-3 0,1-2 0,2 1 262,1-1-524,2-6 219,0-2 0,0-8 0,0-2 127,0-6 0,0-2-473,0-3 80,0-5 1,5-2-1,1-5 1,0 2-1,2 1-131,0-1 1,-5-4 295,2-4-51,3 9 0,-6-7 0,2 10 1,-2 1-1,0-1 331,2 4-363,-2 1 250,4 8 0,-4-1 0,1 9-95,2 6 1,1 5 548,-1 3-471,-4 7 0,12 1 0,-5 6 0,1 1 0,-1-3 216,-2-2 1,4 3 106,-5-3-410,-1 3 0,1-4 0,2-1 1,-1 0-1,0-1-108,-3 0 1,4-2-26,-3-5-267,1-6 0,-3 3 0,1-5-919,2 2 806,-1-5-356,-4 3 0,0-7 0,0-4 769,0-4 0,-25-36 0,-7-8 0</inkml:trace>
  <inkml:trace contextRef="#ctx0" brushRef="#br0">21654 1905 8161,'8'-6'0,"3"3"720,-6-7 1,-1 5 0,-2-3 0,3 2 44,4 3 0,-1 1-401,2 2-183,-1 0 0,5 0 1,2 0-1,2 0 1,0 0-230,0 0 1,2 0 98,-1 0-1279,0 0 1,-4 2-1,-1 1 1228,0 2 0,-6 0 0,-2-5 0</inkml:trace>
  <inkml:trace contextRef="#ctx0" brushRef="#br0">22024 1905 8180,'9'-5'1957,"1"1"-1079,-7-1 1,5 0 123,-4 0 1,-2 2 1188,3 8-1831,-4 3 0,-1 8 1,0 1-1,0 2 162,0-2 1,0 4-612,0-2 49,0 0 1,0-5 0,0 0 0,0 0-1,0 1-309,0-1 1,0 0-2221,0 0 760,0-6 0,0 0 1809,0-3 0,13-48 0,3-6 0</inkml:trace>
  <inkml:trace contextRef="#ctx0" brushRef="#br0">22422 1976 8178,'0'-14'2240,"0"4"-1155,0 1-359,0 6-2604,0-4 987,0 7 891,0 0 0,-6 13 0,-2 3 0</inkml:trace>
  <inkml:trace contextRef="#ctx0" brushRef="#br0">23047 1692 8163,'0'-14'1492,"-1"1"-79,-4 3-1187,4 4 1,-7 8-1,3 4 1,-5 7 0,-1 6 915,2 3 0,-4-3-1026,4 4 0,-4-1 0,-1 4 0,0-3 0,1 1 1,2 0 29,1 0 1,3-7-97,-3 2-210,4-10 1,1 4-557,0-4 1,1-4 276,4-5 165,0-6 0,1-15 1,2-2-1,4-4 0,-1-3-185,0-3 0,4 1 144,-6-6 453,8 7 0,-9-4 1,5 8-1,0 3 1,-2 5 312,0 3 0,5 9-372,-1 2 267,2 3 0,-2 5 0,-1 5 1,2 8-1,0 5 631,-1 4 0,1-3-338,-6 2-536,-1-1 1,1 6 0,1-2-1,1-4 1,-1-4-274,-3-3 0,4 3-527,-3 0-64,7 0 0,-7-10 1,3 1-1,0 1 761,-4 2 0,-8-31 0,-3-7 0</inkml:trace>
  <inkml:trace contextRef="#ctx0" brushRef="#br0">22877 1891 8168,'8'-10'787,"-4"1"1,-2 4 191,-2-4 1,6 4-357,4-5 1,-2 7-259,1-2 1,1 4 0,5 1 0,3-2-105,1-2 0,0 2-596,-5-3 1,2 4 0,1 1-1,2 1-3125,-2 4 2513,-1-3 1,-6 5-17,-1-2 0,-1-2 963,2 7 0,15-1 0,-1 6 0</inkml:trace>
  <inkml:trace contextRef="#ctx0" brushRef="#br0">23232 1891 8168,'14'-7'1553,"1"6"1,-3-7-692,-2 3 1,-2 4-87,-4-4-364,-2 3 1,4 4-1,-4 1 1,1 3 0,2 2 488,-2 3 1,-1 2-697,-2 1 0,0 0-291,0 1 1,-2-1 0,-3 0 0,-4 0-259,-4 1 1,0-1-1043,4 0 701,-4 0 1,7 0 0,-5 1-2374,1-1 2638,7 0 1,5-6 246,12-3 0,2-4 0,8-1 1,2 0-370,6 0 1,-2-1 61,3-4 138,-3 3 0,-1-6 342,-1 4 0,1-17 0,-1-9 0</inkml:trace>
  <inkml:trace contextRef="#ctx0" brushRef="#br0">23801 1990 8198,'0'-8'3771,"0"-4"0,0 9-2687,0-7-324,0 7-1679,0-3-1625,0 6 0,2 0 2544,2 0 0,42 6 0,16 2 0</inkml:trace>
  <inkml:trace contextRef="#ctx0" brushRef="#br0">24213 2033 8198,'7'-8'1596,"-6"-5"288,4 4 0,-4 1-929,-1-1 0,5 4-1783,0-5 1,1 7 0,-1-2 827,4 4 0,29 14 0,8 2 0</inkml:trace>
  <inkml:trace contextRef="#ctx0" brushRef="#br0">26019 1720 8125,'0'-14'287,"-2"1"1499,-2 4-688,2-4 0,-4 13-511,6 0 1,-2 7 0,-1 8 0,-2 3-16,2 1 1,-3 6-419,1-1 1,-4 1-52,4-1 1,-2 1-1,4-5 1,-1 1-222,0-1 121,3-1 1,1-4 0,0-1-157,0 0 0,0-4-590,0-1 549,0-6 0,5-12 0,-1-12-63,-1-3 1,4-2 210,-2-8 1,4-2 0,-4-7 1,6 6 0,-3 0 0,1 2 254,1 4 0,-6 6-77,6 1 0,-5 11-50,4-1 0,-1 11 0,3 3 0,-1 8 611,1 4 0,-4 14-342,3 2 1,-5 4-8,4-4 0,-6 5 1,4 1-1,-3-4 121,1-5 1,0 2-751,-5-4 0,1-1-84,4 2 1,-3-6-1,3 1-3034,-4-4 255,-1 0 1884,6-8 1263,-4 6 0,-27-49 0,-15-5 0</inkml:trace>
  <inkml:trace contextRef="#ctx0" brushRef="#br0">25990 1933 8678,'-7'-6'2616,"0"-2"0,7-1-1228,0-1-643,0 7-555,7-3 0,2 1 0,8 0 1,4 2-1,1 2-518,3 1 0,2 0 62,2 0-1050,-1 0 0,1 0 0,-1 1 1316,0 4 0,13 9 0,4 8 0</inkml:trace>
  <inkml:trace contextRef="#ctx0" brushRef="#br0">26531 1919 8173,'-5'-9'2451,"0"-1"-1970,-6 1 1,10-1 0,-6 2 794,1 2-956,4 1 0,-4 4 1,8-2-1,2-2 156,6 2-559,-4 1 0,7 2 1,-4 0-1,4 0-296,1 0 356,0 0 1,-1 2 0,-2 1-93,-1 2 0,-3 6 273,3-2 1,-2 4 0,-5 1-1,2 0 764,-2 0-769,5 7 1,-7-5 0,4 4 0,-3-1 0,-2 0-58,0-1 0,0 2-146,0-1-36,0 0 0,0-5 0,0 0 0,0 1-3111,0-1 1828,0-6 1369,0 4 0,-7-67 0,-1-10 0</inkml:trace>
  <inkml:trace contextRef="#ctx0" brushRef="#br0">26559 2033 8187,'0'-10'2575,"0"1"1,5 4-1116,0-4-1256,6 6 1,-3-8 0,6 6 0,0 2-225,0 1 0,2 2-634,3 0 166,-3 0 1,11 0 0,-5 0 0,1 0 0,0 0 487,-3 0 0,-7 13 0,-7 3 0</inkml:trace>
  <inkml:trace contextRef="#ctx0" brushRef="#br0">26787 2005 8196,'0'-15'359,"1"6"1,2-1 867,2-1-2210,0 5 983,-5 0 0,6 37 0,2 9 0</inkml:trace>
  <inkml:trace contextRef="#ctx0" brushRef="#br0">27156 2047 10037,'-1'-9'6086,"-4"-1"-5312,3 7-786,-4-3-1161,6 6 1173,0-7 0,32 0 0,7-8 0</inkml:trace>
  <inkml:trace contextRef="#ctx0" brushRef="#br0">27697 1862 8226,'0'-19'645,"-2"0"0,-1 2 345,-2 1 0,0 7 730,5-1 1,-1 2-770,-4-1-910,3 3 0,-4 7 0,6 4 0,-1 4 0,-3 6 391,0 4 0,-6-4-16,5 4-334,-6 3 0,8-4 0,-5 4 1,0-2-1,2-2-106,0-2 0,-4-2-191,6 0-1,-1 0 1,0-4-1,0-1 634,2 2-26,2-4-424,1-1 1,1-22-1,4-4 1,4-4-209,4-3 1,1-5-43,1-1 290,-1-6 0,5 4 0,1-4 0,1 2 0,-1 2 192,-2 4 0,-4 7 102,-5 5-335,4 3 1,-5 9-1,5 3 1,-4 9-45,-4 9 0,-2 7 743,2 7-421,-4 1 0,6 1 1,-7 1-1,0 3 0,0-3 230,0-1 1,0-3-207,0-3-515,0 3 1,0-12 0,0 4 0,0-3-2826,0-2 1898,0 1-1044,6-8 2217,-5 0 0,-13-39 0,-12-7 0</inkml:trace>
  <inkml:trace contextRef="#ctx0" brushRef="#br0">27640 1905 11759,'6'-8'3387,"2"0"-3157,6 3 0,2 4-352,3-4 0,1 4 1,6 1-1,-3 0-1131,3 0 0,1 1 369,1 4 1,-1-4 883,-3 4 0,40-3 0,6-2 0</inkml:trace>
  <inkml:trace contextRef="#ctx0" brushRef="#br0">28251 1905 8612,'0'-14'2384,"0"4"-1346,0 1 1,-6 6-551,-4-2 0,2-1 1,-3 1-1,-3 2 350,-3 1 1,-2 2-659,5 0-132,-1 6 0,1-2 0,0 5 0,1 2 0,4 2-199,4 1 1,3 5 155,2 0-161,0 6 1,0-4 0,0 4 0,2-3 0,3 0-429,4 0 1,2 0 215,-1 2 323,2-3 1,-10-7 0,4 0 0,-1 0 969,0 1-170,0-8-594,-12 0 1,-1-7-1,-7-2 1,-3-1 0,-2-3 174,-2-2 1,4-2-362,-1-4 19,3 0 0,8 0 0,4-1 1,2 1-1,4 0-76,2 0 1,11-7-642,8-2 597,11 2 0,-3 1 0,6 5 0,-1 1 0,-1 1-447,-1 4 0,-7-2 116,-8 6-1830,-3 0 2287,-2 5 0,-82 19 0,24-7 0,0 0 0</inkml:trace>
  <inkml:trace contextRef="#ctx0" brushRef="#br0">21825 1322 8568,'-15'-8'-183,"1"3"0,0 4 0,0 1 373,0 0 0,-2 0-191,-3 0 0,-3 0 1,-7 1-1,1 4 0,-2 5 1,-3 4-1,-4 3 0,-1 4-4,0 1 1,7 0 38,-2 2 0,-2 7-25,2-2 1,6 2 0,8-2 0,3-1 27,2 1 0,4-1 0,3 1 0,0-1 51,4 0 1,2 1-38,1-1-26,0 1 1,1-2 0,2-2 0,4-1 0,-1 1 22,0 2 0,5 6-52,-1 0 0,2 0 43,3-4 1,0-1 0,3 2 0,2 2-52,2 1 0,2-5 41,5-4-9,5-7 0,-2 9 0,6-7 0,0-2 0,0-1 60,0-2 1,-2 0 8,2 0 0,0-6-5,-10-3 0,4-3 1,-9-2-1,3 0 57,-3 0 0,9-2 93,-4-3-188,4 4 1,-2-17-1,2 4 1,4-3-1,2-4 97,1-3 1,6-4-117,-7-5 1,-4 3 36,-1-3 0,2-7 0,-3 1 0,-5-1 75,-7-1 0,-6 0-26,-4-2-118,-4-6 0,-6 5 0,-1-3 0,-4 3 0,-6 1 114,-6 0 1,-7 2-25,-9 3-66,3 4 0,-16 5 0,2 1 0,-7 1 0,-6 3-28,-3 5 0,-1 5-184,4 5 1,5-3 9,-1 8 1,8-1 0,-3 7-1,6 2-1021,4 6 1204,3 9 0,13 22 0,1 11 0</inkml:trace>
  <inkml:trace contextRef="#ctx0" brushRef="#br0">8815 2957 8312,'0'-14'2981,"0"0"-2583,0 6 0,0 3 1,0 10-1,0 6-98,0 6 1,-4 0-1,-3 9 1,1 2 0,-2 4-1,0-1-25,-3-1 0,0 4 0,0-1 0,2 0-120,-2 2 0,-1-7-128,3 1-162,-4-1 1,7-8 0,-3 4-1,2-6-584,1-7 425,4-5 28,-4-6 1,6-6 0,0-5 0,0-7 0,2-6-1298,2-2 0,4-9 778,6-3 611,1-3 1,-1-2 0,0 1-1,-1 1 1,-2 3 481,-2 4 0,-6 11 1024,2 4-948,3 3 1,-5 5 0,5 6 490,-2 10 1,6 12 899,-3 7-1408,4 3 1,1 6 0,0 2 0,0 0-1,2 1 636,3 0 0,-3-3-255,3 5-648,-10-6 0,7 3 0,-5-9 0,-1-2 1,-1-5 90,-1-3 0,-5-2 92,2 0-900,-4-6 0,-1-3-973,0-10 1,0 2-2334,0-6 3040,0-1 0,-1-4 0,-4-2 0,-4-1 883,-4-2 0,-52-19 0,27 19 0,-1 0 0</inkml:trace>
  <inkml:trace contextRef="#ctx0" brushRef="#br0">8759 3284 7682,'-15'0'-1418,"6"0"4506,-1 0-1893,7 0 0,-5 0 0,5-2 48,-2-2 0,2 2-521,8-3-565,3-3 0,8 5 0,3-6 0,4-1 0,6 1-630,4-1 1,-3 6-1229,3-6 658,3 7 1,-7-8 1042,-1 6 0,13 7 0,-3 6 0</inkml:trace>
  <inkml:trace contextRef="#ctx0" brushRef="#br0">9327 3284 8281,'0'-9'1433,"0"-1"293,0 7 1,5-5 832,0 3-570,-1 4-658,-4-6-1217,0 7 0,-1 7-927,-4 2 619,4 4-199,-6-5 0,9 4-296,3-2 395,-4-4-154,5 0 1,-6-7-1894,0-4-705,0-3 1476,0 0 1570,0 2 0,0 6 0</inkml:trace>
  <inkml:trace contextRef="#ctx0" brushRef="#br0">9725 3099 8308,'-4'-14'599,"-3"0"1,1 0 1316,0-1 0,-1 3 502,3 2-1438,2 4 0,-4 7-587,6 4 0,0 8 58,0 6-187,0 0 0,0 0 0,0 1 1,1 2-1,2 2 253,2-2 1,0 5-610,-5-3 63,0-4 0,0 6 0,0-8 0,2 1 0,1 0-305,1 0 1,3 0-591,-3-4 730,4-8 1,8 4-1,2-6 1,2-2 0,1-3-242,-1-4 0,5-4 149,-1-6 290,-3-1 1,4-4 0,-8 0 0,-2 0 0,-6 0 271,-3 1 1,-1-1-13,-5 4-217,0 1 1,0 5 0,-2 1-1,-4 0 1,-6 2-320,-6-1 1,-7 2-114,1 5 267,4 0 0,-6 5 1,7 2-1,2-1 1,1 0-931,2-3 422,0 5 242,0-6 1,6 6 264,3-4 1,14-7 198,6 3 1,4-11 0,0-1 0,3-6 30,0 1 0,3-5 374,-6-2-295,0 3 1,-6-1 0,-2 5 0,-3-2-1,-2 2 484,-3 1 1,-9 2-941,-8-1-11,-7 8 1,-7 0 0,-2 7-1,-2 0 1,-1 2-946,1 3 0,2 2 582,2 8-26,6-1 1,1 2 0,8 1 0,4 2 665,4-2 0,42 18 0,10 3 0</inkml:trace>
  <inkml:trace contextRef="#ctx0" brushRef="#br0">10195 3227 8201,'-8'6'557,"-5"-4"0,4 4 296,-4 1 0,3-4 0,1 5 0,-1 0 178,3 0 0,-4-4-215,6 6 1,-2-6-862,3 6-334,2-1 388,-4 6 1,12-7 0,4-4 0,2-2 194,2-2 0,1-2-67,-1-2-148,0-4 0,-6-2 1,-2 1-1,-1-2-69,0-2 1,0-1-950,-5 0-2378,0 6 3407,0-5 0,0 37 0,0 1 0</inkml:trace>
  <inkml:trace contextRef="#ctx0" brushRef="#br0">10735 3028 8188,'0'-9'1338,"-2"1"478,-2 1 1,0-2-1116,-5 4 1,-1 0 0,-4 7 136,0 3 1,-5 3-471,0 6 0,0 5-221,5 0 1,0 4-1,-1-2 1,1 0-272,0-1 1,5 4 159,-1-5-104,7 6 0,-2-9 1,10 3-1,4-3 0,6-2-291,4 0 0,3-1 85,6-4-56,1-3 1,-6-6 0,-1 0 0,0 0 0,-1 0-1329,0 0-351,-3 0 927,-3-6 1,-6 5 1081,1-4 0,-1-9 0,5-2 0</inkml:trace>
  <inkml:trace contextRef="#ctx0" brushRef="#br0">11033 3327 8177,'-4'-10'760,"-1"1"3662,2-2-2059,1 4 1,1-4 911,-4 7-2198,3-1-1026,-4 5-713,6 0-9169,0 0 9131,6 6 0,27-4 0,13 4 1</inkml:trace>
  <inkml:trace contextRef="#ctx0" brushRef="#br0">11432 3085 8177,'0'-10'1756,"0"1"2469,0 0-1492,0-6-1861,0 7-592,0 2 1,0 8-1,0 2 1,0 7-1,0 5 794,0 3 1,0 5-733,0-5 0,0 6-284,0-1 0,0-2 1,0 0-1,0-1-126,0-4 0,0 0-1496,0 2 761,0-3 0,0 0 0,0-7-3342,0 2 2350,0-4 1360,0-1 1,0-17-1,0-6 1,0-7-1,0-6-302,0 0 0,4-6 370,1-2 564,0 3 0,-4 0 0,2 8 1,2 4-1,-2 4 2565,-1 3-1692,-2 2-441,0 6 0,6 1 0,4 9 1,2 4 455,3 9 0,4-1-662,0 5 0,4 1 1,-2-1-1,-1 0-141,1 2 1,3-5-61,-6 2-194,1-2 1,-4-2-1,-3 1 1,-1-1-1,-3 0-31,-1 0 0,-3-4 146,-4-1-16,0-6 1,-6 10-1,-4-5 1,-2 1-1,-4-1 48,-3-1 1,2 2-1340,-7-4 631,0 6 0,2-8 0,3 5 0,3 0 0,2-2-4334,0 1 4867,0 4 0,-26-3 0,-5 6 0</inkml:trace>
  <inkml:trace contextRef="#ctx0" brushRef="#br0">12754 3099 8102,'-8'-1'4906,"3"-4"-4242,4 3 0,1-6 565,0 4-907,0 2 0,0-6 0,1 5 0,2-3 0,4-2-77,0-3 0,5 3-320,7-2 1,9-4-72,10-5 1,11-6 0,9 0-1,12-5-12,-31 13 1,1 0 0,4-2 0,2 1 70,1 1 0,1 0 0,3-2 1,2-1-28,1 1 1,1 0 0,3-1 0,1-1 0,-1 0 0,1 1 0,-3 1-1,0 0 156,-3 2 1,0 1 0,-5 1-1,0 0-731,-1 0 1,1 1 776,-1 0 1,1 0 0,-5 2 0,1 2-1,-4-1 1,0 1 0,34-9 0,-1 0 115,3 2 1,-37 6 0,1 0-197,2-1 0,1 0 16,3 2 0,0 0 0,0-4 0,1 1 0,2 1 0,1 2 0,2-2 0,-1 0 0,2 1 0,0 0 52,1 0 0,1 1 1,3 0-1,-1 1-16,-2 2 1,-1 0-23,-4 0 1,0 0 0,-1 0 0,0 1-1,-7 1 1,0-1 0,36-2 0,-5 0-81,-5 1 0,-6 3-656,4 0 664,0 2 0,7 0 0,4-1 0,-34 1 0,0 0 0,3 0 0,1 0-10,2 1 0,0 1 0,3 0 1,0 0 22,0 0 0,0 0 33,1 0 1,-1 0 0,1-1-1,1 0 1,1 0 0,1-1-1,1 0 1,-1-1 0,-1 2-1,-1-1 44,-2 2 0,-1-1 1,-3-2-1,-1 1 108,-6 0 0,-1-1-154,2 1 1,-1-1-1,29-1 1,2-1-1,0 2 1,-5 0-234,3-2 0,6 3 191,-37 0 0,2 0 38,7 0 0,1 2 0,-5 0 0,0 0 0,4 0 1,-1 0-1,-3 0 0,0 0 0,-1 0 0,0 2-22,-1 0 0,1 0 1,-1-1-1,0 0-32,-2 1 0,0 1-10,31 4 0,-9-3 1,-11 4-1,-7-2 1,-8-3 126,-6-1 1,2 2-124,-9 1 242,4 0 1,2 0 0,-1-1 0,1-1-1,-1-1-242,0-2 1,-4 5 741,0 0-336,-7-1 0,-1-4 975,-6 0-980,-7 0-307,3 0 0,-6-1 0,-2-2-212,-2-2 1,1-5-71,-7 6-2,7-8 1,-8 9 0,5-5 0,-1 1-809,1-1 767,1 4 441,5-2 374,0 6-1598,0 0 731,0 6 0,2 1 182,2 2 39,-2 4 1,4-5-1,-6 6 1,0 0 55,0 0 1,0-4-13,0-1 319,0-5 1,0 8 1686,0-2-1202,0-4-770,0-6 0,0-8 0,0-8 0,0-3 0,-1-3-423,-4 0 0,3-3-741,-2 6 676,2 0 1,-3 5 0,1 0-1740,1-1 2033,1 7 195,-4 8 0,4 10 1,-3 9-1,4 5 0,1 2 637,0 3 1,0-1-2,0 1-588,0-1 1,-2-1 0,-1-3 0,-2-5 0,2-4-378,1 0 0,1-1-44,-4 0 410,-3 0 0,-29-3 0,-23-3 0,-2 0 0,-4 2 0,1 0 0,0 0 0</inkml:trace>
  <inkml:trace contextRef="#ctx0" brushRef="#br0">21967 2829 8086,'0'-14'128,"0"0"1,0-1 0,0 1 522,0 0 0,0 5 95,0-1 1,0 1 0,0-6 1148,0 1-1666,0 6 0,-2 2 0,-1 7-241,-2 4 150,1 3 1,-1 11 0,-1 2 20,-2 1 0,5 1 0,-4 6 0,2-1-164,1 1 1,-3-1-45,3 1-13,2-1 1,-4-1-1,6-2 1,0-3-1,0 0-326,0 0 0,0-4 32,0 1 216,0-3 0,0-7 0,1-1 0,4-2-15,5-3 1,2-1-13,2-2 151,1 0 1,0 0 0,3 0 0,1 0 0,0 0 107,1 0 1,-2 0 219,5 0-164,-5 0 0,7 0 0,-6 0 0,-2 0 745,-1 0-145,-2 0-459,-6 0 0,5-5 0,-5-1-99,0-2 0,3 3-235,-7-4 79,1 6 1,-5-5 145,0 3-114,0 3-360,0-10 1,0 9-732,0-7 872,0 1-28,-6-5 1,3 6 0,-5 1-367,2 1-37,1 4 308,5-4 0,0 8 643,0 2 1,0 4 405,0 7-642,0-1 1,0 2 0,-2 1 0,-1 2-1,-2 0 355,2 1 0,-3-4-72,1 3-471,-6-3 0,5 0 1,-5 1-1,1 0 0,-1-2-1560,-2-4 1206,-1-2 1,0 1 0,0-2 410,0-2 0,-26-8 0,-6-6 0</inkml:trace>
  <inkml:trace contextRef="#ctx0" brushRef="#br0">21654 3554 8044,'0'-14'343,"0"0"0,0-1 0,0 1 948,0 0-258,0 6 0,-2-3-354,-2 6 0,2 2-537,-3 8 0,-1 3 1,0 8-1,-1 1 159,1 2 0,0 5-252,1-5 0,4 6 0,-4-3 0,2 2-29,-2-1 0,3-4-99,-2 5 1,2-2 0,4 2 0,2-5-475,6-3 407,-4-2 0,11-5 0,-1-1 383,5-2 1,-2-1 5,4-5 1,0-6 0,2-5 0,-3-5 428,-2-3 0,-1-6-372,-4 1 0,-7-4 0,-4-4 1,-2-1 39,-2 1 0,-2 2-77,-2 2-689,-11-1 0,-2 7 0,-7 5 0,-1 6 1,-2 6-895,-1 4 1,4 2 913,0 4-659,7 3 1,1 8 0,8 3 0,2 3 1064,3 0 0,39 24 0,11-1 0</inkml:trace>
  <inkml:trace contextRef="#ctx0" brushRef="#br0">22010 3696 8061,'-8'-6'815,"0"3"186,3-7 1,3 6 224,-2-6 1,2 5-518,2-4-2215,0 6-1633,0-4 3139,0 7 0,51 13 0,12 3 0</inkml:trace>
  <inkml:trace contextRef="#ctx0" brushRef="#br0">22422 3526 8070,'-14'-8'-293,"4"-3"244,1 6 0,-1-1 1099,-4 1 1,4 3 0,1-1 104,-2 6 1,3 1-727,-1 5 1,5-4 0,0 4 259,2 2-485,2 2-270,0 1 1,0-4-191,0-1 106,6-6-57,2 4 0,2-7 0,-1 0-519,2 0 508,2-7 203,-5 6 0,4-6 1,-2 7-5,3 0 1,1 0 208,0 0-123,0 0 1,-1-1 0,-2-2 0,-2-2 0,2 2 109,2 1 1,1 2-457,1 0-254,-1 0 0,-5 0-2996,1 0 2152,-7 0 879,3 0 498,-6 0 0,-44 19 0,-11 5 0</inkml:trace>
  <inkml:trace contextRef="#ctx0" brushRef="#br0">22010 3739 8070,'-10'-10'4,"2"1"1,0-1 0,2 1 1222,0 0 0,-4 4-294,5-5 1,2 7-1,8-2-126,4 4 0,6 2-544,4 4 0,-2-3-275,7 2 1,-5 3 0,3-2 0,-2-2-300,-2-2 1,-3 1 16,0 3 1,-1-4 0,0 4-1561,0-4 213,-6-1-345,-1 0 1986,-7 0 0,-32-6 0,-8-2 0</inkml:trace>
  <inkml:trace contextRef="#ctx0" brushRef="#br0">22479 3554 8082,'0'-9'1231,"0"-1"372,0 1 1099,-7-6-813,6 1-1492,-6 6 1,3 8-1,-1 10 1,2 4 326,1 5 0,1-2 13,-4 7-553,3-7 1,-6 10 0,5-5 0,-1 2-1,0-2-48,3-1 1,-4-2-350,0-5 279,1 0 1,4 5-180,0 0-1486,-7 0-1020,6-5-287,-6-6 2906,7-2 0,45-62 0,-18 20 0,1 0 0</inkml:trace>
  <inkml:trace contextRef="#ctx0" brushRef="#br0">22678 3583 8100,'0'-8'1797,"0"0"-755,0 3 0,0 2 1205,0-7-1002,0 7-111,0-3-808,0 6 1,-2 5 11,-3-1-234,4 7 0,-5-3 0,6 7 1,0-1-43,0 0 0,0 0-159,0 0-31,0 1 0,1-1 0,4 0 0,3 0 0,1 0 70,1 1 1,-1-1 246,5 0-160,1-6 0,0 5 0,3-4 1,1 4 54,-2 1 0,-6-6 130,-1-3-31,-7 3 0,3-1 1,-7 6 43,-4-3 0,-3-4-178,-6-6-247,-1 6 1,0-4 0,-3 3 0,-2-4 0,-1-1-754,1 0 1,-1-5 289,2 1-173,3-7 1,-4 7 0,6-5 0,-1-4 833,1-4 0,14-21 0,5-9 0,0-7 0,-1 0 0</inkml:trace>
  <inkml:trace contextRef="#ctx0" brushRef="#br0">22692 3526 8100,'14'-7'0,"-4"4"313,-1-6 185,-6 6 0,10-8 1,-4 6-1,4 0 0,1 0 1831,0 1 0,7-3-1275,3 2-933,3 4 1,1-5 0,2 4 0,2-1 0,1-2-709,-2 2 1,-1 1 178,-1 2-23,-7 0 0,-2 0 0,-7 2 0,-3 3-2397,-6 4 1,-4-1 2827,-4 2 0,-36 5 0,-14 7 0</inkml:trace>
  <inkml:trace contextRef="#ctx0" brushRef="#br0">26915 1294 11656,'-8'-10'-197,"3"1"0,3-2 0,2-2 461,0-1 1,2 6 0,3 3 170,4 4 0,-1 1-252,2 0 0,-1 0 0,7 1 0,1 2 0,2 4 0,0 1 140,2 3 0,-4 3-458,7 5 120,-7-3 1,8 9-1,-4-3 1,-1 3-1,-1 5-37,-6 0 0,1 2 241,-4 1-128,-4 3 0,5 12 1,-6 1-1,-2 1 0,-1 2 170,-2-1 0,-7 4-324,-2-3 75,-4-3 1,-3 5-1,-1-7 1,-2 1-1,0 1 173,-1 3 0,4-2-165,-3 3 85,3-8 0,2 4 0,0-6 0,-1-2 0,1-3 66,0-5 0,0-8 33,-1-1-145,8-6 0,-6 0 1,5-6-1,-1-5 161,-1 0 0,5-3-208,-4-4-128,6 0-751,-4 0 153,7 0-1785,0 0 2541,-6 0 0,-33-6 0,-15-2 0</inkml:trace>
  <inkml:trace contextRef="#ctx0" brushRef="#br0">21427 1066 8359,'-5'-27'-41,"0"2"1,0 3-1,-1 1 1,-3 4 380,-4 1 1,-1 7-1,-1 1 1,1 2 0,-2 2-1,-1 3-48,-2 1 1,-5 1 0,4 4 0,-2 6-292,-3 7 0,-2 4 1,-2 8-1,-1 4 48,-3 9 1,-5 6-11,-9 8 1,-2 5-1,23-31 1,0 1 0,-22 33-8,25-32 0,2 1 0,2 3 1,2 1-803,-1-1 0,2 2 784,-7 36 0,9-5 0,9-2 1,3-3-1,4-4 380,3-6 0,4-4-232,10-8-121,3-1 1,13-1-1,1-3 1,2-5-1,0-3 272,2-1 0,1-2-93,1-4-166,7 4 0,-11-6 0,0 2 1,-8-4-1,-5-4-22,-1-6-5,-7 4 205,-2-12 1,-4 7 171,-7-3 1146,1-3-1361,-5 4 95,0-6-2149,0 0 0,13-25 0,3-7 0</inkml:trace>
  <inkml:trace contextRef="#ctx0" brushRef="#br0">25265 1450 8278,'0'-9'919,"2"-1"1640,3-1-2039,-4 5 0,7-1 0,-3 9-197,4 3 1,-2 3 0,-1 6 0,-1 2 177,0 3 1,1 3-194,-1 6 0,-4 5-51,4 1 1,1 5 0,-1-1 0,0 5 123,1 4 0,-4-3-227,2 4-82,-2 2 1,-2-6 0,0 4 0,0-6 0,0-2 82,0-2 1,-6-7 175,-4 3-240,-3-4 0,-5-2 0,-1-1 0,1-2 0,1-3 215,-2-1 1,3-2-30,-3-5-191,-3 0 1,6 0 0,-3 1 0,3-3-1,2-1 470,0-1-307,6-1-37,-5-1-272,12-2 52,-5-6-83,6 0 0,0-1 1,1-2-603,4-2 0,-2 0-2370,6 5 2236,-5-6 1,8 4 0,-2-4-1,2 1 1,1-1-3292,-3-2 4118,2 5 0,-4-22 0,6 1 0</inkml:trace>
  <inkml:trace contextRef="#ctx0" brushRef="#br0">25237 1550 8267,'0'-38'24,"0"1"1,0 3 16,0 2 614,0 8 1,0 4-1,0 6 1,2 1 456,2 3 1,-1 4-554,7 6 0,-5 0 0,4 2-488,2 2 0,2 4 0,1 7 0,0 2 68,0 7 0,1 1 258,-1 13-134,0 0 1,0 11-1,-1 3 1,-2 3-1,-3 2 293,-2 0 1,4-5-138,-6 0-219,1 0 0,-6 2 0,-3 1 0,-2 2 0,-2-3 399,-3-5 1,-6 0-351,-2-2-199,0 0 0,-2-10 0,-1-4 0,-1-3 1,-1-2 300,-1 1 0,-7-2-5,-1-4-311,0-2 0,4-7 1,2 0-1,2 1 1,3-1-36,1 0 1,2-6-59,5-3 80,6 3 0,-4-7-11,2 4 83,4-4-30,0-1 0,7 0 175,4 0-1303,-4 0-1434,6 0-615,-7 0 1,1 0-1302,4 0 4414,-3 0 0,61 19 0,8 5 0</inkml:trace>
  <inkml:trace contextRef="#ctx0" brushRef="#br0">16152 8345 9268,'-14'-14'248,"-1"0"1,6 1-78,-1 3 0,6-1 0,-6 7 0,-1-1 0,-2 0-123,-1 0 0,3 1 0,-1 4 1,-4 0-1,-2 0 0,-1 0-99,0 0 0,-4 0 1,2 1-1,1 2 31,-1 2 0,2 2 1,3-3-73,-3 6 0,4 2-53,-4 3 168,9-7 0,4 4 1,6-2-1,0 2 71,0 2 0,0 1-53,0-1-2,0 0 1,0 0 0,1 1-1,3-1 1,0 0 14,0 0 1,2 0-21,-1 1 4,-1-1 1,-4 5 0,0 1-1,0 2 1,0 2 57,0-2 0,0 5-55,0-3-22,0 3 1,2 3 0,1 0-1,2 0 1,-2-2 12,-1 4 0,-2-4-38,0 5 20,0-3 1,0-1-1,0-1 1,0 1-1,0-1-3,0 1 1,0-1 89,0 0-86,0 1 1,-5-1 0,0 1 0,2 1 0,1 1-35,2 2 0,0 1 59,0-6-45,0 0 0,0 6 0,0-1 0,0-2 0,0-1-23,0-1 0,0-1 33,0 1-27,0-1 1,5 1 0,0-1-1,-2 0 1,-1 1 2,-2-1 0,1 4 138,4-4-109,-4 4 0,6-10 0,-6 6 1,3 1-1,0-2 44,-1-4 1,4 3 283,-3-7-305,1 6 0,0-8 0,1 5 0,1-1 1,-1-2 75,-3 1 1,0-4-31,2 3-64,-3-3 0,4-6 0,-5-1 0,4 0 0,3 1-86,0-1 0,9-4 77,-2 5-193,8-7 0,-1 8 0,8-6 0,4-1 0,2 1-809,0 0 1,5 0 1005,-3-5 1,-3-19 0,3-7-1,3-1 1,0-1 0</inkml:trace>
  <inkml:trace contextRef="#ctx0" brushRef="#br0">22777 8373 19425,'-8'-9'-1621,"4"0"0,4-1 552,4 2 0,4-3 1255,6 6 0,7 1 0,3 2 0,4-1 0,4-2 1,1 2-1,0 1 0,-1 2 324,-4 0 0,4 5 1,-10 1-282,0 2 1,-2 0-193,-5 2 1,-7 2-143,-4-2 0,-2-2 0,-2 1 0,0 2-398,0 2 1,0 1 490,0 0 1,0 1-1,0-1 1,0 2 131,0 3 0,0-2-897,0 7 599,-6-1 1,4 1 0,-4 0 0,1 3-1,0 3-114,2 3 0,-3 1-370,1 0 660,-6-4 0,9 11 1,-4-5-1,1 2 1,1-2 138,0-1 0,3 3 13,1-5-151,0 7 0,0-6 0,0 6 1,0-2-1,0 1 48,0 2 0,5 0 69,-1-3-97,1 3 1,-5-6 0,0 5-1,0-4 1,0 0 47,0 1 1,-2-6-177,-2 2 146,2-3 0,-4 4 0,6 0 0,0 1 0,0 1 120,0 1 0,0-4-179,0 5 54,6 0 1,-4-2 0,2-1-1,-2-2 1,-2 0-17,0-1 1,0 2-3,0 0 0,0-1 1,0-5 0,0 1 0,0-1 0,0 1 164,0-1 1,0 0-118,0 1-59,0-1 0,0 1 0,0-1 0,0 1 0,0-1 69,0 0 0,0 1-75,0-1 46,0-6 0,0 4 0,0-7 0,0-2 0,0-1-4,0-2-41,-6 0 135,4 0 0,-6-4 0,4-2 0,-6-2 398,-3-3 0,-2-1 555,-4-2-1038,-3 0 1,-13-5-1,-3-1 1,-3 0 0,-3-1-2137,-4 4 2254,4 1 1,2 5 0,-3 1 0,0 0-1,0 0 1</inkml:trace>
  <inkml:trace contextRef="#ctx0" brushRef="#br0">9555 8700 8218,'8'-9'-119,"-4"-1"1,-2-1 8,-2-1 0,0 2 636,0 1 0,0 4 55,0-4-517,0 5 1,-2-2 43,-2 6 1,0-5 111,-5 1-221,0-1 1,-6 5 0,6-5 1,-1-1 69,-1-2 0,0 3-38,2-4 10,-4 6 1,10-8-1,-5 4 1,0 1 0,2-2 275,0 0-209,-6 5-70,5-10 1,-3 10 0,1-5-1,-2 0-20,-2 0 1,-1 5 69,-1-1-91,1 2 0,-2 2 0,-2-2 0,-6-1 0,-1-1 8,1 0 1,-3 3 33,3 1-21,-3 0 1,4 0 0,-1 0-1,0 0 1,2 0 40,3 0 1,-1 0 148,1 0-186,-6 0 1,4 0 0,-3 0-1,4 0 1,-1 0 44,-2 0 0,-3 1-199,3 4 130,-4-3 1,9 4 0,-4-6 0,0 0 0,0 0-27,-3 0 0,3 5 41,-2-1-27,6 1 1,-8-3 0,2 1 0,-3 2 0,-1-2 3,-1-2 1,6 4 8,-1 0 18,0 0 0,2-1 1,3 1-1,2-2 1,-1-1 58,-1-2 1,-4 5-91,4-1 20,0 1 0,0-5 1,0 0-1,0 0 0,0 0-3,0 0 1,-5 0-18,5 0 18,-6 0 1,8 5 0,-5 0 0,-1-2 0,1-2-19,-3-1 1,4 0 19,3 0 2,-5 7 1,6-6-1,-5 4 1,1-3 0,4-2 17,1 0 1,-3 1-17,0 4 9,-6-4 0,9 6 1,-4-7-1,-1 0 1,-1 0 134,0 0 0,-3 0-115,6 0-10,-7 0 0,6 0 0,-5 1 1,2 2-1,1 2 65,0-2 1,3-1-112,-4-2 28,5 0 0,-2 0 0,5 0 0,1 0 0,0 0-5,0 0 1,4 0-39,1 0 46,-1 0 1,1-2-1,-1-1 1,-1-2-2,-1 2 1,2-3 7,1 1 24,6 1 1,-10-3 0,5-2 149,0-4 1,0 4-140,4-1-30,2 1 0,-6-6 0,5 1 0,-2 0 97,2 0 1,0 4-98,-2 1 12,3-1 0,-5 2 0,3 2 0,-2 0 119,-2-4-30,5 4-92,-10-7 1,10 12-1,-6-6 3,-2 1 1,3 5-5,-2-4 30,7 3 0,-9 2-94,2 0 67,-3 0-48,6 0 1,-1 0-233,3 0 124,3 0 153,-10 0 1,10 2-1,-4 1 1,-1 2 176,-2-2 1,-4 3 44,-1-1-231,6 6 0,-4-9 0,2 4 1,-3-1-1,-2-1 106,-4 0 1,3 2 31,-3-1-116,3-1 1,-3 1 0,0 1 0,0 1 0,0-1 75,0-3 1,0 0-33,5 2-49,0-3 1,0 4 0,0-6 0,-1 2 0,1 1 19,0 1 1,-5 1 35,0-5-105,0 0 1,5 2-1,0 1 1,-1 2-7,1-2 1,0 0-26,0 2 55,6-4 0,-5 6 1,4-6-1,-4 2 0,-1 2 32,0-2 1,-1-1 26,1-2-67,0 0 1,-2 0 0,-1 0 0,-4 0 0,-1 0 38,-3 0 0,3 0-6,-2 0 15,0 0 1,-4 0-1,1 0 1,0 0 0,0 0-39,-3 0 0,-1-2 36,2-2-93,-5 2 1,2-4 0,-4 6-1,1 0 1,3 0-11,2 0 1,2 0 46,-1 0-30,1 0 0,0 0 0,-1 0 0,1 0 0,-1 0-48,1 0 0,-5 0 118,-1 0-44,1 0 0,6 0 1,2 0-1,1 0 0,-1 0 5,-2 0 1,4 4-7,-1 1 2,7 0 0,-6-5 0,6 0 1,-2 0-1,2 0 39,1 0-29,2 0-4,-1 0 0,1 5 1,2 1-69,2 2 1,-2-3 55,2 4 9,4 1 0,-5-1 0,6 0 0,0 3 0,-1 0-12,-4 2 0,2 1 144,-1-1-116,6 0 0,-8 0 0,4 0 0,1 2 52,0 3 0,1 2 269,5 2-270,0-2 0,0-7 0,0 0 1,0 1 78,0-1 0,0 0-50,0 0-48,0 0 0,2-4 0,2-1 56,6 2 1,-2-4-16,1-2 92,-6-4 1,5 1 53,-3 2 0,-2-2-113,7 3 269,-7-4 30,3-1-497,-6 0-26,0 0 4,0-6 124,0 4 393,0-4 576,0 6-823,0 0-211,0-6-384,0-2 216,0-6 0,0-1 1,0 1-1,0 0 1,0 0-369,0 0 1,2-1 103,2 1 352,-2-6 1,11 4 0,-5-5 0,1 2 0,1 0 21,1 2 1,1-4 19,2 3 110,1-1 0,4 0 1,0 0-1,-2 1 1,-1 3 238,-2 0 0,2 1-304,3 0 98,-3 6 0,4-3 0,-6 5 0,1-1 0,0-1 4,4 0 1,-3 5-40,3-1-25,3 2 1,0-3 0,8 1 0,2 0 0,1 3 9,-1 1 0,-1-5-7,2 0-10,-3 1 0,8 4 0,-8 0 0,-4 0 0,-3 0-39,-1 0 0,-4 0 51,1 0-63,-3 0 0,-2 0 0,0 0 0,0 1 0,2 2 11,3 2 1,-3 1 9,3-1 49,-3-3 0,4 4 0,2-6 0,2 0 1,0 2-3,1 2 0,-3-2 30,2 3-42,-1-4 0,6-1 0,-1 0 0,1 0 0,-1 0 11,1 0 1,-1 0 56,0 0-69,1 0 1,-2-1-1,-2-3 1,-1 0 0,-1 1 0,-1 1 1,4 0-10,-7-2 4,0 2 1,-4-6 0,3 5 0,1-2 0,-2 1-1,-1-3 1,3 6 9,0-4-15,0 3 1,-5 1-1,0-2 1,1-2 0,-1 2-18,0 1 1,0 2-12,0 0 32,-6 0 0,5 0 0,-4 0 1,4 0-4,1 0 0,0 0 34,1 0 0,-1 0-9,0 0 1,0 0-1,1-1 47,-1-4 1,0 3 2,0-3-35,0 4 0,-4-4 0,-1 0 0,1 1 389,-2-3-372,4 6 33,-10-6 1,9 1-1,-5-2 100,2 0-92,-5 2-198,4 0 56,-7 4-104,0-4-387,0 6-2283,0 0 2709,0 6 0,0-3 367,0 7-123,0-1 1,0 1 0,1-1 82,4 2 1,-3 2-54,2 1 0,3 0 1,-1 1-1,0-1 336,1 0-447,4 0 0,-3 0 0,6 1 1,0-1-1,2 0 101,3 0 1,-2 1-42,7-1-47,0-6 0,4 3 1,0-7-1,1 0 1,-1-3 171,1-1 1,4 0-88,0 0-118,0 0 1,-9-1-1,-2-3 1,0-2 0,-1 0-65,-1-1 0,4 1 137,-5 1-164,0 4 0,-5-5 0,0 6 0,2 0 0,1 0-21,2 0 1,0 0 408,-4 0-310,-1 0 0,2 0 0,1 0 0,2 0 0,-2 1 51,-1 4 1,0-4-26,3 4-34,-3-3 1,6 2 0,-5 1 0,2-2 0,-1-1-91,-3-2 1,4 0 103,0 0-36,0 6 1,2-4 0,2 3 0,6-4 0,2-1 34,3 0 1,4 0-30,-5 0 39,6 0 0,-4 0 0,4 0 0,-2-1 0,-1-3 17,0 0 1,-2-1-171,4 5 113,-7-6 0,4 4 0,-5-3 0,2 2 1,2 0-50,3-2 0,-11 1-126,3 4 172,-4 0 0,2-2 0,-2-1 0,-3-2 0,-1 2-15,-4 1 0,-6 2 52,-1 0 8,-7 0 1,10 0 0,-4 0-50,4 0 0,-4 5 33,1 0-31,-1 0 0,4-4 1,-2 2-1,-2 4 0,4-1-5,4 0 0,-4 4-3,6-6 39,-6 7 0,7-7 0,-6 4 0,1-1-66,-1 1 1,0 2 77,0 4-28,0-6 1,-4 5 0,-1-4 3,3 4 1,-5-1-14,3-2 6,-7 2 0,3-8 106,-6 5 1,0-4 33,0 4-52,0-6 0,-1 4 270,-4-7-689,3 0-123,-4 0-228,6 0 231,0 0 453,-6 0 0,-32 0 0,-14 0 0,-7 0 0,1 0 0</inkml:trace>
  <inkml:trace contextRef="#ctx0" brushRef="#br0">17574 6312 7772,'0'-8'-581,"0"-4"1536,0 10 0,1-11 243,4 4 1,-4 1 112,4-2-573,-3 7 1,-1-3 428,4 6-750,-3 0 1,4 2 67,-6 2 1,2 3-366,2 2 1,-2 4-7,3-4 1,-4 4-1,-1 1 1,0 0 5,0 1 1,0 0-38,0 4-70,-6-3 1,4 1 0,-2-4-1,2 3 1,2 0-195,0-1 1,0 0-98,0-1 173,0 0 0,-5 0 1,1 1 217,0-1 0,3-5-102,1 1 862,0-7 1175,0 3-1572,0-18-375,0 2 1,1-12-1,3 3 1,0-5-1,-1-3-143,-1-1 1,-2-5-356,0 0 321,-6-7 0,4 12 1,-3-2-1,4 6 1,1 4-411,0 2 378,-7 2-60,6 8 0,-5 4 1,6 8-1,0 8-114,0 5 0,1 5 241,4 6 92,-4 7 1,6-5 0,-7 5 0,0-3 0,1-2 190,4-4 0,-3 0 0,2 2-171,-2-6 0,-2-1 0,0-7 1,2-1-1,1-2 635,1-2 109,1-6-584,2 4 0,-6-9 0,5-3 1,1-6-1,1-5 338,0-2 1,-1-6-880,-2 5 276,-3-6 0,4-2 0,-6-6 1,0 3-1,0 3-515,0 3 0,0 7-1230,0-2 607,0 3 1,-1 8 0,-4 5 0,-3 6-1530,0 6 0,2 6 1335,6 4 737,0 3 0,0 6 629,0 1 0,19 24 0,4 7 0</inkml:trace>
  <inkml:trace contextRef="#ctx0" brushRef="#br0">17972 6568 7772,'4'-14'751,"1"0"1086,0-1 343,-5 1-439,0 6-598,0 2-314,0 6-236,0 0 1,0 6-281,0 4 1,0-2-175,0 1-31,0-6 1,0 5 741,0-3-484,0-4-164,0 6 0,0-9 0,1-1 1,3-3-239,0-2 0,1 3-5,-5-4-1111,0 5 0,0-3-2650,0 2 1492,0 3 1335,0-4 0,-5 7 1,-1 4 974,-2 5 0,-1 15 0,-6 5 0</inkml:trace>
  <inkml:trace contextRef="#ctx0" brushRef="#br0">18356 6298 7750,'6'-8'2243,"-5"2"-1027,6 6-112,-7 0 158,0 0 1,0 6-1017,0 3 0,0-1 2,0 2 1,-2-1-86,-3 6 1,4-1 0,-4 0-1,4 0 358,1 0-434,0 1 1,0-1 0,0 0-25,0 0 1,0 0-1,0 1 1,0-1-140,0 0 1,0 0-38,0 1 49,6-1 1,-3-5 0,7 1 0,1-1-148,1-1 232,2-2 172,7-6 0,-10 0 1,3-1-1,-1-4 1,0-4 204,1-4 1,0-3 434,0-3-625,-6 3 0,3-10 1,-6 2-1,-2-1 1,-1-1 59,-2 3 0,0 4-465,0-5-90,-7 7 1,3-2-1,-9 8-147,-3 1 0,-1 2 15,3-1 0,-2 2 0,-2 7 1,-1 2-2322,2 3 2137,-5-4 1,11 12 0,-3-2 0,3 5 0,3 4-2583,3 2 3185,3-4 0,21 28 0,5-1 0</inkml:trace>
  <inkml:trace contextRef="#ctx0" brushRef="#br0">18839 6582 7750,'0'-9'4676,"0"-1"1,0 6-4140,0-6 1,0 5-1321,0-4-4391,0 6 5174,0-4 0,13 20 0,2 3 0</inkml:trace>
  <inkml:trace contextRef="#ctx0" brushRef="#br0">19209 6369 7754,'0'-14'0,"0"0"2973,0-1-1341,0 1 1,-2 5-1,-1-1 2279,-2-1-3362,-6 5-544,9-1 0,-4 9 1,6 3-432,0 4 365,0 4 0,-5 1 0,1 2 45,1 3 1,-4-3-143,2 3 0,1 1 1,4-1-1,0-2-409,0-1 472,0-2 1,4 1 0,3-1 0,1 0 0,3-1 331,1-4 0,4 2 2,3-6-77,-3 0 1,6-5 0,-5-2 0,2-1 0,-1-3 564,-2-2 0,-4-3-161,-2-8-447,2 3 0,-10-9 0,3 4 0,-4 1 0,-1-1-243,0 4 1,-5-4 99,1 2-694,-7 0 1,-2 7 0,-6 1-1,2 3 1,1 1-1241,2 4 0,-5 2-594,0 1 1935,6 0 1,2 6-1,5 2 1,-1 3 616,1 3 0,20 22 0,10 17 0</inkml:trace>
  <inkml:trace contextRef="#ctx0" brushRef="#br0">19635 6525 7754,'8'-6'6076,"-2"-2"-2726,-6-6-1703,0 0-1266,0 6 0,-1-3-1446,-4 6-3122,3 0-378,-4 5 4565,6 7 0,6 7 0,2 8 0</inkml:trace>
  <inkml:trace contextRef="#ctx0" brushRef="#br0">19976 6298 7822,'0'-14'4042,"0"-1"-2982,0 1 1,-1 2-22,-4 2 38,3 4 0,-5 6-951,2 0 1,2 6 0,-5 4 0,0 2 48,0 2 0,3 5 139,-4 0-293,6 7 0,-4-11 0,7 6 1,0-2-1,0 0 16,0-2 0,0-1-395,0-2 338,7 0 1,-3-1 0,9-2 0,3-3 0,1-2 187,4-2 1,-1-4 368,4-5-299,3-3 0,-11-3 1,1-2-1,-4-3 1,-4-1 324,2-3 0,-5 2-237,-1-6-374,-3 1 1,-4-1-1,-1 2 1,-5 1-1,-3 4-1268,-5 1 1,-3 4 266,0 2 132,4 4 1,-8 6 0,6 0 0,0 1 0,2 6-4624,4 7 5540,8 0 0,-3 38 0,6 2 0</inkml:trace>
  <inkml:trace contextRef="#ctx0" brushRef="#br0">20645 6412 7819,'-7'-8'421,"4"1"1,-5 6 2137,2-4-1600,1 3 1,5-5 0,2 3-30,2 0 1,9-1-1,8 5 1,1 0-246,3 0 0,2 0-363,1 0-214,-6 0 0,5 0 0,-5 0 0,2 0 0,-2 0 234,-1 0-176,-2 0-33,-5 0 1,-5 0-216,1 0-39,-7 0-793,3 0 1,-7 0 0,-4 0-1167,-4 0 0,-2 2 806,1 2 773,-3-2 501,-1 10 0,-58-10 0,26 1 0,0 0 0</inkml:trace>
  <inkml:trace contextRef="#ctx0" brushRef="#br0">22123 6269 7740,'0'-20'857,"5"4"1,0-3 2317,-2 3-2644,-2 2 1,-1 8 0,-1 4-1,-2 7 1,-2 4 403,2 7-797,1-2 1,2 13 0,0-3 0,0 3 0,0 0 576,0-4-640,0 4 1,0-6 0,0 4 0,0-3 0,0 0 194,0 0 17,0-4 382,0 2 0,0-9 1537,0-6-2203,0-13-2,0-14 0,0-6 1,0-2-1,0-2 0,0-3 5,0-1 1,0 4-119,0-1 90,0 3 0,0 8 1,0 3-1,0 3-1534,0 2 876,0 6 299,0 2 0,0 8 1,0 2-1,0 7 1,0 5-871,0 3 1,0 5 479,0-5 142,0 6 0,0-8 0,0 5 0,0 1 1,0-3-3848,0 1 4476,0-2 0,26 1 0,5 2 0</inkml:trace>
  <inkml:trace contextRef="#ctx0" brushRef="#br0">22408 6511 7808,'8'-9'2496,"-4"-1"1,-2 5 28,-2-4-417,0 6 0,0-5-1883,0 3-128,0 4-6010,0-6 5913,0 7 0,19 13 0,4 3 0</inkml:trace>
  <inkml:trace contextRef="#ctx0" brushRef="#br0">22791 6241 7855,'0'-14'4490,"0"0"-1919,0-1-1224,0 1-1264,7 0 1,-4 6 0,6 3 0,2 4 75,2 1 0,-3 0-50,-1 0-127,-6 6 0,8-3 1,-4 7-1,-1 1 0,0 3-207,-3 5 1,-1-3 382,-2 3-95,0 3 1,-6-5 0,-2 5-1,-2-1 1,1-4 86,-2-1 1,0-2-230,1 0 141,-2 1 1,10-1-1,-3 0 217,4 0 314,1 0-441,6-6 1,2-1-1,6-7 1,2 0-1,1 0-41,2 0 1,0-2-16,-5-3-450,1 4 1,-6-10 0,1 6 0,-1 0-4803,-1-1 3140,5 4 2016,-5-4 0,-1 6 0,0 0 0</inkml:trace>
  <inkml:trace contextRef="#ctx0" brushRef="#br0">23232 6255 7856,'-22'-9'0,"3"-1"0,3 2 2306,2-1 1,0 3-1283,0 6 1,-1 0 0,1 0-290,0 0 1,6 1-384,3 4-244,4 3 0,1 6 1,1 0-1,4-1 0,5-1 306,2 3 1,4-4-1,3 8-364,-3-3 1,9-4 0,-6-1 0,0-1 0,0 1 6,0 1 1,0 3-72,-5-1-85,-6-6 0,5 3 0,-5-5 0,-1 2-137,-2 3 0,-3-3-89,-2 1 92,0-5 0,-2 2 0,-4-6 1,-7 1-1,-4 3-954,-1 0 0,-4 1-514,-1-5 969,2 0 1,-4 0-1,4-1 732,-1-4 0,-14-41 0,-8-16 0</inkml:trace>
  <inkml:trace contextRef="#ctx0" brushRef="#br0">23133 6241 7861,'8'-6'762,"0"3"166,-4-7 1,-1 5 1131,7-4 0,-5 4-1212,4-4 1,-4 4-1,4-3 1,2 2-939,2 3 0,3-4-131,3 2-297,-3 1 0,10 4 0,-2 0 0,1 0 0,1 0-1357,-3 0 1,-4 1 1874,5 4 0,-13 9 0,2 8 0</inkml:trace>
  <inkml:trace contextRef="#ctx0" brushRef="#br0">23687 6198 7888,'-6'-14'2032,"3"5"95,-7-1 0,6 5-1085,-6-4 0,5 6 0,-4-2-187,-2 3 0,3 2-663,-2 0 0,2 7-142,-1 2 1,-2 4 0,5 1 0,-1 2-140,1 3 1,1-3 91,5 3-36,0-4 0,2 4 0,1 0 0,3 0 0,2 0-257,3 0 0,0 0 258,-1-5 1,2 1 0,-2-3 0,1-1 169,-2-1-15,4-1 33,-5 5 1,0-4-1,-3-1 476,-4 2-376,-1-4-482,0-1 0,-1-6 1,-4 0-1,-5 0 0,-4 0-1793,-5 0 0,2-1 1132,-7-4-133,7-3 1,-9-6-1,8-1 1020,0 1 0,11-22 0,5-11 0,-1-4 0,-1 0 0</inkml:trace>
  <inkml:trace contextRef="#ctx0" brushRef="#br0">23588 6241 7888,'8'0'5193,"-2"-6"-4015,0-2 1,1-2-500,2 1 1,5 4 0,-1-3 0,4 2-999,1 3 0,4 1-40,1 2-695,4 0 0,-3 0 1,-2 0-1,-1 2 1054,-4 2 0,-8 17 0,-2 9 0</inkml:trace>
  <inkml:trace contextRef="#ctx0" brushRef="#br0">24085 6582 22759,'0'-8'-7610,"0"-4"6376,0 10 1,2-4 1233,3 6 0,-10 12 0,3 4 0</inkml:trace>
  <inkml:trace contextRef="#ctx0" brushRef="#br0">25095 6341 7694,'-57'-15'-297,"6"7"297,4 4 0,-10 15 0,-1 5 0</inkml:trace>
  <inkml:trace contextRef="#ctx0" brushRef="#br0">24640 6227 7723,'0'-14'808,"0"4"1,1 2-1,3 0 2195,0 0-388,1 5-1291,-5-3-674,0 6 122,0 0-753,6 0 1,-3 0-181,7 0 148,-7 0 0,10 0 0,-4 0 0,4 0 0,0 2-52,-4 2 0,4-1-23,-4 7 1,4 1 0,-1 6-51,-2 2 1,-4 0 17,-6-5 164,0 1 1,-1 0-1,-4 4 1,-5 4-1,-4 0 146,-5 1 1,3-7-172,-3 2 3,4 3 0,-3-6 0,2 3 0,4-5 0,1-3 79,3-1-25,2-7 36,6 10 1,1-12 0,4 4 0,6-3 466,6-2 1,-1-2-710,3-3-175,-3 4 0,1-7 0,1 5 0,-3-4-2916,3-1-359,-1 5 1235,-3-3 2345,1 6 0,-1 6 0,0 2 0</inkml:trace>
  <inkml:trace contextRef="#ctx0" brushRef="#br0">25095 6369 7791,'-5'-16'443,"0"-3"1,-4 3 549,4-3 1,-6 4 208,2 0 0,-4 8 0,0 0 0,2 2 1870,2 1-2831,-1-1 0,1 5 1,1 2-1,2 2-428,2 6 0,3-2-277,1 1 485,0 7 0,0 0 0,1 4 0,4-1 0,5 0-100,2-1 0,4 2-204,3-1 193,-3 0 0,4-3 0,-5 0 0,-1-1 0,-2-2 125,-2 0 0,1-1 4,-6 3-12,6-8 1,-10 6 0,2-5 2,-6 0 1,-1-2-937,-11-6 507,4 0 0,-14 0 0,4 0 0,1 0 0,-1-1-1360,4-4 0,-4 2-1195,3-7 2954,-1 1 0,4-43 0,1-10 0</inkml:trace>
  <inkml:trace contextRef="#ctx0" brushRef="#br0">24967 6341 7802,'0'-15'2572,"6"3"-1178,4 2 0,2-1-642,2 6 0,2-4-601,3 4 0,3 0 0,8 5 1,2 0-238,1 0 0,5 0-2170,-5 0 1577,0 0 1,-9 5 678,0 0 0,-26 19 0,-1-1 0</inkml:trace>
  <inkml:trace contextRef="#ctx0" brushRef="#br0">25578 6312 7819,'-12'-6'336,"0"-4"468,3-2 0,1 2 0,-3 2 974,2 2 0,4 1-900,-5 5 0,6 0-658,-6 0 1,5 5 0,-3 1 0,2 2-108,3 3 1,-3 2-2,1 1-42,0 0 0,5 1 0,0 0 0,0 3 0,0 1-109,0-2 1,0-1-128,0-2 100,7 0 0,0 5 0,8 0 0,-1-1 0,0-3 249,0 0 0,1-6-78,-1 1 78,0-1 0,-5 0 649,1 1-602,-7-7-318,-3 3 0,-8-6 1,-8 0-1,-1 0 0,-2-1-1740,2-4 0,1 2-1799,2-7 2538,-7 7 1089,5-9 0,-17-22 0,3-11 0</inkml:trace>
  <inkml:trace contextRef="#ctx0" brushRef="#br0">25422 6326 7822,'0'-14'5832,"6"0"-4719,-4 0 0,10 1-583,-2 4 1,2-3-528,3 8 1,5-1 0,4 5-1,4 0-1863,5 0 1309,4 0 1,1 2 550,0 2 0,19 23 0,9 11 0</inkml:trace>
  <inkml:trace contextRef="#ctx0" brushRef="#br0">26047 6568 15126,'8'0'7706,"-1"0"-8483,-7 0-7686,0 0 8463,6 0 0,-5-6 0,6-2 0</inkml:trace>
  <inkml:trace contextRef="#ctx0" brushRef="#br0">26389 6397 7807,'-2'-12'202,"-1"1"0,-2 1 1001,2-1 0,1 3-787,2-1 1,7 1-1,2-3 1,5 3-1,5 2 1,5 2 347,3 3 1,0 1-523,-4 0 0,3 0 1,-7 0-1,-2 1 262,-1 4 1,-2-2-561,0 7 129,-6-7 0,-2 10 0,-6-4 0,-1 4 0,-4 1 326,-4 0 0,-9 0 122,-1 1-415,-6 5 1,8-4 0,-5 3 0,1-3 0,4-2 146,1 0 1,6-4-228,1-1-35,6 1 0,-4-1 1,11-1 50,5-2 1,2-1 35,13-5-358,0 0 1,-1 0 0,1 0 0,1-2 0,0-1-1572,-1-1 1,-2-6 438,-3 5-447,-3-6 1859,5 10 0,-1-18 0,2 3 0</inkml:trace>
  <inkml:trace contextRef="#ctx0" brushRef="#br0">27014 6369 7830,'-14'-14'6,"0"0"0,-1-1 2762,1 1 0,0 1-1251,0 4 1,0-2-1,-1 6 1960,1 2-3279,6 1 1,2 4 0,6 3 0,0 4-107,0 4 0,0 1 199,0 0-183,6 7 1,2-5 0,6 4 0,1 1 0,-1 1 71,0 0 1,0 0-400,0-3 162,1-3 0,-1 4 1,-1-5-1,-2-1 0,-3 0-115,-2 0 0,0 0-265,-1 1 251,-4-7 0,4 3 0,-10-5-306,-4 2 0,-5-5 22,-5 2-148,3-4 1,-9-2-1,4-2 1,1-2 0,-2 0-1998,-1-1 0,6 3 1670,-2-7-292,3 1 1,2-1 0,1 1 1236,4-2 0,53-40 0,-12 20 0,-1 0 0</inkml:trace>
  <inkml:trace contextRef="#ctx0" brushRef="#br0">26971 6412 7857,'-4'-15'479,"-1"1"1,0 5 1830,5-1-934,-6 1 0,4-1-136,-2 1 1,8 1-371,6-2-1196,2 4 0,4 6 0,3 0 0,3 2 0,2 1-3793,0 2 4119,-1 6 0,25 9 0,4 10 0</inkml:trace>
  <inkml:trace contextRef="#ctx0" brushRef="#br0">27554 6312 7857,'0'-14'177,"0"0"1,-4 4-59,-1 1 1214,0-1 1,5 1 981,0-1-416,0 7-1077,0-3-42,0 6-527,0 0-69,0 6 1,-1-4 0,-4 4 0,-5-1 271,-2-1 1,-2 6-188,-1-5-247,1 6 0,0-8 0,0 5 0,1 0 0,2-2-396,2 0 325,-1 5-76,-4-3 0,6 2 0,3-1 153,4 2 0,2 2-55,4 1 155,3 0 0,8-4 1,3-1-1,3 2 0,1 2 322,1 1 0,-5-4 39,5-1-252,-7 1 0,5 4 0,-4 0 330,1 0-520,-7 1-94,-5-1 0,-9-6 0,-3-2 1,-6-1-1,-6-1-1154,-7 0 0,-4-3-2780,-6-1 2910,4 0 1,-6 0 0,5 0 0,-3-1 0,3-4 1070,1-5 0,8-59 0,11 26 0,1 1 0</inkml:trace>
  <inkml:trace contextRef="#ctx0" brushRef="#br0">27327 6312 7857,'20'-6'-71,"-4"-2"-143,3-6 842,-3 6 1,3-3-1,3 6 1,3 2-1,5 1 1196,0 2 1,7 0-1507,1 0 1,3 2 0,1 1-1,-1 3-23,-3 2 1,-9 2-1932,-10 4 601,-3-6 0,-9 4 1035,-2-2 0,-41-10 0,-12-2 0</inkml:trace>
  <inkml:trace contextRef="#ctx0" brushRef="#br0">28493 6326 8205,'-10'-9'169,"1"1"0,-1 0 1037,2 0 1,1 5 0,3-3 183,0-1-261,-1 6-165,5-6-824,6 7 0,2 0 0,6 0 0,1 0 111,-1 0 0,6 0 24,4 0-208,3 0 0,1 0 0,2 0 0,2 0 0,1 0-46,-1 0 0,2 0-76,0 0-46,-1 0 0,-5-4 1,-1-3-1,-3 1 0,-5 0-72,-3 3 0,-7-1-116,1 0 272,-7 2 0,3-6-91,-6 3-304,-6-2 198,-2-8 0,-6 6 0,-2-1 0,-2 1 0,-1-1-348,2 1 1,-3 4 256,1-4 362,0-1 1,4 1 0,1 1 0,2 0 404,2 0-181,-3 5-79,12-3-350,-6 6 1,14 0 228,2 0-75,4 6 1,3 2 0,1 6-1,2 0 1,-2 0 115,-1 1 0,-6-1 161,-1 0-189,1 7 0,-1-6 0,-1 4 0,-2-3 0,-2-2 179,-3 1 0,-1-1-6,0 0-278,0 0 0,-6-1 0,-4-2 1,-4-2-1,-3 1-695,-2-2 0,-2 3 75,2-6-286,3 6 1,-4-3 0,6 4 916,-1-2 0,14 21 0,2 1 0</inkml:trace>
  <inkml:trace contextRef="#ctx0" brushRef="#br0">30057 6170 13420,'6'-8'-97,"-4"0"0,4 5 0,-1-3 142,-1-2 1,3 3 21,-2-4 0,-2 5 0,6-2 0,2 1 0,0-1 223,-1-2-274,2 5 1,-4-3-1,6 6-134,1 0 126,-7 0 0,4 0 24,-2 0 1,-4 1 0,0 2 55,1 2 0,-6 6 137,4-1-189,-3-4 0,-2 7 0,0-4 0,-2 4 0,-1 3 111,-2 2 1,-6-2-19,2 3-115,-4 3 0,-6-4 1,0 4-1,2-2 1,1-1-92,2 2 0,-5-5 59,0 3-9,0-4 1,5 0 0,-1-1 0,3 0-1,1-1-159,1-4 171,7 4-20,-3-5 0,7 0 1,4-4 397,4-2 0,4 3 489,1-1-646,7 1 1,-1-5-1,6 0 1,-4 0 0,0 0 244,0 0 0,-3 0 28,5 0-244,-7 0 1,4-1-1,-7-3 156,0 0-477,-6-1-202,-2 5-2,-6 0-119,0 0-8,-6 0 256,4 0-638,-4 0 119,6 0 1070,0 0-204,-6 0 88,4 0 36,-4 0-189,6 0-1947,0 0 0,0-6 1,0-2-1</inkml:trace>
  <inkml:trace contextRef="#ctx0" brushRef="#br0">30455 5928 7798,'-6'-16'216,"-2"-1"1,-2-2-1,2 2 1,2 1 586,3 2 0,1 0 0,2-1 0,0 1 0,0 0 0,2 0-76,3-1 0,2 1 0,8 2 0,-1 1-556,0 1 0,0 5 0,0-3 1,1 2 18,-1 3 1,0 1-238,0 2 0,-4 0 22,-1 0 1,-1 2-1,3 3 1,-3 4-244,-1 4 0,-3 3 59,-4 3 229,0-4 1,0 12 0,0-5 0,-1 2 0,-4 0 182,-5 1 0,-2-3 152,-2 2-223,-1-7 0,6 5 0,-1-4 0,-1 1 66,-1-2 1,-1-1 11,4-2-318,2-6 1,7 0 226,0-3 1,7-4-41,2 4-92,10-4 0,-3-5 1,3-1-1,-3 0 0,-2 0-151,0 1 0,-1-3-1598,-4 3 736,4 2 0,-10-4 0,6 6-3037,2 0 4063,-4 0 0,-7-13 0,-8-3 0</inkml:trace>
  <inkml:trace contextRef="#ctx0" brushRef="#br0">30796 5843 7849,'-6'-14'0,"4"0"1910,-3-1 1,-1 1 1669,1 0-1595,1 6-938,-3 2-1202,6 6 259,-6 6 1,12 2 0,0 8 0,0 1 0,-1 2 57,1-2 0,1-1-155,-1-2-278,-3 1 0,6-3 0,-5-1 0,3-3 0,2-1-575,3-4 0,-3-2 438,1-1 353,1 0 0,4-1 0,0-4 0,1-6 0,-1-7 111,0-5 0,-4-4 254,-1-1-147,0-1 0,1 2 0,-2 4 0,-2 4 1,-3 3 1370,-1 2-1968,-2 6 545,0 1 1,0 25 0,-2 7 0,-1 7 743,-2 2 1,-4 6-329,4-2-311,-6 3 0,8 0 0,-5-2 1,0-2-1,2-3 126,0-2 1,-4-8 27,5-5 97,1-4 482,4 0 1,0-14-293,0-5-1361,0-8 1,0-2 0,0 0 0,0 0-1799,0 0 1,4-1-709,1 1 3210,6 6 0,16-4 0,11 4 0</inkml:trace>
  <inkml:trace contextRef="#ctx0" brushRef="#br0">29758 7165 7966,'0'-9'1999,"-1"-1"-490,-4-1 0,3 3-925,-2-1 75,2 6-411,8-4 0,-3 7 0,7 0 0,1 2 0,2 1 324,1 2 1,6 4-446,4-4 1,-2 1 0,2-3 0,0 2 93,-2-2-181,5-1 0,-12-1 1,4 3-1,-3 0 0,-2-1 31,1-1 0,-6-2 19,0 0-161,-5 0 0,2-6 0,-8-4-589,-2-2 1,-6-3-375,-9 1 845,3 0 1,-4 0-1,6 1 1,1 2-1,2 3-29,1 2 1,6-4 176,-6 6-28,7-1 1,-2 5-1,10 0 249,5 0 0,4 6 751,5 4-684,-10 2 0,10 3 0,-9-1 1,1 0-1,0 0 341,-2 0 0,-6 1-324,2-1-205,-3 0 0,-2 0 0,-2 1 0,-3-1 0,-4 0-410,-4 0 1,-2-1 197,-4-4-760,3 4 0,-5-5 0,7 6 0,0 0 0,0-1-3392,-1-4 4305,1 4 0,19-24 0,4 1 0</inkml:trace>
  <inkml:trace contextRef="#ctx0" brushRef="#br0">30540 7037 7966,'-9'-14'2385,"-1"0"-1220,7-1 0,-5 8 209,3 2-1012,4 3 0,-6 5 0,6 5 0,-2 7 195,-2 0 1,0 7-318,5 2 1,0-2 0,0 2 0,0 0 28,0-2 1,-1 3-201,-4-6 0,3 5 1,-2-5-1,2-2 104,2-1 1,0-2-11,0 0-23,0-6 0,-2-2 1,-1-4 1394,-1 3-817,-1-10-742,5-3 1,0-8-1,0-4 1,0-1-1,-2-2-346,-2-4 0,2-3 389,-3-3-34,4 3 0,1-4 0,0 9 1,-2 3 53,-3 1 0,4 2-180,-4 5 36,3 6 0,2 4 0,0 8 0,0 6-206,0 2 0,-1 7 574,-4 0-246,4 7 0,-7-4 0,4 5 0,0-4 1,1-2 66,1-1 1,-3-4-144,0 3 126,1-3 0,4-2 0,0 0-113,0 1 1,0-6-155,0 1-2872,0-7 270,0 3 69,0-6 935,0-6 1798,6 4 0,34-23 0,13 1 0</inkml:trace>
  <inkml:trace contextRef="#ctx0" brushRef="#br0">30981 6952 7966,'0'-10'835,"0"1"601,0-2-234,6 4 1,-4-5-203,3 2 1,-5 4-475,-5 1-390,-3 4 0,-8 2 1,-1 4-1,-2 5 260,1 2 0,1 2-62,-2 1-334,-3 5 1,-2 2 0,2 7-1,2-1 1,2 1-144,2-1 0,2 0-5,0 1 119,0-7 0,6 5 0,3-3 0,5 1 0,5-2-279,4-4 0,4-3-80,1-2 397,7-6 1,-1 3 0,6-6 0,-3-2 0,1-1 316,-2-2 488,5-6-545,-11-2 1,3-7 0,-8 1-1,-3 0 1,-2 0 654,-3 0 1,-1-1-296,-2 1-603,-7-6 1,-1 5 0,-6 0 0,0 5-1,-2 2-778,-3 0 1,2 5 224,-7-2-44,7 4 0,-8 1 1,4 1-1,0 4 0,1 5-1138,3 2 0,1-1 1086,2 4-245,6-11 0,-3 20 0,6-10 1,2 2 867,1 0 0,34-8 0,7-2 0</inkml:trace>
  <inkml:trace contextRef="#ctx0" brushRef="#br0">31322 7037 7949,'-9'-14'3829,"-1"0"-2108,7 6-853,-3 1 0,6 9-595,0 3 0,0 3 0,0 6 0,0 0 1,0 0-1,0 1 796,0-1-971,0 6 1,-2-4 0,-1 3 0,-2-2 0,2 1-198,1 1 0,1-2-602,-4-7 0,4 2-936,-4-2 1066,3 2 219,2-4 1,0-3 0,0-10-317,0-4 0,0-10 466,0-5 243,0-3 1,0-3 0,2-1 0,1-2-1,2-1 478,-2 0 1,-2 5 809,-1 1-940,0 6 1,0 7-1,2 1 1,3 2 185,4 2 1,-1 5-164,2 10-193,-1 3 0,5 8 0,1 1 0,-1 4 0,0-1 325,0 1 1,-4 4-185,-1-1-339,1-4 1,-1 1-1,-1-7 1,0 0 31,0 0 1,-3-1 69,4-3 50,-6-4 1,5-6-1,-3-2 8,4-2 1,-1-6-630,2-9 293,-1 3 0,1-11 0,-1 4 0,2-4 1,2 0-684,1 3 0,-4 2 384,-1 3 267,0 3 1,-1 1 0,-1 7-58,-1 1 0,-3 3 21,7 4 345,-7 0 0,3 1 0,-6 4 450,0 5 0,0 2 124,0 2-471,0-6 1,0 5 0,0-4 0,0 4 59,0 1 0,0 0-81,0 1-165,0-1 0,0-5 0,0 1 0,0 1 1,0 2-104,0 1 1,0-5 93,0 1-60,0-1 0,0 1 1,0-1 26,0 2 54,0 2-15,0-5 0,-1 0 62,-4-4-177,3-2 107,-4 4-30,6-6-132,0 0 101,0 7-11,0-6 18,0 6 11,0-7 10,0 6 0,-2-5 1,-1 6-1,-2-1 0,1-3-13,4 7 11,0-7 0,0 9 0,-2-4-5,-3 0 1,4 0 15,-4-3-8,3-4 1,2 7 8,0-3 0,0-2-1,0 7-15,0-7 1,0 5 6,0-3 1,-1-4 0,-4 4-201,4-4-59,-6-1 228,7 0-1816,0 0 1,26-31-1,5-9 1</inkml:trace>
  <inkml:trace contextRef="#ctx0" brushRef="#br0">29630 7250 8029,'-14'-14'222,"0"0"0,0 1 0,-1 2 2054,1 2-1882,6 6 0,-4-8 1,2 4-1,-3-1 0,-1-3 1,2-1-1,1-3 196,1 1 1,7 5 0,0-1-1,6 1-398,6 1 0,6-3-64,4 6 0,3 0 0,5 5 0,-2 0 220,-1 0 1,-2 0-243,1 0-52,4 7 1,-11-4 0,5 6 0,-3 2 0,1 2 142,-1 1 1,-2 0-282,-2 1 93,0-1 0,2-5 0,1 1 0,2-1 0,0 1-81,2-1 1,-6-4 70,4 4 45,4-5 0,-8 2 0,4-6 1,-3 0-1,-3-2 284,-4-2 0,4 0 55,-4-5-180,-2 0 0,-1-6 0,-6 1 0,0 0 0,0 0 153,0-1 0,0 0-424,0-4 86,0 9 1,0-9 0,0 10-1,-2-2-88,-2 1 1,2 2-996,-3 4 722,4 2 1,1-3 0,0 10 0,-2 4 64,-3 4 1,4 1 233,-4 1 168,4-1 0,-1 2 0,-1 1 0,-4 3 0,1 1 468,0 0 0,-5-2-189,1-5-122,4 0 1,-7 0-1,4 0 1,-4 1 341,-1-1 1,0-6-66,0-4-424,-1 4 1,1-6-1,0 1 1,0-5-1,-1-4-9,1-2 0,-5-3-233,0-8 53,0 3 0,4-9 0,-3 5 1,-2-2-1,-1-2-89,1 2 0,-1 1 47,2 7 30,3 6 1,-6-3-1,5 6 1,-4 2-1,1 2-182,-1 1 1,2 1 97,5 4 57,0 3 1,0 6-1,-1 2 1,1 1-1,2 2-223,2-2 1,-1 4 183,6-2 62,-6 0 1,10 0-1,-6 0 1,3 0-1,-1 0-157,2 0 0,1 0 50,2-5 43,0 0 1,0 0-155,0 1 299,0-8 128,0 0 1,0-9-513,0-3 1,0 2-96,0-6-616,0 6 0,2-8 0,1 4 1085,2-1 0,31-14 0,3-8 0</inkml:trace>
  <inkml:trace contextRef="#ctx0" brushRef="#br0">18739 12027 8179,'-4'-9'2278,"-1"-1"1,-1 7-2303,1-2 325,3 4 0,-4 2 0,6 4 243,0 4 1,0-1-350,0 2 0,-5-5 0,-1 4 0,0 2 245,-1 2 1,-4 1-323,2 0 0,-4-1 0,-1-1 4,0 3 1,-1 0 45,1 9-136,0-3 1,5-7 0,1 0 0,0 0 0,1 1 87,1-1 1,1 0 20,5 0-77,-6 7 1,4-5 0,-4 2-1,1 0 1,1-1 94,1 2 1,-4 2-6,2-2-95,-6-4 1,8 11-1,-6-6 1,-1 1-1,1 1-6,-1 0 0,2 0 73,-1 2-126,-4 3 0,10-10 1,-5 5-1,0 0 0,2-1-51,0-1 1,-4-1 108,6-4-105,-1-1 1,5 0 71,0 0-136,0 0 247,0-6 1,0-3-1,0-10 475,0-4 1,1 1-710,4-2 11,-3 1 0,9-7 0,-5-1 0,0-4 1,2 1-115,0-1 0,-3-6-96,4-1 103,1-1 0,-1-7 0,1 5 0,1-4 0,3 0-146,5 0 0,-2-4 64,7 1 310,0-3 1,4 3 0,-1 2 0,-2 1 0,-3 3 342,-1 2 0,-2 2-180,-5-1 100,0 7 1,-6 2-1,-3 6 279,-3-1-145,-2 7-360,0 2 1,0 8 0,0 2 0,0 7-410,0 7 1,-5-1 418,0 7-6,0-7 1,1 10 0,-3-3 0,1 1 0,-2 0 314,0-1 1,0 0-222,-1 4-36,-4 1 0,5-6 0,-6 1 1,0 1-1,0 2 185,-1 2 1,1-1-43,0 0-266,6-5 1,-5 3 0,4-2-1,-4 1 1,1-1-19,2-5 0,-1 2-16,6-2 22,-6 6 0,10-9 0,-5 3 0,1-4 119,0 0-271,0-1 152,5 0 351,0-6 359,0-2-530,0-6 0,2-6 1,1-4-1,3-2 0,1-4-83,-1-3 0,5 2-170,-1-7-227,2 0 1,2-9 0,1-2 0,-1-1 0,0-5-898,0-5 1,0 0 692,1-6 326,-1 0 0,0 2 0,0 2 0,-1 7 1,-4 6 175,-4 7 0,-3 14 262,-2-1-203,0 11 0,0-1 1,0 10-1,0 4 1,0 5 41,0 5 1,-2 10 161,-3 9-175,-2 3 1,-8-3 0,1 0-1,1 1 1,2 2 406,2 2 1,-1-2-262,-4-3-138,6 3 0,-4-10 0,4 6 0,-2-2 0,2-5 568,2-5-406,1 2-182,5-12-92,0 6 1,0-19-509,0-7 100,0 0 0,0-12 1,0 3-1,0-4 1,2-2-2090,3-4 1,-4 3 224,4 2 2292,-3-3 0,-9-19 0,-1-11 0</inkml:trace>
  <inkml:trace contextRef="#ctx0" brushRef="#br0">18128 11402 8151,'0'-15'308,"5"6"1,1-1 0,0-1 1915,1-1 1,2-3 803,-4 1-2363,6 6-401,-9 2 1,4 8 0,-8 2-1,-1 7 1,-2 5 478,2 3 0,-3 5-555,1-5 1,-4 5 0,4-4-1,0 2 77,-1 3 1,4-2 97,-2 0-304,2-5 0,0 4 1,-1-5-1,-1 2 0,0-2-146,3-1 132,1-2 56,0 1 1,0-6 290,0 1 1,0-9 463,0-1-659,0-6 1,0-13 0,0-2 0,0-2 0,0-6-319,0-2 1,0-7-697,0 5 715,0-7 1,0 10-1,0-5 1,0 2-1,0 2-355,0 4 0,0 5-46,0 7 335,0 1 0,0 9 0,0 9 66,0 8 1,0 14-79,0 2 245,0 0 1,0 13 0,0-4 0,0 1 0,0 0-46,0 1 1,-5-4 137,0-2-94,1-3 0,4-2 0,0 1 0,0-2 1,0-4 350,0-4-80,0-9 240,0-4 0,4-9 1,1-5 232,-2-6 1,-1-10-570,-2 1-455,0-4 0,0-3 0,0-4 0,0-2 0,0 0-2720,0 3 0,1 4 536,4 6 2400,-3 2 0,48 38 0,6 9 0</inkml:trace>
  <inkml:trace contextRef="#ctx0" brushRef="#br0">29204 12070 7471,'-10'0'4033,"1"0"-3124,6 0 1,-5 0 808,3 0-913,3 0-597,9 0 1,4 0 0,11 0-1,0 0-36,0 0 1,3 4-157,9 1 1,-4 0 0,3-5 0,-3 0-66,-2 0 1,1 0-258,-1 0 235,0 0 0,-5-2 1,-4-1-1,-4-3-431,0-2 269,-8-1 87,0-6 0,-14 3 0,-2 1 0,-4 1 0,-1-1-353,0-2 0,0 4 337,-1-1 388,1 7 0,0-8 358,0 7-293,6-1-50,2 5 1,15 1 0,2 4 0,0 3 676,2 0 1,-2 5-283,-2-4-462,4 4 0,-10-4 0,5 1 1,-2 1-1,-2 1 59,-3 3 1,-1-1-13,0 0-157,0 0 0,-1 0 1,-3 1-1,-2-3 1,-3-1-632,-7-1 1,2-1 97,-5 5-445,-3-6 0,6 3 0,-3-4 0,3-1 0,2 0-3796,0-2 4710,-1 3 0,14-37 0,2-3 0</inkml:trace>
  <inkml:trace contextRef="#ctx0" brushRef="#br0">30412 12127 7912,'-8'-7'785,"2"-1"1,1-1 23,0-1 1,1 1 0,4-5 0,0 0-484,0-1 0,6 6 1,4 1-1,2 0-42,2 0 0,2 5-170,3-2 0,-3-1 1,5 1-1,-3 2 40,1 1 0,0 2-69,-4 0 1,4 0-1,-2 2 1,-3 3 0,-3 4 1,-8 4 70,2 1 1,-3 0 0,-2 1-1,-2 0 174,-3 4 0,-4-1-93,-10 5-181,-3-5 0,-5 7 0,2-6 1,1 0-1,-1 0 68,-2 0 1,-2 1-221,1-1 70,6-3 0,1 5 1,7-7-1,1 0 13,4 0 1,4-6 303,10-3-125,9 3 0,13-7 0,8 4 0,1-3 1,5-2 565,5 0 0,-3 0-164,-1 0-353,1 0 1,-13-2 0,2-1-1,-7-2-77,-6 2-180,-10 2-102,-2 1 1,-9 0 0,-3 0 0,-6 0 0,-6 0-1476,-7 0 1,-1 0-1586,1 0 2417,-3 0 0,12 4 0,-4 3 786,3 0 0,2 9 0,-1 6 0</inkml:trace>
  <inkml:trace contextRef="#ctx0" brushRef="#br0">30853 11657 7840,'0'-20'186,"0"9"0,0-3 1,0 1-1,0 0 2403,0-1-664,0 6 0,2 2-913,2 6 1,-2 3-772,3 7 0,-4-1 0,-1 12 0,0-2 168,0 0 1,0 6-1,0-2 1,0 4-35,0 2 1,0-6-359,0 1 1,0-5-25,0 5 1,0-7 0,0 2 0,0-3-123,0-2 95,0 0-615,0 1 708,0-8 198,0-19-499,0-6 1,0-16-1,0 4 1,0-3-1,0-5-292,0-3 1,0 3 103,0 0 364,0 6 0,0-3 0,2 9 0,1 2-297,2 5 186,-1 3 186,-4 8 1,0 10 0,0 12 0,0 7-1,0 4 329,0 3 1,0-3-105,0 9-215,0-4 1,0-3 0,0-2 0,0-1-1,0-1-336,0-1 0,0-1-98,0-7-136,0 0 1,0 0-1,0 1-2679,0-1 1256,0-6 1214,0-2 1,0-7 759,0-4 0,26-60 0,-11 22 0,1 1 0</inkml:trace>
  <inkml:trace contextRef="#ctx0" brushRef="#br0">31208 11629 7893,'0'-14'1469,"0"0"1,0 4-75,0 1 1,-1 5-586,-4 0 0,-3 4-86,-6 4 0,0 0 0,0 5 1,-1 4 1044,1 4-1514,0-1 1,1 9 0,2-4 0,2-1 0,-1 2 172,2 1 1,-3-1-103,7 1-371,-1 4 1,5-9-1,0 4 1,1-2-1,6-2-480,7-3 1,0 0-455,5-1 784,3-6 0,-4-2 1,5-6-1,1 0 1,0 0-156,-1 0 0,-5-6 423,1-4 0,-4-2 0,-5-4 0,-2-2 0,-2-1 0,-3 2 85,-1 1 1,-4 2-202,-2 0-87,-4 0 1,-7 1 0,0 4-1,-4 4 1,-3 3-529,-1 2 1,-3 0 100,2 0 182,3 0 0,-4 7 0,6 2 0,2 2 0,1 0-763,2-1 1,4 1 496,1 8-628,6-4 1,-4 6 1268,7-7 0,26 7 0,5 1 0</inkml:trace>
  <inkml:trace contextRef="#ctx0" brushRef="#br0">28877 13136 7941,'-10'-8'580,"2"2"0,0-1 1899,1-2-2091,3 3 1,-4-5 0,5 4 0,-1-1 0,0-3-162,3-1 1,6 2 0,1 1 0,2-1-161,3 2-88,1-4 0,7 9 0,0-5 0,0 1 0,0 4-144,0 2 0,2 1 140,-2 0 0,-3 0 1,2 0-1,0 0 59,1 0 1,-3 4 254,3 1-223,-10 6 1,4-3 0,-4 5 0,2-2 0,0-2 230,-1 2 1,-5-3 38,4 2-194,-6-7 1,5 8 0,-5-5 0,4 0 157,0 1 1,-2-2 11,5-5-240,-1-7 1,1 4 0,-1-6 0,2-2 0,2-2-80,1-1 1,-1-5-107,-4 0 63,4 0 0,-10 5 0,5-1 0,-2 1-353,-3 0-64,-1 0 222,-2 6 0,-2 2 0,-2 6-212,-6 0 1,-3 6-11,-1 3 294,0-2 0,0 5 1,1-2-1,2 1 1,2 0-106,-2-2 0,3-1 417,-2 2 37,7 2 1,-8-4-1,5 6 632,-2 1-467,-2-1-190,2-6 0,0 3 379,4-6-140,2-1 0,-11-4-322,4 0-122,-4-6 0,-1-2 1,0-6-1,0 0-113,0-1 1,-1 1-9,1 0 115,0 0 0,0 4 0,-1 2 1,1 1-1,0 0-7,0 1 1,0 1-245,-1 5 187,7 0 1,-4 0 0,2 0 0,-1 2-62,2 2 1,-2 4 314,6 7-85,-6-8 0,9 6 1,-4-3-1,1 2 1,-1 2 94,-2 1 166,5-1-185,-3 0 1,1 0 0,0 1-290,2-1-21,1-6 575,2-2-290,0-6-130,7 0-458,-6-6 0,10 2 0,-4-3 0,-1-1-954,0 0 1,4 3-917,-5-4 1170,6 5 1192,-10-2 0,24 0 0,-1-2 0</inkml:trace>
  <inkml:trace contextRef="#ctx0" brushRef="#br0">30384 12980 7903,'1'-15'27,"2"1"1,2 0 639,-2 0-119,-1 0 0,-2 4 1,0 1-1,0-3 608,0 0 1,0 2-921,0 1 1,-2 6-157,-2-2 0,-4 3 0,-6 2 117,-1 0 1,-4 7 53,0 2-273,0-2 1,0 7-1,1-2 1,-1 7-1,0 2-79,0-1 0,0 6 150,4-3-17,1 4 0,0 0 1,1-2-1,4-1 1,4 1 51,4 2 0,1-3-22,0 0-43,6-7 1,-3 3 0,8-5-1,3-1 1,5 0 50,3 0 1,-3-6 6,5-3-23,-7-3 1,10-2 0,-5 0 0,2 0 0,-2-2 206,-1-3 0,-2-1-48,-5-4-132,0-2 1,-4 4-1,-2-6 1,-2-1-1,-1 1 33,1 0 1,-4 5 41,2-1-77,-2 1 0,-2-1 0,-2 2 0,-1 0 0,-3 2-126,-2 0 0,-2 1-298,-4 5 257,0-6 1,0 4-1,0-3 1,-1 4-1,1 1-137,0 0 0,0 0-160,-1 0 307,1 0 1,5 1 0,-1 2 0,-1 4 2,-1 1-44,4-5 73,-5 3-78,11 1 1,-4-4 55,6 6-117,0-6 166,0 4-63,0-7 1033,0 0-864,6 0-42,-4 0 29,4 0-130,-6 0 232,0 0-223,7 0 67,-6 0-145,6 0 15,-7 0-1760,0 0 331,-7 0 64,6 0 1,-6 1-851,7 4 2325,0-3 0,13-2 0,3-8 0</inkml:trace>
  <inkml:trace contextRef="#ctx0" brushRef="#br0">30654 12937 7903,'5'-14'873,"-1"0"101,0-1 1446,-3 7-613,-1-4-1648,0 10 0,-1-3 1,-3 10-1,-2 5 0,0 2 608,-1 3 1,-4-1-121,2 0-552,-4 6 0,1-4 0,1 3 0,1-1 0,1-1-72,1 2 0,-5 0-54,4-5-159,2 0 0,-4 1 1,6-1-457,2 0 1,2-5 179,1 1 465,0-7 0,3 3 1,5-6-1,6 0 1,3 0-22,4 0 0,-4 0 341,7 0-212,0 0 0,-1-1 1,-1-2-1,-1-2 1,-4 2 272,-1 1 0,-2 1-119,1-4-182,-1 3 1,-5-6 0,1 4-33,1-6 0,-5-2-36,-1-3-92,-3 7 1,-2-4 0,0 2 0,0-2 0,0-3-241,0 1 0,0 0 170,0 0 141,0 0 1,-2 1 0,-1 2-481,-2 1 412,0 7 273,5-3 0,0 12 0,0 4 0,0 2 1,0 4 196,0 3 1,0-1 193,0 5-389,0-5 1,0 8-1,0-3 1,0 0-1,-1 1 251,-4 1 0,3-3-196,-2 2-180,2-7 1,2 9 0,0-7 0,0-2 0,0-1-122,0-2 0,0-5 136,0 1-716,0-7 97,0 3 1,0-7 192,0-4-512,0 4 0,0-12 1,0 3-1,0-2 1,0-2-1353,0-1 0,0 1 278,0 0 1925,6 0 0,9-26 0,7-6 0</inkml:trace>
  <inkml:trace contextRef="#ctx0" brushRef="#br0">31052 12951 8197,'0'-14'661,"0"4"-100,0 1 0,0 4 1247,0-4 0,-2 6-794,-2-2 1,1 10-744,-7 4 0,7 8 112,-2 2 0,2 7 1,0-3-1,-2 4 85,2 2 0,-3-2-143,1-4-364,0 4 1,5-10 0,0 6 0,-1-1 0,-3-2-156,0 1-7,-1-2-360,5-5 26,0-6 0,0-3 140,0-10 189,6-3 1,-3-6-1,7-2 1,1-1 0,2-4-273,1-1 0,0 5 246,0-2 164,7 3 0,-5-2 0,3 3 1,-4 2-1,0 2 77,-1 3 41,0-5 193,0 12 0,-8-4 96,-6 10 1,-6-2-147,-8 6-207,-7 1 1,4 3 0,-5-2-1,0-2 1,1 1-247,1-3 1,1 1 81,5-3-49,-1-3 0,1 9 0,0-5-267,0 2 720,6-5 12,8 10 1,8-10 0,6 6-1,2 1 1,1-1 613,2 1 0,5-2-282,-5 1-337,0 4 1,-5-5 0,0 4 0,0-1-1,1-1 315,-1 1 1,-5-5-223,1-1-96,-7 3 1,8-5 296,-6 7-880,-1-7 168,-4 3 1,2-8-1,1-2-1960,2-6-571,0 4 574,-5 0 1,-2 6 2141,-3 0 0,-66-19 0,25 7 0,-1 0 0</inkml:trace>
  <inkml:trace contextRef="#ctx0" brushRef="#br0">28550 15268 7922,'-2'-9'1389,"-3"-1"-539,4 1-80,-12 1 357,12 2 737,-6 6-750,7 0-830,0 0 1,7 0-209,2 0 1,8 0 101,2 0 0,2 0-48,-2 0 1,5 0 0,7 0 0,4 0-59,1 0 1,-3 0-51,5 0 0,-6 0 26,1 0 1,-3 0-1,-3 0 1,-3-2-73,-5-3 1,-8 4-26,-2-4 1,-6-3-167,2-1 0,-3-4-528,-2-1 525,0 0 0,-2-1 1,-3 1-1,-3 0 1,-1 0-149,-1 0 1,6 4 583,-6 1-135,7 6 0,-5-4 372,3 7-130,4 0-40,-5 0 1,6 2 0,1 3 0,2 4 0,2 4 690,-2 1 1,-1 0-325,-2 0-518,0 0 0,0 1 0,0-1 1,0 0-1,0 0 55,0 1 1,-2-1-761,-3 0 255,-2 0 1,-6 0 0,0-1-1,1-2 1,-4-1-2178,0 1 1,-4 0-1012,1-2 3504,-7 4 0,-27-5 0,-15 6 0</inkml:trace>
  <inkml:trace contextRef="#ctx0" brushRef="#br0">29986 15098 7966,'-2'-10'1290,"-1"1"748,-2-2-1092,0 5 1,5-7 0,2 5-381,3 0 0,-2-3 1,6 6-236,2 2 1,2 2-160,1 1 0,5 0-30,0 0 1,2 0-1,-4 0 1,4 0 298,1 0-337,-5 0 1,4 6-24,-7 3 1,-1-1 15,-4 2 1,-3-1 0,-6 5 0,0 1 53,0-1 1,-6 0 0,-3 0 0,-6 0-27,-4 1 1,2 0-218,-7 4 86,7-3 1,-8 5-1,6-7 1,0 0-1,1 0 33,4 1 1,-3-1-325,7 0 261,4-6 0,-5 5 1,8-5 217,4-1 0,6 0-5,7-7-57,6 6 0,3-4 1,5 2-1,0-2 1,-1-2 181,-3 0 1,3 0-84,-3 0-148,-4 0 1,1 0-255,-7 0-1181,-6 0 83,-2 0 1,-6-2-2933,0-2 1237,0 2 1063,0-4 1913,-6 6 0,4-32 0,-4-7 0</inkml:trace>
  <inkml:trace contextRef="#ctx0" brushRef="#br0">30611 14828 7966,'-1'-14'956,"-4"-1"1,3 6 100,-2-1 1,0 6-525,0-6 0,1 7-4,-7-2 0,-1 4 1,-6 1 165,-2 0 1,-2 0-624,2 0 1,3 4 0,-3 3 0,4-1-21,0 0-107,1 5 1,5-3 24,-1 7 0,7-1 0,0 0 0,6 0 111,7 0 0,2 1 90,2-1-122,7 0 1,-5 0-1,3 0 1,-2 1-1,-1-1 154,-2 0 0,3 0-230,-7 1 8,3-8 1,-6 6-1,-2-3 1,-3 2 76,-2 2-143,0-6 88,-7-1 0,0-7 1,-9 0-1,-2 0 1,-1 0 75,2 0 1,1-2-58,2-3 38,0 4 1,1-12 0,4 4 0,4-4 0,5-3-107,5-3 1,9 2-1,10-7 125,2 7 1,3-9-1,-2 8 1,-2 0 0,-1 2 29,1 2 1,-4 2-201,-2 2-144,-4-3 0,-5 12-318,-1-4 0,-13 4-2617,-6 1 2111,-3 0 0,-13 1 1,0 2 1058,-5 2 0,-37 25 0,27-14 0,0 0 0</inkml:trace>
  <inkml:trace contextRef="#ctx0" brushRef="#br0">29189 16093 7909,'0'-14'186,"-1"1"1,-2 2-1,-2 2 1692,2-2-1339,1-2 1,4-1 0,3-1-1,4 1 1,4 2 0,1 2 56,0 5 0,5 4 1,0 1-1,-2 0-256,-1 0 0,-2 1-253,1 4 0,-1 1 0,-1 7 0,-2 0 134,-2 3 1,-6 1-32,2-3-152,-3 7 0,-7-4 0,-3 5 0,-3 0 0,-5-1 16,0-1 1,-4 1-153,1-2 76,0-3 0,0 4 0,-2-6 0,1 1 0,-1-1-26,4 0 0,6-5-113,1 1 155,1-7 1,1 5 0,5-5-1,6 2 171,6-2 1,9-1 635,1-2-578,12 0 0,-7-5 1,9 0-1,-3 0 0,-3 1 84,-3-1 0,-2-1-98,-3 1-368,-10 3 0,10-4-1952,-9 6 1581,-4 0-2602,0 0 1,-6-2 3131,0-2 0,-19-11 0,-4-7 0</inkml:trace>
  <inkml:trace contextRef="#ctx0" brushRef="#br0">29730 15993 8266,'-14'-4'852,"-1"-1"0,6 0-17,-1 5 1,1 0-83,-5 0 1,-2 0-52,-3 0 1,3 7-1,-3 2 1,3 4 197,2 1 1,1 0-792,4 0 0,-2-4 0,6 1 0,4 2 90,4-1 1,5 6 127,6-9-202,6 4 1,3 1-1,5 0 1,0-1-1,1-2 184,-1-2 1,-1-4-227,-3 4-66,3 1 0,-13-1 1,2 1-1,-7 1 53,-2 2-54,-3 1-111,-10-6 1,-8 3 0,-10-5 0,-1 0 0,-1 1-471,3-4 0,-1-2-1260,-4-1 1041,6 0 1,-5 0 0,5 0 0,-1-1 0,4-2-1717,4-2 0,0-6 1045,1 1 1455,0-2 0,12-34 0,4-8 0</inkml:trace>
  <inkml:trace contextRef="#ctx0" brushRef="#br0">29602 16079 7909,'1'-13'1072,"4"4"0,-3 1 367,2 3 0,0 2-296,0-7 1,-1 7-403,7-2 1,-5-1 0,4 1 0,2 1-52,2-3 0,6 6-1000,0-4 79,0 3 0,1-2 0,2-1 0,1 2 0,-3 1-980,1 2 0,-6 0-2262,4 0 1066,-9 0 2407,2 0 0,-16 13 0,2 3 0</inkml:trace>
  <inkml:trace contextRef="#ctx0" brushRef="#br0">30185 16036 7943,'0'-14'0,"0"0"0,0-1 0,0 1 2710,0 0 1,0 0 2460,0 0-3076,0 6-1522,-7 1-517,-1 7 1,-6 8 0,0 5 0,0 6 0,-2 3 269,-3 3 1,3-3-144,-3 2-145,10 6 0,-4 0 0,5 3 0,0-3 0,4-3-407,2-3 1,2 3-166,0-4 437,0-2 0,8-1 1,5-7-1,6-2 1,3-3-30,3-2 0,2-1 31,1-5 123,1-6 0,-6-2 1,1-6-1,0-1 1,-4 1 288,-5 0 1,-3-5 53,-7 0-508,0 0 1,-5 5 0,-2 0 0,-3 1-1,-6 2-1007,-6 2 0,-5 5-282,-7 0 936,1 2 0,-2 2 0,-2 0 1,-1 2-1,2 2-1112,1 6 0,6 3-906,0 1 2508,7 0 0,3 6 0,7 3 0</inkml:trace>
  <inkml:trace contextRef="#ctx0" brushRef="#br0">30981 16207 7894,'0'-14'353,"0"-1"1,0 1 1089,0 0 0,0 0-927,0-1 0,-2 1 0,-2 2 0,-4 1 0,-2 3 1,1 1 94,-2 4 1,-2 2-1,-1 1 1,0 1-326,-1 4 0,1-2-258,0 7 0,0 1 1,0 6-1,-1 2 124,1-2 0,6-1-611,3-2 263,4 1 0,1-1 0,0 0 0,1-1-439,4-4 1,3 2 34,6-6 381,1 0 1,3-5 0,1 0 0,-1-2 0,-2-1-303,-2-2 0,5-6 627,0 2 101,0-4 0,-7 3 0,-1 1 0,-1 0 0,-1-1 531,-1 1 1,0 4-216,-3-5-172,-4 7 0,6-2 246,-7 10 1,0 3-155,0 6-357,0-6 1,0 5 0,0-4 0,0 4-248,0 1-680,0 0 511,0 1 1,1-8 0,4-2-255,5-3 1,7-4 141,2-3 285,0-2 1,1-8-1,6 0 1,4-3-1,3-1 76,-2 2 0,-1 1 204,-1 2-36,-1 0 1,4-1-1,-4 3 1,-4 2 329,-2 6 0,-6 2-151,3 2 36,-10 0 1,-2 2-60,-7 2 0,0-1-323,0 7 45,0-7 1,-2 3-7,-3-6 0,2 0 52,-6 0-24,-1 0 1,-4 0-1,0 0 1,-2 0-1,-1 0-35,-2 0 0,-5 2 11,5 3 50,0-4 0,0 7 0,0-5 0,2 4 0,1-1-28,2 0 0,4 4-4,1-5 6,6 6 0,-5-5 1,5 5-1,-1-2 1,6 1-96,6-2 1,5 0-156,1-4 163,6-2 0,2 4 0,7-6 1,-2 0-1,-2-1-281,-1-4 1,-2 2 393,2-7-2,2 1 1,-10-5 0,3-2 0,-1-3 0,-1-5 356,2-3 0,-5-1-34,-4 0-253,-7-7 0,8 5 0,-6-2 0,-2 7 1,-2 6 1129,-1 3-656,0 8-520,-6 2 1,3 8 0,-7 4 0,1 8 0,-1 7 470,1 1 1,1 5 135,-2-4-452,-2 4 0,10-3 0,-2-2 0,2 0 0,2-1 68,0-1 1,0-1-911,0-5 483,0 1 0,6-3 1,4-1-1,2-3 0,4-2-506,3-2 1,2-4-167,2-5 599,4-3 0,-3-6 0,8 0 1,1-1-1,-2-1-99,-1-2 1,3 2 142,1-3 232,-1 3 1,-11 3-1,-2 4 1,-1 4 0,0 4 646,-1 1-478,-2 0 7,-2 0 1,-6 6 0,-4 3-1,-2 4 275,-2 1 0,0-4-594,0-1 72,0-6 0,0 5 331,0-3 169,0-3-527,0 4 1,-6-6 0,-4 0 0,-2-2 0,-3-1-425,1-2 1,-5 1 121,0 4 348,-6 0 0,4 0 0,-4 0 0,3 0 0,1 0-36,4 0 1,-3 6-73,1 3 115,0-2 0,9 5 0,2-2 0,2 3 322,3 1-99,1 0-155,9 0 1,5-6 0,9-3 0,1-4 0,2-1-34,-2 0 0,5-1-72,-4-4 48,4 3 1,-3-10 0,-2 2 0,0-4 0,-1-5-90,-1-5 1,1 1-239,-2-6 261,-4 4 1,4-11-1,-9 4 1,-4 1 0,-1 2 133,0 4 1,-1 7 194,-4 0-310,-6 8 0,3 4 0,-7 7 0,-1 4 0,-1 6 107,-3 6 1,3 1-63,2 6 290,-2-1 0,5 4 0,-2-2 1,4-3-1,4 1 176,1-1 1,0-3-837,0 4 249,0-5 1,11 1 0,4-8 0,4-3-1,5 0-410,3-1 1,-2-3-119,8 0 441,-9-2 0,6-7 1,-3-1-1,0-2 1,1-3-434,-2-2 1,-3-6 650,1 0 2,-4 0 0,-2 0 0,-2 1 0,-5 0 803,-3 2-577,-4 8-151,-4 2 1,-1 6 0,-4 0 0,-3 2 0,-1 2 463,-1 6 1,1 3-44,-6 1-134,8 0 0,-6 0 1,5 0-1,0 1 1,2-1 682,-1 0-1210,6 0 128,-5 1 0,6-6 13,0 0-102,0-5 15,0 2 1,4-8-1,3-2 1,1-6 0,3-2-296,1-3 1,-2 1 125,-1 0 206,1-7 0,4 6 0,0-4 1,0 3-1,-1 2-21,-4-1 0,3 6-68,-8-1 148,7 7 1,-3-8 0,6 6 341,1 2 0,-1 2 68,0 1-367,0 0 1,1 0 0,-1 0-1,0 0-369,0 0 1,-4 0-1773,-1 0 1112,-6 0 0,4 1 0,-7 4 991,0 4 0,-57 23 0,-14 6 0</inkml:trace>
  <inkml:trace contextRef="#ctx0" brushRef="#br0">3228 16136 8487,'0'-15'159,"0"1"0,0 0 0,0 0 4299,0 0-2308,0-1-1825,0 1 1,0 8 0,1 7 0,3 10 250,0 7 1,6 7-1,-4-1 1,0 4 4,1 5 1,2-3-323,-4 4 0,4 0 0,-4-1 0,0 1 18,1 0 0,-4-4 136,3 4-792,2-11 1,-5 3 0,3-7-1517,-4-2 76,-1-8 1155,0-2 0,0-9 0,0-3 0,-1-4-1213,-4-4 1,3-3-559,-2-2 2083,-4-5 0,6 0 1,-2-1-1,0-1 0,1-1 352,-2 3 0,-1-3 0,1 8 15,4-8 1,-7 10-1,5-2 1,-2 2-1,0 2 770,-1-1 0,4 1-337,-2 0 694,2 6 0,2-5 1,2 5-1,4 1 846,8 2 1,2 3-884,8 2-810,-7 0 0,12 0 0,-3 2 1,8 3-1,0 4 370,1 4 1,-2 1-649,-4 0 54,-1 0 1,1 5-1,-3 0 1,-4-1-1,-6-1 83,-5 2 0,-7-3-288,0 3 176,-2 3 1,-5-6 0,-5 3 0,-10-2 0,-5 0-88,-7 2 1,-8 5-138,0-5-296,-3 0 0,-2-5 0,2 0 0,3 2 0,5 1-1551,3 2 0,8 0 546,3-4 1483,9-1 0,29 19 0,13 5 0</inkml:trace>
  <inkml:trace contextRef="#ctx0" brushRef="#br0">3370 17202 8177,'-5'-14'546,"-1"1"1478,-2 4 0,3-3-362,-4 8-1124,6-1 0,-8 13 0,4 5 1,1 5 148,0 5 0,-1-4-165,3 4-391,2 1 0,-4 4 1,6 1-1,0-1 0,0 1 409,0-1 0,1 1-1,4-1-374,3 0 0,6-5 0,2-5 1,1-2-1,4-3 160,1-4 1,-3-2-478,5-7 1,-2 0 0,3-2 0,-3-3-1086,-1-4 1,2-8 210,-4-2 131,0 0 1,0 4-1,0 1 1,-1 0-1,-3 0 895,0 0 0,-26-7 0,-7-1 0</inkml:trace>
  <inkml:trace contextRef="#ctx0" brushRef="#br0">3427 17429 8177,'-8'-1'2549,"3"-4"1,10 2-1586,4-7 1,4 2-816,1-1 0,7-4 0,3 4 0,1-4-648,-1-1 1,1 0 82,-6 0 1,4-1 0,-4 1 0,-3 0 415,-5 0 0,-42 0 0,-17-1 0</inkml:trace>
  <inkml:trace contextRef="#ctx0" brushRef="#br0">3313 17230 8167,'14'0'0,"2"-6"0,3-3 768,3-4 1,11-1 0,4-1 0,2 1 0,4 0 1235,-4 0 0,4 0-1186,-5-1-1862,-3 1 0,-2 0 1,-11 0-620,-8-1 1663,-12 8 0,-35 13 0,-13 10 0</inkml:trace>
  <inkml:trace contextRef="#ctx0" brushRef="#br0">4536 16221 12214,'-10'0'2917,"1"0"0,7-5-2333,2 0 0,8 1 0,13 4 1,6 0 906,4 0-1377,9-7 0,-4 6 0,5-5 1,-1 1-1,-4-2 0,0 1 1,-1-2 790,0 0-1170,-8 5 0,-7-8 0,-6 5 1,-1-2-587,-3-3 1,-6 5 95,-8 1 0,-9-2 1,-8 1-1,-1 0-254,-3 0 1,3-1 43,-2 2 944,7 4 0,-4-5 0,9 7-16,2 4 1,4-2 1855,6 7-1493,6-1 1,-3 5 0,7 0 0,1 1 0,1-3 1974,3-2-2164,-1 9-469,0-10 1,-6 12 0,-3-7-1,-4 0 1,-1 0-1086,0 1 1,-6-1-696,-3 0 2087,-4 0 0,-27 13 1,-5 3-1</inkml:trace>
  <inkml:trace contextRef="#ctx0" brushRef="#br0">6000 16022 22550,'-8'1'850,"4"4"0,2 5 0,2 2 23,0 3-694,0-1 1,-5 5 0,1 1 0,0 2-1,3 4 1,1 0 0,0 3 551,0-1 0,5-1-875,-1-3 1,6 1 0,-4-6 0,2-1-212,3-3 1,-3-7-81,1-3 0,1-3 1,4-2-1,0 0-909,1 0 0,-6-7 0,1-2-42,1-4 1,-5-1-1094,-1 0 1295,-4 6 1246,-1-5 0,-44-7 0,-11-10 1</inkml:trace>
  <inkml:trace contextRef="#ctx0" brushRef="#br0">6000 16278 22021,'-8'0'-392,"2"-7"2114,0 6 536,4-5-1393,-4 6 0,7-5 0,4 0 0,5 2 984,2 1 0,4-2-2118,3-1 189,3-6 1,5 8 0,-2-5 0,-1 0-1,0 2-299,-2-1 1,3-4-3271,-6 2 2728,-6 2 1,-2-5 807,-6 2 0,-70-28 0,21 15 0,1 1 0</inkml:trace>
  <inkml:trace contextRef="#ctx0" brushRef="#br0">6015 16050 22021,'0'-9'-2201,"0"-1"0,-5 6 2039,0-6 0,0 5 1314,5-4 0,0 4 0,2-3 0,3 2 1913,4 3 1,4-3-1541,1 1-1556,0-6 1,0 9 0,2-3 0,2 4 0,1 1-1334,-2 0 1,3 0-1128,-1 0 2560,0 0 1,21 38 0,6 9 0</inkml:trace>
  <inkml:trace contextRef="#ctx0" brushRef="#br0">6597 16136 22021,'0'-15'-2336,"0"6"4116,0-1 0,-1 7-208,-4-1 0,2 2 0,-6 4 1,-3 2 43,0 6 1,-2 4-1617,-1 5 0,1-2 0,0 7 0,0 1 0,0 2 0,-1 2 0,1-1 0,6-6 0,-3 3 0,5-4 0,-1-1-1662,1 1 1,0-4 17,1-7 1369,4-4 1,-7-7 0,4-4 0,0-5-1102,1-2 1,1-9 16,2-2 1245,-6-4 0,4-2 0,-3 2 1,4 2-1,1 3 2211,0 1-707,0 3-871,0 3 1,6 7-1,4 4 1,2 4-1,2 4 613,1 6 1,4 4-1570,0 5 718,6-3 0,-5 4 0,6-5 1,-4-1-1,0 0-111,0 0 1,0-4-969,2-1 498,-4-6 1,-5 4 0,-1-7-1,0-2 1,0-3-157,0-4 1,-1-5-181,-3-5 531,-4 3 0,-1-5 0,-1 6 0,0-3 505,-3-1-484,-1 0 258,0 11 1,-1 2-1,-3 8 1,0 2-1,0 7 22,3 7 1,1 4 866,0 6-794,0 7 0,0-3 0,0 4 0,0 0 0,0 1 408,0 2 1,0-4-676,0-2-59,0-3 0,5-3 1,-1-3-611,0-5 828,-3-10-478,-1-9 0,0-9 0,-1-10 1,-3-5-1,0-4-1256,0-6 0,3-2-275,1-7 1478,0-6 0,1 5 0,4-3 1,5 3-1,4 1-76,5 0 0,3 9 1595,6 5-730,1 7 0,-1 14 0,1 3 0,-1 5 0,-1 7 526,-3 7 1,-5 2-38,-10 7-748,-3 1 1,-6 5 0,-1-1 0,-4 0 0,-4-1-239,-4-3 0,-8 3 488,-2-4-1275,-4-2 0,-2 4 1,1-4-1,-2 1 963,-3 3 1,-2-3-1,-4 2 1,-6 2-1,0 0 1</inkml:trace>
  <inkml:trace contextRef="#ctx0" brushRef="#br0">4436 17358 8324,'-12'-6'2606,"2"-4"757,6-2-2935,2 4 1,10-3 0,6 5 0,8-1 0,5 1-1,3 1 1,3 0 1243,5 1 0,5-3-1408,4 3 1,-4 2 0,1-3 0,-6 4-222,-3 1 0,-2 0-582,-5 0 242,-6 0 61,-7 0 141,-9 0 1,-8 0 0,-2-2 0,-6-1-484,-2-2 0,2-4 114,1 4-184,-1-6 0,1 8 64,-1-7 574,7 7-32,-3-3 1,7 6 196,4 0 1,3 5 156,6-1-308,-6 7 0,3-7 0,-5 3 0,1 1-1025,-1 0-321,5 2 263,-9 4 0,4 0 0,-6 0 1079,0 1 0,6 18 0,2 5 0</inkml:trace>
  <inkml:trace contextRef="#ctx0" brushRef="#br0">5887 17173 8204,'0'-14'354,"0"0"0,0 0 1032,0 0 1,0 7 0,0 7-351,0 8 0,0 6 0,0 5 0,0 3 149,0 1 1,0 3-846,0-2 1,0 3 0,0 0 0,0-2-14,0-1 1,0-7-323,0 2 1,0-3-1,0-2 6,0 0 133,0 1-207,0-8 1,0-2 0,0-10 0,0-6-702,0-6 0,0-5 16,0-7 512,0 1 0,0-7 1,0-3-1,0-3 1,1 0-259,4 3 1,-2-1 142,7 6 336,-1-1 0,5 12 0,0 5 0,1 6 0,0 6 405,4 4 0,-3 9-45,3 6-117,-3 6 1,-2 4 0,0 0 0,-1-1 0,-2 1 343,-1 0 1,-6-7-679,6 2 50,-7-3 0,3-2 0,-6 0-568,0 1 0,2-8 36,3-2 370,-4-3 1,7-9-1,-3-2 1,4-5-1,4-4-545,1-1 0,5-4 257,0 4 506,0 0 0,-5 0 0,0 1 0,-1 4 0,-2 3 1125,-1 0-613,-7 5-245,9-1 0,-10 9 0,3 4 0,-4 7 0,-1 6 734,0 3 1,0-3-347,0 5-466,-6-1 1,4 6 0,-2-2 0,2-2 0,2-3 79,0-1 1,5-1-1292,0-1 532,6-3 0,-8 0 1,6-8-1,2-2-561,2-3 1,3-1 334,3-2 575,-3-7 0,6-1 1,-5-7-1,4-3 1,-1-2-38,1-2 0,-7 4 63,-5-1 557,-6 4 1,9 0 0,-8 1 1233,-1 0-1174,-1 6-375,-2 2 0,0 7 0,-2 4 0,-1 4 19,-1 4-429,-1 1-127,5 1 1,1-1-1070,4 0 707,3-6 293,6-2 1,0-6 330,1 0 0,-6-5 297,1 1-65,-7-1 1,5 5 1341,-4 0-793,-2 6-260,4 2 0,1 6 0,1 1 0,1-1 140,1 0 1,-1-4-164,5-1-478,0-6 1,5 8 0,0-6-1,0-2 1,0-1-77,0-2 1,2-2-274,-2-3 344,-3 4 0,4-17 1,-6 4-1,0-3 0,1-2-58,-1 0 1,-1-8 225,-4-1-35,-3-1 1,-1-12 0,0 3-1,-2-3 1,-1-2 59,-2 1 1,0 1-100,0 3 115,0 3 0,-2 15 0,-1 4 0,-2 8-147,2 6 0,0 5 92,-2 12 217,3 5 0,-4 2 1,5 8-1,-3 2 0,0 1 417,0-1 0,1 2-75,-1 0-418,2-1 0,-4-5 0,6 1 0,0-2 1,1-2 208,4-2 1,-2-4-312,7 5-67,5-7 1,1 2 0,5-9 0,-1-5 0,4-4-490,3-1 1,1 0-576,1 0 816,-1-6 0,1-4 1,-1-9-1,0-4 1,-1-4-299,-3-1 1,-3-2 257,-7-4 155,0-2 1,-5-7 0,-1 1-1,-1 1 1,-4 3 18,-2 5 0,-1 4 485,0 5-225,-6 4 1,-2 12 0,-6 3 71,0 4 1,0 12-115,-1 3 24,7 10 0,-3-2 0,5 6 0,0 1 0,-1-1 721,4 0 1,-3 1-96,1-1-515,0 1 1,5-1 0,0 1 0,0-2 0,0-2 73,0-2 1,5-5-103,0 1-273,6-3 0,-8-4 1,7-2-1,1-4-374,1 0 0,3-4 152,-1 3-24,0-10 1,0 0 0,2-7 0,1-4 0,2 0-434,-1 0 1,-2-3 618,-2 0 100,0 0 0,-1 5 0,-2 0 0,-3 0 394,-2-1-23,-1 1-238,-5 6 0,0 4 1,0 8 194,0 6 1,0 2 522,0 3-574,0-1 0,0 5 1,0 0-1,0-2 0,0-1 147,0-2 0,6 0-104,3 1-202,-2-1 1,5-2 0,-2 0-1,2-5 1,3 0-77,-1-4 1,0-2-114,0-1-385,1 0 1,-1 0-1,-2-1 1,-1-2-1,-1-4-593,1 0 1,-3 2-958,1-5 968,-5 1 0,2-1 1,-6 1 1066,0-2 0,-63-33 0,23 17 0,1 0 0</inkml:trace>
  <inkml:trace contextRef="#ctx0" brushRef="#br0">7550 17145 8204,'0'-14'0,"0"0"0,0 4 1762,0 1 0,0 4-797,0-5 1,-2 6-1613,-2-6 1,1 7 0,-7-2 646,-1 4 0,-46 13 0,-12 4 0</inkml:trace>
  <inkml:trace contextRef="#ctx0" brushRef="#br0">7209 17074 8204,'-6'-8'943,"4"-5"-566,-3 4 459,-3 3 0,8-7 0,0 5 0,8-1 822,5-1 1,7 7-1873,4-2-59,3-3 1,0 7 0,-2-4 0,-1 3 0,-1 2-2756,0 0 3028,-3 7 0,-12 26 0,-2 13 0</inkml:trace>
  <inkml:trace contextRef="#ctx0" brushRef="#br0">8318 17117 8193,'-22'-8'253,"-4"-3"0,6 6 0,-1 2 0,-1 1 0,2 2 2143,-1 0-2009,-4 6 1,8 2 0,-6 8 0,3 2 0,4 0 0,3 0 0,6-2 980,0-2 1,2 5-1224,5 0 0,2 0 0,3-7-294,4-2 1,10 1 3,5-6 0,8-1 1,2-5-1,3-4-993,2-4 850,-4-4 0,4-1 0,-4 0 0,0-2 0,1-2-281,1-1 0,-6 0 283,2 5 520,-9 0 0,1 0 0,-6 1 1,-3 2-1,-3 3 684,-4 2-309,-6 1-134,4 5 1,-9 0 92,-3 0-582,-3 6-20,0-4 0,-4 4 1,2-6-1,-2 0-263,-2 0 0,-1 0-29,1 0 186,-6 0 0,4 5 0,-5 0 0,2-2 0,-1 0 27,-2 2 0,3 1 96,-5 4 221,7 2 1,-4-4 0,7 6 0,1 1 0,2-1 208,2 0 1,5 0-467,0 1 108,2-8 0,4 6 0,2-5 0,6 0 0,3-3 77,1-4 0,5-1-206,0 0 1,1-1 0,-2-3 0,2-2-67,2-2 0,-4 3 136,1-4 509,-10 6 1,4-10 171,-4 4-696,-2 2 166,-1 1 0,-6 8 0,0 2 0,0 6-648,0 3 308,0 1 1,1-6 0,4-4-270,5-2 1,4-2 132,5 0 256,3-6 1,6-2 0,2-6-1,2-1 1,3 1 167,1 0 1,-3 0 141,5-1 90,-6 8 0,3-5 1,-9 8-1,-2 1 1,-5 1 218,-3 2 0,-4 6-452,-2 4 5,-4 2 1,-6 4-1,-1 2 1,-4 1-1,-5-2 165,-2-1 0,-2-2-482,-1 0 14,1 0 0,0-6 0,0-3 0,0-2-249,-1 2 0,3-5 320,2 0-87,4 0 0,6-13 1,1 2-250,4-6 0,8-1 261,6-5 0,6-1 1,-1-6-1,3-3-450,1-5 568,-6-3 0,5 3 1,-5 0-1,0 0 1,-4 3-229,-7 7 765,-5 6-383,-6 14 0,0 3 1,0 12-1,-2 7 875,-2 8 0,1 6-111,-7 6-455,7-4 0,-3 6 1,6-5-1,0 4 1,0 0 761,0 0 1,0-2-991,0-5 0,1-4 1,2-2-1,2-1-926,-2-4 0,0-8 353,2-4-353,-3-3 1,4-4 0,-8-4-1137,-2-8 0,2-2 689,-3-8 651,-3 7 1,7-15 0,-4 4 0,4-2 0,1 0-330,0 1 0,0 2 1320,0 4-260,6 2 0,2 7 0,6 0 0,2 0 0,3 1 651,4 4 1,6-3 558,4 8-941,-3-1 0,6 3 1,-6-1-1,0-2 0,-4 2 283,-4 2-2441,-3 1 1433,-5 0 302,-6 0 0,-21 12 0,-10 4 0</inkml:trace>
  <inkml:trace contextRef="#ctx0" brushRef="#br0">15171 16107 8159,'-5'-9'23,"-1"1"1,-1 0 0,-1 2 499,1-1 0,2 1-329,-5 1 1,6 4 0,-6-4 0,1 2 0,-1 0 516,1-2-368,6 0 1,-4 7-85,7 2 1,5 0 0,1 5 39,2 2 1,2 2 0,4 1-223,-6 0 1,3-4 0,-6-1 0,-1 2 162,3 2 1,-6 1 6,4 0-213,3 1 1,-7-1 0,4 0 31,-3 0 0,-2 2 0,0 1 0,0 4 41,0 1 1,0-3 72,0 5-110,0-1 1,1 6-1,3-1 1,0 1-1,-1-1-13,-1 0 1,-2 6 35,0-1 0,0 0 3,0-5 1,0 1 0,0-1 0,2-1 66,2-3 0,-2 3 73,3-4 0,1 0-143,-1 0 1,4-5 0,-4 2 0,0-1 135,1 0 0,-3 5-179,7-5 1,-7 1 19,1-1 0,-2-3 0,-2 4 1,0-1 49,0 0 1,0 2-61,0-2 1,0-3-7,0 3 1,0 1 0,0 1 0,0-1 44,0 1 0,0-1-11,0-1 0,0-1-35,0 5 1,0-5 0,0 2 0,0-1-88,0 0 0,0 5 62,0-5 1,5 5-42,0-6 0,-1 6 1,-4-3-1,0 1-11,0 3 0,2 2-41,3 1 1,-4-4 58,4 0 1,-3-1 0,-1 6 0,2-2-4,2-4 0,0 4 42,-5-3 0,4 1-31,1-1 0,0 1 1,-5-4-1,0-1-151,0 1 1,0 4 140,0-1 1,5-4-96,-1-1 1,1 2-1,-5-2 1,0-2-224,0-1 1,0-2 7,0 0 1,0-4-656,0-1-94,0 1-591,0-2 1110,-6-2 0,4-12 548,-2-4 0,-4-47 0,0-12 0</inkml:trace>
  <inkml:trace contextRef="#ctx0" brushRef="#br0">15228 16065 8277,'-15'-7'62,"1"6"0,0-6 0,0 3 0,0-1 640,-1 2 1259,7 1-1401,2 2 1,8 0 0,2 0 0,6 0-88,3 0 0,1 0-299,0 0 0,7 2 1,4 1-1,6 2 116,7-2 1,3-2-262,2-1 0,1-1 1,2-2-1,3-2-17,2 2 1,5 0-240,6-2 213,-7 3 1,1-4 0,-4 4 0,5-1 0,1-2 75,-1 2 1,1 2-152,-10 1 83,-1 0 1,-3 0-1,2 0 1,0 0 0,-3 0-24,-4 0 1,-6 0-22,5 0 38,0 0 1,3-5-1,-1 0 1,-2 0-1,0 1-150,-2-1 0,8 0 158,-6 5-64,6 0 1,-9 0-1,3 0 1,-3 0 0,-2 0-227,0 0 1,-1 0 205,-9 0 75,4 0 0,-3 5 1,8 0-1,1-2 0,0 0 23,2 2 0,-4-4 246,7 4-188,0-3 1,5-2 0,-1 0 0,-1 0 0,-1 0 74,-2 0 0,-2 0-87,2 0-52,3-7 1,-11 6 0,3-4 0,-3 3 0,-1 2-54,-1 0 1,1 0 66,-1 0-11,1 0 0,-4 0 0,0 0 0,2-1 0,-2-2 58,2-2 0,2 0-38,4 5-12,-3 0 0,4 0 1,-5 0-1,1 0 1,2 0-24,1 0 1,5 0-77,-5 0 102,6 0 1,-9 0 0,5 0 0,-2 0-1,0 0 39,-1 0 1,-2 0 49,-2 0-66,-5 0 1,3 0-1,-3 0 1,-1 0 111,-3 0 0,-4 0 45,0 0-138,-1 0 0,-5 0 0,1-1 0,1-2 19,2-2 1,1-2 8,0 3 74,-6 2 0,3-6 0,-5 5 320,2-2-270,-5 1 95,4 4 77,-7 0-803,0 0 388,6 6 1,-5-3-36,4 7 58,-3-7 0,3 5 0,1-4 163,2 6 0,-5 2-18,2 3-45,3-7 1,-7 4 0,4-2 0,-2 2-1,0 3 57,2-1 1,0 0 118,-5 0-160,6 0 0,-4 1 0,2-1 0,-2 2 0,-2 1 144,0 2 1,0 2-175,0-3-8,0 5 1,0 0-1,0 1 1,0 1 0,0 2 106,0 2 0,0-1-22,0 0-97,0 1 1,0-5-1,0-1 1,0 2 0,0 2 16,0 2 1,0-6 53,0 1-93,0 0 0,0 3 1,0-2-1,0-3 1,0 0-24,0 0 0,0-3 276,0 5-247,0 0 1,-5 3-1,0-2 1,1-2 0,-1 4 86,0 5 1,-4-4-164,4 1 99,0-1 0,1-6 0,-1 7 0,2-1 1,-1 1 137,0-1 1,2-1-90,-3-3-105,4 2 0,1-3 1,0 3-1,0 0 0,0-3 22,0 3 1,0-1 64,0-1-97,0 3 1,0-5 0,0 4 0,0 1-1,0-1 87,0-1 0,0 5-61,0-6-30,6 2 0,-4-2 0,2-2 0,-2 0 0,-2-1 37,0-1 1,0 4-51,0-5 23,0 0 1,0-5-1,0 2 1,-2 0 0,-1 0-43,-1-4-18,-1 6 52,5-3 1,0 6 0,0-7 0,0 0-16,0 1 17,0-7-33,0 4 0,0-9-107,0 7 123,0-7-78,0 3 165,0-6 1,0 2 148,0 3-147,0-4 0,-2 6 0,-2-7 0,-6 0 1,-3 0 1,-2 1-134,-4 4 65,3-4 1,-6 6 0,3-7 0,-5 0 0,-3 0-119,-1 0 0,-5 0-251,-1 0 229,-5 6 1,3-4 0,-7 2 0,2-2 0,1-2 11,2 0 0,1 0 7,-6 0 92,7 0 1,1 0-1,6 0 1,-1 0-1,0 0 62,2 0 1,-4 0-13,9 0 32,-4 0 1,-2 0 0,1 0 0,-1 0-1,-1 0-20,-3 0 1,2 0-40,-7 0 0,6 0 1,-7 0-1,5 0 1,3 0 0,1 0-9,1 0 0,1 0-43,0 0 29,-1 0 1,2 0 0,0 0 0,2 0 0,-2 0-30,2 0 0,0 2 28,-4 2 3,1-2 0,-1 4 0,1-6 1,0 0-1,-1 0-42,1 0 1,-1 0 26,1 0 24,6 0 0,-5 0 0,3 0 0,-1 0 0,0 0 14,1 0 1,2 0-35,-2 0 19,-3 0 1,10 5 0,-7 0 0,-1-2 0,-2 0-64,-1 2 1,1-4-29,3 4 92,-3-3 1,5-2-1,-6 0 1,-1 0-1,1 0 50,-1 0 1,1 0 76,-1 0-88,1 6 0,4-5 1,-1 4-1,-3-3 0,-4-2 97,0 0 0,1 0-45,-2 0-49,3 0 0,-10 0 1,5 1-1,-1 3 1,-3 0 1,-3-1 1,5-1 20,-1-2-68,0 0 0,-3 0 0,1 0 0,4 0 0,0 0 94,-1 0 1,6 0-58,-3 0 154,4 0 0,8 0 1,3 0-1,4 0 285,0 0-344,1 0 10,6 0-652,2 0-848,6 0-108,0 0 1,5-2-585,-1-2 1,0 2 827,-9-3 721,3 4 0,-6 1 517,4 0 0,-11-32 0,-7-7 0</inkml:trace>
  <inkml:trace contextRef="#ctx0" brushRef="#br0">16877 16065 19160,'-8'0'1371,"2"0"-1319,6 6 1,0 2-1,0 6 1,0 0 0,1 0-1,2 1 84,2-1 1,0 5 0,-5 0-1,1 0-128,4 1 1,-3 1-1,3 4 1,-4-1-156,-1 1 1,0-3 116,0 2 23,6-7 1,-4 10 0,3-5-1,-4 0 1,-1-1-31,0-1 1,0-4-145,0 3 273,0 3 1,5-6-1,0 3 1,-2-3 0,-1 0-8,-2 3 1,0-4-8,0 4-123,6-3 0,-5 3 0,4 0 0,-3-2 1,-2 1 103,0 1 0,0-4 27,0 4-62,0 4 1,0-6 0,0 5 0,1-1 0,3-2 80,0 1 0,3-3 286,-3 7-343,-2-6 0,6 4 0,-5-5 0,2 4 0,-2-1 61,-2 1 1,4 2-59,0-4-67,0 0 0,-5 0 0,0 2 0,0-1 0,0 2-60,0 0 1,0-3 148,0 5-112,0 0 1,0 0 0,0-2 0,0 0 0,1 0-284,4 3 1,-3 0-148,2-1 350,4 3 0,-6-5 1,4 5-1,-1-2 1,0-1-90,-2 1 0,0-4 147,2-2 75,-4 3 0,6-5 1,-7 5-1,0-1 1,0-4 50,0-1 0,0-2-121,0 0 115,0 7 1,0-5-1,0 3 7,0-4 1,0 0-11,0-1 1,0 5 0,0 0 0,0-2 270,0-1-276,0-2 1,0 2 0,0 1 0,0 2 91,0-1 0,0-2-56,0-2 1,0-5-1,0 1 37,0 1 1,0-3-173,0 1 139,0-6-182,0 4 21,0-7-1208,0 0 1,0-7 579,0-2 1,4 1-3736,1-2 4433,0 1 0,-12-62 0,3 28 0,1 1 0</inkml:trace>
  <inkml:trace contextRef="#ctx0" brushRef="#br0">15512 15539 14578,'0'-10'-911,"0"1"1670,0-2-452,0 4 1,-2 1 0,-1 4 115,-1-2 1,-3 2 115,2-3-469,4 4 0,-7 1 408,3 0 0,2 0 262,-6 0-330,5 0 0,-3 0 194,2 0 1,-3 1-189,-6 4 1,-1-2-9,1 7-332,6-7 1,-4 5 0,4-4 0,-2 4 0,2 2 676,2-1-688,-5 1-21,3 4 0,-1 0 0,1 0 1,1 2-1,4 2 2,2 1 0,-1-1-84,-3-3-17,4 5 1,-5-2 0,6 4 0,1-2-1,2-2-228,2-3 1,6 0-350,-1-1 579,2 0 0,4-4 0,3-3 0,3 0 0,2-4-14,-1-1 1,1-4 249,5-3-291,-7-3 1,-2-4 0,-6 1 0,-1 1 0,-2 1-2491,-1 1-358,-7-5 956,3 12 2020,-6-12 0,-13 11 0,-2-4 1</inkml:trace>
  <inkml:trace contextRef="#ctx0" brushRef="#br0">15711 15567 14653,'0'-14'-1767,"0"4"3499,0 1 0,0 4 1148,0-4-1339,0 5 1,-5 11-698,1 12 1,-3 0-612,3 0 1,2 1-1,-4 1 1,1-1 49,0 1 1,0-1-716,5-1 129,-6-3 0,4 5 0,-2-7-797,2 0 0,1-1 607,-4-4 268,3-3 0,-4-7 0,6-4 0,0-6-731,0-6 1,5-5 520,-1-7 327,7 1 0,-4-1 0,4 1 0,-2 1 0,1 3 256,-2 5 1,4 4 1026,-2 0-840,-4 7 0,7 2 0,-4 8 0,4 2 0,0 6 479,-4 3 1,2 6-730,-6-1 286,6 8 0,-10-6 1,4 6-1,-3-4 0,-1 0 328,4 0 1,-3-5-1588,2 2-887,-2-9 0,-2 2-3930,0-2 3020,0-4 1512,0 0 1231,0-6 1,0-56 0,0-16 0</inkml:trace>
  <inkml:trace contextRef="#ctx0" brushRef="#br0">15739 15539 13979,'0'-21'-979,"-1"5"0,-2-3 2555,-2 3 969,0 2-2120,5 6 0,0 4 1,0 8-1,0 6 726,0 2 1,5 7-238,0 0-595,-1 7 0,-4-9 0,0 5 1,0 0-1,0-1 89,0-1 0,0 4-327,0-5 33,0 0 1,0-3 0,0 1 0,0 2 0,0-2-357,0-1 1,2-6 127,3-1 21,3-6 1,7 8-1,4-6 1,7-2-1,4-3 78,3-4 0,3 0 393,-7-5-455,2 6 1,-15-8 0,3 6 0,-5 0-1,-3 0-322,-1 1 1,-7-3-1657,2 3 1248,-4 2 0,-7-6 847,-4 3 0,-40-28 0,-12-13 0</inkml:trace>
  <inkml:trace contextRef="#ctx0" brushRef="#br0">16095 15539 18300,'0'-8'2423,"-6"1"0,-1 9-716,-2 3 1,-2 3-1128,6 6 0,-4 0 1,2-1-1,1-2-283,0-2 1,-1 1-562,3 4 1,2 0 0,-4-1-1560,-1-4 1563,6 4-675,-6-12 0,7 7-261,0-3 0,0-10-308,0 1 1297,0-14 0,5-4 0,1-6 0,2-1 0,2 2 363,-2 4 0,3-3 581,-6 7-446,6 0 1,-4 10 0,8 1 0,-1 2 805,0 3 0,0 9 482,1 8-1153,-1 7 1,-5 2-1,-1 1 1,-2 1-1,-1 1 695,2-3 1,-6 4-1014,4-3-99,-4-4 0,-1 1 1,0-7-1,0 0-4278,0 1 2076,0-8-52,0 0 1,-1-7 0,-4 0-3434,-4 0 5711,2 0 0,-31-51 0,-1-12 0</inkml:trace>
  <inkml:trace contextRef="#ctx0" brushRef="#br0">16052 15652 14029,'-8'0'5906,"2"0"-5075,6 0 0,0-1-810,0-4-115,0 3 1,6-6 0,4 5 0,2-1-1,3 0-1594,-1 3 1,5-4 1760,0 0 1,38-25 0,4-1-1</inkml:trace>
  <inkml:trace contextRef="#ctx0" brushRef="#br0">16436 15482 14235,'-8'-7'-1520,"0"6"2392,4-4 0,0-1-239,-5 1 1,4 0 0,-4 5 792,-2 0 1,-2 0-188,-1 0-950,6 0 0,-5 2 0,4 1 0,-2 3-25,1 2 0,4 2-118,6 4-149,0-6 1,0 4 0,0-2 0,2 3 0,2 1-558,6 0 0,2-1 276,3-4 100,-1 4 1,0-7-1,0 5 1,0-3-1,-1 0 82,-3 0 0,1-3 725,-7 4-473,1-6 0,-5 10 1,-1-5 434,-4 0 1,-3 0-220,-6-4-547,-1-2 1,-3 4 0,-1-4 0,1 1 0,2 2-4817,2-2 3612,0-2 1376,0-1 0,31-38 0,8-9 0</inkml:trace>
  <inkml:trace contextRef="#ctx0" brushRef="#br0">16649 15467 14235,'-9'-12'-2089,"-1"2"2939,7-2 1,-8 9 1820,7-7-1762,-8 7 1,9-3 0,-6 6-50,-2 0 1,3 4-696,-2 1 1,7 6 0,-2-1-1,2 2-24,-1 2 0,2 1-436,-3-1 414,4 0 1,7 0 0,2 1 0,1-1-1,1 0-55,1 0 1,2-1-412,1-4 348,0 4 0,0-5 1,0 4-1,-1 0-184,-3-3 1,1-4 475,-7 4-274,1-6 0,-7 4 0,-2-7 258,-6 0 0,-4 0-532,-5 0-153,3 0 1,-9 0-1,4 0 1,1 0 0,-1 0-5270,4 0 5741,1 0 1,-4-7 0,-2-1-1</inkml:trace>
  <inkml:trace contextRef="#ctx0" brushRef="#br0">16877 15411 9157,'0'-15'441,"0"6"1896,0-1-1615,0 1 0,0 3 0,-2 6 0,-1 9 0,-2 7 445,2 3 0,-3 1 1,1-1-1,0 3-340,-1 1 1,5-1-698,-4-3 0,3-4 1,1 4-1,-2-3 17,-2-2 1,0 1-640,5-1-246,0 0 1,2-6-546,2-3 930,-2-4 96,11-7 1,-7-4-1,5-8 1,-2-6-1,1-5-462,-2-4 0,4-2 267,-2-2 408,-4-5 0,5 12 1,-6-1-1,0 6 1,0 6 209,-1 3 474,7 8-395,-9 2 0,9 18 1,-5 7-1,1 7 0,-1 2 1031,-3 0 1,3 1-192,-1-1-1002,0 1 1,-4-6-1,3-1 1,0 1 0,-1-3-3699,-1 1 2262,-2-2-207,0-5 0,-2-2 1,-2-2-966,-6-5 1,-2-4 1443,-3-1 1081,1 0 0,0-6 0,0-4 0,0-2 0,-1-1 0,1 4 1000,6-4-458,-4 5 1,10-1 0,-1-1 1418,6-1 1,5 5-178,6 1-1744,0 4 1,2-1-1,2-1 1,0-2-1,0 2-40,-2 1 0,4 9 0,2 1 0</inkml:trace>
  <inkml:trace contextRef="#ctx0" brushRef="#br0">15341 16804 11308,'-14'0'314,"0"0"0,-2 0 0,-3 0 0,-5 0-99,-2 0 0,-8 0 0,0 0 0,-3 0 1,-1 0-1,1 0-39,-1 0 0,0 0 0,-3 0 0,1 0-229,2 0 0,7 0 0,-3 0 0,4 0-179,2 0 0,4 0-113,1 0 234,12 0 1,-7-2 0,13-3-34,2-4 0,8 1 99,5-1 4,8-1 1,0-4-1,4 0 1,-2 1-1,-1 2 29,2 2 1,-5 1-40,3-2 202,-10 4 0,4 1-53,-4 0 317,-2 1-222,-7 10 1,-8 2-1,-8 6 1,-1 2-1,-4 1 576,-1 2 0,3 6 84,-5-1-569,7-3 1,-4 6 0,9-5 0,1 1 0,3-1-141,1-1 0,3-2-139,4-5-100,6 0 1,4-6 0,7-1 0,3-3 0,1 1-1579,-1-2 1,-1-1 248,-4-2 756,-1-6 668,-6 4 0,-27-30 0,-13 1 0</inkml:trace>
  <inkml:trace contextRef="#ctx0" brushRef="#br0">13010 16662 8218,'-7'-15'160,"6"1"1,-4 0-1,2 1 1742,-2 4-1559,4-4 1,-6 10 0,7-6 0,2-1 0,1 1-30,2-1 1,4 5 0,-2-2 0,0 0-87,4 4 1,4-3-70,4 1 0,-4 0 1,6 5-1,-2 0 36,0 0 1,0 0-287,-5 0 166,0 0 0,1 2 1,-1 3-1,-2 4 209,-2 4 0,-4 1-46,-6 0-97,0 0 1,-6 5-1,-4 2 1,-2-1 0,-4 2 206,-3 1 0,3-1-57,-3 1-329,3-2 0,2-2 1,-2 0-1,1-2 0,-1-1 154,3-2 1,8 0-60,1 1 78,2-7 0,4 3 0,4-7 0,8 0 406,8-3 1,10-1-100,1 0-265,7 0 0,-12-1 0,2-3 0,-5 0 0,-1 0-108,-2 3 0,-1-4-152,-7 0-446,0 1-1956,-6 4 1461,-2 0-105,-6 0 0,-1 0 0,-4 0-636,-4 0 0,1 0-424,-2 0 2189,7 0 0,-16-19 0,3-5 0</inkml:trace>
  <inkml:trace contextRef="#ctx0" brushRef="#br0">13507 16292 8344,'-12'-14'-919,"1"0"1661,1-1 1,2 1 0,-3 2 962,2 2-1356,6-3 0,-4 10 1,9-6-1,3-1 899,4 2-992,-3 2 0,7 6 1,-4 0 205,4 0 1,-3 0-256,-1 0 0,1 0 0,4 0 135,0 0 1,-5 0-306,1 0 0,-5 0 0,4 2-75,2 2 0,-3-2-114,2 3 227,-7 3 0,8-5 0,-5 5 0,0 0 48,1-1 0,-3-2 328,-4 5-346,7-7 0,-6 9 0,4-2 0,-3 3 0,-2 1 455,0 0 0,0 0 18,0 0-454,0 7 0,-2-5 0,-1 4 0,-2-1 0,0 2 295,-1 1 0,5-3-64,-4 5-260,-3-7 0,6 3 1,-2-5-1,2-1 0,0 0-1479,-2 0 426,2-6-46,-4 5-70,6-12-663,0 6 1111,0-7 0,0-7 1,0-2-1,0-4 0,0-1-1780,0 0 0,0 0 523,0-1 1883,0 1 0,-19-13 0,-5-3 0</inkml:trace>
  <inkml:trace contextRef="#ctx0" brushRef="#br0">13479 16434 8344,'-6'-8'-522,"2"-3"209,-5 6 2559,6-6 1,-4 8-416,7-6 1,7 6-473,2-2-1005,4-3 0,1 6 0,2-2 1,1 2-1,2 1 625,-1-4 0,2 3-778,-1-3-157,6 4 0,-9 1 0,3 0 0,-3 0 0,-2 0-418,0 0 327,1-6-991,-1 4-482,-6-4 1033,-2 6-1021,-6 0 0,0 1-2479,0 4 2858,-6 3 1129,-2 6 0,-63 13 0,28-12 0,0 0 0</inkml:trace>
  <inkml:trace contextRef="#ctx0" brushRef="#br0">5361 12781 8130,'-10'0'68,"1"0"1,-1-2 0,1-1 1070,-1-2-414,7 0 0,-10 5 0,4 0 779,-4 0-817,5 0-50,2 0-706,6 0 327,0 0 1,6 0 0,5 0 0,5 0 370,3 0 0,11 0-320,-1 0-127,2 0 0,4 0 1,1 0-1,2 0 1,0 0 83,2 0 1,1 0 123,1 0-394,1 0 1,-5 0 0,0 0 0,1 0 0,1 0-39,-2 0 0,1-4 146,-6-1-59,1 0 0,-11 5 1,1-1-1,0-3 19,-2 0 1,-2-3-37,-5 3 18,-8 2-305,6-4 212,-11-1-44,4 6 0,-8-6 1,-2 7-43,-6 0 0,-7 2 62,-2 3-187,-13-4 0,7 10 0,-13-4 0,-1-1 1,-3 2-471,0 0 0,4-3 257,0 4 372,0-6 1,-9 8-1,-1-6 1,4 0 0,3 1-98,3 4 1,0-4 91,-5-1 100,1 3 0,5-2 1,4 5-1,3-3 1,2 0 276,-1 0 0,3-4-47,2 6-83,10-7 0,7 5 1,9-5 142,3 2 0,4 0 39,10-5-134,10 0 0,7 0 0,8 0 1,3-2-1,4-1 625,0-2 0,4-4-274,-3 4-301,3 0 1,-3 0 0,-1 1 0,0 0-1,-1 1 209,4-1 0,-10 2-221,-1-3-14,-10 4 1,2 1-1,-9 0 122,-2 0-524,-10 0 156,-7 0 0,-9 0 1,-3 0 120,-4 0 0,1 0 7,-1 0-294,5 0 1,-4 0-2717,4 0 1696,2 0-2381,-4 0 3598,6 6 0,-13 27 0,-3 13 0</inkml:trace>
  <inkml:trace contextRef="#ctx0" brushRef="#br0">18185 15396 11876,'-6'-8'5456,"2"2"-5006,-5 6 0,4 0-322,-4 0 0,4 6 1,-3 4-1,0 3 0,0 2 1,-1 3-1,-1 1 0,2 0 56,2 1 0,-3-4 1,4 3-1,2-2-295,1 2 0,2-3-260,0 3 293,7-3 0,0-4 0,8 0 0,-1-5 0,0 0-125,0-4 0,5 3 369,0-1-377,0 0 1,-9-5 0,-1 0 0,2 0-627,2 0 0,-4 0 327,1 0-815,-7-7 0,5 6 1,-5-6-1701,2 1 3106,6 5 0,9-44 0,10-2 1</inkml:trace>
  <inkml:trace contextRef="#ctx0" brushRef="#br0">18412 15524 8529,'-4'-9'872,"-1"-1"1,0 6 295,5-6 857,0 7-442,0-10-1164,0 5-461,0 1 678,0 0-147,-6 14-315,4 0 0,-4 9 1,6 2-1,0 2 0,0 1 159,0-1 0,0 4-383,0-5 67,0 6 1,0-9-1,0 3 1,0-3-1,0-2-1,0 0 0,5 0 12,-1 1-86,8-8 0,-5 0 0,9-7 0,2 0 0,2 0-225,2 0 1,0-7-535,2-2 484,3-4 0,-11-1 0,3 0 0,-4 0 0,0-1-1204,-1 1 0,-1 0 423,-4 0 593,-3 0 0,-6 4 0,2 1 521,3-2 0,-10-8 0,3-3 0</inkml:trace>
  <inkml:trace contextRef="#ctx0" brushRef="#br0">18739 15496 8529,'5'-10'1550,"0"1"-285,0 6 369,-5-10 898,0 12-473,0-6-1734,0 7 1,-2 7 0,-1 2-157,-2 4 0,-4 6 0,2 1 1,1 1-141,0-1 0,-1 1-24,3-2-44,2-3 1,-4 4 0,4-6 0,-1 0-1977,-2 1 1744,1-1 88,4-6 1,0-5 0,1-11-314,4-6 1,1-15 569,4 1-41,2-4 1,-5-1 0,4 0-1,-3 3 1,-1 5 363,1 6 0,-3 3 393,5 2-621,-7 6 1,9 2-1,-2 9 1,1 5 504,-2 6 1,2 10-32,-6-1-397,6 4 0,-8 2 1,7-1-1,-1 0 1,1 1-30,-1-1 1,-6-6-191,2-3-779,-3-3 1,3-2 0,-1 1-1378,-1-1 1,-1-5-654,-2 1 2134,0-7 1,-2 3 0,-2-7 0,-6-4 0,-2-3-732,-3 0 0,1-5 1379,0 4 0,0-4 0,4 1 0,1 1 0,-2 1 557,-2-1 1,4 3-283,-1-1 1367,7 6 0,-3-10 1604,6 3-2354,0 4-1037,6 0 0,2 1 1,8 0-1,1 2 1,2 2-480,-2 1 1,4 0-2019,-2 0 1324,6-7 1318,-3 6 0,32-18 0,6 3 0</inkml:trace>
  <inkml:trace contextRef="#ctx0" brushRef="#br0">19152 15496 8529,'0'-14'0,"0"4"870,0 1 1,-5 4 147,0-4-619,1 5 1,-3-2 0,-2 6 0,-4 0-1,-1 2 829,0 2 0,-1 3-286,1 2-876,6 4 0,-3-5 0,5 6 0,0 0 0,-1 0-12,4 1 366,2-1-464,7 0 0,-3 0 1,7 0-1,1 1 1,1-3-396,2-2 1,1 1-116,-1-6 289,0 6 1,0-5-1,-1 5 265,-4-2 1,-2-4 854,-7 5-848,-7-7 0,-2 3 0,-8-4 1,-4 1-1,0 2-1100,1-2 1,-1-2 141,2-1 92,4 0 0,-1 0 859,6 0 0,20-12 0,-1-4 0</inkml:trace>
  <inkml:trace contextRef="#ctx0" brushRef="#br0">19408 15496 8529,'0'-14'0,"-5"4"778,0 1 0,-6 1 1,3-3 2262,0 1-2167,-4 7-623,4-3 1,0 7 0,2 4 0,1 5-98,0 2 0,0 2-174,5 1 7,7-1 0,-4 0 0,5 0 1,0 1-1,0-1-30,3 0 1,-4 0 292,3 0-177,-1 1 0,1-1 0,-1-2 1,1 0 513,-2-3-72,4 0-239,-10 6 1,4-6 0,-6 1 248,0 1 1,-6-5-1176,-3-1 137,-4-4 0,-1-1 0,-1 0 1,1 0-1,0 0-2905,0 0 2360,6 0 1058,-5 0 0,18-6 0,-3-2 0</inkml:trace>
  <inkml:trace contextRef="#ctx0" brushRef="#br0">19919 15368 23048,'-14'-6'1118,"0"-2"0,-2-2 0,-1 2 0,-4 2-1216,-1 3 1,5 3-1,-2 3 1,3 3 0,2 4-1,0 4-1315,-1 3 0,6 7 1,1-3-1,2-1-2181,3 1 2838,1 4 1,4-9-1,2 4 561,6 1 1,34 14-1,10 9 1</inkml:trace>
  <inkml:trace contextRef="#ctx0" brushRef="#br0">19806 15510 26156,'1'19'-1715,"2"2"0,2-1 1,-2 2-1,1-1 2910,0-1 1,-2 4 0,3-5 0,-4-2 0,-1-1 0,0-2-1320,0 1 0,0-1-634,0 0-263,0-6-150,0-2 773,0-6 1,0-1-2467,0-4 1,-5 2 2852,1-7 1,-14-37-1,3-15 1</inkml:trace>
  <inkml:trace contextRef="#ctx0" brushRef="#br0">19806 15482 26156,'-8'-15'-3563,"3"1"0,4 5 4385,1-1 0,0 6-380,0-6 0,1 5 477,4-4 1,4 6 0,9-4 2033,1 1-2220,0 4 0,-5-4 1,0 6-361,0 0 1,0 5 0,2 1-646,3 2 0,-3 2 1210,3 4-880,-10-6 0,-2 4 0,-7-2 0,0 2 0,0 3 259,0-1 1,-7 0 12,-2 0-480,-4 1 1,-1-1 0,0 0 0,0-1 0,-1-2-291,1-2 0,2-4 979,2 4-923,4-5 0,6 3 0,1-3-47,4 0 0,5 1 1395,9-5-432,-4 0 1,8 2 0,-6 1 0,2 2 0,-2-2-533,-1-2 0,-6-1 0,-1 0 0,-6 7 0,8-4 0,-8 5 0,-4 0 0,-7-1 0,-5 1 0,-1 2 0,0 2 0,-5-5 0,-2 4 0,1-3 0,-1 0 0,4 0 0,1-5 0,2 1 0,0 4 0,4-6 0,1 3 0,-2-4 0,4-1 0,1 0 0,19-6 0,2-2 0</inkml:trace>
  <inkml:trace contextRef="#ctx0" brushRef="#br0">17844 17955 8052,'-15'0'260,"6"-1"0,0-2 0,-3-4 0,0 1 972,-2 0 1,4-4-1,2 4 2294,2-2-3227,1 5 0,5-2 0,0 10 0,0 4 188,0 4 1,0 3-140,0 3-238,0-4 0,0 12 1,0-3-1,0 3 1,0 1 147,0 1 0,-1-1 89,-4 1-355,3-1 1,-6 0-1,5 1 1,-2-1 0,2-1 20,2-3 0,1 1-285,0-6 162,0 0 0,0-5 0,1 0-32,4 1 1,3-7 154,6-4 13,7-2 1,-4-2-1,7 0 1,-1 0-1,1 0 200,0 0 0,-2 0-82,2 0-141,-4-6 1,-1 4 0,0-3 40,-1 4 0,-3-4 1,0 0 11,-1 2 1,-6 0-40,-4-2 41,-2 4 0,-2-7-188,0 3 1,0 2 28,0-7-182,0 7 1,0-5-808,0 4 504,0 2-842,0-4 54,-6 6 1923,4 0-407,-4 6 0,7-3 1,2 7-1,2 1 509,-2 1 1,-1-2 234,-2-1-664,0-6 0,0 10 0,-2-5 0,-2 1-260,-6 1 1,-2-7-145,-3 2-1492,7 3 1,-4-7 1673,2 4 0,-2 3 0,-3 0 0</inkml:trace>
  <inkml:trace contextRef="#ctx0" brushRef="#br0">18526 18325 8052,'-8'-2'5641,"4"-2"-5381,2 2 0,4-4 1,2 6 461,6 0-611,2 0 0,3 1 0,-1 2 1,-2 4-1,0-1 0,-5 2 127,0 0 1,2 1-67,-4 6-99,0-1 0,-5 0 0,0 0 1,0 0-1,-2 1 179,-3-1 0,-3 2-31,-6 3-193,6-4 0,-4 6 0,4-7 0,-2 0 0,2 1-113,2-1 0,1-5-54,5 1 212,0-1 0,2-1 0,3-1 0,4-3 1,4 1 5,1-2 0,0-1-233,0-2-36,-6 0 1,5 0-1,-4 0 1,4 0-1550,1 0-1058,-6-7 851,5 6 1946,-12-5 0,12-26 0,-5-8 0</inkml:trace>
  <inkml:trace contextRef="#ctx0" brushRef="#br0">18796 18282 8052,'-6'-8'0,"4"-4"2593,-2 2-352,2 4-1053,2 0 1,0 7 163,0 4 1,0 4-510,0 10-581,0-3 1,0 5-1,0-5 1,0 1-1,0 2 166,0-2 1,5-1-74,0-2-410,-1 0 0,-4 1 0,0-1 0,0 0-995,0 0-636,0-6-702,0-1 826,0-7 1,2-5 1561,3 0 0,28-57 0,-10 27 0,0-1 0</inkml:trace>
  <inkml:trace contextRef="#ctx0" brushRef="#br0">18953 18197 8100,'0'-14'583,"-2"0"206,-3-1 1,4 6-87,-4-1 2556,3 7-2328,2-3 1,0 8 229,0 2-872,0 4 1,5 6 0,0 1 0,-2-1 0,-1 0 91,-2 0 1,4 0-384,1 1-65,0-1 1,-4 0-1,4 0 1,5-1-792,2-4 1,-2 2 261,-1-6 342,1 0 0,4-5 0,0 0 0,0-2 0,2-2-327,3-6 0,-3-4 311,3-5 318,-10 3 1,4-6 0,-3 5-1,1-2 1,-2 1 393,-4 3 0,-4 5 187,-1 1-342,0 5 1,-1 0 0,-2 8 300,-2 6 1,-6 7 46,1 2-325,4 0 1,0 0 0,4 2 0,-1-1 0,-2 2 1305,2 0-1596,2-4-49,1 2 0,0-5-1401,0-1 877,0-6-507,6-2 0,-3-8 1,5-2-1,0-4 1060,0 0 0,1-17 0,5 1 0</inkml:trace>
  <inkml:trace contextRef="#ctx0" brushRef="#br0">21839 15382 8207,'-13'-9'1602,"2"1"1,2 1 0,-2 4 150,-2 2-1606,-1 1 0,0 0 1,-1 1-1,1 4 0,0 6 1,0 5-1,-1 4 384,1 3 1,5 0-464,-1 6 0,6-1 1,-4 1-1,1-1 1,6 0-1,4 1-54,6-1 1,4-6 95,1-3-298,7-3-1,-1-8 1,6-3 0,-3-4 0,3-1-983,0 0 0,3-6 667,-1-3-329,-6-4 1,5-6 0,-5-2-1,2 1 1,-2-2-645,-1 0 1,-7 3 1476,-5-5 0,-5 7 0,7-9 0,-7 7 0,0 2-133,-3 1 8,-1 8 3163,0 2 1439,0 6-3167,-6 0-688,4 6 1,-6-2 0,5 5 0,-3 2 0,0 3 663,-1 5 1,1-3-540,1 3-688,4-3 1,-6-2 0,7 0 0,-1-1-1,-2-2-134,-2-2-1200,0 1 802,5 4 1,0-4-554,0-1 640,0-6 0,0-9 0,0-12 156,0-2 1,5-2 233,0 3 1,-1 3 475,-4-3 1,0 3-1,2 2 1144,3 0-1239,-4 0 108,6 6-168,-7-5 0,0 18 90,0 0-282,0 6 0,0 4 0,0 3 0,0 1 1,0 0-23,0 1 1,0 1-5,0 3-117,0 2 0,0-10 1,0 5-1,0-2 1,1 0-33,4-2 1,3-3-453,6-4 324,0 2 1,5-10 0,2 3 0,1-4 0,1-2-425,0-4 0,2-3 254,-6-6-64,0-7 0,0 5 0,0-4 1,-4 1-1,-2 0-2497,-3 2 0,-7 1-201,1 2 3102,4-1 0,-25-11 0,0-4 0</inkml:trace>
  <inkml:trace contextRef="#ctx0" brushRef="#br0">22393 15425 8330,'7'-14'395,"-6"-1"1184,4 1-127,-3 6 1,-2-4 518,0 2 1,0 5-491,0 5-1123,0 7 1,0 12 0,-2 1-1,-1 2 1,-3 2 336,-2-2 1,4 5-589,0-3-67,-4 3 1,5-4 0,-5-1 0,1-1 0,4-4-352,2-1 0,1-2-9,0 0-259,-7-6 1,6 2-129,-4-10 0,5-5 262,5-14 244,-4-3 0,12-8 0,-3-2 0,2-2 0,2-3-58,1-2 1,-6 4 774,1 2-358,-1 9 0,1 4 1,-1 7-1,2 4 154,2 4 1,-4 5 476,1 5-518,-7 9 0,8 8 1,-5 8-1,1 2 1,-1 1 526,-3-2 1,-1-2-467,-2-6-271,0 4 1,4-6 0,1 3 0,-2-6 0,-1-2-1626,-2-2 1,0-4 317,0-1-3420,0-5 23,0 2 3904,-7-19 357,0 4 1,-8-12 0,1 5 0,1-1 0,2-2 381,2 2 0,1 1 209,-1 2 193,2 6 1,3-5 0,-1 4 2694,2-4-1260,1-1-1591,8 6 1,4 2-1,7 6 1,4 0-1,1 0-696,3 0 0,2 0 335,1 0-482,1 0 0,-5 0 1,-1 0-1,3 0 1,0 0-1206,3 0 1,-1 0 1801,1 0-25,-1 0 0,4-7 0,-2-2 0,-5-4 1,-3-1 24,-4 0 0,-9 0-52,-4-1 325,-4 1 1,-2 5-1,-4 1 1,-4 0-1,-4 2 1617,-1-1 0,-5 3-57,0 4-1438,0 0 1,0 0-1,0 0 1,1 0 0,3 0 366,0 0 1,6 6-800,0 3 114,5-2 1,-7 5-1,7-2 1,0 2 0,3 3-26,1-1 0,6 5 213,4 0-334,2 0 1,7 0 0,2 0 0,-1 0 0,2 0-109,1-1 1,-6 1 223,2-4-25,-3-1 0,-4-5 1,-1-1-1,-3 0 343,-1 0 0,-4-5-60,-8 2-249,-3-4 0,-6-1 0,0 0 0,-1 0 0,0 0-483,-4 0 1,3 0-831,-3 0 379,3-6 0,2 3 0,0-6 1,1-3-3569,4 0 4446,2-2 0,45-26 0,10-6 0</inkml:trace>
  <inkml:trace contextRef="#ctx0" brushRef="#br0">23246 15283 8381,'0'-15'0,"0"6"889,0-1 1,-4 6 0,-3-4 0,-1 2 164,-3 2 0,-1 3-686,-2 1 1,-5 1-1,0 6 1,1 5 222,2 6 1,2 2-244,0-1-292,0 3 0,4 2 1,2 0-1,2-1 1,5 1-57,4 0 1,6-2 247,10 2-212,3 2 1,8-10 0,2 3 0,1-3 0,-1-2 177,-2 0 0,-8-4-255,-3-1 368,-3-5 1,-5 2 615,-7-6 0,-12-2-1125,-15-2 101,-10 2 0,1-4 0,-4 4 0,1-1 1,3-2-264,2 2 0,-1 1-2272,2 2 1601,-2 0 1,16 2-1,0 3 1015,4 4 0,1 10 0,-4 3 0</inkml:trace>
  <inkml:trace contextRef="#ctx0" brushRef="#br0">19308 16079 22904,'10'0'519,"-1"0"1,2 0-1,2 0-235,1 0 0,2 0 0,1 0 0,5 0 1,4 0-1,4 0-75,0 0 0,6 0 0,2 0 0,3 0-84,2 0-124,-1 0 1,-4 0 0,-2 0 0,-1 0 0,-2 0-28,2 0 1,-5 0 149,3 0 1,-3 0-64,-1 0 1,1 0 0,1-2-1,3-1 78,-3-2 1,4 1 14,-2 4-114,7 0 1,-10 0 0,4 0-1,0 0 1,-1 0 7,-2 0 1,4 0-95,-2 0 59,0 0 1,-4 0 0,1 0 0,1 0 0,3 0-91,-3 0 0,4 0 100,-2 0-78,0 0 0,2 0 1,1 0-1,2 0 1,-1-2-186,-3-3 1,6 4 230,-2-4-54,3-3 0,-5 6 0,-1-2 1,-2 2-1,0 2-52,-1 0 0,-2 0-93,-2 0 173,1 0 1,-5 0 0,-1 0-1,3 0 1,0 0-54,3 0 0,-1 0-13,1 0 32,-1 0 1,2 0 0,2 0-1,2 0 1,1 0-115,0 0 1,3 0-103,-5 0 258,7 0 0,-10 0 1,1 0-1,-4 0 1,-3 0 139,1 0 1,-4 0-34,-3 0-23,-2 0 0,-1 0 0,-1 0 1,0 0 253,0 0-269,0 0-37,1 0 1,-1 0-1,0 0 44,0 0 28,0 0-10,-6 0 0,0 0 339,-3 0-177,-3 0-167,4 0-198,-6 0 220,-6 0 195,4 0 0,-4 6-131,6 4 0,-2 1-567,-3-2 452,4 4 0,-6-10 0,7 7 1,0 1-201,0 1 1,-4 3-140,-1-1 270,0 0 1,5 0 0,0 2 0,0 1 0,0 2-88,0-1 0,0 2-40,0-1 153,0 7 1,0-4 0,0 5 0,0-2 0,0-2 126,0 3 0,0 1-268,0 1 201,0 0 0,0 2 1,0 2-1,0 1 0,-1 0-44,-4 2 1,3-5 59,-2 3-69,2-3 1,2-1-1,0-1 1,0 1-1,0-1-47,0 1 1,0-1 130,0 0-62,0-5 1,0 3 0,0-2 0,0 1-1,0 1-6,0-3 1,0-4-37,0 5-181,0-7 0,0 5 0,0-4 1,0 2-1,-2 2-740,-2 4 0,2-4 88,-3 2 678,4-7 1,-1 8-1,-1-4 1,-2-1-1,2 2-158,2 1 0,-1-5-62,-3 6 348,4 0 1,-6 3 0,7-2 0,0-1 0,0-1-382,0-1 0,0 4-133,0-7 538,0 6 0,0-8 0,0 5 0,0-1 1,0-4-70,0-1 1,0 3 151,0 0-95,0 0 1,0-5 0,-1 0-1,-2 1-36,-2-1 198,0 0-121,5 0 1,-1 1-1,-3-1-213,0 0-186,-1 0 114,5 0 0,0-4 0,0-1-160,0 2 295,0-4 128,0-1 800,0 0-501,0-4 743,0 4 0,-2-6-253,-2 0 0,0 0-933,-5 0 156,6-6 0,-10 4 0,4-2-116,-4 2 0,-6 2 0,-1 0 1,-1 0-359,1 0 0,-4 0 105,5 0 289,-6 0 0,7 0 1,-4 0-1,2 0 1,1 0 5,-2 0 0,1 0 261,-4 0-123,-3 0 1,6 0-1,-4 0 1,0 0 0,-4 0-20,-2 0 0,-2 0-94,4 0 22,1 0 1,-7 0 0,-1 0-1,-1 0 1,3 0-118,-1 0 0,5 0 88,-3 0 49,-4 0 0,6 0 0,-6 0-32,3 0 1,-1 0 30,2 0 1,1 0-1,-4 0 1,1 0-109,3 0 72,-4 0 0,6 0 1,-3 0-1,3 0 1,1 0-226,1 0 0,1 0 157,3 0 86,-2 0 0,5 0 0,-4 0 0,1 0 0,-1 0-98,-2 0 0,-1 0 15,-1 0 72,7 0 0,-5 0 0,3 0 0,-4 0 0,-2 0-127,2 0 1,-4 0 245,8 0-115,4 0 0,-7 0 0,5 0 1,0 0-1,3 0-74,3 0-1,-3 0 256,0 0-168,-6 0 0,9-5 0,-3 1 1,2 0-1,-1 3-8,-1 1 0,-6-2-8,1-2 12,4 2 0,-7-4 1,3 6-1,-3-2 0,-1-1-48,-1-2 0,1 0 20,0 5 61,-1-6 1,1 5 0,-1-6 0,1 2 0,-1 1-11,1 1 0,3-4-28,-4 3 108,10-1 0,-12 3 1,10-1-1,1-2 0,-2 1 47,-1-3 1,1 6 81,-1-4-190,-4 3 0,11 1 0,-5-2 1,2-2-1,0 2-11,2 1-7,-5 2-93,6 0 1,-4 0-1,5 0-1263,1 0 888,6 0-777,2 0 0,8 0 1252,2 0 0,48-13 0,18-2 0</inkml:trace>
  <inkml:trace contextRef="#ctx0" brushRef="#br0">21754 16889 11688,'1'-8'507,"4"3"0,6 4-81,6 1 0,13 0-268,13 0 1,12 5 0,13-1-1,6 0 1,-33-3 0,1 1-1,1-1 1,1 1 0,1 0-1,0 1 1,-2-2 0,0 1 456,-1-1 1,-1-1-557,30 0 0,-10 0 1,-10 0-1,-10 0 0,-11 0-107,-10 0 21,-10 0 0,-8-1-176,-7-4 0,-6 2 0,0-7 0,-5-1-344,-3-1 0,-8 2-24,-1 1 386,-1-1 0,-1-4 0,8 0 0,2 1 0,2 2-158,2 2 1,7 5 771,-1 0-383,7-4 1,-2 6 0,12-2 0,7 2 0,8 2 426,5 0 0,1 0-45,1 0-272,-1 6 1,1 2 0,-1 6 0,-1 2 0,-3 2 340,-5 1 0,-8 1-248,-2-1-171,-6-3 1,4 6 0,-9-5 0,-3 4 0,-6-1-184,-6 1 1,-5 3-1682,-7-5 1344,1-1 0,4-3 0,2-3 0,2-1 0,2-3-1863,2-1 2305,2-3 0,44-35 0,11-9 0</inkml:trace>
  <inkml:trace contextRef="#ctx0" brushRef="#br0">23090 16832 8636,'6'-14'3439,"4"0"-2904,2 0 1,3 1 0,-1 3-296,0 6 0,0 2 0,1 2 0,-1 2 33,0 2 0,-1 4-245,-4 7 0,2-1 127,-6 0 1,0 5 0,-5 2 0,-2 1 55,-3 3 0,-4 2 0,-9 0 0,-2-2 27,-2-1 0,4-1-86,0 6-180,2-7 0,1-2 0,3-5 0,2-1 0,6 0-202,2 0 0,4-6 91,2-3 25,4-4 1,13-1 0,3 0-1,2 0 1,4-1-455,4-4 0,-4-1 104,3-4-320,-3-2 0,-8 5 0,-3-4 1,-3 3-2519,-2 2 1944,0-5 1358,-6 9 0,-21-35 0,-10-3 0</inkml:trace>
  <inkml:trace contextRef="#ctx0" brushRef="#br0">23346 16548 8060,'-8'-22'0,"-5"0"641,4 3 1,1 3 0,0-3 0,0 5 0,2 3 2086,0 1-2417,1 1 0,11-1 1,4 2-1,2 2-68,3 3 1,0 1-158,4 2-36,-3 0 1,9 0 0,-6 0 0,-1 0 0,-3 2 10,0 3 1,-1-2-298,0 6 166,0 1 1,-6 4 0,-3 0 0,-3 0 0,-2 1 71,0-1 1,-2 0 397,-3 0-279,-3 0 1,-6 2-1,0 2 1,0 1-77,-1-2 0,3-1 33,2-2-155,4-6 1,6 5 0,2-6 63,2 1 1,6 3 19,9-6-74,-3 0 1,9-5 0,-5 0 0,1 0 0,0-2-369,-4-2 1,-1 2-1214,-2-3 1098,0-3 1,-4 7 0,-1-4 0,1 2 0,-1 0-2817,1-2 3366,-7-6 0,9 3 0,-4-6 0</inkml:trace>
  <inkml:trace contextRef="#ctx0" brushRef="#br0">23787 16406 8042,'8'-14'3693,"-2"6"-3104,0-5 0,-4 13 7,3 0 0,-4 6 0,-1 9 0,0 0 714,0 4 0,0-1-34,0 5-987,0-5 1,0 7 0,0-6 0,2 0-1,1 0-37,2 0 1,-1 0-114,-4-5 43,7 0 1,-6-4 772,4-1-600,-3-6-201,4 4 0,-5-11 0,4-3 0,-3-9 0,-2-5-199,0-4 0,0-2-1069,0-1 933,0-1 0,0 1 1,0-1-1,0 3 0,0 2-610,0 5-1125,0 9 1230,0 4 0,-2 9 0,-1 5 0,-2 8-967,2 4 1,2 4-409,1 5 1151,0-1 0,-5 0 910,0 1 0,-19 31 0,1 8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6896 3099 9725,'8'0'1059,"-2"-6"-834,-6 4-1705,0-4-745,0 6 2225,0 0 0,0 6 0,0-4 0,-19 17 0,-4-3 0</inkml:trace>
  <inkml:trace contextRef="#ctx0" brushRef="#br0">6896 3099 8101,'-8'-6'3164,"3"-4"-2272,4-2 1,-1 2 675,-2 1-1391,2 6 0,-4-2 0,6 10 0,0 4 1004,0 4-1077,0 7 1,0 2 0,0 8-1,0 2 1,0 1 341,0-1-469,0 4 0,0-4 0,0 4-91,0-1 1,1-4-221,4-7 0,-3 1 0,2-6 0,-2-1-944,-2-3 1,0-5 378,0-1 0,1-7 188,4-2-45,-3-6 1,6-10 0,-5-1 755,2-2 0,3-19 0,1-7 0,-1-1 0,0-1 0</inkml:trace>
  <inkml:trace contextRef="#ctx0" brushRef="#br0">7166 3085 8816,'8'-14'4488,"-2"6"-3924,-12 2 1,-2 9-262,-6 6 1,0 2-1,0 13 1,-1 1 136,1 2 1,5 1-142,-1 1-214,1 6 1,1-4 0,3 6 0,3-3-1,2-2-500,0-2 1,0 0 145,0 3 14,7-9 0,2 3 0,9-13 1,2-1-1,1-4-410,-1-4 1,4-5 221,-5-5 459,0-3 0,-5-8 0,0-3 0,-1-3 1,-4-1 599,-4-1 1,-5 0-53,-5-4-529,-3 6 1,-6-4 0,0 7-1,-2 4 1,-1 2-446,-2 3 1,-5 7-1305,5-1 1213,0 2 0,0 8 0,2 4 0,3 2 0,4 3 501,4-1 0,45 32 0,17 7 0</inkml:trace>
  <inkml:trace contextRef="#ctx0" brushRef="#br0">7522 3142 8101,'-8'-6'1571,"-5"2"-162,4-5 1,1 7 0,0 2-530,1 8 0,3 6-294,4 5 1,0 3-129,0 7 1,0-5 0,0-1 0,0 1-299,0-2-167,0 5 1,4-11 0,1 3-569,-2-3 0,4-2-242,-3 0 0,1-5 85,-5 1 0,5-13 424,0-2 1,-1-8 0,-4-6 0,0-4-409,0-4 0,0-6 873,0 0-96,0 6 1,0 1-1,0 7 1,0 2 413,0 1 1,2 8 7,3 4-294,-4 2 0,12 4 0,-5 4 0,1 7 0,1 6 1001,1 3 0,0 0-322,-2 1-833,4 4 0,-11-11 0,4 3 0,-1-3-817,-1-2 1,3-1 233,-3-4 304,-2-2 1,9-9 0,-5-3-1,2-6 1,3-6-351,2-7 0,1-8 504,0-1 116,7-6 0,-5 9 1,3-3-1,-5 4 1,-3 5 793,-2 6-306,1 2-164,4 8 1,-1 8 0,-4 11 0,-2 8 0,-3 8 852,1 4 1,0 9 62,-5-2-843,0 3 1,-5 1 0,0-1 0,1-3 0,-1-4-67,0-4 0,0-4-266,5-2-2921,-6-3-273,5-7 0,-6-8 1683,7-6-284,7-6 1,0-10 1703,8-3 0,1-27 0,1-12 0,2-8 0,0 1 0</inkml:trace>
  <inkml:trace contextRef="#ctx0" brushRef="#br0">9455 2900 8191,'0'-14'671,"0"0"1,-1 1 0,-3 2 1958,0 2-2192,-1 5 0,5 0 0,0 8 0,0 7 292,0 7 0,0 4-610,0 6 1,0 7 0,0 3-1,0 3 72,0 2 0,0 6 1,0 3-1,0 3 137,0 2 1,5 1 33,-1 4-253,1-4 1,0 6 0,0-9 0,-2-1 0,0-5 297,2-5 0,-4 0 147,4-11-411,3-6 0,-6-6 0,2-7-738,-2 0-153,-2-6 544,0-2 1,0-7 0,0-4-1399,0-4 0,1 1 213,4-2 262,3 1 0,6-12 1126,1-3 0,18-28 0,5-8 0</inkml:trace>
  <inkml:trace contextRef="#ctx0" brushRef="#br0">10721 3312 8177,'-10'0'495,"2"-1"242,2-4 1,1 2 0,4-5-8,-4 2-821,3-5-304,-4 9-25,6-11 459,0 12 0,0-7 36,0 3 98,0 4 141,0-6-328,0 7 230,0 0-174,0-6-39,0 4-130,0-4 111,0 6-3090,0 0 2695,0-6 701,0 4 0,0-6 869,0 4-89,0 2 292,0-4 287,0-1-1441,0-1 66,0 1-570,0 0 162,0 20 194,0 3 0,-5 12 0,-1 1 0,0-1 0,-1 2 132,4 3 1,2-1-43,1 6-126,0-7 0,0 4 0,0-8 0,0-3 1,1-4-308,4 1 1,-2-10-60,6 3 242,1-9 1,9-1-1,1-8 1,1-6-1,0-4 196,-4-5 0,-1 3 1260,-2-3-944,-6-3 0,-2 6 1,-6-3-1,0 4 401,0 0 0,-1 6-279,-4-1-661,-9 7 1,-2-3-1,-5 6 1,2 2-1,-1 1-2014,-2 1 0,0 9 609,-2 1 533,3 0 0,7 7 0,1-7 999,4 0 0,41 13 0,15 3 0</inkml:trace>
  <inkml:trace contextRef="#ctx0" brushRef="#br0">11019 3213 8196,'-5'-22'555,"1"3"0,-6 3 1495,5 2 1,-1 4 453,1 1-2358,4 6 0,-5-2-80,6 10 1,0 7-1,0 9 1,0-1 223,0 1 1,0 3-311,0-5 0,1 0-484,4-5 1,-2 0-1,6 0 1,3-1-573,0-4 0,2 2 704,1-6 0,4 0 0,1-7 0,1-2 201,-1-6 1,-1-3 1116,-5-1-789,1 0 1,-3 0 0,-1 0 0,-3-1 2075,-2 1-1270,-1 0-841,-5 6 1,0 3-1,0 10 1,0 6 505,0 6 0,0 4-2,0 3-436,0 3 1,-5-5 0,1 6 0,1 1 0,1-1-221,2 0 1,0-4-627,0 0 75,0-7 1,0 4-2013,0-7 6,0-6 1586,0-2 1,6-7 1000,4-4 0,15-35 0,5-13 0</inkml:trace>
  <inkml:trace contextRef="#ctx0" brushRef="#br0">11574 3199 8143,'-2'-13'3931,"-3"4"-3139,4 2 1,-7 7 0,5 2 579,-2 3 1,0 4-878,5 10 0,-1 5 1,-2 7-1,-2 2 366,2-1 1,1 3-738,2-2-148,0 0 1,0-4 0,0-1 0,0-1 0,0-3-151,0-5 1,0-4-144,0 0-617,0-8 1,0 3-1,2-10-638,2-6 0,0-7 872,5-6 399,0-3 0,7-11 1,2-2-1,2 0 0,1 0-45,-1 4 1,-1 2 275,-5 6 605,1 2 0,4 2 213,0 0 194,-7 7-607,-5 12 0,-14 9 0,-2 10 0,-6 5 0,-3 1 700,-6-1 0,3 1-1128,2-6 29,4 6 1,0-9 0,1 3 0,1-2-1,4 1-842,4 1 1,5-2 250,5-7 491,3 2 1,11-5-1,1 2 1,3-4-1,2-4-462,2-1 0,-4 0 49,1 0-22,-7 0 1,9 0 0,-7 0 598,-2 0 0,-20-12 0,-7-4 0</inkml:trace>
  <inkml:trace contextRef="#ctx0" brushRef="#br0">13351 2829 8139,'0'-8'3750,"0"2"0,0 7-3535,0 4 0,0 5 0,-2 9 0,-1 6 174,-2 6 1,-1 6-170,1 5 0,4 9 1,-4 4-1,3 7 0,1 3 1,-2 3 152,-2 1 0,0-4 1,5-5-1,0-6-120,0-7 1,-4 0 107,-1-4-462,0-4 1,0-12 0,-1-3 0,0-5-533,-1-3-1165,3-8 262,4-2 1,-5-8-930,0-2 1,5-4 2464,5-6 0,24-21 0,10-8 0,0-3 0,1-1 0</inkml:trace>
  <inkml:trace contextRef="#ctx0" brushRef="#br0">14133 3256 8148,'0'-21'380,"-5"5"1,0-3 0,2 3-1,2 2 1,1 0 1950,0 0-2191,6 6 1,2-3 0,6 5-1,0-1 1,2 1 0,1 3 0,2 1 329,-1 2 0,-2 2-452,-2 2 1,0 4-1,-1 7 1,-4 0 65,-4 4 1,1-1-1,-1 5 1,-2 3 237,-1 1 1,-7 1-85,0 0-208,-6 1 1,3-2 0,-4-2-1,1-3 1,3-1-39,1-4 1,-2-1-322,4-2 222,0-6 1,5 5 0,2-6-28,3 1 0,3-1 38,6-7 48,-6 0 1,4-2 0,-2-1-1,2-3-236,3-2 1,-6 5-601,1-2-392,-7-3 1,5 6-400,-4-2 1,0 2 642,5 2 1032,-6 0 0,16 0 0,-3 0 0</inkml:trace>
  <inkml:trace contextRef="#ctx0" brushRef="#br0">14702 3142 8148,'-15'8'0,"1"-2"0,0-6 1172,0 0 1,-1 0 0,1 0 302,0 0 1,5 0-109,-1 0-1019,1 6 0,-1 2 0,2 6 1,2 1-14,3-1 1,1 0-342,2 0 1,2 1 0,3 0 0,4 3 47,4 1 0,6 0-65,0-5 1,6-2 0,-1 0 0,2-3-271,3 2 0,-2-3 30,-4 1 261,4 1 1,-11-1 0,3 1 541,-3 1-333,-8 2-140,-8-6 0,-8 1 0,-8-4 0,-1 0 0,-4-1-1432,-1-1 0,-2 0 96,-4 2-357,6-2 0,0 4 0,4-6 1626,-1 0 0,0-57 0,5-14 0</inkml:trace>
  <inkml:trace contextRef="#ctx0" brushRef="#br0">14645 3227 8148,'0'-9'633,"0"-1"0,0 1 495,0-6 0,0 6-465,0 0 1,1 4-271,4-5 0,-2 6 0,7-4 0,1 1-791,1 4 1,9 0 82,3-2-1009,2 4 1,8-6-1,0 7 1324,3 0 0,32 7 0,-28-3 0,0 0 0</inkml:trace>
  <inkml:trace contextRef="#ctx0" brushRef="#br0">15228 3071 8148,'0'-14'3450,"-7"-1"0,4 6-1168,-6-1-1717,6 7 1,-10-2 0,3 12 19,-2 7 0,-2 2-513,-1 7 1,6 1 0,-1 5 0,1-1-130,1 0 1,2 6 178,6-1-497,-7 0 0,6-5 0,-4 1 0,5-2 0,5-4-710,4-4 0,4-3 500,1-2 394,0 1 1,2-8 0,2-2 0,0-3 0,0-4 325,-2-3 1,3-2 678,0-8-488,0 1 1,-10 0 0,-1-2 0,-2-1 625,-3-2 1,-1 0-465,-2 5-424,0 6 1,-8-3-1,-5 6 1,-6 2-1,-3 1-1062,-3 2 0,3 0 129,-2 0-177,1 0 1,-1 7 0,2 2-1,1 4 1,5 1 1045,5 0 0,5 7 0,6 1 0</inkml:trace>
  <inkml:trace contextRef="#ctx0" brushRef="#br0">23915 6980 7981,'-15'-9'262,"1"-1"0,0 1 0,0-1 1906,0 1-542,6 6-1247,1-4 0,9 7 1,4 0-1,7 0-61,4 0 0,7 0 0,-3 0 0,1-1-90,3-4 1,2 3 39,1-2-247,1 2 1,-1-3-1,1 1 1,-1 1 0,-1-1-230,-3 0 0,-2 0 176,-3-5 29,-4 6 0,4-10 0,-8 4 1,-3-4-1,-1-1 49,-4 0 0,-2-1-129,-1 1 28,0 0 0,-4 0 0,-3 1 1,1 2-465,0 2 1,-1 5 130,3 0 342,2 2 1,-3 8 0,8 4 0,4 3 0,1 2 658,3 4 0,-3-1-168,1 5-296,-6-5 0,8 7 0,-6-4 0,-2-1 0,-1 1 427,-2-4 0,0-1 6,0-2-874,-7 0 1,4 0 0,-6 1 0,-2-1-1,-2-1-1076,-1-4 0,0 2-1979,-1-6 1575,8 6 1772,0-3 0,64-26 0,14-7 0</inkml:trace>
  <inkml:trace contextRef="#ctx0" brushRef="#br0">25408 6710 8080,'0'-14'223,"0"0"1,0 0-1,0-1 2131,0 1-2140,0 6 0,-2 0 1,-3 5-1,-4-2 0,-4 4 1,-1 2-1,0 6 1,-2 1 238,-3 3 1,2 6 0,-6 2-1,3 0-21,3 1 0,-2-2-275,4 6 1,-2-6 0,7 6 0,-1 0 87,2-2 0,3 5-479,6-3 162,0-4 1,3 2-1,5-4 1,9 1 0,7-2-284,6-1 0,3-8-504,0-4 627,-3-2 0,10-2 0,-7 0 0,-3 0 0,-3-2-447,-4-2 1,-4-6 129,5-9 266,-7-3 1,4-6 0,-8-1 0,-2 1-1,-3-1-187,-2 1 0,-1 1 218,-5 3 424,0-3 1,0 12-1,0-4 880,0 3 0,-2 8-262,-3 3-468,4 4 0,-7 2 0,5 4 0,-2 5 480,2 2 0,0 4 361,-2 3-887,3-3 0,-9 6 1,6-5-1,2 2 0,2 0 301,1 2 0,-5-6-651,0 4 2,1-3 0,4 3 1,0 0-1,0-2 0,0-1-413,0-2 1,0-4 244,0-1-317,0-5 0,6 7 384,3-7 1,-1 1 139,2-5-49,-7 0 1,9-5 0,-4-1 0,2 0 47,-1-1 0,1 3 346,4 4-124,0 0 1,2 0-1,1 0 195,2 0 0,5 0-585,-5 0 53,0 0 1,0 0 0,1-2 0,1-1-1,1-3-565,0-2 1,0-2-573,2-4 708,3 0 0,-11 1 0,1 2 0,-4 2 0,-4-2-1923,2-2 2501,-4 5 0,-7-5 0,-8 6 0</inkml:trace>
  <inkml:trace contextRef="#ctx0" brushRef="#br0">26161 6739 12992,'-9'0'2359,"-1"0"-1746,-1 0 0,-2 6 0,-1 3 0,0 4-230,0 1 0,0 2-350,-1 3 0,0-2 1,-1 5-1,0-1-282,3-4 1,4-1 272,-1-2-3140,4 1 2141,0-1 1,10-6 203,1-4 606,6-8 1,3-10 0,1-10 0,-1-3 0,0-1 4,0-1 0,1 1 457,-1-1 113,-6 1 1,4 6 0,-4 3 0,2 5 525,-1 4 0,1 4-418,4 6-94,-6 6 0,4 4 0,-4 8 1,2 6-1,-1 3 508,2 1 0,-3 1-573,2-1-306,-7 1 1,8-6-1,-6 0 1,-2-3 0,-2-1-1381,-1 2 0,5-10-1213,0 3-553,0-9 1569,-5 7 1,-2-12 502,-3 0 1021,-3-6 0,-56-34 0,25 18 0,0-1 0</inkml:trace>
  <inkml:trace contextRef="#ctx0" brushRef="#br0">26062 6923 8123,'6'-14'2489,"-3"5"-1771,7-1 0,-3 5-405,3-4 1,7 4-1,-3-3 1,4 2-140,2 3 0,3-3-9,5 1-1203,7 0 1,-5 0 1037,3 1 0,5-17 0,4-7 0,4 0 0,0 0 0</inkml:trace>
  <inkml:trace contextRef="#ctx0" brushRef="#br0">26573 6710 8165,'-7'-1'1117,"2"-4"1,-3 2-424,-2-7 1,-2 7-36,-2-2 1,-1 4 0,1 1-64,0 0 0,0 0-231,-1 0-401,8 0 0,-5 1 0,8 4 1,1 5-577,1 2 0,10 7 31,6 0 455,0 0 0,13 2 0,-3 1 0,1 0 0,-1-2-193,-5 1 0,-3-5 471,-2 3-42,0-4 0,-6 0 1,-3-1-1,-7 0 1,-6-1 323,-6-4 0,-11 2 19,-4-6-727,1 0 0,-12-4 1,7 2-1,3 2 1,5-2 273,6-1 0,47-27 0,13-7 0</inkml:trace>
  <inkml:trace contextRef="#ctx0" brushRef="#br0">26900 6739 8160,'0'-15'602,"-4"1"122,-1 0 1,0 4-1,4 1 1028,-4-2-1168,3 5 0,-10-1 0,2 7-295,-2 0 1,-1 7-45,3 2-194,-2 4 0,4 1 1,-6 0-1,1 2 1,4 1-284,4 2 0,3 7 54,2-3-7,0-2 0,2 6 0,4-5 1,7 1-1,4 1-323,1 1 0,-3-4 446,0-2 58,-1-3 1,0-2-1,-1 0 1,-4 0 308,-4 1 0,-5-8 565,-5-2-727,-9-3 0,-4-2 1,-5-2-1,-2-3 1,-1-4-1532,3-4 1,0 4 1387,4-1 0,35-18 0,3-10 0</inkml:trace>
  <inkml:trace contextRef="#ctx0" brushRef="#br0">27583 6824 8160,'-8'-14'0,"2"-1"0,4 1 0,-1 0 1482,-2 0 1,0 0-369,5-1 0,-1 7 0,-2 2-85,-2 0 0,-1 4-760,1-2 0,-5 7 0,-7 3 0,-2 2 195,2 3 0,-4 6-333,2 2 0,0 2 0,5-4 1,1 4 38,4 1 1,3-3-365,6 4 41,0-5 1,1 2 0,4-5 0,4-1 0,6 0-575,4 0 1,-2-1-400,7-4 582,-1-2 0,1-7 0,-2 0 0,-1 0 0,-2 0-2433,1 0 2977,-4 0 0,17-13 0,-3-3 0</inkml:trace>
  <inkml:trace contextRef="#ctx0" brushRef="#br0">27995 6867 8139,'0'-15'441,"0"1"0,-1 1 0,-3 2 1377,0 2 0,-1 4-139,5-4-1010,0 6 0,0-2 0,0 10 245,0 4 1,0-1-542,0 1-76,0 7 1,0 0-1,0 5 1,0-3-1,0 3 16,0 1 0,0-4-875,0 0 459,0-2 0,0-2 0,0 1 0,0-1-890,0 0 12,0 0 789,0-6 0,0-5 0,0-10-69,0-8 1,0-8 81,0-1 227,0-3 1,2-3 0,1-2 0,3 1-1,0 2 245,1 4 0,-3 8 20,-4-2-248,7 3 0,-6 7 0,6 1 0,-1 3-434,3 6 0,4 11 750,1 6-306,0 8 1,2-3-1,3 9 1,3 1-1,4-1-57,2-2 1,-7-3-49,7-4 121,-3-2 0,2-7 1,-2-1-1,-2-4 1,-3-4 920,-3-3 1,-5-4-157,-3-3-642,-6-9 1,3-3-1,-6-7 1,0-3 0,-1-3-550,-4-3 0,2-2 45,-6 2-340,-1 3 0,1 2 1,-1 9-1,1 3 1,-1 3-1748,1 4 0,6 4 2377,-2 10 0,22 47 0,7 17 0</inkml:trace>
  <inkml:trace contextRef="#ctx0" brushRef="#br0">28621 6653 8205,'0'-19'0,"0"-1"2513,0-2 1,0 4-152,0-1-2122,0 10 0,4 9 0,1 11 1,-2 6 387,-1 7 0,-2 4-230,0 6 0,-5 2-47,0 7 0,-6-1 1,4 1-1,-3-2 346,1-3-576,-1 3 0,1-5 1,-1 7-1,-1-2 0,0-3-37,2-5 1,-3-5-755,8-4-512,-7 3 0,9-11 1,-3 3-5145,4-3 6326,1-2 0,19-63 0,4-16 0</inkml:trace>
  <inkml:trace contextRef="#ctx0" brushRef="#br0">28692 6938 8180,'5'-15'1656,"-1"1"-911,1 0 2292,-5 0-2202,0 6 1,-2 2 0,-1 7 0,-3 4 324,-2 4 1,3 9 13,-4 1-979,-1 0 1,3 0-1,2 1 1,3 1 0,2 1-306,0 0 0,2 0 11,3 2-339,2-4 1,8-6-1,0 1 1,3-1 0,2 0-1291,2 0 1,-3-6 838,5-3 741,-7-3 1,9-10-1,-6-7 1,1-5-1,-2-4-21,-7 0 1,1 6 864,-8-6-143,0 6 0,-5 3 709,0 5-1315,0 7 142,0-3 1,0 17 0,0 3 0,1 3-127,4 4 0,3-7-11,6 0-6,7 1 1,1-8 0,4 6 0,0-3 0,-3-6 406,3-2 1,-4-2 48,2 0-28,-7-6 0,3-2 1,-7-7-1,-2 0 1,-3-3 226,-2-1 1,-1-1-606,-5 1-192,0 3 1,-8-5-1,-4 6 1,-7-1-1,-3 0-1504,-4 3 1,4 9 1699,-2-1 0,-15-2 0,-8 0 0,-7-1 0,0 0 0</inkml:trace>
  <inkml:trace contextRef="#ctx0" brushRef="#br0">13976 8061 8014,'0'-10'-668,"0"1"0,0 4 729,0-4 1,0 4 495,0-5-272,0 7 0,-1-5 1,-4 4 101,-4-6 1,1-3 0,0-1 168,2 0 0,-4 0 380,5 0-533,1 6 1,2-3-1,-1 4 1,-2-1 373,2-3 0,-3 3-319,1-1 116,0 6-203,5-4 1,0 14-97,0 2-165,0 4 1,-1 3 0,-3 3 0,0 4 0,1 4-24,1 2 0,0-1-237,-2 0 122,2 1 0,-6-2 1,5-2-1,-2-1 0,2-1-126,2 0 0,1 2-383,0-6 438,6 0 0,3-10 0,10-1 0,7-2 0,4-2 110,3-3 1,11-1 40,-1 0 33,2-6 0,3 0 1,-2-6-1,-5 3 0,-8 0 528,-8 1-352,-4-5-132,-7 5 0,-8-1 0,-6-1 115,-8-1 1,-9 0-863,-2 2 449,-6-4 1,3 5-1,-5-5 1,1 2-1,4 2-410,2-2 1,1 4 74,5 3 182,6 2 0,3 2 0,11 2 82,9 2 0,5 4 1213,9 7-689,-1 5 0,0-4 0,-1 4 1,-1-1-1,-4 0 493,-2-1 1,-2 2-257,-9-1-455,4 0 1,-12-5 0,4 1-1,-5-1 1,-6 0-216,-9 0 0,0-1-2092,-9-4 1536,0 4 1,-4-7 0,-1 5 0,1-3-1,1-1 705,3-4 0,4-27 0,6-8 0</inkml:trace>
  <inkml:trace contextRef="#ctx0" brushRef="#br0">15100 8046 8124,'0'-14'-298,"0"0"0,0 0 1,0 0 1564,0-1 0,0 6-976,0-1 1,6 6 0,3-4 0,4 2 0,1 1 0,1 0 0,-1 0 0,0 2 1213,0 2-1385,0 1 0,1 4 0,-3 3 1,-1 1-1,-3 3 427,-1 1 0,-3 4-354,-4 3 1,0-2-1,-1 5 1,-4 1 223,-5-1 0,-4 1-366,-5 6 0,4-2 39,-4-4 0,3 3 0,2-6 0,-1 1-145,1-1 1,5-1-143,-1-5 233,7 1 1,-3-1 0,7-2 0,4 0 0,6-5 320,6 0 0,1-3-65,6-4-219,6 0 1,0 0 0,3 0 0,-5-1 0,-4-2-45,-5-2 0,1-4 13,-1 4-1151,-6 0 0,-2 3-806,-6-2 1,4 1-1321,-4-7 1216,0 7 2019,-5-3 0,0-39 0,0-10 0</inkml:trace>
  <inkml:trace contextRef="#ctx0" brushRef="#br0">15412 7933 8141,'-6'-14'0,"0"-2"1066,-4-3 1,-1 3-520,7-3 1,-1 2 0,5-1 0,1-1 113,4 2 1,3 1 0,6 2 0,2 1 119,3 4 0,3-4-320,7 4-382,-7 2 1,5 1 0,-5 6 0,1 0 0,-1 0 55,-1 0 0,-2 5-60,-5 0-44,-6 6 1,-2-3-1,-6 7 1,0 3-1,-1 1 7,-4-2 1,-8 4 60,-6-2-135,-6 6 1,8-9 0,-5 3 0,1-4 0,4 1-143,1 3 0,2-6-235,0 6 298,6-13 1,1 13-1,11-11 117,5 0 0,2-2-14,13-6-78,-1 0 1,6-2-1,-1-1 1,-1-3-1,-2-2-1284,-1-3 1,-5 3 283,5-1 377,-7 6 1,4-10 0,-7 5 0,0-1-1,0-1 713,1-1 0,-1-21 0,0-6 0</inkml:trace>
  <inkml:trace contextRef="#ctx0" brushRef="#br0">15882 7748 8141,'-7'-14'0,"6"0"1141,-4-1 1,3 6 1092,2-1-147,0 7-144,0 10-1455,7 2 1,-6 13-1,4-5 1,-3 4-1,-2 0 584,0-1 0,1 4-159,4-5-775,-3 0 0,4-4 0,-6 3 0,0 1-494,0-2 0,0-6 257,0-1-72,0-7 0,1 3 0,3-7 1,2-6-481,2-7 1,-5-2-74,2-7 591,3-7 0,-7 0 0,4-2 1,-3 5-1,-2 5 334,0 1 0,0 3 238,0 3-368,0 7 1,0 4 0,0 8 30,0 6 1,0 4 254,0 5-302,0 3 0,0 0 1,0-1-1,0-2 1,0 0-1383,0-2 1,-5 4 116,0-2 38,0 0 0,5-10 0,-1 1 1172,-4 1 0,-3-5 0,-6 0 0</inkml:trace>
  <inkml:trace contextRef="#ctx0" brushRef="#br0">18299 8004 8066,'0'-10'269,"0"1"1,0-2-1,0-2 439,0-1 0,0 5 0,0-1 1,0-1-266,0-2 0,1-1 0,4 1 0,3 2 146,0 2-431,4 6 0,-4-5 1,7 5-1,-1-2 0,0 2 304,0 1 1,0 2-336,1 0 1,0 0-15,4 0 1,-8 7 0,4 2 0,-4 4-4,-3 1 1,-2 2 30,-6 3-70,0-4 0,-2 12 0,-2-5 0,-7 4 0,-5 1-10,-3 3 1,-6 0-1,1-7-86,3 4 1,-4-6 0,4 4-1,1-3-73,-1-1 39,2-2 122,12-5 0,2-6 0,11-4 1,8-2-1,10-4 532,8-2 0,-1-3-373,7-2 38,0-4 1,-2 7-1,-2-4 1,-4 4-1,-2 1 200,0 1 0,-5-1-218,-4 5-790,-10 0-1817,4 0 1466,-12 0-156,-1 0 0,-3 0 0,-6 1 0,-2 3-1161,-2 0 0,3 3 338,1-3 1878,6-2 0,-16 4 0,3-6 0</inkml:trace>
  <inkml:trace contextRef="#ctx0" brushRef="#br0">18938 7947 8045,'-9'-9'800,"1"-1"3998,2-1-3782,-5 5 0,9 6 0,-3 9 0,4 4-401,1 1 0,0 5 1,0 1-1,0 1-27,0 0 0,0 2-594,0-4 0,0 5 0,0-5 0,0 0-173,0 1-587,0-4 33,0 5 257,0-7 1,0-8-190,0-6 361,0-6 1,0-15-1,0-4 1,0-5-1,0-5-111,0-1 1,0 4 347,0-1 165,0 10 1,0-3-1,1 7 1,3 2-1,2 3 568,2 4 0,1 4-251,5 6-142,1 0 1,4 6-1,0 4 1,-4 2 0,-2 4 852,-3 3 0,-1-3-417,5 3-777,-6 3 0,0-6 0,-5 3 1,2-4-815,-2 0-90,5-1 630,-6-6 1,10-3 0,-2-10-1,2-6-411,3-7 0,0-4 113,4-6 658,-3-1 0,5 3 0,-7 0 1,0 4-1,0 2 202,0 2 1,-4 4-73,-1 5 597,-5 2 1,2 9-1,-6 3 1,0 6 914,0 6 0,0 5-872,0 7-281,-6-1 1,-2 5 0,-5 0 0,2-1 0,3-4 96,2-4 1,-5 3-1692,1-3 573,4-4 0,-2 4 1,5-8-1,-2-4-3636,2 1 1490,1-7 1105,2 1 0,2-7 1555,3 0 0,34-38 0,15-10 0</inkml:trace>
  <inkml:trace contextRef="#ctx0" brushRef="#br0">19678 8075 8045,'8'-6'1186,"-2"4"407,-6-11 364,6 5-771,-4 1 206,4 0 382,-6 7-1600,0 0-215,0 7-11,0-6 0,2 7 1,3-5-193,4 2 0,4 0 86,1-5-18,0-7 1,0 4 0,1-6 0,-1-2 0,0-2-125,0-1 0,-1 0 312,-4-1-41,4 8 1,-11-6 0,2 3 52,-2-2 0,-4 4 218,-2 3-235,-4 4 0,-11 7 0,0 3 1,1 4-1,3 3 312,0 3 0,3-3 113,2 2-330,-2 5 1,8-8 0,-3 6-1,0-2 1,4 0-38,1-2 1,4-1 37,3-2-299,3-6 1,11 3 0,1-6 0,2-2 0,2-1-208,-2-2 1,3-2 7,-6-3 303,0 4 0,-5-12 0,1 5 0,-1-1 1,-1-1-147,-4-1 901,-3 5 279,-6 0-5,0-1-547,0 6-2,-6-6 1,3 7-334,-7 0 1,6 0-145,-6 0-761,7 7 0,-5-6-2060,3 4 2261,4-3-575,-6-2 631,7 0 5258,0 0-4443,7-7 0,1 1-26,6-4-91,-6-2 0,4 6 1,-2-6-1,1 3 1,0-2 83,-1-2 0,-3 4-289,3-1 213,3 1 1,-7-5 0,5 1 221,-2 4-687,-5 2 307,2 1 0,-6 6 229,0 0 0,0 3 0,0 10 0,0 2 1049,0 1-929,0 0 0,0 0 0,0 1 0,0 2 0,0-1 657,0-3-899,0 0 1,0-1 0,0 0 0,0 0-498,0 0 305,-6-6 39,4-1 0,-4-9 1,7-3-794,4-4 1,-2-5 175,7-5 355,-1-3 1,1-2-1,-1 2 1,2 1-1,2 4-156,1 1 1,-1 2 644,-4 0-140,4 6 0,-5-3 0,6 6 0,0 3 93,0 6 0,-4 3 986,-1 8-734,-6-1 0,5 0 1,-5 2-1,2 1 0,-2 2 390,-1-1 1,3-3-899,-1 0 0,1-8 1,1 5 0,4-6 0,3 0-1,1 0-495,0-2 1,2-3 421,3-1 1,-2-1-201,7-4 1,-7-8-1,4-6 1,-2 0-73,0-1 1,-5-7 346,-5-6 1,-1-5 72,2 5 0,-4-5 0,-6 5 0,0 1 73,0 2 0,0 8 297,0 3-114,0 9 1,-6 4-1,-2 8 375,0 2 1,2 11 97,6 8-335,-7 4 1,6 2-1,-4-1 1,3 1 0,2-1 892,0 0 1,0-4-750,0 0 0,0-1-392,0 6 0,7-7 0,1-3 0,1-3 76,1-2 1,-1-1 216,5-4-675,1-3 1,-1-6 0,0 0 0,2-1 0,1-4-637,2-4 1,0-6-125,-5-4 802,0-3 0,2-3 1,2 0-1,1-2 1,-4 3-268,-4 2 0,1-2 29,-8 6 531,1-1 1,-7 11 0,-2 3 236,-6 3 0,-2 4 215,-3 3-299,7 3 0,-4 6 0,2 0 0,-1 0 390,2 0 1,2 1-180,7-1-228,0 0 1,5-4-1,2-1 1,0 0-1,4 1 374,2-1 1,3-4 54,3 5-410,-3-7 1,4 5 0,-6-5 0,-1 3 0,-2 1 254,-1-1 1,-2 0-455,1-1 49,4-4 1,-12 7 0,6-4-1,-1 0-166,3-1 1,-1-1 33,2-2-147,-7 0 1,9 0 0,-2 0 0,3-2-445,1-2 1,0-4 255,0-6 274,0-1 1,1 1-1,-1-2 1,0-1-1,0-2-71,1 2 1,-8-4 65,-2 2 203,3 0 1,-6 5-1,2 0 386,-2 0 114,-2-1-325,-6 7 1,3 2-87,-7 6 0,5 6 196,-4 4-182,6 3 0,-4-4 1,7 1-1,0 2 1,0 4 275,0 3 0,2 0-255,3-5 1,-2-4-74,6-1 1,1 0-1,4 6 1,2-3-78,3-2 0,-2-2 86,7-4-178,-7-2 1,8 4 0,-4-6 0,0-1 0,1-4-349,0-4 1,0-4 353,2-1 0,1-1-10,-6 1 1,0-6-1,-5-2 1,0-2-247,0 0 1,-6 7 345,-3-2-66,-3 3 1,-4 3 278,-3 4 0,-3 3-126,-6 6 1,-2 6 5,-3 3 1,5 4-1,-2 1 1,5 2 316,0 3 1,5-3 82,1 3-359,4-3 0,1 3 1,0 0-1,1-2 1,4-1-44,5-2 0,4-1-186,5-4 0,3 2-90,6-6 0,1 0 1,-1-5-1,-1 0-160,-3 0 0,1-7-299,-6-2 446,6 2 0,-9-10 1,3 3-1,-5-4 1,-3 0-338,-1-1 1,-2 0 495,1 4-92,4 1 0,-12 0 0,6 1 69,-1 4 0,-3 4-43,7 10 338,-7-4 0,8 12 1,-5-2-1,0 5 1,1 3 936,-4-2 1,3-1-323,-1-2-245,0 0 0,-1-4 0,1-1-365,-2 3 1,-1-5-1178,-2 3 680,0-7 1,-2 3 0,-2-6 0,-6-1-649,-3-4 1,-1 3-3051,0-2 3962,-7-4 0,-12-15 0,-6-6 0,-7-6 0,0 0 0</inkml:trace>
  <inkml:trace contextRef="#ctx0" brushRef="#br0">21028 7791 8045,'-26'-2'515,"2"-3"0,8 2 773,7-6 0,5 4-1130,0-5 0,8 6 0,6-4 0,4 1-1223,5 4 1065,3 2 0,-12-31 0,-6-7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9796 9553 7628,'8'0'2081,"5"0"-783,-11 0 1,4 2-373,-6 3 1,0 3-790,0 6 0,0 2 1,0 1-1,0 4 1,0-1-1,0 2 0,0-1 1,0 1 53,0 0 0,0-5 0,0 4 0,0-2-383,0 0 0,0 0-236,0-5 0,0-5-932,0 1 372,0-7 268,0 3 720,-6-6 0,-21-44 0,-11-11 0</inkml:trace>
  <inkml:trace contextRef="#ctx0" brushRef="#br0">10010 9824 7638,'0'-15'903,"0"1"-677,0 0 0,0 4 803,0 1 0,1-1 0,4-2-1806,5 2 1,-3 4-994,3 6 1281,-7 0 489,10 0 0,1 0 0,8 0 0</inkml:trace>
  <inkml:trace contextRef="#ctx0" brushRef="#br0">10394 9582 7641,'8'-14'0,"3"-2"569,-7-3 1,1 3 0,-7-1 0,-2 4 466,-6 4 0,-2 5-686,-3 0 1,0 2-1,-3 2 1,-1 0 58,2 0 0,1 6-377,2 4-49,0 3 0,1 1 1,4 2-1,4 1 0,3 3-364,2 3 0,2-4 97,3 4 193,2-5 0,14 7 0,3-5 0,1 1 1,0 0-236,-1-4 1,-7-1 81,2-2 640,-3-6 0,-2 3 1,-1-5 114,-4 2 0,-4-5 797,-10 2-1081,-3-3 0,-12-2 0,-4 0 0,-1 0 0,0 0-124,1 0 0,2 0-1071,-2 0 451,4-7 0,10 6 1,1-4-1,-1 2-1109,2-2 1,5 3 738,13-2 563,-1-4 0,23 0 1,-2-6-1,3 1 1,3 0-16,1-1 1,-4 3 307,5-8 154,-7-3 0,2 6 1,-9-4-1,-5 1 0,-5-2-54,-4-1 1,-4 5-660,-6-2 416,-6 3 0,-7 3 174,-6 4 0,-25 15 0,-2 10 0</inkml:trace>
  <inkml:trace contextRef="#ctx0" brushRef="#br0">10792 9596 7687,'8'-14'2171,"-4"0"1,0 6-1454,0 3 1,-2 2 661,3-2-1129,-4 4 1,-1 2-1,0 12 226,0 4 0,0 7-303,0-5 1,0 6-1,0-1 1,0 3 183,0 1-412,0 0 1,0-5 0,0-3-409,0 1 1,0-6 0,0 4-328,0-3 1100,0-8-426,0-2 0,0-23 0,0-7 0,0-6-213,0-4 0,2-3 114,2-5 336,-2 5 0,6 3 0,-5 7 0,2 3 0,-2 5 1193,-1 3-938,-2 8-445,6 2 1,-5 8 0,4 2 0,-3 6 431,-2 2 0,0 3 49,0-1-369,0-6 1,5 4 0,1-4-341,2 0 0,1-1-46,5-7 301,1 0 0,4-7 1,0-2-1,0-4 0,-1-1 412,1 0 1,0-1-68,-4 1-53,-1 0 0,-5 5 0,1 1 23,1 1 1,-3 9-23,1 7 156,-6 4 0,4 1 1,-7 2-1,0 1 1,0 2 86,0-1 1,0-2-1908,0-2 964,0 0 1,0 0 0,1 0 0,2 1-1677,2-1 1,2-2-2031,-3-2 4154,-2 3 0,-2-43 0,-8-4 0</inkml:trace>
  <inkml:trace contextRef="#ctx0" brushRef="#br0">28635 10151 7670,'-8'-7'152,"2"-1"0,1-1 0,-1-1 1078,-2-1 0,5 3-458,-2-1 0,5 1 0,5-1-419,4 4 1,10 3 0,5 2 0,4 0 51,5 0 0,-1-5-371,6 1 1,-5-6 0,5 4 0,0-2 139,-2-3 1,-3 0-613,-9 1 230,-3-2 0,-7 6 0,-2-6-228,-2 3 1,-5 6-21,-10-2 328,-3 3 0,-6 2 1,-2 0-1,-1 2 1,-2 3 41,1 4 0,7 9 167,2 1 1,6 1-1,-4-2 1,3 0 319,-1 0 0,0 2 436,5-1-668,0 0 1,0-4-1,0-1 1,0 0-1,0 0-359,0 0 0,-1 1-1163,-4-1 932,-3-6 0,-6 3 0,-2-6 0,-3-2 0,-5-2 421,-3-1 0,-26-31 0,-7-9 0</inkml:trace>
  <inkml:trace contextRef="#ctx0" brushRef="#br0">29900 10108 7659,'7'-14'498,"1"-1"0,1 3 0,-1 1 2933,-2 1-2977,-1 7 1,-5 3-282,0 10 1,0 4 0,0 3 0,0 4 0,0 1 0,0 2 436,0-2 0,-2 3-481,-2-6 1,2 5-1,-3-5 1,4-2 80,1-1 0,-5-2-42,0 0 0,1-4 399,4-1-628,0-6 1,0-8 0,1-10-687,4-6 1,-2-3 474,7-4 1,-6-2 0,4-2 0,-2-1-242,-2 2 1,2 1 325,-1 1-596,-1 7 334,-4 2 0,-6 13-96,-3 7 275,-4 13 1,0 4 0,2 5 0,2 0 0,-1-1-1235,2 0 1,-4 2 1503,2-4 0,17 13 0,2-2 0</inkml:trace>
  <inkml:trace contextRef="#ctx0" brushRef="#br0">30213 10193 7660,'0'-28'0,"0"-1"0,0 2 3197,0 4-1830,0 2 1,0 12-549,0-1 0,-5 13-285,1 2-374,-7 13 1,4-1-1,-4 5 1,3 0-1,2-1 50,3-1 1,1 4-60,2-5-228,0 6 0,0-9 0,2 1 0,3-4 0,4-4-114,4 2 0,1-4-303,0-2 477,0-4 1,1-1 0,-1 0 0,0-1-1,-1-4 445,-4-5 1,-3-7-333,-6-2-215,0-6 0,0 7 0,-1-5 1,-4-1-1,-6 2-821,-6 3 1,1 3 427,-3 2-305,-3 6 1,6-3 0,-3 6 0,3 4-2584,2 4 3400,6-2 0,40 37 0,15 2 0</inkml:trace>
  <inkml:trace contextRef="#ctx0" brushRef="#br0">30455 10122 7688,'0'-14'0,"0"0"415,0-1 0,0 6 1,0-1 1156,0-1 1,1 5-1024,4 1 1,-2 4 0,7 1 0,1 0-80,1 0 0,3 0-340,-1 0 0,0 1 1,0 3-1,-1 2 4,-4 2 0,4 1 69,-3 5-201,-4-6 1,0 5 0,-6-2 0,0 5 0,0 3 29,0-2 0,-6-1 20,-4-2-35,-9 7 1,2-5-1,-5 2 1,1-2-1,4-2-24,1 1 1,2-3-302,0-2-194,0 2 0,7-5-65,7 2 1,8-2 259,11-7-338,-3 0 0,11 0 0,-3 0 0,2-2 0,3-3-1203,-1-4 1,2-5 1847,3-5 0,-3-14 0,2-7 0,5-6 0,0 0 0</inkml:trace>
  <inkml:trace contextRef="#ctx0" brushRef="#br0">30796 10079 7125,'-14'-7'1776,"6"-6"-556,-5 11-189,12-4 1,-7 8-1,5 2 349,-2 6 0,0 2-754,5 3-539,0-1 0,5 0 0,1 0 0,2 1 0,3-1-189,2 0 1,1-1 0,0-4 1,2 2 0,1-6 0,2-2-616,-1-1 1,2-2 150,-1 0 403,0 0 1,-5-2 0,1-3 537,-1-4 0,-5-2 135,1 1-253,-7 4 0,2 6-234,-10 0 0,-3 2-357,-6 2 4,0 4 1,4 11-1,1 0 1,-2-2-1,0 1-1359,1 1 1,-1 1 1687,6 4 0,-18 22 0,-1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10948 6141 10824,'-6'-7'3823,"4"0"-3231,-4 7-389,6-6 212,0 4 1,-2-2 126,-2 8-523,2 4 0,-4 6 0,6 1-117,0-1 1,-5-5 123,0 1 0,0-5 1,5 4 30,0 2-194,0 2 145,0-5 1,2 3 0,1-5 0,4 0 8,0 1 1,-2 2-24,5-4 53,-7 0 1,9-1 0,-2 1 0,3 0 122,1 1 1,0-4-111,0 3-43,7-4 0,-4-1 0,7 0 0,1 0 1,2 0 140,1 0 0,2 0-66,4 0-114,-4 0 1,4 0-1,-5 0 1,-1 0-1,1 0-39,-1 0 1,-4 0 18,-1 0 42,1 0 0,0 5 0,0 0 0,1-2 0,0 0-20,-1 2 1,3-4 82,-4 4-37,11-3 1,-3 2 0,5 1-1,1-2 1,-1-1 52,4-2 0,1 1-15,1 4-64,-5-3 1,2 4 0,-4-6 0,0 0 0,-1 0 2,-2 0 1,-2 0 26,-2 0-50,1 0 0,-1 0 1,1 0-1,-1 0 0,2 0-14,3 0 0,-1 0 26,6 0 43,-6 0 0,7 0 1,-4 0-1,0 0 0,-1 0-5,-2 0 0,3 0-28,-2 0-9,0 0 0,-6 0 0,-2 0 0,-1 0 0,1 0-88,2 0 1,-3 0 1,-1 0 79,1 0 0,0 0 0,-1 0 0,1 0 0,0 0 60,-1 0 0,0 0-82,0 0 49,4 0 0,-6 0 0,4 0 0,-1 0 1,1 0 147,2 0 1,1 0-52,1 0-5,-1 0 0,2 0 0,2 0 0,2 0 0,1 0 71,0 0 0,-2 0-338,-4 0 184,-1 0 0,2 0 0,2 0 1,1 0-1,-2 0-42,-1 0 1,4 0 127,-1 0-63,6 0 0,-9 0 0,3 0 0,-3-2 0,-1-1 79,-1-2 1,6 1-59,-1 4-52,0 0 1,-5 0 0,1 0-1,-1 0 1,1 0-44,-1 0 0,0 0 85,1 0-48,-1 0 0,2-5 0,2 0 0,1 2 0,-1 2 70,-2 1 1,-2 0-117,1 0 40,-1 0 1,-4 0 0,-2 0 0,0 0 0,-1 0 1,-1 0 1,4 0-117,-5 0 114,6 0 1,-9 0 0,3 0-1,-3 0 1,-2 0 2,0 0 1,0 0 33,0 0-5,1 0 1,-1 0 0,0 0 0,0 0-1,1 0 218,-1 0-198,0 0 235,0 0 0,-4 0 615,-1 0-404,-6 0 365,4 0 175,-7 0-355,0 0-643,0-7 0,0 4 21,0-6 0,0 4-158,0-5 0,4 6 0,1-6 0,-2-1 1,-1-2-82,-2-1 73,0 6 1,0-4 0,0 2-42,0-2 1,0-3-77,0 1 87,0 6 1,0-4 0,-2 4-1,-1-2-1078,-2 1 391,1 6-1356,4-10 1,-2 11-4371,-3-2 6546,4 2 0,-12 34 0,5 7 0</inkml:trace>
  <inkml:trace contextRef="#ctx0" brushRef="#br0">3825 8160 8046,'0'-14'-1445,"0"0"867,0 0 2264,0 6 0,-2-3 985,-2 6-2460,-4 0 0,-2 7 1,2 2-1,2 6 295,3 3 1,0 2-395,-2 4 1,3-3 0,-2 5 0,2-2 4,2 0 1,0 6-1,0-1 1,0 1-80,0-1 1,-5 1 106,1-6-181,-1 6 0,5-4 1,0 4-1,0-3 1,0-2-465,0-2-1054,0-2-483,0-2-536,0 0 2573,0-12 0,6-42 0,2-21 0</inkml:trace>
  <inkml:trace contextRef="#ctx0" brushRef="#br0">3754 8217 8046,'0'-19'320,"0"0"1,0 0 530,0 5 0,0 0-390,0 0 1,0-1-256,0 1 0,5 0 1,1 0-1,2-1-16,3 1 1,2 5-1,2-1 1,3 1-122,1 1 0,1 2-360,-1 6 256,-3 0 1,6 0 0,-5 1 0,2 2 0,-1 4-166,-2 1 0,-2 3 245,0 8-62,-6-4 1,-2 11-1,-6-6 1,-1 2 0,-4 2 59,-5-2 1,-2 5-17,-2-3-91,-7 3 0,-1-5 0,-6-3 0,1-4 0,1 0-96,3-1 0,-1 0 146,-4 0 64,-1-6 0,7 3 0,3-6 674,3-2-613,8-8-45,8-3 1,8-1 0,8 1 0,1 2 0,4 3 183,1 1 0,0 2 35,2 0-153,3 0 0,-11 0 1,3 2-1,-4 2 0,1 6 188,3 2 0,-5 3-152,1-1-118,-1 6 0,-11-4 0,5 3 0,0-3 0,-2-2-219,0 0 1,1 1 191,-3-1-572,-2-6 0,11 3 0,-4-6-153,4-2 0,-4-8 244,1-5 312,-1-2 0,4-7 1,-2 0-1,-2 0 1,1 0 52,-2 0 1,3 0 301,-7 5-13,8 0 1,-11-1 0,5 3 0,-1 1 1146,0 1-958,0 7-166,-5-3 0,0 12 0,0 4 0,-2 2 199,-3 2 0,4 1-111,-4-1-312,3 0 1,2 0 0,0 1 0,2-1 0,3 0-492,4 0 0,-1-6-452,2-3 745,-1-4 0,10-1 0,0 0 0,0 0 0,0-1-359,0-4 1,0-3 416,-5-6 144,0 0 1,-4-7-1,-2-2 1,-2-3 0,-3 1 297,-1 1 1,-4 1 285,-3-6-414,-2 1 1,-3 6 0,1 4 0,-3 6-1,0 4 197,-2 1 0,-1 3-227,1 4-117,6 6 1,-4 3-1,2 9 1,-2 2-1,-1 2-17,3 4 1,-1-4 108,7 2-209,-1-1 1,5 1-1,0-2 1,0-1-1,1-4-398,4-1 1,3-7-332,6 1 621,1-7 0,5 3 0,4-6 1,1-1-1,0-4-273,-1-5 1,-2-4 385,2-5 83,3 3 1,-7-10-1,4 3 1,-5 0 0,-3 1 896,-2 1 1,-1 2-180,-4 5 734,4 0-1042,-12 6 1,4 3-29,-10 10-252,4 3 1,-6 6 0,6 0 0,-2 0-1,-2 1-21,2-1 0,1 0-815,2 0 372,0-6 1,0 5 0,0-4-1227,0 4 1038,6-5 333,2-2 1,2-6-1,-1 0 1,2 0-178,2 0 1,-4-5 496,1 1 0,-5-1 281,4 5 0,-4-5-61,4 0 1,-4-1-92,5 1-227,-7 4 0,9-6 0,-2 6-55,3-4 0,1 2 108,0-6-115,0 5 0,-4-2 0,-1 6 0,1-2 0,-1-1 58,1-1 1,-6-1 351,6 5-86,-7 0 0,5 0 541,-3 0-203,-4 0 94,5 0-452,-6 0-2142,0 0 1723,0-6 324,0 4-61,0-4 0,0 4 542,0-3-294,0 4 389,7-6-460,-6 1 0,6 3-117,-7-7-253,0 7-515,0-3 270,0 6-126,0 0 798,0 6-219,0 2-75,0 6 0,1-4 1,4-1-67,4 2 0,-1-4 52,2-3-124,-7 4 1,10-6 0,-4 3 0,5-4 0,4-1-3,1 0 0,1-1 6,-1-4 59,-3-3 0,9-6 1,-6 0-1,0-2 0,0-2-26,0-1 1,0-6-117,-5 2 137,-6-11 1,0 4-1,-5-3 1,2 5 0,-2 4-23,-1 5 310,-2 3-262,0 2 1,-7 6-1,-1 5 1,-1 6-115,0 7 0,1 2 93,-2 2 160,-2 7 0,5 0 0,-2 4 0,4-1 0,3-1 243,2-1 1,0 0-209,0-3-151,0-3 0,0 9 1,2-6-1,3-1 0,3-2-165,0-2 0,6-5-36,0 1 57,0-7 0,11 3 0,-4-6 0,1-1 0,2-2-542,-2-2 1,-2-8 127,-5-1 492,5 0 1,-9-7 0,3 7 0,-2-2 0,-5-1 391,-2-2-139,3 0 137,-6 5-28,4 6-233,-6 1 159,0 14 0,2 1 0,1 6 0,1 0 0,1 0 294,1 1 0,2-1-427,7 0-101,-1 0 0,2-1 0,3-2 0,6-3 0,5-2-19,3-3 0,7-1-747,-3-2 507,-2-6 0,5-1 0,-7-4 0,-2 2 0,-1-2-296,-1-2 1,-7-1 672,-3 0-41,-3-1 0,-4 6 0,-1-1 0,-3-1 260,-1-1 0,-3 2 31,-4 1-283,0 6 0,-1-5 0,-4 4 43,-4 0 0,-4-1-4,-1 5-356,0 0 1,-1 0 0,1 2 0,0 2 0,1 6-288,4 2 1,-4 3 599,4-1-125,2 6 1,-4-2-1,7 4 1,-1 0-1,0-1 359,0-1 0,1 5 519,4-1-654,6 3 0,0 0 0,5-2 0,-1-3 0,-1 0 241,-1 0 0,3-4-113,-6 1-278,0-3 0,-1-2-71,1 0 1,-2-6-58,-7-3-91,-4-4 1,-2-1-1,1 0 1,-1-1-1,1-3-863,-1 0 0,6-7-1078,-6 1 1602,7 4 1,-3-8 0,6 1 0,0-6 0,0-3-800,0-3 0,6-2 416,3-2 902,-2 1 0,1-2 0,-4-3 0,-15-29 0,-8-14 0,8 20 0,0 0 0,0-1 0</inkml:trace>
  <inkml:trace contextRef="#ctx0" brushRef="#br0">5190 8089 8046,'-14'8'676,"-1"-2"126,1-6 1,5 2 1783,-1 3-2387,7-4-362,3 6 1,14-12 0,10-1 0,3-2-1,3-2-1514,3 2 1,-3-4 1676,3 2 0,10-28 0,1-8 0</inkml:trace>
  <inkml:trace contextRef="#ctx0" brushRef="#br0">6953 8246 7990,'-14'0'243,"-1"0"1,1 0 3227,0 0-2979,6 0 1,8-2-1,10-3 1,2-4-406,2-4 1,7-6-1,1-1 1,2-1 21,0 1 0,-1-10-138,6 1 1,-2-4 0,-2 1 0,-3-2-236,-2-3 0,-1 6 112,-4-3 1,-3 1-1,-2 3 1,-6 5-22,-2 3 1,-2 8 141,0 4 6,-6 7 0,-2-3 0,-6 6 0,-1 3 40,1 6 1,-5 2-58,0 13 173,0 0 0,5 4 0,0 2 1,0 2-1,1 3 323,4 1 1,2-4-60,7 1-324,-6-3 0,4-2 0,-2-1 0,2-2 0,4-3 161,2-1 1,-1-2-228,7-5-126,-7 0 0,5-6-552,-3-3 389,-4-3 249,12-2 1,-11-7 0,2-2 0,-1-4 0,1-3-251,0-3 0,7 4-34,-1-4 216,-4 3 0,7 2 1,-4 1-1,4 2-58,1 1 1,2 3 25,3-3 263,-10 4 0,10 6 0,-9 0 1,2 0-1,3 1 251,-1 4 0,-1 3-5,-4 6-333,4 0 1,-10-4 0,5-1 0,0 2 0,-2 2 88,0 1 1,-1-4-844,-5-1 239,6-6 1,-3 8-1,7-6-313,1-2 1,2-6 164,1-2 652,0-6 1,0-1-1,1-7 1,0 0 0,4 0 65,5 0 0,-3 0-49,-3 5 129,5-1 0,-6 3 0,5 1 1,0 3-1,-1 2 458,-1 2 1,-1 3-180,-5 1-376,-6 0 1,5 0 0,-5 1-142,0 4-186,-2-3 104,-6 4 1,0-4-23,0 2 115,-6-2-41,-2 4 1,-2-6-1,1 0 1,-2 0 0,-2 0-29,-1 0 0,-5 7 72,0 2 1,0-1 87,5 1 1,-5 1 0,2 4 0,2 0 42,4 1 0,3-1-48,-1 0 38,-4-6 0,12 5 0,-4-4 0,3 4-136,2 1 1,7-6-184,2-3 163,10-4 1,-3-1 0,4 0 0,-1-1 0,2-4-138,1-5 1,-5-1 176,2 2 57,-3-4 0,-2 5 0,-1-6 1,-2 1-1,-3 2 83,-2 2 0,4 4-109,-5-4-46,-1 5 0,-2-2 0,1 8 528,2 2-135,0 4-204,-5 7 0,0-1 0,0 0 154,0 0-742,6 0 334,2-6 0,1-1 1,1-7-1,1 0 1,1 0-280,3 0 0,4-7 141,0-2 223,6-4 0,-8-1 0,7-2 1,1-1-1,2-2 215,1 2 1,-1 2-20,-3 6-19,3-4 1,-7 7 0,4-4 0,-5 6 0,-3 2 347,-2 2 0,-4 0-145,-1 0 207,-6 0 391,4 0-585,-7 0 205,0 0-443,-7 0 1,4 0-481,-6 0 273,-1 0 1,-4 5-1,0 1 1,-1 2 0,0 3-245,-4 2 1,3-4 24,-3 1 254,3-1 0,2 5 0,1 1 1,2-3-1,3-1 57,2-1-75,-5-1 101,9 5 1,-2-6-1,8-3 1,7-3 0,5-2 25,3 0 1,6-7-46,-1-2-35,3-4 0,0-1 1,-2-2-1,-1-1 1,0-4-4,-2-1 1,-2-2 28,-6-4 8,1 0 1,-3-6-1,-1 0 1,-3-3-1,-1-1 134,-4 2 0,-2 8 244,-1 9-414,0 3 0,-1 8 0,-4 5 1,-3 8 183,0 9 0,0 13 323,3 11-384,4-4 1,-10 7-1,6-4 1,2-1 0,1-3 322,2-3 1,0-1-98,0-1-684,0-6 0,7-1 0,1-7 1,3-1-1,1-4-1167,4-4 0,1-4-1430,-2-1 1513,-1 0 1447,0-6 0,3-31 0,-1-16 0,3-5 0,0-1 0</inkml:trace>
  <inkml:trace contextRef="#ctx0" brushRef="#br0">9526 7819 8226,'0'-14'5501,"0"0"-4821,0 6 1,-1 3 0,-2 10 147,-2 4 0,-6 9-546,1 1 0,-1 6 0,0-2 0,2 3 0,-2-1 0,0-1 261,1 1-848,-3-4 1,12 4 0,-5-6 0,1-2-1,0-1-2502,2-2 972,1 0 236,2-6 1276,0-1 0,2-7 0,3 0 467,4 0 77,-3-7 0,7 6 0,-3-4 193,2 3 1,-2 2 397,-1 0-606,-6 0 1,8 2 0,-4 1-1,1 3 1,3 1 545,1-1-1061,3 5 196,-1-9 0,5 9 1,1-7-1,1 0 0,1-3-198,0-1 0,0-5 249,2 1 232,3-7 1,-7 1 0,4-7 0,-5-2 0,-3 2 1981,-2 1-1271,-6 1-431,-2 1 0,-6 0 0,-1 1-286,-4 4 0,-5 3-2096,-9 6 1364,4 0 1,-8 6 0,6 3 0,-2 2 0,2 1-1787,1-3 0,2 0 79,0 6 2275,-1-1 0,-12 13 0,-3 3 0</inkml:trace>
  <inkml:trace contextRef="#ctx0" brushRef="#br0">9228 8018 9660,'9'0'2495,"1"0"1,-6-5-2001,6 1 1,1-1-1060,8 5 1,-2-5 146,7 0 1,0 1 0,4 2 0,2-1-1414,3-2 0,-3-1 1830,4 1 0,27-9 0,7-8 0</inkml:trace>
  <inkml:trace contextRef="#ctx0" brushRef="#br0">10905 7762 8246,'-1'-9'2660,"-4"-1"1,4 5-2082,-4-4 1,-2 7 0,1 1 313,-2 4 0,4 13-538,-6-2 1,5 8 0,-4-1 0,-1 1-1,1 3 1,1 2 683,2 1-1100,-5-6 1,7 4-1,-3-7 1,0-2-1,2-1-773,-1-2 1,5-4 234,-4-1-75,3-6 0,4 2 1,3-10-93,4-4 1,4-6 615,1-3 22,0 2 1,0 0 0,2 6 0,2 1 0,0 1 171,0 3 1,2 4 845,-1 1-567,0 0 1,-4 1-1,-1 4 1,-2 6 262,-2 7 1,1-3-77,-6 4-395,-1-3 0,-5 3 1,-4 0-1,-4-2 1,-6-1-321,-4-2 1,2-1-36,-7-4-187,7 4 1,-10-11 0,5 2 0,0-2-1,1-2-903,1 0 795,4 0 488,-5 0 0,12 0 1,1-2-280,2-2 1,7 2 700,9-3-191,9 4 1,-2-1-1,7-1 1,1-3-1,2-1 771,1 1 0,1-5-442,-1 2-436,1 2 0,4-7 0,0 1 1,-1-2-1,-4-1-103,-4 0 1,1 5 172,-6-8-133,0 3 0,-6 2 1,-4 0 508,-4 0-281,-4-1-326,-7 7 0,-2 2 0,-6 8 0,-2 1 0,-1 5-169,-2 4 1,0-1 39,5 8 210,-1 4 1,1-8 0,2 6 0,2-2 0,5 0-138,4-2-293,1-1 186,0-2 1,8-1 0,6-4 0,8-4 0,5-3-1312,1-2 0,6 0 1558,-1 0 0,31-38 0,-30 14 0,0 0 0</inkml:trace>
  <inkml:trace contextRef="#ctx0" brushRef="#br0">12142 7862 8122,'-8'-15'442,"-4"6"0,4 0 0,-2-1 0,1 2 0,-2 3 252,-2 4 0,-1 1 0,-2 0 0,-1 1 0,-2 4 0,2 5-213,1 2 0,2 4 1,-1 1-1,1 2-248,0-1 0,4 2 0,3 1 0,0-1 28,4 1 1,1-2-321,2-5 1,2 0-138,3 0 0,3 1 1,7-3-1,4-2-830,5-5 791,3-4 1,1-7-1,1-4 1,-1-2-1,1-4-539,-1-3 0,1 2 229,-1-7 454,0 0 0,1-6 1,-2-1-1,-4-4 0,-4-1 150,-3-4 0,-3-1 93,-4-2-72,4 1 0,-11 5 0,2 6 0,-4 4 1119,-4 3-752,-4 13-389,-7 5 0,1 15 0,0 10 0,0 7 0,0 4 230,-1 3 1,1 6 535,0-1-570,0 3 0,4-5 0,1-2 1,-1-4-1,2-2 553,4 1 1,-3 2-578,3-2-225,-1 2 0,5-15 0,0 3 0,0-3-63,0-2 0,1-6-364,4-3-400,-3-4 0,6-2 82,-4-4 0,-2-3 273,3-6 239,3-1 1,-7 1 0,5 0 0,-1 0-222,0 0 179,6-1 310,-3 1 0,1 6 1,1 2-1,1 1 196,2 1 0,1-1 217,0 5-249,-6 0 1,5 0-1,-4 1 1,4 4 411,1 5 0,-5-3-170,1 3-375,-7-1 1,8 1 0,-5-2 0,1 0 0,1-2-736,-1 0 371,3-1 6,4-5 1,0 0 0,1 0 0,-1-2-270,0-2 0,0-4 117,0-6 431,1-1 1,-1 0 0,2-3 0,1-1 0,2 2 62,-2 1 1,1 2 128,1 0-87,-3 6 1,9-3 0,-6 4 0,-2 1 0,-1 0 415,-2 3 0,0 1-142,1 2-261,-1 0 0,-5 0 0,-1 2 108,-1 2-64,-3-2 347,-4 11-168,0-12-182,-6 5-210,-2-6 0,-6 0 1,0 0-1,-1 2 1,1 1-244,0 2 1,-2 4 248,-3-4-9,3 6 0,-4-3 0,6 6 0,-1 1 0,1-1-218,0 0 0,1-5 373,4 1-87,-4-1 1,12 6 0,-4-1-310,3 0 0,13-1-204,4-4 319,8-3 1,-5-7-1,5-4 1,1-3-1,0-1-136,-1-1 0,-4 1 205,5-5 121,-6-1 0,2 1 0,-7 0 1,-2 0-1,-3 0 1252,-2-1-742,-1 7 1971,-5-4-1932,0 10 0,-5 2-188,0 10-216,-6 2 1,10 3 0,-4-1 0,3 0 273,2 0-105,0 0-782,0 1 1,7-7 0,4-4 0,4-2 0,6-2-1567,1 0 0,-3-2 1270,5-2 659,-7 2 0,8-11 0,-6 4 0,-1-4 0,-2-1 665,-2 0-369,0 0 891,-6-1 1062,5 7-1484,-12 2-191,5 12 0,-6 2 0,0 7 0,0-1 0,-1 0 301,-4 0 1,4 0-927,-4 1 92,-3-1 1,6-5-1,-4-1-783,0-1-379,4-3 855,-4-4 1,6-1 0,0-4 0,0-5 0,1-2-589,4-2 1,1-2 598,4-3 383,3 3 1,-4-4 0,8 5-1,2 1 1,-1 1 341,-2 4 0,-1 3-146,4 6 250,-3 0 1,5 0 0,-7 0 0,0 1 0,0 4 505,0 4 1,-1 4-664,-3 1-266,-4 1 1,-1-1-1,-1 0 1,1 0-1,0 0-701,0 1-246,-1-7 503,3-2 0,-4-1 1,6-1-1,1-2 1,1-5-1209,3-7 0,-3-2 700,8-3 809,3-5 1,-4-1 0,4-4 0,0 3 0,0 1 326,3 4 1,-3 1-152,2 2 253,-7 0 0,4 6 0,-7 3 0,0 4 484,1 1 1,-6 0-71,1 0-211,-7 0 0,3 6 355,-6 3-478,0-2-689,0-1-120,0-6 238,0 0-70,-6 0 0,-2 0 0,-8 2 0,-1 1-139,-2 2 0,0 1 121,4-1 251,-5-4 1,4 12 0,-3-4 0,3 2-1,4 0-8,2-1 0,-1-1-74,6 6 40,-6-1 1,10 0 0,-2 0-1,6-1-261,6-4 0,4-2-190,1-7 356,7 0 1,-4 0 0,5 0 0,0-2 0,-1-3-86,-1-4 1,-1-4 468,-4-1-104,-1 0 1,-2 0 0,-1-1 0,-3 1 0,-1 0 1264,-4 0-1005,5-1 113,-7 1 0,6 8-130,-7 6 1,-5 6-186,0 8 78,-6 7 0,10 1 0,-6 7 1,2-1-1,1 0 536,1 1 0,-1 4-463,0 0-324,2 0 1,-4-4 0,6-2 0,-2-2-1,-1-3-33,-2-1 1,-1-2-866,1-5 582,4 0 1,-10-5-1,4-1 1,-1-1-272,-3-4 1,-1-2 394,-3-1 98,1-6 1,5-2-1,1-6 1,2 0-1,2 0-169,3-1 0,1-4 114,0 0-56,0 0 1,11 4 0,3-3 0,3-1-1,4 2 7,3 1 1,4-3-57,5 0 215,-3 0 1,7 0 0,-4 0-1,5 0 1,3-1-26,1-4 1,0 4 197,-5 1-171,-2 3 0,-13 2 1,-3-1-1,-3 1 30,-2 0 128,-6 0-130,-8 6 1,-8 2 0,-6 6 0,0 0 0,-2 0-174,-3 0 0,3 1 49,-3 4 88,-3 9 0,6 2 0,-3 4 0,5-1 1,3 0 193,2-1 1,6 2-55,-2-1-98,3 0 1,2-5 0,0 1-1,2-1 1,3-2-129,4-2 1,10-4-514,5-6 459,3 0 1,6-1-1,1-4 1,1-5-1,2-4-165,-1-5 1,0 2 33,2-7 218,-3 7 1,-2-5 0,-1 4 0,-4-1 0,-4 4 360,-4 4 1,-1 0 190,-4 6 36,-1 0 0,-5 5 551,1 0-748,-7 6-9,3-4 1,-6 11 57,0-4-250,0-3 62,0 1 1,-1-7-383,-4 0 1,2 0-317,-7 0 393,1 0 0,-2 0 1,-2 1-1,-3 2 1,-1 4-193,-4 1 0,6 1-161,-4 5 437,3-6 0,2 5 0,-1-4 0,3 4 269,2 1 42,-2 0-206,10-6 0,2 3 0,10-6 1,4-2-1,5-3 146,4-4 1,3-4-169,-3-7-18,4 1 1,-5-2 0,7-1-1,-2-4 1,-2 1-173,-1-1 1,-7-4-106,2 1 127,-3-9 0,-2-1 0,-1-4 1,-4 4-1,-4 4-352,-4 2 0,-1 11 98,0 2 311,0 11 1,-6 4 0,-3 11 0,-4 8 0,-1 8 132,-1 4 1,3 7 825,2-5-497,4 7 0,6-10 0,0 3 1,2-5-1,4-4 214,8-5 1,7-3-162,7-2-830,7-6 1,3-2 0,8-7 0,1-4 0,0-6-1089,2-7 0,-11 3 1464,0-4 0,-44-60 0,-4 32 0,1 1 0</inkml:trace>
  <inkml:trace contextRef="#ctx0" brushRef="#br0">3925 9596 8088,'0'-9'339,"0"-1"0,0-1 1448,0-2 0,-2-1 0,-3 0-905,-4 0 1,-4 6-1,-1 3 1,0 4-449,-1 1 0,1 1 1,0 4-1,0 6-69,0 6 0,-1 1-281,1 5 1,1 0 0,2 2 0,4-2 54,0 3 0,2 1-356,5 1 162,0-6 0,0 3 0,2-4 1,3-1-1,6-1-97,6-6 1,5 0-131,7-9 184,-1 1 0,1-6 1,-1-4-1,1-5 1,-1-4 25,0-5 1,1-3 113,-1-6 123,-6-1 0,-1 1 1,-8 1-1,-4 2 0,-4 1 454,-4-1 0,-2-2-123,-4-2-370,-3 1 1,-12 4 0,-4 2 0,-3 2 0,-1 2 44,-1 2 0,1 9-335,-1 2 124,7 3 0,-3 2 0,6 2 0,2 3 1,1 6-205,2 6 1,1 2 54,3 9 152,-2-2 1,9 8 0,-5-4-1,1 2 1,4 3 83,2 1 0,-4-4 330,0 1-368,0-9 0,10 1 0,2-6 1,0-2-1,4-1-201,2-2 1,1-6 56,1-3 113,-1-4 1,6-2 0,2-4 0,2-4-1,0-6-39,1-4 1,-3-1-97,2-4 274,0-3 0,-2 5 0,-3-6 1,-4-1-1,0-1 360,-1-3 1,-6 3-102,-3-3-287,-4 3 1,-1 2 0,-1-1 0,-4 1 0,-5 1-13,-2 3 1,-7 10-134,0 9 16,0 4 0,0 1 0,-2 0 1,-1 1-1,-3 6-450,-2 7 1,-1 6 188,-1 9 206,1-1 0,1 5 0,2 2 0,3 1 0,1 4 142,4 1 1,2-3 62,6 0 32,3-7 0,6 4 1,0-8-1,1-3 1,4-5 319,4-4 1,9-7-137,1-3-192,6-3 0,-3-2 1,5-2-1,-2-3 1,1-4 113,4-4 1,-2-7-876,5-4 478,-3 3 1,-1-5 0,-3 2 0,0-3 0,-4-1 90,-2-1 1,-7 2 61,-8 4 83,-4-4 0,-1 5 0,-1-7 0,-4 2 1,-6 2 153,-6 1 1,-6 7-34,-5-2-281,6 10 0,-5 2 0,3 7 1,-2 2-1,-3 3-228,1 4 1,1 5 178,3 5-39,-3 3 0,11 12 0,-2-1 0,2 0 0,3 0-339,4 0 1,-2 0-73,6-4 161,0-7 0,7 3 1,4-6-1,8-3-1667,8-5 0,5-5-1358,2-6 2445,5-6 991,3-2 0,-2-12 0,4-6 0,2-1 0,0 1 0</inkml:trace>
  <inkml:trace contextRef="#ctx0" brushRef="#br0">5062 9553 7994,'-14'-7'214,"0"0"0,-1 2 1,1 1-1,0 1 1,0 1 1378,-1 2 0,1 0-551,0 0 1,5 0-31,-1 0 1,7-2-1,1-1 772,10-1-1618,2-1 1,17 0 0,-2-1 0,8-2 0,8-2 356,5 2 1,8-4 30,-2 2-441,-3 4 1,0-2-1,-7 5 1,1-2-1,-2 2 143,-3 1 1,-3 2-236,-7 0 0,-1 0 0,-2 0 0,-4 2-115,-5 3 1,-4-4 94,-7 4-363,-3-3 1,2 2-770,-8 1 654,-4 0 144,-7-5 1,1-2-1,0-2 1,0-4-1,0-2-720,-1 1 1,-2-1 586,3-4 358,-4 0 1,15 1 0,-5 2 0,2 2 9,3-2 0,8 4-122,4 3 493,4-4 1,1 6 0,2-3 0,1 4-1,2 2 870,-2 4 1,-1-2-121,-2 7-839,-6-1 0,-1 5 1,-7 2-1,0 2 0,0 2-34,0 2 1,-7-4-749,-2 1 198,-10 3 1,2-5 0,-6 5 0,1-1 0,2-4-1934,-1-1 1,2-2 2332,5 0 0,6 1 0,2-1 0</inkml:trace>
  <inkml:trace contextRef="#ctx0" brushRef="#br0">6612 9298 8148,'0'-15'242,"0"6"1,0-1 0,0-1 2283,0-1-1957,0 4 0,-2 0 1,-3 5-1,-4-2 1,-4 2 637,-1 1 1,0 4-984,0 3 1,-5 4 0,0 8 0,1 4 131,3 1 0,0 2-197,1 4 0,-3 1 0,1-1 0,3 2 3,1 3 0,5-3-99,3 3 0,2-3 0,2-1 0,0-2-181,0-4 1,8-2-642,6-7 574,0 0 0,15-6 0,-2-5 0,4-6 1,2-6-232,2-4 0,0-3 55,3-3 141,-3-3 0,-2-11 0,0-2 0,0-1 1,-1-2-99,-4 2 0,-3-4 332,-10 7 156,-7 0 1,-2 3-1,-6 0 1,0 0-1,-2 5 329,-2 3 1,-4 3-49,-7 4-403,1 7 0,5 2 1,-1 6-1,-1 2 0,-1 4-379,-3 8 0,3 7 115,2 7 200,-2 7 1,4 0 0,-5 4-1,2-1 1,3 2 423,2 1 1,-1 0 95,3-3-357,2-4 0,-4-4 0,6 0 0,1-1 0,4-7-331,5-5 1,2-9-28,2-3-135,7-3 1,1-4-1,7-3 1,-1-4 0,0-5-454,1-5 1,-1-3 561,1-7 128,-7 7 1,3-5-1,-4 5 1,-1-2 0,1 2-68,-4 2 1,4 1 649,-2 4-352,0 1 1,-4 2-1,3 2 1,1 5 0,-2 4 306,-1 1 1,-2 0-85,0 0-360,0 0 0,-4 5 0,-2 1 0,0 0-171,0 1 230,-5 4-221,3-10 421,-6 5 0,-1-6-151,-4 0-186,3 0 1,-10 0-1,2 0 1,-3 0-1,-1 0-69,0 0 0,0 0 143,0 0 25,-7 7 0,5 1 0,-4 6 0,1 0 0,0 0-24,1 1 0,3-1 165,0 0-139,1 0 1,5 5 0,1 0 0,2-1-823,2-3 22,3 0 573,7-8 0,2 0 1,6-7-1,2-2 1,1-3-211,2-4 1,5-8 76,-5-2 336,0 0 0,-5 4 1,0 3-1,1 1 1,-1 1 701,0-1 1,-6 3-132,-3-1 816,3 6-685,-7-4 0,5 14-284,-6 2-267,0 4 1,0 1-1,0 0 1,0 0-116,0 1 1,0-1-1241,0 0 899,0-6 1,2-2-1,3-6 1,4 0 0,4-1-232,1-4 1,5-3 329,0-6 247,6 0 0,-3-1 1,7 0-1,-1-3 1,1-1 730,-1 2 0,1 6-482,-1 1 264,-6 7 0,3-8 0,-6 6 0,-1 2 142,-2 2 0,-4 2-789,-2 4 142,-4 3 0,-6 1 1,0 1-1,0 1 95,0 2 1,-2-4-524,-2 1 225,2-7 1,-11 8 0,4-7 0,-4 1 0,-1 0-729,0 0 1,0-1 51,-1-4 604,1 0 1,0 0 0,0 0 0,1 2-490,4 3 455,-4-4 310,5 6 747,0-7-327,2 0 1,17 0-397,3 0 1,8-2-31,-3-3-47,7-3 0,-4-6 0,6 0 0,1 0 0,-1 0 42,0-1 1,6-4-43,-1 0 179,0 0 0,-5 5 1,-1 2-1,-1 1 1,-4 3 452,-2 1 1,-1 3-249,-5 4-227,-6 0 1,0 1 0,-5 4-1,2 6 233,-2 6 1,-1-4-40,-2 6-257,0-6 0,-2 7 1,-1-6-1,-3 1 0,-2-3-26,-3-2 1,-2 2-460,-1-2 161,0-4 0,0 5 0,-1-6 0,1-2 0,0-1-1174,0-2 995,-1 0-413,1 0 1,5 0 0,1-2-2453,1-3 3293,3 4 0,42-31 0,9 1 0</inkml:trace>
  <inkml:trace contextRef="#ctx0" brushRef="#br0">8403 9212 13586,'-8'2'1251,"2"3"0,1 6 934,0 6-1974,-6-1 1,8 11-1,-6-5 1,-1 1 0,1 1-54,-1 1 1,2 2-1,-3 0 1,3-3-632,2-5 1,0-3 184,1-2-195,3-6 1,-4 0 0,6-7-196,0-1 0,0-3-57,0-11 565,0-7 0,0-1 1,0-8-1,2-1 1,1-4 17,2-2 1,6 7 935,-2 2-561,-3 0 0,6 12 1,-6-5-1,2 4 161,3 3 1,1 3-282,3 11 134,-1 6 0,0 3 0,0 12 1,-1 6-1,-2 4 711,-1 1 1,-6-2-262,6-2-513,-7 1 0,8-2 0,-6-2 0,-2-3 0,-2-1 118,-1-4 1,0-6-3585,0-1-1202,0-7 1997,0 3 1,-6-11 2496,-3 1 0,-55-33 0,26 17 0,-1 1 0</inkml:trace>
  <inkml:trace contextRef="#ctx0" brushRef="#br0">8289 9440 12578,'15'-2'1689,"-1"-3"0,0 2-1461,0-6 0,7-1-548,2-4 1,4 0-1,2 0 1,-2-1-1126,-4 1 1,1 5 871,-10-1 573,4 7 0,-29-3 0,1 6 0</inkml:trace>
  <inkml:trace contextRef="#ctx0" brushRef="#br0">9669 8871 8490,'-10'-5'6109,"1"1"-4858,5-1-484,-2 5 0,8 1-403,2 4 1,4 3-1,8 8 1,1 1 0,4 4-1,3 1 774,6 3 0,0 2-794,8 1 1,0 6 0,4 0 0,-1 1 63,-3 0 0,2-2-212,-7-5 0,0 1-45,-5-1 1,-5-6 0,-6-3 275,-6-3-326,-5-2-105,-6-6 0,0-3-144,0-10 0,-1 4-4159,-4-4 2888,3-3 0,-10 0 0,4-6 1419,0 0 0,-4-23 0,-1-10 0,1-4 0,0 1 0</inkml:trace>
  <inkml:trace contextRef="#ctx0" brushRef="#br0">10038 8857 7938,'-14'-8'1176,"4"-3"656,1 6 0,4 0 786,-4 5-1776,6 0 0,-10 8 0,3 7 1,-2 8 387,-2 9 0,-1 4-411,1 7-528,-6-1 0,-1 1 0,-4 0 1,1-1-1,-1 1 402,-2 0 0,0-5-500,3-1-120,-2-5 1,10 1-1,-3-9 1,3-5-1,2-3 416,0-2-524,-1 0-122,8-6-954,0-2 764,7-6-1564,0 0 0,2-4-4348,3-1 6259,2 0 0,33-39 0,6-11 0</inkml:trace>
  <inkml:trace contextRef="#ctx0" brushRef="#br0">2702 8445 8004,'8'0'1146,"-2"0"1,-6-2-187,0-3-308,0 4-549,0-12 0,-2 11 0,-2-2 0,-6 2 1,-4 4 19,-5 2 0,2 0 0,-7 5 0,-1 4-80,-2 4 1,-2 0 64,1 7-124,-7-6 0,5 8 1,-5-3-1,2 0 1,0 1-13,2 1 1,2-3 127,5 2-148,-2-7 1,8 9 0,-4-7-1,1-4 1,4-2 47,1-4 0,2 1-30,0 4 37,6 0 0,-5-1 1,4-2-1,-2-1 0,0 1-12,1 1 1,1-2-14,-5-1 19,6-6 0,-3 10 0,4-5-31,-1 0 37,5 4-8,-3-4 1,6 2-1,-2-2 1,-1 0 0,-2 0 123,2 3 0,2 1-102,1 2 55,-7-6 0,6 5 1,-4-4-1,3 4 0,1 1 87,-4 1 0,4 0 140,-4 4-274,3-3 0,-2 6 0,-1-4 0,2 2 1,-1 1 40,0-1 0,2 4-124,-3-5 56,-2 6 1,5-3 0,-3 7-1,2-1 1,0 0-109,-2 1 0,0-1 113,5 1-18,-6-1 1,4 2 0,-2 2-1,2 3 1,2-1-55,0 1 0,-1 3 56,-4-5 13,3 7 0,-4-9 0,6 7 0,0 0 0,0 0 58,0 0 0,0-7 137,0 3-131,0 2 1,-5-4-1,0 4 1,2-1 0,0-4 120,-2-1 0,4 3 8,-4 1-157,-3-1 0,5 0 0,-6 2 0,-1-1 0,1 3 38,-1-1 1,5-3-339,-4 5 250,6-6 0,-5 9 0,5-5 0,-2 1 0,2-4-108,1-3 0,2 3 116,0 0-10,0 0 1,0-6 0,0-2 0,2-1 0,1 1-128,2 2 0,-1 0 115,-4-3 34,0 3 1,0-5-1,0 6 1,0 1-1,0-3-1,0-2 1,0 3 89,0-3-74,0 2 0,0-2 0,0 0 1,0 0-1,0-2 163,0-3 0,0 1 146,0-1-301,0 0 0,0-5 0,0 1 0,0-1 0,0 0 29,0 0 0,0 0 43,0 1-155,0-8 1,0 1-192,0-3 143,0 3 20,0 0 492,0-2 548,0-6-716,0 0 1,0-6 0,-1-2 0,-4-1 56,-4-1 1,1 2-392,-2-1 52,1-4 1,-1 5-1,1-8 1,-2-1-1,-2-2-76,-1 2 0,0 1 9,-1 2 90,1-1 1,0-4-1,1 1 1,2 0 338,2 2 0,4 7 75,-4-1-458,5 7 176,-2-9 0,6 12 46,0 0-394,0 6 0,5 8 0,1 2 0,1 1 0,0 4 76,1 1 0,0-3 672,2 5-375,2-7 0,-4 8 0,5-6 0,-2 0 0,-2 0 200,2 0 0,2-2-260,1-7-57,1 3 0,-1-12 1,2 4-1,1-4 1,2-2-57,-2-4 1,5-7-126,2-7 73,-3-7 1,1 4 0,-5-6-1,2-1 1,-2 2 46,-1 4 1,-2-3 25,1 8-28,-7-1 1,3 4 0,-7 1-982,0 0-504,-3 6 385,-1 2 0,0 7 1136,0 4 0,-63 3 0,-16 6 0</inkml:trace>
  <inkml:trace contextRef="#ctx0" brushRef="#br0">24071 7819 7895,'10'5'436,"-1"0"-140,-6-1 0,5-4 484,-3 0-409,-4 0 1,7 0 246,-3 0-56,-3 0-213,4 0 298,-6 0-10,0 0-130,-6 0-409,4 0 1,-11 0 0,2 0 0,-4 0-1,-6 0 129,-1 0 0,-2 0 56,-4 0-219,-7 0 0,0-1 1,-4-2-1,-1-2 1,-1 2 7,0 1 0,-5-3-102,8 1-16,4-1 1,-6 3 0,7-1 0,3-2 0,3 2 55,3 2 0,2-1-64,-1-3 60,-4 4 0,9-6 0,-4 7 0,0 0 0,0 0-5,-3 0 1,-1 0-142,3 0 130,-4 0 1,10 0 0,-7 0 0,-1 0 0,-1 0-15,3 0 0,-4 0 49,3 0-2,4 0 1,-7 0 0,5 0 0,-2 0 0,2 0 137,1 0 1,-3 0-23,6 0-83,-1 0 0,4 0 0,1 0 0,0 0 0,0 0 385,-1 0-314,1 0 148,6 0-80,2 0-263,6 0-404,0 0-136,6 0 289,-4 0-1268,4 0 0,1 0 1587,2 0 0,16-6 0,5-2 0</inkml:trace>
  <inkml:trace contextRef="#ctx0" brushRef="#br0">20232 7222 8798,'-1'-10'2402,"-4"1"-1919,3 6 0,-4-5-104,6 3-69,0 4 1,0-7-114,0 3-186,6 3 0,2-4 0,5 4 0,0-1 1,-1-1 50,4 0 0,6 1 91,-3-1-95,6 2 1,-4-4-1,4 6 1,-1-2-1,1-1 79,2-2 1,0-1-73,-3 1-18,2 4 0,-5-6 0,4 6 0,-1-3 0,0 0 64,-2 1 0,3-1-227,-6 0 140,6 2 0,-3-4 0,7 6 0,-1 0 1,1 0-16,-1 0 1,1-5-54,-1 0 51,0 1 0,1 4 1,1 0-1,1 0 0,3 0 32,-3 0 0,-1 0-11,-1 0 13,-1 0 1,1 0 0,1 0 0,1 1-1,2 2 29,-1 2 0,-2 0-19,-2-5-45,1 0 1,-1 5 0,1-1 0,-1-1-1,2-1 53,3-2 1,-3 5 1,3-1-37,-3 1 0,-1 0 0,-2 1 1,-2 1-1,-1-1 79,1-3 1,0 3-33,-1-1-50,3 6 0,-10-8 1,7 5-1,1 0 1,0-2 55,-1 1 1,1-1-18,-6-1-41,7-4 0,-11 12 0,6-5 0,-2 1 0,0-1 33,-2-1 1,4 2 2,-2-4-48,6 6 1,-9-8-1,4 5 1,-1 0-1,2 0-13,1 3 0,-5-3-201,2 1 203,-3-6 0,-2 8 1,1-4-1,-1 1-30,0 3 1,0 0 30,0-2 35,-6 4 0,5-10 1,-4 6-1,4 3 80,1 0 0,-1-2 32,-4-1-145,4-6 1,-7 10 0,5-5 0,-1 1-1,1-1-89,2-1 0,-4 4 113,1-2-32,-1-3 0,5 7 0,1-4 1,-3 4-32,-2 1 1,2-4-9,-2-1 59,-4 1 0,7 4 0,-5 0 0,0 0-7,-4 1 1,3-1 184,-3 0-179,1 0 1,-3-4 0,1-1 0,2 2 0,-2 2 71,-2 1 0,-1 0 52,0 1-111,0-1 0,0 0 0,0 0 0,0 0 6,0 1 0,0-1 32,0 0-52,0 0 0,0 1 0,0-1 1,0 0 55,0 0 0,0 0-46,0 1-13,-6-1 1,4 0-1,-2 0 1,0 0-1,1 1 3,-1-1 1,-6 0 41,5 0-46,-6-6 1,8 5 0,-6-4 0,-1 4 0,1 1-10,-1 0 1,2-4-198,-1-1 189,-4 1 1,5-1 0,-6 1 0,0-1 0,0 1-61,-1-1 0,-4-1-40,1 2 81,-1 2 1,0-5 0,-2 4 0,1-2 0,-3 1-93,1-2 1,5 3 55,-2-7 58,-3 7 1,4-4 0,-5 4-1,-1-2 1,0 1-19,1-2 1,-1 3-34,-4-7 96,-1 7 1,1-4 0,-1 4-1,1-3 1,1 0-16,3 0 1,-6-4-26,7 6 5,-7-7 0,9 8 0,-4-6 0,1-1 0,0 1 1,2 0 1,0 0-5,3-5-3,3 6 1,-11-4-1,5 2 1,-1-2 0,1-2-32,1 0 1,-4 1 24,1 4-7,-3-3 0,0 4 0,2-6 0,1 0 0,-1 0-26,-2 0 1,-1 2 15,-1 2 7,7-2 1,-5 4 0,4-6-1,-4 0 1,0 0-38,3 0 0,-3 0-75,4 0 109,2 0 0,-1 0 0,3 0 1,-3 0-1,0 0-53,3 0 0,-2 0 12,2 0 42,-6-6 1,8 4 0,-5-2 0,0 2 0,-1 2-7,-2 0 1,5-2-30,1-2 37,-3 2 1,4-4 0,-6 6-1,1-2 1,-1-1 34,0-2 0,5 1-22,-4 4 31,5-7 0,-7 6 0,6-4 1,0 2-1,0 0-34,0-2 0,-1-1-105,1 1 105,3 3 1,-5-6 0,6 5 0,-3-1 0,-1-1-37,2-2 1,1 6 140,2-4-91,0-3 1,-1 7-1,1-6 1,0 3-1,0-3 78,0-1 1,1 4-79,3-6 5,-2 7 1,4-8-1,-6 5 1,0-1 0,-1-1-11,1 1 0,1 2 19,4-5 50,-4 1 0,5-1 0,-6 2 0,0 1 1,0-1-4,0-3 0,-1 3 91,1-2-110,0 1 0,0-1 1,1 1-1,2-2 1,2 0 117,-3 1 0,5-2 143,-3 2-253,1-3 1,-1-1 0,1 0 0,-1-2 0,1-1 145,-1-2 1,5-2 11,-4 2-181,6 4 1,-8-11 0,4 6 0,1-1-1,0-1 214,3 0 1,-1 0-104,0-2-94,2-3 0,-4 10 0,6-7 0,1 1 0,3-1 113,0 0 0,3 5-20,-3-4-154,-2-1 1,11 0 0,-4 0 0,4-1 0,1-2-63,0-1 1,0-1-61,1 1 80,5 0 0,-4-2 0,4-2 0,1-1 0,1 1-49,0 2 0,4 3-214,-8 4 180,8-4 1,-9 9 0,5-4 0,-1 3 0,-4 5-735,-1 3 1,0 6-702,3-4 708,3 6 1,8-4 0,3 7 0,5 0 865,3 0 0,21 7 0,4 1 0</inkml:trace>
  <inkml:trace contextRef="#ctx0" brushRef="#br0">24199 8004 6964,'8'-2'1150,"-2"-1"401,1-2 1,-4 1-425,6 4-501,-6 0-491,4 0 0,-9 1 1,-3 2-1,-4 4 1,-4 1 244,-1 3 0,-5 1-305,0 2 0,-6 5 0,0 2 1,-5 0-37,-4-1 1,0 5-87,0-1 115,4-3 0,-11 5 0,5-2 0,-2 3 0,0 0-97,-1-3 1,-2 2-88,-2-2 58,7-3 1,-4 4 0,5-5 0,-1 3 0,-2 0-183,2-1 1,1 0 62,7-3 150,-1-3 1,1 6 0,1-4 0,2 1 0,3 0 140,1 1 0,-3-4-62,5 3 100,0-10 1,5 2-1,0-4 1,0-1 523,-1 0-531,1 5-658,6-9-346,2 4 1,6-7-729,0-4 1054,6 3 1,-2-5 532,5 2 0,26-28 0,11-13 0</inkml:trace>
  <inkml:trace contextRef="#ctx0" brushRef="#br0">20645 9141 8355,'-8'-6'4335,"1"4"-3953,7-10 1,0 8 168,0-5-424,7 6 0,1-8 0,7 4 0,3 1 0,2-2 0,2 2-22,4 0 1,2-5-1,5 1 1,5-3-159,3-1 0,7 2-4,-1 2 1,5-7 97,-4 3 1,-1 1-1,-4 3 1,-1-1 88,1-1 1,0-1 112,-1 4-191,1-4 0,-5 10 0,0-5 1,1 0-1,4 2 103,4-1 1,-2-2-40,2 4-75,-3-6 1,-1 9-1,-1-4 1,1 1 0,0 1-32,-1 1 1,1 1 56,0 2-59,-7-6 1,10 4 0,-3-3 0,1 4 0,0 1 66,-1 0 0,4 0-31,0 0 30,-5 0 0,-1 0 0,-5 0 1,2 0-1,0 1 56,1 4 1,-4-2 86,-2 7-187,-3-7 0,3 5 0,1-5 0,-3 3 0,1 2 19,1 3 1,-5-3 27,1 2-61,6-1 0,-17 1 0,9-1 0,-5 2 0,-4 2 19,-2 1 1,-2 0 12,0 0-12,0 1 1,-1 4-1,-2-1 1,-2 0 0,1-2 64,-2-2 1,3 5-25,-6 0-22,-1 0 1,1 0 0,1 1 0,1 1 0,-1 1 183,-3 0 1,-1-3 129,-2 5-336,6-7 0,-4 10 0,2-5 1,-2 0-1,-2-1 68,0-1 1,-2 1-60,-2 2-9,2 4 0,-9-11 0,5 5 0,-2-2 0,-2 1-14,2 2 0,-4-4-101,2 1 68,-2-4 0,-3 1 1,1 1-1,2 2 1,1-1-39,1-2 0,-4-2 70,-5 0-37,0 0 1,3 0-1,-1 1 1,-4-1 0,-1 0-17,-3 0 1,-7 1 25,-1-1 8,-6 0 1,2 0-1,-5-1 1,-1-2 0,0-2-4,1 2 0,-1 0 252,0-1-228,1 3 0,-1-7 0,0 5 0,1-3 0,-1-2 103,0-3 0,6 1-14,-1 0-92,-7-2 0,4 4 0,-5-6 0,1 0 0,-1 0-36,-3 0 1,5 0 73,-4 0-45,4 0 0,1 0 0,1 0 0,-3 0 1,0 0 90,-3 0 0,-4-1-73,5-4-5,-1 3 0,-1-10 0,-1 2 0,-1-3 0,4-2 52,3-4 1,1 1 54,0-5-122,1-1 1,-1-4 0,0-2 0,1-2-1,-1-1-60,0 1 0,7 2 223,3 2-171,9-1 0,5 1 0,8-1 0,3 1 0,2 0-36,3-1 0,8 2-228,4 4 51,4-4 1,9 6-1,5-4 1,6 1-1,3 1-793,4 0 1,1-3 295,1 2 223,-5-3 0,2-1 1,-4 1-1,0 1 1,-1 3-1481,-2-3 0,-2 1 1185,-1 2-1629,-1 2 2411,-6 7 0,-1-32 0,-7-8 0</inkml:trace>
  <inkml:trace contextRef="#ctx0" brushRef="#br0">24199 7748 7672,'-2'8'339,"-2"-3"-1380,2-4 1041,-4-1 0,-19-25 0,-7-7 0</inkml:trace>
  <inkml:trace contextRef="#ctx0" brushRef="#br0">23972 7677 10306,'7'-2'4534,"-2"-2"-4176,-3 2 1,-2-6 0,-2 5 249,-3-2 0,2-4-506,-6 4 0,1-6 0,-3 3 1,1-1-1,-1-1 0,-1 1 481,-3 1-561,1-5 1,0 5 0,0-6 0,0 1-1,-1 2-57,1 2 0,0-1-2,0-4-45,-7 0 1,5-2 0,-3-1 0,2-2 0,0 1-40,-2 3 0,-2 0-19,2 1 138,3 0 1,-6 0 0,5-1 0,-2 1 0,2 0-6,1 0 1,2 1 16,-1 4 11,1-4 1,2 10 0,0-5 0,3 2 103,-2 3-103,5-5-384,-1 6-2184,7-4 1436,0 6-2466,0 0 3576,0 6 0,-25-23 0,-7-1 0</inkml:trace>
  <inkml:trace contextRef="#ctx0" brushRef="#br0">22664 7037 8713,'7'0'6600,"0"0"-7736,-7 0 192,0 0 1,-32 0-1,-7 0 1</inkml:trace>
  <inkml:trace contextRef="#ctx0" brushRef="#br0">22621 7023 7946,'14'-14'1204,"-4"1"-903,-1 4 0,-4-4 518,4 3 0,-6-2 0,2-2 0,-3-1-2456,-2 1-1254,0 0 2050,0 6 841,-7 2 0,-13 6 0,-10 0 0</inkml:trace>
  <inkml:trace contextRef="#ctx0" brushRef="#br0">21882 6085 7917,'6'-8'134,"-5"-5"1,6 4 0,-2-4 2078,-1-1-1847,1 6 0,0-5 0,1 5 0,0-1 0,2 1 187,0 2 0,2-4-412,4 5 0,0 1 0,0 4 1,2 0-1,3-2 0,3-1 186,0-2 1,5 0 0,-3 5-256,3 0 1,6 0 0,0 0 0,0 0 0,2 0 77,3 0 0,-2 0 16,2 0-104,-6 7 0,4-6 0,-3 4 0,4-2 0,-1 0 117,-3 2 0,2 5-65,-2-6 0,5 6-53,-5-5 0,-1 4 1,-7-3-1,-1 2 67,1 3 1,2 0-201,1-1 51,-6 3 0,4-7 0,-6 5 1,2-2-1,2 2-164,-2 2 118,-1-5 1,-2 5-1,0-4-58,-2 4 0,3-4 0,-1 1 0,-1 1-56,-2 1 0,-2 3 3,0-1 143,0 0 0,0 0 0,-1 0 0,-2 1 0,-1-1-50,1 0 0,0 0 274,-2 1-195,4-1 0,-7 0 0,5 0 0,-3 0 0,-2 1 29,-2-1 0,2 0 152,-1 0-158,-1 0 0,-2 2 0,1 2 0,2 1 0,-2-2 75,-1-1 1,-2-2-46,0 0-4,0 0 1,0 1 0,0-1 70,0 0 0,-5 0-61,0 1 55,-6-8 1,8 6 0,-7-5 119,-1 0 0,3 3-118,-1-6-24,0-1 1,-4-2 0,2 1-1,1 2 1,-1 0 73,-1 1 1,-7-5-89,0 4-40,0-3 1,-2-2-1,-1 0 1,-2 0-1,1 0-8,-3 0 1,0 0-31,-3 0 31,1 0 1,-1 0-1,-1 0 1,-1-2-1,-4-1-83,-1-2 0,2-4 101,-3 4-32,5-6 0,-12 8 0,4-5 0,2 0 1,0 2 62,2-1 0,4-4-29,-1 2-30,3 3 1,-3-5 0,1 4 0,4 1 0,3-2-22,-1 0 1,0 3-24,-3-4 62,7 6 1,-3-8 0,4 4 0,-1 1 0,-2-2 83,2 0 1,-5 4 43,4-6-119,2 7 0,-6-8 1,5 4-1,-1 0 1,0-4 161,3-2 0,-5-1 138,1-1-256,3 1 1,-4 0 0,6 0 0,2-2 0,-1-1 300,-1-2 1,4-5-134,-4 5-112,9-6 1,-2 3 0,2-7-1,-1 2 1,2 4 106,4 4 0,-1 3-2,1 2-54,0-1 1,5 1 0,0 0 0,0 0-28,0 0 0,0 4-187,0 1-82,6-1 0,4 1 1,9-1-1,5-1 1,2-1-798,3-3 0,-1 1-17,1 0 644,-1 0 0,2-1 0,3 3 1,4 1-1,1 1-865,-1-1 1,1 0 354,5 2 416,6-4 0,-5 10 0,4-5 0,-4 2 0,-1 3 367,-1 1 0,20 15 0,4 2 0</inkml:trace>
  <inkml:trace contextRef="#ctx0" brushRef="#br0">20062 6156 7779,'0'-30'581,"0"3"1,0 13 0,0-1 301,0 1 1,-2 5 0,-3 1-633,-4 2 0,-4 1 0,1 6 1,-1 3-41,-1 0-215,9 7 0,-19-8 1,10 7-1,-2 1 1,-1 2 18,-2 1 40,-3 0 1,-5 2 0,2 1-18,1 2 0,0 2 1,-4-4-1,-1 4 32,1 1 0,0-3 44,-1 4-138,7-5 0,-5 9 0,3-5 0,-1 1 0,2 1-22,4 1 0,1 2-85,-1 2 1,3-1 98,-3 1 1,4 4-1,0 0 1,1 0-21,0 2 0,0-4 51,0 7 23,-1-6 0,1 7 0,0-4 0,0 0 0,-1 0-182,1-4 0,2 4 74,2-2 1,-2 5 0,4-5-1,-2-1 5,1-2 0,5 0 64,0 3 5,-4-3 1,5 10-1,-5-7 1,1-2-1,4 1 234,2 1 1,-4-3-125,0 3-55,1 4 0,4-7 1,0 3-1,0-3 1,0-2 6,0 1 1,0-1 24,0 1-96,0-1 1,0 2-1,0 2 1,0 1-1,0-2-84,0-1 0,0-1 71,0-1 33,0 7 0,1-5 0,2 3 0,2-3 0,-2 0 22,-1 3 1,2-3 158,1 4-160,0-4 1,-3 3-1,1 0 1,3-2 0,2-1 81,3-1 0,-3-1-89,1 1 1,1-1 0,2 5 0,0 1 0,-3-3 0,2-1-42,2-1 1,-4-1 54,1 0-41,-1 1 0,1-1 0,-2 1 1,-1-1-1,1 1-68,3-1 1,-3 0 75,2 1 3,-1-1 0,1 1 0,-1-1 0,1 1 0,-1-3-12,1-2 0,-2 3 207,1-3-130,4-4 0,-10 6 0,5-6 0,0 1 0,-2-1 249,0-2-236,-1-3-1,1 0-193,-4-1 53,4-6 124,-6-2 1,2-8 0,1-2-1,3-4-79,2 0 1,-3-3 40,4 6-34,-5-6 0,8 8 0,-2-7-42,2-1 0,-2 3 67,-1-1-22,-6 6 1,4-5 0,-6 5-1,2-4-14,2 0 0,0 2-127,-5-5 132,0 7 1,0-10-7,0 4 225,0-4-20,0 5 0,0-4 1,0 2 113,0-2 0,-5 2-188,0 1-59,1 6 0,-1-10 1,-1 3 523,-2-2-433,5 4 119,-4 2 0,6 4-653,-4-3 717,3 4-169,-4 1 1,6 8-1,0 6 1,0 0-1,2 2 390,2 3 0,-2-2-173,3 7-296,3 0 0,-7-2 1,4-3-1,-4-4 0,-1 0 130,0-1 0,0 0 86,0 0-246,0-6 0,-3-1 1,-5-7-1,-7 0 1,-6-4-986,-4-5 1,-2-2 124,-1-13 7,-1 0 1,-4-4 0,0 0 0,3-1 0,3 2 810,3 4 0,0-23 0,-4 0 0</inkml:trace>
  <inkml:trace contextRef="#ctx0" brushRef="#br0">16976 6724 6876,'0'-9'470,"0"-1"0,-1 1 1756,-4 1-34,4 2-1489,-6-1 1,7 7-1,0 0-126,0 8 1,0 5-309,0 1 0,0 5 1,0 2-1,0-1 70,0 1 0,-5 4-215,1-1 1,-3-2-1,4 0 1,-1-2 14,0-2 0,3-2-306,1-2 110,-7 0 1,6-4-88,-4-1 482,4-6-336,1-3 1,0-8 0,1-8-1,2-1 1,2-5-219,-2-5 1,4 2 326,-3-8-101,1 3 1,-5 1 0,0 1 0,0 1 0,0 3 166,0 5 1,0 4-87,0 0-329,0 7 0,0-1 0,0 9 82,0 6 0,0 12 389,0 5-173,0 4 0,-2 3 0,-1 2 0,-1 1 0,0-1 93,3-2 0,1-4 79,0-2-251,-7 3 0,6-10 0,-4 5 0,4-1-1073,1-4 35,0-1-965,0-8-1861,0-2 3883,0-18 0,31-23 0,9-17 0</inkml:trace>
  <inkml:trace contextRef="#ctx0" brushRef="#br0">17232 6795 7784,'-1'-12'0,"-2"1"1522,-2 1 1,-1 6-243,1-6 1,3 5 247,-3-4-1146,-2 6 0,3 1-237,-5 7 1,4 7 0,-3 1 0,2 4 202,3 1 0,0 4-113,-2 2-165,3-4 0,-4 5 0,6-4 0,0 0 0,0-1-258,0-3 0,6-1-252,4-2 398,2-6 1,3 3 0,-1-6 0,2-2 0,1-1 254,2-2 1,2-6 84,-2-4-181,-4-3 1,6-2 0,-7-3-1,-1-2 1,-4-2 338,-4-4 1,-3 4-40,-2-1-490,0-1 1,-2 0 0,-1 2 0,-4 2-1,-2 2-470,-7 2 1,2 8-1396,-5 4 1451,3 2 1,-3 2-1,0 2 1,2 2 0,1 6-680,2 3 0,4 2-1188,1 4 2354,6-3 0,9 30 0,10 0 0</inkml:trace>
  <inkml:trace contextRef="#ctx0" brushRef="#br0">17588 6952 7762,'1'-14'1624,"4"-1"0,-3 6 531,2-1 1,-2 6 212,-2-6-2145,0 1 1,-2 1-3909,-2 3 2323,2 4 321,-4 1 0,4 4 0,-1 3 1041,-2 0 0,7 22 0,6 9 0</inkml:trace>
  <inkml:trace contextRef="#ctx0" brushRef="#br0">17929 6710 7725,'-8'-9'1823,"2"-1"1623,-1-1-837,6-1-1914,-12 4 1,12 8-473,-4 9 0,3 4 1,2 1-1,0 2-56,0 3 0,0-2 0,0 7 0,0-1-95,0 0 1,0-3-77,0-6-104,0 7 0,0-5 0,2 3 0,1-4-457,2 0 1143,0-7-251,-5-2 0,1-3 1,2-3 441,2-6 0,0-10-772,-5-3 8,0-6 0,0 3 0,0-7 0,0 1 1,0-1-168,0 1 1,0 6 122,0 3-143,0 3 0,0 2-1674,0 0 1103,0 6 463,0 1 0,-5 18 1,0 4-1,2 2-539,2 3 0,-4-4 219,0 3 78,0-3 0,5 3 1,0 0-1,0-2 1,0-1-523,0-2 0,2 1-822,3-1 1876,-4-6 0,50 4 0,4-4 0</inkml:trace>
  <inkml:trace contextRef="#ctx0" brushRef="#br0">18185 6767 7725,'0'-9'2172,"0"-1"-931,0 7-162,0-10 1,0 10 810,0-6-1073,0 5 1,0 0-817,0 8 1,-5 4 77,0 7 8,1-1 1,-1 2-1,0 1 1,2 2-1,1-2-409,2-1 0,0 3-27,0 0 141,0 0 0,0-5 0,0 0 1,2-1-1,3-2 108,4-1 1,-1-7 273,2 1 258,-1-2 1,5-2 0,2-2-1,2-2 1,-1-6 542,-4-2 1,1-7-653,-5 0-233,-2-7 0,4 4 0,-7-5 0,0 2 0,-3 3-48,-1 2 0,0-4-880,0 5 178,0 6 0,-6 2 1,-5 6-1,-5 2-2056,-3 2 0,0 2 1297,5 4 983,0 3 0,-1 6 1,3 0-1,2 1 436,6-1 0,2 32 0,2 7 0</inkml:trace>
  <inkml:trace contextRef="#ctx0" brushRef="#br0">18512 6909 7735,'0'-14'2533,"0"0"0,0 4-642,0 1 1,0 4-597,0-4-1313,0 5-569,0-2-2086,0 6 0,0 2-1904,0 2 4577,0 4 0,-6 13 0,-2 1 0</inkml:trace>
  <inkml:trace contextRef="#ctx0" brushRef="#br0">16607 6696 7758,'0'-10'230,"0"1"2117,0-2-843,0 5 1,0-4-499,0 10 0,0 3-680,0 12 0,-2 3-119,-3 1 0,2 7 0,-5-3 0,2 4-42,3 2 0,-3-1 1,1-1-1,0-2-78,-1-1 1,4-2-159,-3 2 135,4-4 0,-1-7 0,-1-2 115,-2-2 377,1-5-490,4-4 0,1-15 0,2-8 0,2-4 0,0-2-178,1 1 0,-3 0-61,7-1 280,-7 1 0,3 4 0,-6 2 0,0 1 1,0 4 76,0 1 1,0 7-139,0-1-618,0 7 0,0-2 0,0 10-382,0 5 1,0 4 556,0 5-260,0-4 0,0 12 1,0-5-1,0 2 1,0 0-2456,0 1 3112,0-4 0,13 18 0,3-1 0</inkml:trace>
  <inkml:trace contextRef="#ctx0" brushRef="#br0">18811 6653 7741,'0'-9'323,"-2"1"460,-3 2 378,4-5 1,-6 7 1215,7-5-1279,0 6-394,0-4 0,0 18-376,0 4 1,0 4 100,0 0-341,0-4 1,-1 6 0,-2-5 0,-2 1 0,2 2 50,1-2 1,-3 4-12,1-2-137,-1-6 0,5-1 0,0-2 0,-2 2-53,-2 3 466,2-8 5,-4 0 1,6-9-79,0-3-212,0-2 0,1-8 0,2 1 1,2 0-1,-2 0 106,-1-1 0,-2 1-357,0 0 26,0 0 1,0 0-1,0-1 1,0 1-226,0 0 0,5 0 125,-1 0 0,1-1 1,-5 6-1,0-1-198,0-1 1,0 3 25,0-1-165,0 6 1,0-2-134,0 10 1,0 3 1103,0 6-315,0 0 1,0 2 0,0 1 0,0 2 0,0 0 286,0 2 0,0-4 115,0 7-351,0-7 0,0 4 0,0-7 0,0 0 129,0 0-185,0 1-48,0-1-654,0-6-969,0-2 0,0-17 584,0-3 0,-2-4-405,-2 4 0,2 5 1384,-3-1 0,16 13 0,5-1 0</inkml:trace>
  <inkml:trace contextRef="#ctx0" brushRef="#br0">19066 6724 7741,'-7'-1'-853,"0"-2"853,1-2 0,4 0 0,-6 5 0,4 0 0,2 0 0,-4 0 0,6 0 0,0 0 0,0-6 0,0 4 0,0-4 0,-2 6 0,-3 0 0,4 0-367,-5 0-166,6 0 1654,0 0-243,0-6-471,0 4 1339,0-4 381,0 6-1139,0-7 200,0 6-335,0-6-738,0 7 269,0 0-58,-7 0 1,6 2-90,-4 3-240,3 3 0,2 1 0,0 1 1,0 1-1,0 1-139,0 3 1,0 4 51,0-1 96,0 1 0,0-4 0,2-3 1,3-1-1,4-1-50,4 1 0,1-5-2,0-1 347,0-3 0,1-2 0,-1 0 0,2-2 1,1-3 671,2-4 0,-2-4-107,-7-1-687,2 0 0,-10-2 0,3-3 0,-4-3 1,-1-2-43,0 0 0,0 7-242,0-2-99,-6 3 1,-2 2 0,-6 1 0,-2 2 0,-1 3-1973,-2 2 1,-2 1 564,2 5 955,4 7 0,-6 1 0,7 6 0,0 0 0,1 0-1326,3 1 0,4 3 882,6 1 1100,-6 0 0,23 8 0,1 3 0</inkml:trace>
  <inkml:trace contextRef="#ctx0" brushRef="#br0">19379 6810 17211,'-8'0'-2616,"2"0"-58,6 0 1960,0 0 0,19-7 1,5-1-1</inkml:trace>
  <inkml:trace contextRef="#ctx0" brushRef="#br0">19436 6824 7740,'0'-14'236,"-6"-1"0,-2 1 1,-2 0 1735,1 0-870,6 6 1,-5 0 0,5 6-381,-2 2 0,-5-1 0,6 10 1,1 2-300,1 2 0,-3 1-214,1 0-315,-1 1 0,5-1 0,0 0-811,0 0 472,0 1 0,1-8 611,4-2 75,3-3-124,6-2 1,-4-2 0,-2-3 0,-2-4 0,-1-2 600,1 1 0,-4-2-193,2 2-459,-2 4 0,-2-7 1,0 4-179,0-4 0,-2 5 156,-2 4-274,2 2 1,-11 2 0,4 0-1,-2 2-1648,1 2 0,-1-1-173,7 7 1260,-1-1 1,0 1-1,0-1 1,2 2 790,2 2 0,32 8 0,9 1 0</inkml:trace>
  <inkml:trace contextRef="#ctx0" brushRef="#br0">19536 6397 7710,'0'-14'877,"0"0"1504,0 0-1031,0 6 1,0 0-1,1 5-452,4-2 0,-3 2 0,2 8-375,-2 4 1,-2 5-316,0 5 1,0 3-1,-2 7 1,-1 1-6,-2 3 1,-6 2-247,2 3 108,3 9 1,-7-7-1,3 10 1,-4-1 0,-3-2-45,-2 2 0,0-4-78,5 2 6,-1-3 0,1-7 0,0-4 0,0-5 0,0-3-97,-1-1 1,6-6 190,-1 0-771,7-8 196,-3-4 752,6-6-133,0-6 1,6-2-1,4-8 1,2-1 259,3-2 1,-1-6-577,0 1 32,0-9 1,5-4 0,0-5 0,-1-2 0,-3-4-463,0-4 1,-1-3 302,0-2 208,-6 6 0,3 2 1,-6 8-1,-2 3-166,-2 5 346,-1 16-25,0 4 1,0 15-1,0 3 1,-1 6-1,-2 6 6,-2 7 0,-1 4 889,1 5-708,3 4 0,-10 5 1,2 1-1,-2 0 0,-3-1 297,1 1 0,0 0 134,0-1-450,-1 1 1,6-2 0,-1-2 0,-1-4 0,0-3 230,2-5-529,-4-8-306,12-5 235,-6-8 240,7-12-197,0-2 0,0-6 1,2-2-1,1-2-1633,2 0 1,1-1 284,-1 4-8,3-5 0,1 4 0,1-3 1507,1 3 0,20-4 0,7-2 0</inkml:trace>
  <inkml:trace contextRef="#ctx0" brushRef="#br0">19621 6454 7710,'0'-27'102,"0"4"1,2 4 0,1 3-1,1 2 2845,0 0-1785,-3 6 1,-1 3-896,0 10 1,0 3 0,0 6 0,-1 0 159,-4 0 0,-1 7-91,-4 2 1,-3 4 0,4 3-1,-4 2 156,-1 1 1,-5 7-147,0-3-281,0 5 1,5 0 0,-2 1 0,-1-1 0,-2 1 92,1 0 1,3-7-55,0-3-42,8-3 1,-6-3 0,5-3 79,0-5 38,2-10-13,6-2 0,0-9-1,0-3 1,0-6 179,0-6 1,1-1-462,4-5-174,-3-1 0,9-11 0,-5-3 0,2-4 0,3-6-583,2-4 0,-4-3 328,1-2 481,-1 0 0,1 0 1,-3 4-1,0 4 1,-4 9 371,-1 9-323,-2 5 4,0 18 1,0 4 0,0 8-1,0 7-403,0 7 0,-7 10 721,-2 10-198,2 3 0,-5 7 0,2-1 0,-2 0 0,-3 2 497,1 4 1,5-5 102,-1 0-555,1-4 0,-1-1 0,2-2 0,1-3 1,0-7 21,1-5 1,1-11 117,5-5-366,0-7 0,0 2 0,0-10 270,0-4 0,6-4 171,4-1-536,-4-7 0,7-1 0,-4-6 1,4-2-1,1-5-241,0-8 0,1 1-294,-1-6 492,-6-2 1,3 7 0,-5-1-1,0 6 1,1 5-499,-4 6 1,-1 9-514,-2 9 734,0 6 1,0-2 0,0 10 0,0 6 0,0 6-868,0 7 0,-5 8 753,0 1 318,0 0 1,5-5 0,-1 1 0,-2-1 281,-2 1 0,0 24 0,5 7 0</inkml:trace>
  <inkml:trace contextRef="#ctx0" brushRef="#br0">19792 6667 6913,'-8'-9'2272,"1"1"636,1 2-1642,4-5 0,-4 8 415,6-7-1523,0 1 1,0-1 0,2 2-133,2 2 1,0 0-193,5 1 0,-4 3 0,4-2-97,2 2 1,-3 4 171,2 2 103,-7-2 0,8 11 0,-6-4 0,-2 4 0,-2 1 253,-1 0 1,0 0 218,0 1-369,-6 5 0,-2-4 1,-6 4-1,0-1 1,1 0-244,4-1 1,-4-3 27,4 0-34,2 5 0,1-9 1,6 3-1,0-1 1,1-2-168,4-1 1,3 1 250,6-7 90,7 1 0,1-5 0,6 0 1,1 0-1,-2-1-162,-4-4 0,3 2-1550,-7-7 967,0 7 0,-10-8 1,1 5-1,-1-2 705,-1-3 0,-33-21 0,-15-6 0</inkml:trace>
  <inkml:trace contextRef="#ctx0" brushRef="#br0">20019 6667 7783,'8'-14'5234,"-2"0"-3418,-6 0 7,0 6-1293,0 2 1,0 7 304,0 4-735,0 3 0,2 8 0,1 1 0,2 2 0,-2-2-634,-2-1 53,6-2 141,-6 1 0,12-3 0,-4-1 1,4-3-900,1-2 0,2-1 505,3-5 744,-3 0 0,4-6 0,-5-4 0,-1-2 0,0-2 623,0-1 0,-4 1-176,-1 0 261,-6 6 0,8-5-284,-6 4 0,0 4 306,-5 5-446,0 7 0,0 13 0,0 4 0,0 3 0,-2 1 682,-2 0 1,2 2-274,-3 4-576,4-4 0,-4 0 1,0-8-1,2-2 1,2-2-61,1-3-734,0 0-1132,0-7-3095,0-2 3159,0-19-2535,6 4 4270,-5-5 0,25-62 0,-14 32 0,-1 1 0</inkml:trace>
  <inkml:trace contextRef="#ctx0" brushRef="#br0">24654 7549 6491,'0'-10'1156,"0"1"-858,0-1 0,0 1 74,0 0-187,6-1 1,-4 1 0,4 1 341,1 1-236,-6-4 0,5 8 655,-6-6-626,7 6 232,-6-4 0,6 6 581,-7-4-933,0 3 1,-2-4 0,-3 6 61,-4 0 1,-4 0-37,-1 0-195,0 0 1,0 0-1,-1 0 1,1 2-1,0 1 75,0 1-8,-1 8-73,1-11 1,0 12 0,0-4 164,0 4 1,1-4-82,3 1 34,-2-1 0,9 1 0,-7-1 0,-1 2 86,-1 2 1,-1 1-28,3 0-105,-2 1 0,4-1 0,-5 0 0,2 2 0,3 1 182,2 2 0,-5 2-90,1-2-140,4 3 0,-7 1 1,6 0-1,-3-1 1,2-2 85,2 1 0,0 2-42,1-4-29,3 7 0,-9-6 0,6 5 1,1-1-1,-1 0-7,0-2 1,0 5 51,5-3-90,-6 2 1,5 3 0,-4-1 0,3-1 0,2-2 16,0-1 0,7 0 57,2 4-53,-3-6 1,7 4-1,-2-6 1,5 1 0,4 1 88,3 0 1,0-5 171,6 2-257,-1-3 0,1-7 0,1-1 0,1-1 1,2-3 75,-1 3 0,3-6-27,-2 4-28,0-10 1,0 2-1,2-6 1,0-2-1,1-2 196,0-1 1,-2-5-49,3 0-172,1-6 1,0 7 0,0-5 0,0-3 0,0-1 113,0-1 0,-6-2-2,1-3-132,-3 3 1,-2-7 0,-1 4 0,-3-3 0,-5-2 34,-4 0 0,-7 5-153,-3-5 128,-3 6 0,-4-9 0,-3 5 0,-6-2 0,-4 0 39,-4-1 0,-8 1-189,-2-5 58,1 10 0,-13-10 1,3 12-1,-5-2 1,-4 1-285,-5 2 1,3 8-131,1 3 266,-2 9 1,4-1-1,-5 7 1,1 0-1,2 4-514,4 5 0,0 3 157,11 6 70,0 1 1,12-1 0,5 0 0,7 0 0,2 0-1645,4 1 0,2 4 799,1 0-1209,0-1 2550,0-3 0,19 5 0,4 2 0</inkml:trace>
  <inkml:trace contextRef="#ctx0" brushRef="#br0">24355 7592 7796,'10'-10'1639,"-1"1"1,-4 5-960,5 0 0,-6 2-259,6 2 1,-1 0 361,6 0 0,0 6 1,3 6-1,2 5-110,2 7 0,4 2 80,7 3 1,-3 6 0,5 3 0,-2 3-25,0 1 0,6 1-509,-1 0 1,2-1 0,-1 1 0,-2-2 178,-3-3 1,1-3-4,-2-7-334,-3 0 0,4-1 0,-11-3 0,-4-7 1,-3-6-368,-2-6 256,0 3-274,-6-6 0,3 2 0,-6-8 0,-2-6 0,0-2-807,2-3 1,-2 1 320,7 0-339,-7-7 1,5-1-1,-5-8 1,3-1 0,1-4-1028,-1-1 0,3-1 841,-4-1 1101,6-3 0,-4 11 1,4-3-1,-2 3 1,1 2 22,-3-1 0,0 1 1438,-7-1-998,6 7 1,-4 0 0,2 5-1,-2-2 1,-2 1 2513,0 3-160,0 0 580,0 1-936,0 6-1615,-6 2-418,-2 12 0,-11 8 0,-2 10 0,-2 3 1,-7 3 437,-7 3 1,1 4-111,-2 5-306,0 1 0,-5 4 1,1 1-1,1-3 0,1 0 197,2-3 0,7-1-308,-2-3-52,9 3 0,-1-12 0,6-1 0,3-7 0,3-7 8,4-5 0,6-1-424,-2-3-1071,3-3 1,2 2-2186,0-8 0,7-3 1713,2-2 1297,4 3 608,1-1 0,32-7 0,7-8 0</inkml:trace>
  <inkml:trace contextRef="#ctx0" brushRef="#br0">19664 6397 7925,'0'-14'108,"0"5"0,0-1 1,0-1-1,0-1 0,0-3 572,0 1 0,0 0 1,0 0-1,-2 1 544,-3 4 1,4 1 260,-4 3-232,3 3-1045,2-4 1,-1 12 0,-2 4 0,-4 2 256,-1 3 1,-1 5 83,-5 4-403,-1 9 1,0 2 0,-3 6 0,-2 0 0,-1 3 243,1 0 0,-4 2-154,5 2-157,-6-4 0,9 2 0,-3-7 0,3 1 0,4-6-9,2-2 0,-1-8-119,6-1 55,1-5 1,4-2 58,0-7-13,0-6 494,0 3 0,0-7 399,0-4 1,0-3-330,0-6-609,0 0 0,1-2 0,2-3 1,2-6-1,0-7-525,1-6 1,-3-4-11,7-6 303,-1 4 1,1-10 0,-1 7 0,2 3 0,0 3-395,-1 3 0,1 8 191,-6 1 342,6 7 1,-10 16-423,4 6 1,-3 8 0,-2 11 547,0 9 1,-5 8 0,-2 7 0,0 0-1,-4 1 578,-2 3 0,3-2 8,1 2-489,-1 4 1,1-7 0,1 2 0,0-5 0,2-5 286,0-1 0,-4 1-397,5-7 23,1 2 1,4-20-301,0 3 190,0-9 412,0 1 0,4-17 0,3-4 1,-1-6 168,0-4 0,5-8-204,-1-5-428,2-3 1,7-8-1,0-3 1,-1-5-1,-2-5-272,-2-4 0,0 3 210,0 1 23,0 10 0,-6 6 1,-3 13-1,-3 9-219,-2 7 1,0 15-643,0 7 796,0 6 1,-7 11-1,-2 8 1,-4 10 0,-1 7-39,0 4 0,0 2 893,-1 9-491,1-4 0,0 1 0,0-7 1,-1 0-1,1 0 408,0 0 0,1-12-153,4-2-240,3-7 1,6-4 0,0-3-683,0-5 195,0-10-327,0-2 1,0-19-41,0-2 0,4-3-1728,1 3 1737,6-7 0,-8 4 0,7-5 0,1 1 681,1 4 0,15-5 0,3-1 0</inkml:trace>
  <inkml:trace contextRef="#ctx0" brushRef="#br0">19848 6611 7806,'0'-10'6,"0"1"0,0-2 703,0-2 14,0 5 0,0-5 1,0 4-1,0-4 3242,0-1-3159,0 0-503,0 6 1,0 3-60,0 10 1,0 3 269,0 6 0,0 7 1,0 4-1,0 5 179,0 3 1,0 2-263,0-2-304,0-3 1,0 5 0,0-7 0,0 1 0,0-2 56,0-4 0,0 2 64,0-6 179,0 0 234,0-11-124,0-1 0,0-20 1,0-6-515,0-6 0,0-5-29,0-3-217,0 3 1,0-13 0,0 2 0,0-5 0,0 2 19,0 4 1,0 6-18,0 5-30,-6 1 1,5 6 171,-4 3 1,3 12-1284,2 12 1189,-6 3 1,4 24 0,-4-2-1,1 4 1,0 6 262,2 1 0,-3 2 373,1-1-354,-6-6 0,10 4 1,-4-7-1,3-1 1,2-2 326,0-2 0,0-6-92,0-3 774,0-9-300,0 2 1,0-16-300,0-1-429,0-6 0,2-5 0,1-3 0,3-5 0,1-4-74,-1-5 0,0 1-961,-1-6 722,-3 7 0,6-9 1,-5 7-1,1 3 0,0 5-540,-3 6 0,-1 3-326,0 2 113,0 6 1,0-2 0,0 10-772,0 7 1,0 5 994,0 7 412,-6-3 1,4 9 0,-2-4 0,2 1 0,2 2-1123,0-2 1,0 5 488,0-4-139,0-2 0,0 1 1111,0-3 0,19 3 0,5 7 0</inkml:trace>
  <inkml:trace contextRef="#ctx0" brushRef="#br0">20374 6511 7883,'0'-14'79,"0"0"1,-1 1-1,-2 2 1,-2 2 689,2-3 1,1 5-1,2-3 1,-1 1 2646,-4 1-1042,3 1-851,-4 7-1185,6 0 0,-5 2 0,-1 1 1,-2 3 355,-3 2 0,-3 2-387,-5 4 0,3 0-103,-3 0 1,-1 1 0,1-1 0,1 2 71,2 3 1,2-2-150,0 7-41,0-7 1,0 10 0,-1-3-1,3 3 1,1-1 97,1-2 1,7 3-281,-2-3 73,-3 2 0,7-2 0,-4-2 0,3 0 0,2-1-63,0-1 1,5-1 79,0-4-39,6-7 1,-3 3 0,6-7 0,0-1-42,1-1 1,4-2 74,-1 0 106,1-6 1,-3 3-1,2-7 1,1-1 0,-2-2 286,-1-1 1,-4-2 301,-2-3-523,2 4 1,-8-6 0,4 7 0,-2 0 0,-3-1 624,-1 1-1047,-2 0 149,-7 0 0,-2 4 1,-9 2-1,-1 2-241,2 3 0,-3 1-444,1 2 572,-7 7 1,11-6 0,-4 4 0,3-2 0,2 0-444,-1 2 1,1 0 66,0-5 535,6 6 0,0-4-57,3 2-74,4-2 29,1-2 0,8-5 0,6-1 0,0 0 0,0-2 35,1 0 1,-1 5 358,0-2-167,7-3 0,-6 6 1,4-2-1,-3 2 167,-2 2 1,1 0-133,-1 0-7,0 0 1,-5 2 0,1 2 0,-1 6 328,-1 3 1,-1 1-40,-7 0-243,0 0 0,0 0 0,0 2 1,0 2-1,0 1 359,0-2 0,-7-6 19,-2-2-321,-4 1 1,-3-1-1,-1-1 1,-4-1-1,1-4 280,-1-2 0,-2-1-456,4 0 1,-7 0 1,11-1 0,-4-4-1,3-4 1,2-4-79,-1-1 0,6-7-510,0-2 388,5-4 0,-2-2 0,6 1 0,2-1 0,2 1-262,6-1 1,2 1 40,3 0 261,5-1 1,-2 1 0,4 1 0,0 3-1,-2 5-276,1 3 1,3 2 155,-5 0 235,0 6 1,-5 2 0,0 6-1,0 0-110,0 0 0,-4 0-194,-1 0 118,-6 0 0,4 1 1,-7 4-550,0 5 300,6 2 13,-4-4 0,4 5-1435,-6-4 208,0-2 493,0-1 1,-5 0-842,1 4 0,-6 2 2026,5 3 0,-31 11 0,-3 4 0</inkml:trace>
  <inkml:trace contextRef="#ctx0" brushRef="#br0">25678 7904 7770,'-21'7'-35,"5"-6"0,-3 4 0,4-3 0,0-2 941,1 0-343,0 0 1,4 0-1,1 0 1825,-2 0-1592,5 0 1,1-5-214,10 0 0,-4-1 0,6 3-143,-1-2 1,-3 0-103,6 5-197,-5-6 0,8 4 1,-2-4 120,2 0 0,3 4-9,-1-3-146,0 4 0,7 1 1,2 0-1,4 0 1,2 0 134,-1 0 0,2 0-1,3 0-181,4 0 0,5-5 1,1 0-1,-2 2 1,-2 1 74,-1 2 1,0 0 36,5 0-171,0 0 1,-2 0 0,-2 0 0,-1 0 0,1 0-8,3 0 0,0 0-35,1 0 22,-7 0 1,5-4 0,-3-1 0,3 2 0,2 1 27,0 2 1,-1 0-39,1 0 37,0 0 1,1 0 0,2 0 0,1 0 0,-1 0 37,-2 0 1,-1 0 48,-1 0-64,7 0 0,-9 0 0,2 0 0,0 0 0,0 0 62,6 0 1,1 0-28,3 0-38,-3 0 1,-7 0-1,-1-1 1,-1-2 0,-4-2-55,-1 2 0,-2 1 63,-4 2-103,-7 0 0,-2-5 41,-6 1 17,-6-1-1046,-1 5-352,-20 0-1002,10 0 1768,-16 0 1,16 0 0,-7 0 0,-1 0 0,-1 0-1103,-3 0 0,1 1 1048,0 4 694,0-3 0,-7 10 0,-1-4 0</inkml:trace>
  <inkml:trace contextRef="#ctx0" brushRef="#br0">28535 7549 7836,'8'-14'247,"-1"-1"784,-1 1-490,-4 6 0,4-4 0,-6 2 0,0-2 219,0-3 0,-2 6 1,-2 1-448,-6 2 0,-3 1-149,-1 5 0,0 0 0,-2 0 1,-1 0 122,-2 0 0,-2 0 81,2 0-266,-3 6 0,-6 2 0,-1 6 1,1 1-1,0-1 274,-1 0 1,-4 5-261,0 0-24,0 0 1,4 0-1,1 1 1,1 3 0,2 0 25,1-1 0,8 4-15,2-7-8,0 6 0,10-8 0,-3 5 0,0-1 0,4-4 240,2-1 0,1 3-102,0 0-102,0 6 1,0-9-1,0 3 1,0-3-1,0 0 225,0 3 0,0-4-80,0 4-238,0 3 0,0-4 0,0 4 0,1 0 0,2 0-77,2 3 1,4-3-5,-4 2 77,6-6 0,-8 8 0,7-3 1,1-1-1,2-2 23,1 1 0,0-5 52,0 2-76,0-2 0,5-2 0,2 1 1,0-1-1,1-1 0,0-4 1,1 2 53,6-6-65,-1 6 0,1-10 0,-1 4 0,1-3 1,-1-2 43,0 0 1,-4 0-7,0 0 31,0 0 1,4-5 0,-1-1-1,-2-2 1,-1-3 360,1-2 1,4-6-215,4 0-141,-3-6 0,0 8 0,-7-7 1,3-1-1,1-4 195,1-4 0,-6 3-256,-3-3 1,2-2-6,-2 2 0,0-7 0,-7 2 1,-1-1-231,-1 1 142,-7-3 0,8 11 0,-6-3 105,-2 3 0,-2 3 1,-1 3-1,-1 4 118,-4-1 0,-3 5-85,-6-3-45,-7 4 1,4 0 0,-7 0 0,-2-3 0,-6-2-332,-6-2 1,-3 4 8,-2-1-224,1-3 0,-1 6 0,-1-1 0,0 4 0,-1 5-1430,4 2 1,8 3-1163,0 8 2401,3 3 0,5 7 0,4 4 1,8 5-1,4 3 701,1 1 0,-8 26 0,-6 6 0</inkml:trace>
  <inkml:trace contextRef="#ctx0" brushRef="#br0">28123 7705 7802,'0'-14'53,"0"0"1,0 0 0,0-1 365,0 1 0,0 0 0,0 0 1,0 0 1213,0-1 1,-1 7 1592,-4 4-1173,3-4-1539,-4 6 0,6-6 1,1 5-172,4-2 0,-2-4-33,7 4-218,-1-6 1,6 5 0,0-5 0,3 1 0,2 1 263,2 1 1,2-5-57,5 4-181,-1 3 1,7-6 0,1 6 0,2 0-1,0-1 181,1 4 1,4 2 39,4 1-241,-2 0 0,4 0 1,-7 0-1,3 1 0,0 2 144,3 2 0,-1 2 11,-4-3-186,-1-2 0,6 9 0,-1-6 0,-1-1 0,-2 1 52,-1 0 0,-2 4 74,-3-4-233,3 6 1,-5-8-1,5 7 1,-3-1 0,-5 1 47,-3-1 1,-1 1-117,-1 4 68,1-6 1,-2 4 0,-2-2 0,-1 4-1,1 4-3,2 0 0,1 3 185,1-2-109,-1-3 0,0 11 0,1-5 0,-2 0 0,-2-3 58,-1-3 1,-7 3-28,2 0-29,-3-1 1,-2-3 0,-1-1 0,-4 0 0,-2 2 69,-1 3 0,-3-3-36,6 3-48,-5-4 1,2 4-1,-6 0 1,0 0 0,-2 0 87,-2 0 0,0 5-43,-5-5 0,0 6 0,-7-8 1,-2 6-1,-2-1 0,-2-2 89,-4 1 0,0-2-150,-3-5 21,1 6 0,-2-4 0,-2 3 0,-1-3 0,1-3-45,2-4 1,-3 7-114,0-7 123,-7 7 0,9-9 1,-7 4-1,-2-4 0,-1 1-24,-1 0 1,1-5 33,3 2-6,-3-3 1,3 3 0,-6-1 0,-1-1-1,4-1 7,0-2 0,-2 0 0,-4 0-81,-3-6 0,-1 3 1,2-7-1,2 1 0,-2-1-213,-2 1 1,1-1-111,-3-4 315,4 6 0,7-5 0,1 4 0,1-4 0,2-1-361,-1 0 0,4-2 83,2-3 289,-3 3 1,6-6 0,-4 5-1,4-4 1,2-1-72,-1-3 1,7 3 187,3-2 19,-3 7 1,8-9-1,0 6 1,8-1-1,4-1 97,2 0 0,2 0-12,2-2-67,4-3 1,8 7 0,1-5 79,2 1 1,2 0-149,-2-4 0,-2-1 0,5 3 0,0 0 20,1 3-64,0-1 1,10 0-1,2 2 1,1 2-1,6 1-143,3-2 155,0 5 1,10-4-1,-1 7-21,6 4 0,1-2 1,9 4-1,1 1 27,-3 0 0,1 1-23,-7 5 64,0 0 0,-6 0 1,0 1-1,-4 3 0,-5 2 33,-3 2 1,-1 0-55,0 1-81,-1 4 1,1-5 0,0 6 0,-1 2-1,1 1-763,0 2 1,-5 0-1493,-1-5 1426,-11 0 1,5 2 0,-12 2 0,-3 1 0,-5-2-4525,-6-1 5429,-4 4 0,-51-10 0,-13 2 0</inkml:trace>
  <inkml:trace contextRef="#ctx0" brushRef="#br0">28080 6369 7792,'-6'-14'-42,"5"4"0,-6 1 0,3-2 0,-1-2 3449,2-1-2038,1 6 1,-3 0-389,1 3 1,-1 5-935,5 0 0,0 2 1,1 7-1,3 4 493,0 4 1,1 1-306,-5 5 1,0 1 0,0 3 0,0-2 82,0-1 0,0-2-197,0 2 0,0 1 0,0-6 0,0-2-3,0-1 0,0-2-256,0 1 428,0-1 158,0-6 1,0-4-337,0-8 0,5-9-141,0-6 1,-1-6 0,-2 1 0,1-4-95,2-5 0,-1 3-30,-4-4 107,0 4 1,0 2 0,0 1 0,0 3-633,0 5 420,0 4-54,0 7 1,0 3 0,0 11-1,-1 9 1,-2 7-74,-2 5 0,-4 1 469,4 0-214,0 1 0,0-1 0,-1-1 0,0-2 0,-1-3-1354,4-1 0,-3-2 426,1-5 425,0 0 1,5 1-1,2-1 633,3 0 0,22-31 0,10-9 0</inkml:trace>
  <inkml:trace contextRef="#ctx0" brushRef="#br0">28265 6383 7814,'0'-9'8,"0"-1"0,0 5 3660,0-4-2118,0 6 1,5-5-146,0 3 0,0 5 102,-5 0-1118,0 7 1,-2 7-1,-1 2 1,-2 2-1,2 6 399,1 3 1,2 0-445,0-3-258,0 2 1,0-5 0,0 3 0,0-4 0,0-1 150,0 0-192,0 0-105,0-5 1,0-4 400,0-1 0,0-12-341,0-2-70,7-6 0,-6-9 0,4-4 0,-3-4 0,-1-4-477,4-1 0,-4-7-108,4 2 529,3 4 0,-6 1 1,2 9-1,-2 5 0,-2 3-1190,0 2 767,0 6 63,0 2 0,0 9 0,-2 5 0,-1 8-277,-2 4 1,-1-1 392,1 5-82,-2-1 0,-1 1 0,3-2 0,2-1 0,0-2-1469,-2 1 0,0-4-243,5 3 1243,6-3 921,-4-2 0,36-12 0,1-4 0</inkml:trace>
  <inkml:trace contextRef="#ctx0" brushRef="#br0">28564 6454 7849,'0'-14'1450,"0"0"-1124,0 0 1,0-1 2315,0 1 0,0 5 579,0-1-3040,0 7-26,0-3 1,-2 7-1,-1 6 325,-2 7-391,1 0 1,-1 8-1,0-4 163,2 1 1,1 4-409,2-4 0,0 5 0,0-5 0,0-2-1212,0-1 1213,7-2 0,-4 0 1,6-1-1,4-3 0,3-6 481,3-2 1,6-2 7,-1 0 39,-4 0 1,6-6 0,-6-6 0,1-3 0,-2-6 516,-7-1 0,1-2-323,-8-4-579,-1-1 1,-4 1 0,0 0 0,-1 1-1,-6 3-377,-7 5 0,-2 3-2107,-7 2 1744,5 6 1,-8 2-1,2 6 1,-1 1-1,-1 6-1577,3 7 1,10 2 483,-1 7 1845,9-5 0,18 40 0,10 4 0</inkml:trace>
  <inkml:trace contextRef="#ctx0" brushRef="#br0">28990 6554 7849,'0'-14'9830,"0"-1"-8550,0 1 1,-1 5-1351,-4-1-1627,4 7-1529,-6-3 2237,7 6 1,0 1-1,2 2 989,3 2 0,-4 31 0,5 4 0</inkml:trace>
  <inkml:trace contextRef="#ctx0" brushRef="#br0">29246 6383 7794,'0'-14'291,"0"-5"0,-1 0 0,-2 2 2737,-2 1 201,0 8-2019,5-5 0,0 13-1029,0 0 0,0 7 0,0 8 0,0 3 0,0 1 0,0 0 563,0 1 0,0-2-512,0 5 0,0-1-162,0 2 1,0-3 0,2-7 0,1 2 1,2 3 1,-1-8-41,-4 3-53,0-3 0,0-2 372,0 1 0,2-7-267,3 2-107,-4-10 0,6-8 0,-7-7 1,0-1-1,0-1-223,0 0 0,0-6-712,0-5 512,0 6 1,0 1-1,0 7 1,0 2-1,0 1-3203,0 2 774,0 6 2054,6 2 1,-5 7-1,4 4 1,-3 5 820,-2 2 0,6 47 0,2 10 0</inkml:trace>
  <inkml:trace contextRef="#ctx0" brushRef="#br0">29588 6468 7794,'0'-18'572,"0"-1"1,0 11 818,0-7 1,0 4-470,0-3 0,0 0 0,-2 1 197,-3 4 1,4 1-734,-4 3 0,2 4-447,-2-4 1,2 8 0,-5 5-1,0 3 21,0 5 0,5 6 62,-2-3 0,-1 6-9,1-1 1,0 3-1,5 0 1,0-2-213,0-1 0,0-7-34,0 2 234,7-3 0,-4 1 0,8-1 0,3-5 1,5-3 235,3-5 0,2-2 203,4-1-231,1-6 1,-1-2 0,1-8 0,-2-2 0,-2-6 431,-1-3 1,-9-1-206,0-1-502,-1 1 0,-13-1 0,4 1 0,-5 1 1,-6 3-870,-8 5 0,-2 5 215,-8 5 318,0 2 0,-4 7 0,0 2 0,1 3 0,3 4-1518,5 4 1,-2 3 1167,3 2-1511,5-2 2263,7 5 0,12 18 0,2 7 0</inkml:trace>
  <inkml:trace contextRef="#ctx0" brushRef="#br0">30000 6653 7795,'0'-14'561,"-6"0"1,-2 0 3368,0-1 0,-3 1-1113,6 0-3280,0 6 0,5 3-2510,0 10 1986,0-3 22,0 10 1,5-4 0,0 6 964,-2 1 0,-27-1 0,-7 0 0</inkml:trace>
  <inkml:trace contextRef="#ctx0" brushRef="#br0">30227 6383 7791,'0'-14'469,"0"0"0,0 0 1,0-1 1105,0 1 0,0 5 487,0-1 1,0 9-51,0 1-1663,0 6 0,0 13 0,0 1 0,0 2 0,-1 4 203,-4 1 0,3-4-244,-2 1-306,2-7 0,2 9 1,-1-6-1,-3 1 1,0-1 186,1-2 1,1-7-311,2-2 200,0 1 260,0-2 1,0-4 70,0-8-394,6-4 0,-4-13 0,3-3 0,-4-2 0,-1-4-245,0-4 0,0 4 88,0-3-116,0 3 1,0 2 0,0 1 0,0 3-1,0 5-3088,0 3 2055,0 9 151,0 0 1,0 9-1,0 3 1,0 6 0,0 6 1138,0 7 0,6 40 0,2 12 0</inkml:trace>
  <inkml:trace contextRef="#ctx0" brushRef="#br0">30497 6454 7820,'0'-14'196,"0"0"0,0-2 922,0-3 1,-1 3-1,-2-3 368,-2 4 1,-1 7-413,1 3 0,2 3-604,-7 2 0,6 2-274,-6 3-49,7 3 0,-10 10 0,5 3 0,1 0 0,0 1 292,1 0 0,4 0-492,-2 2 56,2 2 0,2-10 0,0 5 0,0-2 1,0 0-224,0-2 0,6-1 25,4-2 209,2-6 0,4 0 1,2-5-1,2 2 0,2-4 314,4-4 0,0-5 97,3-6-193,-7 0 1,3-2 0,-6-3 0,-3-3-1,-3-3 29,-4-4 0,-6 4-704,2-8 259,-3 3 1,-4 3 0,-3 2 0,-4 3 0,-5 1-823,-5 4 1,-4 7-418,-5 5 720,0 4 1,-1 2-1,2 4 1,4 6-1,4 5-2012,3 3 0,2 5 2715,-1-5 0,14 31 0,2 4 0</inkml:trace>
  <inkml:trace contextRef="#ctx0" brushRef="#br0">30810 6611 7822,'8'-2'0,"-3"-3"2053,-3-4 1267,-2-4 1,0-1-1523,0 0 0,0 4-1301,0 1-758,0 6-3316,0-4 2531,0 7-3129,0 0 4175,0 7 0,0 20 0,0 10 0</inkml:trace>
  <inkml:trace contextRef="#ctx0" brushRef="#br0">32090 6326 7865,'0'-14'378,"0"0"458,0 0 0,0-1 0,0 1 1610,0 0-1121,0 6-790,0 2-110,0 6 1,-2 5-163,-2-1 1,2 7-1,-4-3 1,1 2 275,0-1 1,-4 1 134,4 4-426,-6 0 1,8 2-1,-7 1 1,1 2-1,-1 0 418,1 2 1,-1-1-242,-4 4-299,0 3 0,4-7 1,1 6-1,-1-3 0,1 1 5,0-2 0,4 0 106,-5-3-202,7-3 1,-5 3 0,5-8-190,-2-2 124,1-5 106,4 2 0,0-8 1,1-1-1,2-3 207,2-2 1,5-3-575,-6-8 205,7 3 0,-7-11 1,5 4-1,2-6 1,0-2-424,-1-3 1,2-3 155,-2 3 261,-4-5 0,5 9 1,-5-3 36,2 3 1,-5 8 0,4 3 370,-1 3-913,-4 2 493,4 6 0,-6 9 0,-2 13 0,-2 9 0,-6 3 523,-2 3 0,-3 4-144,1 0 1,0 7 0,0-4 0,1 0 412,4-2 0,-4 0 117,3-1-629,-2 1 1,-1-6 0,2-1 0,3-2 0,0-3 64,0-1 0,5-2-240,-1-5-71,2-6-755,2-2 500,0-6-1768,0 0-2216,0-6 2792,0 4 19,0-4 1,2 6 0,2 0-1,6-2 1498,2-2 0,41-17 0,8-9 0</inkml:trace>
  <inkml:trace contextRef="#ctx0" brushRef="#br0">32388 6412 7867,'0'-15'0,"0"1"0,-1 0 2164,-4 0-759,4 6 0,-6 0-559,7 3 0,0 5 1,0 0 415,0 8 0,0 6-362,0 5-619,0-3 1,0 11-1,0-3 1,-1 2-1,-3 1 577,0-3 0,-6 3-169,6-3-540,-1 2 0,0-2 0,-1-2 1,-1 0-1,1-1-3,3-1 0,0-1-188,-2-4-81,3-8 0,-5 6-741,2-3-389,3-4 545,-4 0 0,6-7 1,2-3-1,1-2-1632,1-2 0,7 4-1067,-1-6 1687,3 1 1720,1-6 0,25-43 0,-16 23 0,0 0 0</inkml:trace>
  <inkml:trace contextRef="#ctx0" brushRef="#br0">32573 6468 7873,'0'-14'0,"-4"0"2230,-1 0 1,-2 4-679,3 1 0,2 4-64,-3-4-100,4 5-1146,1-2 1,11 6 0,3 0 0,4 0-181,2 0 0,1 0 214,2 0-223,4 0 1,-9 0 0,4 0-1,-2 2 1,-2 1-138,-3 2-101,0-1 167,-1 3 1,-5-4-1,-1 6 1,-2 2 141,-2 2 1,-3 1-23,-1 0 180,-6 7 1,3-4 0,-7 7-1,1 0 1,-1-1 420,1 1 1,1 0-270,-2 4-311,-2 1 1,9-7 0,-5-2 0,0-1 0,2 0 422,-1-1-695,2-3-740,-1 0 0,5-6-5308,-4 1 4265,3-7 523,2 3 0,0-7 1,0-4 1408,0-5 0,-6-34 0,-2-10 0</inkml:trace>
  <inkml:trace contextRef="#ctx0" brushRef="#br0">32630 6710 7882,'-8'-6'2108,"2"-2"1,6-2-1279,0 1 1,2 6-150,2-2 1,-1-1-327,7 1 1,1-4 0,6 4 0,4 0-537,1-1-294,-5 4 0,10-4 0,-5 6 0,0 0 0,-3 0-4127,-3 0 4602,-2 0 0,-18 0 0,-6 0 0</inkml:trace>
  <inkml:trace contextRef="#ctx0" brushRef="#br0">31322 6355 7854,'-14'-14'4642,"0"-1"-1307,6 7-1169,1 2-1668,7 6 1,5 6 0,0 4-1,-2 4 1,-1 3 0,-2 2 238,0-1 0,0 4 0,0 0 0,0 0-31,0-3 1,0 2-520,0-2-63,0 6 0,0-9 0,0 4 0,0-1-117,0 0 0,0 0-15,0-5 200,0-6 0,0-3-14,0-10 1,4-3-84,1-6-290,6-6 1,-4-4 0,4-9 0,-3-4 0,-2-1-682,-3 1 1,3 5 320,-1-1 492,0 9 0,-5-1 0,0 6 0,0 1-464,0 3-29,0 7 486,0 8 0,-7 9 0,0 10 1,-3 5-1,1 3 333,-2 1 1,-2 1 669,-1-1-717,6 0 0,-3 1 1,4-1-1,1-1 1,0-2 143,3-1 0,1-11-157,2 1-73,0-3-286,0-3 0,0-3-18,0-10-604,6-3 0,-2-6 1,3-2-1,0-1 1,-3-4-2599,3-1 1,-1 5 2226,4-2 1149,2 3 0,28-43 0,-13 25 0,-1-1 0</inkml:trace>
  <inkml:trace contextRef="#ctx0" brushRef="#br0">1451 12681 8008,'-8'0'-289,"1"0"792,7 0 1,-4-2 548,-1-2 263,0 2-191,5-4-569,0 6 313,0 0-296,-6 0-453,4 0-67,-4 6 1,6 2-1,0 6 1,0 0 0,0 1 196,0-1 0,0 2-226,0 3 66,0 3 0,0 1 0,0 1 0,0 1 1,0 2 144,0 2 0,0-1-8,0 1-113,0-1 1,0 0 0,2 1 0,1-1 0,1 1 88,0-1 0,-1 2 35,2 3-225,-4-3 1,5 0-1,-4-6 1,1 1 0,3 4 183,2 4 1,-4-3-64,0 3-100,4-3 0,-5-1 0,5-1 0,-1 0 0,-4 1-84,-2-1 0,4 1-105,0-1 99,0 1 1,-5-1-1,0 0 1,0-1 0,0-1-218,0-3 0,4 1 5,1 4 228,0 1 1,-5-1 0,1 1 0,2-1 0,4 1 62,1-1 1,-4 0 455,6 1-357,-7-1 1,8 1-1,-5-1 1,1 1 0,-1-1 226,-3 1 1,0-1-179,2 0-164,-3 7 0,4-5 0,-6 3 0,0-3 0,0-1-41,0-1 0,0 1-78,0-1 127,0 0 0,0 1 1,0-1-1,0 1 1,0-1 110,0 1 1,2-1 118,2 1-207,-2-1 1,4 0 0,-6 2 0,0 2 0,0 1 175,0-1 1,2-4-147,3-4-22,-4 9 1,5-14-1,-6 9 1,0-2-1,0-3 140,0 1 0,2-2-86,3 2-49,-4-4 1,6-5 0,-7-1 0,0 0-854,0 0 434,6 1-1103,-4-8 0,5 0 1,-3-9-208,0-3 1,3-2-1624,-3-8 3302,4-5 0,0-34 0,-1-14 0</inkml:trace>
  <inkml:trace contextRef="#ctx0" brushRef="#br0">1479 12596 8020,'-14'0'185,"0"0"0,-1 0 837,1 0 0,5 0 667,-1 0-945,7 0 1,-2 0-379,10 0 1,-2 0-24,7 0-227,-7 0 0,11 0 1,-1 0-1,6 0 1,3 0 169,3 0 0,2-5 85,1 0-354,7 1 1,-3 2 0,4-1 0,0-2 0,1 2 207,2 1 0,2 1-205,2-4 13,0 3 0,4-4 0,4 6 0,1 0 0,3-1 148,-1-4 0,-2 3-113,0-3-7,3 4 0,-4-4 1,4-1-1,-1 0 0,-4-2 43,-1 0 0,0 3-220,-1-5 106,-4 7 1,0-5 0,-8 5-1,1-1 1,-1-1-72,4-2 0,-4 6 56,2-4 12,-7-3 0,9 5 1,-5-5-1,-1 0 1,1 2 24,-3 0 1,3 1-15,-2 5 3,0-6 1,-5 4-1,2-3 1,2 4 0,1 1-7,-1 0 0,4-5 272,2 0-243,-3 1 0,4 4 0,-4 0 0,1-2 0,4-1 71,1-2 1,0 0-34,-3 5-40,3-6 1,-5 4 0,5-2 0,-3 0-1,-3 1-47,0-1 0,1-1 84,7 5-79,-1-6 1,-4 4-1,0-4 1,3 1-1,4 0-188,2 2 1,0 1 41,-4 2 95,0 0 1,-1 0 0,1 0 0,0 0-1,-1 0-115,1 0 1,-5 0 295,0 0-79,-7 0 1,6 0 0,-6 0-1,2 0 1,1 0 78,0 0 1,-4 0 146,4 0-172,2 0 1,-6 0 0,3 0 0,-3 0-1,-1 0 32,-1 0 0,5-4-108,0-1-36,1 0 0,-6 0 0,0 1 0,2-1 0,2 0-105,1 1 0,7-6 30,-2 5 109,3 1 0,3 2 0,2-1 1,1-4-1,0 1 35,2 0 0,-4 1 110,2 5-99,4-6 0,-7 3 0,5-5 0,0 1 0,1 3 61,1-3 1,9 6 100,-3-4-179,-3-3 0,-5 7 0,-7-4 1,1 3-1,-2 2-172,-3 0 1,-3 0 71,-7 0 117,7 0 1,-5 0-1,3 0 1,-3 0-1,-3 0 143,-3 0 0,-4 0-64,-6 0-249,0 0 1,-4 0-6,-1 0 177,-5 0-796,2 0 1,-8 0-145,-2 0 1,0 0-1894,-5 0 2034,-1 7 0,-5 0 0,-3 8 744,-1-1 0,-50 25 0,30-16 0,0 0 0</inkml:trace>
  <inkml:trace contextRef="#ctx0" brushRef="#br0">6924 12084 8003,'-1'8'240,"-2"-2"975,-2 0-830,0 2 0,5 2 0,0-1 0,2 2 0,1 2 0,3 1 0,1 0 364,-1 1 1,3 4 0,-2 1 0,-1 2-225,0 4 1,4-4-351,-5 1 0,4 3 1,-4 5-1,0 4 317,1 1 1,-5-3-152,4 5-185,3 0 1,-5 2-1,5-1 1,-2 2 0,-1-1 396,2 1 1,-4-2-82,6-1-356,-6 10 0,5-15 0,-5 10 1,2-4-1,-2-1 234,-1 0 1,-2 3-169,0 2-125,0 2 0,0-8 1,0 5-1,0 1 0,0 0 397,0-1 1,0 1 82,0 0-270,0-1 1,1 1-1,3 0 1,0-1 0,1 1 533,1-1 0,-4 6-149,3-1-495,-4 7 1,-1-8 0,0 4 0,-1 1 0,-2-2 93,-2 0 0,-5 5-251,6-2 0,-7 3 0,4 0 0,-4-1 0,3 0 0,0 2 0,0 5 0,5-1 0,-1-8 0,-3 3 0,1-3 0,0 3 0,-1 2 0,-2-6 0,4-4 0,-6-3 0,3 4 0,-5-2 0,2-4 0,2-2 0,-2-1 0,-2-2 0,-1 0 0,6 1 0,-3-1 0,6-4 0,2-2 0,2 1 0,1 1 0,0-4-125,0-6-1,6-5 1,-3 2-1,5-6 1,0 1-1,-2-1-807,1 0 817,4-6-45,-10 5 0,7-12-829,-3 4 459,-4-3-1384,6-2-459,-7 0 0,-2-7 1411,-3-2-3506,-3-4 4469,-6-1 0,-25-28 0,-12-12 0,-3-5 0,-1 1 0</inkml:trace>
  <inkml:trace contextRef="#ctx0" brushRef="#br0">1707 15155 7957,'-15'0'7,"6"0"0,-1 0 3086,-1 0-1887,5 0 0,0 1 414,6 4 0,0 4-1207,0 10 0,0-1 0,0 6 0,0 1 8,0 2 0,0 1 0,0 2-120,0 3-140,6 4 1,-4 5 105,2 1-115,-2 0 0,-2 4 0,0 2 0,0 1 0,0 3 97,0-3 0,0 4-92,0-7-181,0 1 1,0-1 0,0 0 0,0-2 0,0-4-225,0-3 0,0-7 267,0 2 42,6-3 0,-4-6 0,4-2 0,-1-1 0,1-4 13,2-1 0,-3-3-191,4-4 154,1 4 0,-1-10 0,1 5 0,1-2 0,3-3 48,5-1 0,-3 2-111,3 1 41,3 0 1,0-7-1,5-1 1,-2-3-1,0 0 19,5-1 0,-1-2 8,4 4-73,3 0 1,-6 1 0,5-1 0,0 0 0,3 0-200,3 1 0,1-1 78,1 5 145,0-6 0,1 2 1,3-3-1,6-1 1,0 1-87,-1 1 0,2-4 221,-6 6-110,5-1 1,-4 0 0,3-1 0,-6 0 0,-5-1-70,-3 4 1,0 0-127,5-2 94,-7 4 1,4-7-1,-6 5 1,3-2 0,2 0-21,2-1 0,0 4 11,-3-2 80,3-4 0,-6 6 0,4-4 0,-2 1 0,-1 0 6,0 2 0,-4 2-52,1 1 55,4 0 1,-3-5 0,4 0 0,-3 2-1,-2 1 7,0 2 0,5-4 55,-5-1-62,1 0 1,-1 5-1,0 0 1,-1 0 0,-2 0 2,-2 0 0,0 0 87,1 0-84,-1-6 0,1 4 0,-1-3 0,1 4 1,-1-1 38,1-2 1,4 2 30,0-3-68,6-3 0,-7 5 0,4-5 0,-1 2 0,-3 3-26,-2 1 1,0-3-41,3 1 53,-9-1 1,9 5 0,-10-2 0,3-1-1,-1-1-30,-1 0 1,-1 3 26,6 1 9,-7 0 1,5-5-1,-4 0 1,4 2-1,2 0 31,-1-2 0,2 4-38,3-4 78,-3-3 1,5 6 0,-6-4 0,-1 1 0,0 1 8,1 0 1,-1-2-81,1 1 12,-7 1 0,3 4 1,-4-2-1,-1-1 1,2-2-49,0 2 1,-4-3-30,1 1 61,3 0 1,-5 5 0,5-1 0,1-2 0,-3-2-33,1 2 0,-1 1 32,-1 2 1,-3-6 1,9 4-1,-6-3 1,-2 4-1,-1 1 11,-2 0 1,5 0-11,0 0-25,0 0 1,-4-2-1,-1-1 1,0-2-1,0 2-45,0 2 1,1 1 85,-1 0-27,-6 0 0,4 0 1,-2 0-1,3 0-21,1 0 0,-5-5 96,1 0-58,-7 0 1,10 5 0,-4 0-1,2-1 43,-1-4 0,2 3-46,-2-2 40,2 2 0,3 1 0,-1-3 0,0 0 0,2 1 1,3 1 0,-4 0-13,4-2-21,-3 2 0,-2-4 1,2 6-1,2 0 1,1 0 53,-2 0 1,0 0-29,2 0-18,3 0 0,2-5 1,-2 0-1,0 2 1,-1 2 19,-1 1 1,4-2-261,-5-3 231,0 4 0,0-6 0,0 7 0,-2 0 1,-1 0-18,-2 0 1,2-4-16,3-1 19,-3 0 0,11 5 0,-4-1 0,4-3 0,2 0 110,-1 0 1,1-2-96,-1 1-68,0 1 0,-4 4 1,-2-2-1,-1-1-424,-4-2 214,-7 0-536,-4 5 0,-8-1 0,-2-2 0,-7-4-4268,-7-1 5075,-10-1 0,-39-14 0,-16-6 0,21 8 0,1 1 0,-1-1 0</inkml:trace>
  <inkml:trace contextRef="#ctx0" brushRef="#br0">1891 13548 8047,'5'-9'212,"0"-1"1,0 1-1,-1-1 3051,1 1-1200,0 6-1583,-5-4 1,0 9-1,0 3 909,0 4-1138,0 4 1,0 3-1,0 1 1,0 4-1,0-1 444,0 1 0,0 4-449,0-1 0,0-2-223,0 1 0,0-4 1,0 5-1,0 0-45,0-2 0,0-2-547,0-5 382,0-1 1,0-5 59,0 1 436,6-7-273,-4-3 0,4-10 0,-6-9 0,0-4 0,0-4-368,0-2 0,0-5-147,0-4 451,0 3 1,0-4 0,0 7 0,0 4 0,-2 4 151,-2 3 0,2 2-156,-3 5-246,4 6 0,1 4 0,0 10 239,0 8 0,0 2 195,0 8-158,0-1 0,0 1 0,0 0 1,0-1-1,0 1-259,0 0 0,0-5-410,0 4 220,0-5 1,0 2 0,0-6 0,0 1-2910,0-1 830,0-6 1269,0-2 1261,0-6 0,19-31 0,4-9 0</inkml:trace>
  <inkml:trace contextRef="#ctx0" brushRef="#br0">2090 13520 8047,'0'-14'1005,"0"-1"1,0 6 205,0-1 347,0 7 556,7-3-1207,-6 6-304,6 6 1,-3 2 0,1 8 0,-2 1-1,-1 2 429,-2-1 1,0 4-756,0 1-195,0-2 1,0 1 0,0-4 0,0 0 0,0 0 167,0-2 0,0-2-667,0 0-185,0 0 1,0 0-849,0 1 1190,6-7 157,-4-2 1,4-12 0,-4-4 0,1-4 0,2-5-197,-2-5 0,-2-3 193,-1-1-2,0 0 0,0-1 1,0 2-1,0 2 1,0 3 278,0 1 0,0 7 27,0 5-173,0 5 0,0-3 0,0 5 15,0 2 0,0 5 251,0 14-199,0-4 0,0 11 0,0-7 0,0 0 1,0 0-66,0 0 1,2 0-391,3-5-27,-4 6 1,6-9-1,-7 4 1,0-3-3525,0 1 2504,0 1 636,0-6 0,4 0 0,3-5 0,0 2 774,5-2 0,13-33 0,5-10 0</inkml:trace>
  <inkml:trace contextRef="#ctx0" brushRef="#br0">2332 13548 8047,'-6'-14'0,"0"0"0,-4 0 1390,-3 6 0,10-3 0,-5 4 2462,2-1-2848,1 5 0,5-1-559,0 8 1,0-1 0,0 7 0,0 3 236,0 4 0,0-1-182,0 3-373,0 3 1,0-2-1,0 6 1,2-4-1,1 0-472,2 0 1,4-3 240,-4 5-210,6-7 0,-3 3 0,6-7 0,0-2 0,1-3-672,-1-2 1,5-1 281,0-5 654,6 0 0,-4-6 0,4-5 0,-3-5 0,-2-5 278,-2-1 1,-2-1 1080,-2-6-998,-6 1 1,-2-1 0,-6 1 0,0-1 0,-2 3 611,-2 2 1,-6-1-1077,-9 6 8,4 6 1,-12 2 0,3 6 0,-3 2 0,0 3-1121,4 5 0,-3 3-373,7 6 728,0 0 1,7 5-1,1 2 1,3-1-1,1 2 910,4 0 0,27 21 0,8 9 0</inkml:trace>
  <inkml:trace contextRef="#ctx0" brushRef="#br0">2816 13690 8146,'0'-9'1887,"0"-1"2571,0 1-3257,-7-5 1,6 4 0,-6 2-319,1 2-607,4 1-2275,-4 5 0,8 0 0,1 2 1999,2 3 0,18 28 0,1 13 0</inkml:trace>
  <inkml:trace contextRef="#ctx0" brushRef="#br0">2972 13463 8071,'0'-14'909,"0"0"0,0-1 640,0 1 1193,0 6-22,0-4-2440,0 16 0,0-1 0,0 15 0,2 2 0,1 2 645,1 4 0,1-1-636,-5-1 0,0 3-282,0-4 0,0-1 0,0 0 1,0-1 9,0-4 0,2-6 94,2-1-584,-2-1 369,4-1 0,-6-8 93,0-9-123,0-10 1,0-3 0,0-8-1,0-2 1,0-3-254,0-1 0,-4 0 362,-1-2 38,-6 3 0,9 8 0,-2 2 0,0 3 229,0 1-822,2 9 344,-4 5 1,6 14-1,0 4 1,-2 6 0,-1 7-808,-2 3 0,1 1 389,4 1 304,0-1 1,0-1-1,0-2 1,1-3-1,2 0-1234,2 0 1,1-4 464,-1 1 1119,-3-3 0,29-15 0,1-2 0</inkml:trace>
  <inkml:trace contextRef="#ctx0" brushRef="#br0">3185 13392 8086,'7'-8'0,"-4"0"966,6 3 730,-6 4 1,4-7-248,-7 3 0,0 5-840,0 0 1,0 2-357,0 7 0,0 1 0,-2 4 0,-1 0 81,-2 0 1,0 2-215,5 3-110,0-3 1,0 4 0,0-5 0,0-1-1,0 0-43,0 0 0,7-1-368,2-4 262,4 4 0,1-11 0,2 2 0,1-2 1,2-4 221,-1-2 0,2-4 227,-1-7-134,0 1 1,-6-2-1,-2-1 1,-3-3 0,-2-3 880,-3-2 1,-1-2-154,-2-1-818,0 6 1,-2 0 0,-3 4 0,-6 1 0,-4 3-284,-4 3 1,-2 7-1524,2 0 1269,3 2 1,-9 4 0,6 2 0,2 4 0,1 3-1782,2 4 0,6-4-895,3 8 2198,-3-4 929,7 0 0,13 24 0,12 7 0</inkml:trace>
  <inkml:trace contextRef="#ctx0" brushRef="#br0">3583 13491 8044,'0'-9'1621,"0"-1"772,0-1 1,0 3-854,0-1 364,0 6 1,0-5-633,0 3-3186,0 4-1030,0-6-2412,0 7 5356,7 7 0,13 19 0,10 12 0</inkml:trace>
  <inkml:trace contextRef="#ctx0" brushRef="#br0">3811 13321 8044,'6'-8'2412,"-4"-5"602,2 4-1355,-2-4-10,-2 5-1129,0 2 1,0 7-1,0 4 1,0 5 246,0 2 0,0 4-338,0 3 0,0-2-296,0 7 1,0-5-1,2 3 1,1 0 51,1 0 1,1-4 85,-5 1-298,0-3 1,2-2 0,1 0-719,2 0 428,-1 0 234,-4-6 0,5-3 1,0-10-1,-2-4-88,-1-4 1,-2-3-206,0-3 239,0 4 0,0-12 1,0 3-1,0-3 1,0 0-400,0 4 0,-5-3 538,0 8-10,0-1 1,4 6-1,-2 2 51,-2 1-316,0 7 272,5-3 1,0 12-1,0 4 1,0 4-1,0 3-443,0 2 1,0 0-12,0-5-227,0 1 0,0 4 1,0 0-1,0-2 0,2-1-1841,3-2 0,-2-1 2523,6-4 0,20-3 0,9-6 0</inkml:trace>
  <inkml:trace contextRef="#ctx0" brushRef="#br0">4067 13321 8044,'-2'-10'0,"-3"1"3179,4-1-2296,-6 2 0,6-3 2476,-4 7-1839,4-1-1274,-6 5 1,7 6 0,0 4 0,0 4 0,0 3 61,0 2 1,0 5-271,0-5 9,0 6 1,2-7 0,1 4 0,3-2 0,2-2-356,3-3 1,2 0-28,1-1 175,0-6 1,2-2 0,2-6 0,2 0 0,1-2 184,-1-2 1,-1-4-135,-5-6 462,7-7 1,-5-1 0,1-6 0,-6-1 0,-6 1 79,-4-1 0,-1 1-619,0-1 96,0 1 1,-6 6 0,-5 4-1,-5 6 1,-4 4-959,-2 2 1,3 2-1014,-5 9 1359,7 3 0,-9 6 1,7 0-1,2 2 1,3 2-4188,4 1 4889,4 6 0,12 3 0,2 9 0</inkml:trace>
  <inkml:trace contextRef="#ctx0" brushRef="#br0">4507 13449 7972,'8'0'5074,"-1"1"-3091,-7 4 0,1-3 1064,4 2-2276,-3-2-3665,4-2-374,-6 0 2920,0 0 1,-38 0 0,-9 0 0</inkml:trace>
  <inkml:trace contextRef="#ctx0" brushRef="#br0">4692 12965 8111,'0'-9'1014,"0"-1"3252,0-1-2694,0 5 0,-1 0-739,-4 6-646,3 0 1,-6 1 0,5 4 0,-3 6 0,-2 6 0,-3 7 0,0 3 349,2 1 0,-4 7-272,3 3-185,-2 3 0,-1 3 0,2 2 0,2 3 1,-1 0 25,2 0 1,0 3-1,4-4-16,2-1 0,-4-6 1,4-1-1,-1-4 1,-2-1 308,2-4 1,-3-2-26,1-6-272,-6-2 1,8-7-1,-5 0 1,0-1 66,0-4-256,5-2 167,-3-7 1,6-2-253,0-3 0,0-2-28,0-8-273,0 7 1,1-9 0,2 3 0,4-4 0,-1-2-1814,0-4 0,4-4 779,-5-5 1033,-1 3 1,-2-13 0,1 2-1,2-5 1,-2 0-478,-2 2 0,-1 6 845,0 0 147,0 7 0,5-4 1,0 8-1,-2 3 1,-1 5 679,-2 4 1275,6 7-655,-4 1 1,4 9-146,-6 3 1,0 4-224,0 10-695,0-3 1,0 6 0,0-3-1,0 5 1,0 3 735,0 1 0,0 5-166,0 0-703,0 1 1,0-4-1,0 1 1,0 2-1,0-1 123,0-2 1,0 3-31,0 0-301,0 0 1,0-6 0,-2-1 0,-1-4 0,-2-2-28,2-2-1106,2-3-459,1-7 640,-7-1 1,6-14-2029,-4-2 1938,3-4 1,2-3 0,0-1 0,2-2 1104,3 2 0,19-27 0,10-10 0,5-5 0,0 1 0</inkml:trace>
  <inkml:trace contextRef="#ctx0" brushRef="#br0">4863 13150 8103,'0'-9'6327,"0"-1"-4883,0 7 1095,-6-3-2044,4 6 0,-4 11 0,6 3 1,0 3 115,0 4 0,-2 1 0,-1 6 0,-2 1 2,2-1 1,1 1-524,2-1-98,0 1 0,0-1 0,0 1 0,0-3 0,0 0-656,0-3 0,0-10 237,0 1-814,0-3 0,0-1-1420,0-1 0,0-7 1617,0-2-1059,7 0 1,-4-13 2102,6 4 0,13-32 0,4-13 0,5-5 0,-1 1 0</inkml:trace>
  <inkml:trace contextRef="#ctx0" brushRef="#br0">5176 13207 8103,'0'-14'3805,"0"4"-969,0 1-2253,-7 6 1,4-4-1,-6 7 1,-1 2 613,2 3 0,-4 3-291,2 6 1,-2 6-543,-3 4 0,6 0 0,-1 3 1,1 3-201,1 0 0,-3 0-236,6-2-8,1-6 1,4 8 0,0-5-1,0-1 1,1-2-432,4-4 1,4-3 202,10 0 140,-3-7 1,6-2 0,-4-6 0,2-2 0,1-2-97,-1-6 0,1-4 813,-2-5-392,-4 3 0,4-9 0,-8 4 0,-3 1 0,-1-1 396,-4 4 1,-2 1-656,-1 2-30,-6 0 0,-2 6 0,-6 3 0,-2 3 1,-1 2-832,-2 0 1,-6 7-1609,1 2 1527,3 4 0,1 1 0,6 2 1,-1 1-1,3 2 1044,2-1 0,10 23 0,8 4 0</inkml:trace>
  <inkml:trace contextRef="#ctx0" brushRef="#br0">5673 12255 7947,'0'-10'2929,"0"1"-2538,0 5 0,0 0 1,0 8 432,0 6 0,0 7-594,0 2 0,0 7 0,0-3 1,-1 4-1,-2 2 0,-2 1 133,2 3 1,1 3 0,2 7 0,0 1 147,0 3 1,5-1-309,0 6 0,-1 2 0,-4 6 0,0 0 20,0-5 0,0 2 108,0-5-291,0-3 0,0 10 0,0-7 0,0-3 1,0-2-173,0 1 0,0-3 48,0 7-86,0-6 0,0 3 0,0-6 0,0 1 0,2 2-107,3 1 1,-2 1 297,6-6-42,-6 1 0,8-5 1,-4 0-1,-1 1 1,2 1-29,0-2 1,-3 1 174,4-6-16,-6 7 0,5-4 0,-5 7 1,2 0-1,-2-1 156,-1 1 1,-2-1-284,0 1 71,0 0 1,5-1-1,-1 1 1,1 0-1,0-1 148,0 1 1,4 0-75,-4-1-34,6 1 0,-8-4 1,6 1-1,1 1 1,-2-3 82,-3-2 0,1 4-29,-1-2-74,-1 3 1,-4 1 0,0-1 0,0-1 0,0-2 6,0 1 0,0 1-174,0-2 66,0 3 0,2-10 0,1 6 1,2-1-1,-2-3 7,-1-3 0,-2 2 8,0-8-12,6 2 0,-3 3 0,5-2 0,-2-2 1,-3-3-167,-1-1 1,3-1 111,-1-1-73,1 3 0,-3 0 0,1-3-1042,2-3 731,-1-2 545,-4 0 453,7-6-181,-6 5 178,6-11 404,-7 4-1029,0-6-1497,0 0-286,0-6 1,1 2-1925,4-5 2711,-3-1 1088,4-4 0,1-41 0,-1-18 0,1-5 0,1 0 0</inkml:trace>
  <inkml:trace contextRef="#ctx0" brushRef="#br0">6157 13008 7892,'0'-9'613,"0"-1"1443,0-1 1,-2 3-1102,-3-1 1,2 5 0,-5 1-548,2 6 0,-5 5 0,3 8 1,-1 3 172,-1 5 0,2 3-296,-1 1 0,-4 1 0,5-1 0,-1 0 58,-1 1 0,2-1-356,-1 1 0,-2-6 0,6 0 1,0-3-890,-1-3 510,4-1-448,-4-2 0,6-7-36,0-7 0,5-7-559,0-7 1069,6-6 1,-5 2 0,5-5-1,-3-3 1,0-2-584,0-5 0,1-2 559,5-3 338,-6-3 0,3 11 0,-4-2 1,-1 6-1,2 3 215,0 3 1,-5 1 757,2 5 262,-4 6 0,1 2 178,3 6 1,-2 6-581,6 3-361,-6 4 1,8 3 0,-4 3-1,1 4 1,1 4 656,-1 2 1,5-1-619,-4 1-60,-3-1 0,6-4 1,-6 1-1,2 2 1,1 1 220,-1-1 1,3-6-797,-6 2-73,6-5 1,-8 2-2449,7-6 102,-7-6 1660,3-1 1,-6-9-1,0-3-1594,0-4 0,0-4 853,0-1 1676,0-7 0,-31-32 0,-9-15 0</inkml:trace>
  <inkml:trace contextRef="#ctx0" brushRef="#br0">6100 13207 7913,'-14'0'-632,"4"0"254,1 0 1686,-1 0 1,1 0 0,-1 0 3171,-1 0-3409,5 0-282,0 0 1,17 0 0,3 0 0,3 0 126,4 0 0,1 0-853,6 0-188,-6 0 0,4-5 1,-6 1-1,1-1 1,-1 0-719,-2 0 0,-4-1-2347,-5 1 306,4 4 0,-10-6 2884,7 7 0,-58 0 0,-9 0 0</inkml:trace>
  <inkml:trace contextRef="#ctx0" brushRef="#br0">1934 14785 8125,'0'-14'586,"0"0"1763,0-1-1320,0 8 0,0 2 0,0 10 0,0 4 616,0 4 1,0 6-1260,0 0 1,0 6-1,0-1 1,0 2-30,0 3 1,0-5-1,0-2 1,0-2-69,0-2 0,0 2 99,0-1-518,0 0 0,0-10 0,0 1-162,0 1-92,0-5 274,0-6 0,0-8 1,2-7-1,1-3 0,2-2-337,-2-2 1,-2-2 110,-1-5 353,0 1 0,0-5 1,0 0-1,0 3 1,0 3 580,0 3 1,-1 7-209,-4-2 178,3 9-590,-4-2 1,6 16-37,0 1 106,0 13 1,0-1-1,0 7 1,0 1 0,0 0-353,0-1 1,0 1-1808,0-6 1428,0 6 1,0-9 0,2 5 0,1-2 0,2 0-3894,-2-2 1558,-2-1 3018,6-2 0,13-31 0,10-9 0</inkml:trace>
  <inkml:trace contextRef="#ctx0" brushRef="#br0">2105 14785 8125,'0'-14'563,"0"0"0,0 4 808,0 1 1,0 4 2464,0-5-1086,0 7-1738,0-3 1,0 8 280,0 2-965,0 4 1,0 11 0,0 2 0,0-1 0,1 2 331,4 0 0,-3-3-301,2 5-337,-2 0 1,-2 0-1,1-2 1,3-2-1,0-2-325,0-3 1,-3 0 181,-1-1-842,0 0 0,0-5-1455,0 1 1631,0-1-155,0-1 0,5-8 0,1-9 0,0-4-3998,1-1 4940,4 6 0,3-36 0,8-4 0</inkml:trace>
  <inkml:trace contextRef="#ctx0" brushRef="#br0">2375 14785 8125,'0'-14'586,"0"0"1,0-1 664,0 1 0,-5 5 0,-1 1 690,-2 2 0,5 2-1091,-2 9 0,-1 3-611,1 6 0,0 2 45,5 3 1,-5-2 0,1 7-1,1 0-97,1-2 1,2 3 33,0-6-221,0 6 1,2-9-1,1 3 1,3-3 0,2-2-276,3 0 0,3-6 193,5-3 77,-3-3 1,6-2 0,-5-2 0,2-3 0,-1-4 387,-2-4 0,-4-6 629,-2 0-864,2-6 0,-10 3 0,3-7 0,-4 1 0,-1 0-421,0-1 1,-6 2 46,-4 4 37,-9-4 1,4 11 0,-6-1 0,2 5 0,0 8-1785,2 2 1,1 4 261,2 2 568,0 4 0,6 11 0,3 2 0,2-1 1143,-2 1 0,22 36 0,1 4 0</inkml:trace>
  <inkml:trace contextRef="#ctx0" brushRef="#br0">2716 14941 8125,'0'-14'4288,"0"0"1,0 5-2786,0-1 1,0 5-749,0-4-2683,0 6-2091,0-4 4019,0 7 0,13 26 0,2 5 0</inkml:trace>
  <inkml:trace contextRef="#ctx0" brushRef="#br0">2958 14686 8098,'-8'-15'0,"3"1"0,2 0 3586,-2 0-1601,4 6 3234,-6 1-3741,7 7 0,0 2-861,0 3 0,0 4 0,0 9 1,0 1 198,0-2 1,5 5-513,0 2 1,0-2-286,-5 2 0,0-5 0,0 3 0,0-2-347,0-2 0,0-3-564,0 0 1,0-1 0,0 0-6209,0 0 4758,0 0-314,6-6 2656,-5 5 0,25-56 0,-3-6 0</inkml:trace>
  <inkml:trace contextRef="#ctx0" brushRef="#br0">3171 14700 8102,'0'-14'0,"0"4"1951,0 1 3035,0-1-2288,0 2-2042,-6 2 1,4 12-1,-4 5 1,1 5 0,0 5 544,2 1 0,0-5-564,-2 2-596,4 3 0,-6-6 1,9 5-1,1-3 0,3 1-408,2-1 0,0-7-628,2-2 769,9-6 1,-10 9 0,12-8 0,-2-2 0,1-5-560,2-7 0,-4-2 1072,1-3-215,-4-5 1,0-2 0,-3-7-1,-2 1 1,-6-1 252,-2 1 0,-2 0-353,0-1-84,0 7 0,-6 1 0,-5 7 0,-5 2 0,-5 2-1520,-1 5 0,5 4 382,-2 1 331,-3 12 1,6-2-1,-3 10 1,5-1 918,4 0 0,17 45 0,8 5 0</inkml:trace>
  <inkml:trace contextRef="#ctx0" brushRef="#br0">3512 14814 8063,'2'-15'969,"3"1"0,-4 0 3561,4 0 50,-4-1-3508,-1 1 0,0 5-1012,0-1-3007,0 7 1,0-2 2946,0 10 0,7 28 0,1 13 0</inkml:trace>
  <inkml:trace contextRef="#ctx0" brushRef="#br0">3782 14543 8055,'0'-14'3000,"-6"0"1,4 4 2281,-2 1-1571,2 6-3404,2-3 1,0 7 0,2 4-1,1 4 606,2 4 0,1 3-635,-1 3 0,-4 1 0,4 6 0,-3-4-183,-2-2 1,4 4-519,1-5 137,0 6 1,-5-9 0,0 3 0,1-3 0,3-2-1958,0 0 789,1 0 13,-5 1 1,0-6-1,2-1-1557,2-2 0,-1-1 1237,7-5 1761,-7 0 0,16-44 0,-3-12 0</inkml:trace>
  <inkml:trace contextRef="#ctx0" brushRef="#br0">4010 14614 8055,'0'-14'5411,"-6"0"-2279,4 6-1548,-11 2-1006,12 6 0,-6 6 1,7 4-1,0 2 1025,0 2-1449,0 7 0,0-4 0,0 6 0,0-3 0,2-1-137,3 2 1,3-6 9,6 4-242,0-3 1,0-6-1,0-3 1,1 0 0,1-4-351,2-1 0,-2-4 568,3-3 73,-3-3 1,-2-6-1,0-2 1,-1-3 0,-2-4 721,-1-4 0,-7-6-343,2-1-549,-4 1 1,-2 5-1,-4 1 1,-5 3 0,-2 5-987,-3 4 1,-5 7-1492,-4 3 1909,4 3 0,-6 9 0,6 4 1,1 4-1,2 6-3985,4 1 4647,2 2 0,16 23 0,4 5 0</inkml:trace>
  <inkml:trace contextRef="#ctx0" brushRef="#br0">4465 14330 8009,'0'-22'546,"0"-5"1,0 5 0,0-2 1797,0 1 1,0 10 1705,0-1-2559,0 9 0,0 5-1038,0 10 1,0 9 0,0 4 0,0 4 600,0 2 0,0 4-55,0 0-731,0 6 0,-5-7 0,-1 6 0,-1 1 1,0 1 250,-1-2 0,0 3-519,-2-3 0,-2 3 0,8 1 0,-5-1 0,-2-1 0,0-4 0,1-1 0,-1 1 0,7-7 0,-1 2 0,0-13 0,0 4 0,2-2 0,2-2 0,1-9-646,0-2 0,0-9-2014,0-3 525,0 4 1154,0-6 1,4 1 0,1-3 0,0-2-4654,1 1 5634,-4-3 0,-9-20 0,-8-13 0</inkml:trace>
  <inkml:trace contextRef="#ctx0" brushRef="#br0">4763 14444 8072,'-8'-14'1347,"4"-1"1,1 3 2079,-2 2-1983,3 4 1,-4 9-479,6 7 1,5 1-595,-1 12 1,1-4 0,-3 5-1,1 3 142,2 4 0,4 0 0,-4 2 0,-2-3 78,-1-2 1,2 1-648,1-1-174,0-6 0,-5 3 0,0-6 1,0-1-1718,0-2 116,0-2 36,0-6 0,1-4 0,3-8 1794,0-6 0,2-30 0,-1-15 0,-1-3 0,0-1 0</inkml:trace>
  <inkml:trace contextRef="#ctx0" brushRef="#br0">4891 14430 9438,'0'-8'3251,"0"-5"0,5 10-2075,0-7 1,6 7-413,-2-1 1,4-3-372,1 3 1,5-1 0,2 5 0,1 0 675,3 0-813,-4 0 0,4 0 0,-6 1 0,-2 3 0,-1 2 451,-2 2 1,0 0-281,1 1-256,-7 4 0,-2-1 0,-6 7 1,0 0-1,0 0 102,0 0 0,0 5-159,0-5-91,0 6 1,0-7 0,0 5 0,0 1 0,0-2-222,0-3 1,-5-3-776,0-2 33,1 0 0,4 0-3243,0 1 1380,0-7 1861,0-2 0,6-6 942,3 0 0,-9-25 0,-1-7 0</inkml:trace>
  <inkml:trace contextRef="#ctx0" brushRef="#br0">5005 14714 8072,'5'-9'0,"0"-1"0,4 1 2626,-4-6 0,6 3-1460,-2 2 1,4-2 0,3 2 0,1-3 605,2-1 0,11 0-2088,-1 0-322,2 0 1,-7 4 0,-2 2 0,0 2 0,-1 3-4056,-1 1 3381,-1 2 962,-5 0 350,-6 7 0,-33 26 0,-15 12 0</inkml:trace>
  <inkml:trace contextRef="#ctx0" brushRef="#br0">6299 14344 7939,'0'-14'2030,"0"0"1246,0 0-2727,0 6 0,0 3 0,0 10 1,0 4-1,0 6 642,0 3 0,0 0-943,0 6 1,0-6 0,0 6 0,0 0 84,0-2 1,0 5-257,0-3 1,0 1 0,1 0-1,3-3-373,0-1 180,1-2 0,1 0 1,4-2-1,3-3-371,1-3 0,2-8 175,3 2 251,-4-3 1,11-9 0,-7-2 0,0-5 0,-1-4 224,1-1 1,0-1 792,-4 1-687,-8-3 0,5-2 0,-6 2 1,0 0-1,1 1 476,-4 1 0,-2 1-36,-1 5-664,0-1 1,-6 6-1,-4 1 1,-2 2 0,-4 3-33,-3 1 1,-3 4 74,-6 2-430,-1 4 1,5 6-1,2 1 1,2-1-1,2 0-394,3 0 0,0 1 126,1-1 239,6-6 1,0 4 81,4-2 1,8-4 300,1-1 52,12-4 0,1-7 0,4-3 1,0-4-1,-1-1 435,-1 0 0,4-5-196,-5 0-111,6 0 0,-9 0 0,1-2 1,-4 1-1,-5-2 365,-2-1 0,-1 6-182,-5-2-480,0-3 1,-7 6-1,-4-3 1,-4 5-1,-6 5-264,-1 4 1,3 3-996,-5 2 945,1 0 0,-1 7 0,2 2 0,0 5 0,1 4-1014,1 1 0,2 6-1107,9-1 1893,2-4 0,7 7 0,0-5 646,0 0 0,45 24 0,10 0 0</inkml:trace>
  <inkml:trace contextRef="#ctx0" brushRef="#br0">3000 16889 7798,'0'-14'358,"0"0"0,2 1 2898,3 4-2961,-4-4 0,6 13 0,-6 0 1,2 9-1,2 7 0,-2 5 1496,-1 1-1614,4 2 0,-4 4 0,2 0 0,0 1 0,-1-2 134,2-4 1,-1 4-129,-4-3 0,5-4-94,0-1 1,-1-3 0,-4-2 3,0 1 0,0-6 227,0 1-233,0-7 1,0 2 0,0-10 0,0-6 0,0-7-160,0-5 1,0-4-632,0-2 659,-6-5 0,5 2 1,-4-4-1,3 1 0,1 3 164,-4 2 1,3 7-120,-2-1 259,2 7 0,2 1-422,0 6 1,0 13-51,0 2 311,0 13 1,0 4 0,0 6 0,0 1 0,0-1-31,0 0 1,5 1-432,0-1 77,-1-6 0,1 4 0,0-6 0,-2 1 0,0-2-1186,2-7 0,-4 3-1363,4-6 1426,3 4 1408,-6-5 0,17-40 0,-4-15 0</inkml:trace>
  <inkml:trace contextRef="#ctx0" brushRef="#br0">3299 16889 10505,'-8'0'1758,"2"0"1,6 2-465,0 2 1,-5 1-734,0 9 0,1-3 1,4 10-1,0-2 477,0 0 1,4 6-508,1-1 1,1-2-541,-1 2 0,-3-7 1,4 2-1,-1-3-138,-1-2 0,1-5 187,-5 1-120,0-7 0,0 2 0,0-10-780,0-4 0,0-9 153,0-1 448,0-6 1,0-2-1,0-8 1,0 1-1,0-3-2,0 1 1,-1 4 1012,-4-1-522,3 10 0,-4 2 1,6 7 39,0 0 1,-2 6-979,-2 3 549,2 10 1,-4 7 0,6 9-1,0 1 1,0 3-1197,0 2 0,0 2 309,0-1 294,0-6 1,1 3-1,2-4 1,2-1 0,0 1 751,1-4 0,15-1 0,9-2 0</inkml:trace>
  <inkml:trace contextRef="#ctx0" brushRef="#br0">3640 16960 8067,'-9'-5'3131,"-1"1"-2285,7-1 0,-5 5 764,3 0 1,2 0-568,-6 0 0,6 2-603,-2 2 0,3-1-204,2 7 1,0-1-1052,0 6 1,0-6-2371,0 1 1998,0-7 0,2 5 1187,3-4 0,34-8 0,15 2 0</inkml:trace>
  <inkml:trace contextRef="#ctx0" brushRef="#br0">3996 16790 8136,'-5'-15'7025,"0"1"-5838,0 6 1,1 0-418,-1 4 1,0 4-578,5 0 1,0 6 193,0 8 1,0 7 0,0 2 0,0 4 40,0 2 0,0 1 1,0 1-1,0 4-10,0 1 0,0-4-57,0 1-283,0-3 0,0 2 0,0-2 1,0-5-1,0-3-213,0-4 0,0-7-1423,0-2 726,0-6 1,0 2 0,0-10-1095,0-4 0,0-4-2017,0-1 1995,7-7 1948,0 6 0,6-25 0,1-11 0,1 1 0,0-1 0</inkml:trace>
  <inkml:trace contextRef="#ctx0" brushRef="#br0">4266 16761 8152,'0'-9'4955,"0"-1"-3544,-7 7 0,4-3-667,-6 6 1,4 0-226,-4 0 0,4 6 1,-3 4-1,0 2-24,0 2 0,0 5-327,-1 0 0,2 7 0,7-3 0,0 4-203,0 2 1,0-6 71,0 1-167,0-7 0,7 4 0,4-7 1,5-1-1,4-4-301,2-4 0,2-4 178,4-1 306,1-6 0,-5-6 1,-1-9-1,1-1 1,-2-3 284,-3-2 1,-5-5 255,-4 4-489,-4-4 1,-6 10 0,-2-5 0,-2 2-1,-6 3-221,-2 1 1,-9 9-1682,-3 7 1187,-2 3 0,2 2 0,0 0 0,0 2 1,2 3-1932,3 4 0,5 5 2541,5 5 0,9 10 0,8 7 0</inkml:trace>
  <inkml:trace contextRef="#ctx0" brushRef="#br0">4735 16903 8182,'0'-9'5184,"0"-1"226,0 7-1717,0-9-91,0 10-3133,0-4-2899,0 6-7401,0 0 9569,6 0 0,-4 19 1,4 4-1</inkml:trace>
  <inkml:trace contextRef="#ctx0" brushRef="#br0">5161 16676 8327,'0'-10'3495,"0"1"-2568,0 6 0,0-2 279,0 10 0,0-2-869,0 6 0,5 1 0,0 6 0,-2 1 0,-1 2 0,-2-2 854,0-1-1101,0-2 0,0 5 0,0 0 1,0-1-1,1-4 59,4-5 0,-3 4-315,2-4 1294,-2-2-905,-2-1 0,1-23 0,3-7-132,0-4 0,3-9 273,-3-1-158,-2-3 1,4 3 0,-6 0 0,0 1 0,0 0 229,0 4 0,-4 9 258,-1 5-503,0 4 1,5 10-663,0 10 0,0 9 386,0 14 138,0 1 0,0 4 0,2 2 0,1-1 0,2 1-46,-2-3 1,-2-2-136,-1-2-190,7-6 1,-6 4-1,4-6 1,-3 1-3480,-2-1 2349,0-7-957,0-1 1,1-12-2130,4 0 4534,-4-6 0,18-24 0,7-11 0,-3-2 0,1 1 0</inkml:trace>
  <inkml:trace contextRef="#ctx0" brushRef="#br0">5432 16591 8327,'0'-8'7374,"0"1"-6663,0 7 0,-2 0 251,-3 0 0,4 2 0,-4 3-60,3 4 1,2 5-217,0 5-570,0-3 1,0 9-1,0-4 1,0-1-1,2 3 37,3-1-255,-4-5 1,12 4 0,-4-7-102,4 0 1,1 0 0,0-1 0,2-4-346,3-4 1,3-3 177,7-2 348,-1-7 0,1-2 0,-2-10 1,-2-5-1,-3-1 867,-2 1 0,3-3-239,-9 4-294,3-4 1,-15-2 0,1 3 0,-6 0 0,-8 3-1,-7-3 1,1 7-318,-7 5-378,-6 0 0,0 12 0,-3-2 0,3 2 0,2 4-822,-1 2 0,1 4-1565,-1 6 1998,7 1 1,2 0 0,7 3 0,3 1 0,6 0-3491,2 1 4262,2-4 0,25 24 0,7-2 0</inkml:trace>
  <inkml:trace contextRef="#ctx0" brushRef="#br0">6071 16733 8127,'0'-10'0,"-1"1"3674,-4-2 0,2 4 555,-7 3-3149,7 2-1031,-9 2 1,8 5 0,-3 1-118,0 2 1,3-3-748,4 4 0,0-4 29,0 4-141,0-5 0,1 0-57,4-8 603,3-4 461,0-6 1,-2-1 0,-4 3 0,1 1 0,1 1-449,0-1 0,-3 3-616,-1-1-649,0 6 1633,-6-4 0,-8 45 0,-8 10 0</inkml:trace>
  <inkml:trace contextRef="#ctx0" brushRef="#br0">6583 16434 8149,'0'-9'5746,"0"-1"-2845,0 7-75,0-3-2426,-6 12 1,3 8 0,-5 10 0,2 1 0,1 2 157,-2 2 0,6-4 0,-5 8 0,1-3-123,0-2 1,0-1-420,5-3 15,0-3 1,0-7 0,0 0-1,0 0-137,0 0 100,0-6 70,7-1 0,-4-14 0,5-4 0,0-6 0,-2-7 199,0-3 1,1-3-92,-3-3-278,-2-3 0,4-2 0,-6 0 0,0 0 0,0 2-166,0 3 0,-1 4 515,-4 5-298,3 10 1,-6 3 0,4 8-234,-6 5 0,2 9-90,-1 8 334,6 12 1,-5-7 0,5 9-1,-2-3 1,2-2 196,1 1 1,2-1 252,0 1-250,0-1 0,0-6 1,0-3 112,0-3-36,0-2-336,0-6 0,0-3 0,2-11 0,1-7-1225,2-4 1,1-4 781,-1 2-911,-4 3-1,7-4 1,-5 4 0,4 0 1457,1 2 0,-12-22 0,3 4 0</inkml:trace>
  <inkml:trace contextRef="#ctx0" brushRef="#br0">7024 16591 7867,'0'-8'1585,"0"1"0,2 7-1373,2 0 1,4 0-1,6 0 1,2 0 0,3 0-1,5 0 52,3 0 1,-2-4-1,2-3 1,3-1-153,0-3 1,2-1 0,1-3-1,3 1-75,0 0 0,-1-5-28,-6 0 1,4-6 49,0 1 1,-2-3-1,-5-1 1,-3-1 229,3 1-244,-6-7 1,6 5-1,-6-3 1,1 1-1,-1 1 95,-2-2 0,-3-5 11,0 5-87,-8-1 1,4 6-1,-6-2 1,-2-3 146,-1-5-142,-2 3 1,0-1-84,0 3 0,-2-2 80,-2-3 0,2-3 0,-4 5 0,1-2 90,0 0 0,-4 5-174,4-5 0,-1 0 17,1-5 0,3 2 0,-4 2 0,1 1-66,1-2 1,-3-4 147,3 1-49,2-2 0,-6 15 0,5-4 0,-3 3 0,-2 1 86,-3 1 1,3-2-70,-2 7 17,1-3 0,-5 3 1,-1 1-1,1-1 1,0 0 316,0 1 0,1 4 77,4-5-382,-4 7 0,5-5 1,-6 4-1,0-1 1,-1 2 184,1 1 1,-2 2-82,-3 0-116,4-1 1,-6 6 0,7-1 0,-2 1 0,-1-1 42,-2 1 0,0 4-359,5-4 259,-1 6 1,1-8-1,0 4 1,0 1 0,-1 0-36,1 2 1,0-2 83,0 1-20,0-6 0,-1 8 0,1-5 0,2 0 0,0 0 73,3-3 0,0 4-24,-6-3-10,7 1 0,-3-1 0,5 2 0,0 0 204,-1 0 16,-4-1-251,10 1 1,-6 0-1,6 5 77,-4-2-260,4 1 99,-6 4 0,6 1 0,-3 4-302,0 4 311,-1-2 16,5 5 0,-5-9 0,1 7 0,0 1 17,3 2-15,-6 1 19,6 0 1,-5 0-1,4 0 19,-3 1 273,4-7 205,-6 4 972,7-10-1470,0 4-59,0-6 1,0-6-1,0-5 1,0-5 0,0-3-129,0 2 1,0 1 215,0 2-118,0-7 0,0 5 1,0-3-1038,0 4 861,0 7 1,2 1 205,3 7 1,-2 5 0,6 3 0,1 3 114,-2 5 0,6 0-115,0-7-31,0 4 1,8-5 0,-3 4-1,5-2 1,1-4-224,-1 0 0,3-4-146,-3 3 271,2-4 1,1-6-1,-3-1 1,-3-2-1,-2-1-998,-1 1 0,1-3-1152,-4 6 1509,-1 0 0,0 5 1,0 2 821,1 3 0,9 24 0,4 13 0,2 4 0,1 1 0</inkml:trace>
  <inkml:trace contextRef="#ctx0" brushRef="#br0">5531 17870 8025,'0'8'2760,"0"-2"-2180,0-6-1544,0 0 1,-19-6-1,-5-2 1</inkml:trace>
  <inkml:trace contextRef="#ctx0" brushRef="#br0">2744 18211 8084,'-14'-6'-62,"5"4"0,-1-4 0,-1 1 2115,-1 1-821,4-8 1,0 11-673,3-4 1,10 4 0,0 1 0,6-2 78,3-3 1,5 2-546,0-6 1,6-1-1,-3-4 1,2-2-44,0-3 1,-1 2-69,6-7-129,-1 0 1,1-4 0,-3 0 0,0-2-1,-4-2-415,-2-1 1,2-5-118,-7 5 526,2 0 1,-15 3 0,2-1 0,-2 3 0,-4 6-88,-2 5 0,-4 4 532,-7 3-199,1 4 0,0 6 0,0 2 1,0 2-1,1 6 292,3 3 0,-1 2-75,7 4-142,-7-3 1,9 9 0,-4-4-1,1 1 1,0 2 565,2-2 1,2 3-109,1-6-404,0 6 0,0-4 1,0 4-1,0-1 0,0 0 182,0-2 1,0 5-24,0-4-313,0-2 1,-2 4 0,-1-4 0,-2-1 0,2 2-62,1 0 1,2-4-289,0 1 237,0-4 1,0 0 0,0-1 0,0 0 0,0 0-281,0 1 162,0-1 82,0 0 1,0-5 0,-1-1-1,-2 0 13,-2 0 0,-2-3 44,3 4 76,2-5 0,-6 2-103,4-6 44,2 0-169,-4 0 0,7 0 0,4 0 0,4-2-85,4-2 0,1 0 124,1-5 17,-1 6 1,5-8 0,1 4 0,1-1 0,1-3-181,0-1 0,-3 2 96,5 1 156,-7-1 0,4-4 1,-7 0-1,0 0 1,-1-1 32,-4 1 0,2-2 212,-6-3-217,0 4 0,-5-6 0,0 5 0,0-1 0,-2-2 127,-3 2 1,2 6-138,-6 1 113,6 7 1,-10-8 0,5 8-160,0 4 0,2 6-25,6 7 247,0 6 0,0-2 1,0 4-1,0 0 1,0 0 118,0 3 1,1-4 177,4-2-318,-3 3 0,6-6 0,-4 3 0,4-3 0,2-2 136,-1 0 1,1-6-381,4-3 16,6-4 1,-4-1-1,5 0 1,-2-1 0,1-6-163,2-7 1,-3-2-87,5-7 212,-7 5 0,4-9 0,-8 5 1,-2-1-1,-3-1-5,-2-1 0,-1 4 107,-5 2 94,0 3 1,-2 2 0,-3 1-1,-4 4 1,-4 4 118,-1 4 1,-7 1-177,-2 0-93,-4 6 0,3 2 1,2 8-1,1 1 0,3 2-106,-3-2 0,7 4-82,0-2 20,-1 0 0,12-5 0,-5 0-108,2 0 1,4-6 147,12-3 164,-1-3 1,18-9-1,-3-2 1,3-4-1,1-3 142,1-3 1,-1 4-130,0-4 181,1 3 0,-2 2 0,-2 1 0,-3 4 0,0 4 703,0 3 0,-4 2-213,1 0-241,-3 0 0,-7 7 1,-1 2-1,-2 5 1,-3 4 151,-1 1 1,-2 4-469,0-4 53,0 0 1,0-3-1,0 1 1,0 2-169,0-1-1058,0-9 705,0 4 0,-2-12 0,-1 3 0,-2-8-454,2-5 0,2-4-122,1-1 854,0 0 0,0-7 0,1-1 0,4-1 1,3 0 2,0 3 0,4 1 86,-2 5 343,3 0 0,-4 1 1,1 2-1,1 3 556,1 2 0,2 6-342,1 4-329,-1 7 0,-5-3 1,-1 7-1,0 0 1,0 3 83,3 1 0,-3 0-355,2-5-81,-7-6 0,9 4 1,-2-4-1,2 0-837,3-3 1,-1-5 8,0-5 761,0-3 0,5-8 0,0-1 0,0-3 0,0-3 202,0-2 1,5 3 50,-5-2 42,0 7 1,-5-4 0,0 7-1,0 2 1,1 2 1127,-1 5-825,-6 4-112,4 1 0,-9 0-179,7 0 1,-7 1-205,2 4-33,-4-3 176,-1 4 178,0-6-122,0 0 0,-6 0 1,-3 0-162,-4 0 0,-1 2 135,0 2-28,-7 4 0,5 6 1,-3 1-1,3-1 0,2 0 76,0 0 1,5 5-96,-1 0-30,7 0 0,-3-3 0,6 1 0,1 2-324,4-1 1,4-9 208,10-4-70,-3-4 0,6-2 0,-4-4 0,1-4 0,0-4-215,1-1 1,-6-5 483,1 0-66,-1-6 1,-8 7 0,4-4 0,-6 2 0,-2 2 286,-2 2 0,0 2 562,0 0-426,0 6 1,0 5-90,0 12 0,0 2-68,0 13-135,0 0 1,0 4-1,0 1 1,0-1 0,0 1 281,0-1 1,0 0-274,0 1-105,0-1 1,0 1-1,0-1 1,0-1 0,-2-3 19,-2-5 1,0-4-230,-5 0 117,-7-1 0,0-6 1,-3-3-1,4-4 1,0-1-216,1 0 0,5-1 56,-1-4 95,7-3 1,-3-11 0,6 0 0,1 0 0,2 0-418,2 0 1,11-6 334,-2 1 123,10 4 0,-7-7 0,7 3 0,1-3 0,2-1-6,2-1 1,1-4-50,3 0 100,-3-6 0,9 7 0,-6-4 0,-3 1 0,-3 5-28,-3 5 302,-7-2-77,-2 11 0,-11 2 0,-8 11 280,-6 6 1,-4 5-540,-5 6 144,3 0 0,-6 5 1,5 2-1,-1 1 1,4 1 99,3-1 1,3 4-21,-1-7-196,-4 6 0,11-9 0,-2 3 0,2-3-385,2-2 1,8-2 120,6-2 181,7-4 1,2-7 0,1-4 0,3-5 0,3-2-171,3-2 1,0-2 48,-4-3 294,-1-3 1,1 0 0,-1 1-1,1 2 1,-3 2 170,-2 4 1,1 0 400,-6 9-375,-6-1 1,-2 6-1,-6 4 1,-2 5 375,-2 2 0,-1 4-3,0 3-397,0-3 1,-4 6-1,-3-5 1,0 4 0,-5-1-64,0 1 0,-2-4-186,-1-7-143,1 2 1,0-5 0,0 2-722,0-4 662,6-3-24,1-2 0,9-7 1,3-4-1,4-6 0,5-7 7,5-3 0,-1-1 306,5-1-120,-5-5 1,9-3 0,-4-5 0,4-3 0,2 0-133,-1-3 1,-6 1-126,-3 4 277,-3 7 0,-3-2 1,-4 10 140,-4 5 1,-4 14-112,-1 9 46,-6 13 1,-2 9 0,-6 6 0,0 2 0,-1 3 528,1 5 1,5-1-54,-1 0-90,7 1 1,-3 0-1,6-1 1,0-3 0,0-2 547,0-2 1,6-6-972,4-1 31,2-12 0,9 7 0,1-13 1,2-2-1,-1-3-97,3-5 1,0-3-2204,3-6 1605,-7-7 0,2 4 0,-9-5 0,-2 0 0,0 0-1257,-1-4 1,-4-1-290,-3-1 2242,-3 0 0,-40-7 0,-10-1 0</inkml:trace>
  <inkml:trace contextRef="#ctx0" brushRef="#br0">4948 17813 8071,'-14'8'0,"0"5"438,0-4 186,6-2 0,-2 4 517,10-7 0,10 1-336,13-5-789,4-6 1,2-1-1,-1-4 1,1 2 0,-1-2-17,0-2 0,13-7 0,4-2 0</inkml:trace>
  <inkml:trace contextRef="#ctx0" brushRef="#br0">5787 17941 7986,'-14'5'656,"0"0"0,-1-2 2437,1-2-2834,6-7 1,2 3-1,6-7 1,2-2-1,1-6 1,5-5-1,3-4 1,4-2 0,1-1 381,0-3 0,3-3-641,0-7 1,0 5-86,-5 0 1,-4 2 0,-2-2-1,-1 7-204,1 5 0,-5 6 81,2 6 1,-10 6 167,-4 3-46,-4 10 1,-1 4 0,2 10 0,0 5 0,3 4 181,-2 5 1,3-3 561,-1 4-416,5 2 0,-2-5 0,6 6 0,0-2 0,0-4 662,0-1 1,5 0-118,0 3-498,6-3 0,-10 5 0,4-6 1,-4-1-1,-1 0 370,0 1 1,0-2-322,0-4-272,0 4 0,0-9 0,-1 4 1,-2-2-1,-4-2-33,0-3 0,2-7-45,-5-3-65,7-3 0,-5-2 0,5-2-186,-2-3 0,1-3-1038,4-6 982,0-6 0,0 2 0,0-5 0,0-3 0,0-2-655,0-5 0,1 1 578,4-6 287,-3 0 1,10 0 0,-4 1 0,2-1-1,-1 1-89,2 4 1,6 8 356,2 1 3,0 13 0,2-6 1,1 12-1,0 2 0,-3 3 403,-3 5 1,-2 2-227,0 8-195,-6 5 1,3-2 0,-6 4 0,-2 0 0,-3-2 37,-5 1 1,-2 3 11,-8-5-289,-5-1 0,4 1 0,-5 0 1,1-1-1,-2-4-604,0-5 1,-4 3-164,7-8 562,0 1 1,5 0 0,2-2-31,2-5 1,5-6 247,10-11 89,9 4 0,4-12 0,7 3 0,3-3 0,4-1 126,0-1 0,-1-1 177,2-3-266,-3 3 0,5-11 0,-5 3 0,0-1 1,-1 1-132,-7 5 0,-6 9 104,-7 5-23,-3 3 0,-6 10 0,-1 6 1,-6 9-177,-7 9 1,-2 9 3,-7 6 302,5 0 1,-2 0 0,6 0 0,1-1-1,2-2 111,1-2 1,7-6-482,-1-3 252,2-3 0,8-2 0,4-1 1,4-3-1,5-7-8,5-6 0,3-5 84,1-7-6,7 1 0,-10 0 0,2 0 0,-5 0 1,-5-1 451,-1 1 1,-6 6-104,-1 3-118,-6 4 0,4 2 0,-7 4 364,0 5 1,-2 2-310,-3 3-377,4-1 1,-6 0 0,7 0-1,0 0 107,0 1-820,0-1 532,7 0 1,-4-6 0,6-3 0,2-4 0,2-1-437,1 0 1,2-1 92,3-4 473,-3-3 0,4-1 0,-5-1 0,0-1 0,3-2 14,1-1 1,0 0 142,-5 0-37,0 0 0,0-1 0,-1 1 0,-2 1 1,-3 2 300,-2 2 0,-1 4 21,-5-4-198,0 6 1,0-10 44,0 3-88,-6 4-182,-2 0 0,-2 6 1,1 1-1,-2 4 1,-2 3-143,-1 0 0,1 5 376,4-4-161,-4 4 0,7 1 0,-5 0 1,3 0-1,1 1 499,4-1-419,2 0 1,1 0-46,0 0 1,1-4 0,4-2 0,5 0-12,2 0 1,9-5 72,2 1-134,-2-2 0,6-4 0,-4-1 0,4-3 0,2-2-98,-1-3 1,1-2 32,-1-1 35,-6-6 0,5 2 0,-5-4 1,2 0-1,-2 0 49,-1-3 1,-1-9-119,-1-3 1,-5 0 10,0-1 1,-1-1 0,-8-7-1,-2-1-335,-1 1 0,-2 8-198,0 5 385,0 9 1,-2 10-1,-3 9 1,-4 7 70,-4 7 1,-1 2 131,0 13 99,-1 6 0,1 0 0,0 3 0,1-1 0,2-1 901,2 2 1,-1 2-212,-4-2-365,6-3 1,-3 5-1,6-6 1,2-1-1,2 2 488,1 3 1,0-8-531,0 4-237,0-4 0,1-1 0,2 0 0,4-1 0,-1 1 257,0 0 0,-1-5-294,-5 4-44,6-5 0,-4 9 0,4-5 0,-1 1 0,0 1-180,-2 1 0,3 2 17,-1 2 93,6-7 0,-8 3 0,5-6 0,0-2 0,0 1-173,3 1 1,-3-8 126,1 3-47,1-9 1,4 3 0,0-5 0,-1 0-137,-4-5 0,4-4 151,-3-8 158,-4 0 0,5-2 0,-5-3 0,1-3 1,-1-2-23,-3 0 0,-1-4-299,-2-5 221,0 0 1,0 4 0,-2-1 0,-3-2 0,-4-1-440,-4 2 1,-7 2-269,-4 6 566,-3 2 1,-1 7 0,-1 1 0,2 4-1,2 4-118,1 3 0,7 4 430,-2 3-50,3 3 1,7 4-1,1-1 1,2-1-31,2 1 1,9-5-113,5-1 74,2-4 1,9-1 0,3-1 0,4-4 0,4-4-369,1-4 0,5-6 172,-5 0 131,0-6 0,0 7 0,0-5 1,-1-1-1,-4 0 11,-4 1 1,-3 5 151,-7-1 350,-6 4 794,-2 0-620,-6 7-400,-6 8 1,3 10-1,-5 7 1,1 4 0,4 1 446,2 3 0,-4-3-352,0 2-148,0-7 1,5 9 0,0-6-1,0 1 1,2-1-3,3-2 0,-4-7-274,4-2 1,3-6-88,1 2 0,4-3 0,1-4 0,0-3-444,1-4 0,4-5-16,0-5 494,0-3 1,-4-7 0,3 1-1,2-1 1,1 2-215,-1 4 1,4 1 476,-5 3 62,0 3 0,-5 0 0,0 8 222,1 2 1,-7 7-16,-4 9-176,-2 9 0,-2-2 1,0 7-1,0 0 0,-2-1 281,-2 1 0,-3-2-155,-2 2-269,-4 3 1,7-11 0,-5 1-1,3-4-720,1-4-46,-4 0 524,10-1 0,-5-3 0,7-10 0,4-4 0,4-5-1087,4-5 1172,1-3 0,5-7 1,2-1-1,-1-1 1,2-3-130,0 3 1,-3-1 12,5-1 463,-7 9 0,2-7 1,-8 12 395,-1 1 1,-8 9-407,-2 4 1,-12 16-1,-6 8 75,0 6 0,2 4 20,2-1-183,0 1 0,1-1 1,2 1-1,3-1 0,2-1 443,3-3 1,3 1-450,5-6 0,2-2-259,8-7 0,5 1 0,4-6 0,3-4-247,1-4 1,-4-5-1465,0-6 1353,-1 0 1,-1-1 0,-4 1 0,-6 0 0,-4 0-1407,-1 0 0,-3 4 1901,-4 1 0,-38 12 0,-9-2 0</inkml:trace>
  <inkml:trace contextRef="#ctx0" brushRef="#br0">8318 17614 7959,'-2'-9'502,"-1"-1"0,-3-1 2662,-2-2-2562,5 6 0,-4 2 1,9 8-1,1 5 0,2 3 1,0 5-1,-1 0 2606,1-1-3040,0 0 0,0 4 1,-1-1-1,-1 0 1,-1-2 119,-2-2 1,0 0-367,0 0 0,0-4 1,0-1-1310,0 2 722,0 2-112,0-5 0,-5-3 0,1-12-150,0-7 1,9-2 777,5-7 168,2-1 0,7-9 0,2 0 0,-1 3 0,2 3 350,1 3 1,-5 7 891,6-2-884,-6 3 1,2 8 0,-6 3 0,1 5 0,-3 5 524,-2 4 1,1 9-247,-7 1-456,1 6 0,-5-4 0,0 4 0,0-1 0,0-1 32,0-1 0,-5-1-130,1-7-744,-7 0 0,7 1-1931,-5-1 2048,0-6 166,1-8 0,3-10 1,10-7-1,4-4 1,4-2-198,1-7 0,5 1 939,0-4-262,6 3 0,-4 3 0,4 3 0,-3 5 0,-1 4 801,-4 0 0,-1 8-346,-2 2 1,-5 5-201,1 5 0,-7 4 1,2 10-1,-4 3 139,-1 0 1,0 5-155,0-3-317,0-4 0,0 6 0,0-8 1,0 0-540,0-2 1,0-7 115,0 1-249,0-7 1,2 3-1,1-7 1,5-4 0,3-6-238,5-7 1,3 1 656,0-7 112,3-6 1,11 0 0,-1-3 0,-4 3 0,-3 2 64,1-1 0,-4 6 485,2-1 1,-9 11 103,0-1 1,-1 9-137,-5 0 0,2 5-256,-1 5 38,-4-3 0,-1 10-134,0-2-53,-1 3-542,-4-6 205,0 0-141,0-7 330,-6 0 1,3 0 0,-7 0 0,-1 1 0,-3 3-167,-5 0 1,2 7 459,-7-1-78,7-4 1,-5 11 0,4-2 0,-1 0 0,2 1 168,1-2 0,7 2 78,-1 3-271,7-3 1,-3 5 0,7-7 0,4-2-156,4-2 0,9-4 42,1-6-9,0 0 0,0-1 0,1-4 0,1-5 0,-1-2-243,-2-2 0,2-5 213,-1 0 221,0 0 0,-9 0 0,-3 0 0,1 1 799,0 3-472,-5 0-246,4 8 0,-7 2 0,0 10 136,0 4 1,-5 5 65,0 5-283,1-3 1,4 6-1,0-5 1,0 2-1,0-1-22,0-2 1,1-2-155,4 0-148,-4-6 0,12-2 1,-3-6-1,2 0 1,2 0-378,1 0 0,4-6 274,0-4 42,6-9 0,-8-1 1,5-5-1,-1 1 1,-4-3-399,-1-4 1,-2-4 173,0-3 381,1-3 0,-7 0 0,-4-7 1,-2 3-1,-2 2 13,0 5 288,0 10-106,0 7 0,0 15 0,0 7 0,-2 12 505,-2 9 0,0 10 525,-5 1-782,6 6 1,-8-2-1,6 4 1,0-2 0,0-3 637,1-1 0,-1 3-649,5-5-238,0 0 0,0-6 1,2-3-1,1-3 1,3-4 34,2-3 0,3-3-96,8-11-471,-3 0 0,6-1 0,-3-4 0,3-6 0,2-5-579,-1-3 1,-5-6 470,1 1 403,3-3 0,-5 4 0,5-1 0,0 0 0,-1 2-128,0 3 1,-3 0 286,-3 5 1,-6-2 267,1 11 1,-6 1 191,6 4 1,-7 1-198,2 4-56,-4 3 0,-1 1 1,0 1 266,0 1-320,0-5 29,0 1 1,-1-7-1,-4 0-176,-4 0 0,1 0-554,-2 0 408,1 0 0,-6 0 1,1 0-1,0 0-93,0 0 1,0 4 272,-1 1-78,7 6 1,-3-3 0,5 5-1,0-2 1,-1 0 213,4 5 0,2-2-6,1 5-128,0-4 1,6 0 0,5-1-1,5-1 1,4-2-60,3-2 1,0-6-14,6 2-101,-7-3 1,6-6 0,-1-3 0,5-9 0,-1-5-219,-1-4 1,-3-4 182,-3-4-6,3 3 0,-12-11 0,3 3 0,-5-3 0,-6 0-156,0 3 0,-3-3 408,-4 3 105,0 10 0,-6 3 330,-3 15 1,-2 12-380,1 12-46,-3 6 1,10 14-1,-5 0 1,1 3-1,0 1 807,1-2 1,1-1-222,5-7-553,-6 7 1,4-7-1,-2 2 1,2-6-1,2-3-386,0-4 187,0-1-368,0-8 0,2-4 0,2-8 0,6-7-146,2-7 0,4 1 135,3-7 338,-3 0 0,4 2 0,-5 3 1,-1 4-1,0 0 218,0 1 0,-4 6 412,-1 3-268,-6 4 1,10 2-1,-5 4 348,0 5 1,5 2-121,-4 3-316,-3-1 1,7 0 0,-5 0 0,1-1 0,1-2-32,1-2 1,2-5-188,1 0-159,-6-2 1,4-2 0,-2 0 0,1-2 0,-2-4-1620,-4-8 0,1-2 283,-1-8 632,0 7 1,-5-12-1,-2 3 1,-2-6 904,-6 0 0,-28 2 0,-12-1 0,-5-3 0,1 0 0</inkml:trace>
  <inkml:trace contextRef="#ctx0" brushRef="#br0">9370 17415 7959,'-14'0'0,"-1"0"2036,1 0-1359,6 6 1,4-4-1,10 1 1,8-4 893,8-4 0,11-8-658,5-1 0,-1 0-1033,1-5 0,0 3 0,3 2 0,-3 0-920,-5-1 0,-5 6 721,-4-1 365,-4 7-46,-5-3 0,-33 25 0,-7 5 0</inkml:trace>
  <inkml:trace contextRef="#ctx0" brushRef="#br0">24128 7833 7820,'-14'0'-411,"0"0"526,-1 0 0,1 0 0,0 0 1,0 0-1,-1 0 311,1 0 1,0-4 0,0-1-1,0 2 1,-1 1 821,1 2 1,5-5-659,-1 1 1,5-1 306,-4 5-481,6 0 1,-2 0-208,10 0-65,3 0 0,7 0 0,4 0 0,5 0 0,3 0 284,1 0 1,1 0-116,-1 0-220,1 0 1,-2 0 0,-2 0 0,-3 0 0,-1 0 43,-4 0 0,-1 0 36,-2 0-48,-6 0 0,0 0 59,-4 0 0,-8 0 248,-1 0-384,-12 0 1,-6 5 0,-5-1-1,-2-1 1,-3 1-95,-5 0 0,2-2-69,-2 3 31,0-4 0,1-1 1,4 0-1,3 0 1,3 0-174,4 0 1,7 0-135,6 0 195,7 0 1,-1 0 0,10 0 196,8 0 1,8 2 138,11 3 3,4-4 0,5 5 1,1-6-1,-2 0 1,-1 0 290,-3 0 1,-5 5-58,1 0-221,-3 0 1,-3-5 0,-3 0 70,-5 0-203,-10 6 51,-2-4 1,-9 4 0,-4-6 306,-9 0 0,0 0-137,-9 0-428,0 0 1,-6-2 0,-1-1 0,-4-2 0,0 1-1160,0-3 0,2 6 360,5-4 262,-1-3 1,7 7 0,3-4 0,3 3-2238,2 2 2223,0-6-1694,6 4 2428,2-4 0,18-13 0,4-5 0</inkml:trace>
  <inkml:trace contextRef="#ctx0" brushRef="#br0">23701 7449 7941,'-7'-6'160,"0"3"1,6-7 607,-4-1 0,3 3 261,-2-1 1,2 0 495,2-6-938,0 7-154,0 2 1,0 8 1131,0 2-806,0 4-552,0 7 1,0-1 0,2 0-1,1 2 1,3 1 480,2 2 1,1 5-243,6-5-311,-1 6 0,2-8 0,1 7 0,4 0 0,-1-1 206,1 1-1,2 0-343,-4 4 47,7-6 0,-9 4 1,5-7-1,-1-2 1,-4-1-25,-1-2 0,-7-1-158,1-4-55,-7-3 487,3 1 0,-7-12 910,-4 0-1035,-3 1 0,-6-14 1,-2 4-1,-1-2 1,-4-1-403,-1-2 1,-2-3 28,-4-7 6,6 7 0,-5-5 0,3 4 1,-1-6-1,0-2-570,1-3 1,2 1 197,-2 5 476,-3-1 1,11 6-1,-4 1 1,1-1 0,0 3-36,2-1 1,1 2 230,2 5-62,-1 0 1,6 0 0,-1 1-1,1 2 350,1 2-110,2 5-281,6-2 0,0 8 0,1 2-363,4 6 0,5-1-9,8 6 558,-2-4 0,5 11 0,-5-5 0,1 4 0,2 1 432,-2 3 0,4-3-173,-2 2-316,0 0 1,-5-1 0,0 1 0,0 0 0,1-1 148,-1 1 1,0-5-276,0 5-24,1-7 0,-1 4 0,-2-7 0,-2 0 0,-4-1-77,0-4 179,-4-2 415,4-1 1,-6-6 157,0 0 0,-1-5-158,-4-4-579,-3-4 0,-1 4 0,-2-10 0,-4-4 0,-2-2-879,0-3 0,-1 1 290,-1-11 167,4 6 0,-11-9 0,6 5 0,-1-2 0,-1 2-262,0 1 1,0 2 899,-2 4-167,4 7 0,5 2-136,1 6 0,6 7-355,4 7 565,8 7 1,4 8 0,6 4 0,2 5 0,3 3 783,5 1 1,3 2-13,1 3-604,1-3 0,-3 10 0,0-7 0,-3-1 0,3-1 386,1 2 1,-1-3-68,-2 4-417,3-4 0,-13-3 1,2-4-1,-5-4 1,-2-3 30,-1-2 23,-1 0-626,-7-6 132,0-1 254,0-7 680,0 0 1,-5-2-461,0-3 1,-1 2-423,1-6 45,4 5 1,-10-8 0,4 2-402,-1-2 1,5 2 228,-2 1-60,-3 6 0,7-5-53,-4 3 0,2 3 159,-2-2-449,4-4-156,-6 6 1314,7-4-248,0 6 0,2 1 0,3 4 550,4 5-85,4 2-344,1 3 1,-4-6-1,-1 0 216,2 3 0,-5-5-252,-1 3 221,3-7 0,-6 5 470,2-3-542,-2-4-200,-8 12 1,-2-12 0,-8 4 0,-3-3 0,-5-1 18,-3 4 1,-1-3 67,0 2-317,-7-2 1,-2 3 0,-5 0 0,-1-1 0,-1 1-64,-4 0 1,4 1 34,-3-1 79,-4-4 0,4 6 0,-2-7 0,8 0 0,3 0-280,2 0 0,4 0 7,-1 0 238,9 0 0,-1 0 0,6 0 0,3-2-213,5-3 177,5 4-103,6-6 90,0 7-487,0 0 504,6 0 1,-3 0 221,7 0-79,-1 0 0,5 0 0,1 0 0,0 0 0,4 0 45,5 0 0,3 0 320,1 0-278,7 0 0,1 0 1,9 0-1,2 0 1,4 0 76,-1 0 1,5 0-291,-2 0 89,2 0 0,0 0 0,-3 0 1,-6 0-1,-8 0 89,-10 0 0,-5 0-59,-9 0 219,-6 0 1,-4 0 456,-8 0 0,-4-4 1,-6-1-588,-7 0 0,-1 4 1,-8-2-1,-3-2 1,-5 0-254,-3-1 1,-2 4-906,0-3 830,1-3 1,-6 7-1,-1-4 1,0 2-1,0 0-524,4-2 0,0 0-107,3 5 655,5 0 0,9 0 0,9 0-326,3 0 279,8 0 103,8 0 0,8 5 1,6 0-1,2-2 0,2 0-8,1 2 1,1-4-16,-1 4 134,3-3 1,7-1 0,-2 3 0,-2 0 0,-2-1-583,3-1 1,-1 0-475,-1 2 647,3-2 0,-10 4 0,5-6 0,-1 2 0,-4 1-1128,-1 2 1,-4 1 124,-2-1 715,3-4 720,-6 12 0,1 1 0,-1 8 0</inkml:trace>
  <inkml:trace contextRef="#ctx0" brushRef="#br0">23943 7876 7941,'14'0'-117,"-4"0"1,-1 0 194,2 0 1,-3 0-420,2 0 112,-7 0 1,3 1-436,-6 4 626,0-3 1,-1 4 320,-4-6 1,2 0 731,-7 0-615,7 0 273,-10 0 1,12-1 0,-5-3 2573,-1 0-2273,6-1 143,-6-1 0,6 4 24,-4-3 1,2 4-511,-7 1-327,7 0 1,-9 1 0,2 4 0,-3 4 440,-1 4 0,0 1-220,0 1-388,0 5 1,-5 2-1,-2 8 1,-1 2 0,-3 3 253,-2 1 1,-2 0-45,1 2-258,-7 3 1,5-6 0,-3 3 0,3-5-1,3-3 31,3-2 0,-1-4 16,6 0 1,-3-7-83,8 2 1,-3-3-74,7-2 0,4-4 54,1-1-317,3-6 13,2 4 1,2-9 222,3-3 9,-4 4 0,7-7 1,-3 3-1,4-4 1,6-4-147,4-1 0,-2-2-553,7-3 489,-7-3 0,8-7 1,-4-1-1,-1-1 1,3-4-610,-1-1 0,0-4 126,1-7 603,4 3 1,-11-5-1,3 6 1,-3 2 0,-2 5 47,0 7 1,-4 4 120,-1 11 755,-6-4 903,4 17-1142,-7 1-411,0 8 0,-5 6 1,-1 0-1,-2 0 1,-3 2 221,-2 3 1,-1 3 360,0 7-499,-1 5 1,1-4 0,-2 5-1,-1-2 1,-2 0 416,2-1 0,1 3-428,2-2-143,-7 0 0,5 0 1,-3 1-1,4-3 1,0-2-195,1-6 0,0 3 51,0-8 70,-1 1 0,1-4 0,0-3 0,1-1 1,2-3-174,2-1 138,6-3 44,-4-4 336,7 0-989,0-6 457,7-2 1,-4-6-1,6 0 1,2-2-1,4-2-427,4 0 1,-2-13-910,7 3 1133,-1-4 1,6-2-1,-1-3 1,1-1 0,-1 1-383,1-3 1,-1 1 749,0 1 94,-5 3 1,-3 11 279,-6 1-398,-6 11 110,-1 0 1,-9 18 0,-1 4 0,-4 4 0,-2 5 513,-7 5 1,2 4-155,-5 5-54,3-3 0,-3 10 0,-1-7 0,-1 0 0,-1 0 404,0 0 1,3 0-365,-5-4-278,7-1 0,-8 1 0,4-1 0,1-1 0,-1-3 213,4-5 1,6-3-116,1-2-72,1-6 0,-6 3 49,1-7-192,6 1 133,2-5 1,6-1 0,2-4-223,2-5 1,4-4-142,6-5-209,1 3 1,0-10 0,4 0-1,5-4 1,3-6-1245,1-5 1,1 1 516,-1-7 945,1-4 0,-1 6 0,1-6 0,-1 4 0,-1 6-31,-3 6 1,-4 6 69,-6 6 22,-6 2 399,-1 13-102,-7 8 1,-2 8 0,-3 8 0,-4 3-1,-4 5 526,-1 2 1,-5 5 379,0 2-782,-6-3 0,7 11 1,-4-5-1,0 0 1,2-1 404,-1 0 1,2-3-266,5 5-342,-7-5 0,7-2 1,-2-8-1,5-1 1,2-4-110,1-1 0,0-4 60,3-2-167,4-4 0,-6-7 150,7-4 0,2 2 83,3-7 68,-4 7 0,5-9 0,-4 2 0,1-3 0,4-2-590,0-4 1,3-5-1175,4-9 1197,0-4 1,2-7-1,3-2 1,3-3-1,4-3-752,2-6 0,-3 7 534,8-1 418,-3 6 0,-1 12 0,-2 5 0,-2 10 0,-3 8-542,-1 6 820,-9 4-130,1 1 1,-12 6 0,4 4 0,-3 2 0,-4 3 405,-3-1 1,-2 2 29,-8 3-66,1 3 0,0 6 0,0 0 0,-2 3 0,-1 0 541,-2 2 0,0 0-325,4-4-296,1-1 0,-5 5 0,0 1 0,0-3 0,0-1 200,0-1 0,-1-2-321,1-4-56,3 4 0,-4-11 1,7 3-1,2-3 0,1-2-3,-1 0-49,5-6-698,0-2-1854,6-6 1616,0 0 210,0-6 0,1 3 0,4-5 0,3 0 0,1 0-1791,1-3 1,-1-8 1084,6-5 972,-1-2 1,0-3 0,2-1 0,1-3-1,4-3-962,1-1 0,-3-4 1417,5 3-28,-7-3 1,8-1-1,-6-1 1,-2 0-1,-2 2 28,-6 3 0,-2 8 647,-7 7 79,0 5 1,0-2 742,0 5 0,-2 8 808,-3 2-1420,4 3 1,-7 2-1,3 0 334,-5 0 0,-1 2-544,2 3-331,-4-4 1,5 5 0,-7-4-1,-3 1 1,-2 2 457,-2-2 1,-2-1-444,-5-2-280,-5 6 0,-3-4 0,-7 2 0,-2-2 1,-1-2 48,1 0 0,-4 5-280,-3-1 106,-2 1 0,5-5 1,2 0-1,4 0 1,1 0-380,1 0 0,1 0-71,3 0 387,3 0 1,8 0 0,2 0 0,3 0-335,1 0 320,2 0 83,11 0 1,4 0-299,8 0 1,-1 0-69,7 0 395,-1 0 0,7 0 0,3 0 1,5 0-1,4 0 47,5 0 1,5 0 601,10 0-460,-4 0 1,11 0 0,-1 0 0,6 0-1,6 0 290,4 0 0,6 0-292,0 0-100,-1 0 1,-4 0-1,-1 0 1,-7 0-1,-9 0 133,-10 0-105,-17 0-99,0 0 0,-21 0 1,-6 0 392,-8 0 1,-9 0 84,-2 0-672,-6-6 0,1 4 1,-9-3-1,-5 4 1,-3 1-1284,-2 0 1,0-2-312,1-2 1264,5 2 0,-2-4 0,6 6 0,1 0 0,2-2-1068,2-3 0,4 2-476,0-6 1418,7 6 0,3-10 673,9 3 0,29-21 0,7-7 0</inkml:trace>
  <inkml:trace contextRef="#ctx0" brushRef="#br0">23417 7250 7970,'-8'-20'1,"-3"2"-1,6-5 0,-6 4 0,3-3 0,-1 0 913,-1-1 0,6 6 18,-6-2 210,1 3 0,-1 2 534,1 0-1311,6 6-357,-4 8 1,15 9 0,5 12-1,6 6 1,3 6 795,3 3 1,-3 2-181,2 5-421,0 0 1,4-1 0,2 2 0,2 2-1,1 2 319,-1-3 0,-2 0-387,-2-3 19,0-5 0,4 1 1,-2-10-1,-5-6 354,-3-4-603,-3-11 92,-11 0 1,-1-9 0,-7-3 0,-2-2-386,-3-1 1,-1-5 84,-4 4-720,-2-4 0,9 0 0,-7 2 0,-1 3 1,-1 2 1023,-3 3 0,-24 8 0,-7 2 0</inkml:trace>
  <inkml:trace contextRef="#ctx0" brushRef="#br0">24128 7990 7899,'-10'-15'42,"1"1"0,-2 0 1,-2 0-1,-1 0 290,0-1 1,0 3 0,-1 1 0,0 3-1,-3 0 1,-1 2 525,2-1 1,6-2 0,1 4 1169,-1 2-631,5 1-1264,0 2 1,17 0-1,5 0-21,4 0 0,5 0 240,9 0-123,-4 0 1,4 0 0,-5 0 0,-1 0 0,1 0 192,-1 0 1,-1 0-258,-3 0-24,2 0 1,-10 0-1,3 0 531,-3 0-385,-8 0-173,-2 0 0,-7 0 0,-4 0 0,-5 0 0,-4 0-186,-5 0 1,-3 0 10,-6 0-96,-7 0 1,0 0 0,-4 0 0,2 0 0,1 0-231,0 0 1,4 0 135,-1 0 173,3 0 1,3 0-1,3 0 1,5 0-462,4 0-100,7 0 577,8 0 0,14 0 0,11 0 0,8 0 0,8 0 427,5 0 1,6 2 502,-4 3-703,-1-4 1,-10 5 0,-4-6 0,-5 0 0,-4 0 159,-5 0 1,-8 5-249,-2 0 173,-6 0 1,2-5-1,-10 0 1,-6 0-295,-6 0 0,0 0-159,-7 0-400,-6 0 0,2 0 0,-3 0 1,6 0-1,2 0-1133,0 0 0,-2 0 1033,6 0-132,0 0 1,5 0 0,1 1-1,2 2 1,2 4 834,-2 1 0,-2 7 0,-1 8 0</inkml:trace>
  <inkml:trace contextRef="#ctx0" brushRef="#br0">22209 5928 8282,'0'-14'-152,"0"5"1,0-1 0,0-1 1301,0-2-934,-7 5 0,-1 1 0,-6 3 0,-2 0 0,-1 1 1,-4 1-1,-1 2 474,-3 0 0,-2 0-437,-1 0 1,-1 5 0,2-1-1,2 0 61,1-3 1,2 4-1,-1 0 1,4-1 120,3 3 0,2-1-267,-1 3 1,1 4 0,0-3 0,0 1 82,0-2 1,4 4 194,1-4-299,-1 4 0,1 1 0,1 0 1,0 2-1,2 1-32,-1 2 0,-2 2-253,4-2 80,-6-3 0,9 6 0,-2-5 1,4 4-1,4-1 0,6 1 0,-1-1 8,6-1 86,-4-3 0,9 9 0,-6-4 0,1-1 1,-1 1 42,0-4 1,5 4 147,0-2-182,0 0 0,-3 0 0,1 0 0,2-2 0,0-1 68,2-2 1,1 0-9,6 1-55,1-1 1,5-5 0,4 1 0,3-1 0,2 1 217,0-1 0,1-6-50,3 2-92,-3-3 1,5 2 0,-8 1 0,-3-2 0,-3-1 108,0-2 1,-2 0-38,10 0-135,-10 0 1,14 0-1,-9 0 1,3 0-1,2 0 101,0 0 0,-2-2-102,-3-2 46,-4 2 0,-7-4 1,-2 4-1,-2-1 311,-3-2 1,-1-4 164,-5 4-365,-6-6 1,5 8-1,-4-5 1,2 0 0,0 0 622,-1-3 0,-5 3-43,4-1-522,-6-1 1,5-4-1,-5-2 1,2-3-1,-3-5 70,-6-2 1,1-9-348,-6-3-8,-7-3 0,-1-3 0,-7-2 0,-1-2 0,-2 3-211,-2 0 1,-1 8-504,-3-1 521,3 6 1,-9-3-1,4 8 1,-1 4 0,-4 4-357,-1 3 1,-10 2-442,-5 0 436,-1-1 1,-5 6 0,8 1 0,4 0 0,1 2-1483,3-1 0,8 3 1116,5 4 116,9 0 1,-1 1 0,6 6 0,2 5 0,2 7 811,6 3 0,9 2 0,8 4 0</inkml:trace>
  <inkml:trace contextRef="#ctx0" brushRef="#br0">23545 6113 8188,'0'-14'2523,"0"0"-1653,0 6 173,0 1-1070,0 7 1,0 2 0,0 3 61,0 4 1,0 4 32,0 1 0,0 2 24,0 3 1,0-2 0,0 7 0,0 0 102,0-2 1,0 5-48,0-4-35,0 4 0,0 3 1,0 2-1,2 1 0,1-2 93,1-1 1,1-1-189,-5-1-6,0 1 0,0-1 0,2 1 1,1-3-1,2 0 112,-2-3 0,0 1-6,2 5-103,-4-7 1,6 3 0,-7-4-1,0 1 1,0 1 46,0-1 0,0 4 13,0-7-72,0 6 0,0-3 0,0 5 0,0-2 1,0-1 70,0 1 1,0 0 6,0-1-57,0 9 1,0-14 0,0 10 0,0-4 0,-2-1-2,-3-1 1,4 1 35,-4 4-56,3-5 1,2 2-1,0-5 1,0 2 0,0 2 0,0-2 0,0 4-131,0-7 117,0 6 0,2-5 0,1 6 0,2-4 1,-2 0-16,-1 0 1,-2-3 69,0 5-23,0-1 1,0 1-1,0-2 1,0 0 0,0-1 187,0-1 1,0 6-182,0-3 41,0-2 1,0 6-1,0-4 1,0 3 0,-2-1-19,-3-1 1,4-1 39,-4 6-94,3-1 0,2 1 0,0-3 1,0 0-1,0-3-16,0 3 1,0 1 119,0 1-88,0-6 0,0 3 1,0-4-1,0-1 1,0 3 36,0-1 1,0-3-58,0 4 7,0-5 1,0 2 0,0-4 0,0 1-1,0 2 24,0-1 0,0-1 17,0 2 10,0-3 1,5 9 0,0-6 0,-2-2 0,-1 1 50,-2 1 1,0-3-33,0 3-54,0-4 0,0 1 1,1 1-1,2 2 1,2-1-11,-2-2 0,-1-2 50,-2 0-84,0 0 0,0 0 0,0 1 1,1-1-1,3 0 40,0 0 0,1 1 301,-5-1-298,0 0 1,0 0-1,0 0 1,0 1 0,0-1 21,0 0 1,0 0-39,0 1 14,0 5 1,0-4 0,0 3 0,0-3-1,0-1-13,0 4 0,0-3 18,0 3 36,0 3 1,-1-4 0,-3 4-1,0 0 1,0-2 150,3 1 1,-1 4-106,-2-1-42,2 3 1,-4-4 0,6 1 0,0 1 0,0 1 40,0-3 1,0 4-300,0-3 223,0-4 0,0 6 0,0-6 0,0 1 1,0 1 0,0 0 0,0-5-98,0 2 68,0-3 1,0-2 0,0 1 0,0-1 0,0 0-100,0 0 18,0 0 31,0 1 0,4-1 1,1 0-1,-2 0 0,-1 0-134,-2 1 121,0-1 69,0 0 0,-2 0-26,-2 1 0,0-3 182,-5-2-62,6-4 1,-5-4 0,3 1 10,-4 1 0,1 1 165,-2-5-250,1 0 1,-2 0-1,-2 0 1,-3 0 0,-1 0 28,-4 0 1,-5 0-36,-8 0-40,1 7 1,-2-6 0,-2 4 0,-6-4 0,-3-1-31,-1 0 0,-1 0 58,6 0 74,-1 7 0,-1-6 0,-2 4 0,-3-2 0,0 0 202,0 2 0,-3 1-60,4-1-180,-12-3 1,13 6 0,-8-5 0,3 3 0,3 0 148,0 1 0,-5 2-253,2-4 52,-3 6 0,2-8 1,1 5-1,-3 0 0,-3 0-20,-4 3 1,-4-3-156,4 1 138,-6-5 1,3 8 0,-6-4-1,0 2 1,0-1 21,0 2 0,0-3-1,0 1-7,6-5 0,0 7 1,5-7-1,-3 1 1,-2 0 29,-3 0 0,5 4-17,1-4 93,-2 0 0,10-1 0,-3 1 0,2-2 0,1-1 43,2-2 0,3 0-74,6 0-54,-6 0 1,7-5 0,-2-1 0,6-1 0,1-1 11,1 1 0,3 2-226,-5-5 182,6 7 1,-9-8 0,3 6 0,-3 1-1,-1-1-324,-1 0 0,0 0 210,1 5 101,-1-6 1,2 5 0,0-6 0,1 3 0,1-1 45,4 2 1,3-1-8,4 0 41,0 2 0,-6-9 0,3 6 1,2 1-1,4-1 146,0 0 0,-2-6-80,-1 2-200,5 2 0,1-5 1,5 4-1,-2-2 1,0 1 48,-2-2 1,10-2 353,-3-1-214,3 0 0,-3-1 0,0 1 0,-1 0 0,1 0 129,0 0 1,5-2 198,-1-3-237,7 3 0,-5-11 0,5 3 0,-2-2 0,2-3 116,1 1 0,2-2-66,0-3-272,0 3 1,0-5 0,0 6 0,0 3 0,0-1-280,0-2 1,-4 4 1,-1-8 142,-6 3 1,9 1-1,-4 1 1,1-2-1,-1-2-385,-2-1 0,3-6 48,-4 1 401,6-3 0,-10-7 0,5 1 0,-1 1 1,1 2-271,1 1 0,-2-4 297,4-1 53,-6 7 0,8 0 1,-5 3-1,2-4 1,3-6-39,1-4 0,-3 2-17,1-2 85,-1-1 0,0-3 1,-1-1-1,-1 0 1,1 0-96,3 0 0,0 7-44,-2 2 189,3-2 0,-4 7 0,6-1 0,0 6 0,0 3 311,0 3 1,0 4 38,0 4-216,0-3 1,0 7-1,0-5 1,0 1 0,0-1 91,0-2 1,0-3-124,0-3-66,0 3 0,0-13 0,0 2 1,0-6-1,0-4 57,0-3 1,-6-6-446,-4-1 228,4-7 0,-5 11 0,6 0 0,2 8 0,0 5 141,-2 1 0,4 4 0,-4 6-55,3-1 0,2 12 1,0-6-1,0-1 1,0 3-128,0 2 0,0-3 124,0 3-87,0 4 0,0-7 0,0 3 0,0-4 0,-1-4-160,-4-1 1,3-6-111,-2 1 270,2-3 0,2-2 1,-2 0-1,-1 1 1,-1 1-61,0 3 1,-2-2 178,1 7-70,1 6 0,-1 7 0,0 5 350,2 1-40,-5 6-97,6-4 1,-4 8-67,6-5-68,0 6 56,0-10 1,0 10 0,0-6 153,0-3 0,0 5-74,0-3 93,0 7 0,0-10 227,0 4-584,0 2-6,0 1-2,0 0-474,6-2 382,-4 0 0,11 0 1,-4 5-1,4-2 1,1 1-305,0-3 0,7 4 313,2-6 162,4 5 0,2-7 0,1 7 0,3-1 0,5 0 9,3 0 0,6-1-66,1 1 158,5 4 0,-2-10 0,6 6 0,0 0 0,-2 0 116,-3 1 0,-1-1-102,-4 5-87,-9-6 0,5 4 0,-12-3 0,4 4 0,1 1 8,4 0 0,1 0 80,2 0-71,-1 0 0,1 0 0,1 0 0,2 0 0,1 0 135,-1 0 0,-2 0 56,-1 0-183,0 0 0,4 1 1,0 3-1,-1 0 1,0-1-41,1-1 0,4 0 92,6 2-80,0-2 1,-5 4 0,-2-4-1,-1 1 1,-1 2 42,1-2 0,-10-2-39,4-1-32,-4 7 0,9-6 0,-1 4 0,-1-3 0,-3-2 8,-5 0 0,1 4-18,-6 1 54,7 0 0,-4-5 1,7 0-1,-1 0 1,3 0 102,2 0 0,5-5 13,10 0-115,-10 1 0,8-1 0,-11 0 1,0 2-1,0 1-83,-3 2 1,-4 0 33,-4 0 3,3 0 1,-9 0 0,6 0-1,1 2 1,2 1-23,2 2 0,6 0 54,3-5 1,2 0-1,-2 1 1,-3 2 87,0 2 0,-3 0 63,6-5-82,0 0 1,0 0 0,0 0 0,2 0 0,1 0 234,2 0 0,-2 0-78,-2 0-243,-4 6 1,-8-4-1,-3 4 1,-4-1-1,-1 0-12,1-2 1,4 3 125,-5-1-30,6 0 1,-9-1 0,3 1 0,-4-2 0,-5-1 135,-6-2 0,-2 1-138,-2 4 59,1-3 1,-1 4 0,0-6 644,0 0-227,1 0 378,-8 0-489,0 0-126,-7 0-10141,0 0 4057,-7 0 5774,0 13 0,-47 11 0,-20 5 0,21-3 0,1-1 0,0 0 0</inkml:trace>
  <inkml:trace contextRef="#ctx0" brushRef="#br0">23716 9582 7617,'-10'-2'129,"1"-1"0,-1-3 1045,2-2 1,0 5 6,4-2 0,1 3 1258,-7 2-1826,7 0-406,-3 0 0,17 0 1,3 2 177,2 3 1,-1-2-281,0 6 0,4-4 0,1 5 0,2-1-40,4-1 1,0 5-134,3-4 26,-1-3 1,5 5-1,2-4 1,2 1-1,2 3-210,2 1 0,2 1 29,-1-4 223,1 4 1,-5-5 0,0 5 8,1-4 0,-2 2 0,-1-4 0,0 0 62,1 4 1,-1-3-56,2 2 4,3-7 0,-9 5 0,6-5 0,1 3 0,2 1 43,2-1 0,-2 0-26,-3-1 1,3 1 0,-2 5 0,4-3 45,0-1 0,2 2-39,-7-4-32,-3 6 0,6-8 0,-3 7 0,2-1 1,-1 1-37,-1-1 1,-5-4 78,5 4-85,0-6 0,3 8 0,-1-4 0,-3-1 0,1 2 1,-1 0 0,4-3 10,-3 4 11,-4-6 0,1 8 1,-5-4-22,3 1 1,-3-4 0,4 4 0,-4-2-51,-2-2 1,-1 2 49,-3-1-12,2 6 1,-5-8 0,4 5-1,-1 0 1,1-2-45,2 0 0,2 4 59,-1-5 0,0 4 1,1-4-1,-1 0-71,1 1 1,-1-3 36,1 6 44,-1-5 0,-4 4 1,-1-5-1,1 1 1,0 1-8,-1 1 0,-4-2 82,5 5-66,-6-6 0,4 4 0,-5-6 0,4 2 0,-1 2 10,1-2 0,4 0 22,-1 2-6,-4-3 0,5 4 1,-4-4 10,1 2 1,0-2 0,3 3 0,-2-4-18,-3-1 0,-1 5-50,-5 0 23,0-1 1,1-4-1,-1 0 1,0 2 0,0 1-57,1 2 1,-1 0 56,0-5 0,0 4 1,0 1-1,1-2 8,-1-1 1,0-2 40,0 0-50,-6 6 28,5-4 165,-12 4-76,6-6 158,-7 0 5,0 0 0,-5-1-490,0-4 0,-4-3 8,4-6 1,-1-1-1,1 1 1,-3 0-165,0 0 1,-4 0-66,2-1 450,4 1 0,-5 0 0,4 1 0,1 2 0,0 2 153,3-2 0,-4 3-145,3-2 207,-1 7 1,5-2 431,0 10 1,0 3-94,0 6-402,6 1 1,-3-1 0,5 0 0,0 0 0,-2 0 208,1 1 0,-3-1-152,-4 0-158,7 0 1,-6 0-1,4 1 1,-3-1-461,-2 0 1,0 0 120,0 1-303,0-8 1,-2 6 0,-3-5-1622,-4 0 0,-8-2 636,-2-6-213,-7 7 1784,4-6 0,-57-7 0,33-2 0,1 0 0</inkml:trace>
  <inkml:trace contextRef="#ctx0" brushRef="#br0">31379 7236 8067,'-14'0'0,"0"0"0,1-1 0,3-4 2356,-2 3-784,10-4-1547,2 6 1,3 0 0,8 0 0,5 0 0,6 0 229,5 0-135,8 0 0,1 0 0,7 0 58,0 0 1,7 0-52,7 0 1,-5 0-1,5-2 1,-2-1 333,1-2-376,-6 1 1,2 4-1,-9-2 1,-7-1 317,-4-2-422,-10 1 1,-8 4 0,-9 0 0,-10 0 0,-4 0-14,-4 0 1,-1 0-133,0 0 93,-7 0 1,-3 0-1,-9 0 1,-5 0-1,-4 0-208,-6 0 1,-1 0-47,-3 0 265,-9 0 0,13 0 0,-9 1 1,4 2-1,0 2 44,1-2 0,7 5-5,-3 2 109,10-4 1,5 5 0,9-6 0,7-1 274,6 3-322,5-6-7,12 6 0,3-7 0,10 0 1,7 1-1,5 2 78,7 2 1,11 0 484,8-5-399,6 0 0,8 0 0,0 0 0,-1 0 0,-2 0 518,-2 0 0,-3 0-106,-1 0-297,-13 0 0,-11 0 1,-10 0 74,-6 0 0,-12 0-38,-10 0-281,-6 0 1,-4 0 0,1 0-58,-2 0 1,3 0-339,-2 0-284,7 0 0,-5 0-2424,3 0-989,4 0 2024,-6 6 1999,7-4 0,19 29 0,5 1 0</inkml:trace>
  <inkml:trace contextRef="#ctx0" brushRef="#br0">26488 10932 7892,'0'-14'-16,"0"-5"16,0 0 339,0 0 0,-5 5 0,-1 1 0,0 1 0,-2 1 0,0-2 0,-3 4 0,-2-1 0,-1 4 213,0 0 0,-5 1 0,0 5 0,1 0 0,1 1 1,0 4-193,-2 5 1,0 2-1,5 1 1,1-2 5,3-2-298,-2 1 0,10 9 1,-4 0-1,1-2 1,0-1-79,2-2 0,3 2-37,5 3-5,-3-3 1,10 9 0,-2-6 0,4-2 0,3 1-240,2 1 1,5-4 4,-5 4 215,6 4 1,-9-8 0,3 4-1,-3-1 1,-4-1-57,-2 2 1,-4 0 257,-6-5-71,0-6 0,-8 5 0,-6-5 0,-8 0 1,-6-4 263,-6-2 1,-2-2-454,-7 0 76,7 0 0,1 0 1,8-2-1,4-2-194,4-6 0,5-3-473,4-1 506,10 0 0,14 0 1,12 0-1,4-1 1,4 1-140,3 0 0,-1 1 34,2 4 297,-3-4 0,-2 5 1,-2-4-1,-4 2 1,-6 4 940,-5-1-592,-2 6 183,-6-5 1,-2 7 0,-7 4 319,-4 4 0,2 4-453,-7 1-272,7 0 0,-8 1 0,6 0 1,2 3-1,1 1-63,2-2 1,2-1-732,3-2 464,3-6 1,6 5 0,2-5 0,1 0-1,4-4-357,1-2 0,-3-2 161,4 0 296,1-6 0,-2-4 0,-3-7 1,-3-4-1,-3-1 709,-4-3 0,2 3 71,-6-2 144,0 7 0,-5-4 719,0 7-964,0 6-462,0 2 1,0 18 0,0 6-1,0 4 175,0 1 1,1-4-319,4 5-23,3-7 1,1 4 0,1-7-1,1 0 1,3 1-451,5-1 0,-3-5-465,3 1 700,3-7 0,-5 2 0,7-8 0,0-5 1,-1-3-429,1-5 1,-5-8 337,5 0 168,-7-2 0,4-4 1,-7-2-1,0-3 1,-1 0-22,-4 1 0,-3-3 204,-6 9 654,0-4 1,0 17 60,0-4 1,-6 11-270,-3 8-190,-4 6 0,-1 15 1,0 2-1,-1 6 0,3 2 894,2 2 0,-2 2 253,2-2-1049,4 4 0,-1 1 1,7-2-1,0 0 1,0-1 364,0 0 1,0 4-457,0-1-205,7-3 0,-1-2 1,5-8-1,-3-1 0,-2 0 9,-2-2 0,2-6 28,-1-7-651,-1-6 1,-4 2 474,0-10 1,0-4 361,0-10-739,-6 3 0,4-11 1,-2 2-1,2-7 1,2-6-508,0-3 0,2-6 321,2 0 524,-2-1 1,11 7 0,-4 3 0,5 5-1,4 6 48,1 8 0,6 7 410,-1 12-97,-4 0 1,6 11 0,-8 3 0,0 3 0,-4 2 648,-4 0 0,-3 0-389,-2-5-372,-3 1 1,4-1 0,-8 0 0,-2-1-232,-6-4 0,-2 2-35,-3-6-107,1 0 1,0-4 0,-2 2 0,-1 2 0,-2-2-481,1-1 1,3-2 276,0 0 73,1 0 0,5 0-371,-1 0 775,7 0 1,13-5 0,10 0 361,4 2 1,1-3-122,4 1-175,5-6 1,-2 5-1,6-5 1,0 1 0,0-2-174,0-6 0,-7 2 148,2-3-44,-9 4 0,-3 2 0,-9 2 1,-2 2-58,-6-3 1,-4 6 358,-4 1-343,-4 4 0,-8 1 1,-1 1-1,-4 4 1,1 5 53,-1 2 1,2 2-7,5 1 92,0-1 0,1 0 0,3 0 0,6 1 0,1-3 100,-2-2 0,3 2-125,-2-2-61,8-4 1,6 5 0,9-6 0,4 0 0,4-1-275,2 1 1,-1-2-322,1-7 460,5 2 0,-4-11 0,3 2 0,-2-5 0,-5-3-115,-2 2 1,1-3 230,-6 1 58,0-7 1,-9 11 0,-2-4 0,-2 3 476,-3 2 1,-3 6 71,-5 3-388,4 10 0,-12-1 0,4 9 1,-2 4-1,0 2 518,1 2 1,5 3-211,-4-5-225,6 0 1,-4-1-1,6 1 1,-2-1 8,-2-2 0,0-2-63,5 0-473,0-6 1,2-2 0,1-4 104,2 3 1,4-10-564,-4 0 519,0-6 0,-4-3 1,4 0-1,3-2 0,1-2-293,1-1 0,-1-4 215,5 4 222,1-6 1,4 9 0,0-2 0,0 6 0,0 4 76,-1 2 1,1-4-136,-4 5-608,-1 1 1,0 5 0,-1 4-1721,-4 4 1,-2 4 2412,-7 1 0,-26 13 0,-5 3 0</inkml:trace>
  <inkml:trace contextRef="#ctx0" brushRef="#br0">28080 11160 7935,'0'-10'2656,"0"1"-1114,0 6 1028,0-10-1076,0 12-556,0-6-506,0 7 1,0 2 0,0 3 0,0 4 268,0 4 1,0 1-335,0 0-289,0 0 1,-1 5 0,-2 0 0,-2-1 0,2-3-39,1 0 0,2-1-298,0 0 171,-6 0 0,4 0 0,-2 1-107,2-1 105,2-6-143,0-2 0,6-17 0,4-5 0,2-4-418,3-6 0,0 4 156,4-1 498,-3-1 1,5-3 0,-7 3 0,0 5 0,0 4-7,1 0 1,-6 8 42,1 2 30,-1 3 0,1 4 1,-3 3-1,0 4 378,-4 4 1,-1 6 135,-2 0-492,0 6 1,4-9 0,1 3 0,-2-4 0,0 0-257,2-1 1,-2-2-147,7-2 108,-1 3 0,5-12 0,1 4 0,-1-4 0,2-1-304,3 0 1,-2-6 101,7-3 353,-7-4 0,5-6 0,-4-1 0,-1-1 1,-3-1 218,-3 0 1,-3 0 51,2-2-46,-4 3 1,-6 7-1,-2 2 1,-2 2 0,-6 5 275,-3 4 0,-7 1-471,-4 0 77,4 6 1,-6 4 0,7 7 0,2 4 0,3-1 52,4 1 1,-1 2-218,7-4 47,-1 7 1,5-11 0,3 6 0,5-2-1,8 0-372,4-2 0,4-3 119,4-4 163,1-4 0,1-6 0,1 0 0,4-1 0,0-4-21,0-5 0,-2-7 55,-5-2 8,1-6 0,-2 1 1,-4-8-1,-2-2 1,-2-3-133,0-2 1,-5-2-94,-5-2 311,-5 1 1,2 5 0,-6 6 0,0 5 0,0 7 163,0 4 383,0 7-363,-6 1 1,-1 14 0,-4 4 0,2 5 0,-2 4 561,-2 2 0,4-3 498,-1 5-880,1 0 0,-4-1 0,3 1 0,4 0 0,1-1 469,1 1 1,-6-5-237,5 5-507,1-7 1,4 8-1,0-6 1,0-1 0,1-1-194,4 2 320,3-3-470,6 4 1,0-7-1,1-4 1,-1-2 0,0-3-186,0 1 1,0 0-34,1-5 342,5-6 0,-2-2 0,4-7 1,-2 1-1,-2-2-114,-3-2 0,3 2-29,-4-3 274,3-3 1,-10 6-1,4-3 1,-3 3-1,-2 2 155,-3 0 1,3 4-247,-1 1 172,0-1 0,-5 1 0,0-1 228,0-1-289,0 5 52,0-7 1,-2 12 0,-1-6-31,-2 1 0,-1 3-165,1-7 77,4 7 0,-5-9 0,6 2 1,0-2-80,0-3 1,0 1-149,0 0 261,0-7 0,1 6 0,2-4 0,2 3 0,-2 2 259,-1-1 0,2 6 521,1-1-630,0 7 1,-5-2 213,0 10 0,0 8 95,0 6-183,-6 6 0,2-3 0,-3 7 0,-1 1 0,0 1 455,-3 2 0,4-1-405,3-8-355,-4 3 1,6-5-1,-3 5 1,4-2-1,1-3-74,0-2 0,1-2-183,4-9 182,-3 4 1,15-7 0,-3 4-1,2-6 1,2-2-595,0-2 1,3-6 159,3-4 375,3-2 0,-7-3 1,5 0-1,-1-4 1,0-3-95,-2-1 1,-2 3 11,-5 6 365,-7-1 0,-1 3 1,-3 1 244,0 1-370,1 7 224,-11 3 1,3 8 0,-7 6-1,1 0 388,1 1 0,1-1-225,7 0-363,0 0 1,0 1-1,2-1 1,3-2 0,4-1-400,4-1 0,3-7-75,3 2 310,3-4 1,8 4-1,1 0 1,3-4-1,-3-2-273,-1-4 1,3-6 105,0 2 371,1 2 0,-7-4 1,-4 6-1,-4 2 0,-3 0 794,-2-2-467,0 4-169,-6-5 1,5 7-1,-4 2 1,4 2 288,1-2 1,0 0-126,1 2-444,5-3 0,2 4 0,5-6 0,-2 0 0,-1 0-244,1 0 0,2 0-135,2 0 395,-1-6 0,-7-2 1,-5-6-1,-7-1 1,-3 1 24,-3 0 0,-1 0 18,-2-1-49,-6 1 1,-8 5-1,-10 1 1,-3 2-1,-1 2-145,-1 3 0,1 2 156,-1 4 98,7 3 0,-3 6 1,6 2-1,3 1 1,3 4 598,4 1 0,6 2-95,-2 4-181,3 1 0,2-1 0,0-1 0,2 0 0,3 0 816,4 3 1,-1-4-526,2-2-499,-7-6 0,5 2 0,-5-4 0,2 1 0,-4 2-20,-4-1 1,-2-7-599,-9-2 370,3-6 0,-11 4 0,5-7 0,-4 0 1,0 0-642,1 0 1,1-5-473,5 0 983,0-12 1,1 6-1,3-13 1,7-1 0,6-2-599,7-2 1,4-4 114,5 0 505,3 0 1,7 4 0,-1 1 0,2 1 0,2 4-513,1 4 1,-2 3 252,-7 2-610,3-1 1,-6 7 0,2 4 1085,-4 2 0,-47 2 0,-13 0 0</inkml:trace>
  <inkml:trace contextRef="#ctx0" brushRef="#br0">13948 16121 20781,'-8'21'764,"2"-5"1,6 3 0,0-2 0,0 2 0,-2 3 3316,-2 0 0,2 5-4081,-3-3 0,4 4 0,1 4 0,0 1 0,0 0 0,0 0 0,0 1 0,0-3 0,0-1 0,0-1 0,0-3 0,0 0 0,0-3 0,0-5-799,0 2 1,1-13-2574,4-7 2626,-3-7 1,4-9 0,-5-2 0,3-6 0,2-5-1524,2-4-1,-5 2 1123,2-7 948,-4 0 1,-1 0 0,0 2 0,0-1 0,2 3 621,3-1 1,-4 2-341,4 4 473,3-6 0,-5 5 1,6-3-1,1 3 1,-1 2 2145,1-1 0,-1 2-781,6 4-1291,5-4 1,-4 13-1,4-2 1,-1 6-1,2 4-39,1 3 1,-5 1-592,2 2 0,-3 7 0,-2 2 0,-1 9 0,-2 2 0,-3 2 0,-2 3 0,-3 2 0,-7 2 0,-4 6 0,-8-5 0,-1 3 0,-4-3 0,-1-2 0,-3 1 0,-1 2 0,3-2-49,-4 2 1,10-13 0,-6 2 0,3-1-171,2-2 0,7-10 850,2 2-631,6-6 0,-2-3 0,11-1 0,7-4 0,4-4 0,4 1 0,-2-2 0,-3 7 0,9-3 0,-6 6 0,0 0 0,0 0 0,0 0 0,0 6 0,-5 4 0,0 2 0,0 7 0,1 2 0,-1 1 0,-2 3 0,-2 2 0,1-3 0,-6-1 0,-1 1 0,1-2 0,2-3 0,-1-3 0,2-4-1239,0-2 0,-4-4-1226,6-6 2150,-1 0 0,6-1 0,-1-4 1,0-6-1,0-6-359,0-7 1,1-3 1477,-1-1-531,0-1 0,0 1 0,1-1 0,-3 1 1,-1-1 422,-1 1 1,-7 6 1436,2 3 35,-4 9-2168,-1-2 0,0 12 0,0 0 0,0 12 0,-5 11 0,1 3 0,1 1 0,-1 0 0,0 3 0,2 2 0,-3-4 0,4-6 0,7 4 0,4-6 0,2 1 0,2-1 0,1-3 0,5-5 0,4-3 0,3-6 0,6 2 0,0-10 0,-1-6 0,-2-5-798,-2-3 1,-1-11 1495,-3 2-760,-4-4 0,-7 2 1,-4-1-1,-6-2 1,-6-1-394,-6 0 0,-10 4-180,-5-4 671,-3 11 1,-1 2 0,-1 7 0,1 1 0,0 4 353,-1 4 0,1 11 297,-1 9-593,7-1 1,-3 13-1,6-2 1,2 5 0,2 3-48,6-1 0,3-2-191,6-2 132,0 1 1,6-6 0,5-2 0,6-4 0,7-6-267,3-3 0,3-3 485,3-5-611,-3 0 0,6-6 0,-2-4 0,2-4 0,0-3-360,-3-2 1,-3-7 756,-1 3 130,-7-4 0,3 0 0,-7 3 1,-4 5 1554,-3 4 786,-8 0-2464,3 7 0,-7 4 0,-2 8 0,-2 7 0,0 5 0,-1 3 0,4 6 0,-2-1 0,2-3 0,2 4 0,0-4 0,0-1 0,2 1 0,2-4 0,4-1 0,6-2-478,1-6 0,-1 3 0,0-6 0,0-2 0,2-2-1075,3-1 0,-3-4 1097,3-1 397,3-6 0,-6 5 1,3-5-1,-4 3 1,0 0 708,-1 0 0,-2 3 1180,-2-4-330,3 5 0,-10-3-1443,6 2 1,-1 2-58,2-7 0,2 7 0,-9-10 0,7 5 0,-1-1 0,1-2 0,-1-5 0,1 2 0,4-5 0,0-3 0,-4 4 0,-2-4 0,-2 2 0,-3 2 0,-1 3 0,-2-6 0,0 5 0,-2-3 0,-3 10 0,-4 4 0,1 4 0,-1 1 0,-1 6 0,1 3 0,1 10 0,1 3 0,4 2 0,2 0 0,1-5 0,0 4 0,0-5 0,0 7 0,1-6 0,4-2 0,4-1 0,4-2 0,1 1 0,0-1 0,1 0 0,0-6 0,4-3 0,4-4 0,0-1-56,1 0 0,0-6-706,4-3 836,1-10 0,-3-4 0,-2-5 0,-3 0 1,-2-2-260,0-4 1,-2-3 147,-8-11-32,4 4 1,-11-11-1,2 1 1,-1-5-1,1-2-545,0 1 1,6 8 1089,-5 4-750,-1 10 0,-4 10 0,0 9-180,0 3 1,0 10 408,0 6 0,-1 8 120,-4 11 27,-3-3 0,-6 10 1743,0-2-1506,-1 9 1,1-3-1,0 3 1,0-3 0,0-1-340,-1-1 0,6 6 0,-1-1 0,7 0 0,-3-5 0,6 1 0,0-1 0,2 1 0,2-1 0,6-4 0,9-1 0,-3-5 0,6 7 0,-5-8 0,4-2 0,-1-6 0,1-3 0,4 4 0,-1-5 0,2-1 0,3-5 0,-1-4 0,1-6 0,-1-5 0,1-3 0,-6-4 0,1 4 0,-7-7 0,2 3 0,-8-9 0,-3-1 0,-1 0 0,-4-2 0,-2 10 0,-1-4 0,0 10 0,0-1 0,-1 7 0,-4 4 0,2 4 0,-7 10 0,7 9 0,-8 3 0,5 9 0,0 2 0,-2 4 0,0-1 0,5-1 0,-2-1 0,3-1 0,2-4 0,0-1 0,0 1 0,2-2 0,3-3 0,2 0 0,8-5 0,5 4 0,-2-17 0,5 4 0,3-5 0,0-5 0,3-4 0,-1-5-300,1-5 133,-1-3 1,-4-7 0,-2 1 0,-1-1 0,-3 1 56,3-1 1,-10 7 1369,3 3-1170,-9 4-90,1 0 0,-6 7 0,0 8 0,0 13 0,-1 8 0,-2 1 0,-2 1 0,2-1 0,1 5 0,2-3 0,0 3 0,0-5 0,0-1 0,0-3 0,0 1 0,0-1 0,0-7 0,0-2 0,0-5 0,2 2 0,1-9 0,2-7 0,4-1 0,-4-13 0,6-6 0,-3 0 0,6-3 0,0 3 0,0 2 0,1-1 0,4 3 0,0 2 0,0 3 0,0 9 0,1 2 0,1 4 0,-1 1 0,-3 0 0,-1 2 0,-1 8 0,-1-3 0,0 9 0,0-5 0,0 0 0,1 1 0,-1 4-1324,-6-10 1,-2 4 0,-6-10-1,0-6 1028,0-6 0,-41-19 1,-19-7-1,-3-7 1,0 0-1</inkml:trace>
  <inkml:trace contextRef="#ctx0" brushRef="#br0">15555 16150 12772,'-15'6'4177,"8"-4"0,14 4-3240,17-6 1,9-6 382,10-4-1618,6-9 0,0 4 0,3-6 0,-3 2 0,-3 0-192,-4 2 1,1 7 424,-14 5 1,-29 17 0,-18 3 0</inkml:trace>
  <inkml:trace contextRef="#ctx0" brushRef="#br0">18029 15993 15902,'-13'-14'-263,"3"2"1,-9 1-1,4 3 1,-1 1 0,-3 4 1593,-5 2 0,-3 2 0,-1 4 1,-2 6-1,-2 6 0,-1 7-164,2 3 1,7 0-1,6-2 1,6-1-294,2 1-829,7 2 0,-2-3 0,12-2 0,5-2 0,7-2-637,3-3 583,2 0 1,5-1 0,-3 0-1,0-1 1,-4-2-530,-2-2 1,-1-1 456,-4 2 1,-8 2 0,-2-2-136,-3 2 0,-13 3 450,-3-1-308,-10-6 1,0 4 0,-9-2-1,-3 1 1,-2 0-148,0-2 0,11-5 507,-2 0-72,11-2 0,2-2-452,6 0 1,13 0 312,2 0 93,6-6 1,3 4 0,1-3-1,-1 4 1,0 1 291,0 0-686,7 0 376,-5 0 1,4 0 0,-6 0 0,2 0 7,3 0 1,-3 0-603,3 0 429,-3 0 0,4-7 0,4-2 0,1-4 0,0-1 81,-1 0 1,0-5 363,4 0-230,-6-6 0,4 7 0,-7-4 1,-4 2-1,-2 4 1040,-3 5 0,-7-2-463,1 4-395,-2 2 1,-4 3-383,-2 8 0,-3 9 0,-2 6 0,-4 0 0,12 1 0,-4 2 0,3 1 0,2-3-537,0 1 1,2-6-1364,3 4 1365,3-3 1,6-3 0,2-4-1,1-2 1,2-3-409,-2 1 1,4-2 521,-2-7 463,6-4 1,-9-13-1,1-1 1,-4-2 0,-5 1-304,-2-3 0,-3-1-163,-7-1 631,-4 6 1,-8 1-1,-3 7 236,-5 0 0,-3 6 1,-1 3-1,-1 4 386,1 1 1,1 1-741,4 4 85,2 3 1,7 8 0,1 1-1,2 2 1,3-2-508,2-1 0,3-2-88,7 1 223,11-1 0,7-6 0,6-3 1,2-4-1,2-1 147,1 0 0,6-6 94,-1-4 1,3-9-1,2-4 1,-2-4-197,-3-2 0,3-5 404,-3-4-374,-3-3 1,-2-2 0,-9 0-1,-7 2 1,-6 3 25,-6 5 1,-5 0-156,-5 5 297,-3-4 1,-6 18 0,0-2-1,-2 6 1,-1 4 632,-2 3 0,0 8-138,5 4-334,-1 4 0,1 7 0,0 6 0,1 4 0,4 4 636,4 3 1,-1-2 255,1 7-929,0-9 0,5 15 1,0-12-1,0 2 1,0 0-170,0 1 0,2 2 0,3 2 0,-4 0 0,7-5 0,-5-2 0,2 0 0,-2-1 0,-1 0 0,2-2 0,1-5 0,0 1 0,-5 4 0,0-1 0,0-4 0,0-3-1138,0 1 0,1 0 189,4 3 681,-3-7 0,4-1 1,-6-7-1,0 0 1,2-1-364,2-4-180,-2 4 655,4-12 0,1 4 0,2-10 874,4-4 0,1-9 251,0-1-959,0-6 1,2 3 0,2-6 0,1-1 0,-1-1-508,3-3 1,-5-3 638,3-7-194,-10 0 0,2 6 0,-6 0 0,-3 1 0,-7 1-132,-9 0 0,-8 4-8,-12 7 12,4 4 0,-15 12 0,2 3 1,0 3-1,4 2 296,6 0 1,4 0-130,5 0 65,10 7 1,3-4 0,8 6 0,5 1-726,5-2 0,14-2 78,7-6 568,7-6 0,9-2 0,2-8 0,3-1 1,3-4-173,7-1 1,-7-2-420,5-4 457,-10-7 1,7-1 0,-8-7 0,-5 2 0,-8 3 73,-8 5 1,-11 3-16,-9 1 513,-3 1 1,-4 8 0,-3 4-1,-6 6 1017,-6 4 0,1 1-804,-3 5-80,3 6 0,2 4 0,0 9 0,0 5 0,1 4 692,4 5 1,2-1-1237,7 6 0,0 0 0,0 1 0,0 1 0,0 1 0,0-3 0,0-2 0,2-3 0,3-4 0,3-1 0,1-1-4219,1-3-162,-7-10 3397,3-14 1,-8-14-1,-1-10 1,-3-3-1,-2-1-1546,-3-1 1,-2-4 1130,-1 0 1178,6 0 0,-3 9 0,5 2 1,0 1-1,-1 4 544,4 1 0,2 7-49,1-1 456,6 7 1,3-3-1,10 6 1,5 0 0,3 0 1967,1 0 1,1-2-1016,-1-3-1254,1 4 0,-1-6 0,-1 7 1,-3 0-1,-5 0 1426,-4 0-1277,0 0-260,-8 0 0,0 2 1,-7 3-1,0 4 702,0 4 0,0 6-497,0 0-335,0 0 1,0 0 0,0 0 0,0-2 0,0 0-155,0 2 0,0-3-34,0 3-353,0-9 0,1 1 0,4-7-1799,5 0 1,-3-3 1370,3-1 238,-1-6 1,1-4 0,-1-7 0,2-2 0,2 0-301,1-2 1,-4 6 1194,-1-4-180,1 3 0,-1 6 0,1 3 2179,1 0 410,1 3-2098,-4 10 1,3 2-1,-4 6 1,-1 0-1,2 0-42,0 1 0,-4 0-621,6 4 0,-1-9 0,6 9 0,0-11 0,3 0-710,1-4 1,0-4-33,-5-4 201,0-4 1,0-7 0,1 0 0,-3-3 0,-1-2-1572,-1-2 0,-7 3 2618,2-5-569,-4 7 0,-1-4 1,-1 7-1,-4 1 1,-5 4-142,-2 4 0,-2 3 1818,-1 2-998,1 0 0,5 2 1,1 3 251,1 4 0,3-1-1007,4 2-36,6-7 0,4 3 0,9-6 1,4-2-1,6-1-156,4-1 1,-2-7 312,7 1 177,0-3 0,0-1 0,0 0 0,-2 1 1,-2 2 305,-6 2 1,-9 4 363,0-4-143,-10 5 125,4-2 87,-11 6-748,4 6-1535,-6-4 649,0 4 679,0-6 0,-2 0 1,-2 0-749,-6 0 0,-3 2-181,-1 3 946,0-4 0,-2 10 0,-1-4 0,-4 1 1,1 3 154,-1 1 1,1 4 1257,1 3-938,3-3 1,-5 6-1,9-5 1,2 4-1,6-1 78,2 1 1,2-2-1024,0-5 374,6 0 1,4-6 0,9-3 0,3-4 0,2-1-543,-1 0 0,1-6-111,4-3 553,-5-4 0,2-1 0,-6-2 0,-2-3 0,-1-3-442,-2 0 1,0-5-104,1 3 1469,-8 4 1,0-1-1,-7 7 1454,0 0-1003,0 6-685,-7 8 0,4 8 1,-5 8-1,1 1 1,0 2-455,1-2 0,1 4 0,5-2 0,0 6 0,0-9 0,2 3 0,2-5-67,6-5 1,3 3-2558,1-8 2174,0 1 1,7-7 0,1-2 0,1-7 0,1-5-520,1-3 1,2-6 292,2 1 639,-1-3 1,-1 3 0,-3 1 0,-5-1-1,-5 2 759,-5 3 1,-2 8 205,-7 1 41,6 7 0,-5-2 0,4 10 290,-3 5 0,-2 4-1259,0 5 0,0-3 0,0 9 0,0-5 0,0 3 0,1 0 0,4-1 0,-2 1 0,7-5 0,-7-2 0,10 5 0,-4-7 0,4 0-564,1 0-1776,0 1 2070,0-7 0,-4-2 0,-1-6 0,1-2 0,-1-2-48,1-6 0,-1-3 473,5-1-240,1-6 1,-1 2 0,2-5 0,1-4 0,2-3-153,-2-3 0,1-1 826,1 6-421,-3 0 0,2-6 0,-6 3 0,-5 2 0,0 6 500,-4 2 0,-2 7 130,-1 4-996,0 7 1,-1-3 0,-4 8 0,-6 2 0,-5 6 417,-3 2 0,0 9 650,5 3-544,0 2 0,0 3 1,1-1-1,2 1 1,3-1-272,2 1 1,1-3-56,5-2 0,6 3 0,2-11 0,7 3 0,0-3 0,3-4 0,1-2 0,6-4 0,-1-6-742,2 0 0,1-6 0,-1-4 1,-4-2-1,-2-3-3892,-2 1 0,-9 0 4431,-4 0 0,-29-26 1,-7-6-1</inkml:trace>
  <inkml:trace contextRef="#ctx0" brushRef="#br0">21455 16036 8326,'-8'-6'734,"0"-2"1,5-6-1,-3 1 3254,-2 4-2931,5 2 0,-4 9 0,6 3 0,-2 6 693,-2 6 0,-1 0-1347,1 7 0,3-2 1,-2 2-1,2-4-330,2 1 1,0-5 0,0 3 0,0-3-1417,0-2 0,6-2 461,4-2 483,-4-4 1,8-6-1,-1 0 1,4-1-1,1-4-1058,-3-5 1,4-2 549,0-2 842,7-1 0,-11 1 1,4 0-1,-3 1 1,-3 2 557,-4 2 0,2 4-415,-6-5 589,0 7 0,0-1 0,-1 8 517,-1 6 0,-1 2-459,-2 3-575,0-1 1,0 0 0,0 0 0,0 1 0,2-3-472,2-2 1,0-2-662,5-4 665,0-2 0,6 4 0,-1-7 1,0-4-1,0-6-520,1-7 1,-1 1 150,0-7 567,0 7 1,-6-8-1,-2 4 1,-1 1-1,0-1 408,-2 4 0,-3 1 18,-5 2 164,4 6 0,-12 1 0,4 7 0,-4 0-56,-1 0 0,6 7-394,3 2-3,4 4 1,1-4 0,1 1-1,5-1 13,9-1 1,0-1-596,9-7 364,0 0 0,9-7 1,2-1-1,0-3 1,1-1-161,0-4 1,1-2 223,0 4 439,-2 0 0,-8 5 1,-3 1 638,-5 1-712,-10 3-33,-2 4 0,-9 0-74,-3 0 1,2 0 215,-6 0-190,5 0 0,-3 0 10,2 0 1,2 0-1107,-7 0 765,1 0 1,-6 0 0,1 1 0,-2 4 0,-1 3 9,-2 0 0,-5 9 303,5-3-37,-6 4 0,8 1 0,-5 1 1,1 2-1,4 2 132,1-2 1,3 3-46,4-6-276,3 0 0,7-4 0,4-3 1,6-2-1,6-6-261,7-2 0,8-4 168,1-2-65,0-4 1,0-6-1,0-2 1,-1-2 0,-4-1-138,-4 2 0,-2-4 1068,-3 3-31,-9-1 0,7 4 532,-12 1 1,-1 8-717,-4 6-222,-6 0 0,0 17 0,-5-3 0,1 4 0,1 1 317,1 0 1,2 0-170,6-5-540,-7 0 0,6 0 1,-3-1-1,8-4-810,5-4 1,4-3 317,1-2 375,0 0 0,7-8 0,2-6 1,4-7-1,3-4-733,3-4 1,-2 9 916,2-9 133,-3 4 1,3 1 0,0 2 0,-3 3 0,-3 7 632,-3 5 0,-7 6 514,2 1-897,-3 0 1,-7 11 0,-1 3 0,-2 3 0,-4 4 602,-5 3 0,0 1-100,-7-1-730,-6 3 0,-1-12 0,-5 6 0,0-2 0,0-2-1397,-4-4 1,1-1 92,1-7-474,-2 6 0,10-9 1,-3 3 1705,3-4 0,52-51 0,13-14 0</inkml:trace>
  <inkml:trace contextRef="#ctx0" brushRef="#br0">23374 15709 11678,'8'0'5508,"-1"6"-4889,-7 4 1,0 9-1,0 5 1,0 2 1781,0 3-2051,-7 6 1,6 1 0,-4 7-1,3-2 1,2-2 0,-1-3-1,-2 1-286,-2-1 0,0-11-1703,5-1 842,0-6 1,-1-6-1,-4-2-1777,-5-6 0,2-4 798,-1-4 1159,6-4 0,-10-11 0,5-2 0,-1-1 0,1-2-434,2 2 0,-4-3 589,5 6 1325,1 0 0,-1 5 0,0 0 389,2-1 628,1 8-1299,2 0 0,7 7 1,4 0-1,6 0 0,7 0 628,3 0 0,6-4-1116,0-1-75,0 0 1,0 3 0,1-1 0,-3-1 0,-1 0 28,-1 3 0,-7 1 252,-3 0-235,-3 0 1,-9 1 0,-2 4 873,-3 5 1,-7 7-55,0 2-600,-6 6 1,5-7 0,-5 4 0,3 0 0,2-2 78,2 1 0,3-2-195,1-5-151,0 0 0,1-1 0,4-4 0,5-4 0,2-3-412,3-2 0,4-2-564,-1-3 692,1-2 0,0-9 1,0-3-1,-1-5 0,-2-4-396,-2-6 0,-6 9 553,-4-3-71,-2 2 0,-2 3 0,-2 1 1,-4 3-1,-7 6-644,-4 7 0,-8 4 7,1 2 229,-3 0 1,0 11 0,2 3-1,3 4 1,1 1-3504,4 0 4092,1 6 0,34 41 0,-6-24 0,1 0 0</inkml:trace>
  <inkml:trace contextRef="#ctx0" brushRef="#br0">24640 15922 8462,'0'-19'386,"0"0"1,0 2 0,0 1 0,0 2 3066,0 0-2325,0 6 0,-2-3 0,-1 8 407,-2 4 1,1 6-969,4 7 1,-5 6-1,-1 4 1,-1 3 424,1 1 0,1 6-835,5-1 1,-1 0 0,-3-6 0,0-2 281,0-1-401,3-1 1,1 0 0,0-5 0,0-2-1629,0-1 1155,0-1-157,0-6 1,0-4 0,1-8 0,3-6 0,4-2-759,4-3 1,-1-4 1108,8 0 152,-3 0 1,3 7 0,2 1 0,-1 3 0,1 2 225,-4 2 1,0 3 1122,2 1-984,-3 0 1,0 6 0,-8 4 0,-2 2 0,-3 2 741,-1 1 0,-4 0-371,-2 4-537,-11-3 0,-7 5 0,-6-7 0,-1 0 1,1-1-633,-1-4 1,3 2 4,2-6 113,-3 0 1,6 0-1,-2-1-549,4-1-10,9-1 788,4-8 1,19 3 0,7-5 0,9 0-1,5 0 401,3-3 0,1-2 61,4-1-294,-5 0 0,2 0 0,-4-2 1,1-2-1,2-2-86,-2-2 1,-2 0 174,-11-2-177,-2-3 0,-8 10 1,-4-5 224,-4 1 1,-10 4-118,-4 7 98,-10 4 1,1 7-1,-6 4 1,1 6-1,-1 7 173,0 5 1,7-1 254,-2 2-337,3 0 0,4-1 1,1 0-1,3-1 0,1-2 447,4 1 1,3-2-662,5-5-93,3 0 1,12-1 0,4-4-1,3-4 1,1-3-1190,1-2 0,1-2-448,3-3 493,-3-3 1,5-4-1,-7 1 1249,1 1 0,5-25 0,3-10 0</inkml:trace>
  <inkml:trace contextRef="#ctx0" brushRef="#br0">25806 15937 8460,'0'-15'491,"-2"6"1,-1-1 0,-3 1 2619,-2 1-2156,5 2 1,-5 7-1,4 6 1,0 5 895,1 6 0,-4 5-1290,3-4 1,-6 5-1,5-3 1,2-1 277,2 1-810,1 4 1,0-9 0,0 3 0,0-4-1,1-2-438,4-3 1,4 1-1579,10-7 1302,-3 1 0,11-7 0,-5-2 0,2-6 0,-1-2-872,3-3 0,-4-4 990,2 1 564,-7-8 0,5 4 0,-6-5 0,0 4 0,-5 4 1397,-3 3-1000,-4 2 1374,-4-1 0,-1 11-904,-4 8 0,-1 4-25,-4 11-594,-2 3 1,8-4 0,-3 5-1,0 1 1,4-2 285,1-3 1,2 2-659,0-2-132,0 0 0,7-10 1,4-1-1,5-2 0,3-3-871,-2-1 0,5-2-315,2 0 1093,3-13 0,0 4 0,-2-12 0,-2 1 0,3-5-391,1-7 1,-1 2 333,-2-3 452,-3 3 0,-9 3 1,-1 2-1,-3 3 0,-1 1 1417,-4 4-1282,-2 7 19,-1 4 1,-1 9-1,-4 5 1,-3 8 616,0 4 0,0 9 221,4 4 0,2 0-492,-3-5 0,-1 6 1,1-1-1,2 0 67,1 2 1,2-7-202,0 1-349,0-1 1,0-6-1,0 7 1,2-3-1,1-2-22,2-5-33,0 3-48,-5-6 0,-7 3-253,-2-10 1,3-4 223,1-10-262,-3-2 0,6-9 0,-2-3 0,0-5 0,1-4-723,-1-6 1,-1-3-59,5-11 828,0 4 1,6-10-1,2 5 1,3 2-1,2 1-197,3 5 0,7 8 595,1 0-33,3 9 1,6 3 0,2 9-1,-1 2 1,1 7 397,-3 6 1,-7 5 300,-1 6-582,-13 1 1,6 4 0,-12 0 0,-2 0 0,-3-1 226,-5 1 1,-4 0-219,-10-4-169,-3-1 0,-7-2 0,-1 0 0,-1-3 0,-2 0-1139,1-1 0,2 3-241,2-6 917,-1 0 1,1-4-1,1 3 1,3 0-1628,5 0 876,10-3 856,2-1 0,20 0 0,6 0 0,6 0 0,4 0-608,-1 0 1,1 2-271,-1 2 831,0-2 0,1 4 370,-1-6 0,7 0 0,1 0 0</inkml:trace>
  <inkml:trace contextRef="#ctx0" brushRef="#br0">27028 15993 8401,'0'-22'180,"5"2"1,0 4 0,-2-1 0,-1-4 0,-2 1 1760,0-1 0,0 2-1487,0 5 0,-8 4 0,-5 2 0,-6 2 0,-3 3 0,-3 1 0,-2 4 0,-2 3 412,1 4 0,1 4 0,2 3 0,3 3-485,1 4 0,2-1-400,5 2-10,6 0 0,-3 0 0,6-2 0,2-2 0,3-2-314,5-3 0,3-2-1050,6-4 1006,0-2 1,2-7-1,3 0 1,3 0-1,2-2-340,-1-3 0,0-4 268,0-10 489,4 3 1,-11-11 0,3 4 0,-3-4 0,-2-3 175,0-3 0,-1-4-100,-4-5 303,4 5 0,-12-1 0,4 8 0,-3 5 1604,-2 3-1456,0 3-302,-7 11 1,4 13 0,-6 11 0,-2 4-1,0 7 543,1 5 0,-2-1-300,2 7-308,4-6 0,-2 7 0,5-6 0,-2-3 1,2-3 39,1-3 1,2-2-134,0 2-206,7-4 0,0-7 0,8-2 1,-1-3-1,2-2-1,3-3 1,-4-1-1957,4-2 1624,4-6 0,-6-4 0,7-7 0,-1-4 1,-1 1-286,-3-1 1,-3-4 759,-2 1-16,1 4 1,-1-6 0,-2 7 0,-2 2 677,-5 1 0,-4 7 372,-1-1-247,0 7-1072,0-3 88,0 6 89,0 0 1,2 5 0,1 1-1,3 0 1,2 2-79,3 0 0,-3-3-1,2 4 265,-1-6 1,1 8-1,-2-4 1,-1-1 351,1 0-388,2 5 75,-2-9 1,-2 6 0,-4-5 446,2 2 35,-2 0-290,4-5-3465,-6 0 1949,0 0 101,-6 0 0,3 0 0,-7 0 1073,-1 0 0,-27 2 0,-12 2 0,-5 0 0,1 0 0</inkml:trace>
  <inkml:trace contextRef="#ctx0" brushRef="#br0">27028 15894 8401,'8'-14'637,"-3"0"1,1 4-42,-1 1 1,0 4 0,-5-5 406,0-1 0,-2 3-544,-3-1 0,2 1 1,-5-3-1,1 1 201,-1-1 0,-2 4-393,-4-3 1,0 7-98,-1-2 1,1 4-1,-2 1 1,-1 1 37,-2 4 0,-1 9 131,1 10-238,3 3 1,-3 1 0,8 1-1,3-1 1,2 0-9,2 1 1,3-1 76,1 1-429,0-1 0,1-6 1,4-3-1,5-5 1,2-4-222,3-5-1,3-4-363,1-1 653,0-6 1,0-2-1,0-8 1,-1-1 0,-3-4-9,0-1 1,-1-2 484,0-4-34,0 0 0,-1 4 1,-4 2-1,-4 1 0,-3 4 2182,-2 1-1541,0 2-722,0 6 0,0 3 1,0 10-1,0 6 468,0 6 1,0 7-133,0 9-222,0-3 0,-5 16 1,0-3-1,1 1 1,-1 0 312,0-1 0,-4 1-357,4 3-142,-6-2 0,8 7 0,-7-8 0,1-3 0,-1 0 247,1 0 1,4-6-501,-4-7-36,-1 1 0,1-15 0,-1 2 0,-1-7-757,-2-2 0,-1-3 380,0-4 484,0-6 1,0-2 0,-1-6 0,3-2 0,1-3-36,1-4 1,7-6-205,-2-4 238,4 3 0,1-11 0,1 1 0,4-4 0,6-5-259,6-1 0,6-1 187,5-1-4,0-3 0,7 10 0,5-4 1,4 2-1,3 0-371,-1 1 0,-2 8 211,-1 5 70,-7 9 0,-3 0 291,-9 10 225,-10 3-117,-7 17 0,-9 4 0,-3 9 0,-4 5 0,-4 2 616,-1 3 1,5-1-167,-1 1-352,7-1 1,-5 1 0,5-1 0,-2-1 0,2-2 266,1-1 0,2-2 6,0 2-585,0 3 0,2-12 1,1 4-1,3-5-150,2-4 461,-4 3-247,2-12 0,-5-1 1,3-9-1,0-4 1,1-3-243,1-3 0,-2-4-166,5-11 168,-6 4 0,11-6 0,-1 5 0,4-3 0,1 3-466,-2 1 1,4 3 243,4 3 397,3 4 0,0 7 0,-2 4 0,-1 4 0,1 3-60,2 2 0,-5 0 111,-3 0-277,-3 7 1,-4 0 0,-1 6 0,-3-2 0,0-1-3893,0 1 1056,-5 1 3128,3 3 0,-12 5 0,-2 2 0</inkml:trace>
  <inkml:trace contextRef="#ctx0" brushRef="#br0">27953 15866 8401,'-2'-10'0,"-3"1"2299,-3-1 0,-7-3-1103,-4 4 1,3 3-30,-3 6 1,-3 0-1,-2 1 1,-1 4 1195,1 4-2008,-3 4 1,11 1 0,-3 1 166,4-1 1,0 0-539,1 0 0,6 0 0,4 1 0,2-1-845,2 0 0,0-4 256,0-1 1,2-6 0,4 2 0,6-4-512,6-1 1,7 0 122,-1 0 826,3-6 0,0 3 0,-2-6 0,-1-3 0,-1 0 200,-1-2 0,-1 4-44,-7 1 512,0 5 0,1-7 0,-3 5 840,-2-2-1086,-4 5-109,-6 3 1,0 3-1,2 5 1,1 0-1,3 0 98,2 3 0,-3 2-978,4 1 527,1-6 0,5 3 0,4-6 0,5-1 0,3 1-479,1 0 1,2-1 145,4-4 382,2 0 1,7-1-1,-1-2 1,1-4-1,-2 0 480,-3-5 1,-3 5-4,-7-3 158,-6 1 0,-3-1 0,-8 2 1867,-1 2-1513,-7-5-115,-3 9 0,-3-4-405,-7 6-440,7 0-52,-3 0 0,6-2-601,0-2 0,0 0 95,0-5 424,0 6 0,1-3 0,2 4 26,2-3 357,0 4-270,-5-6 1,-2 7 0,-2 0-5,-6 0 1,-3 0 65,-1 0 135,0 0 1,-2 0 0,-1 2-1,-4 1 1,1 3 451,-1 2 0,-2 2-126,4 4-143,0-6 1,4 4 0,3-2 0,1 1 0,3 0 651,1-1-820,3-1-48,4 5 0,3-4 1,5-2-1,8-2 1,4-3-131,5-1 1,2-2-316,2 0 303,-1-7 0,1-1 0,1-6 0,1-2 0,4-2-87,1-6 0,1-5 137,1-4-25,-4 3 1,-7-12-1,-3 0 1,-4-3-1,-2-1-429,-4 2 1,-3 9-19,-11 6 516,0 7 0,-2 14 1,-2 4-1,-4 4 0,-2 6-496,1 8 1,-1 12 1135,-4 7-442,0 6 0,4-7 0,3 4 0,0-1 0,4-4 324,1-1 0,2-1 329,0-1-628,7 1 1,7-7 0,10-3 0,4-3 0,5-4-147,5-2 0,8-4-117,1-6-18,7 0 0,-8-2 1,6-4-1,0-6 1,0-7-294,1-4 1,-8 0 47,3-6 165,-4 1 1,-8-2 0,-4-2 0,-8 1 0,-10 2-415,-8 4 1,-7 9 208,-9 2 15,-6 0 1,-17 12 0,-2-3 0,-1 5 0,-2 4-303,2 0 0,1 9 524,7 1 35,5 0 1,1 9 0,7-6 0,0 3 0,7 3 163,5 2 1,5-3 1217,3 2-847,2-7 1,20 8 0,6-7-1,7-4 1,3-3 71,-1 0 0,1-5-617,0-1-155,-7-3 0,-3-2 1,-9-2 269,-5-3 0,-73-3 0,-19-6 0</inkml:trace>
  <inkml:trace contextRef="#ctx0" brushRef="#br0">16180 17202 8128,'7'-19'322,"0"0"0,1 2 1,-1 1-1,-3 2 4056,1-1-3426,0 7 0,-11 4 0,-5 10 0,-5 8 755,-3 8-1413,-13 12 0,8 3 0,-9 9 0,2 3 0,-1 2 963,-1 2-1106,-7 9 0,9-2 0,-6 5 1,3 0-1,2-4 142,2-2 1,3 2-348,4-13 75,2 2 0,7-26 0,1 0-261,4-7-2158,2-9 1839,7-2 0,2-12 1,3-4-1,4-2 1,4-2-1319,1-1 1,0 1-789,0 0 1864,7 0 801,-5-1 0,17-11 0,-3-4 0</inkml:trace>
  <inkml:trace contextRef="#ctx0" brushRef="#br0">16408 17657 8035,'-8'-2'2126,"3"-3"-373,3-4-1573,9 3 0,-1-7 0,7 4 0,-1-6 0,6-2 0,1-4 0,3-1 0,2-5 1,4-4-39,4-7 1,6 2-1,-5-2 1,-2-2-327,-1-1 0,-3-1-158,-3-1 0,-5 8 0,-10 7 154,-4 7 1,-10 12 405,-4 4-94,-4 3 1,-3 4 0,-3 3 0,-3 6 0,-1 6 460,-1 7 1,5 3-119,-5 1-243,7 1 0,-4 1 0,7 3 0,1 3 0,2 0 693,2-2 0,6 2-179,-2 2-532,3-3 1,4 4 0,1-6 0,4-1 0,0-2 185,4-2 0,-3 1-285,2-1-48,-7-6 0,3-6 1,-6-7-1096,0 3 567,0-6 298,0-6 0,0-8 0,0-6 0,0-2 0,0-1-587,0-2 1,5-7 261,0 3 398,6-4 1,-3-2 0,6 3 0,0 2 0,0 5-66,1 3 0,-1 2 628,0 0-317,0 6 0,1 1 0,0 7 0,3 0 0,1 2 491,-2 3 0,-3 7 8,-4 7-497,2 7 0,-5-9 1,4 7-1,-3-1 0,0-1 39,-1-3 0,-2-3 4,5-2-710,-7 1 0,9-1-443,-2 0 0,1-8 295,-2-6 487,4-6 0,-5-10 1,6-1-1,0-4 1,2-1 45,3-3 0,-3 3 534,3-2-306,3 0 0,-1 1 0,4 1 1,-3 1-1,0 5 232,0 5 0,-4 0 439,1 7-567,3-8 1,-7 11 0,4-4 0,-3 4 220,-2 1-659,-6 0 987,-1 0 53,-7 0-662,0 0-201,-7 0 0,-1 0 1,-6 0-1,0 0 0,-2 0-373,-3 0 0,2 6 396,-7 3 45,0 4 1,2 1 0,2 0 0,1 1 0,0-1 16,2 0 1,2 5 93,6 0-71,-4 6 0,12-9 1,-4 3-1,3-3 0,4-2-134,3 0 1,3-6-503,6-3 416,0-4 1,6-1 0,3 0 0,0-1 0,1-4-445,1-4 0,-3-6 138,2-4 413,-7 4 0,4-7 1,-7 4-1,0-1 1,-1 2 279,-3 1 0,1 2 82,-7 0 1967,1-1-1654,-5 8 1,0 2-439,0 10-86,-6 2 0,4 9 1,-3 2-1,4 2 0,1 1 200,0-1 0,1 4-242,4-5-42,-3 0 1,10-5-1,-2-1 1,3-4 0,1-4-364,0-4 1,5-1 47,0 0 170,0-6 0,-3-2 1,1-8-1,2-3 1,-2-4-371,-1-4 1,-2 0 149,1 3 299,-1-2 1,0 3 0,-1-3 0,-2 2 0,-3 5 247,-2 3 1,3 7-161,-4-1 159,0 7 0,-4-2 0,3 10 0,0 4 0,1 4 194,1 1 1,-2 5-54,5 0-201,1 7 1,-1-9 0,0 5 0,3 0-1,-1-1 73,-2-1 0,4-1-144,-4-5-3,-2-6 1,5 3 0,-4-4 0,2-1-421,-1 0 99,0-1 159,6-11 0,-1-2 1,0-5-1,0 1 0,1-1-308,-1-3 1,0-1 100,0 2 222,7 1 1,-5-2 0,4-1 0,-1-2 0,0 2 39,-2 1 0,-1 3 172,-2 4-61,1-4 1,-1 5 0,0-4 24,0 2 1,-6 2-175,-3 4 94,-4 2 0,1-4 1,1 7-1,4 4 234,0 4-156,-3 4-45,8 1 1,-9 1 0,5-1 22,-1 0-22,-3-6 60,-4 5 573,7-12-237,-6 5-358,6-6 0,-9 0 0,-3 0 0,-4 0-264,-4 0 1,-1 0-123,0 0 250,-7 0 1,4 0 0,-5 2 0,1 3 0,4 3-26,1 0 1,2 4-81,0-2 186,6 2 0,-3 7 0,6 0 1,2-1 90,1-3 0,2 0-48,0-1-53,6-6 0,4-2 0,7-6 0,4-2 0,-1-1-193,1-1 1,3-12-71,-5 2 196,6-4 0,-8-2 0,5-4 1,0-3-1,-1-3-236,-1-3 1,-2 1 130,-9-6 108,4 0 0,-7 1 1,4 0-1,-5 2 1,-4 5-307,-1 5 1064,-6 5-517,-2 12 1,-5 3 0,2 11 0,2 9 0,-2 7 222,-2 5 1,4 6 8,-1 0-155,7 0 1,-5 0-1,5 0 1,-2-1 0,2-2 312,1-2 1,2-1-159,0-3-431,0 3 1,5-11-1,1 1 1,2-6 0,3-6-389,2-4 1,1-1-204,0 0 411,1-6 0,4-3 0,1-10 0,2-4 0,2 0-594,-2-1 1,3 0 355,-6-4 343,7 6 1,-11-3-1,4 6 1,-4 1 965,-6 2-6,-3 9-709,-6 0 0,0 9 0,0 3 0,0 4 80,0 4 0,0 6-54,0 0-77,0 6 1,0-9 0,0 4 0,2-1 53,3 0 1,-2 0-66,6-5-183,1-6 0,9-2 0,0-6 0,-2 0 0,0 0-250,2 0 1,-3-6-325,3-3 521,-3-4 0,-2-3 0,-1-1 1,-2-2-1,-3 2-143,-2 1 1,-1 2 667,-5-1 105,0 7 0,0-4 158,0 2 0,-2 4-399,-2 1-222,2 4 1,-9 2 0,6 4-156,2 4 1,1-1-6,2 2 33,0-7 1,2 8-1,3-6-58,4-2 1,4-1-147,1-2 212,-6 0 0,5 0 0,-4 0 0,2-2-87,-1-3 94,2-3 108,-10-6 1,9 0 0,-6 0 73,-2-1 0,-2 6 107,-1 0-402,0 5 0,0-4-398,0 4 321,0 2-44,0-4 0,2 6 263,3 0 241,3 0-89,6 0 0,0-5 0,0 0 0,-1 1 13,-4-3 1,4 6 14,-4-4-60,-2-3 0,5 6 0,-2-2 1,3 1 67,1-2 1,0 3 159,0-2-268,0 2 1,-4 2-1,-1 0 1,2 0-1,2 0 42,1 0 1,1 0 50,-1 0-109,0 0 0,0 0 0,0 0 0,1 0 24,-1 0 29,0 0-177,0 0 1,-4 0 764,-1 0-656,-6 0 1,2 0 8,-10 0-167,-3 0 0,-7 0 1,-3 0-1,-2 0 0,-4 0-166,-6 0 0,2 5 303,-6-1 0,4 7 0,4-1 0,0 3 51,3 1 1,4 0-85,-5 0 97,13 0 0,-6 1 1,12-1 67,2 0 0,1-4-61,2-1 1,6-4 0,4 3-1,4-2 28,5-3-108,3-1 0,7-2 0,-1-2 0,0-3 0,-1-2-402,-3-1 1,1-5 329,-6 4 1,5 1 0,-7-2 0,-2 1 59,-4 1 709,-2-5 230,-1 5-396,-2 0 0,-7 2-91,-4 6-387,3 0 0,-6 0 13,4 0 0,-3 6 97,-2 4-4,-4 2-75,12 3 0,-4-7 0,10-4 17,4-2 1,5-2-114,5 0 0,-3-2 0,5-1 0,-2-3-239,0-2 1,1-2-354,-1-4 459,-3 0 1,6 0-1,-5 0 1,4-1-1,-1 1-419,1 0 1,-2 4-96,-5 1 553,7 6 0,-5-3 0,2 6 0,-2 0-40,-2 0 1,-4 1 144,-1 4 165,-5 3 1,4 6 0,-5 0-1,3 0 739,2 1-631,-5-1-40,3-6 1,-6 4 293,0-2-285,0-4 515,0 0 0,0-7 1,0-4-235,0-4 1,0-4-860,0-1 311,7 0 1,-6-1-1,6 1 1,-3 0-1,3 0-168,1 0 1,-4 1-93,6 3 194,-7-2 1,8 9-1,-5-5-157,2 1 1,-3 3 0,4 4-22,2 0 429,2 0-211,1 0 1,-4 0 0,-1 1 0,2 2-202,2 2 0,1 1 158,0-1 0,1-3 0,-1 3 0,0-4-63,0-1 0,0-1 272,1-4-150,-1 3 0,0-9 1,0 5-1,-1-2-62,-4-3 0,3 3 203,-8-2-15,1 7 0,-5-9-153,0 2 1,-2 4-317,-2 1 236,-4 4 1,-8 1 0,-1 0 0,-4 1-1,-1 2-1,-3 2 0,3 6 88,-2-1 178,7-4 1,-4 5 0,7-5 0,0 1 0,1 0 432,3 1-366,-2-4-23,10 8 1,-3-10 0,12 3 0,7-5 100,8-5 1,5 2 510,1-7-683,1 1 0,-1-6 0,-1 3 0,-2 1 0,-2 1-723,-3-1 1,-1 3-1350,-5-1-1010,0 6 3024,-6-4 0,-83 20 0,23-5 0,1 0 0</inkml:trace>
  <inkml:trace contextRef="#ctx0" brushRef="#br0">25009 299 7810,'7'-15'250,"-6"6"0,4-1 1,-3-1 1620,-2-1-488,0 4 1,4-5 1933,1 4-2309,0-4-671,-5 5-296,0 2 0,-2 6 1,-2 0-1,-6 0 1,-3 0-42,-1 0 0,0 0-10,0 0-91,-7 6 0,4-4 0,-5 2 0,0 0 0,1-1-108,1 2 1,-4 1 106,5-1 92,0-4 0,5 5 0,0-4-149,-1 3-158,1-4 332,6 6 0,2-6 0,6 4 369,0 4 1,0 4-34,0 1-266,6-6 1,-4 5-1,3-2 1,-4 5 0,-1 3 286,0-2 0,0 0 13,0 2-324,0-3 0,0 11 0,0-3 1,0 1-1,0 0-30,0-1 1,0 0-46,0 4 41,0 1 1,-5-1 0,1 0 0,-1 1 0,0-1-3,0 1 1,-1-1-246,1 1 168,4-1 1,-6 0 0,6 2 75,-4 4 1,4-4-29,-4 3 1,-2-3-1,3-2 1,1 1 39,1-1-33,-4 1 1,4-1 0,-3 0 0,2 1-1,0-1 41,-2 1 0,1-2-343,4-4 208,0 4 0,0-10 0,0 6 0,0-3 0,0-3-118,0-1 262,0-1 1,0-1 0,0 0-35,0 0 0,6-4 0,5-2 318,6-2-214,-1-1 1,9-1 0,-4 1-35,1-2 1,2-1 0,4-2 0,1-2-76,-1-3 1,-4 4 79,-1-4-294,-5-3 1,2 7 0,-5-6-1544,-1 1-577,-6 4 1440,-2-4 0,-6 5 1,2-3-292,2 0 0,-1-6-1222,7 5 2393,-7-6 0,35-60 0,-18 25 0,0-1 0</inkml:trace>
  <inkml:trace contextRef="#ctx0" brushRef="#br0">25408 455 7896,'0'-14'419,"-5"4"1,-2 2 1339,0 2-931,3-5 1,-7 8 0,10-5 367,7 2 0,4 1-833,13 5 1,7 0-75,8 0 1,3 0 0,4 0 0,2 0-131,5 0 1,-3 0 42,-2 0-197,4 0 1,-13 0 0,-2 0 0,-9 0-1296,-8 0-948,-9 0 1484,-4 0 1,-8 0 0,-3 0 0,-4 0-858,-4 0 0,-2 5 237,-4-1 1374,-3 1 0,-39-5 0,-6 0 0</inkml:trace>
  <inkml:trace contextRef="#ctx0" brushRef="#br0">25692 398 11868,'8'0'1542,"-2"0"0,-6 6-792,0 4 0,0 2-37,0 3-393,0-1 1,0 6-1,0 4 1,0 3-1,0 1 201,0 1 1,-5 1 61,1 3-417,-7-3 1,7 10 0,-3-7 0,0-2 0,2-1 27,-1-1 1,5-7-163,-4-3-343,3-3 1,1-4-2883,-4-2 2023,3-4-126,-4-6 1,8-2 0,2-2-1204,6-6 1,2 2 2498,3-1 0,12-38 0,3-15 0</inkml:trace>
  <inkml:trace contextRef="#ctx0" brushRef="#br0">25976 583 7982,'-8'-10'1411,"4"1"740,2 6-934,-4-4-682,4 7 0,-4 2 0,6 4 0,0 7 530,0 4 1,0 7-238,0-5-596,0 6 1,0-4-1,0 4 1,0-1-1,0-1 268,0 0 0,0 3-457,0-2-18,0-3 0,-5-1 0,0-6 0,2 1-353,2-1-26,1 0 297,0-6 0,-5-3 1,0-10-1,2-5-184,1-2 1,2-9-121,0-2 136,7-4 1,-6-6 0,4-4-1,-3-2 1,-1-5-412,4-1 0,-2 1 115,7 1 488,-1 7 1,5 1 0,2 9 0,1 2 0,4 5 18,1 3 1,2 8 24,4 3 84,1 10 1,-6 3 0,-1 6 0,-1 2 0,-4 1 198,-1 2 0,-3 5-38,-4-5-215,-2 0 0,-7 0 1,-2 0-1,-3-2 1,-4-1 110,-4-2 0,-6 1-387,0-1 211,-6 0 1,8-5-1,-6-1 1,1-1 0,2-3-200,-1 3 0,2-6 92,5 4-19,6-3 0,-3 4 0,8 2 431,5 0 0,4 3 10,8-6-28,0 6 1,7-5 0,1 5 0,2-2 0,-2 2 502,-2 2 1,1-3-232,-2-1-352,-10-6 1,10 8 0,-9-4 0,2-1 13,3 0 1,-7 1-1121,-4-3-1829,-2-2-3253,-2 4 4356,0-6 1512,0 0 1,12-38-1,4-9 1</inkml:trace>
  <inkml:trace contextRef="#ctx0" brushRef="#br0">26417 554 8050,'0'-9'512,"0"-1"0,-5 6 2023,1-6 337,-1 7 57,5-3-1843,0 6-718,6 6 1,-3 2-1,5 8 1,0 1 0,-2 4 785,1 1 0,-1-3-456,-1 4-456,-4 1 1,6 3 0,-7-2 0,0-1 0,0 0-16,0-2 0,0 3-344,0-6 69,0 0 1,0 0 0,0 0-722,0-2-2309,0-1 414,0-8 1,1-2-691,4-6 1,3-6 3353,6-4 0,10-30 0,4-14 0,3-5 0,0 1 0</inkml:trace>
  <inkml:trace contextRef="#ctx0" brushRef="#br0">26701 526 8010,'0'-9'1187,"0"-1"0,0 5-495,0-4 1,0 4 1709,0-4-516,0 5-404,0-2-943,0 6-207,0 6 0,0 4 0,0 7 0,0 4 1,0 1 666,0 3 1,0 2-319,0 2-565,0-1 0,0 0 0,0-1 1,-1-1-1,-2-3 174,-2 2 1,0 1-22,5-3-256,0 4 0,-5-11 1,1 3-1,1-3-662,1-2 498,2 0-1141,0-6 241,0-2 976,6-6 21,2 0 0,3 0 0,2-1 0,4-2 0,2-2 197,2 2 0,4 1 317,-1 2-382,3 0 0,1 0 1,-1 0-1,-3 0 0,-6 0-419,-2 0 1,-2-1-21,1-4-1038,-1 3-3390,-6-4 180,-2 6 4609,-6 0 0,-57-25 0,-14-7 0</inkml:trace>
  <inkml:trace contextRef="#ctx0" brushRef="#br0">26730 810 8023,'-14'-6'0,"-1"-3"1929,1 2 2612,0-5-3160,6 10 0,3-4 0,12 6-828,7 0 0,6 0-210,9 0-264,-1 0 0,2-2 0,2-1 0,1-2 0,-3 2-615,-5 1 1,1 2 240,-7 0-1698,6 0 1,-9 0 0,3-1-28,-4-4 1,-8 2 104,-7-6 1915,-7-1 0,-23-19 0,-11-7 0,-1-2 0,-1-1 0</inkml:trace>
  <inkml:trace contextRef="#ctx0" brushRef="#br0">26758 498 8000,'-6'-8'1096,"4"-5"1274,-10 5-1885,10 0 0,-3 0 0,12 5 1,7-2 494,8 2 1,6 2 525,6 1-1288,2 0 0,5 0 0,-3 0 0,-5 0 1,-3 0-773,-1 0 1,-6 0 154,1 0-712,-7 0 0,-1 0 1,-8 1 1110,-2 4 0,-58 16 0,-19 9 0</inkml:trace>
  <inkml:trace contextRef="#ctx0" brushRef="#br0">27953 398 8781,'0'-14'5530,"0"0"-5126,0 6 0,-2 3 0,-3 10 9,-4 4 1,-5 4-258,-5 1 0,1 7 0,-6 4 0,1 5 0,-2 5 0,-2 1 700,-3 3-692,-2-4 1,4 6 0,-1-3 0,1 2 0,-1-1 282,1-1 0,4-6-101,0 1-246,7-3 1,-5-6 0,5-2 0,-1-2 0,4-2-309,3-3 0,8-5-664,-2-1 196,3-6 0,2 5-2331,0-3 1808,0-3 277,0 4 0,0-4 1,2 1-2358,3 1 3279,-4 1 0,25-11 0,-3-2 0</inkml:trace>
  <inkml:trace contextRef="#ctx0" brushRef="#br0">28095 540 7935,'0'-14'2051,"0"0"1,0 4 198,0 1-1170,0 6-657,0-4 0,0 11 1,0 3-1,0 8 1003,0 0-1167,-7 8 1,6-1 0,-6 6-1,3 1 1,-3-3 288,0-2 0,3 1-403,0-6-89,-4 7 1,6-9 0,-4 5 0,1-1-1413,0-4 1,1-1 388,4-2-1294,-7-6 0,6 0-285,-4-3 0,8-5 1302,2 0 795,6-7 449,-3-7 0,2-28 0,0-12 0,1-5 0,0 1 0</inkml:trace>
  <inkml:trace contextRef="#ctx0" brushRef="#br0">28080 597 7935,'0'-20'1533,"0"4"-721,0-3-459,0 3 1,5 2 0,2 0 0,0-1 0,4 1 430,2 0 0,8 4-500,2 1 0,6 6-13,4-2 1,-1 3 0,4 2-1,-1 2-109,-4 3 1,-7 1-426,-5 4 266,-3 2 1,-7-4-1,-1 6 1,-3 2-95,-7 3 1,-6-3 430,-11 3-288,-3-3 1,-11-2 0,0 0 0,1 0 0,2-1-182,2-4 1,1 4-345,3-3 251,4-4 1,6 5-1,-1-6 1,3-1-1,1 1-16,1 0 1,9 4 179,1-4 175,6 6 1,10-5-1,3 6 1,3-3-1,1 0 1003,1-1 0,-2 3-456,2-6-366,3 6 0,-11-9 1,3 4-1,-4-1-524,0 0 1,-1 1-2247,0-1 1298,-6-4 1,5 6 0,-4-6 1173,4 4 0,-5-23 0,-2 1 0</inkml:trace>
  <inkml:trace contextRef="#ctx0" brushRef="#br0">28706 512 7961,'0'-14'1100,"0"-1"0,0 6 1760,0-1-1839,0 7 1,-2-3-438,-2 6 0,2 3 695,-3 7-953,-2-1 1,3 18 0,-5-3 0,-2 2 0,-2 4 511,-1 4 0,0-4-273,0 3-504,-1-3 1,6-2 0,-1 1 0,-1-1 0,-1-1-413,-3-3 1,8-4 189,2-6-1769,3-6-164,-4-1 127,17-26 1569,-8 1 1,22-16-1,-4 4 1,-1-2-1,3-3-244,-1-1 0,-5 4 1101,2-1-186,-3 3 0,-2 3 1,-1 4-1,-2 4 871,-2 3-797,-6 8-108,10 2 0,-10 9 0,5 6 0,-2 9 0,-1 5 1156,1 6 0,-4-4-403,3 8-708,3-3 0,-7-3 0,4-2 1,-3-3-1,-1 1 63,4-1 1,-4-5-86,4 2-1134,-3-3 1,-2-7 0,1-1-1,3 0-1891,0 0-914,1-5 1743,-5 3 1934,0-6 0,-44-69 0,16 25 0,0 1 0</inkml:trace>
  <inkml:trace contextRef="#ctx0" brushRef="#br0">28621 711 8043,'-8'0'7130,"2"0"-6533,6 0 1,0-2 177,0-2 0,1 2 0,4-3-1105,4 4 1,10 1-18,5 0-363,-3 0 0,7 0 1,-1 0-1,6-2 710,3-3 0,34-3 0,-29 1 0,0 0 0</inkml:trace>
  <inkml:trace contextRef="#ctx0" brushRef="#br0">29161 569 8012,'0'-15'7008,"0"1"-3391,0 6-2913,0 2 1,0 8 0,0 2-291,0 6 0,-5 9-30,1 4-287,-8-2 0,11 6 1,-5-3-1,1 1 1,0 0-81,2-1 1,1-7-21,2 2-1064,-6 3 1,4-6 0,-2 3-4448,2-3 4542,2-2-43,0-6 0,0-3 0,0-12 1015,0-7 0,0-31 0,0-13 0,0-7 0,0-1 0</inkml:trace>
  <inkml:trace contextRef="#ctx0" brushRef="#br0">29104 597 8012,'0'-14'0,"-1"4"0,-4 1 950,3-1 1,-4 1 0,6-1 2123,0-1-2191,6 5-631,2 0 1,6 6 0,1 0 0,0 1-1,4 4 560,5 5 1,-2 2-208,2 2-485,-7 1 0,9 4 0,-6 1 1,1 1-1,-1-1 89,-2-2 1,-4 2-199,-5-1 44,4 0 1,-12-5-1,4 0 1,-3 1-1,-4-1 438,-3 0 0,-2-4 68,-8-1-445,-5 1 0,-4-1 1,-8-1-1,-1-2 0,2-1-941,1 1 0,1-4 42,1 3-1080,6-4 0,1-1 1,7 0 1862,0 0 0,31-19 0,8-4 0</inkml:trace>
  <inkml:trace contextRef="#ctx0" brushRef="#br0">29659 611 8014,'-7'-8'0,"4"-3"1007,-6 7 1,6-7-1,-4 3 3621,1 0-3192,4 1-208,-4 7-1203,6 0 0,0 7-105,0 2 546,0 4 0,-2 3 0,-1 1 0,-3 4 0,-2 1 631,-3 3 0,-2 2-978,-1 1-68,6-6 1,-3 4-1,5-6 1,0 1 0,-2 1 195,0 0 0,5-5-1175,-2 2 0,3-8-824,2-1 0,0-5-3052,0 4 4804,7-6 0,38-22 0,17-12 0</inkml:trace>
  <inkml:trace contextRef="#ctx0" brushRef="#br0">30000 583 8010,'0'-14'2440,"0"-1"-748,0 1 1,0 5 110,0-1-1248,-6 7 1,2-3 0,-3 7 0,-1 4 1414,0 5-1541,-2 9 1,-4 3 0,-2 6-21,-3 1 1,3-1-1,-3 0 1,4 1-220,0-1 1,1-4-577,0 0 252,0-1 0,1 1 0,2-2 0,2-1-1044,-2-4-2119,4-7 2237,1-4 0,6-8 1,0-2-1,0-6-4007,0-3 5067,6-7 0,6-26 0,3-12 0,4-8 0,0 1 0</inkml:trace>
  <inkml:trace contextRef="#ctx0" brushRef="#br0">29801 569 8407,'-6'-8'1722,"4"1"-60,-4 7 395,6 0-1478,0 0 1,0 8 0,0 5 0,1 6 1683,4 3-1998,-3-5 0,10 10 1,-2-3-26,2 3 1,7 1 0,2-1 0,-1-2 134,1-1 1,4-5 262,-1 5-905,-4-7 1,6-1 0,-7-8-2575,-2-2 1671,-8-1 137,-2-5 0,-9-2 0,-3-1 1033,-4-2 0,-48-18 0,-12-1 0</inkml:trace>
  <inkml:trace contextRef="#ctx0" brushRef="#br0">30995 540 7913,'-8'-14'927,"-3"5"0,6-1 3593,2-1-4100,2-2 0,2 5 0,6 4 0,7 1 0,9-1 1,9 0 449,6 1 1,3 1-866,2 2 1,-2-5 0,-3 0 0,-5 2-709,-3 2 1,-3 1 0,-4 0-3074,-4 0 2523,-9 0 428,-4 0 0,-7 0 0,-6 0 825,-7 0 0,-63 19 0,27-7 0,0-1 0</inkml:trace>
  <inkml:trace contextRef="#ctx0" brushRef="#br0">31166 483 7991,'-8'0'2618,"2"0"-600,6 0-423,0 0 0,0 7-124,0 2 1,0 4 250,0 1-1416,0 0 1,0 0-1,0 2 1,0 3 0,0 3 89,0 0 1,-5 5-87,0-3-529,-6-3 1,9 4 0,-4-6 0,1 0-1385,1 1 0,-3-1 915,3 0-1079,2 0 1,-3-17 0,8 4 0,4-1 1766,1-1 0,20-43 0,10-16 0</inkml:trace>
  <inkml:trace contextRef="#ctx0" brushRef="#br0">31379 611 7991,'-6'-14'5835,"4"5"-4386,-3-1-1017,4 7 0,1-2 488,0 10 0,0 3 0,0 8 0,0 1 361,0 2 1,0 5-491,0-5-753,0 6 0,0-5 0,0 6 0,0-4 0,0-2 60,0-2 0,0 2-497,0-1 109,-7 0 1,6-9 0,-4-1-2544,4 2 1497,-6-4 929,6-7 0,-6-13 0,7-8 0,0-2 0,0-6-521,0-2 1,8-9 561,6 2 292,1-3 1,10 5-1,-5 3 1,3 3-1,2 3 328,2 3 0,1 5-111,1 10 230,-7 2 1,3 9 0,-8 3 0,-2 4 0,-6 4 342,-3 1 1,-1 2-48,-5 3-492,0-3 0,-8 10 1,-4-3-1,-7-1 0,-3-2 117,-4 1 1,4-5-707,-2 2 238,1-2 0,-4-2 0,2 1 0,2-3 0,3-1-387,3-1 0,2-5-81,6 4 692,3-6 1,7 8 0,4-4-1,6-1 1,5 0 636,3-3 0,6-1-201,-1-2-467,3 6 1,4-4-1,-1 3 1,-3-4 0,0-1-1354,0 0 1,3 0 871,3 0-3324,-9 0 3786,9 0 0,-11-12 0,6-4 0</inkml:trace>
  <inkml:trace contextRef="#ctx0" brushRef="#br0">31990 682 8012,'0'-14'4038,"0"0"-1903,0 0 105,0 0 1,-1 1 781,-4 3-2085,-3 4-663,-6 12 0,0 7 0,-1 8 1,3 1-1,1 3 208,1 2 0,2 1-415,-1 1-47,3-1 1,1-1-1,0-2 1,2-3-1,1 0-30,2 1 0,2-6-580,3 2 117,3-3 1,7-4-1,3-2 1,2-5-1,1-4-1330,-1-1 0,6 0 51,-3 0 796,-2 0 0,1-6 1,-5-5 955,2-7 0,-19-35 0,-9-15 0</inkml:trace>
  <inkml:trace contextRef="#ctx0" brushRef="#br0">31905 825 8015,'-8'-7'3217,"2"-1"1,6-1-2263,0-1 1,1 6 1189,4-6-1782,3 7 1,6-8-1,2 5 1,3-1 0,3-1-392,0 1 1,5-1-1514,-3-2 274,3-2 0,0 8 1,-4-4-1,-4 1 1267,-3-1 0,-52-14 0,-13-8 0</inkml:trace>
  <inkml:trace contextRef="#ctx0" brushRef="#br0">31933 626 10670,'2'-8'1602,"3"3"0,4 2-1434,10-2 1,3 3-1111,7-2 442,-1 2 1,7 2 0,3 0 0,3 0 499,2 0 0,12 0 0,3 0 0</inkml:trace>
  <inkml:trace contextRef="#ctx0" brushRef="#br0">32502 554 6020,'-8'0'6299,"0"-4"-4854,4-1 1,1 0-721,-7 5 0,5 2 326,-4 3 1,4 2 0,-4 9 0,-2 2 936,-2 1-1883,-1 6 0,4-5 1,2 6-1,0-3 1,2 3 66,0 0 0,1-2 64,5 0-192,6-7 1,2 9 0,8-9-1,3-3-563,5-3 1,3-8-23,1 2-225,-6-3 1,3-2 0,-4-2 0,-1-1-1,3-3-5090,-1-2 5856,-5-2 0,-22-36 0,-12-7 0</inkml:trace>
  <inkml:trace contextRef="#ctx0" brushRef="#br0">32388 739 8561,'-7'-6'1128,"0"3"943,7-7-523,0 7 0,0-9 315,0 2 1,7-1-1676,2 1 0,5 3 1,5 3-1,5 0-1052,3 1 1,-4 1 236,1 2-1062,0 0 1,-2-2 0,-1-1 0,-4-3 1688,-3-2 0,-66-39 0,12 16 0,1 0 0</inkml:trace>
  <inkml:trace contextRef="#ctx0" brushRef="#br0">32374 498 8036,'0'-15'2283,"0"1"-1815,0 6-65,0-4-427,13 10 1,3-4 0,14 6 23,3 0 0,26 7 0,13 5 0,-18-4 0,-1-1 0,1 1 0</inkml:trace>
  <inkml:trace contextRef="#ctx0" brushRef="#br0">33227 199 8036,'15'-5'1438,"-1"1"1998,-6-8-644,4 11-2192,-10-5 0,6 7-514,-4 4 161,-2 3 1,6 14 0,-5 5-1,2 6 1,0 3 738,1 4 1,-4 6-230,2 1-316,-2 13 1,-2-13 0,-2 10-1,-2-1 1,-6-3 485,-3-1 1,-6 2-643,0-7-178,-6 1 0,5-7 1,-6-3-1,4-3 0,2-4 47,2-2 1,3 1-363,0-11-330,1-7 0,5-1-110,-1-6 0,5 0 639,-4-5-228,6-7 0,-10 3 1,2-9-1,-5-3 1,-4-1-1139,-2-4 1,0 4 362,-2-7-272,3 7 1,1-4 1283,-4 7 0,-47-13 0,29 12 0,0 0 0</inkml:trace>
  <inkml:trace contextRef="#ctx0" brushRef="#br0">20047 17316 7850,'10'0'1091,"-1"-2"344,2-3 1,-4 2 0,-1-5-853,0 2 0,-4 0 0,4 1-250,1-5 1,-4 2 0,6-1 0,1-2-103,-2-2 1,4 2-33,-2-3 0,2 3-84,3-8 0,-3 3 0,-1 2 0,-3-2-40,-1-3 0,-3 8-151,-4-3-188,0 9 1,-6-6-1,-4 6 1,-4 4-1,-5 4-657,-4 6 0,1 10 927,-2 5-2,6 3 1,-7 1 0,6 1 0,3-1 0,4 1 472,2-1 0,7 1 110,-2-1-369,4 0 0,2-1 0,4-3 0,6-5 0,7-3 1415,5-2-1551,-2-6 1,6-2 0,-4-6-423,4 0 0,-3 0 0,-2-1 0,-1-4-1286,-4-5 1,-6 3 298,-2-3 106,-5 7 0,2-5 1221,-6 3 0,-32 10 0,-7-3 0</inkml:trace>
  <inkml:trace contextRef="#ctx0" brushRef="#br0">21071 17358 7772,'-14'-4'1329,"0"-1"1,1 0 1917,4-1-2159,-4 4 1,11-6-1,-4 5 1801,0-2-2524,10 1 1,-2 4 35,12 0 0,7 4 0,2 3 1,6-1 117,4 0 0,3 1-350,7-3 1,4-2-1,2 3 1,0-2 158,0 2-181,-1-4 0,-6 5 0,1-6-172,0 0 0,-13 0 21,-7 0 1,-5 0-145,-4 0 68,-6-6 1,-2 3 0,-7-5 0,-4 0 0,-5 0-494,-2-3 1,-2-1-184,-1-3 488,1 1 0,-5 0 1,-1 0-1,-1 0 0,2-1-785,7 1 0,-3 5 813,6-1-252,3 7 1,1-2 852,10 10 1,2 1 108,8 4-263,-1 9 1,5-10 0,0 10-1,-2-1 1,-3-1 887,-4 2 1,1 0-248,-6-5-709,-1 0 0,-4 5 1,0 0-1,-1-1 0,-4-3-634,-4 0 1,-9-1 523,-1 0-1361,-6-6 0,9 5 1,-3-4-1,3 4 0,2 1-776,0 0 1,1 5 2107,4 0 0,66 19 0,-18-19 0,1 0 0</inkml:trace>
  <inkml:trace contextRef="#ctx0" brushRef="#br0">22919 17230 7938,'-9'-8'198,"1"2"2816,2 0-2213,1 4 1,8-4 0,5 6 0,8 0 732,4 0 0,9 0-1243,4 0 0,7 0 1,-1 0-1,5 0-96,4 0 0,-1-5 0,-4 0 0,-2 2-164,-3 2 1,-5-4-1405,-9 0-802,-4 0 428,-12 5 0,-8 0 281,-10 0 852,-2 0 1,-7 0 0,0 2-1,0 1 1,0 2-344,0-2 1,0 0 956,5 2 114,6-3 1,-5 4 0,4-6 2138,-4 0-2090,-1 0 2183,6 0 0,0 0 2573,3 0-3423,4 0-1060,-5 0 1,6 1 0,0 4 0,0 5 391,0 2 0,0-1-466,0 4-240,0-4 1,0 15-1,0-2 1,0 3-1,0 1 128,0 1 0,1 1 62,4 3-279,-4-3 1,6 5-1,-7-7 1,1-1 0,3-2-359,0-1 1,1-11 3,-5 1-230,0-9 1,0 3-606,0-4-337,0-8 882,0 2 1,-2-11 0,-1 2 0,-1 2 0,0-2-1815,3-2 1,-4 4-1164,0-1 3588,1 1 0,16-18 0,4-3 0</inkml:trace>
  <inkml:trace contextRef="#ctx0" brushRef="#br0">23815 17330 7880,'5'-10'-196,"1"1"1,1-2-1,0 0 1326,1 1 0,-5-2 1,2 2-257,-3-2 0,-4 4 0,-3 3 0,-4 3-304,-4 2 1,-2 0 0,-3 0 0,-1 0 4,2 0 0,-4 7-290,2 2 0,-6 2-84,1-1 1,2 4 0,-1-2-1,-1 7 21,2 4-131,-5 0 1,11 1 0,-3 0-1,5 1 1,4 2 20,6 1 0,2-1-86,2-3 57,6 3 1,9-12-1,10 4 1,7-3-1,5-3 136,5-4 0,-1-2-40,-3-7-343,3 0 1,-11 0 0,1 0 0,-6 0 0,-7-2-694,-7-3 1,0 2-1290,-6-6 547,-1 5 0,-4-8-385,0 2 1,0 2 298,0-1 1685,0 6 0,-12-29 0,-4 1 0</inkml:trace>
  <inkml:trace contextRef="#ctx0" brushRef="#br0">24071 17301 7880,'0'-14'2687,"0"5"-284,0-1-483,6 7-1012,-4-3 0,4 7 332,-6 4-922,0 3 0,-4 6 0,-1 2 0,0 1 0,-1 4 463,-4 1 0,2 2-459,-1 4-51,6-6 0,-8 5 0,4-3 0,1 1 1,0-1 200,3-5 0,-4 1-150,3-1-408,-1 0 0,5-9 418,0-1-1032,0-6 403,0 4 1,1-20-1,3-4 1,2-6-800,2 0 1,0-1-83,1-4 910,4-1 0,-5-1 1,6-1-1,-2-4 1,0 0 126,-3 0 1,1 7 150,4 4 29,0 7 0,0-2 1,0 9-1,1 6 647,-1 2 1,0 4-103,0 2-239,0 4 0,-4 11 0,-1 2 0,1 1 0,-1 3 666,1 2 1,-7 1-305,2 1-394,-4-1 1,4 1 0,0-1 0,-2 1 0,-1-1 303,-2 0 1,0-5-1127,0-4-16,0-4 0,0 0-1893,0-1 603,0-6 853,0-2 0,0-8 1,-2-1-1,-1-3-1427,-2-2 0,-1-1-885,1-6 2322,3 1 952,-10-6 0,-21-28 0,-13-12 0</inkml:trace>
  <inkml:trace contextRef="#ctx0" brushRef="#br0">24156 17486 7880,'-14'0'188,"0"0"0,-5 0 356,0 0 0,0 0 695,5 0 1,0-1 3486,-1-4-3216,8 3-1085,0-4 1,9 6 0,3-2 0,6-1 0,6-1 233,7 0 0,3-2-337,1 1-583,0 1 1,1-1 0,-1 0 0,1 2 0,-2 0-955,-4-2 1,-2 3-3160,-7-2 2718,7 2 1,-6 2 1655,4 0 0,-22-13 0,-6-2 0</inkml:trace>
  <inkml:trace contextRef="#ctx0" brushRef="#br0">24540 17344 7880,'8'-2'2345,"-3"-2"-955,3-4 1,-7-2 3733,4 1-2447,-3 6-1461,-2-4 1,0 23 0,0 3-117,0 0 1,0 5-785,0-1 0,0 0 0,0-1 1,0 0-156,0 0 0,0-3-495,0 5 278,0-7 1,0 3 0,0-5-357,0-1-492,0 0 803,0-6 1,0-5-1,0-11 1,0-7-384,0-6 1,0-3-78,0-4 302,0-7 1,0 4-1,1-7 1,2 0-1,4 1-161,1 4 0,0 0 294,1 5 27,4-4 1,-5 18 0,6 0 0,0 6 0,0 3-170,0 0 0,2 7 737,3 7-271,-3 4 1,5 6-1,-7 1 1,0 1-1,0 1 540,0 0 1,-4-3-366,-1 5-277,-5-7 1,3 2 0,-3-8 0,0-1-656,-1 1 319,-1-5-48,-2 0 1,5-7 0,1-4 0,2-4 0,3-4-1030,2-1 0,6-1 294,0 1 803,6-6 0,-8 2 1,7-4-1,0 2 1,-1 2-118,1 3 1,-7 0 435,2 1-51,-3 6 0,-2 2 1,-1 7-1,-2 4 1,-3 5 348,-2 2 1,-1 7 1193,-5 0-913,0 6 1,-2 2 0,-1 7 0,-3-3-1,-2-1 662,-3-1 1,3-1-723,-1 0-275,-1-5 1,-2 2 0,0-6 0,5-2 0,0-1-202,4-2 1,0-6-143,-2-3 0,4 3 0,-6-7-767,7-1-6,0-1 1,0-12 0,0 4-749,0-4 1,7 3-2481,2 1 2778,-3 6 1,7-4-1,-3 7 1,2 0-1,2 0 1223,1 0 0,-14 0 0,-2 0 0</inkml:trace>
  <inkml:trace contextRef="#ctx0" brushRef="#br0">21938 18126 7647,'0'-10'4176,"0"1"-3709,0 6 1,2-8-970,3 6 1,-4-1 501,4 1 0,16 10 0,2-4 0</inkml:trace>
  <inkml:trace contextRef="#ctx0" brushRef="#br0">21967 18211 7792,'1'-14'1822,"4"0"1,3 6-1336,6 3 0,1 4 1,0 1-1,6 0 1520,7 0-1798,1 0 0,12 0 1,-3 0-1,3 0 0,0-2 1,-2-1-1,-2-2-333,-3 2 1,-2-3 0,-8 1 0,-5 2-2968,-4 1 1681,-7 2 325,-1 0 0,-9 0 0,-3 0 1085,-4 0 0,-67 13 0,29-5 0,1 0 0</inkml:trace>
  <inkml:trace contextRef="#ctx0" brushRef="#br0">22251 18169 7793,'0'-15'1786,"0"7"0,0 1 425,0 2-1353,0 3-347,0-4 1,-1 8-1,-3 2 337,0 6 0,-1 4-246,5 5-468,-6-3 1,4 11 0,-3-5-1,4 1 1,-1 1 5,-3 1 1,4 2 144,-4 2-414,4-1 1,1-4 0,0-2 0,0-2 0,0-1-1646,0 2-895,0-5 1575,0 4 1,0-10-1,1-2-377,4-2 0,-4-3 833,4-8 561,3 4 0,0-12 0,6 5 1,0-1 779,1-1 0,-1 6-255,0-6 411,0 7 1,2-8 0,1 5 0,2-2 0,0-2 694,2 2 0,-5-3-856,3 6-540,-4-6 0,4 8 1,2-6-1,0-2 0,-1-2 100,-3-1 0,4 0-402,-2-1 139,0 1 1,-5 0 0,0 0-1,1 0-176,-1-1 0,-6 1-82,-4 0 325,-2 6 0,-4-3 0,-2 6-43,-6 2 1,-4 3 46,-5 5-71,3 3 0,-4 6 0,5 2 44,1 3 1,5-2 0,1 5 0,2-1 100,2-4 0,1 4 224,-2-2-359,4 6 1,-5-9 0,7 3 0,4-5-1,4-3-34,4-2 1,1-6 30,0 2 1,7-3 0,1-2-1,2-2-218,-1-3 1,1-2-338,5-8 441,-7 1 1,3-2-1,-6-1 1,-2-4 0,-1 1 62,-2-1 1,-6 2 26,-3 5 223,3 0 0,-7 0 0,4 0 788,-3-1-579,-2 7-509,0 2 0,-5 8 0,0 2 133,2 6 0,2-2 511,1 1-378,0 1 1,0 4-1,1-1 1,2-2-1,4-2 819,1 2-592,1 2-294,5 1 0,-4-1 1,-2-2-1,0-2 121,-1 2 0,-3-3-487,0 2-1,4-7 1,-6 5-547,3-4 706,-4-2 204,-1 4 211,0-6 0,0-1-37,0-4-512,0 3 1,2-10 0,2 2-151,6-2 1,3-3 118,1 1 141,0 6 0,0-4 1,0 2-1,2-2 0,2-3-296,1 1 1,-1 2 271,-3 2 77,-1-3 1,0 6 0,0-6-1,-1 2 166,-4 1 1,3 6-31,-8-6 318,1 7-367,-5-3-83,0 6 293,0 0 1,0 6 0,0 3 0,0 4 0,0 1 703,0 1 0,0 3-26,0 1-703,0 0 1,5-3 0,-1 2 0,0 1 0,-3-2-39,-1-1 1,0-7-582,0 1 297,0-1 1,0 1-222,0-1 232,0-6 1,0-7-592,0-11 1,5-7 331,0 3 0,4 0 0,-2 3 0,0-1-21,4-2 1,-3 0 138,2 5 132,-1 0 0,1 4 0,-1 2 0,2 2-23,2 3 1,-4 1-20,1 2 428,-7 7 0,8 1 1,-5 6-1,1 0 0,1 0 327,0 0 0,-5 1-223,1-1-387,4 0 0,-6 0 1,3 0-590,-4 1 211,-1-1 149,0-6 1,7-2-1,2-6-177,4 0 1,-4-1 160,1-4 231,-1-3 1,5-6-1,2-1 1,2 1-1,2 0-17,2 0 0,-3 0 23,5-1-3,0 1 0,-1 0 0,-1 1 1,0 2-1,-1 3 89,0 2 1,2 1 62,-4 5-50,-6 0 0,-1 0 1,-2 0 173,3 0-95,-6 0 16,0 0 1,-7 2 476,0 3-36,-7-4-570,0 6 1,-3-7 0,-1 0 0,-3 1 0,-5 2-194,-3 2 0,3 4-17,-5-4 138,7 6 0,-9-4 1,6 4-1,-1-2 1,1 2-98,2 2 0,0 1-31,3 0 166,-2 0 1,14 1-1,-5-1 1,2 0-1,4-1-23,5-4 1,7 2-215,9-6 188,-4 0 0,12-5 0,-5 0 1,2 0-1,0 0-305,1 0 0,0-7 215,-1-2 119,3-4 1,-11 1 0,3-1-1,-4 0 1,-2-2 363,-4-1 1,-1 0-93,-3 2 263,-3 0 1,4 4-108,-6 1 1,-2 5-117,-2 0-313,2 2 0,-6 4 0,5 2 0,-2 6 48,2 3 0,2 1-22,1 0-2,0 0 0,0-4 0,0-1 0,1 1-95,4-2 1,-2-2 0,7-6 63,-1 0 0,5 0 1,0 0-1,1 0 1,-1-2-58,0-2 1,5-4 30,0-7 80,0 1 1,-5 5-1,0-1 1,1 1 0,-1-1 213,0 1 0,0 6 72,1-2-234,-8 3 0,6 2 1,-3 0-1,2 0 88,2 0 1,-6 2-39,-3 3-44,3 3 1,-6 1 0,4 1 0,-1 1 36,-1 1 1,1-2-318,-5-1-264,0-6-516,0 10 633,6-11 242,-4 4 0,6-6 1,-3 0 32,4 0 0,2-6-118,-1-4 300,2 4 0,-9-7 0,7 4 1,-1-4 542,-1-1-532,5 0-91,-5-1 0,1 3 0,-1 1 136,-2 1 0,1 2 10,-2-1-220,-4 3-358,5 6 266,-6 0 143,0 0 1,0 6 0,0 3 127,0 4 0,0 1 141,0 0-251,7-6 1,-4 5 0,6-5-1,2 1 1,2-1 147,1-1 1,2-1 40,3-1-382,-3-4 0,11 5 1,-5-6-1,2 0 0,-2-1-20,-2-4 1,4 2 143,-5-6 67,0 5 0,-5-8 1,0 2-1,-1-2 1,-2-3 6,-2 1 79,-5 0-31,2 0 0,-6 4-41,0 1-587,0 6 578,-6-4 1,2 12 0,-4 3 0,2 3 0,3 5 394,1 0 1,-2 1-190,-1 2-12,0-3 1,5 6 0,0-3 0,0 3 0,0 2 748,0-1 0,0-1-239,0 2-637,0 3 1,0-10 0,0 5-1,0 1 1,0-3-53,0 1 0,-5-2-526,1-5 408,-7 0 1,3-4 0,-6-3 0,-1 0 0,1-4-244,0-2 1,-2-1 32,-3 0 256,10 0 0,-10-6 0,11-3 0,0-4 0,3-3-151,4-3 1,4-3-769,6-6 562,7-7 1,12 3 0,2-4-1,2 1 1,1 4-663,-1 1 0,-2 3 442,-2 3-229,1 4 0,-1 12 0,1 3 1,-3 3 830,-2 2 0,-16 38 0,-10 10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5:20.937"/>
    </inkml:context>
    <inkml:brush xml:id="br0">
      <inkml:brushProperty name="width" value="0.08571" units="cm"/>
      <inkml:brushProperty name="height" value="0.08571" units="cm"/>
    </inkml:brush>
  </inkml:definitions>
  <inkml:trace contextRef="#ctx0" brushRef="#br0">405 1085 7987,'11'-10'-516,"-4"-4"1,-4 2 1148,-3-2 1,0 7 227,0-7-345,0 9-281,0-14 1,0 14 7,0-9 1,2 9 211,5-2-13,-4-4-1,6-1-255,-9-9 1,7 6-81,0 1 0,3 7-19,-3-7 0,-3 2 103,11-2 0,-4-5-192,4 5 1,4 2 41,-5-2 1,12 0-116,2-7 0,7-1 132,-6 1 0,6-7-24,-6-1 0,6 1 28,-7 7 1,8-1 1,-8 1 1,7-7-6,-6 0 0,6-1 1,-6 8 1,-1 7 7,-7 0 1,7-1-57,1-6 1,1 2-6,-1 5 0,2-5 21,4 5 0,5-5-21,-4-2 1,4 7 57,2 0 0,1-1 1,-1-6 0,1 7-46,-1 0 1,1 7 17,-1-7 1,1 7-1,-1-8 1,1 8 18,-1-7 1,3 9 4,5-2 0,-6-2-18,6 2 0,4-7-9,3 7 0,-3-8-43,3 8 1,-7-2-4,6 2 0,-1 4-37,1-4 0,-4-2 72,-9 2 0,-1 0-36,1 7 1,6 0 1,1 0 0,0 0-8,-8 0 0,1 0 32,-1 0 1,10 0 1,5 0 1,-3 0 56,3 0 1,-8 0 11,8 0 1,-3 0-92,3 0 1,-3 0 18,-4 0 0,-5 7 8,4 0 1,3 2-30,-2-2 1,2-2-4,-3 9 0,-4-7-5,5 8 1,2-8-10,-3 7 0,1 0-7,-8 7 0,1-7 20,-1 1 1,1-1 57,-1 7 0,-1 0-20,-6 0 0,5-6 5,-5-1 0,6 0 1,1 7 1,1 0 5,-1 1 0,1-8-22,-1 0 0,8 0-9,-1 7 1,1-6-17,-8-1 1,1 0 29,-1 7 0,1 0-27,-1 1 1,-6-1 4,-1 0 1,-9 0-5,3 1 0,1 1-43,-1 6 1,6-6-6,-7 6 1,3-3-16,-3 2 0,3 3-12,5 4 0,1 3 22,-8-10 1,6 10 16,-7-3 1,8-2 60,-8 3 0,0-8-47,-6 8 0,-1-8 2,0 7 0,0-2 12,1 3 1,-8 4 0,0-5 0,-2-2 27,2 3 1,3-1-5,-10 8 1,9-8 26,-2 1 0,-2-1 7,2 8 0,-7-8-24,8 0 0,-8-2-14,7 3 1,-9 4-6,2-5 0,2 6 6,-2 1 0,0-6-3,-7-1 1,0 0-8,0 8 1,0-8-5,0 1 0,-7-1 0,0 8 0,-9-8 4,1 0 1,4 1-2,-4 6 1,4-1 3,-4-6 0,-3 5-31,3-4 0,-4 4 19,-2 2 1,-2 1-3,-6-1 0,6 1-40,-6-1 1,-1-6-7,1-1 0,-1 0 7,1 8 0,3-8-7,-9 1 0,2-3 85,-3 2 1,3 3-62,5-10 1,2 3 30,-9-3 1,6-4-25,-6 4 0,9-4 1,-2-3 0,-6 8-21,-1-1 0,4 0-4,3-7 0,-5 1 25,-2-1 1,2 7-14,-3 1 1,1-1-40,-8-7 1,1 0-15,-1 1 0,-6-1-100,-1 0 0,0-2 186,8-5 0,-8 5 83,1-5 1,-1 3-72,8-3 0,-8 5 16,0-5 0,1-2 4,6 2 1,-2-2 13,-4 2 1,4 5 31,-5-5 0,3-2-38,-2 2 0,1-7 7,-8 7 0,9-7 0,-3 8 0,3-11-16,-3 3 1,-2 3-4,-4-3 0,1 7 2,6-7 1,1 3 35,-8-3 0,8-5 1,-1 5 1,-3 3 49,2-3 0,1 2-66,6-2 0,-6-4-65,-1 4 1,1-5 20,6-2 0,1 2-4,-1 5 1,-7-4 6,1 4 1,-1-5-8,8-2 1,-8 0-59,1 0 1,-8 0-20,7 0 1,-6 0 20,6 0 1,-7-2 35,8-5 0,-8 4 34,8-4 1,-3 3 16,2-3 0,5 2 5,-4-9 0,4 2-26,2-2 1,-2-3 8,-4 10 0,6-9 53,1 1 1,-8-1 18,8 2 0,-6-5-53,6 5 0,-1-5-25,1-3 0,-8 1-7,1 0 0,-1 0 15,8-1 0,1 1-3,6 0 0,-5-7 40,4-1 0,6 1 4,1 7 1,6-8 159,2 1 1,-8-7-116,1 6 0,0 1 51,6 7 0,-1-8-63,-6 1 0,3 0-5,-9 6 0,9-6 28,-2 0 0,4-8 5,3 8 1,0-10-80,-1 3 1,1 2-14,0-3 1,0 1-143,-1-8 1,-6-6-48,0-1 0,-1-2-44,8 3 1,-7 4 144,-1-5 1,1 5 35,7 3 0,2 6 54,5 1 0,-3 9 139,10-2 1,0 4-97,7 3 1,-7 0 114,0-1 1,0-6-32,7 0 0,0-3-106,0 3 1,0 2 28,0-10 1,0 6-24,0-13 1,0 5-14,0-11 1,7 1-21,0-1 0,0-1-13,-7-13 1,7 11-11,0-12 0,7 5-13,-7-5 0,10 0-67,-3 1 0,-2 1 8,2 5 1,3 3-160,11 5 1,-2 1 15,9-8 1,1 8-177,6-1 0,1 4-91,-1 3 1,1-1-243,-1 1 1,1-1-18,-1 1 0,1 8-921,-1 6 1663,-9 5 0,8 20 0,-8 6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5:21.702"/>
    </inkml:context>
    <inkml:brush xml:id="br0">
      <inkml:brushProperty name="width" value="0.08571" units="cm"/>
      <inkml:brushProperty name="height" value="0.08571" units="cm"/>
    </inkml:brush>
  </inkml:definitions>
  <inkml:trace contextRef="#ctx0" brushRef="#br0">277 128 7963,'-9'-21'293,"-1"-1"169,-4 1 0,5 7 115,9 0 213,0 9-131,0-4-117,0 9 156,0 0-398,0 9 0,0 3-30,0 9 1,-3 0-69,-4 1 1,3 1-86,-11 6 1,8 1-85,-7 6 1,2 4-41,-2-5 0,-5-2-112,5 3 0,-5-3 151,-2 2 0,2 3-81,5-10 0,-5 8-387,5-8 282,4-9 0,1-7-615,9-5-534,0-5-476,0 8 241,0-10 73,0 0 1465,9 0 0,22-66 0,14-17 0</inkml:trace>
  <inkml:trace contextRef="#ctx0" brushRef="#br0" timeOffset="294">256 149 8040,'-12'-9'-124,"-7"-3"0,10-2 822,-5-1 1046,4 11-749,10-6-437,0 10 1,10 0-7,4 0 1,-2 0-127,2 0 1,0 3-156,7 4 1,0 2-46,1 5 1,-1 5 14,0-5 0,-7 5-27,1 3 1,-1-1-15,7 0 1,0 3-44,0 4 0,-6-4-141,-1 4 0,0 3-192,7-3 1,-2 7 62,-5-6 1,5 1-2,-5-1 0,-2-6 58,2 6 1,-7-13-217,8-2 39,-11 1 0,6-1-691,-10 0 482,0-9 0,0 2-915,0-14 49,0-5 1,-10-9 130,-4-1 1177,5 1 0,-39-38 0,1-9 0</inkml:trace>
  <inkml:trace contextRef="#ctx0" brushRef="#br0" timeOffset="502">171 404 8062,'-14'0'25,"0"0"736,9 0 1155,-5 0-1352,10 0 1,3 0 26,4 0 0,12-7-145,9 0 1,8-3-344,-8 3 1,7 5-248,-6-5 1,1-2-153,-1 1 1,-6 1-382,6 7 0,-6 0 282,-2 0 1,1 0-826,-1 0 1220,-9 0 0,16 10 0,-4 2 0</inkml:trace>
  <inkml:trace contextRef="#ctx0" brushRef="#br0" timeOffset="877">1212 107 8389,'-12'-22'904,"3"1"1,7 2-281,-5 5 0,2-3 127,-9 10-448,-1 0 0,-6 7 43,0 0 1,0 7 94,-1 0 1,1 10-336,0-3 0,0 3-9,-1-3 1,1 5-138,0-5 1,7 5 76,0 2 1,-1 0-147,-6 1 1,7-4 47,0-3 1,7 4-125,-7-5 1,9-2-258,-2 2 161,4 0 1,3 0 176,0 0 1,5-9 77,9 2 0,1 2 113,13-1 0,5-1-54,2-7 0,-2 7 152,3 0 0,-3 2-77,2-2 0,-4-2 249,-10 9-239,0-9 1,-9 21 119,-5-5 227,-4 5-261,-3-5-164,0 1 1,-10-3-119,-4-5 0,-5-3-260,-2-3 0,0-6-215,-1 5 1,1-5-506,0-2 0,7 0-297,0 0 1355,9 0 0,33-28 0,19-7 0</inkml:trace>
  <inkml:trace contextRef="#ctx0" brushRef="#br0" timeOffset="1152">1552 149 8077,'0'-21'460,"7"7"745,0-1-190,1 11 183,-8-15-761,0 17 1,0-6 12,0 16 0,0-4 233,0 10 0,0 8-221,0 6 0,0 3-189,0-3 1,0 3-84,0 4 1,0 5 0,0-4 0,0 4-35,0 2 1,0 1-103,0-1 0,0 1 98,0-1 1,0-1-96,0-6 1,0-2-254,0-5 1,0-11-412,0 4-431,0-4 393,0-6 1,0-3-597,0-16 1,0-3 1240,0-11 0,0-56 0,0-14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5:27.190"/>
    </inkml:context>
    <inkml:brush xml:id="br0">
      <inkml:brushProperty name="width" value="0.08571" units="cm"/>
      <inkml:brushProperty name="height" value="0.08571" units="cm"/>
    </inkml:brush>
  </inkml:definitions>
  <inkml:trace contextRef="#ctx0" brushRef="#br0">64 3932 8068,'0'-12'-1897,"0"2"1795,0 10 127,0 0 283,0-9-218,0 7 0,-3-8 333,-4 10-25,5 0-131,-7 0-39,9 0 1,-3 0 145,-4 0 240,5 0-202,-8 0 49,10 0 572,0 0-647,-9 0-303,6 0 58,-6 0 47,9 0 50,0 0-117,9 0 0,-4 0-13,9 0 1,-7-2-11,8-5 1,-8 4-5,7-4 0,-2 2 30,2-2 0,5 5-90,-5-5 0,5-2 61,2 1 1,7-6-11,1 7 1,1-9-9,-1 1 0,1-1 0,6 2 0,4-5-34,-5 5 0,6-5-11,1-2 1,1-1-5,-1 1 1,1-3 46,-1-4 1,3 5-57,5-6 0,-3 3 1,9-2 0,1 4-8,7-4 0,-7 2 4,-1-2 1,-6 4-2,6-4 0,-8 4-21,1 3 1,-4 2-6,-2 5 1,-3-5 6,-5 5 1,5-3 19,-4 3 0,-6-5-3,-1 5 1,1 2 42,-1-2 0,6 2 85,-6-2 1,1-3-87,-1 10 0,1-7 15,6 7 1,1-7-38,-8 7 0,-1-7 5,-7 7 1,1 0 55,-1 7-203,0 0 84,-9 0 35,-3 0 0,-9-3-52,0-4-5,10 5-178,-8-8 133,8 10 1,-8 0-374,5 0-869,-5 0 543,8 0-530,-10 0-956,0 0 1644,-57 19 1,36-5 632,-29 15 0,-9-6 0,12-1 0</inkml:trace>
  <inkml:trace contextRef="#ctx0" brushRef="#br0" timeOffset="1542">5100 340 8086,'0'-12'131,"0"-7"1,0 15 405,0-11-295,0 11 1,-7-8 188,0 5-261,-9 5 1,4-8-69,-9 10 0,-1 0 40,1 0 0,0 0-28,0 0 0,-1 0 58,1 0 1,-7 2-51,-1 6 1,-8-6 71,1 5 0,-2-2-34,3 2 1,-12-5-103,4 5 1,-4 3 118,5-3 1,-10 7 21,-5-7-167,8 5 1,-1 2 0,-21 0 60,-14 14 1,16-6-23,20-8 1,-3 5-10,2-5 1,3 2 47,-10-1 1,3 8-20,-3-9 1,3 10-36,5-10 1,4 12 51,-5 3 1,5-1-103,3-7 0,-1 0 36,1 1 0,-1 6-2,1 0 1,-1 1-19,1-8 1,-1 7-6,1 1 0,-1 1 16,1-1 0,6 1-13,1 6 1,2-3-97,-3-5 1,-4-2 105,5 9 1,4-1-86,3 1 0,-3 3 45,3-10 1,-3 10-2,3-3 0,4-2 18,-4 3 1,4-8 0,3 7 1,0-1 24,-1 1 1,4 3 4,3-10 0,-1 8 96,9-8 1,-7 7-66,7-6 0,-10 6 100,3-7 0,2 8-111,-2-8 1,0 8-50,-8-8 0,8 7-7,0-6 1,2 6-11,-2-7 1,2 8 1,5-8 0,5 8-18,-5-8 0,4 7 33,3-6 1,0 1-13,0-1 1,0 1 9,0 6 1,0-3-5,0-5 0,0-2 55,0 10 0,0-10 24,0 2 0,8-2 11,-1 2 1,2-4 3,-2 4 0,-5-4 12,6-3 0,1 0-29,-2 1 0,7 6-20,-7 0 0,8 1-52,-8-8 0,2 0 9,-2 0 1,-2 1-14,9-1 1,-7 7 30,7 0 1,-2 1-18,2-8 1,5 0 26,-5 1 0,5-1-5,2 0 1,-6 0 38,-1 1 0,2 1-42,13 5 1,-10-4 43,9 4 1,-14-4-52,14-3 1,-9-4 1,10 4 0,-6-11 16,-2 11 1,1-7-4,-1 0 1,7 5-26,1-5 0,6-2-9,-7 2 1,3-7 8,-3 7 1,-2-2 6,10 2 1,-3-2-68,2-5 1,5-2 51,-4 9 0,4-9-9,3 2 1,-8 2 6,0-2 1,1 8-3,6-8 0,8 0-1,-1-7 1,1 7 0,-7 0 1,-1 0-11,1-7 0,4 7 13,-5 0 1,6 0-3,-13-7 1,5 7 9,3 0-19,-1 1 0,1 10 0,-1 6 0</inkml:trace>
  <inkml:trace contextRef="#ctx0" brushRef="#br0" timeOffset="2341">4102 3719 8133,'44'0'3739,"6"0"0,-5 0-3092,4 0 0,-1 2-432,1 6 1,-4-6-275,5 5 0,2-5 49,-3-2 1,3 0-4,-2 0 1,-5 0-24,4 0 1,3 0-3,-2 0 0,6 0 11,-6 0 0,2 0-5,-2 0 1,2 0-26,4 0 0,-1 0-7,-6 0 0,-2-7-11,10 0 0,-7 0 38,6 7 0,-6-7 3,7 0 0,-8-3 21,8 3 0,-8 5 7,8-5 1,-7-3 5,6 3 1,-6 0 4,7 7 1,-3-7-15,3 0 0,-3-7 9,-5 7 0,-4-3 14,5 3 1,-5 3-24,-3-11 1,1 8 12,-1-7 1,1 7-19,-1-7 8,20 9 1,-15-11 6,10 9 0,-3-8 2,-5 8 1,1-7-10,-7 7 15,-1-9 0,24 6 63,5-4 1,2-5-69,-16 5 0,-3 2 110,-4-2-94,-5 0 1,23-7 0,-4-1 0,-5 1 30,-10 0 0,-4 0 9,-2-1 0,-1 1-76,1 0 0,-3 0-10,-5-1 0,3-1 138,-9-6 1,-1 6-92,-7-6 0,7 3 51,1-2 0,-6 2-5,-1-9 0,-6 6 9,13-6 1,-6 7-73,-2-8 0,1 1 3,-1-8 1,0 8-28,0-1 0,1 8-12,-1-7 0,-7 6-80,0-6 0,-2 2 114,2-3 0,3-1-25,-10 8 0,7-8-18,-7 1 0,3-4-3,-3-3 0,-3 1-29,11-1 0,-8-8-6,7-6 1,-7-2 107,7 2 1,-7-4-2,7 4 0,-2 3-42,2-3 0,3 10-6,-10-3 0,2 12 1,-2 3 1,-4 0 10,4-8 0,-5 1 7,-2-1 1,0 8 8,0-1 0,-2 1 11,-5-8 1,-5 1-12,-9-1 1,-1 8-7,1 0 0,0-8 144,0-7 1,-10 3-99,-4 12 0,2-5 12,-3 4 1,-2 3-1,-11-2 0,4 2-1,-5-3 0,-4 3-15,-3 5 0,3 4 3,-3-4 1,1-3-58,-8 3 0,-2 0-151,-5 6 1,-5-1 12,-9-6 0,7 6 38,1-6 1,1-1 32,-2 1 1,-5-1 16,5 1 1,5 3-1,2-9 0,-2 9-36,2-2 0,-2 4-97,2 3 1,5 2 173,-5 5 1,5-3-8,3 10 1,-11 0-154,-4 7 1,0 2 113,-7 5 0,3-2-274,33 2 0,-1 0 0,-3 1 1,-1 1 161,-2 5 0,-1 0 0,-4-2 0,-1 0-210,2 2 0,0 0 1,1 2-1,0-1 149,-1-1 1,-1 0 0,2 4 0,0 0-141,-1-4 0,0 0 0,2 0 0,2 0-78,6-3 0,1 0 0,-45 12-517,9 6 1,2-4 972,5 11 0,3-8 0,9 8 0,-3 1 0,1 4 0,-3 1 0</inkml:trace>
  <inkml:trace contextRef="#ctx0" brushRef="#br0" timeOffset="3601">4272 4272 8095,'11'-10'-35,"1"1"123,-5-5 404,-4 4-81,6 1 0,-7 4 186,6-9 251,-6 9-260,7-4-60,-9 9 139,0 0-486,0 9 0,0-4-11,0 9 0,0 0 14,0 7 1,-9 3-55,-5 4 0,-5-2-178,-2 10 1,4-3 184,-4 2 1,4 5-33,-11-4 0,4 4-126,3 2 1,0 1 16,0-1 0,-1-1-126,1-6 0,0-4 15,0-10 1,9 0-163,5 0 1,-3-6-296,3-1 124,0-10 0,14 4-37,0-16 0,7 4-211,-7-10 1,10-1 49,-3-6 0,5-7 49,2 0 0,-2-3 176,-5 2 1,5-4 420,-5-9 0,5-1 0,3 1 0,-8-1 0,0 1 0,-2 6 0,2 1 0,2 9-25,-8-2 0,6-3-21,-7 3 0,0 6 1000,-7 8-368,0 10 0,2-13 1267,5 10-1272,-4 0 0,6 9 56,-9 5 0,0-2 230,0 9-411,10 0 1,-6 8-131,10-1 1,-6 2-30,6 6 1,-7-6-86,7 6 1,-2-3 7,2 2 0,5 3-139,-5 4 149,5 5 0,26 19-170,4 5 1,-4-5 29,-16-38 0,-6 1-182,-2-1 1,-6 0-99,-1 0-233,0 1-109,7-1-235,-9-9-319,-3-3 437,-9-9 1,-2-2-344,-5-5 0,2-5 225,-9-9 0,0-1-233,-7 1 1,-3 0 999,-4 0 0,-43-29 0,26 22 0,0-1 0</inkml:trace>
  <inkml:trace contextRef="#ctx0" brushRef="#br0" timeOffset="3759">4272 4654 8310,'-22'0'1526,"11"-2"-474,3-5-53,6 4-642,2-6 0,10 9-130,4 0 0,5-7-183,2 0 1,0 0-258,0 7 0,3 0-198,4 0 0,-4 0-1508,4 0 1919,-4 0 0,35-19 0,9-5 0</inkml:trace>
  <inkml:trace contextRef="#ctx0" brushRef="#br0" timeOffset="4126">5207 4293 7849,'0'-21'2357,"9"-1"-1258,-7 11-699,-2 1 1,-11 10 107,-11 0 1,1 2-338,0 6 1,0 3 69,-1 11 0,1-8-247,0 0 0,-3 0 41,-4 7 1,11 1 14,-4-1 1,12 0 55,-5 0-424,9 1 0,-5-1 92,10 0 0,3-7-32,4 0 1,5-9 100,9 2 0,7 3 100,1-3 1,6 2 199,-7-2 0,8-2-63,-8 9 1,0-9 49,-6 2 1,-1 2 71,0-1 388,0 8-394,1-4 1,-11 2 108,-3 0 0,-6-7-97,-2 7 1,-10-2-63,-4 2 1,-5-2-275,-2-5 0,-7-4-85,-1 4 1,-6-5-67,7-2 0,-1 7-326,8 0 0,0 0-1752,0-7 1681,-1 0 676,11 0 0,48-47 0,22-12 0</inkml:trace>
  <inkml:trace contextRef="#ctx0" brushRef="#br0" timeOffset="4486">5610 4420 8143,'0'-21'512,"0"7"851,0 0-293,0 0-3,0-8-692,0 1 0,10 7 590,4 0-636,43 19 1,-27-13-40,20 16 1,-22-4-210,-13 3 0,3-2-19,-3 9 0,-4-7-110,4 7 1,-11-6 186,3 6 0,3 0-169,-3 7 0,-2 0-27,-12 1 1,-5 6-114,-10 0 0,-1 10 7,-5-2 1,-6-3 114,-8 2 0,7-2 103,-1 2 0,10 3 5,-2-9 1,4-1 134,3-7 1,9-7-115,5 1 1,7-4 105,7 3 1,14-4-82,15-10 0,13-2 16,8-6 0,4-1 59,3-5 0,0-5 4,0 5 0,-10-3-241,-4 3 1,-15-2-436,-7 9-691,-13-1 429,-6 8 151,-9 0 1,-9 0 105,-6 0 496,-13 0 0,-43 29 0,-19 6 0</inkml:trace>
  <inkml:trace contextRef="#ctx0" brushRef="#br0" timeOffset="5335">8607 2848 8080,'-19'-3'-1686,"5"-4"2262,-5 5 0,7-10-261,-9 5 0,7 5 191,0-5-224,9 4 1,-12 1-45,10-5 1,-2 4 186,2-4 123,4 5-272,-6 2-20,9 0 1,2 0 17,5 0 0,-2 0-8,9 0 1,0 2-10,8 5 0,-1-2-22,0 9 1,8-2-28,-1 2 1,10 5-71,-3-5 1,8 5 109,6 3 1,-4-1-213,5 0 1,4 7-12,3 1 0,4 1-64,3-1 0,-1-3 4,1 9 1,0-9 103,0 2 0,-1 3 31,1-3 1,-7 3-13,0-3 1,-8-4-44,8 4 0,-8-2 58,8 3 0,-3-6-149,3 6 0,4-6 113,-4-1 0,5 6-8,1 0 0,1 1-28,0-8 1,-8 7-88,1 0 0,0 3 14,7-2 0,-1-6-156,1 5 0,-3 3 105,-4-2 0,5 1-264,-6-1 357,6-6 0,-8 13 0,0-10 0,1-5 0,1-2 0,1-5 0</inkml:trace>
  <inkml:trace contextRef="#ctx0" brushRef="#br0" timeOffset="5503">11093 3995 8079,'45'22'2601,"5"-1"1,-5-7-2117,4 0 1,-11 0-256,-3 8 0,-1-8-107,1 0 1,3-7 57,-10 7 1,0-7 20,-6 7 1,-1-9-14,0 2-65,-9-4-34,7-3-207,-17 0 114,8 0-258,-10 0-331,0 0-104,-10 0 0,6 0-875,-11 0 1,8-3 123,-7-4 1447,0 5 0,-48-7 0,-20-1 0,-5 4 0,-1 0 0</inkml:trace>
  <inkml:trace contextRef="#ctx0" brushRef="#br0" timeOffset="6744">13665 4187 8101,'0'-15'734,"0"1"-436,-10 10 1,6-13-63,-11 10 1,8 0 42,-7 7 0,7-7-25,-7 0 0,0 0-15,-7 7 0,-1 0-60,1 0 0,-3 0 0,-4 0 0,2 0 15,-9 0 0,6 0-83,-6 0 0,-3 0-20,-11 0 1,4 0 53,-5 0 1,-2 0-113,3 0 1,-17 0 83,2 0 1,2 0 169,6 0-218,-39 9 0,27-7-100,-24 6 0,30 1 66,-1-2 1,11 2 5,-5-1 1,7-4-55,-6 10 1,-1-6 91,-7 6 1,8-7-45,-1 7 1,0-7 22,-7 7 1,1 0-12,-1 8 0,0-1-27,0 0 0,1-4 4,-1 4 1,0-5-29,0 13 0,-6-6-155,-1-1 0,-2 1-95,2 6 1,2-3-35,-9 9 0,10-7-7,-3 8 0,2-8 111,-1 7 0,11-1 41,-5 1 0,7 5 11,1-4 1,1-3-5,6 2 0,4-7 47,-5 8 0,8-10 144,6 2 0,-4 3 90,5-3 1,2 0-79,-3-6 89,10 8 0,-21 8-31,5 5 1,4 2-52,9-17 1,-4 7 24,-2-6 1,2 8 3,-3-1 0,3 2 29,-2-3 1,2 5-126,5-4 1,4 4 42,-4 2 1,4-2 34,3-4 0,-1 4 97,1-5 0,2-2-86,5 3 0,-5-8 11,5 8 1,2-8-11,-2 7 1,2-6 9,-2 6 0,-2-9-38,9 2 1,-10 3-1,3-3 0,2 10-136,-2-2 0,9-3 136,-2 2 0,5-7-82,2 8 1,0-3-2,0 2 0,0 6-5,0-6 0,2-4 7,5-3 1,-2 3-14,9-3 1,0 7 3,7-6 1,1 1-6,-1-1 0,0-6 2,0 6 0,1-3 39,-1 2 0,7-4 1,1 4 0,8-4 21,-1-3 1,-3 0 98,2 0 1,-6 1-85,6-1 0,1 0 12,6 0 0,-7 1 45,1-1 0,-3 0 16,2 0 1,10-6-11,-9-1 1,8 0 4,-8 7 1,2-7 158,-3 0 1,10 1-62,-10 6 1,10-7 56,-9 0 0,4-2-156,2 2 1,6 3 20,-6-10-27,15 9 1,-8-11-7,15 9-107,5-9 0,-25 14 0,8-7 0</inkml:trace>
  <inkml:trace contextRef="#ctx0" brushRef="#br0" timeOffset="7459">10796 7481 8115,'57'2'2763,"-1"5"0,-1-5-1530,1 6 1,3-4-911,-9 3 1,6-2-204,-6 9 0,9-9-105,-2 2 1,-5 2-23,-3-1 1,3 6 1,-2-7 0,7 2 32,-8-2 0,3-4-39,-2 4 1,-3-5 31,10-2 1,-8 0-14,8 0 1,-1 0-3,8 0 0,2 0-8,5 0 1,-5 0-3,5 0 1,-12-7-34,-2 0 0,-1 0-5,8 7 1,-2 0-41,-6 0 1,6-7 60,-6 0 0,-1-3-3,1 3 1,-1 5 6,1-5 0,6 2 1,-6-2 0,-1 2 1,1-9 0,1 9 6,7-2 0,-8-2 3,1 2 0,0-3 8,7 3 0,-8 2 50,1-9 0,-7 7-39,6-7 0,-6 7 2,6-7 1,-6 7-16,7-7 1,-10 6 0,3-6 0,4 7-1,2-7 4,25 0 0,-20 2 2,10 5 1,-17-5-3,3-2 1,-3 5 111,3 1 1,2-3-89,-9-3 1,9 2 4,-3-2 0,6-1-27,1-6 1,1 7 2,0 0 1,0 0-25,-1-8 0,1 1-6,0 0 0,0 0 4,-1-1 0,-6-6-5,0 0 0,-3-3-123,3 3 1,-5 2-7,-10-10 1,8 8 42,-1-8 0,8 1 64,-7-7 1,6-1-7,-6 1 1,7-3 45,-8-5 0,1 5 122,-8-4 0,-9 4-75,-4 2 0,-6 1 156,-1-1 1,-4 1-106,-3-1 1,-6 1-21,-9-1 0,2-2 95,6-4 0,-6 4-49,5-5 0,-5 3 16,-2-2 0,0 1-75,0-8 0,-2 6-11,-5-7 1,5 3 17,-6-3 1,-3-4-12,-4 4 0,4 3 30,-4-3 1,-1 10-26,-12-2 1,4 4-23,-4 2 1,-5 1-31,-3-1 1,3 1 5,-2-1 0,-1 1-6,-6-1 0,-8 3-103,1 5 1,-3-3 83,2 9 1,-4-8-123,-10 1 0,5 6-87,-5 1 1,3-4 176,-17-2 1,32 18 0,-3 1 5,-3-2 1,-2 0 0,-1 2 0,-1-1-286,3 0 1,0-1 0,-9-2 0,-1 0 174,-4 1 1,-1 2 0,-3 1-1,-2 2 35,-1-1 1,-1 1 0,2-1 0,0 0-74,2 0 0,0 1 0,-2 0 0,0 0-248,3 3 1,-2 1 298,-24-6 0,-1 1 1,24 6-1,2 1-79,-12-3 0,3 1 0,16 6 0,3 1-67,3-1 0,2 1 0,0 1 0,1 2-602,-44 0 0,0 11 185,21 11 1,5 11 695,2 16 0,7-6 0,7 13 0,6 6 0</inkml:trace>
  <inkml:trace contextRef="#ctx0" brushRef="#br0" timeOffset="8386">11986 8118 8106,'9'-21'-426,"-6"7"2410,4 0-995,-5 9-19,-2-5-546,0 10 0,0 3 126,0 4 0,-7 5-26,0 9 1,-9 3-153,1 4 1,-4 5 17,-2 9 1,0-6-143,0-1 0,-1 3 0,1 12 0,-7-13-68,0 6 0,-8-5-71,8 4 0,-3-2 21,3-4 0,11 2-242,-4-10 1,7-7-1237,0-7 203,4-9 400,10 4 1,3-11 289,4-5 1,7-7-106,14-14 1,-4 2 101,4-10 1,3 1 1,-3-8 1,8-2 220,-8-4 1,3 4 264,-3-5 0,-7-2 71,0 3 0,1-1 53,-8 8 0,-5 2 403,-2 4 1,-4 13-10,-3 8 333,9 11-452,-6-6 0,6 13 324,-9 4 1,7 4-204,0 11 0,7 1 39,-7 6 0,8 4 22,-8 9 1,7 3-162,-7 5 1,7-5-166,-7 4 0,7-2-83,-7 3 1,8-5-30,-8 4 0,2-4-52,-2-2 0,-4-8-145,4 1 1,2-10-791,-2 2 480,10-5-1400,-15-1 193,17-10-372,-17-3 1257,8-18 1,-10-3-8,0-10 1,0 1-105,0 0 1,-7 0 766,0-1 0,-29-17 0,-11-9 0,0-4 0,-1 0 0</inkml:trace>
  <inkml:trace contextRef="#ctx0" brushRef="#br0" timeOffset="8553">11710 8543 8077,'-22'0'0,"1"0"0,0 7 1692,0 0-553,9 0-442,2-7 1,15 0-234,9 0 1,3 0-2,18 0 0,8 0-215,6 0 0,1-7-168,-8 0 1,-1-2-100,-6 2 0,3 4-337,-10-4 1,0-2-935,-6 2 0,-1 0 643,0 7 0,-7 0 647,1 0 0,-39 9 0,-2 3 0</inkml:trace>
  <inkml:trace contextRef="#ctx0" brushRef="#br0" timeOffset="9069">12857 8118 8106,'10'-12'796,"-8"-7"0,10 17 12,-5-5-79,-5-5 309,8 10-689,-10-8 1,-3 13-57,-4 4 0,-2-2-37,-5 9 0,-5-7-4,5 7 0,-12-2-112,-3 2 1,1 5 29,7-5 1,-8 3-120,1-3 1,-10 5 71,3-5 0,4 5-255,3 2 1,-3-2 131,3-5 0,-1 5-50,8-5 0,9-2-83,5 2 0,5-7 56,2 7 4,0-9 1,9 7 44,6-5 1,6-5 47,7 5 0,3-4 18,4-3 1,5 7 10,-4 0 0,-3 0 14,2-7 1,-9 7 8,3 0 1,-6 7-32,-1-7 0,-1 8 9,0-8 1,0 7 189,1-7 0,-11 9 153,-4-1-114,5 3 0,-9 4-130,4-1 1,-5 0 104,-2 0 1,-2-2-57,-5-4 0,-5 3 89,-9-3-225,-1-6 0,-34 0 124,-1-9 1,-9 0-498,30 0 0,6-7-98,1 0 1,-1 0-298,1 7 1,1-7 55,7 0 0,7-2-1601,-1 2 1240,11 4 1,4-9 1010,14 5 0,39 1 0,17 0 0,5-4 0,1-1 0</inkml:trace>
  <inkml:trace contextRef="#ctx0" brushRef="#br0" timeOffset="9651">13240 8182 8041,'0'-21'-59,"0"7"377,0-1 1,0 8 501,0-7 1,0 7 259,0-7-209,0 9-100,0-14-505,9 17 0,3-8-66,9 10 1,1 0-19,-1 0 1,2 0-138,6 0 1,-3 0 126,9 0 1,-7 0-142,8 0 1,-10 8 92,2-1 1,1 2-192,-8-2 0,5-2 126,-12 9 0,-5-7 170,-2 7-76,-4 0 0,-3 8-40,0-1 1,-10 0 9,-4 0 1,-12 3-71,-2 4 0,-8-9-131,8 10 1,-3-15 130,3 14 0,5-16-193,-6 9 14,6-4 0,4-3-40,5 0 36,4-9 0,15 4 55,9-9 0,2 0-16,20 0 1,-1 0 107,8 0 1,-1 0 0,1 0 0,-3 0 73,-5 0 0,3 10 221,-9 4 1,-1-2 168,-7 2 1,-2 7-198,-5 7 1,-4 3 52,-10-3 0,0-2 38,0 10 0,-10-8 69,-4 8 1,-7-10-143,-8 2 1,-4-5-37,-9-1 0,-1-3-107,1-5 0,-1 2-140,1-9 1,2 0-366,4-7 0,-4 0 229,5 0 0,4-7-498,3 0-342,4-9-839,12 4-48,3-9 321,9-1 1,9 8 573,5 0 949,5 9 0,12-4 0,2 9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5:48.380"/>
    </inkml:context>
    <inkml:brush xml:id="br0">
      <inkml:brushProperty name="width" value="0.08571" units="cm"/>
      <inkml:brushProperty name="height" value="0.08571" units="cm"/>
    </inkml:brush>
  </inkml:definitions>
  <inkml:trace contextRef="#ctx0" brushRef="#br0">0 335 7852,'84'5'0,"-1"0"0,1-1 0,0 1 0,0 0 0,-1-1 0</inkml:trace>
  <inkml:trace contextRef="#ctx0" brushRef="#br0" timeOffset="2677">753 112 7638,'16'-12'982,"-4"9"-271,-12-10-214,0 13 8,0-12-31,0 9-265,0-10 1,-3 13 112,-6 0 54,6 0-172,-22 0-78,10 0 0,-13 0-114,0 0 1,9 0 58,1 0 0,-1 3-88,-9 7 1,0-4 99,0 12 1,0-11-85,0 2 0,-9 6 38,0 4 0,0-3-88,9 2 0,-9-2 103,-1 2 1,1 7-13,9-6 0,10 5-11,-1 4 0,4 3-2,-4 7 1,-3-7-4,13 6 1,-10-3-29,10 3 1,0-6-5,9 6 0,0-6 15,0-3 1,0 0-8,0 0 1,0 0 10,0 0 0,0 0-16,0 0 1,0 0 1,0-1 0,12 1 0,7 0 1,-4-9-4,4-1 0,-4 1-5,4 9 0,6-9-2,-7-1 1,7-9-48,3 10 0,0-10-11,0 10 1,9-10 34,0 10 0,4-13-12,-4 3 1,-3-6 35,12-3 0,-8 0 12,8 0 0,-9 0 2,10 0 0,-10-3 38,10-6 0,-4 3 14,4-13 1,5 1 7,-5-10 0,-4 0 16,4 0 0,-4 0-26,4 0 0,2 0 12,-12 0 0,4 0 131,-4 1 1,-6-1-40,6 0 0,-15 0-28,-4 0 1,-2 0-10,3 0 1,-4 0 4,-6 0 0,-6 0-57,7 1 0,-7-4 0,-3-7 1,-9 13-16,-1-12 0,-11 12-7,2-12 0,-6 3-124,-3-3 1,0 6 40,0-6 1,1 6-51,-1 3 0,-13 0 58,-5 0 0,2 0-133,-2 0 1,2 10 96,-2-1 0,-7 13-13,7-3 0,-7 5-370,-3 4 278,-24 38 1,27-26-357,-12 25-229,12-12 161,10 3 1,5 0 7,20 0 0,-7-10-184,6 1 1,4-4 173,-4 4 0,10 6 154,-10-7 0,13-2 443,-3 3 0,31-1 0,9 10 0</inkml:trace>
  <inkml:trace contextRef="#ctx0" brushRef="#br0" timeOffset="3020">307 279 7870,'56'0'0,"0"0"0</inkml:trace>
  <inkml:trace contextRef="#ctx0" brushRef="#br0" timeOffset="3294">391 252 7876,'-16'-4'-8,"7"-5"0,3 6 800,-4-6-220,7 6 1,-9 3-45,12 0-251,0 0 1,12 0-84,7 0 1,-4 3-84,4 6 1,0-3 20,8 13 1,1-10 42,0 10 1,9-1-132,1 10 0,-1 0 91,-9 0 0,9 0-30,0 0 1,10 9-22,-10 0 1,9 1-120,-8-11 1,11 11 122,-2-1 0,-7 3-93,-3-3 1,4-15-60,-4 6 0,-3-6 48,-16 6 1,4-10-125,-12 1 170,11-13-27,-18 6-67,10-12-89,-13 0 1,-10-3-64,1-6 0,-13 3-243,4-13 1,2 4-479,-2-4 1,-1-3 135,-9 13 0,10-13 801,-1 4 0,-24-19 0,-16-7 0</inkml:trace>
  <inkml:trace contextRef="#ctx0" brushRef="#br0" timeOffset="3652">1200 224 7892,'18'-19'7,"1"0"164,0 13 1,-1-15 845,1 11-69,-13 1-160,7 9-43,-13 0-489,0 0 1,-13 12-1,-5 7 1,2 6-62,-3 3 1,-2 0 26,-17-1 1,7 1-58,-6 0 0,-3 9-104,3 1 0,-10-1-89,10-9 0,-13 9-51,4 0 1,-7 0 14,-3-9 0,10 10 61,-1-1 1,-5 0 20,-4-9 1,-3 0 24,22 0 1,-10 0 4,10-1 1,0-2 48,9-6-31,0 6 0,9-19-189,1 12 23,12-11-334,-7 5 205,13-12-169,0 0 66,13 0 1,2 0-290,13 0 0,-9 0-46,-1 0 0,1-9-353,9-1 1,-10 1 1019,1 9 0,37-12 0,18-4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5:53.524"/>
    </inkml:context>
    <inkml:brush xml:id="br0">
      <inkml:brushProperty name="width" value="0.08571" units="cm"/>
      <inkml:brushProperty name="height" value="0.08571" units="cm"/>
    </inkml:brush>
  </inkml:definitions>
  <inkml:trace contextRef="#ctx0" brushRef="#br0">28 85 7767,'0'-16'571,"-3"1"-112,-6 5-2,6 7-113,-10-9-161,13 12 1,0-3 117,0-7-266,0 7-71,0-9 236,0 12 128,0 0-262,13 12 1,-7-5 1,12 11 0,-8-12 87,8 4-81,1 5 1,9 1-36,0 12 0,0-10-7,0 1 0,-1-4-7,1 4 1,0 6 2,0-7 1,0 7-87,0 3 0,0-9 41,0-1 0,9-2-12,0 2 0,0 7 15,-9-6 0,0 2-11,0-2 0,0 6 43,0-7 0,9 7-14,0 3 0,4-9 45,-4-1 1,-6 1-1,6 9 0,3-10 10,-2 1 1,8 0-7,-9 9 0,4-4 10,-4-5 0,-3 6-6,12-7 1,-11 4 3,2-3 1,3 5 28,-3-5 0,4-3-39,-4 2 0,-6-2-33,6 2 1,-6 7 13,-3-6 0,0-4-1,0 4 0,-10-13 11,1 3-10,-13-6 69,6 10-11,-12-10 102,0 9-115,0-12-119,0 0-157,0-12 25,0 9 0,-3-10-761,-6 13-238,6-12-491,-22 9 1664,22-10 0,-84-11 0,-6-7 0</inkml:trace>
  <inkml:trace contextRef="#ctx0" brushRef="#br0" timeOffset="908">1954 1061 7797,'0'-28'-1673,"0"10"2303,0-1 1246,0 13-669,0-6-313,0 12-481,0 0 0,12 0-170,7 0 1,-4 9-13,4 0 0,-1 13-68,10-4 0,3-2 0,6 3 0,-6-1-10,7 10 0,-4 0 27,3 0 0,-6 0-214,6 0 0,3 0-59,-2 0 1,-1-1-11,-9 1 1,0 0 41,0 0 0,-10-3-67,1-6 1,-10 2 3,10-11 1,-13 2-398,3-3 200,-6-6 90,-3 10 0,0-16-826,0-7 1,-12-2 212,-7-7 1,4-5-574,-4 5 1417,1-6 0,-23-28 0,-2-5 0</inkml:trace>
  <inkml:trace contextRef="#ctx0" brushRef="#br0" timeOffset="1217">2484 1061 7833,'3'-25'-60,"6"7"327,-6-7 16,22 10 0,-22-4 130,6 0 0,-2 13 208,2-3 203,-6 6-310,9 15-144,-12 4 1,0 12-30,0-1 0,0 1-85,0 0 0,-12-3-44,-7-6 0,-5 12-38,-4-13 0,0 13-80,0-12 0,0 6 66,0 3 0,0 0-150,0-1 1,0 1 53,0 0 1,1-9-36,-1-1 1,3 1-135,6 9 1,-2-9 112,11-1 1,-8-9-97,8 10 1,-8-10-237,8 10-80,1-13 28,9 7-332,0-13-347,0 0 89,13 0 0,-7 0-200,12 0-424,-11-13 1590,5 10 0,13-34 0,6 6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5:56.458"/>
    </inkml:context>
    <inkml:brush xml:id="br0">
      <inkml:brushProperty name="width" value="0.08571" units="cm"/>
      <inkml:brushProperty name="height" value="0.08571" units="cm"/>
    </inkml:brush>
  </inkml:definitions>
  <inkml:trace contextRef="#ctx0" brushRef="#br0">3516 168 7871,'0'-15'-1385,"-3"-7"1609,-6 13 1192,6 0-462,-10-4-188,13 10-113,0-22-231,-12 22 0,9-9-103,-10 12 27,13 0-158,-12 0 0,6 0-14,-13 0 0,10 0-78,-10 0-49,1 12 1,-10 4-53,0 12 0,0 0 119,0-1 0,3 1-24,7 0 0,-7 9-53,6 1 1,4-1 1,-4-9 0,10 9-18,-10 0 0,13 3-4,-3-2 1,6-7-2,3 6 1,0 3 0,0-3 0,0 1-5,0-11 0,0 11 11,0-1 1,9 0-14,0-9 0,10 0-24,-10 0 1,13-3-2,-4-7 0,7 7-2,3-6 0,0 2-3,0-2 0,3 6-6,6-7 0,-3-2 23,13 2 1,-10-8 2,9 8 1,-8-11 23,8 2 0,1 3 2,8-2 1,-8-1 14,0-9 0,-10 0 9,9 0 0,-9 0 39,10 0 1,-13-3 11,3-7 0,-3 4 118,4-12 0,-4 2-30,12-2 0,-9-10-45,10 0 0,-10 0-88,10-9 1,-4-7-14,4-2 0,-4 2 29,-6-2 1,-6 2 5,6-2 0,-6-7-56,-3 7 0,-9 2-21,-1-2 1,-11 12-51,2-4 0,-6-2-8,-3 3 0,-3 0 34,-6 9 1,-7 0-4,-12 0 0,0 0-7,0 0 1,-3 10-64,-6-1 0,6 0-170,-6-8 1,-6 8 96,-4 0 1,-3 4-65,4-4 0,-4 4-22,13 5 1,-12 4 44,2-12 1,-3 11 29,4-2 1,-7 6-25,7 3 1,-7 0-84,-3 0 0,0 9 54,1 1 0,-1 8-14,0-9 0,0 13-70,0-3 1,13 6-234,6 3 1,3-1-1102,-4 1 1143,20 0 1,-7 0 507,25 0 0,62 25 0,16 6 0</inkml:trace>
  <inkml:trace contextRef="#ctx0" brushRef="#br0" timeOffset="426">3488 336 7924,'0'-16'-2004,"0"-8"4252,0 5-1497,0 7 1,0-4 323,0 7-373,13 6-311,-10-10 0,12 16-174,-5 7 1,2 5 0,7 13 0,5 0-44,-5 0 1,6 0 13,3 0 1,0 9-91,-1 0 0,1 10 5,0-10 1,3 3-81,7-3 0,-7-6 31,6 6 0,-6-2-90,-3 2 1,0-6 39,-1 6 0,1-12-76,0 3 0,-3-16 88,-6 16 1,-4-16 2,-6 7-552,-5-13-165,8 7-440,-12-13-2022,0 0 1786,-12-13 770,8-2 0,-17-13 604,11 0 0,-11-34 0,-4-16 0,2-5 0,-1-1 0</inkml:trace>
  <inkml:trace contextRef="#ctx0" brushRef="#br0" timeOffset="676">4186 336 7408,'18'-16'-395,"1"7"0,-13 3 1447,4-3 1,-4 5 412,3-5-464,-6 6-477,10 3 1,-17 0-130,-5 0 0,3 12 123,-13 7 0,1 6-174,-10 3 1,-3 0-88,-6 0 0,6 9-83,-7 0 0,-2 3 27,3-3 0,-3-6-161,2 7 1,4 2-37,-12-3 1,9 10-35,-10-10 1,13 3-75,-3-3 0,6-15-139,3 6 1,0-6-101,0 6 1,9-13-269,1-6 0,12-2-792,-4 2 965,7-6 1,16 9-790,5-12 0,7 0 121,3 0 1106,0 0 0,62-37 0,-38 14 0,1 0 0</inkml:trace>
  <inkml:trace contextRef="#ctx0" brushRef="#br0" timeOffset="1426">2874 1006 10413,'0'-16'956,"0"4"0,-12 12-723,-7 0 0,4 9-1,-4 0 0,-9 13-89,-9-3 1,-12-1 77,2 10 0,-6-6-91,-2 15 0,-14 3-105,-5-3 1,-7 10 149,-2-10 1,-1 13-358,0-4 0,38-24 0,-1 0 167,1 1 0,-1 0 1,0-1-1,1 0 21,-38 24 1,1-6-305,-1-12 1,13 0 207,6 0 0,-4-3 107,4-6 1,13 2-87,14-11 1,7 2 356,3-3-305,0-6 1,10 10 675,-1-13-745,13 0 285,-6 0-749,12 0-824,12 0 775,-9 0-1670,22 0 1183,3 0-146,3 0 1232,-3 0 0,-3 12 0,-10 4 0</inkml:trace>
  <inkml:trace contextRef="#ctx0" brushRef="#br0" timeOffset="2443">168 2038 7870,'0'-16'294,"-13"-8"502,10 8-233,-9 1 351,12-10-39,0 22-289,0-10-328,0 13 1,0 3 258,0 7-329,0 5 1,0 13 13,0 0 1,0 0-78,0 0 1,3 0-237,6 0-174,-6 0 1,13 0 92,-7-1-178,-6 1 0,22-3 136,-6-6 0,-4-4-13,4-5 1,-10-7 22,10 6 1,-1-6 59,10-3 1,-9 0 78,-1 0 1,1-12 142,9-7 1,-10-6 182,1-3 0,-10 0-21,10 1 0,-13-1 437,3 0-471,7 0 0,-13 0 37,6 0 1,-2 9 250,2 1 164,-6 12-620,9-7 141,-12 13 1,0 3 175,0 7-270,0 5 0,0 16-8,0 6 0,0-6 37,0 7 0,-3 2-29,-6-3 1,6 3-25,-6-2 0,5-7-77,4 6 1,0 3 3,0-3 1,0 13 87,0-4 0,0-2-44,0 2 1,-9-9 1,0 10 0,0-10 7,9 10 0,0-10-23,0 9 0,0-8-6,0 8 1,-4-12 21,-5 3 0,6-6-5,-6-3 0,6 0-110,3 0 1,0 0 82,0 0 1,0-9-28,0-1 27,-13 1 12,10-4 1,-22-2 3,7-13 0,2 0 4,-2 0 1,-1 0-36,-9 0 1,-9-10-2,0 1 0,-1-13 43,11 4 1,-4-7 37,-7-3 1,17 0 2,-7 0 0,6 0-8,-6 0 0,13-9 97,5 0 1,7-3-66,3 3 1,13 2 10,5-11 1,10 9-46,9-10 1,7 10 15,12-10 1,-1 4-94,1-3 1,9 2 88,0 7 1,-9 6-202,-9-6 0,-4 9-108,4 9 1,-7-2-455,-12 11-302,0 1-645,0-3 368,-13 8 446,-2-8 0,-17 21 844,-5 1 0,-44 11 0,-21-5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6:04.296"/>
    </inkml:context>
    <inkml:brush xml:id="br0">
      <inkml:brushProperty name="width" value="0.08571" units="cm"/>
      <inkml:brushProperty name="height" value="0.08571" units="cm"/>
    </inkml:brush>
  </inkml:definitions>
  <inkml:trace contextRef="#ctx0" brushRef="#br0">140 977 7790,'-28'0'-943,"0"12"1297,0-9 1,9 10 14,1-13-32,12 0-207,-7 0 25,13 0 0,3 0 2,7 0 0,-4 0 132,12 0-160,1 0 0,9-3 26,0-7 1,3 7 31,6-6 1,-6-4-8,6 4 0,4-9-3,-4 8 1,12-8 5,-2 8 0,-4-8-58,4 8 0,-13-2-68,3 3 0,3 6 21,-2-7 0,-1 4-226,-9-3-114,-13 6 83,10-10-67,-22 13 122,10 0 1,-17 0-211,-5 0 0,3 3-387,-13 7 184,1-7 0,-7 12-455,6-5 385,-5-7 1,17 9 606,-11-12 0,12 13 0,-7-10 0,13 9 0</inkml:trace>
  <inkml:trace contextRef="#ctx0" brushRef="#br0" timeOffset="874">1368 0 7886,'-19'0'-135,"0"0"47,13 0 1,-9 0 663,5 0 35,7 0 178,-9 0-240,-1 0-26,10 0 4,-21 0-264,8 0 1,-3 0-112,1 0 1,9 0 304,-10 0-333,0 12 0,-9 1-2,1 5 1,-1 4-88,0-13 1,0 13 72,0-3 0,0 6-33,0 2 1,0 1-8,0 0 0,10 0-119,-1 0 0,0 3 3,-8 6 0,8-6 76,0 7 1,10-4-98,-10 3 1,13-6 2,-3 6 1,6-6 43,3-3 1,0 9 39,0 0 0,0 1-11,0-11 0,3 1-19,6 0 1,-3-3-8,13-6 0,-10 6-1,10-7 1,-10-2 4,10 2 12,-1 1 0,10 6-3,0-7 0,-9 4-2,-1-13 1,1 10 6,9-10 1,0 4-1,0-4 1,3-6-3,6 6 1,-6-6-1,6-3 0,4 0-45,-4 0 0,9 0-7,-9 0 0,10 0 41,-10 0 0,0-3 30,-9-6 1,0 3 1,0-13 1,3 10 14,6-10 0,-15 1 8,6-10 0,-6 0 27,6 0 1,-10-3 19,1-6 0,-4 6 5,4-7 0,3-5 8,-13-3 1,9 2-61,-8-2 1,-1 8-41,-9-8 0,0 9-8,0-10 1,0 13-27,0-3 1,-12 6-129,-7 3 1,4 0 85,-4 0 0,0 10-61,-9-1 0,1 10 88,-1-10 1,-3 13-153,-7-3 1,-2-4-387,-6 4 0,-7 0 103,6 9 1,4 0-139,-4 0 1,1 0 47,-10 0 0,13 3-65,6 6 1,-4-3 308,4 13 0,0-10 329,9 10 0,-25 49 0,24-23 0,-1 0 0</inkml:trace>
  <inkml:trace contextRef="#ctx0" brushRef="#br0" timeOffset="1456">837 391 7886,'-15'0'1088,"-10"0"-503,22 0-182,-9 12 0,12-6-36,0 13 1,9-10-86,0 10 0,13-10-69,-4 10 0,7-10-1,3 10 1,3-4-6,6 4 0,4 6-27,5-7 1,-2-2-23,-7 2 1,3 1-86,7 9 0,5 0-69,-5 0 0,-4-1-68,4 1 1,-4 0-8,4 0 1,2-9-14,-12-1 0,1-2-149,-10 3 0,-4-4-182,-5-6-368,6-6 0,-22 10 505,9-13 1,-15-13-534,-6-5 1,-3 2 309,-7-2 1,-6-4-88,7-15 1,-4 6 232,3-6 0,-6-4 355,7 4 0,2-13 0,-2 4 0,11 3 0,-2-4 0,3 4 0,-3-4 0,6-2 0,-7 11 0,7 1 841,3 9-412,0 0 1176,0 0-313,0 13-673,0 2 0,-3 13-203,-6 0 1,3 13-44,-13 6 0,10 15-30,-10 3 0,0 9-115,-8-8 1,-11 11 100,1-2 0,0 5-159,9 4 0,0 0-118,0 0 1,0-4 61,0-5 0,1 6-154,-1-7 1,9-2 52,0 2 1,4-12-339,-4 3-130,-5-6 184,20-3-801,-8-12-167,12-4 409,0-12 1,0-12 108,0-7 1,12 4-304,7-4 0,-3 4 1024,2-4 0,13-43 0,13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6:02.578"/>
    </inkml:context>
    <inkml:brush xml:id="br0">
      <inkml:brushProperty name="width" value="0.08571" units="cm"/>
      <inkml:brushProperty name="height" value="0.08571" units="cm"/>
    </inkml:brush>
  </inkml:definitions>
  <inkml:trace contextRef="#ctx0" brushRef="#br0">503 249 7849,'0'-28'-26,"0"9"358,0 0-109,0 13 0,0-9 33,0 5 0,-3 7 167,-6-6-79,6 6 62,-10 3-53,13 0-187,-12 0 1,6 0-46,-13 0 143,13 0-188,-19 0-91,9 12 0,-11 1 83,-1 5 1,9 7-59,0-6 1,10 6 75,-10 2 0,4-8-23,-4 0 0,-5-1-21,5 10 0,3 0-84,-2 0 1,2 9 37,-2 0 0,-4 1-13,13-11 1,-10 1-34,10 0 1,-10 0 78,10 0 1,-10 9-50,10 0 0,0 1 36,9-10 1,0 0 5,0-1 1,0-8 18,0 0-15,12-1 1,4 10-13,12 0 0,-1-12 1,1-7 1,0 6 3,0 4 0,0-7 0,0-2 1,0 2-44,0-3 1,0 4 24,0-4 1,0-6-6,-1 6 0,1-5-30,0-4 0,0 0-13,0 0 0,3 0 39,6 0 1,-6 0-4,6 0 0,7-4 20,2-5 1,-2 6-19,2-6 0,-12-4 121,4 4 0,2-10-64,-3 10 1,0-9 100,-9 8 1,0-8-48,0 8 1,-9-8 131,-1 8 0,1-11-138,9 2 1,-10-6 9,1-3 1,0 1-28,8-1 0,-2 0 20,-6 0 0,3-3 46,-13-6 0,3 2-100,-2-11 0,-7 12-19,6-3 0,-6-7-25,-3-2 0,-12 2-117,-7-2 1,-6 2 27,-3-2 1,-3 3-128,-6 5 1,3 7-172,-12-6 1,2 9 155,-2 10 0,-7-4-100,6 13 0,-5-4 30,-4 4 0,3 6-46,7-7 0,-7 10 53,6 10 0,-5-4-80,-4 13 1,13-4-16,5 4 1,7 5-164,3-5 0,4 15 115,5 3 1,-3 1 435,13-10 0,25 49 0,15 13 0</inkml:trace>
  <inkml:trace contextRef="#ctx0" brushRef="#br0" timeOffset="40">475 472 7850,'-84'28'0</inkml:trace>
  <inkml:trace contextRef="#ctx0" brushRef="#br0" timeOffset="425">364 304 7853,'-28'0'-1381,"12"0"3203,-9 0-788,22-12-325,-22 9-119,22-10-35,-9 13-278,12 0 0,3 0 274,6 0-303,7 13 1,12 2-71,0 13 1,9 0-51,0 0 0,3 0-113,-2 0 0,-4 3 105,12 6 1,-2-6-188,2 6 1,7-3-33,-7 4 1,4-7 29,-4 6 1,4-6 43,-13-3 0,10 0 7,-10 0 0,0-10-83,-9 1 15,0-13-291,0 19 216,-13-22-288,-2 9-210,-13-12-455,0 0 798,-13-12 0,1 6 125,-7-13 1,4 13 190,6-3 0,-19-57 0,-16-11 0</inkml:trace>
  <inkml:trace contextRef="#ctx0" brushRef="#br0" timeOffset="467">1033 695 7899,'28'-70'0,"0"0"0</inkml:trace>
  <inkml:trace contextRef="#ctx0" brushRef="#br0" timeOffset="700">1117 416 7899,'0'-28'-347,"0"0"1,0 10 1964,0-1-973,0 13 1,-9-10 429,-1 7-296,1 6-373,-3-10 0,5 23-108,-11-1 1,9 13-49,-10-4 0,3 7-32,-2 3 1,-7 0-1,6 0 0,-9 3-144,-9 6 0,6-3-3,-6 13 0,-6-10-139,-4 9 0,-2-12 17,2 4 0,-6 2-118,7-3 0,-7 4-8,-3-4 1,4-6-110,5 6 1,7-6 108,12-3 0,0-10-315,0 1-746,13-13 548,2 19 0,16-22-246,7 6 0,8-9 360,19-9 1,-6 3 575,7-13 0,42-24 0,-35 13 0,0 1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6:07.446"/>
    </inkml:context>
    <inkml:brush xml:id="br0">
      <inkml:brushProperty name="width" value="0.08571" units="cm"/>
      <inkml:brushProperty name="height" value="0.08571" units="cm"/>
    </inkml:brush>
  </inkml:definitions>
  <inkml:trace contextRef="#ctx0" brushRef="#br0">140 279 7201,'-18'-9'-668,"-1"0"2011,13-1-972,-7 10 1,10 0 44,-6 0-16,6 0-224,-10 0 1,16 0-51,7 0 0,-4 0 46,13 0 1,-10 0-14,10 0 1,-1 3-86,10 7 1,-9-7-74,-1 6 0,1 4-3,9-4 1,3 9 29,6-8 1,-6 8-38,6-8 1,-6 8 37,-3-8 1,0 8-98,0-9 0,-10 10 87,1-10 1,-10 4-144,10-4 46,-13-6-198,7 10-306,-13-13 1,-4 0-26,-5 0 0,-3-4-249,-7-5 1,-6 3 855,7-13 0,-7 13 0,-28-31 0,-6 6 0</inkml:trace>
  <inkml:trace contextRef="#ctx0" brushRef="#br0" timeOffset="433">56 84 7780,'-15'-13'-507,"2"7"-70,13-12 0,-9 8 2063,0-8-324,0 12-315,9-7-279,0 13 96,0 0-519,12 0 0,3 13-1,13 5 0,0-2 44,0 2 1,0 1-118,0 9 0,0 0-160,0 0 1,-3-10-14,-7 1 0,7-4-432,-6 4 122,5 6-393,4-10-30,0 13-350,-12-12 255,9-4 49,-22 0 881,9-8 0,-37-4 0,-6-16 0</inkml:trace>
  <inkml:trace contextRef="#ctx0" brushRef="#br0" timeOffset="1032">726 419 7756,'16'-19'230,"-7"1"1,-3 11 428,3-2 1,-5 3 223,5-3-238,-6 5-140,-3-8-320,0 12 0,-3 0-69,-6 0 0,2 0 230,-11 0-227,-1 0 0,-9 9 51,0 1 1,0 2-134,0-3 1,1-2 5,-1 11 0,-10-2 58,1 2 1,-3 4-107,3-13 0,6 13 72,-6-3 1,2-4-12,-2 4 1,6-1-6,-6 10 0,6-9-90,3-1 0,0 1 74,0 9 1,10 0-99,-1 0 1,13 0 48,-3-1 1,5 1 8,4 0 0,0 0-16,0 0 0,4 9-13,5 1 1,3-1-11,7-9 1,6 0 12,-7-1 1,10-2-5,9-6 1,-6 6 23,7-7 1,-7 4-5,-3-3 1,3 2 11,6-11 0,-6 8 14,6-9 1,-3 1 4,3-10 1,-6 0 13,6 0 0,4 0 84,-4 0 1,0-3-77,-9-7 0,9-5 11,1-13 0,-1 0 35,-9 0 1,3 0 7,6 0 0,-6-9-27,6 0 0,-6-3 11,-3 2 1,0 4 0,0-12 1,-13 9-54,-5-10 1,-4 10 0,3-10 0,-6 4-28,6-4 0,-5 7-122,-4 12 1,-13 0 86,-5 0 1,2 1-131,-3-1 0,1 12 68,-10 7 1,-9-4-14,0 4 0,-13 0-144,3 9 1,4-9-33,-3-1 1,-10 1-192,-9 9 0,-1 0-102,11 0 1,2 0-323,6 0 0,-2 9 298,12 1 1,-1 8-600,11-9 1205,11 13 0,16 56 0,8-26 0,0 1 0</inkml:trace>
  <inkml:trace contextRef="#ctx0" brushRef="#br0" timeOffset="1374">308 558 7368,'-16'0'817,"4"0"1,9 0 508,-7 0-486,7 0-34,-9 0-515,12 0 1,0 3-66,0 7 1,9-4-76,0 12 0,13-8 26,-3 8 1,5 1-23,4 9 1,3 0-102,7 0 0,-4 0 23,12-1 0,-9 11 7,10-1 0,-10 0-76,10-9 0,-10 0 33,9 0 1,-12 0-275,4 0 97,-7 0-277,-3-1 56,-1-11-349,-11-4-368,-4-12 1,-15-12 306,-6-7 1,3 4 44,-13-4 0,10 1 206,-10-10 0,10 0 516,-10 0 0,13 0 0,-11-24 0,-3-11 0,4-5 0,1 0 0</inkml:trace>
  <inkml:trace contextRef="#ctx0" brushRef="#br0" timeOffset="1626">894 530 7324,'15'-12'-187,"-3"9"0,-12-13 2430,0 7-1040,0 6 2,0-9-123,0 12-644,-12 0 1,-3 0-28,-13 0 1,9 12-179,0 7 1,-8 15-14,-11 3 0,1 9-40,9-8 0,-12 11-93,-7-2 1,4-4 32,-4 4 1,10-4-125,-9 4 0,9 2-146,-10-12 1,13 1-97,-3-11 1,9 1-456,9 0 235,-6-12-93,22-4-56,-9-12 1,24 0-525,7 0 1,6-9 343,3 0 795,12-13 0,4-13 0,5-8 0,10-9 0,0-1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6T16:36:31.922"/>
    </inkml:context>
    <inkml:brush xml:id="br0">
      <inkml:brushProperty name="width" value="0.08571" units="cm"/>
      <inkml:brushProperty name="height" value="0.08571" units="cm"/>
    </inkml:brush>
  </inkml:definitions>
  <inkml:trace contextRef="#ctx0" brushRef="#br0">614 196 7559,'19'0'-1316,"-1"0"1855,-12 0-306,19-12 1,-19 8 97,13-5 1,-13 3-8,3-3 0,-5 2 24,-4-11 241,0 12-396,0-19 1,0 19 200,0-13-40,0 13-283,-13-19 1,-2 19 63,-13-13 1,9 13-137,1-3 1,-1 6 1,-9 3 0,-3 0 292,-6 0-325,-14 16 1,-4 5 0,-13 1 52,21 0 1,1 2-1,-10 10 30,28-6 0,1 0 24,-1 0 0,0 0-9,0 0 1,9 9-37,1 0 0,11 0-8,-2-9 0,6 0-17,3 0 1,0 3-9,0 6 0,0-6-28,0 6 0,3-6 55,6-3 0,-2 0-5,11 0 1,1 0 4,9 0 0,0 0-10,0 0 1,-1-3-9,1-7 0,0 7 1,0-6 1,3 2-33,6-2 0,-6 3 42,7-13 0,2 3-38,-3-2 1,10-7 23,-10 6 1,9-6-5,-8-3 0,8 0 36,-9 0 1,13-9-2,-4-1 0,-2-11 3,2 2 1,-12-6 9,4-3 0,2 1 105,-3-1 0,0 0-119,-9 0 0,-3-3 102,-6-6 1,5 3-96,-5-13 1,-7 13 10,-2-3 0,-7-4-40,-3 4 1,0-12-27,0 2 0,-13 4 6,-5-4 0,-16 10-127,-4-10 1,-2 13-8,3-3 1,3 6 76,-13 3 1,4 0-170,-4 0 1,-5 10 120,5-1 1,-2 13-142,2-3 0,-6 6-197,7 3 0,-7 3-273,-3 6 1,4 7 32,5 11 692,7 1 0,0 50 0,-4 12 0</inkml:trace>
  <inkml:trace contextRef="#ctx0" brushRef="#br0" timeOffset="509">307 335 7504,'0'-18'545,"0"-1"0,0 10 190,0-10 56,0 13-488,0-19 1,-9 19 458,-1-12-442,1 11 208,9-5-379,12 12 1,4 0 17,12 0 1,-6 3-115,5 6 1,-5 7 59,15 12 0,4 0-136,-4 0 1,12 9 83,-2 0 0,6 13-123,3-4 0,-4-2-64,-5 2 0,2-9 125,-11 10 0,2-13-146,-3 3 0,-6-6-18,6-3 1,-15-3-385,-3-7 260,-13-5 60,6-1 0,-12-12-67,0 0 0,-9-12-251,0-16 1,-13 0-109,3 0 0,-6 0 162,-2 0 1,8-12 191,0-7 0,13 4 136,-3-3 0,-4 11 111,4-2 0,0-3-36,9 3 0,0-10 36,0 10 0,0 0 422,0 9 405,12 0-63,4 0 468,-1 0-604,-2 50 1,-20-13-128,-11 38 0,-1-13 154,-18-6 0,3 0-100,-3-1 0,-4 5-213,-5 5 0,-7-3-18,7 12 1,-7-8-1,-3 8 0,3-3-8,7 4-195,6 6 1,15-22-565,6 6 1,7-15-656,12-4 186,0 1 1,0 9-226,0 0 1191,0-13 0,62-3 0,15-12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9T10:38:46.538"/>
    </inkml:context>
    <inkml:brush xml:id="br0">
      <inkml:brushProperty name="width" value="0.08571" units="cm"/>
      <inkml:brushProperty name="height" value="0.08571" units="cm"/>
      <inkml:brushProperty name="color" value="#E71224"/>
    </inkml:brush>
  </inkml:definitions>
  <inkml:trace contextRef="#ctx0" brushRef="#br0">872 107 7184,'0'-12'579,"-3"3"-308,-4 9 0,5-2 175,-5-6-221,4 6 0,3-10 230,0 5 31,0 5-81,0-17-14,0 17-190,0-17-414,0 16 84,0-6 210,0 9 1,-2 0-91,-5 0 1,2 0 75,-9 0 1,7 2 5,-7 5 1,0-2-30,-8 9 1,1 0 40,0 8 0,-7-1-60,-1 0 1,-9 3 4,3 4 1,-5-4-95,-3 4 0,1 3 69,-1-3 0,1 7-70,-1-6 1,8-1 90,0-7 1,9 1-11,-3-1 0,6 0-30,1 0 0,1-2 7,0-5 1,0 3 9,-1-10 1,8 7-1,0-7 1,7 0-40,-7-7 0,7 8 49,-8-1-35,11 0 49,-6-7-1,10 0 500,0 0-794,0-10 242,0 8 0,3-8-196,4 10 126,-5 0-196,8 0 76,-10-9 92,0 7 1,0-10-107,0 5 11,9 4 65,-7-16 62,8 8 1,-10-4 204,0 1-58,0 10-60,0-15 0,0 14 92,0-9 74,0 9 0,7-7-46,0 5-28,0 5-103,-7-8-52,0 10-39,0-9 111,0 7 138,0-8-35,0 10 1216,0 0-1191,0-9 96,0-3-134,10-9 0,-8 6-9,5 1 1,-2 10-105,2-3-139,-5-5-347,8 9 357,-10-6 224,0 9 1,0 2-95,0 5 1,0 5 49,0 9 0,-3 8-53,-4-1 0,-2 3 11,-5-3 1,2-4 32,5 4 0,2-4 28,-9-3 0,9 0 17,-2 0 1,-3 1-2,3-1-243,0 0 0,10-2 143,4-5 1,5 3 164,9-10 1,10 0-64,4-7 0,7 0 163,8 0 1,-5 0-131,4 0 0,-6 0 22,-8 0 0,-4 0-106,-10 0 0,-6 0 187,-1 0-328,-10-10 39,6 8 68,-10-7 0,-10 9-192,-4 0 0,-5 0-319,-2 0 1,0 0-393,0 0-420,-1 9 1339,1-7 0,9 36 0,3-2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3953 15069 8229,'-14'-4'2256,"0"-1"0,6 7-1999,3 7 0,3 8 0,2 4 1,0 1-77,0 3 0,0 4 1,0 2-1,2 4 1,1 1-1,2 4 171,-2 1 0,0 6-197,2 1 1,-4 4 0,4-5 0,-3-1 133,-2-2 1,1 1-96,4 2-172,-3-9 0,4 8 1,-6-13-1,0 0 0,0-1-98,0-4 1,0 2-57,0-11-378,0 0-633,0-5 866,0-6-334,0-8 1,2-13 0,1-7-1,3-2 1,0-4-1138,1 0 0,-3-9 1748,-4-3 0,-7-27 0,-5-12 0,5 20 0,-1 1 0,0 0 0</inkml:trace>
  <inkml:trace contextRef="#ctx0" brushRef="#br0">3896 15084 8274,'0'-10'1739,"0"1"0,6 1-1479,4-2 0,3-1 0,2 6 0,3 1 513,1-3-636,6 6 1,-3-7 0,6 5 0,3-2 0,2 2 276,5 1 1,-2 2-313,2 0 0,1 0 1,9 0-1,2 0 195,1 0 0,4 0-50,-3 0-296,4 0 0,0 0 0,1 0 0,0 0 0,-2 0-164,-2 0 1,-4-4 162,-7-1 63,7 0 1,-5 5-1,4 0 1,-2 0-1,-1 0-74,3 0 1,6 0-121,-2 0 183,3 0 0,2 0 0,0 0 1,3 0-1,5 0 7,6 0 0,3 0 11,-3 0-36,0 0 0,-5 0 1,-1 0-1,-2 0 0,-4 0-136,-6 0 1,3-1 39,-4-4 112,-9 3 0,2-4 0,-11 6 1,-3 0-1,-1 0-236,-1 0 1,-6 0 33,1 0 207,-7 0 1,9 0 0,-7 0 0,-2 0-1,-1 0-112,-2 0 310,0 0-52,0 0 0,-4 0 168,-1 0-199,-5 0 0,2 0 1,-6 1 146,0 4 1,0-2-184,0 7-12,0-1 1,0 6 0,0-1 0,0 0 0,-2 2 283,-2 3 1,2 3-77,-3 6-150,4 1 1,1 5 0,0 3 0,0 1 0,0 0 251,0 1 1,1 4 118,4 4-395,-3-3 1,5 1-1,-3-7 1,0 1-1,1 2 224,1 2 0,-4-7 100,3-3-327,-4 4 0,4-6 0,0 7 0,-2 0 0,-1-2 35,-2-3 0,-2-3 120,-3-1-256,4-1 1,-7 1 0,5-2 0,-4-4 0,1-4-73,0-3 0,-4-2 124,5 1-81,1-1 1,-3-2-1,-2-1 1,-4-3-1,-1 0 302,0 0 0,-2-5 88,-3 2-307,-3-3 1,-7 2-1,-2 1 1,-5-2 0,-9-3 34,-4-5 0,-6 4-212,-11-4 77,-7-3 0,29 7 1,-2 1-1,0-3 0,0 1 1,-1 1-1,0 0 1,-4 1-1,0 0-21,-2 0 1,-1 0-1,-3 0 1,-1 0-1151,1 0 1,0 0 1117,1 3 0,1 1 1,5-4-1,1 1 0,-1 2 1,0 1-1,0-2 1,1 0-1,0 1 0,1-1-356,3 0 0,0-1 0,4 2 0,0 1-938,-25 0 999,-4 1 1,12-5-1,-4 0 1,5 0 0,5 0-622,5 0 1,3 0 253,1 0-43,7-6 1,3 4 0,9-3 0,5 2 801,3-2 0,8 4 0,3-4 0</inkml:trace>
  <inkml:trace contextRef="#ctx0" brushRef="#br0">3583 15311 8174,'0'-14'179,"2"1"0,1 2 0,2 2 504,-2-2 0,-1 3 0,-2-2 1,0-1-1,0-1-146,0-3 1,-7 6 0,-2-1 0,-5-1 47,-5-1-484,-4 4 0,-5-5 1,-2 4-1,-3-4 0,-7-1 106,-5 0 0,-1-1-148,-6 1 1,4 0-1,-4 0 1,-2 0-159,-1-1 0,3 6 12,0-1 0,6 7 162,-1-2 1,7 4-1,4 2 1,1 4 90,3 5 1,10-2-55,8 1-6,0 1 0,12 4 0,-2 0-66,2 0 1,2-4 25,0-1-202,0-6 0,5 5-247,-1-3 661,1-3-274,-5 4 1,6-12-1,4-4 1,3-3-404,1-1 0,0-2 63,0-3 277,0 4 0,5-11 0,0 7 1,-1 2-1,-4 1 75,-5 2 263,4 0-158,-11 6 1,2 2-1,-8 7 1,-7 5 632,-7 9 1,1 1-122,-7 7-468,0 1 0,2 0 1,3-2-1,5-2 1,3-2-559,2-3 1,5 0 5,0-1-399,2 0 0,4-6 1,4-2-1,7-1 0,6 0 786,3-2 0,46-14 0,-26 3 0,-1 0 0</inkml:trace>
  <inkml:trace contextRef="#ctx0" brushRef="#br0">313 15055 8174,'-28'8'182,"6"-2"1,3-6 1113,3 0 0,8 2 959,3 3-1585,4-4 0,7 6-320,3-7 1,-1 0-259,2 0 0,-1 0 1,4-2-1,0-3-51,1-4 1,-3-4-263,8-1 181,-3 6 1,-2-9-1,0 2 1,-1 0-1,-2-1-105,-2 2 1,-1-5-191,2 0 340,-4 0 0,-1 0 0,-1 0 0,0 2 352,-3 1-210,-7 8-33,-2 2 0,-6 7 1,0 4-1,-1 4 1,1 4 268,0 1 1,0 2-70,-1 3-70,1-3 1,5 9 0,1-4 0,2-1 0,2 1-52,3-4 0,1 3-990,0-1 605,6 0 0,2-4 1,8-1-1,1-2 0,4 0-591,1-3 1,2-6 149,4 2 397,0-4 0,-1-1 0,-1-1 1,-3-4-1,3-4 19,0-4 1,-4-6 206,-3 0 190,-3 0 1,-6 3 0,-2-1 0,-2-2 898,-3 2 0,-1 6-278,-2 1 764,0 7-501,0-3-967,0 6 167,0 0 1,0 6-223,0 3 1,0-1-483,0 2 233,0-7 1,4 5 0,3-5-215,1 2 1,-5 1 239,2-1 233,-4-4 0,1 6 1,1-9 170,2-3 0,-1 2-210,-4-6-15,0-1 0,0-4 0,-1 0 0,-2 0-38,-2-1 0,-1 6 73,1 0-12,3 5 1,-10-7 0,2 7-118,-3 0 0,-1 9 336,0 5-152,0 2 0,4 4 0,1 1 0,-1 4 1,2 1 168,4 3 0,-3 1-332,3-3 86,-1 4 1,5-6-1,2 4 1,2-3 0,6-1-74,2-4 1,3-3-478,-1-4 299,6-4 1,-2-1-1,5-1 1,1-2 0,0-5-373,-1-7 1,-4-4 151,5-5 445,-6-3 1,2-2 0,-6 1-1,-1-3 1,-2 1 204,-2 2 1,-4-3-195,5 7 1179,-7 7 456,3-1-1148,-12 11-334,4 2 1,-4 8 0,6 7 0,0-1 0,0 2 408,0 3 1,0-4-670,0 4 20,6-3 0,2-3 0,6-2 1,1-3-1,0 0-818,4-1 1,-1-3 287,5 0 292,-5-2 0,4-2 0,-5-2 0,2-2 1,-1-6-362,-3-3 0,0-2 287,-1-4 428,-6-3 0,3-2 0,-6 2 1,-2 0-1,-3 1-19,-5 1 0,-3 2 629,-6 9-453,-7-4 0,1 12 0,-5-4 1,1 5-1,-1 5 384,-2 4 1,5 4-88,3 1-461,3-6 1,3 4-1,2-2 1,3 3 0,2 1-286,3 0 0,3-5-159,4 1 93,4-7 0,13 5 0,3-5 0,2 2 0,3-2-1253,-1-1 1376,1-9 1,4 4-1,0-5 1,-1 0 0,-2 2 358,-2 0 0,-4-4 734,0 5-394,-7 1 0,3 4 1,-7 1 816,-3 4 0,-4-2-565,-6 7-282,0-7 1,0 10 0,0-4-1,-2 4 19,-2 1 1,2-5-248,-3 1-910,4-7 0,-4 5-182,0-3-283,0-4 798,5-1 0,0-8 0,0-6 0,2-2 0,1-1-597,2-2 1,6-5 1011,-2 5 131,-2-6 0,5 9 1,-2-3-1,1 3 0,0 2 619,-1 0 1,-6 6 149,6 3-707,-7-3 1,10 7 0,-6-2 0,1 6 647,-3 6 1,1 4-233,-1 1-717,6 0 0,-8 1 0,5-1 0,0 0 0,-2 0-894,1 1 0,4-3 667,-2-2-392,-2 2 1,5-9 0,-2 5 0,2-1-205,3-4 0,-1-2 556,0-1 203,0-6 0,-4-3 1,-1-9-1,1-1 1,-1 0 274,1-1 0,-6 4 710,6-3-341,-7-3 1,3 11-1,-6-3 1650,0 1-1619,0 7-299,0-1 0,-4 9 1,-1 3-1,2 4-100,1 4 0,2 3-96,0 3-377,0-4 1,2 4 0,2-8 0,4-1 0,2 1-487,-1 2 1,1-4 114,4 0 499,0-5 0,0 2 1,1-6-1,-1-2 0,0-2-192,0-6 0,1-2 612,-1-3-145,-6-5 1,3-2-1,-7-7 1,0 2 0,-3 2 261,-1 1 1,-1 7 197,-4-2-413,-3 3 1,-8 4-1,-1 2 1,-4 5-1,1 4 261,-1 1 0,-3 6-226,6 4-210,-1 2 0,4 1 0,3-2 0,1-2 0,3 3-565,1 0 1,3-2-560,4-1 886,0-6 0,6 8 0,3-6 0,6-2 0,2-1-298,2-2 0,6 0 429,-1 0 72,-3 0 1,4-5 0,-5 0 0,1 2 0,1 2 667,0 1 0,-4 0 786,0 0-679,-2 0 0,-6 0 0,-2 1 324,-2 4 1,-1 3-374,-5 6-684,0-6 1,0 5 0,0-4-315,0 4 328,-7-5-414,6 4 0,-7-10 0,5 1 1,-2-6-375,2-7 0,1-2 78,2-3 585,0-5 1,2 3 0,1-6 0,3 3 0,2 1 280,3-2 1,-3 6 370,2-4 39,-7 3 1,9 2 955,-2-1-1242,3 8 1,-4 0-126,1 7 1,-6 7 0,4 2 0,0 4-393,0 1 0,-3 0-25,4 0 72,-6 1 0,8-6 0,-6 0 1,0 1-1,0-1-907,-1 1 0,3-5 343,-3 4-38,-2-6 745,4 4 867,-6-7-398,7 0 0,-6-2 0,4-3 67,-3-4 1,-2 1-186,0-2-482,0 7 0,1-8 0,2 5-1941,2-2 1487,6 5 343,-9-10 1,9 10 0,-5-5 490,2 2 1,-5-1-15,2 3 311,-4 2 1,1-4 795,3 6-124,-4 0-664,6 0 1,-7 1 0,0 4 34,0 5 0,0-2-681,0 1 47,6-6 1,-3 10 0,7-4-500,1 4 0,-3-5 165,1-3 200,-6 2 1,5-5 0,-3 3 0,4-4-13,4-1 0,-4-4 104,1-1 119,-1-12 1,1 7-1,-1-10 1,1-1 0,-1-1-58,1 0 0,-6-5 318,6 3 0,-7 4 48,2 1 0,1 3 335,-1 2-296,0 6-152,-5 1 0,0 19 0,0 2 1,0 2 134,0-1 0,0 0-457,0-1 95,6 0 1,-3-5 0,5 1 0,0-1 0,-2 1-527,1-1 0,4-5 241,-2 0 112,4-2 0,1 3 0,0-1 0,0-2 0,2-5-137,3-7 1,-3-2 92,3-3 320,-3 1 1,-2 0 0,0 0-1,0 0 1,-1-1 43,-4 1 0,3 5 678,-8-1 225,1 7 161,1-10-1104,-4 12-4,4-6-497,1 7 322,-6 0-700,5 0-84,-6 0 636,0 0 0,-6 2 206,-3 3 1,-4 3 300,-1 6-166,6 0 0,-5-4 0,5-1 0,-1 2 0,1 2 314,2 1-273,1 0-104,5 0 0,2 1 0,2-3 0,6-2-209,2-6 0,9-2-114,3-2 223,2 0 1,4-6-1,2-5 1,3-5 0,0-5-54,-1-1 1,4-1 186,-5-6-39,1 1 0,-1-1 0,0 1 0,-1 1 0,-4 2 317,-4 1 0,-4 8 709,-6 2-176,-6 0 1,-3 12-315,-10-3 1,2 5-316,-6 5-114,6-3 1,-9 10 0,8-2 0,-1 3-317,-1 1 0,4-5-16,-3 1-439,4-1 1,1 1-1,0-1-989,0 2 0,0-3-1655,0 2 2321,0-7 0,-2 5 0,-3-5 984,-4 2 0,-23-1 0,-6-4 0</inkml:trace>
  <inkml:trace contextRef="#ctx0" brushRef="#br0">2901 14458 8255,'-13'-1'0,"4"-4"0,-2-3 0,6-6 2646,-6-1 0,9 1-203,-2 0-1708,8 0-2139,-2 6 0,4 3 1404,-6 10 0,-22 20 0,-13 8 0,0 6 0,-1 0 0</inkml:trace>
  <inkml:trace contextRef="#ctx0" brushRef="#br0">484 15922 8165,'0'-14'128,"0"-2"0,0-1 0,0-2 597,0 2 1,-6 2-1,-4 6 1,-4 6-142,-5 6 0,3 5 0,-3 6 1,2 0 613,-2 1-1017,3 5 0,0-3 0,7 6 0,-1-3 1,2-1 99,4 2 0,-3-6-429,3 4 0,-1-3 0,6-3-415,4-4 0,3-2 372,6-7-28,0 0 0,1-2 1,-1-3-1,0-4 1,0-5-350,1-5 0,-1 3 863,0-3-68,0 3 0,-4 2 0,-2 0 0,-2-1 2065,-3 1-1185,-1 6-797,-2 2 0,0 8 0,0 2 1,0 6-1,-2 4 825,-3 5 1,4 3-443,-4 6-428,-3 7 0,7-3 1,-4 6-1,3 0 0,2 0 149,0-1 1,0 1-20,0 5-385,0-7 0,0 1 1,0-6-1,0 1 1,-1-4 22,-4-2 0,-3-9-298,-6 2 201,0-3 0,-2-8 0,-3-4 1,-3-2-1,0-2-60,3 0 0,3-6-93,2-4 102,-1-9 1,6-3 0,1-6 0,2-1 0,4-1-892,5-3 1,5 1 94,6-6 426,1 7 1,4-4 0,1 5-1,4-1 1,4-3-1281,4 3 1,1 6 684,-5 1 496,1 6 1,4-2 0,0 6 0,-3 1 0,-3 2-2854,-3 2 3437,-7 5 0,4-2 0,-13 6 489,-2 0 338,-6 0 0,-2 2 1516,-2 2 0,0 4-205,-5 6-1755,6-6 0,-8 5 1,6-4-1,2 4 1,1 1 564,2 1 0,0-1-376,0 0-559,0 0 0,0 0 1,0 1-1,2-3-378,3-2 0,2-4 218,8-6-132,-1 0 1,0 0 0,0-2 0,2-2 0,1-7-482,2-7 0,0-4 409,-4-6 282,-1-7 1,-2 3 0,-2-4-1,-5 1 1,-5 5 226,-5 5 0,-5 5 518,-8 5-492,-5 7 0,-5 2 0,0 6 0,-1 2 0,2 2 436,4 6 1,-1 3-363,10 1-283,-4 0 1,17 0 0,-4 0 0,5 1 0,6-3-551,8-2 1,7-4 111,7-6 202,7 0 1,-3 0 0,4 0 0,0-2 0,-1-1-315,0-1 1,-2-6 204,-4 5 687,-7 1 0,-2-1 0,-6 0 1,-1 4 513,-3 4 0,-4 0 154,-6 6-659,0 1 0,-5 4 0,-1 2 0,0 1 1,-1 2 562,4-1 0,0-3-642,-2 0-261,4-8 1,-6 6-1331,7-3 1040,7-4 124,0 0 1,6-12 0,-2-5 0,-1-5 0,1-5-661,1-1 1,-2 0 193,-1-1 504,1-4 1,-1 5-1,-1-7 1,0 2-1,-2 4 273,1 4 1,-3 3 593,-4 2-313,0 6-450,0-5 1,0 18 316,0 0-197,0-1 1,5 9 0,1-5 0,1 1 0,1-1-88,0-1-287,1 4-27,5-10 0,1 6 0,-1-7-127,0 0 1,-1-7 331,-4-2 19,-3 2 1,-1-5-1,0 2 1,-2-2 81,-1-3 1,-2 6-189,0-1 280,0 7 1,-7-3 0,-2 6-1,-2 2-69,1 2 1,-1 4 292,6 6-223,-6 1 1,10 0 0,-5 3 0,1 1-1,0-2 125,2-1 0,1 3-67,2 0-150,7 0 0,1-5 0,6-1 0,0-2 0,2-3-218,3-2 0,-2-1-62,7-5 162,-7 0 0,8-2 0,-4-3 0,-1-4 0,1-5-145,-4-5 0,2 1 31,-4-5 344,2 5 1,-14-7 0,5 4-1,-2 1 498,-2-1 0,-4 4 581,-5 8-774,3 2 0,-10 9 0,2 3 0,-1 4 565,2 4 0,-4 6-181,3 0-558,4 6 1,0-8-1,4 5 1,-1-1-1,-2-2 487,2 1-909,2-4-316,1 5 1,0-7 51,0 0 0,0-8 159,0-6-2,6 0 1,-3-17-1,5 1 1,0-4-1,0-7-459,3-5 1,1 2 315,3-3 527,-1 3 1,0 2 0,-1-1 0,-2 2 0,-2 4 587,2 4 0,-3 9 223,2 6-492,-7 2 1,5 2-1,-5 2 1,3 2 413,2 6 1,-5 7-543,2 2-689,-3 6 1,2-9 0,1 5-1,0-2 1,0 0-3538,-1-2 0,3-1 3980,-3-2 1,11 6 0,7 3-1</inkml:trace>
  <inkml:trace contextRef="#ctx0" brushRef="#br0">1692 15752 18632,'0'-14'4246,"0"-1"-2652,0 7-172,0 2 0,-4 22 282,-1 3 0,0 3-1341,5-8 1,-5 5-1,1 0 1,0-1-804,3-3 353,1 0-1209,-6-1 0,4 0-1789,-3 0 2527,4 0 92,1-6 0,0-8 0,1-8 0,2-1 0,2-1-167,-2-1 0,4-1 1694,-3-2-771,1-1 1,-5 1-1,0 0 1,2 1 1113,2 4 0,-2 1-574,3 3 940,-4 4-1111,-1-6 1,0 9 363,0 3-1095,0-4 0,0 12 0,0-4-752,0 4 388,0-5 666,0 4-453,0-10 1,2 3-1672,3-10 1782,-4 3 1,7-10 0,-5 1 0,4-5 0,1-5 51,3-1 1,-4 5 502,3-2-304,-1 3 0,1 2 1,-1 0-1,2 1 794,2 4 442,1 2-1023,-6 14 0,3-4 1,-4 8-1,-1 3 1,0 3-271,-3 1 0,1-1-82,0 2 0,-2-3 0,6 0 0,-5-7 0,3 1 0,1-1-1203,-1 1 1,5-7-348,-2 2 1219,4-4 0,1-1 0,0-1 0,1-4 0,-1-5-609,0-2 0,0-7 1113,1 0-96,-1-7 0,0 9 1,-1-5-1,-4 1 0,-3 2 567,1-1 0,-6 9 885,4-3-1162,-3 3 0,-4 3 0,-3 3 0,-4 3 411,-4 2 1,-6 7-81,0 2-620,0 4 0,5 3 0,0 1 0,0 2 1,1 0-79,4 1 0,-2-4 0,6 3-452,0-3 1,5-2 0,0 0-1582,0 1 1541,6-7 362,2-2 0,6-6 1,1-2-1,-1-2 1,0-6-72,0-3 1,1-1 879,-1 0-117,-6 6 0,3-5 0,-5 6 1,0-3 1437,1 1-2000,-3-1 0,-4 2 0,2 2 0,3 6 0,3 6-248,6-4 0,0 9 0,0-6 0,1-2 1,-1-2-2486,0-1 1726,0 0 1056,0 0 1,1 0 0,-1 0 0,-2-1 0,0-2 1293,-3-2 680,-6 0-659,10-1-1364,-12 4 0,6-4 0,-7 12 0,-2-3 0,-1 7 0,-2 1 0,2 2 0,-5-6 0,7 6 0,-6-10 0,6 5 0,-4-2 0,3-1-652,-4-11 1,8 3 0,1-7 0,3-1 0,0-3-612,1-5 1,4 3 2367,-2-3-1003,4 3 1,1-2-1,0-1 1,1 3 627,-1 5 0,-5 0 408,1 6-582,-7 0 0,10 5 0,-4 2-556,4 3 0,-1 2 0,-2 8 0,2-7 0,-8 4 0,5-4 0,1 2-926,-3-1-638,6-6 961,-5 3 1,1-6 0,1 0-313,1 0 1,-5-6 176,-1-3 580,3-4 0,-2-1 1,5 0-1,-1-2 1,-1-2 288,-1 0 0,3-1 1229,-6 4-1063,6 1 1,-5 0-1,5 0 1,-3-1 948,-1 1-671,-3 6-760,-4 2-1134,0 6 1287,0 0 48,0 6 1,0-2 0,0 5 0,-1 0 0,-2 1 216,-2-1 1,-1-4 350,1 5-257,3-1 0,-6 1 0,5-1 0,-2 2 273,2 2 0,2-4-1027,1 1 484,0-7 1,0 10 0,1-4-444,4 4 1,3-5 21,6-4 403,0-2 0,1-2 0,0 0 0,3 0 0,2 0-419,2 0 0,-3-6 999,5-4-529,-7-3 1,9-1 0,-7 0 0,-2 0-1,-1-2-136,-2-3 0,-1 2 437,-4-7-356,-2 7 0,-3-4 1,1 7-1,-3 1-707,-6 4 0,-3 2-450,-8 7 814,-5 7 1,4 1 0,-5 7 0,2 3 0,1 1-365,0-2 0,4 4-519,4-2 1007,-2 0 1,10-5 0,-3 0 0,4 0-1,2 0-540,4 1 1,3-6-312,6 1 719,7-7 1,1 3-1,6-6 1,1 0-1,-1 0-2547,1 0 0,-6-5 2853,1 1 1,6-26 0,6-2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8T17:40:02.817"/>
    </inkml:context>
    <inkml:brush xml:id="br0">
      <inkml:brushProperty name="width" value="0.08571" units="cm"/>
      <inkml:brushProperty name="height" value="0.08571" units="cm"/>
      <inkml:brushProperty name="color" value="#E71224"/>
    </inkml:brush>
  </inkml:definitions>
  <inkml:trace contextRef="#ctx0" brushRef="#br0">872 107 7184,'0'-12'579,"-3"3"-308,-4 9 0,5-2 175,-5-6-221,4 6 0,3-10 230,0 5 31,0 5-81,0-17-14,0 17-190,0-17-414,0 16 84,0-6 210,0 9 1,-2 0-91,-5 0 1,2 0 75,-9 0 1,7 2 5,-7 5 1,0-2-30,-8 9 1,1 0 40,0 8 0,-7-1-60,-1 0 1,-9 3 4,3 4 1,-5-4-95,-3 4 0,1 3 69,-1-3 0,1 7-70,-1-6 1,8-1 90,0-7 1,9 1-11,-3-1 0,6 0-30,1 0 0,1-2 7,0-5 1,0 3 9,-1-10 1,8 7-1,0-7 1,7 0-40,-7-7 0,7 8 49,-8-1-35,11 0 49,-6-7-1,10 0 500,0 0-794,0-10 242,0 8 0,3-8-196,4 10 126,-5 0-196,8 0 76,-10-9 92,0 7 1,0-10-107,0 5 11,9 4 65,-7-16 62,8 8 1,-10-4 204,0 1-58,0 10-60,0-15 0,0 14 92,0-9 74,0 9 0,7-7-46,0 5-28,0 5-103,-7-8-52,0 10-39,0-9 111,0 7 138,0-8-35,0 10 1216,0 0-1191,0-9 96,0-3-134,10-9 0,-8 6-9,5 1 1,-2 10-105,2-3-139,-5-5-347,8 9 357,-10-6 224,0 9 1,0 2-95,0 5 1,0 5 49,0 9 0,-3 8-53,-4-1 0,-2 3 11,-5-3 1,2-4 32,5 4 0,2-4 28,-9-3 0,9 0 17,-2 0 1,-3 1-2,3-1-243,0 0 0,10-2 143,4-5 1,5 3 164,9-10 1,10 0-64,4-7 0,7 0 163,8 0 1,-5 0-131,4 0 0,-6 0 22,-8 0 0,-4 0-106,-10 0 0,-6 0 187,-1 0-328,-10-10 39,6 8 68,-10-7 0,-10 9-192,-4 0 0,-5 0-319,-2 0 1,0 0-393,0 0-420,-1 9 1339,1-7 0,9 36 0,3-2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16066 5075 7824,'0'-9'-625,"0"-1"1,0 6 1461,0-6 1,0 5-1,0-4 1,-1-2-185,-4-2 0,4 4 0,-6 1 1,3 0 13,-1 0 0,-6 5-446,1-2 1,2-1 0,-1 1 0,-2 2 0,-2 1 0,-1 2 441,0 0-647,-7 7 1,5-3 0,-4 9 0,1 4 0,-2 4-178,-1 4 0,5 2 108,-2 1 1,3 1-1,3 1 1,2 2-5,2 1 1,6 5 312,-2-5-220,3 6 0,4-7 1,3 4-1,4-1 1,4-5 350,1-5 1,7-3 48,2-3-275,11-3 1,-3-2-1,7-7 1,2-3-1,1 1 242,1-2 1,-1-7-137,-3-6-119,3-3 0,-11-2 0,2-3 0,-5-2 0,-5-2 409,-2-4 1,-7-1-19,-8-1-496,-4 0 0,-1-2 1,-1-2-1,-5-1 0,-9 1-198,-7 2 1,-11 2-447,-5-1 282,3 1 1,-6 6 0,5 3 0,-2 5 0,2 4-1472,1 5 0,3 4-873,9 1 1832,-4 0 0,11 11 0,-5 5 0,2 3 831,1 1 0,-20 24 0,0 2 0</inkml:trace>
  <inkml:trace contextRef="#ctx0" brushRef="#br0">15811 5175 7914,'7'-14'2943,"-2"-1"-1330,-3 1 1414,4 0-1520,-4 6-1299,4 2 1,-6 7 0,0 4 0,2 4 228,2 4 1,4 6 373,6 0-741,1 6 0,4-7 0,1 4 0,2 0 0,4-2-797,0 1 1,3-2 121,-1-5 250,-6 0 0,4 1 1,-6-3-1,2-2 0,2-6-1676,-2-2 1,3-2 648,-6 0 980,0-6 1,-6-7 0,-2-7-1,-3-4 1,0-5-39,0-2 0,-5-9 1468,2 2-738,-4 4 1,-1 4 0,0 8 0,0 1 1633,0 4 854,0 7-2199,0 4 1,-6 12-1,-4 4 1,-2 4 0,-4 6 682,-3 9 0,-3 1-505,-7 8-523,1-7 1,0 9-1,1-7 1,1 0-1,3 0-249,-3 1 1,6-1-2,1-5-577,3-6 1,4-1 0,0-7-2533,3 0 1,7-6-860,2-3 3984,7-4 0,21-20 0,9-12 0,1-1 0,1 1 0</inkml:trace>
  <inkml:trace contextRef="#ctx0" brushRef="#br0">17332 4507 7855,'-22'-7'694,"1"1"1,9-5 0,1 3 811,1 2 0,1 1 0,-6 7-1135,1 2 0,5 9 0,-1 7 1,1 1-153,1 0-178,-5 4 1,10-3 0,-5 6 0,2 1 0,3-1 8,1 1 1,2-1-159,0 0 1,2-1 0,2-3 0,7-3-140,7-1 321,4-10 0,6 4 1,2-11-1,2 2 1,3-4 484,1-4 1,0-10-283,2-5 1,2-6 111,-7 5 1,0-6-1,-6 1 1,-5-5 562,-8-4 1,-1 3-510,-8-3 0,-1-2-435,-4 2 0,-11 5 0,-4 4 0,-6 0-132,-4 2 0,-2 3-1038,-2 10 0,-4 3 396,0 6 1,-5 1 0,5 4 0,0 4-1111,-2 4 0,5 6 250,-3 0 1,3 6 262,1-1 1363,1-4 0,12 20 0,4-2 0</inkml:trace>
  <inkml:trace contextRef="#ctx0" brushRef="#br0">17147 4606 7855,'0'-14'3153,"2"0"-561,2-1-1235,-2 8 0,4-1 327,-6 3-1552,0 3 1,7-2-29,2 8 0,8 4 0,4 6 1,1 1 257,3-1 1,2 0-1049,2 0 199,-7 7 0,8-5 0,-5 1 0,-1-4 0,-1-4-1860,0 2 0,-4-4 1667,4-3 0,-5-2-127,1-2 1,-4-2-1,-2-2 1,-2-8 806,-1-5 0,-6 0 0,6-7 132,-7 0 1,3-3 0,-6 2 0,0 3 0,0 2 1831,0 2-129,0 9-834,-6 2 0,3 4 1,-7 3 272,-1 7 0,-1 4-262,-3 3-717,1 6 0,-2 1 0,-1 4 0,-2-1 1,2 1 168,1 2 1,2-5-920,-1-3-204,1 3 1,0-6 0,0 5 0,0-3 0,1 1-1623,3-1 0,4-2 844,6-2 1437,0-6 0,6-15 0,2-8 0</inkml:trace>
  <inkml:trace contextRef="#ctx0" brushRef="#br0">17346 5687 7853,'0'-15'1345,"-6"1"0,-4 0 0,-2 0 2401,-3-1-3402,1 8 1,-2 0 0,-1 7 0,-2 0-1,0 2 1,0 3 523,0 4 1,-4 5-848,4 5 1,-5 3 0,5 7 0,0-1 21,-2 1 0,10-1 0,-3 1 0,3-1-25,3 0 1,2 1-225,6-1 0,3-6-32,6-3 0,3 0 0,11-3 0,3-5-42,0-3 0,9-3 354,3-5-30,3 0 0,2-2 1,-1-3-1,1-4 1,-2-5 380,-3-5 1,-3-3-78,-7-7-164,1 1 1,-9-1-1,-4-1 1,-6-1 0,-4-4 312,-3-1 0,-3-1-174,-5-1-877,-9 4 0,-3 7 0,-7 3 1,-3 7-1,-3 6-1257,-3 6 0,-2 3-900,2 2 2091,3 13 1,-11-2-1,5 11 1,-1 0-1,4 0-804,3 4 1,2-1 1423,-1-1 0,7 3 0,2-12 0,7 4 0,3-3 0,6-2 0,8-6 151,4-1 1,7-7 0,-1-2 0,0-1 1566,0-2 1,-4 0-211,-1 5-681,1 0 1,-1 0 0,1 0 572,1 0 0,1 2-21,2 3-1077,1-4 0,-6 10 0,1-4 0,1-1 0,3 2 286,5 0 0,-2-5-1304,7 2 519,-7 2 0,9-5 1,-6 3-1,1-4 0,-1-1-682,-2 0 1,-3 0-1668,0 0 1966,-1 0 0,-2-6 0,-2-3 0,-5-4-54,-4-1 1,-1-2 289,0-3 373,0 3 1,-4 0-1,-3 7 1,-1-1 0,-1 1 1201,1-1-681,-5 7-189,5-3 0,-4 8 0,1 2 1,1 6-1,-1 4 983,-1 5 1,-1-2 71,3 7-1060,-2-7 0,4 9 1,-5-7-1,2 0 1,3 0 67,2 0 1,-4-1-356,6-3-313,-7-1 0,9 0-3791,-3 0 1971,4-6 2064,1-1 0,-19-26 0,-5-5 0</inkml:trace>
  <inkml:trace contextRef="#ctx0" brushRef="#br0">14275 4777 7822,'0'-14'85,"0"-1"0,0 1 1,0 0-1,0 0 1757,0-1-1521,-6 1 0,3 0 0,-7 1 1,-1 2-1,-2 3 0,-1 2 701,0 3 0,-2-3-894,-3 1 0,-3 0 0,-6 5 0,-2 2 1,-2 2-1,-3 6 118,-1 3 0,-2 2 8,-5 4-154,1 3 1,-1 2 0,-1 0 0,-2 3 0,0 3 55,5 3 1,0 0-100,8-5-36,0 1 1,4-1 0,2 2 0,4 2 0,4 3 6,3 1 0,2-3-137,0 5 0,-1 0 0,3 3 0,2-1 27,5-3 1,-1 1 52,1 5 60,-6 0 1,10-2-1,-4-2 1,3-2-1,2-3 170,0-2 0,5 3-341,0-2 109,6 0 0,2-5 0,7-1 0,2-1 0,4-3-56,0 3 0,8-6 43,-1-1 35,6 3 1,2-6 0,8 3-1,2-3 1,3-4-140,1-2 0,2 2 26,0-2 38,-1-4 0,1 1 0,2-7 1,1 0-1,3 0 122,2 0 1,-4 0-2,6 0 85,-7 0 1,3-5 0,-5-2-1,4 0 1,3-4 65,0-2 0,-2 2 375,-6-3-362,0 3 1,3-12 0,-4 4 0,-3-6 0,-4-5 435,-2-3 0,2-11-81,-2 1-332,-9-9 1,-1 3-1,-17-5 1,-3 2 0,-6-3 230,-3-5 1,-4 0-223,-9-6-321,-9-1 1,-15-4-1,10 35 1,-1 1 0,-3 0-1,0 1 1,-3 0 0,0 1-355,-1 2 0,-2 1 1,-29-23-1660,-4 6 1840,-9 9 1,35 20 0,-2 1-1,-1 3 1,-1 2 0,1-1 0,1 2-1,-35-7-1096,5 7 0,0 5-706,6 6 1678,1 6 0,6 7 0,-1 8 0,1 1 0,-5 3-2127,-3 2 2512,3 8 0,-3-7 0,3 7 0,-7 1 0,31-18 0,0 0 0</inkml:trace>
  <inkml:trace contextRef="#ctx0" brushRef="#br0">17247 6611 7732,'-7'-15'315,"1"1"0,-5 0 1,3 0-1,0 0 1,0-1 1190,-3 1-1283,-2 0 1,4 1 0,0 2-1,-3 2 1,-2-2 0,-3 0 0,-2 0 585,2 1 1,1 7-717,2-2 1,-7-1 0,-1 1 0,-2 2 69,0 1 0,-6 2 0,-7 2 0,-6 3 31,-5 4 1,1 4-53,-10 1-97,4 7 0,-12-4 0,6 7 0,1 1 0,4 2 162,4 1 0,2 1 18,6-1-171,-1 1 1,7 1 0,4 1 0,5 4 0,5 1 76,1 4 0,-1-4-191,8 2 92,-3 0 0,9 6 0,-6 2 0,-1 3 0,1-2-5,0-3 1,6 2 56,3-8-92,4 3 1,1 0 0,0-3-1,0-3 1,1-2 30,4 0 1,5 2 34,8-2-7,-2-3 0,11 0 1,-2-6-1,7 1 1,6 2 151,3 2 1,3-6-82,4 1-105,-4-7 0,11 4 1,-1-5-1,4-1 0,6 1-141,0-3 0,-1-7-189,9 4 236,-5-7 0,11 3 0,-9-6 0,-1-1 0,-1-4-384,1-5 0,7-2 276,-34 5 1,-1-1 164,37-12 0,-37 9 1,-1-2-1,-1-2 1,-1-1-1,1-1 1,1-1-1,1-1 1,-1 0 133,2-3 0,0 0 0,-2 1 0,-2-1-647,-1-1 1,-1-1 891,30-21 0,-15 3 0,-4-2 1,-8-2-1,-11-2 296,-11 3 0,-8 0 266,-8 3-687,0-1 0,-10-6 0,-9-3 0,-14-3 0,-11-2 43,-8 0 1,18 28 0,-2 1-588,-3-1 1,-2 1 129,0 2 1,-2 2-1,-5-1 1,-2 2-1,3 4 1,-1 0-1,0 2 1,-2 1-1,0 1 1,-1 2-446,-1 0 1,0 2 0,5 1-1,1 1-976,0 4 1,2 1 1079,-31-3 1,19 9 0,10 4-1,8 7 1,11 6-2374,11 3 2894,2-5 0,17 10 0,-3-3 0,3 3 0</inkml:trace>
  <inkml:trace contextRef="#ctx0" brushRef="#br0">19607 4691 7899,'-15'-14'289,"0"-2"0,-3-1 1,-1-2-1,0 3 311,-1 5 0,-2 0 0,-7 5 0,1 0 0,-1-1 1,1 4-31,0 1 0,-7 4 0,-3 3 0,-5 4-313,-4 4 1,1 1 0,-5 2 0,1 3-4,-1 5 1,1 2 77,-2 3-262,9-1 0,2 1 0,5-1 1,-4 2-1,1 2 27,-1 1 1,-2 2 10,8-2 0,-4-2 1,5 6-1,2-2-177,1-4 1,8-1-47,3-1 56,3 5 0,6-4 0,2 3 1,2-1-1,1 1 56,-1 5 1,4 0 255,-2 5-183,2-10 0,8 14 1,4-10-1,3 1 0,2-1 61,4 3 0,8-5-156,6-2 71,13-3 1,-8-3-1,11-2 1,0-3-1,2-1 35,-1-4 0,4-3-229,-7-4 56,7-4 1,-4-6-1,9 0 1,1-2-1,3-2-151,2-6 1,1-2 200,5-3 79,0 1 0,-6-2 1,-3-1-1,-4-2 1,1 0 435,2-1 0,-9 4-203,1-3 125,-8-3 0,-7 4 1,0-7-1,0-3 1,0-4 598,0 0 1,-5-4-851,5-2-83,0-9 0,3-2 1,-3-5-1,-5 2 0,-4 0 33,-6 1 0,-4-4-314,-9 3 96,-4 3 1,-6 0 0,-2 5 0,-2 0 0,-7-2-707,-7 0 1,-9 6 340,-6-2 124,-6-1 1,-4 13 0,-9-5 0,-3 4 0,-4 2-880,-2 7 1,1 5 487,-7 3-88,7 6 1,-8 1 0,7 9-1,-1 4 1,0 9 843,1 7 0,21 4 0,-1 6 0,1 2 0,0 0 0</inkml:trace>
  <inkml:trace contextRef="#ctx0" brushRef="#br0">17261 3028 7836,'-7'-14'181,"4"-2"0,-5-1 0,1-2 1,-1 0-1,-3 0 1558,-2 0-1459,5 0 1,-5 5 0,4 1 0,-4 2 0,-1 2 0,-2-1 0,-1 1 888,-2-1 1,-6 2-837,1-1 1,-5 1 0,-2 5 0,-4-2 185,-1 2 0,-8 1-283,-9 2 0,-3 7 0,-4 2 1,-2 4 92,2 1 0,1 6-211,3 4 1,0 3 0,4 1-1,6 1 57,7-1 1,-1 5-53,7 1-103,0 5 0,5-9 1,1 5-1,1 0 1,4 2 79,2 5 1,-4 0 365,5 1-332,0 0 0,5 1 0,1 2 0,2 3 0,3-1 310,2 1 0,1-6-154,5-5-186,0 0 1,7 5 0,2-2-1,4-2 1,3-3 230,2-1 0,6-2-17,9-4-134,-3-1 1,10-6 0,-5-1 0,1-2 0,5 0 170,5-2 0,0-6-35,6-1-273,-6-7 0,9 3 0,-1-6 0,4 0 1,5 0-1,2 0 0,-3-6-586,4-4 393,-6-2 1,8-7-1,-6 0 1,-1 0-1,1 0-305,-1 0 1,3-6 603,-3 1-155,-2-3 0,4-3 1,-6-1-1,0-4 0,1-2-147,4-2 1,-12-2-2,-2-2 420,-11 1 0,-14-1 1,-6 0-1,-6-1 1,-6-3-153,-4-5 0,-2-10-400,-4-4-166,-9-10 0,-8 3 0,-8-1 0,-3 6 0,-7 6-33,-6 4 0,-6 6-732,22 25 1,-2 2 918,-26-15 1,-10 5-1,5 16 1,-3 5 0,-6 5-762,-2 4 1,2 5-1147,10 5 1257,0 9 0,20 14 1,-3 12 943,6 6 0,3 4 0,-2 10 0,5 7 0,3 5 0</inkml:trace>
  <inkml:trace contextRef="#ctx0" brushRef="#br0">6640 14742 8158,'-9'-9'2250,"-1"-1"-2012,7 7 0,-5-3 0,5 4 82,-2-2 192,0 2-258,5-4-13,0 6 276,0 0-256,7 6 0,-4-4 149,6 2-275,1-2-42,4 4 0,0-4 1,1 3-1,-1-4 46,0-1 0,5 0-107,0 0-7,0 7 1,-3-6-1,1 4 1,4-4-1,-1-1-108,1 0 0,-2 0 166,-5 0-71,6 0 0,-4 0 1,5 0-1,-2 0 0,1 0 99,2 0 1,-3 0-75,5 0-13,0 0 0,3 0 0,-2 0 0,-2 0 1,3 0 40,1 0 1,-4 0-200,1 0 139,-7 0 1,9 0 0,-7 0-1,0 0 1,0 0-28,-1 0 1,1 0-34,-4 0 56,-1 0 0,5 0 0,0 0 0,0 0 1,0 2 20,0 3 0,1-4 35,-1 4-43,-3-3 1,9-2-1,-4 0 1,-1 0 0,2 0 47,1 0 0,-5 0-32,6 0-23,-6 0 0,7 0 0,-5 0 0,1 0 0,-1 0-22,-2 0 0,2 0 34,-1 0-34,0 0 1,-3 0 0,1 0-1,2 1 1,0 2 5,2 2 1,-4 0-9,7-5 18,-7 0 1,10 0-1,-3 0 1,3 0 0,1 0 17,1 0 0,-1 0 3,1 0-21,-7 0 1,6 0 0,-3 0 0,4 0 0,-4 0-4,-3 0 0,2 1 11,-5 4-10,6-3 0,-9 4 0,4-6 0,-1 0 0,0 0 29,-1 0 1,-1 0-27,2 0 15,-3 0 0,4 0 0,-4 0 0,3 0 0,3 0 15,0 0 1,0 0 20,-3 0-48,-3 0 0,11 0 0,-5 0 0,0 0 0,-1 0 4,-1 0 1,-4 0-62,3 0 51,3 0 0,-4 0 0,4 0 0,-2 0 0,-2 0-58,-3 0 0,4 0-71,0 0 125,0 0 1,-3 0-1,2 0 1,0 0 0,0 0 8,-2 0 0,3 0-26,0 0 26,6 0 0,-9 0 1,4 0-1,-1 0 1,2 0 2,1 0 0,-5 5 4,2 0-10,3-1 1,-1-4-1,2 0 1,-2 0-1,-2 0 4,0 0 1,6 0 125,-1 0-122,-4 0 1,3 0 0,-6 0 0,3 0 0,1 0 23,0 0 0,2 0-35,-4 0 12,6 0 0,-2 0 1,3 0-1,0 0 1,-4 0 7,-2 0 0,6 0 2,-3 0-30,4 0 0,-3 0 0,-2 0 0,0 0 0,-1 2-18,-1 3 1,4-4 30,-5 4-16,6-3 0,-9-1 0,4 2 1,-1 2-1,2-2 1,1-1 0,-3-2 26,5 0-15,-7 0 1,8 0-1,-6 0 1,0 0 0,0 0 21,0 0 1,2 0 12,-2 0-15,-3 0 1,4 0 0,-6 1 0,0 2 0,1 2 1,-1-2 0,0-1-3,0-2-7,1 0 1,-1 0 0,0 0-1,0 0 1,0 0 15,1 0 0,4 0-7,0 0 5,0 0 0,-1-2 0,1-1 0,-1-2 1,-1 2 50,2 2 1,-1 1-44,5 0-22,-5 0 1,2 0 0,-6 0 0,1 0 0,-1 0 23,0 0 0,0 0-92,0 0 83,1 0 0,-1 0 0,0 0 0,0 0 0,1 0 59,-1 0 1,5 0-52,0 0-17,0 0 0,-5 0 0,0 0 0,0 0 52,0 0-22,1 0 197,-1 0-158,-6 0-33,-2 0 323,-6 0 804,0 0-852,-6 0-59,4 0-439,-4 0-191,6 0-2297,0 0 1325,-6 0 1,2 0-46,-5 0 630,-1 0 1,-5 1 747,-4 4 0,-30 4 0,-13 3 0,-7 3 0,-1 0 0</inkml:trace>
  <inkml:trace contextRef="#ctx0" brushRef="#br0">18683 14742 8110,'-10'-1'174,"1"-2"528,-2-2-211,4 0 1,-4 4 0,5-3 1022,-2 0-1050,5-1-143,-4 5 0,9 0 13,3 0 0,-2 0-163,6 0-117,1 0 1,4 0-1,2 2 1,1 1 0,4 1 184,1 0 0,6-3-43,6-1-130,5 7 1,-3-6-1,9 4 1,2-4-1,5-1 15,3 0 1,2 0-16,0 0-83,-6 0 0,2 0 0,-7 0 0,-3 0 0,-5 0-94,-3 0 0,-2 0 190,-5 0-55,1 0 1,-6 0 0,1 0 0,1 0-1,4 0 55,4 0 1,3 0 96,7 0-153,0 0 1,-1 0 0,1-1 0,-1-2 0,1-2 58,0 2 0,-1-4-239,1 3 160,6-1 0,-3 0 1,4-1-1,-1 0 1,-3-1-29,-2 4 0,-1-3 37,0 1-4,-1 0 1,-5 1-1,-4-1 1,-3 2-1,-2 1-1,1 2 1,-1 0 11,1 0 12,-1 0 0,1 0 0,1 0 1,3 0-1,3 0 70,0 0 0,5 5 32,-3 0-107,-3-1 0,8-4 1,-4 0-1,2 0 1,-3 0 62,-1 0 0,-6 5-56,7 0-16,0 0 1,-2-5-1,-2 0 1,-3 0-1,1 0-20,1 0 0,6 0-32,-1 0 36,-3 6 0,5-5 1,-6 4-1,3-3 0,1-1 69,-2 4 0,3-3-46,-5 2-8,-1-2 1,-5 3-1,1-1 1,-1 0-1,1-3 0,-1-1 1,0 2 22,1 3-43,-1-4 0,-4 5 1,0-6-1,2 0 1,5 0 34,2 0 1,1 2 23,0 3-50,-4-4 1,9 6-1,-4-7 1,1 0-1,4 0 18,1 0 1,1 1 28,1 4-47,0-3 1,-1 4 0,1-6 0,0 0 0,-1 1-4,1 4 0,0-3-15,-1 2 13,1 4 0,0-6 0,-1 3 0,1-2 0,1 0 24,4 2 1,1 1-13,3-1-5,3-4 0,0 7 0,8-5 0,1 2 0,-1 0 15,-3 1 0,-2-4 56,-1 3-71,6-4 1,1 4 0,2 1 0,-5 1-1,-2-1 14,-2-3 0,-3 0 23,2 2-19,-2-4 0,9 7 1,-4-4-1,2 2 1,7 0 43,7 1 1,-8 2-29,5-4-32,-11 6 1,7-10 0,-5 6 0,0-1 0,1 2 14,-4 0 1,-2 0 18,-1-4-45,-6-2 0,2 6 0,-7-5 0,-3 2 1,-4-2 73,1-1 1,-2 2-46,4 1 32,-9 0 1,15-4-1,-10 2 1,4 2 0,4-2 55,2-1 1,-3-2 121,-7 0-136,-3 6 1,-6-4 0,-3 3 0,-2-4 375,-5-1 94,-9 0-350,-4 0 0,-8 0-80,-2 0 0,0 0-9,-5 0-182,6 0-43,-4 0 189,7 0-2220,0 0 1,-1-5 2123,-4 1 0,-72 5 0,26 3 0,1 0 0</inkml:trace>
  <inkml:trace contextRef="#ctx0" brushRef="#br0">22536 15396 7868,'0'-9'2463,"0"-1"77,0-1-739,0 5-1383,0 0 1,-2 15 0,-1 2-1,-3-1-389,-2-2 1,0-2-242,-2-1 0,-2-2-1033,2 6 839,-3-6 249,6 4 1,-1-7 0,6-2 51,2-3 1,-1 4-57,10-4 436,0-3 0,6 7 0,-1-4 0,0 3 0,0 2 497,1 0 0,-6 0 358,1 0-842,-7 7 0,3 1 0,-6 6 0,0 0 0,-2 0 280,-2 0 1,-6 2-785,-9 3 150,-3-3 0,-2 5 1,1-7-1,-3 0 1,0 0-640,-3 0 0,2-1-1715,4-3 339,-4-4 1,11-1 2080,-3-1 0,41-31 0,11-12 0</inkml:trace>
  <inkml:trace contextRef="#ctx0" brushRef="#br0">23175 15041 7862,'8'-2'1315,"-1"-1"1475,-1-2-2152,-5 1 1,4 4 0,-8 1 0,-3 6 531,-2 7 1,0 0-899,-2 5 0,-2 3 0,4 2 1,-2 1 133,1-1 0,1 7-177,-1-2 0,-2-2 0,6-4 0,0 3 10,-1 1-231,4-5 0,-4-2 1,6-6-1,-2 1-301,-2-1 107,2-6 167,-4-2 0,7-8 0,2-4 0,4-8 0,-1-8-423,0-5 0,4-3 82,-5-3 197,6-4 1,-8-4 0,5 3-1,-2 5 1,-3 3 54,-1 2 1,-2 4 74,0 0 345,0 7 1,0 4-437,0 13 0,-2 13 981,-3 11-646,4 3 0,-12 1 0,5 0 0,-1 1 1,-1-2 337,-1-4 1,3 3-837,-1-7-122,6 6 0,-5-9 1,5 3-1,-2-3-5079,2-2 3700,-5 0 885,6-6 0,-2-2 903,8-6 0,42-50 0,-15 18 0,0 0 0</inkml:trace>
  <inkml:trace contextRef="#ctx0" brushRef="#br0">23417 15140 7887,'0'-9'0,"0"0"3387,0 5 573,0-8-1795,0 4 1,-5 2-889,1 6-969,-1 6 0,0 5 0,0 2 1,1 2-1,-1 3 340,0 2 1,-1-2-326,1 5-326,4 1 0,-6 0 1,7-2-1,-1-2 1,-3-2-365,0-2 0,-1-2-709,5 0 490,0 0 1,-2-1-81,-2-4 370,2-2 74,-4-14 0,6-5 1,0-10-1,0-5 1,0-8-805,0-5 0,6-2 457,4-1 544,2 0 1,4 6 0,3 0-1,5 2 1,2 5 300,3 5 1,-1 6-221,1 10 44,-1 2 0,-1 7 1,-3 2-1,-7 3 1,-6 4 475,-6 4 0,-3 3 612,-2 3-946,0-4 1,-12 8 0,-3-6 0,-6 3 0,-4 1 201,-2 0 0,0-7-1565,3-5 835,-2 1 0,8-1 0,-4-1 0,2 0 0,2-2-654,2 1 0,2-3-2586,0-4 1261,6 0 2265,-5 0 0,50-12 0,4-4 0</inkml:trace>
  <inkml:trace contextRef="#ctx0" brushRef="#br0">24114 15084 18243,'-5'15'554,"0"3"1,2 1 0,2-2 334,1-1-850,-7-2 0,6 5 1,-4 0-1,2-2 0,0-1 1,-2-2-1,0 1-1185,-1-1 236,4-6 1,-4-3 460,6-10 0,0-5 1,0-9-1,1-4-514,4-4 0,-2-3 668,7-3 216,-1 3 1,7-10 0,1 7-1,2 3 1,0 3 187,2 3 1,-1 7-6,4-2 140,3 10 1,-6 2 0,2 7-1,-4 0 1,-3 2 523,-2 3 1,-6 2-248,-3 8-305,-4-1 0,-1-5 1,0 1-1,-1 1 1,-4 2 278,-4 1 1,-6 0-858,-4 0 286,4 0 1,-12-4 0,5-1-1,-2 1 1,2-2-222,1-4 1,-2 3-1325,4-2 180,-7-1 1,11 1-2391,-4 0 3831,9 6 0,42-10 0,15 6 0</inkml:trace>
  <inkml:trace contextRef="#ctx0" brushRef="#br0">24071 15212 7892,'0'-15'434,"5"6"1,0-1 0,-2-1 2591,-2-1-2270,-1 4 0,0 0 1,0 3 1303,0-4-2103,0 2 250,0 1-1743,0 6-3320,0 0 4189,0 6 0,2-4-1177,3 3 1844,-4-4 0,12 12 0,-5 3 0</inkml:trace>
  <inkml:trace contextRef="#ctx0" brushRef="#br0">24455 15027 8440,'6'-8'3386,"-4"8"0,3 9-3056,-10 10 0,2-3 0,-7 5 0,1-2 364,1 0 0,-5 4-452,4-4 0,1 6 0,-2-2 0,1-1 0,-1-3 0,2-4-51,2 0 1,-3-1-277,4 0 1,-1-1 16,1-4-102,3-2 1,-4-14-1,6-2 1,0-5-740,0-5 1,2 1 202,2-6 503,-2-6 0,11-1 1,-4-5-1,4-1 1,1 2-47,0 1 0,5 2 157,0 8 67,6-2 1,-7 15 0,5-2 0,1 5 0,0 5 441,-1 1 0,-5 9-195,1 2 97,-3 4 0,-9 2 0,-2 3 0,-3 1 0,-2 0 303,0 1 0,-7-4-387,-2 3-202,-4-3 1,-1-2 0,-2 0 0,-3 0 0,-3-1-353,0-3 0,-3 1-66,6-7 211,-6 1 1,9-5 0,-3 2-1,3 1-755,2 2 683,6-1 429,2-4 0,7 0 0,4 2 631,4 3 0,6-2-190,4 6-407,-4-6 1,6 9-1,-5-6 1,1 2-1,2 1 187,-2-1 0,-1 3-912,-2-6 318,1 6 1,0-8-1,3 7 1,1-1-595,-2-1 0,-6 3-1588,-1-6 1299,-7 0 0,3-4 0,-4 2-3510,3 2 3266,-4 0 1317,12-5 0,-12-19 0,6-5 0</inkml:trace>
  <inkml:trace contextRef="#ctx0" brushRef="#br0">24853 15055 7901,'0'-8'5349,"-2"0"-2781,-2 4-1793,2 2 1,-10-3-1,2 10 459,-3 5 0,-1 7 92,0 2-1042,0 6 0,1-7 0,2 5 0,2 2 0,-1 1 80,2-3 1,2 4-236,6-3-145,0 3 0,0-5 0,0-1 0,1-3 0,4 1-515,5-1 1,2-9 56,3-4-41,5-3 0,-3-2 0,7 0 0,0-2 0,0-3-672,-1-4 0,-1-4-1307,2-1 1631,3 0 1,-11 0 0,3 1-1,-5 2-2904,-5 1 3767,-2 7 0,-64-3 0,-14 6 0</inkml:trace>
  <inkml:trace contextRef="#ctx0" brushRef="#br0">24825 15311 7901,'-15'-8'1234,"1"3"0,6 2 191,4-1 1683,-4 2-1825,6-4 1,-4 4 0,7-1-43,4-2 1,-2-4-978,7 4-632,-1 0 1,10 0 0,2-1-1,-1-2 1,1-1-2161,-4 1 1,-1-5 565,-2 4 592,0 2 0,-1-5 1370,-4 2 0,-27-34 0,-14-10 0</inkml:trace>
  <inkml:trace contextRef="#ctx0" brushRef="#br0">24810 15055 7901,'-14'-6'4589,"0"-2"-2325,6 0-857,2-5-1332,6 12 1,6-7 0,4 5 0,4-2-1,3 2-1131,2 1 1,6 2 325,-1 0-244,3 0 0,-3 5 1,-2 0 973,-2-2 0,37-1 0,5-2 0</inkml:trace>
  <inkml:trace contextRef="#ctx0" brushRef="#br0">25208 15027 7901,'0'8'3264,"0"-2"-109,0-6-1183,0 0 0,-1 5 1,-2 1-746,-2 2 1,-6 3 256,1 8-1258,4 3 0,-6 3 0,4 2 0,0 3 0,1 0-180,1 0 1,5-1 47,-4-1-469,3 1 1,-3-3-1,1-2 1,1-5-1216,1-3 1878,2-8-350,0-2 0,0-8 1,0-2-1,2-6 1,1-4-567,1-5 1,1-3 216,-5-6 251,7-7 0,-4-2 0,6-4 1,2 2-1,2 3-111,1 1 1,0 3 78,1 9-56,5-4 1,-4 11-1,3-2 1,-3 7-829,-2 7 1,0 2 306,0 2 313,-6 6 1,-2 4 0,-6 7-1,0 2 1,0-1-1635,0-3 0,0 0 255,0-1 1835,-6 0 0,-27 13 0,-13 3 0</inkml:trace>
  <inkml:trace contextRef="#ctx0" brushRef="#br0">25180 15268 7901,'-8'0'5666,"2"0"-2760,0 0-483,4 0 1,-4-1-1872,6-4 1,1 2-2875,4-7 1862,3 7 1,6-5 0,0 5-1,2-1 1,1 0-1615,2 3 0,7-1-2370,-3-3 3193,4 4 1251,2-5 0,13-11 0,7-4 0,5-3 0,0 0 0</inkml:trace>
  <inkml:trace contextRef="#ctx0" brushRef="#br0">25635 15098 7912,'-2'-10'728,"-2"1"0,2 4 1685,-3-4 0,2 6-330,-2-2 146,4-3 0,-7 6-369,3-2 1,4 4-1037,-4 4-452,-3 4 0,6 6 1,-4 2 137,0 3 1,3-1-398,-7 5 1,5-4-1,-2 5 1,0 0-72,4-2-91,-5 5 1,7-10 0,-6 5 0,3-1 0,-1-4-752,2-1 0,1-7 105,2 1-2347,0-1-452,0-1 488,0-2 1,5-12 3005,0-3 0,18-23 0,1-6 0</inkml:trace>
  <inkml:trace contextRef="#ctx0" brushRef="#br0">26005 15084 7923,'8'-15'3,"-2"6"5530,-6-1-770,0 1-3687,0 1 1,-6 2-520,-4 6 0,-3 8 0,-2 4 0,-3 7 874,-1 3 1,-4-3-850,4 5-593,0 0 0,5-1 0,-2 0 0,-2-1 1,-1-2-554,2 1 1,6-2-2157,1-5 1265,7 0 1,-8-4 0,5-3-4368,-2 0 4689,5-2 1,8-23 0,7-6 138,-1-4 1,4-2 776,-6 2 401,-3-1 1,5 5 0,-4 2 0,-1 2 2588,0 2-1439,-1 3-446,-5 7 0,0 3 0,0 11 0,2 7 2185,2 4 0,0 4-1682,5-2-955,-6-3 0,10 10 0,-5-3 1,1-1-1,1-3 76,1-4 0,0 0-418,-2-1-651,4 0 0,-5-1 0,4-2 0,0-3 0,-5 0-1024,0-1 0,4-2-3828,-2 5 5409,-2-7 0,-52-9 0,-18-10 0</inkml:trace>
  <inkml:trace contextRef="#ctx0" brushRef="#br0">13863 15595 7849,'0'8'2529,"0"-1"-1395,0-7 2844,0 0-3618,6 0 0,0 1 0,5 2 1,-1 2 149,1-2 0,2-1-368,1-2 0,6 0 0,6 0 0,5 0 77,7 0 1,3 0 97,2 0-266,0 0 1,4-5 0,2 0-1,0 2 1,0 2-81,-3 1 1,-2 0-153,-1 0 158,-1 0 1,-4 0 0,-2 0 0,-1 0-1,-3 0 54,-2 0 0,-2 0-100,1 0 83,-1 0 0,1 0 0,-1 0 0,2 0 0,2 0 86,1 0 1,5 0 221,-5 0-293,6 0 0,-7 4 0,4 1 1,-1-2-1,-3-1-53,-2-2 1,3 0 33,0 0-31,0 0 1,0 0-1,1 0 1,-3 0 0,-1 1-163,-1 4 1,4-3 173,0 2-15,0-2 1,-3-2 0,2 0-1,1 0 1,-2 0 128,-1 0 1,-1 0 113,-1 0-151,1 0 1,-1 0-1,1 0 1,-1 0 0,1 0 44,-1 0 0,-4 0 170,-1 0-252,1 0 0,3 0 0,-2 0 0,-3 0 0,0 0 63,1 0 0,-1 0-16,1 0-33,-2 0 1,-1 0 0,3 0 0,0 0 0,-1 0 137,-1 0 1,-2 0-93,-5 0-13,0 0 1,0 0 0,1 0 214,-1 0 12,0 0-97,-6 0 22,-2 0-138,-6 0-7547,0 0 3104,-6 0 4351,4 0 0,-30-2 0,-18-2 0,3 0 0,0 0 0</inkml:trace>
  <inkml:trace contextRef="#ctx0" brushRef="#br0">27640 7478 7348,'-2'8'389,"-1"-2"2812,-2 0-1371,-6-4-1447,10 4-134,1-6 1,8 0-1,6 0 1,2 0 0,1 0 84,2 0 0,6 0 1,-1 0-1,3 0 28,1 0 1,5 0-211,0 0 0,7 0 0,-4 2 1,2 1 229,0 2 1,5-1-82,4-4-246,7 0 1,-5 0-1,5 2 1,-4 1 0,1 2 139,-1-2 0,-2-1-211,4-2 7,-13 6 1,9-4 0,-10 2 0,1-2-1,1-2-117,-3 0 0,0 0-100,1 0 256,-4 0 0,-5 1 0,-1 3 0,-1 0 0,-3 0 64,-5-3 1,-8-1-44,-2 0 283,-5 0 425,2 0-353,-6 0 310,0 0-472,-6 0-439,4 0-9,-4 0 0,4 0-360,-3 0 1,2 0 256,-6 0-940,6 0-700,-4 0 1646,1 0 178,4 0 85,-4 0 78,6 0-4879,0 0 1546,-6 0 3293,4 0 0,-30 13 0,1 3 0</inkml:trace>
  <inkml:trace contextRef="#ctx0" brushRef="#br0">29488 7478 7747,'-20'-8'149,"8"0"0,-2 5 1,2-2-1,1 0 0,-1 1 1254,3-1-458,6 0 0,-2 0-109,10 1 0,7-6-581,7 5 1,8 1 0,0 4 0,5 0 142,-1 0 0,1 0 1,0 0-1,1 0 34,-2 0 0,-1 0-441,-1 0 3,-7 0 0,3 1 0,-6 2 1,-2 2-359,-1-2-1232,-8-1 753,-2-2 0,-9 0 0,-5 0-1152,-6 0 1,-8 0 610,3 0 1222,-6 0 0,4 0 1,-4 2-1,3 1 0,0 1 141,0 0 67,4-3 498,-2-1 1,6 0 906,-1 0 0,7 2-153,4 3-513,2-4 0,2 7 0,0-3 35,0 4 1,0 4 108,0 1-688,0 0 0,5 0 0,0 2 0,-2 2 0,-2 2 376,-1 2 0,0-3-443,0 5-96,0-7 0,0 9 1,0-6-1,0 1 1,0-1-190,0-2 1,-4-3-52,-1 0-77,0-1 1,0 0 0,-1-1 0,-2-2-724,-3-2 0,-2-6 399,-1 2 412,0-3 1,0-2 0,0 0 0,-2-2 0,-2-1 63,-1-2 216,1-6 157,3 10 1,6-10 83,-1 6 1,10 0 104,5 5-315,3 0 1,14 0-1,-3 0 1,6 0-1,5 0 473,4 0 0,-1 0-88,-5 0-512,7 0 0,-10 0 0,4 0 0,-4 0 0,-3 0-411,-3 0 304,-3 0-1056,-2 0-2339,-6 0 2069,-2 0-154,-6-6 1,-6 4 1553,-4-3 0,-15-15 0,-5-4 0</inkml:trace>
  <inkml:trace contextRef="#ctx0" brushRef="#br0">30000 7520 7765,'1'-9'-1512,"4"0"2314,-3 5 1,4-4 2340,-6 4-1880,0-4 1,-1-5 131,-4 4-969,3 2-283,-4 7 1,6 2-1,0 3 560,0 4 0,-5 5-188,0 5-306,1-3 0,-1 11 0,0-5 0,0 2 0,1 0 141,-1 1 1,-1 2-414,1 1 75,3 1 0,-9-6 0,7-1 1,-1-1-1,0-4-627,0-1-769,1-2-826,4-6-1234,0-2 2425,0-6 305,0-6 1,1-2-1,2-6 1,4 0 713,1 0 0,14-57 0,-7 28 0,0 0 0</inkml:trace>
  <inkml:trace contextRef="#ctx0" brushRef="#br0">29943 7535 7765,'0'-15'430,"0"1"1,0 5 46,0-1 0,0 6 31,0-6 0,2 2-15,2-1 1,4-2-1,6 4 1,2 1 261,3 0 0,3 1-60,7 5-541,-1-6 1,1 4 0,-1-3 0,-1 5 0,-2 3 226,-1 2 1,-7 2-78,2-3-177,-3 4 1,-7 6 0,-1 1 0,-1-1 167,-4 0 1,-3 0 56,-5 0-280,-3 1 1,-8-1 0,-1 0 0,-3-1 0,-3-2-119,-2-2 0,-3-4-760,-5 5 528,3-7 0,-5 3 1,6-4-1,2 1 1,2 1-1119,1 0 1,7-3-16,-2-1 246,10 0 0,2 2-53,7 3 1,0-2 1217,0 6 0,64 7 0,-25-5 0,1 0 0</inkml:trace>
  <inkml:trace contextRef="#ctx0" brushRef="#br0">30284 7791 17775,'8'6'526,"5"2"1,-5 8-1,1 1-224,1 2 0,-1 1 0,5-2 1,1 1-292,-1-2 1,0 1-1,0-1-207,0 2 1,1 0-1446,-1-5 1,-5-4-2107,1-1 1951,-7-6 1383,3 3 1,-6-13 0,0-6 0,0-6 0,0-3-434,0-3 1,5-1 1180,0 3-181,-1-4 0,-4 11 0,0-5 1,0 3 1169,0-1 1,0 4-182,0 6-427,0 6 0,-6-2 0,-3 8 0,-4 3 667,-1 2 1,0 7-640,-1 4-550,1 6 0,0-5 0,0 6 0,-2-3 0,0 1 609,2-2 1,-3 5-207,7-3-507,-3-4 1,4 2-1,1-4 1,0 1-127,0-2 1,5-6-1100,-2-1 375,4-7 0,2 3 0,4-8-1183,5-2 1,1-4 879,-2-6 56,10-1 1,-9 1 1006,9 0 0,15-32 0,4-8 0</inkml:trace>
  <inkml:trace contextRef="#ctx0" brushRef="#br0">29218 8956 9030,'-10'0'5151,"1"0"-4518,6 0 0,-2 0 0,10 0-575,4 0 0,4 0 1,1 0-1,2 0-645,3 0 356,-3 0 1,9 0-1,-6 0 1,-2 0-1,1 0-1687,1 0 1,-8 0 0,1 2-854,-4 3 2771,-3-4 0,-5 12 0,-39 4 0,-11-1 0,22 3 0,-10-4 0,0-2 168,10 0 0,15-8 0,5 1 1,-1 0 3021,-1 1-1057,7-2-1563,-3-5 1,7 0 0,6 1 0,5 2-40,6 2 0,2 0-384,-1-5 0,3 0-217,7 0 0,-1 0 0,1 0 0,-1 0-946,1 0 0,-7 0-71,-3 0-1036,-4 0 0,0 0 2123,-1 0 0,-44-7 0,-11 0 0</inkml:trace>
  <inkml:trace contextRef="#ctx0" brushRef="#br0">30298 8899 7714,'7'-14'404,"1"0"1,0 0 2309,-4 0-2289,-2 6 1,-2-5 0,-2 5 0,-2 0 0,-6 2 0,-3 1 492,-1 0 1,-2 1-846,-3 4 1,2 4-1,-5 3 1,1 1-34,4 3 0,-3-3 1,1 1-1,3 2-76,5 2 0,0 3-172,6 3 185,0-4 0,5 7 1,3-4-1,5 1 0,6 0 216,2 1 0,6-4 203,2 3-351,-3-3 1,4 3-1,-6-2 1,-2-1-1,-1-3 19,-2-2 0,-6 4 120,-3-5-86,-4-4 1,-2 5 0,-4-4 0,-4-1 0,-7 0 131,-8-3 1,0-1-89,-9-2-197,-3 0 0,6 0 0,-3-2 0,4-1 0,6-3-52,4-2 0,3 0-1,2-1 56,6-4 1,1 5 0,11-6 0,4-2-1,9-1-465,8-2 1,2-2 404,11 2 97,0 4 0,3-11 0,-3 7 1,-5 2-1,-3 1-91,-2 2 0,-5 4-305,-4 1-428,-4 6-2762,0-4 2296,-8 7 855,-7 0 450,-7 7 0,-14 13 0,-1 10 0</inkml:trace>
  <inkml:trace contextRef="#ctx0" brushRef="#br0">30569 8942 7790,'-8'-14'2007,"3"0"-1197,-3-1 1,6 1-1,-1 2-342,6 2 0,1 2 0,5 5-92,2-2 0,2 1-218,1 4 1,5 0 0,0 0 0,-2 0 49,-1 0 1,-2 1-297,1 4 77,-1-3 0,-2 10 1,-2-2-1,-5 2 0,-4 2-9,-1 1 1,-1-1 66,-4 0 0,-3 5 0,-6 0 0,-2-2 37,-3-1 0,2 0 12,-7 3-29,7-3 0,-6 3 0,6-8 1,0-2-1,2 2 96,4 2 0,4-4-30,-3 1-74,4-7 1,6 5 0,3-5 0,5 2 194,6-2 0,10-1-34,-1-2-200,4 0 1,2-2 0,-2-1 0,-2-2-1,-3 2-752,-2 1 0,-1 1-375,-4-4 374,-1 3 0,-5-4 1,1 6-2923,1 0 1730,-5 0 1925,1 0 0,-14-6 0,-1-2 0</inkml:trace>
  <inkml:trace contextRef="#ctx0" brushRef="#br0">30952 9099 7247,'15'0'5244,"-7"0"-3872,4 0-1093,-10 0 0,4-2-700,-6-3 613,0 4-192,0-6 0,0 7 0,0 0 0</inkml:trace>
  <inkml:trace contextRef="#ctx0" brushRef="#br0">31294 8871 7757,'0'-9'4574,"0"-1"-3063,0 1-1121,0 1 0,0 3 0,0 10 0,-2 4 363,-3 4 1,4 3-460,-4 3 1,-1 3-1,-1 6 1,0 1 282,-5-1 0,1 5-536,2 0 1,-4-1 45,4-8 1,1 2 0,0-3-232,2-1 101,-5-2 116,9-12 1,-4-3-1,7-10-339,4-4 1,-3-10-11,2-5 58,-2 3 0,3-5 0,1 2 0,0-3 0,1-1-619,-4-1 1,0 1 243,2-1 70,-4 7 1,6 2 0,-7 5-2690,0 1 734,0 6 2167,0 8 0,0 52 1,0 18-1</inkml:trace>
  <inkml:trace contextRef="#ctx0" brushRef="#br0">31393 8956 7781,'0'-9'0,"0"-1"0,0 1 1216,0-5 1,0 4 0,0 1 0,2-2-94,3-2 1,-2 4-653,6-1 1,1 7-135,4-2 0,0 4 0,0 1 0,1 0 18,-1 0 1,-5 0-234,1 0-81,-1 0 0,-1 6 0,-2 3 1,-1 4-1,0 1-34,-2 0 1,-1 2-55,-2 3-11,0-3 1,-7 6 0,-2-4-1,-4 0 1,-1 1-100,0 2 0,0-5 48,-1 3 101,-5-3 0,4-2 0,-3-2 1,5-1-1,3-3-386,1-1 316,7 4 199,-3-10 0,7 6 0,6-7 0,5 0 311,6 0 0,5-2-124,-4-3-280,7 4 1,-9-10 0,5 6 0,-1 0 0,-4 0-292,-1 1 0,-4-3-1448,-2 3-1158,3 2-720,-6-4 1109,8 6 2480,-7 0 0,-8-19 0,-8-5 0</inkml:trace>
  <inkml:trace contextRef="#ctx0" brushRef="#br0">31919 8956 7781,'-4'-14'541,"-1"0"1,-5 0-272,6-1 1,-7 3 1588,1 2 0,-3-1-1092,-1 7 1,0-1-1,-2 3 1,-1-1 382,-2-2 1,1 2-816,9 8-274,-4-3 0,7 10 0,-3-2 0,2 2 0,2 2-106,1 1 0,-1-1 26,5 0 9,6 7 0,2-6 0,6 4 1,1-3-1,-1-2-219,0 1 1,0-1 19,1 0 218,-1 0 0,0-1 0,0-2 0,-1-2 0,-2 1 46,-2-2 0,-4 0-119,5-4 144,-7-2 0,3 6 0,-8-5 0,-2 2 359,-6-2 1,-7-1-389,-2-2-100,0 0 0,0-5 1,-2-1-1,1-1 1,-1-1-134,4 0 1,1 4 242,2-6-113,6 7 1,2-10-1,6 4 1,0-4 0,1-1-542,4 0 0,5 0 95,9-1 239,3 1 0,1 2 1,1 1-1,1 1 0,1 1-648,-3 1 1,3 1-1188,-7 7 1265,6 0 1,-9 0 0,3 0 828,-4 0 0,-26 19 0,-6 5 0</inkml:trace>
  <inkml:trace contextRef="#ctx0" brushRef="#br0">32090 9084 7781,'8'0'7783,"-2"0"-4736,-6 0-3855,0 0-1246,6 0 1165,-4 0 1,6 0 888,-3 0 0,3-6 0,6-2 0</inkml:trace>
  <inkml:trace contextRef="#ctx0" brushRef="#br0">32374 8899 7781,'0'-14'0,"0"5"1352,0-1 1,0 1 41,0-5 0,0 4-281,0 1 1,-1 5 0,-4 1-339,-5 6 1,-2 1-119,-2 5-553,-1 1 1,1 4-1,0 0 1,0 2-1,1 1-98,4 2 0,-2 2 36,6-2-143,-6-4 0,9 8 0,-3-6 0,5 2 0,4-2-246,0-1 0,9-2-17,1 1 271,0-1 1,13-5 0,-3-1 0,3-2-1,0-2 198,-4-3 1,4-2 791,-3-4-708,-4-3 1,1-6 0,-7 0 0,0-2 0,-1-3 334,-3-5 1,-4 2-484,-6-2-106,0 1 1,0-1 0,-2 2 0,-2 1 0,-6 4-1289,-3 1 0,-6 8-1309,1 3 1844,-1 4 0,0 1 1,0 1-1,1 4 1,1 3 817,-2 0 0,3 30 0,-4 1 0</inkml:trace>
  <inkml:trace contextRef="#ctx0" brushRef="#br0">32673 9099 7781,'8'-2'0,"-4"-3"1972,-2-4 2695,4-4-2429,-4-1 1,4 4-1618,-6 1 1,0 4-2976,0-4 1505,0 6-972,0-4 1,0 9-3459,0 3 5279,0 2 0,-6 14 0,-2 1 0</inkml:trace>
  <inkml:trace contextRef="#ctx0" brushRef="#br0">32957 8914 7789,'0'-15'264,"0"1"1,0 0-1,0 0 2850,0 0-1546,0 6-366,0 1-879,0 7-149,0 0 1,0 7 0,0 2 0,-1 4 27,-4 1 0,3 0-203,-2 0 1,2 1-12,2-1 1,0 5-1,0 0 1,0-2-93,0-1 1,2-2-33,2 0 114,-2 1 1,10-6 0,-2-1 0,3 0 0,1-2 218,0 1 0,5-3 481,0-4-483,0 0 0,0-4 0,0-3 0,-2-2 0,-1-5 405,-2-4 1,-4-2-78,-1 1-502,-6-3 0,4-7 1,-7 2-1,-2 2 1,-3 3-751,-4 1 1,-5 2 176,-5 5-237,3 0 0,-11 6 1,3 3-1,-1 4 1,0 2-608,1 4 0,5 3-1196,-5 6 2592,7 7 0,-3 32 0,5 15 0</inkml:trace>
  <inkml:trace contextRef="#ctx0" brushRef="#br0">32189 9610 7789,'7'-28'572,"1"1"0,4 3 0,-1 5 0,-3 4 1,0 2 2892,0 3-2195,-5-2 0,3 12-36,-6 0 0,-6 8-968,-3 11 0,-4-2 1,-1 7-1,-2 1 14,-3 2 1,3 1 0,-4 1-1,1-1-205,0 1 0,0-3-272,5-2 176,-1 3 1,0-6-1,-3 4 1,1-3-1,3-2-273,3-2 1,7-2-406,0-2 457,-4-6 1,8-4 265,0-8 0,6-6 91,8-9-253,1-3 1,4-8 0,1-1 0,1-4 0,1-1-152,0-4 1,-5 5 204,2 2 165,-3 3 1,-3 8 0,-2 3 0,-3 3 814,-2 2-1168,-1 6 235,-5 8 1,-7 5 0,-2 7 0,-5 6 0,-4 2 94,-1 6 0,0-4-206,5 1 19,0-5 1,0 7 0,-1-6 0,3 0 0,1 0-752,1 0 1,2 0-828,-1-5 868,3-6 1,6 5 0,0-4-1,1 2-2968,4-1 3807,3-4 0,31-25 0,7-5 0</inkml:trace>
  <inkml:trace contextRef="#ctx0" brushRef="#br0">32388 9639 7789,'-9'-13'2991,"1"2"1102,2 2-1889,1-1-1477,5 2-642,0 2 0,2 6 1,2 0 231,6 0 1,2 0-175,3 0-81,-1 0 1,-5 0 0,1 0-1,1 0-110,2 0 0,-4 1-66,1 4 165,-7 3 1,3 3 0,-6 2 0,0 3 0,0-1 186,0 1 1,-11 0-111,-3 3-147,-4-3 1,3 6-1,-3-5 1,-1 2 0,0-1-17,-1-3 1,4 0-229,-3-1 153,9 0 0,-1 0 1,7 0 243,1 1 0,7-7-139,6-4 130,9-2 1,3-2 0,5 0 0,-2 0 0,-1 0 198,1 0 0,-5-5-1144,-1 0 315,4 1 1,-8 2 0,4-1 0,-3-2-1569,-2 2 1,-1 0-1547,-4-2 1841,4 4 1778,-11-6 0,-2-24 0,-8-9 0</inkml:trace>
  <inkml:trace contextRef="#ctx0" brushRef="#br0">32730 9667 7842,'4'-14'823,"1"0"1,0 0 3033,-5-1-1942,0 1 1445,0 0-832,0 6-1797,-6 2-509,-2 12 0,0 2 1,1 6-1,3 0 0,-1 1 189,2-1 0,1 0-661,2 0 246,0 0 1,0 1 0,2-3 0,1-1 0,3-1-659,2 1 1,2-5 81,4-1 362,0-4 1,0-1 0,2 0 0,2 0 0,0 0-109,0 0 0,-2-6 146,-2-3 171,6-4 1,-5-1 0,0 0-1,-5-1 1,-2 3 57,0 2-515,-5-2 353,3 10 1,-6-3 0,0 10 267,0 5 1,-6 7 1243,-4 2-899,-2 6 1,2-3 0,1 5 0,-2-2 0,-2-1 672,-1 1 0,4-3-479,1 2-498,6-6 0,-8 2 1,6-6-1,0-1 389,-1-4-311,4 4 42,-4-11 0,8 2-660,2-8 0,-2 0 284,3-5-1706,3-1 1,-5 1-1,5 0 1,-1-3-612,1 0 1,-3 4 2376,5 3 0,-1-22 0,5-4 0</inkml:trace>
  <inkml:trace contextRef="#ctx0" brushRef="#br0">28251 5886 7795,'-9'-5'101,"1"-1"1,0-1 0,2-1 1506,-1 0 1,4 5 0,8-3-1150,4 0 0,5 4 0,5-3 0,5 4-134,3 1 1,1 0-279,1 0 1,4 0-1,0 0 1,-1 0-171,-2 0 0,-3 0 0,-4 0 0,-4 0-348,-3 0 1,-2 0-156,1 0-377,-8 0 0,-3 0-642,-14 0 1,-1 1 888,-13 4 562,1-3 1,-6 9 0,1-7 0,-1 1-1,1 0-67,-1 0 1,6 1 24,-1-1 648,7-4 0,-9 7 1,7-5 1474,2 2 297,1 0-948,8-5 1,4 0-259,8 0 0,4 0-432,7 0-401,-1 0 0,-5 0 0,-1 1 0,0 3 0,-2 2 110,1 2 0,-3 1 72,-4 5-292,0-6 0,0 10 1,0-4-1,0 2 1,0 0-261,0-2 0,0 2 1,0 3 21,-6-4 1,5 6-1,-6-7 1,2 0 0,-1-1-567,-2-4 0,3 4 220,-4-3 330,0-4 1,-3 2-1,0-5 1,-4 2 0,0-2-215,0-2 1,2-1 71,0 0 707,0 0 1,0 0 758,-1 0-415,7 0-411,2 0 0,24 0 0,5 0 0,6 0 347,1 0 0,-2 0-110,1 0-489,-1 0 1,0 0-1,1 2 1,-2 1-1,-4 2-540,-4-2 1,-3-1 128,-2-2-576,1 0 0,-6 0-2826,1 0 2559,-7-7 443,3 6 1,-6-7 783,0 3 0,-13-22 0,-2-11 0</inkml:trace>
  <inkml:trace contextRef="#ctx0" brushRef="#br0">28678 5957 7795,'0'-15'572,"-2"3"1732,-3 2-636,4-2-72,-6 10-864,7-4 0,0 7 109,0 4-569,0 3 1,0 6 0,2 0 0,1 1 0,2 0 400,-2 4 0,-1-1-407,-2 5-162,0-5 1,0 4 0,0-5 0,0 2 0,-2-1 86,-3-3-149,4 0-72,-6-1 1,7-5 0,-1-1 219,-4-1-64,4-3-275,-6-4 0,2-6 0,1-3 0,-1-6 0,0-2-483,0-2 1,1-11 163,4 2 335,0-4 1,1-1 0,4 0 0,5 1 0,2 2-263,2 2 0,7 1 68,3 3 257,-4 4 0,7 12 1,-3 1-1,1 3 1,-1-1 184,-5 2 0,-4 7-146,0 6 22,-7 3 0,-2 1 0,-6 0 0,0 0 0,-2 2 313,-2 3 1,-6-3-30,-9 3-218,3-4 0,-11 0 1,5-1-1,-1 0 0,-1 0-603,-1 1 1,-1-6 45,3 1-573,-4-7 0,11 5 0,-3-5 0,5 3-1735,4 2 2808,4-5 0,57 3 0,12-6 0</inkml:trace>
  <inkml:trace contextRef="#ctx0" brushRef="#br0">28891 6099 10386,'-8'0'4861,"2"0"-3949,6 0 1,1 0-385,4 0 1,-2 5-227,7-1 0,-6 7 1,6-1-1,-1 2-76,-1 3 0,5-3 0,-4-1 0,4-1-180,1 1 1,-1 2-257,-4 1 0,4 0 0,-4-1 0,2-2-1803,-1-2 0,3-4 500,-4 4 123,-3-5 1,7 7-1949,-3-7 3338,-4 1 0,-6-81 0,-4 29 0,0-1 0</inkml:trace>
  <inkml:trace contextRef="#ctx0" brushRef="#br0">29104 6070 7924,'0'-14'3262,"-1"5"-1177,-4-1-1387,3 7 0,-6-3 1,5 7 701,-2 4 1,-6 8-462,2 6-688,-4 6 0,-1-3 0,0 6 0,0 1 0,-1-1 320,1 1 1,0-2-243,0-4-264,6 4 0,-5-9 0,4 4 0,-2-2 0,0-2 73,1-3 1,7-5-204,-2-1-321,4-5-178,-6 2 0,6-12-3301,-4-4 2713,10 4 0,3-7 0,6 4 1,2-4 1151,3-1 0,47-26 0,-24 17 0,0 0 0</inkml:trace>
  <inkml:trace contextRef="#ctx0" brushRef="#br0">29787 5857 7878,'0'-9'531,"0"-1"349,0-1 1,0 3-252,0-1 1,0 4 394,0-4-110,0 5-520,0-2 1,0 5 306,0-4-352,6 3 306,-4-4-123,4 6-254,-6 0 363,0 0-459,0 6-272,0-4 104,0 4-278,0-6-7336,0 0 7600,0 6 0,-6 15 0,-2 9 0</inkml:trace>
  <inkml:trace contextRef="#ctx0" brushRef="#br0">29758 5871 9261,'-8'-8'2457,"2"2"0,6 5-1937,0-4-431,0 3-29,0-10 1,6 8-1,4-3 1,2-1-1,3 1 35,-1 1-76,6 1 1,-4 4 0,3-2-1,-3-2 1,-2 2 106,0 1 1,1 2-67,-1 0-38,0 0 1,0 0 0,-1 2 0,-2 1 0,-2 2-99,2-2 1,-4 5 45,-2 1 1,2-3 0,-5 7 1,3-3-1,-4 2 99,-1 2 1,-1 1-51,-4-1 18,-3 6 1,-6-4-1,0 3 1,-2-3 0,-2-2 24,0 0 1,-6-1-174,5-4 122,0 4 0,5-10 0,-1 5 1,1-2-21,0-2 185,6-3-153,2-1 0,6-1 1,1-3-57,4 0 1,3-6-436,6 6 330,0-1 1,1 3 0,-1-1 0,0-2 0,0 2 62,1 2 0,-1 1-75,0 0 166,0 0 0,0 1 0,1 2 0,-3 4 1,-1-1 109,-1 0 0,-5 5-72,4-1 158,-6 2 0,4-2 0,-7-1 0,0 2 0,0 2 330,0 1 0,-7-4 208,-2-1-566,-4 1 0,-3-1 1,-1-1-1,-4-2 0,-1-2 204,-3-3 1,0 4-322,1 0-164,-3-1 0,7-4 0,-4-1 0,5-2 0,3-4-1050,2-1 0,1 4 357,4-6-402,-4 7 1,12-5 0,-3 5-3883,8-2 5073,4 0 0,50-7 0,11-4 0</inkml:trace>
  <inkml:trace contextRef="#ctx0" brushRef="#br0">30370 5957 7917,'-8'-7'700,"0"4"1,5-6 538,-2-2 1,-6 4-112,1 3 1,-2 2-448,-3 2 1,1 0-416,0 0 0,0 6 0,1 4 1,2 1 186,2-2 1,-1 9-325,-4-4 0,0 3 9,-1-2 0,1 0 1,2 3-1,1 1-81,1-2 1,5-1-58,-4-2-114,6 0 0,-4 0 0,7 1 0,2-3 0,4-1-348,9-1 0,5-5 212,8 4 153,-5-6 0,8 4 0,-4-7 0,0 0 0,-2 0-58,0 0 1,-4 0 230,-2 0 117,-3 0 1,-7-2 736,1-3-310,-7 4-478,-3-12 0,-8 11 1,-8-2-1,-3 2 1,-3 2 95,0 0 1,-5 0-98,3 0-146,-2 0 0,2 0 1,0 0-1,0 0 1,2 0-236,3 0 0,-1-1 43,1-4 122,0 3 0,5-10 1,1 2-1,4-3-58,4-1 1,3 0-198,2 0 233,7 0 0,5-2 1,9-2-1,1 0 0,3 0-62,2 2 0,1 7 140,1-1-30,-1 7 0,-1-8 0,-2 6 0,-2 2 9,-3 2 0,-1 1-81,-5 0-997,-6 0-1490,-1 0 1836,-7 6 128,0 2 1,-2 6 0,-3-1 643,-4-4 0,-29 4 0,-8-5 0</inkml:trace>
  <inkml:trace contextRef="#ctx0" brushRef="#br0">29588 6184 7906,'-5'-9'3425,"0"-1"-2030,-6 7 246,9-10-1241,-4 12 0,6-4 0,0 10 242,0 4-619,0-2 0,0 5 203,0-2-612,-6 2 240,4-4 0,-4 0 0,4-5-258,-2 2 1,0 0 1,-5-5 81,6 0 0,-4-2-208,7-3 349,0 4 213,7-12 0,-4 10 336,6-6-143,1 5 147,-2-2 0,3 8 1,-6 2-1,-2 6 272,-2 3 0,-2-1-563,-4-2 2,-3 2 0,-5-4 0,1 6 0,-1 1 0,-3-1-30,1 0 1,-3-1-1701,-1-4 699,3 4 1,-4-7 0,6 5 0,0-1-2457,-1 1 3403,1-5 0,31-6 0,9-8 0</inkml:trace>
  <inkml:trace contextRef="#ctx0" brushRef="#br0">30796 6184 9332,'-14'0'1749,"1"2"-342,4 2-757,-4-2 0,5 11 1,-6-4-1,0 4 65,0 1 0,-1 0-447,1 0 0,6-4 513,3-1-251,-2-5-655,5 2-28,-4-6 1,6-6-1,0-4 1,0-3-481,0-1 0,1 0 333,4 0 168,-3 6 1,10-3 0,-2 5-121,2-2 83,3 4 401,-8-2 0,5 12 0,-8 4 0,-1 3 0,-1 1 506,-2 0 1,-5 0-201,1 0-475,-14 7 1,7-5 0,-11 4 0,0-1 0,0 0-345,-4-1 1,-5-3-696,-2 0 312,0-7 0,4 3 0,2-7 0,4 1 664,4 1 0,22-10 0,6 2 0</inkml:trace>
  <inkml:trace contextRef="#ctx0" brushRef="#br0">31279 5843 7892,'0'-14'411,"2"1"0,1 2 1319,2 2-581,0-1 0,-5 1-413,0-1 1,0 13 0,-2 2 0,-3 8 462,-4 6-968,-4-4 1,-1 11-1,0-6 1,0 1 0,-1 1 278,1 0-445,0 2 1,0-2-1,0-3 1,-1-2 0,1 0 209,0 2 0,4-1-434,1-9-9,6-2 1,-5-3-150,3 1 1,5-6 81,0-9 60,0-3 0,13-6 1,-4-1-1,5-2 1,4-5-113,1-5 1,-2 2 166,-7-3 228,2 3 0,-4 6 0,6 2 0,-1 2 0,-3 2 1202,-6 3-1261,4 0 65,-6 8 0,10 2 0,-4 10 1,2 6 265,-1 6 1,1 7-47,4 9-264,-6-3 1,4 6 0,-2-4-1,1 3 1,0-1 153,-1 1 1,-6-2-29,6-4-140,-7-1 1,8-6 0,-6-1 0,-1-4 0,1-1 20,0-3-41,0-9-39,-5 3 0,-2-9 0,-1-3-312,-2-4 0,-1-2-3163,1 1 2530,4-2 0,-11 4 0,6-7 1,0 1-1,-2 0-3907,0 0 4855,-1 0 0,-12-13 0,-1-3 0</inkml:trace>
  <inkml:trace contextRef="#ctx0" brushRef="#br0">31095 5999 7932,'-8'-9'2921,"3"-1"-849,3 7-1199,-4-9 0,6 10-510,0-3 0,6 4 1,10 1-1,2 0 243,1 0 1,6 0-277,-1 0-412,-4 0 0,5 0 0,-4 0 0,-1 0 0,1 0-2583,-4 0 1598,-1 6 188,-2-4 1,1 4-1,-3-5 1,-1 3 878,-1 0 0,-1-12 0,5-7 0</inkml:trace>
  <inkml:trace contextRef="#ctx0" brushRef="#br0">31862 5829 7932,'0'-14'364,"0"4"532,0 1 0,0-1 2438,0-4-1795,0 6-1199,-6 2 0,-2 6 1,-6 0-1,0 0 1,-2 1 331,-3 4 1,2 1 14,-7 4-537,7 2 1,-6-4 0,6 7 0,-2-1 0,2 0-1,1 0 1,2-4-62,-1-1-221,1 1 0,6 4 0,4 0-414,2 0 0,4 0 181,2 1 323,11-7 0,2 3 1,7-5-1,1 0 1,2 2 31,1 0 1,-1-3 198,-3 4-167,-4-6 1,-1 9 0,-1-6 0,-4 0 0,-5 2 596,-2 0 233,-3 1-596,-4 6 0,-7-6 1,-8-1-1,-7 0 1,-6-2 395,-5 1 1,1 2-254,-6-4-397,6-1 0,-2-4 0,5 0 1,2 0-1,4 0-1452,4 0 1,3 0 166,2 0-732,6 0 1,3 0-1,10 0 2015,4 0 0,55-18 0,-26 6 0,1 0 0</inkml:trace>
  <inkml:trace contextRef="#ctx0" brushRef="#br0">32161 5857 7921,'-8'-9'1024,"2"1"1,1 0 2249,0 0-2572,1-1 0,4-1 0,-2 1 0,-1-2-71,-2-2 0,7 3 0,7 2-351,4 2 0,3 0 64,3 1-320,-4 4 0,6-6 0,-7 7 0,0 0 0,0 0 127,1 0 0,-1 0-166,0 0-13,0 7 1,1 0-1,-3 8 1,-2-1-66,-6 0 1,-2 0 142,-2 1-31,0-1 1,-6 0 0,-4 0 0,-2 0 0,-3 1 16,1-1 0,-2 0 21,-3 0-42,4-6 1,-6 5 0,7-5 0,0 0-331,-1-4 75,1 4-76,0-6 1,8 4-27,6-6 1,11 0 355,8 0-12,0 0 0,0 2 1,0 1-1,-2 3 0,-1 2 102,-2 3 0,-1-3 48,-4 2-40,4-1 1,-12 5 0,4 0 0,-3 1 0,-4-1 378,-3 0 1,-3 0 349,-6 0-576,-6 1 0,2-1 0,-5-1 1,-3-2-1,-1-3 239,-1-2 1,0-1-167,-1-5-263,1 0 0,4-2 0,2-1 0,1-3 0,4-1-239,1 1 0,7-4 155,-1 6-1389,7-1 1,-3 3 0,7-1 0,4-2-1890,5 2 0,8 2 3287,6 1 0,22-26 0,6-5 0</inkml:trace>
  <inkml:trace contextRef="#ctx0" brushRef="#br0">26118 6596 7921,'8'0'599,"5"0"466,-11 0 309,4 0-773,-6 0 1753,0 0-2271,-6 0-125,-2-6 0,-2 3 1,1-5 46,-2 2 0,-2-4-43,-1 6 67,6-8 1,-5 9 0,4-5 0,-4 0 27,-1 1 0,0-1 65,-1-2-93,1-2 0,-2 5 0,-1-4 0,-2 2 1,2-2 104,1-2 0,2 4-45,0-1-50,-7 1 0,5-6 0,-3 1 0,3 0 0,2 0 107,0 0 1,-5-5-56,0 0 27,6 6 0,1 0 0,2 4 0,-2-4 160,-3-1 0,8 5-132,2-1-165,-3 7 1,5-5-1,-7 5 1,1-3 22,1-2-147,-5 4 139,5-2 0,-1 5 0,-1-3-43,-1 0 114,5-1-40,-7-1 1,10 4-1,-5-4-20,2-1 20,1 6-16,5-6 0,-1 7 1,-2-1-191,-2-4 110,0 4-284,5-6 208,0 7-88,0 0 169,0-6-138,0 4 55,0-4 1,0 4-1,2-1-430,2-1 403,-2-1 83,4 5 1,-6-2-1,2-1-68,3-2 0,-4-1 14,4 1-78,3 4 1,-5-7-394,6 3 451,-5 4-291,2-6 0,-4 7-316,2 0 876,-2 0-95,4 0 0,-6 2 1,0 3 167,0 4 1,0 4 326,0 1-365,0 0 0,0 0 0,0 0 0,0 1 22,0-1-53,0 0-306,0 0 0,2-1 0,1-2 1,3-3-1,1 0-669,-1 0 1,5-4 866,-2 6 0,17-20 0,4 1 0</inkml:trace>
  <inkml:trace contextRef="#ctx0" brushRef="#br0">25678 7805 7852,'14'-8'45,"-6"-5"1,-2 5-1,-1-1 1,1 1-1,0 0 943,1 0 501,-2 5-249,-5-3-1102,0 6 1,-2 0-1,-1 1 1,-4 4 85,0 5 1,-8 2 0,-4 2 0,0 1 160,-1-1 0,3 2-59,-7 3-245,0-4 1,-3 11-1,2-6 1,1 1-1,-1 1 48,-2 0 0,-1 0 83,-1 2-246,7 3 0,-5-12 0,5 6 0,0-2 0,2 0-327,-1-2 0,7-6 148,0-1-733,-1-1 427,7-1 0,2-2 303,6-6 139,0-6 1,13-2 0,-4-6 0,4 0-1,0 0-116,-4-1 0,4 1 318,-4 0-76,-3 0 1,2-1-1,-4 1 1,2 0 389,2 0-396,-5 6-30,3 2 1,-6 7 0,-1 4 191,-4 4 1,3 4-58,-2 1-117,2 0 0,2 1 0,0 1 0,2-1 0,1 1-418,2-3 1,6-2 157,-2 3-611,4-6 1,1 0 0,0-5 839,0 2 0,13-20 0,3-8 0</inkml:trace>
  <inkml:trace contextRef="#ctx0" brushRef="#br0">23559 6440 7911,'0'-9'85,"0"-1"1,0-1 849,0-2 1,0 4 1316,0-1-542,0 7-1169,0-3-190,-6 19 0,-2-4-189,-6 10 1,-2-2 0,-1 1 0,-4 2 328,-1 2-382,-2-4 1,-4 7-1,-1-4 31,1 1 0,0 1-237,-1 6 1,1-5 0,-1-2 0,1-2-276,-1-2 278,1-3 0,6 0 0,4-1 1,6-2-575,2-2 714,7-4 0,-2-6 0,9-1 347,0-4 0,1 2-49,-5-7-230,6 7 1,-4-10-1,3 4 1,-2-4-1,0-1-119,2 0 0,-1 0 78,-4 0-241,0 6 1,0-5-1474,0 3 1230,0 4 162,0 0 1,0 7-1,0 4 1,0 5 52,0 2 0,-1 3 272,-4-1-153,4-6 1,-6 4-1,7-2 1,0 2-926,0 3 242,7-8 485,0 0 1,8-7-1,1 0 1,1 0-1,2 0 275,-2 0 0,-7-25 0,-4-7 0</inkml:trace>
  <inkml:trace contextRef="#ctx0" brushRef="#br0">22564 7791 7783,'0'-10'152,"0"1"1,2-1 856,2 2-216,-2-4 1,4 8 347,-6-5-990,0 6 0,2-3 0,1 7 0,3 4 105,2 4 1,-3 4-1,4 1 1,2 0 115,2 1 0,1 4-64,1 0-211,-1 6 1,5-5 0,1 6 0,2-3 0,2 3 154,-2 0 1,5-2 54,-3 0-266,3-7 0,-4 8 0,-1-6 0,-1-1 1,-4-2-121,-1-2 0,-6-6 160,-1-4-294,-6-2 357,4-2 1,-7-2-90,0-2-47,0-4 1,-5-6 0,0-1-1,0 0 1,1-3-107,-1-1 0,-5 0-125,6 5 72,-1 0 1,0 0-1214,0-1 783,1 8 558,4 0 0,0 9 0,0 3 1,0 6-1,1 4 37,4 4 1,-3 2-135,2-2 93,-2-3 0,-4 6 1,-2-5-1,-4 2 1,-3-2-821,-4-1 0,4-2-1978,-8 1 1425,-3-1 1400,6 0 0,-23-6 0,1-2 0</inkml:trace>
  <inkml:trace contextRef="#ctx0" brushRef="#br0">25379 8615 7799,'-9'-9'7,"-1"-1"220,-1-1 145,5 5 1,-1-2 0,6 5-1,-2-4 1701,-2 0-559,0 3-793,5-2-513,0 6 1,2 0 0,1 2 0,3 1 853,2 2-717,-5 6-237,10-3 1,-10 6 0,7-2 0,-1-1 0,1-1 177,-1 1 0,-4 2 95,4 1-341,1 0 1,4 0 0,0 0 0,-1 1 2,-4-1 1,4 0-66,-4 0-8,4 7 1,1-5 0,2 3 0,1-4 0,2 1-141,-1 3 1,-2-3 97,-2 3 67,0 3 0,5-6 1,0 3-1,-2-2 1,-1 1-37,-2 0 0,2 3-77,3-2 111,-3-3 0,6 4 0,-5-4 0,2 1 1,0 2-2,2-1 1,-4 2 28,7-1 9,-7 0 0,5 0 0,-4 2 0,2-1 0,1 2 132,-1 0 0,-2-4-44,-9 1-81,4 3 0,-5-6 1,4 4-1,-1-1 1,-3 0 78,-1-1 0,2-1-23,-4 2-78,6-3 1,-8 4-1,5-6 1,0 1-1,-2-1 226,1 0-271,4 0 31,-3 1 0,1-6-194,0 0-239,-5-5-145,2 2 405,-6-6 245,0 0 0,0-6-145,0-4 1,0-2 15,0-3-46,0 1 0,0 0 1,-2 0-1,-1-2 1,-2-2-929,2 0 0,-3-1 479,1 4 554,1 1 0,-1 0 0,0 0 0,2-1 203,1 1-196,2 6 202,0 2 1,0 8 0,0 4 880,0 8 1,5 0-543,0 5-253,6 3 0,-10-6 0,6 3 1,-3-3-1,1 0 686,-2 3-1500,-1-3 456,-2 4 0,-2-7 0,-1-2 0,-3-3 0,-2 0-102,-3-1 1,-6-3-1966,-2 0 1148,-7-2 1,4-2-1,-5 0 1,2 0 978,1 0 0,-6-25 0,-6-7 0</inkml:trace>
  <inkml:trace contextRef="#ctx0" brushRef="#br0">26573 9966 7732,'0'-10'1555,"0"1"0,0 4 366,0-4-296,0 5-1357,7 4 0,-6 4 0,4 5 0,-3 4 1,-2 2-1,0 4 0,0 0 488,0 2 0,0-1-681,0 4 1,0 1 0,0-6 0,-2-1-255,-3-2 216,4 4 0,-6-4-407,7 3 1,0-8 0,0-2-489,0 2 507,0-4-223,0-1 1,0-8-1,2-2-3513,3-6 4087,-4 4 0,25-51 0,-3-6 0</inkml:trace>
  <inkml:trace contextRef="#ctx0" brushRef="#br0">26687 9781 7767,'-6'-14'-83,"0"-1"83,-4 1 0,-1 5 1370,6-1 1,-6 7-1,3 0-753,0 6 1,-3 0 0,7 7 0,-1-1 623,-1-1-1126,4 5 0,-4-5-353,6 6-100,6 0 254,2-6 1,1-2-1,-1-7 1,0-2 0,-2-4-43,1-1 0,-1 5 20,-1-2-330,-4-2 0,7 5-3271,-3-3 2861,-3 4-895,4 1 1741,-6 0 0,0 25 0,0 7 0</inkml:trace>
  <inkml:trace contextRef="#ctx0" brushRef="#br0">26943 9809 7784,'0'-14'0,"0"0"0,0 0 2457,0-1 1,0 6 1084,0 0-2984,0 5 1,0 0 0,0 10 457,0 8-826,0 0 1,-2 12 0,-1-6 0,-1 2 0,0 4 223,3 0 1,1 3-253,0-1-103,0 1 1,-5-1-1,0-1 1,2-2-1,2-3-248,1-1 0,0 3-421,0-5 316,0 6 1,0-9 0,1 1-450,4-6 0,4-5 203,10-6 287,-3 0 1,6-1 0,-3-4 0,5-6 0,3-5-56,1-3 0,-4 0 269,0 5 340,-7 0 0,4 0 0,-9-1 236,-2 1-30,-4 0-415,-12 6 0,-2-3 0,-8 6 0,-3 2 0,-5 2-107,-3 1 1,-4 0-401,2 0 249,-2 0 0,10 4 1,-2 1-1,2 0-775,1 1 535,4-4 290,2 10 0,9-10 1,10 3-1,6-4 85,6-1 0,0-1-34,7-4 94,0-3 1,4-6 0,1 0-1,-1-1 1,0 1 254,1 0 1,-7-5 486,-3 0-611,-3 0 1,-4 0 0,-2-1 0,-5-1 0,-5 1 175,-5 2 1,-5-2-377,-9 1-52,-3 6 1,-6 2 0,-1 6-1,1 2 1,0 1-423,-1 2 0,1 7-384,-1 2 365,7 4 1,-3 1-1,6 0 1,3 2-1,3 2-982,4 0 0,6 1 721,-2-4 794,4 5 0,51 2 0,13 7 0</inkml:trace>
  <inkml:trace contextRef="#ctx0" brushRef="#br0">27469 9838 7784,'-9'-10'0,"1"1"0,0-1 431,0 2 0,3 2 1,-3 5-1,0-3 1547,1 0 1,2-1-1228,-5 5 1,6 6-1,-6 5-59,-1 7 0,3-3-81,-1 4-460,5 4 0,-7-6 0,5 7 0,0-1 0,-1 1 52,4 0 1,2-2-358,1 1 71,0-2 1,0-2 0,1 0 0,4-2 0,5-1-864,2-2 1,4-6 347,3-3 326,-3-3 0,9-2 0,-4 0 0,-1-2 1,1-3-236,-4-4 1,-1-4 131,-2-1 473,-6-7 1,3 6 0,-6-4 0,-2 3-1,0 2 1346,2-1-319,-4 1-821,6 0 1,-9 6 0,-3 3 0,-4 5 142,-4 5 0,1 3 217,2 6-405,-3 7 0,10-1 0,-5 5 1,2-1-1,3 0 789,1-2 1,-2 5-127,-1-3-829,0-4 0,5 5 0,0-6 1,0-1-1,0-3-1109,0 0 673,0-7-206,6-2 1,-4-5-1,3 1-1827,-4-2 1,1 2 1342,3-12-1186,-4 1 0,10-7 2219,-6-3 0,25-47 0,-14 24 0,0 0 0</inkml:trace>
  <inkml:trace contextRef="#ctx0" brushRef="#br0">27768 9909 7798,'1'-8'3228,"4"3"-1503,-3-3-844,4 7 1,-6-4 1346,0 10 1,0 7-1370,0 7 0,0 5-327,0-5 0,0 5 1,0-4-1,0 1 29,0-1 0,0 4-771,0-5 124,0 0 1,0-5 0,0 0 0,0 1-655,0-1 189,0-6 277,0-2 1,0-8 0,0-2 0,0-7-917,0-7 1,-5-4 265,0-6 673,1-7 1,4-1 0,1-5 0,4 1 0,4 4-34,4 1 0,1-1 254,1 7 7,5 4 0,-3 11 0,7 1 0,0 4 0,-2 4 257,-3 3 0,-3 9 656,-2 2-654,0 10 1,-6-3 0,-3 4 0,-4-1 0,-1 2 557,0 1 0,-11-5-724,-3 2-371,-3-3 0,3-2 0,-2-1 0,-2-2 0,-2-2-1058,-2 3 1,4-6-486,-1-1 698,-3 2 1,5-5 1145,-7 3 0,-6-4 0,-6-1 0</inkml:trace>
  <inkml:trace contextRef="#ctx0" brushRef="#br0">26758 10691 7799,'0'-14'227,"-1"-1"0,-3 1 0,0 0 1,-1 1 1036,-1 4 1,4 1 0,-4 5 0,-1-2-406,-2 2 0,-2 3 0,0 5 0,1 6-432,-1 6 1,-6 0-1,-2 7 1,2 0 142,1-2 1,6 5-393,1-4 0,1 3 0,-3-1 1,3-3-102,2-1 1,1-1-764,5-1 434,0-3 1,2 3 0,2-10 0,7-4-1,5-3-1190,3-2 0,5 0 441,-5 0 758,6 0 1,-8-7-1,6-2 1,-1-4 0,-2-1 271,1 0 1,-4 0 25,-7-1 474,2 1 0,-5 0 1,4 1-1,-4 2 1484,0 2-1518,-2 6-283,-5-4 0,-2 9 0,-1 3 0,-4 4 197,0 4 1,3 6-412,0 0-69,2 0 0,2-5 1,0 0-1,2 0 1,2 0-429,6 1 0,3-3-380,1-2 651,0-4 1,5-1 0,0 0 0,0-4 0,0-2-337,0-4 0,0-11 209,-5 2 361,0-4 1,0-2 0,-1-2-1,-4-2 1,-4 0 859,-3-1-645,-2 5 0,0-3 0,-2 8 118,-3 0 0,-4 0-183,-10 10 1,2-5-1,-5 6 1,-1 2-35,1 5-95,5-1 1,-8 10 0,6-2 0,1 3 0,3 1-298,0 0 0,3 0 85,2 0 93,4 1 1,1-1-1,0 0 1,4-1 0,4-2-479,6-2 0,10-6 111,5 2 365,3-3 1,1-2 0,2 0 0,2 0 0,1-2 33,-1-3 0,-2 2 77,-2-6 175,1 6 0,-2-5 0,-4 5 1,-4-2-1,-3 2 433,-2 1 0,-4 2 375,-1 0-673,-6 6 0,4-2 1,-7 5-1,0 2 326,0 2 1,-5 1-285,0 0-200,-6-6 0,8 5-258,-7-4-578,7 4 10,-9-5 33,10-2 447,-4-6 0,6-6 0,0-4-153,0-2 1,0-3 0,1 1 0,3 0-65,0 0 0,7 0 321,-1-1 70,-4 1 0,7 0 0,-4 0 1,4 1-1,1 4 194,0 4 1,1 3 451,-1 2-425,-6 0 1,4 0 0,-2 2-1,1 3 468,-2 4 0,2-1-187,-6 1-391,0 1 1,-5 4 0,1 0 0,3 1-525,0-1 0,3-5 22,-3 1-51,-2-7 0,6 5 1,-3-5-1,4 2-522,4-2 0,1-2 462,0-1 377,0-6 1,1-2 0,-1-6 0,0 0 0,0 0 11,0-1 0,-1 1 393,-3 0-75,2 0 0,-9 1 0,5 2 1029,-1 2-947,-3-1-96,-4 2 0,0 3 0,-1 10 0,-2 5 1,-2 2 1334,2 2-1210,-5 1 0,5-1 1,-5 0 40,1 0 0,3 1 0,2-1-407,-3 0 1,4 0 51,-4 0-260,3-6 0,2 5-1342,0-4 1119,0-2 345,0-1 1,0-8 0,0-2-1,0-6 1,0-2-356,0-3 0,5-4 308,0 1 150,6-8 1,-5 10 0,5-3 0,-1 4 0,1 0 430,2 1-205,1 0-94,0 0 0,0 6 0,0 3 0,1 5 448,-1 5 0,-5-2-152,1 7-262,-7-1 1,8 10 0,-6 0 0,-2-2 0,0-1-146,2-2 0,-4-4-136,4-1 131,-3 1 0,4 2 0,2-1 0,1-3-1078,1-1 0,-1-3 373,6-4 574,-1 0 1,0-1-1,0-4 1,0-4 0,1-6-87,-1-4 0,5 2 328,0-7-71,0 7 1,-10-5 0,1 5-1,-1-2 1,-1 1 254,-3 2 1,-4 7-70,-1-1-136,0 1 0,-1 1 1,-4 3-1,-4 4 0,-4 2-101,-1 4 0,0 3 11,-1 6 141,1 0 0,1 1 0,2-1 0,3 2 0,2 1 76,3 2 1,1 0-153,2-5-74,0 0 1,2 1-1,3-3 1,6-1 0,5-3-56,3-2 1,6 1-397,-1-2 350,2-4 0,3 5 0,-1-7 0,1-4 0,-1-4-149,1-4 0,-3-1 322,-2 0-83,3-1 0,-11 1 0,4 0 1,-1 0 221,0-1 1,-5 8 99,-4 2-100,-7 3 1,5 2 529,-3 0-343,-4 7-166,6 0 1,-3 3-100,1-1 0,0-4-585,-5 5 28,0-7 246,0 3 276,0-6-90,0 0 1,-6 0 0,-4 0-127,-3 0 0,-1 2 135,0 2 19,0-2 0,4 9 0,1-5 0,-1 2 105,2 3 1,-3-3-42,7 2-33,-1-7 0,5 10 0,1-6 1,4 1-1,5-1 21,2-1 0,9-4-161,3 2 102,2-2 1,3-2 0,-1 0 0,1-2 0,-1-2-73,1-6 1,1-4-252,3-5 220,-10 3 1,11-11 0,-12 4 0,0-4 0,-3-3-141,-3-3 1,-8 2 59,-4-2 261,-2 3 0,-2 8 0,0 3 1,-2 5 340,-2 5 0,0 4-115,-5 10-117,-1 9 1,-4 8-1,0 6 1,0 1-1,0-1 662,-1 1 1,6-1-206,-1 0-500,7-5 1,-8 2-1,6-6 1,1 0-1,-1 0-426,0 0 0,0-5-495,5-5-348,0-5-1135,0 2 1590,0-19 538,0 4 1,0-12-1,0 7 1,0-2-1,2-1 129,3-2 0,-2 0 14,6 5 49,1-1 1,6 1-1,1 2 1,4 1 0,-1 3 526,1 1 0,2 3-197,-4 4-153,7 0 0,-11 0 0,6 0 0,-2 0 283,0 0 1,-5 0-500,-4 0 125,-7 0 0,3 1 0,-6 4 0,0 4 259,0 4 0,0 1 453,0 0-633,0 1 1,0-1 0,0 0 0,0 0-1,0 1 12,0-1-865,0 0 216,0 0 1,6 0 0,4-1-766,2-3 0,3-4 542,-1-6 377,6 0 0,-2-2 0,4-2 0,0-6 0,-1-3-24,-1-1 1,-1 2 317,-5 2 248,1-3 0,-1 7 1,-2-5-1,-1 3 998,-1 2-352,-7 1-634,3 5 0,-4 2 0,1 2 0,2 6 328,-2 3 1,-1 1-45,-2 0-561,6-6 0,-3 5 0,7-4 0,1 2-791,1-1 660,2-4 0,-4-6 1,1 0-2,5 0 1,-2-2 0,5-2 0,-3-6-81,-2-3 0,0-1 97,0 0 42,-6-7 0,3 6 0,-6-4 0,-2 3 0,-3 2 0,-4-1 1,-11 1 156,-8 0-129,-4 6 0,-2 2 0,1 6 0,-1 0 0,3 0-62,2 0 1,-1 5 109,6-1-140,0 7 0,9-9 0,2 4 1,2 1-459,3 2 0,3-3 374,5-1 180,9-3 1,3-1-1,7 2 1,1 2-1,2-2 491,1-1 1,1-2-174,-1 0-125,1 0 0,-6 0 0,0 0 0,-3 0 0,-1 0 778,2 0 0,-7 1-161,0 4-406,0-3 1,-11 6 0,5-4 210,-1 6-1142,-3-4 170,-4 1 0,0-6-1154,0 4 1057,-6-4 143,4 6 0,-2-9 0,8-3 1,6-4-432,3-4 0,1 4 442,0-1 356,0 7 0,0-5 1,1 5-1,-1-2 1,0 2 596,0 2 1,1 1-188,-1 0-216,0 0 1,0 4 0,-1 3 0,-2 1 0,-2 3 1009,2 1 1,-3 3-186,2-1-824,-1-6 0,1 4 1,-1-4-1,2 0 1,2-2 217,1 1 0,2-6-389,3 4-3,-3-3 1,11-7-1,-5-1 1,1-4-1,0-4 10,-3-3 0,4-2-424,-5 4 207,0-5 1,-5-1-1,0-4 1,0 3 0,-1 1-1555,-4 4 1075,4 1-1173,-11 2 0,2 6-554,-8 3 1,0 10 1084,-5 5 1273,-7 2 0,-44 2 0,-16 1 0</inkml:trace>
  <inkml:trace contextRef="#ctx0" brushRef="#br0">20502 6682 8143,'0'-10'3512,"0"1"-2386,0-1-357,0 2-582,0 2 1,-1 6-1,-4 0 1,-4 0-1,-6 2 464,-4 2 0,2 0-472,-7 5 1,1 5-1,-6 7 1,-1-1 55,-3 1 0,-2 4 107,-3-1-265,-3 3 1,10 3 0,-7 1-1,0 2 1,2 1-12,2 0 0,4-4-103,2 4 76,6 2 0,-5-5 0,2 7 0,-5 0 0,-4 0 347,3 0 1,1-5-440,1 5 94,1 0 0,1 3 0,2-1 0,3-2 0,1 3-33,4 4 0,1 0-229,2 2 166,6-3 0,0 1 0,5 0 0,-2 3 0,2-2 69,1-2 0,2-2 105,0 1-96,0-7 0,-4 9 1,-1-7-1,2-2 1,1-1 68,2-2 1,0 0-21,0-5-40,0 1 0,2-2 1,1-2-1,3-3 1,2 0 137,3 0 1,2-3-101,1 5-24,0-7 1,-4-1 0,-1-6 0,2-1-1,2 1 140,1-1-139,-6-6 86,5 4 0,-12-9 0,4-3 277,-3-4 0,2-4-535,1-1 22,0 0 1,-5-7-1,0-1 1,0-2 0,0 1-339,0-3 1,0 4 177,0-1 159,0 5 1,0-2-1,-2 5 1,-1 1-1,-2 0 37,2 0 0,2 4 37,1 1-207,0 6 0,0-2 0,0 11 697,0 8 0,4 7 425,1 7-690,6-5 0,-9 3 1,2-2-1,-2 3 1,-2 0 281,0-4 1,0 3 83,0-7-295,0 0 0,0-5 0,-2-2 24,-2-2 0,-4-4-413,-6-6-627,-1 0 0,1-1 0,-2-4 0,-1-3 0,-2-1-2714,2-1 0,1 2 1332,2-1 1456,-1 2 676,1 1 0,-19-14 0,-5-10 0</inkml:trace>
  <inkml:trace contextRef="#ctx0" brushRef="#br0">19123 9298 7737,'-20'0'201,"4"0"0,-3 0 0,3 0 0,2 0 2269,0 0-203,0 0-1133,6 0 0,3 0-932,10 0 0,-2 0 0,6 0 0,4 0 0,3 0 0,3 0 154,-2 0 1,5-5-136,2 0-185,-4-6 1,6 8 0,-7-7 0,-2-1 0,-1-1-301,-2-3 1,0 3-204,0 2 332,-6-2 1,-1 4-1,-7-6 1,-2 1-221,-3 3 1,-4 4 69,-10 6 237,3 0 0,-11 6 0,4 4 0,-3 4 0,3 4 52,4 1 0,-2 6 430,2-2-199,7 4 1,0 2 0,8-1 0,1 1-1,1-1 500,2 0 0,6-4-251,4 0-455,2-7 1,4-1-1,2-6 1,1-1-1,-2-1-395,-1-3 1,3-4 339,0-1-1233,0 0 0,-5 0 1,0-1-1,0-3-923,0 0 1,-4-7 2181,-1 1 0,1-15 0,4-5 0</inkml:trace>
  <inkml:trace contextRef="#ctx0" brushRef="#br0">19479 9298 7760,'8'-15'0,"3"1"1644,-7 0-245,1 0 1,-5 4 2251,0 1-1933,0 6-1417,0-4 1,0 9-1,0 3 1,0 4 0,0 4 125,0 1 1,-1 2-289,-4 3 0,3-2 0,-2 5 1,2-1 78,2-4 1,0 4-163,0-2-90,0 6 1,0-9 0,2 3-1,1-4 1,3 0-243,2-1 0,1-5-206,6 1 179,-1-7 0,0 3 1,2-6-1,3-1 1,3-3-469,0 0 0,-1-7 276,-7 1 450,6-2 0,-9-7 0,4 0 1,-4 1 501,-3 2-392,-2 2-14,-19 0 0,2 6 0,-13 3 1,-1 4-1,-2 1 197,-1 0 1,-1 1 210,1 4-373,0-3 1,6 6 0,3-5 0,3 2 0,3-1-195,4 3-414,2-6 469,7 5 0,7-6 0,4 0 0,6-1 1,8-2-73,7-2 0,0-6-3,5 1 143,-5-2 1,3-4 0,-8-1-1,-2-2 1,-5 0 371,-4-2 0,0 4-58,-11-7-214,0 7 1,-9-8 0,-4 6-1,-9 1 1,-7 2-308,-6 2 1,-3 6-192,0 4 218,-3 2 0,-1 4 1,4 2-1,3 6 1,3 2-642,4 3 0,2 0-882,7 4 1135,6 3 1,2 1 0,6-3 0,0-1 0,1 2-943,4 1 1,3-5-114,6 2 1608,0-3 0,32-2 0,8 0 0</inkml:trace>
  <inkml:trace contextRef="#ctx0" brushRef="#br0">20119 9241 7784,'0'-15'0,"0"1"0,0 5 1623,0-1 1,-2 1 121,-3-5 0,2 6-963,-6 3-304,-1 3 1,-4 2 0,0 2-1,-2 1 1,-1 5 291,-2 5 0,-2-2-549,2 8 0,3 3 0,-3 0 0,3 2-69,2-1 0,5 1-77,-1 4-122,7-5 1,-3 3 0,6-4 0,0 1 0,0-4-584,0-4 1,11 0-778,3-1 1097,10-6 1,-4 3 0,6-7 0,-3-2 0,3-4-396,0-2 0,-3-7 714,-4 1 101,-4-2 1,0-3 0,-3 1-1,-2 0 1,-4 0 468,0-1 1,-4 1 598,3 0-741,-4 6 0,-2-3 1,-4 6 11,-5 2 0,-1 8-90,2 4-262,-4 4 0,10 3 0,-5 1 1,2 4-1,3-1-11,1 1 0,1 4-121,-4-1-79,3-4 0,-4 1 1,6-7-1,0 0-1058,0 1-172,0-1 221,0-6 1,1-2 0,4-6-2056,5 0 3178,-4 0 0,17-44 0,5-26 0,-1-1 0,1 0 0</inkml:trace>
  <inkml:trace contextRef="#ctx0" brushRef="#br0">20431 9326 16279,'-8'0'3109,"1"6"-2606,2 4 0,3 9-211,-3 4 0,-1 0 1,1 0-1,1 2-6,-3 2 1,4 2-206,-6-1 0,6-1 0,-2-3-152,3-5 130,2-3 189,0-9 1,-4-2 0,-1-10-1,0-6-159,-1-6 1,4-7-267,-3-9-177,4-3 1,1-8-1,0-4 1,1-2 0,4-3-707,5 1 0,4 8 72,5 1 785,3 1 0,6 18 0,1 2 0,-1 9 0,1 9-108,-1 2 0,-1 8 263,-3 4 145,-10 9 1,-3 3 0,-6 6 0,-4 1 0,-4-1 583,-6 1 1,-10-1 636,-5 1-1189,-9-1 0,1-4 0,-4-2 0,-1-2 0,3-4-1745,-1-5 0,7 2 114,4-4 483,6-2 0,0 5 0,8-2 1019,5 2 0,54 9 0,14 1 0</inkml:trace>
  <inkml:trace contextRef="#ctx0" brushRef="#br0">19521 10037 7819,'7'-8'1245,"-6"-5"0,4 4 0,-3-4 1957,-2-1-2666,0 6 0,-7 2 0,-2 6 0,-5 1 0,-2 4 0,0 5 375,3 2 0,2 4-813,-3 3 1,5-3 0,1 4 0,1-1-55,4 0 0,2 0-361,1-5 1,1 4-1,4-3 1,6-2-794,6 0 1,1-2 668,5-2 0,-4-2 0,4-7 1,-1 0 13,0 0 0,-5-2 740,2-3 0,2-3-185,-2-6 0,-5 0 1,-5 1-1,1 2 1183,-2 2 0,0 4 93,-4-4-773,-2 5-586,4-2 0,-4 8 20,3 2 1,-2 0 0,6 3 0,1 1 78,-2 0 0,6-3-172,0 4-173,0-5 1,8 2-1,-4-6 1,2 0-1,1 0-435,-1 0 0,-1-2 208,-5-2 364,1-4 1,-6-2 0,-1 1 0,-2-2 63,-2-2 0,-4 0-126,-5 4 170,-9-4 0,-4 12 0,-5-4 0,-1 3 0,0 2 175,0 0 1,5 0-35,-4 0-197,5 0 0,-2 5 0,6 1-480,-1 2 1,8-3-34,2 5 406,3-7 0,10 3 0,5-6 0,6 0 0,3 0-32,3 0 1,2-1-83,1-4 295,-5 3 1,3-9 0,-4 6 0,2 1 0,-2-1 848,-1 0 0,-2 0-207,-5 5-291,0 0 0,0 0 0,-1 2 1,-2 3 134,-1 4 0,-7 4-391,2 1-93,-4 0 1,-1 2 0,0 1-1,0 2 1,0-1 50,0-2-367,0-2-27,0-6 0,-1 3 57,-4-6 400,3-1-402,-4-10 1,6-2 0,0-8 0,1-1 0,3-2-489,0 2 1,6-1 164,-5-1 566,6 3 1,-3-4 0,6 6 0,0 1 352,0 4 1,-4 2-268,-1 7-58,1 0 0,-1 0 0,1 2 1,-1 3-1,1 4 438,-1 4 0,-1-4-47,1 1-392,4-1 0,-7 5 0,5-1 0,-1-2 0,1-3-306,2-2 0,1 4-806,0-6 752,0 1 0,0-5 1,1 0-107,-1 0 0,-1-6 152,-4-4 206,-3-2 0,-1-2 1,0-1-1,-2 1 485,-1 0 1,-2 4-79,0 1 121,0 6 1,-2-4-393,-3 7 0,2 5 253,-6 0-210,5 6 0,-2-3 0,5 6 1,-3 0-1,0 1 380,0-1-635,3 0 39,1 0 1,-2-1 0,-1-2 131,-2-2 188,1-5-474,4 2 1,0-8-1,0-2 1,0-6-397,0-3 0,0-2 181,0-4 355,0 3 1,6-5 0,2 7-1,1 0 1,1 0 200,1-1 1,-3 8 441,1 2-389,1 3 0,4 2 1,0 0-1,-1 2 359,-4 3 1,2-2-64,-6 6-250,6 1 0,-9 4 0,4 0 0,-1 0-118,0 1 0,4-6-449,-4 0 67,0-5 0,-4 4 1,4-5-585,4 1 576,-2 1 197,5-5 1,-9-5 0,7-1 0,1-2-48,2-3 0,-4 5-26,1 1 467,-7-3 0,8 5 0,-5-5 0,2 2 178,3 3 0,-3-4-361,1 3-43,-5-1 0,3 5 1,-2-2-1,5-1 61,2-2 0,-2-1-707,-1 1 344,-6 4 0,10-12 0,-5 4 155,0-4 0,-2 4 253,-6-1-170,0 7 1,-1-8-1,-6 6 1,-5 2-3,-6 1 0,-1 2 10,5 0 70,0 0 1,4 7 0,1 1 0,-1 1 0,3 1 362,2 1 1,-1 1-31,1 2-369,0 1 1,7-3-1,2-1 1,6-1-1,2-1-280,3-1 0,4 3-357,0-6 474,6 6 0,-8-9 0,7 2 0,1-2 0,1-2-109,-3 0 0,2-6 486,-6-4-187,7 4 0,-9-7 0,5 5 1,-1-1 416,-4-1 0,-6 7-41,-1-2-155,-7 4 0,3-1 72,-6-2-132,0 2-259,0-4 0,-1 6 251,-4 0 163,3 0 34,-4 0-214,6 0-269,0 0-68,-6 0 0,2 0 1,-5 1-1,-2 2-1218,-2 2 1023,-1 6 353,0-3 0,6 2 0,2-1 297,-1 2 1,7 0-81,0-1-139,0 2 0,15-10 0,-3 4 0,6-1 1,0 0-62,3-2 0,1-2-346,7-1 248,-1-6 1,-1-2-1,-2-6 1,-3-2-1,0-3-51,0-4 0,-4 0 32,1 0 68,-10-1 1,2-3 0,-6 2-1,-2 3 90,-1 1 246,-2 2-467,0 11 0,-2 4 1,-2 8-1,-4 6 1,-2 4 235,1 5 0,6 2 237,-2 2-193,3 4 1,-3-10 0,1 6-1,1-3 1,1-2 187,2-3 0,0 0-177,0-1-265,0-6 0,0 0-389,0-4-148,0-2 476,6-2 1,-3-8 0,9-6-1,2 0 1,5-1-392,3 1 1,-3 0 683,4 0-23,1 6 1,3-3 0,-2 6 0,-3 2 0,-1 1 425,-4 2 0,-1 0-191,-2 0-207,1 0 0,-8 2 1,0 1-1,-3 3-1323,1 2 655,0-5-262,-5 10 1,2-10-80,2 7 0,-1-7 592,7 2 146,-7-4 0,5 4 0,-3 1 31,4 2 0,-1 2 575,2 4-264,-7-6 1,5 4-1,-4-2 135,6 2 1,-2 1-212,1-3-60,-6 2 1,10-10 0,-3 2 0,2-2-37,2-2 0,5-2 21,0-2-63,0-4 1,-6-6 0,-2-1-1,-2 3 1,1 1-353,-2 1 271,4 1-653,-10-5 0,4 4-181,-6 1 0,-1 5 952,-4 0 0,-60-11 0,23 8 0,-1-1 0</inkml:trace>
  <inkml:trace contextRef="#ctx0" brushRef="#br0">26829 7208 7831,'0'-8'-305,"0"2"531,0-1 1,-1 4 328,-4-6 0,3 4-277,-2-5 1,1 7 74,-2-2 0,3 2-86,-3-1 1,2 2-64,-1-3-40,2 4 0,-4-1 0,4-1-340,-3-2 50,4 0 137,-12 5 0,10-4 1,-7-1 11,-1 2 0,4 1-10,-3 2 3,1 0 1,-1-1 0,1-3 0,-2 0-1,-2 1 64,-1 1-32,-1 2-27,1-6 0,0 4 1,0-3-1,0 4 0,-1 1 26,1 0 1,0 0-163,0 0 112,0-7 0,-1 6 0,1-4 0,0 4 0,-2 1-74,-3 0 1,2 0 80,-7 0-10,7 0 0,-9 0 0,6 0 0,-2 1 1,-2 2-8,2 2 0,-3 0-1,6-5 12,-7 6 1,11-4-1,-4 2 1,3-2-1,2 0-34,-1 2 0,1-2 51,0 3-11,0 3 0,0-5 1,-1 5-1,1-1 13,0 1 0,0 0 25,-1 2-36,1 2 1,5-5-1,-1 4 1,1-2-1,-1 2 45,1 2 0,-1 0 0,-4-4-4,6 4 1,-4-5-1,2 7 1,-1 3-1,0 1 133,2-2 0,1-1-117,-2-2-16,-2 0 0,8 1 0,-4-1 1,2 0-1,1 0 67,-1 0 1,5 1-8,-4-1-107,3 0 0,2-4 0,0-1 1,0 2-36,0 2 0,0 1-66,0 0 69,0-6 1,0 5 0,2-5 0,3 1 0,4 1-2,4 1 0,1-4 3,0 3 40,0-7 0,2 10 0,1-5 0,2 1 1,0 1 42,2 1 0,-5-3-39,3 1 20,-4-6 1,4 8 0,2-6 0,0 0 0,1-1 233,0 1 0,1 0-195,6-5 31,-1 0 0,1 2 0,-1 1 0,1 1 1,-1 0 141,0-3 1,6-1-59,-1 0-125,0 0 0,-5 2 0,-1 1 0,-1 2 0,-3-2 100,3-2 0,-4-1-49,1 0-60,-5 7 1,4-6 0,-5 4 0,2-3 0,-1-2 178,-3 0 0,0 0-61,-1 0-116,6 0 1,-4 0 0,5 0 0,-2 0-1,1 0 73,2 0 0,0-2 22,2-3-106,-3 4 1,-2-7-1,1 5 1,1-2-1,-1 0 61,-2-1 0,-1 4-10,2-2-111,-3-4 0,4 4 0,-4-5 0,1 0 0,2-1 48,-1 1 1,4 1-132,2-2 111,-4-2 0,1 4 0,-6-7 0,3 1 0,2 0 37,2 0 1,-4 0 47,1-1-76,-3 1 1,-2 0 0,2-2 0,1-1 0,2-4 2,-2-1 1,-1 3 29,-2-5-9,1 7 1,-6-8-1,-1 4 1,0 1-1,-2-1 107,0 4 1,-1 1-82,-5 2-29,0 0 0,-5-1 1,-1 1-1,-2 0 1,-4 0 28,-6 0 0,1 4-114,-7 1 30,0-1 0,-4-4 0,0 0-68,-1-1 0,-4 3 76,0 2 1,-7-2-1,2 4 1,-3-2-60,-1 1 97,-1-1 1,-4 2 0,-1 2 0,2 1-1,1 1 69,-3 0 1,9 3-122,-4 1-13,10 0 1,-2 0 0,5 0 0,-1 0 0,-3 0-308,3 0 1,2 5-367,6-1 393,-4 7 1,6-7-1,-2 4 1,4-1 0,3 0-878,2-1 0,-1 4 498,1-6 116,6 7 1,0-8 0,5 7 0,-2 1 0,2 2 573,2 1 0,1 6 0,0 3 0</inkml:trace>
  <inkml:trace contextRef="#ctx0" brushRef="#br0">28905 11430 7950,'10'-9'658,"-1"-1"1,-6 5 605,2-4 1,-2 6 1547,2-2-2420,-4 3 1,4 2-1,-10 0 1,-4 2-1,-4 3 90,-1 4 0,-5 5 0,0 5 1,2 3-78,1 1 1,0 3 327,-3-2 1,8 8-413,-3 1-1,3 6 1,-2-1 0,4 3 153,4 2 0,-1 4 376,1 1-666,0-1 1,7-11-1,1-2 1,3-4-1,2-2-306,3 1 0,7-7 21,1-3-277,0-4 1,0-2 0,1-2 0,1-3 0,-1-2-1818,-2-3 1,-3-1 627,0-2 880,-1 0 0,-5 0 1,1 0-1,1 0 0,0-2-3659,-2-2 4346,4-4 0,-18-25 0,4-5 0</inkml:trace>
  <inkml:trace contextRef="#ctx0" brushRef="#br0">29161 11643 7950,'-6'-14'382,"-2"0"2442,0 0-1875,-5-1 0,12 6 1337,-4-1-1510,3 7 1,4-1-374,3 8 0,9-2 60,10 3 1,2 1-337,3-1 0,6-1 0,3-4 0,1 0-73,-1 0 1,1 0-185,-5 0-670,-1 0 1,-6 0 0,-4 0-1337,-4 0 0,-9-1 762,-5-4 751,-10 3 1,-5-4-1,-9 6 1,-4 0 0,-4 0 622,-2 0 0,3 0 0,2 0 0,3 0 0,7 0 0,0 0 0,0 0 0,1 2 0,4 2-781,-4-2 1674,11 4 0,-4-4 1,6 3 4135,0 4-2841,0-3-1771,0 7 1,5-5 0,1 6 0,0 0 0,1 1 555,-4-1 1,3 5-309,-1 0-544,6 6 1,-8-4 0,5 4 0,-2-1 0,-2 1 77,-3 2 1,-1-4-94,0 1-474,0-7 0,0 4 1,0-7-1,0 0-874,0 1 0,0-6-389,0 1 68,0-7 0,-5 2 1563,1-10 0,43-47 0,-11 17 0,-1 0 0</inkml:trace>
  <inkml:trace contextRef="#ctx0" brushRef="#br0">29772 11729 7987,'-1'-15'1932,"-4"1"-600,3 0 0,-5 1 155,2 4-1089,-3 2 0,-6 7 0,-2 2 0,-1 3 743,-2 4 0,-2 4-258,2 1-591,3 7 0,-4-1 0,6 5 0,-1-1 0,3 0 253,2-2 0,4 0-868,6-3 313,0-3 1,0 4-1,1-5 1,4-1 0,6-2-21,7-2 1,-1 1-1386,7-6 870,-1-1 0,6-4 0,-2 0 0,-2 0 0,-1 0-2010,1 0 0,0-1-268,-1-4 1976,-4 4 847,-5-12 0,-7-39 0,-2-18 0</inkml:trace>
  <inkml:trace contextRef="#ctx0" brushRef="#br0">29957 11785 7987,'0'-14'1031,"0"0"1,0 5 1978,0-1-1372,0 7-682,0-10 1,0 13-1,0 0 219,0 8 0,0 10-376,0 0-515,0 1 1,0 2-1,0 1 1,0 2 0,0-2 23,0-2 1,0 4 29,0-5-655,0 0 1,0-5 0,0 0 0,0 1-968,0-1 910,0 0 255,0-6 0,0-3 0,0-10 0,0-6 0,0-6-564,0-7 1,0-9-224,0-5 689,0-3 1,2 3 0,3 1 0,4 3 0,4 2 70,1 2 1,2 8 186,3 3-139,-4 3 1,6 8-1,-7 4 1,0 2 379,1 2-46,-1 6-216,-6 2 0,-2 6 0,-8 2 0,-2 2 0,-7 1-121,-7-2 1,1-1-1434,-7-2 1002,1 7 1,-1-6 0,2 4 0,1-3 0,4-2-1278,1 0 0,2 1 1809,0-1 0,12 6 0,4 3 0</inkml:trace>
  <inkml:trace contextRef="#ctx0" brushRef="#br0">30483 11785 7987,'0'-9'0,"0"-1"0,-1 1 2868,-4 1-1959,3-5 1,-6 12-262,4-4 1,1 4 0,-7 2 170,-1 4 1,-2 3 0,-1 6 0,-2 0 117,-3 0 0,4 5-506,-4 0-371,9 7 0,-2-9 0,4 5 0,-2-1 1,2-4-218,2-1 1,1-2-237,5 0 55,0 0 1,11-1 0,5-3 0,5-6 0,4-2-1438,2-2 1,1 0 828,1 0 792,-1-6 1,-1-2 0,-3-7-1,-4 1 1,-1 0 183,0 0 1,-5 1-25,-4 4 1030,-7-4 0,5 10 0,-3-7 0,-5 7 324,0-1-1001,0 2 1,-15 8-1,4 4 1,-3 2 110,1 3 1,9-1-623,-1 0 86,3 0 1,9-1 0,2-2 0,5-3 0,5 0-515,5 0 0,-2-5 102,2 2 351,0-4 1,4-2 0,-1-4 0,-3-5 0,-6-2 70,-2-3 1,-3 1 117,-4 0-18,-2-7 0,-7 6 0,-2-4 0,-3 3 0,-6 2 222,-6-1 0,-5 6-30,-7 0-200,1 5 0,0-2 0,-1 6 0,2 0 0,4 0-5,4 0 1,3 0-995,2 0 509,6 6 0,3-2 0,11 3-420,8 0 0,7-3 320,7-4 466,7 0 1,-3 0-1,4-1 1,-1-2-1,-4-2 398,0 2 1,0 1-95,-2 2 192,2 0 1,-15 0 0,3 0-1,-3 0 1832,-2 0-1482,-6 0-367,-2 7 1,-6-4 0,0 6-61,0 2 0,-1-4-1404,-4-3-251,3 4-451,-4-6 878,6 4 658,0-12 0,6-2 1,4-5-1,2 2 0,3 2 21,-1-2 1,0 3 517,0-2-183,-6 7 1,5-8-1,-4 6 1,4 2 1287,1 2-888,0 1-152,1 6 1,-6-3-1,-1 7 1,0-1-1,0 1 381,3-1 1,1-1-409,3 1-461,-1 4 0,5-11 0,0 2 1,0-2-1,0-2-50,0 0 0,0 0-496,-5 0 278,0 0 1,0-6 0,-1-4-1,-4-3-1005,-4-1 1,-3 5 1395,-2-1 0,-38-5 0,-10-8 0</inkml:trace>
  <inkml:trace contextRef="#ctx0" brushRef="#br0">25038 8246 7939,'0'-15'295,"0"1"0,0 0 494,0 0 0,-2-1 0,-2 3 0,-6 2-79,-3 6 0,-1 2 0,-2 2 1,-1 2-365,-2 2 1,-6 4 0,3 8 0,-2 1 93,0 2 1,7 5-76,-2-5-264,3 6 0,2-3 0,1 7 1,4-2-1,4-2 76,4-1 0,2-5-316,4 4 54,3-5 1,12 2 0,4-6-1,4-1 1,6-3-147,4-6 1,1-2-43,-1-2 310,-3 0 1,-4-6-1,-1-4 1,-4-4-1,-4-4 371,-5 0 1,-6-8-563,-1 3 48,-7-4 1,1-2 0,-8 1 0,-7-1 0,-7 3-812,-5 2 1,0-1-1649,0 6 1785,-1 6 0,-4 2 1,-1 6 779,1 2 0,-13 33 0,-4 10 0</inkml:trace>
  <inkml:trace contextRef="#ctx0" brushRef="#br0">24739 8302 15084,'19'2'1601,"0"3"1,7-4-1089,-3 4 1,9 1-679,1-1 1,5 5-104,-5-6 1,5 6 0,-5-5 0,-1-1-924,-2 3 1,-7-6-84,1 4 0,-6 1 0,0-1-2478,-2-2 3301,-8-1 1,-2-4 0,-7-3 450,-4-4 0,-28-48 0,10 22 0,0 1 0</inkml:trace>
  <inkml:trace contextRef="#ctx0" brushRef="#br0">25109 8246 7955,'0'-10'0,"0"1"492,0 5 1,0-8 2399,0 2 813,0 4-2933,-6 6 1,1 9-1,-8 9 1,-3 2-1,-1 2 620,-3 4 1,4-4-1508,-3 2 20,3-7 0,2 8 0,0-4 1,-1-1-1,3 1-1818,2-4 0,-1-1 384,6-2-2187,1 0 3716,4 1 0,63-45 0,-24 9 0,1 1 0</inkml:trace>
  <inkml:trace contextRef="#ctx0" brushRef="#br0">25735 8046 7965,'-8'-14'154,"-3"0"1,4 1 2165,-1 4-1857,5-4 0,-3 13 1,6 0-1,0 8 369,0 5 1,0 6-402,0 0 1,0 6 0,0-3-1,0 2 323,0 0 1,0-2-262,0 1-359,0 4 0,6-11 0,4 3 0,2-2 1,4-1 129,3-2 0,-2 2-436,7-11 153,0 0 0,6-5 0,0-2 0,0-3 1,-3-4-164,0-4 0,-7-7 466,-1-4-249,-9-3 0,-4-3 0,-6-2 0,-2-1 0,-2 2-41,-6 1 0,-9 1-216,-5 1 180,-2 6 0,-3 1 0,-1 9 1,-3 2-1,-3 5-490,-1 4 1,3 2 62,5 4 5,1 9 0,1 4 1,3 5-1,5 3 1,5-1-1319,4-1 1,4 2 1034,6-2 747,0-3 0,38 12 0,9-3 0</inkml:trace>
  <inkml:trace contextRef="#ctx0" brushRef="#br0">25706 8061 8004,'-20'-15'0,"5"-3"928,1-1 1,2 4 0,7 6 2414,2-2-2124,1 5-821,2-1 1,0 9 0,2 3-1,2 4 1,7 4 944,7 1 0,-1 0-876,7 0-381,-7 0 0,10 1 0,-5-1 0,2 0 0,0 0-56,1 1 1,0-6-2031,-1 1 1321,-4-1 1,-1 4 0,0-2 0,-1-3 0,-3-2-1996,0-3 1,-3 0 529,-2 2 1406,-4-3 738,-6 4 0,-25-57 0,-7-12 0</inkml:trace>
  <inkml:trace contextRef="#ctx0" brushRef="#br0">25962 7990 8047,'-8'-15'1007,"2"8"0,6-6 977,0 3-486,0 4 0,0-2-108,0 3 0,-2 5 352,-3 0-1347,4 7 0,-12 9 1,4 1-1,-4 3 1,-1 1 499,0 0 0,0 4-2095,-1-1 646,1-4 1,1 5-1,2-4 1,2-1-1,-1 1-1604,3-4 1,0-1-1424,7-2 1457,0-6 2124,0 5 0,44-43 0,12-3 0</inkml:trace>
  <inkml:trace contextRef="#ctx0" brushRef="#br0">26175 7762 8047,'0'-14'720,"0"0"0,0 4 1482,0 1 0,-1 6-754,-4-2 1,-3 3-672,-6 2 1,0 8 0,-1 5-1,1 6-12,0 3 0,0 0-246,0 2-659,-7 3 1,5-5-1,-3 5 1,3-2-1,2-1-1534,0 1 0,0-3 1329,0 2-4068,6-7 4413,-5 10 0,11 1 0,-4 9 0</inkml:trace>
  <inkml:trace contextRef="#ctx0" brushRef="#br0">25621 8359 8042,'14'-20'456,"0"-1"1,0-3 0,-1 6 0,-2 3 2744,-1 6-2553,-7 3 1,2 6 0,-10 0-1,-6 1 390,-7 4 1,-4 3-951,-6 6 1,-5 0-1,-1 0 1,1 1-498,-1-1 1,-1 0 0,-3 0 0,3 0-1633,0 1 0,4-1 113,-7 0 1279,13 0 649,-9-6 0,-13-8 0,-13-8 0</inkml:trace>
  <inkml:trace contextRef="#ctx0" brushRef="#br0">24953 8331 8042,'-15'-14'1678,"1"-1"1,6 6-311,4-1 97,2 7-466,2-3-929,0 6 0,0 2-209,0 2 1,2-2 150,2 3-429,-2 2 1,9-3 0,-5 5 0,2 1 0,2-1-4021,-3 1 4437,6-1 0,1 18 0,8 3 0</inkml:trace>
  <inkml:trace contextRef="#ctx0" brushRef="#br0">24995 8459 8042,'0'-14'-126,"0"-1"0,2 6-8,3-1 1,-2 7-1,6-2 1,2 4-842,2 1 783,1 0 1,-4 0 191,-1 0 0,-12 19 0,1 5 0</inkml:trace>
  <inkml:trace contextRef="#ctx0" brushRef="#br0">24910 8615 8042,'-14'0'0,"4"-1"2043,1-4 0,4 3 274,-4-2 1,4 2-561,-5 2-1250,7 0 0,-3 2 0,4 2 0,-1 7 564,-2 7 1,-1 4-77,1 6-746,4 1 1,-7-1 0,5 1-1,-4-1 1,1 0 73,0 1 1,-1-1-786,3 1 186,2-7 0,-4-2 0,6-5 0,0-1-6251,0 0 6527,0-6 0,-18-40 0,-8-25 0,-2-2 0,0 0 0</inkml:trace>
  <inkml:trace contextRef="#ctx0" brushRef="#br0">21555 6966 7805,'0'-8'904,"0"2"57,0 6 5070,0 0-5864,0-6 36,0 4-255,0-4 1,-2 4 0,-1-3-1,-4-3 55,0 0 0,3 1 29,0 2 1,-3 2-1,1-5 49,-2 1 0,3-4 32,-4 2 4,6 3 0,-10-7 0,4 4 95,-4-4 0,4 3-102,-1 1-53,7-1 0,-8 1 0,5 1 0,-1 0 39,1 0 35,-5-1-92,3-5 0,0 4 1,2 1-1,1-2 47,0-2 1,-4 3-79,4 1 40,0 6 1,1-10 0,-3 4-1,1-4 73,0-1 0,-4 4 62,5 1-132,-6-1 0,10 1 1,-6-1-1,3-1-45,-1-1 1,-5 2 88,6 1-107,-7-1 0,7-4 0,-3 0 0,-1 1-35,0 4 0,3-4 79,-4 4-73,5-4 0,-7 4 1,5-1-1,-2-1-15,-3-2 0,3-1 39,-1 0 18,6 6 1,-9-5 0,6 4 0,0-4 0,-2-1-4,0 0 1,-1 0-226,-6-1 190,1 1 0,5 0 0,-1 0 1,-1 0-1,-2-1-293,-1 1 1,0 0 142,0 0 156,0-1 1,-1 1 0,1 0 0,0 1-1,1 2 95,4 2 1,-4 1-32,4-1 28,2-4 0,-5 7 0,4-5 0,-2 3 0,2 0 136,2 0 1,0 0-61,1-2-110,4-2 0,-11 9 1,6-7 35,-2-1-199,5-2 157,-10 6 0,10-6 0,-6 5 15,-2 0 95,4-5-17,1 6 0,1-3 404,1 1-338,-7-1-122,9-4 1,-6 6 0,5 2 0,-2-1-46,2-2 0,0 3 91,-2 1-82,4-3 1,-7 5 0,5-7-90,-2-1 1,-2 0-62,3 2 160,2 2 0,-6 3 1,5-3 101,-2-1-4,1 5-100,4-3 1,0 4 1,0-2-49,0 2-445,0-4-669,0 6-589,0 0 1563,0 6 187,0-4-59,0 4 0,0-4 0,0 2 86,0 6 1,-5-2-5,0 1-24,0-6 0,5 10 0,0-4 76,0 4 0,-4-3-131,-1-1 69,0-6 1,5 10 0,0-4 2,0 4 1,0-4-37,0 1 31,0-7 1,0 5 0,0-3 136,0 4 116,0-3 320,0 1 860,0-1-873,0-4 895,0 4-1003,0-6 0,0-6-182,0-4-428,0-2 0,0-3 1,0 1-1,0 0-182,0 0 1,0 0-451,0-1 272,0 7 0,0-4-658,0 2 783,0-2 166,0 4 0,0 0 56,0 3 62,6 4 77,-4-6 0,9 6 1,-5-3-1,2 0-43,3 1 1,2 1-48,1 2 67,-6 0 0,5 0 0,-4 0 0,4 0 1,1 0-83,0 0 1,1 0 21,-1 0 33,0 0 1,0 0-1,0 0 1,1 0-1,-1 0-144,0 0 342,0 0-310,1 0 1,-1 0-570,0 0-763,-6 0-167,-2 0 1,-6 2-293,0 2 1,-1 9 1943,-4 6 0,-9 18 0,-5 8 0,-4 2 0,0-1 0</inkml:trace>
  <inkml:trace contextRef="#ctx0" brushRef="#br0">20047 2886 7674,'-9'0'113,"1"-2"1,0-1 985,0-2 271,-1 1 1,-1-1 1403,1 0-2558,6 1 0,-2 4-89,10 0 1,4 0-1,9 0 58,0 0 1,1 0 105,-4 0-310,-1 0 1,5 0 0,0 0 0,-2 0 0,-1 0-191,-2 0 1,0 0 208,1 0-801,-1 0 0,0 0-715,0 0-389,-6 0 1091,-1 0 0,-9 0 0,-3 0-163,-4 0 1,-2 1 976,1 4 20,-2-4 0,4 6 1,-7-7 257,1 0 0,5 0-231,-1 0 1903,7 6 0,-5-4 1404,3 2-2534,4-2 205,-5-2-18,6 0-568,0 6-345,0 2 0,0 6 0,0 1 0,0-1 0,0 0-79,0 0 0,0 5-85,0 0-99,0 6 0,0-9 0,0 3 0,0-1 1,0-1-578,0 2 1,0 0 258,0-5 16,0 0 1,-5-4 0,-2-1-202,0 2 1,-3-3 312,-4 2 271,6-7 1,-5 3-1,4-6 1,-4 0 25,-1 0 566,0 0 48,6 0 152,-5 0-139,12-6-304,1 4 1,8-4 0,6 6-1,2 0 1,1 0 445,2 0 0,0 0-717,-5 0-190,0 0 1,2 0 0,2 0 0,0 0-1,0 0-1488,-2 0 1,-7 0 291,1 0 521,-1 0 0,5-2 875,1-2 0,-8-49 0,0-16 0</inkml:trace>
  <inkml:trace contextRef="#ctx0" brushRef="#br0">20332 2943 7735,'8'-14'3335,"0"4"-511,-4 1-760,-2 5-1605,4-2 0,-6 8 0,0 2 437,0 6 0,0 3-295,0 1-442,0 6 0,5 1 0,0 4 1,-2-1-1,-2 0 68,-1-2 1,0 4-536,0-2 171,0-3 1,0 1 0,0-5 0,0 2 0,0-1-1332,0-3 1,0 0-1451,0-1 2028,0-6 1,0 0 0,-1-5-1054,-4 1 0,4 0 851,-4-9 1001,3-3 0,-2-13 1,-1-2-1,2-4 0,-1-2 91,0 1 0,2 0 0,-3-1 154,4 1 1,1 4-1,0 2 1,0 0-1,0 1 729,0 1 0,0-1 1629,0 2-1895,0 10 0,0-10 0,1 9 0,4-1 219,5 2 1,2-2-664,2 6-71,1 0 0,0 5 0,3 0 0,1 2 0,0 3 304,1 4 0,-4-1-229,3 1-176,-3 1 1,-4 4-1,0-1 1,-5-2-1,0-2-78,-4 2 0,-1-3 69,-2 2-144,0-1 1,-2 4 0,-3-2 0,-6-2-1,-5 2-767,-3 2 0,-6-3 261,1-1 176,4-6 1,-7 10-1,5-5 1,0 0-1,3-2-894,3 0 1,3-3-149,4 7 1524,-4-7 0,37 3 0,1-6 0</inkml:trace>
  <inkml:trace contextRef="#ctx0" brushRef="#br0">20531 3170 7806,'8'0'6060,"-2"0"-5482,-6 0 0,2 0 0,1 2 370,2 3 1,4-2-109,-4 6-650,6 1 0,-3 4 0,6 2 0,2 1-391,3 2 19,-3 0 0,6-3 1,-5 1-1,2 2 1,0-3-1242,1-5 1,-4 2-307,3-4 679,-3-3 1,-7 1 0,-1-9-519,-1-3 1,-3-4 778,-4-10 721,0-3 1,-1-7 0,-2 1-1,-4 0 1,1-1 349,0 1 1,-4 6-330,6 3 840,-8 3 1,11 2 0,-5 1 3292,-1 3-2626,6 4-1102,-6 6 0,7 2 0,0 2 0,0 6 0,-1 3 646,-4 1 1,2 2 224,-7 3-885,7-4 1,-9 11-1,4-6-74,0 2 1,-3 0 0,4 4-1,0-4-21,-5-2 0,5 1-254,-3-2 0,5-3-54,-4 3 1,6-8-1,-4-3-523,1-2-2063,4 5-1525,-4-10 1514,6-1 1426,0-7 1230,6-8 0,9-37 0,7-9 0</inkml:trace>
  <inkml:trace contextRef="#ctx0" brushRef="#br0">21185 3327 7645,'-5'-15'4637,"0"1"-2788,1 6-1454,4 2 0,0 8 0,1 1-275,4 1 0,-3 8-146,2-3-52,-2-3 24,-2 1 1,0-6-325,0 4 223,0-3-3,0 4 1,0-5-371,0 4 186,0-3 202,0 4 1,1-6 210,4 0 0,-2 0 477,7 0-35,-7 0 1,3 6 368,-6 4 1,0 3-282,0 1-548,0-6 0,0 4 0,-1-2 1,-4 2-1,-4 1-228,-4-4 1,-1 4 65,-1-3-872,1-4 1,0 5 0,0-5 0,0 1-3558,-1-1 4538,1-1 0,13-24 0,2-5 0</inkml:trace>
  <inkml:trace contextRef="#ctx0" brushRef="#br0">21597 3042 7692,'-1'-9'-111,"-3"-1"2455,0-1-1161,-1 5 1,0-2-1,0 3 309,2-4 0,2 1-935,1-2 0,0 6-404,0-6 1,1 2 0,4-3 0,5 3-28,2 2 1,2 0-266,1 1 103,-1 3 1,2-4-1,1 6 1,4 0 0,-1 0-75,1 0 0,-2 0 101,-5 0-14,0 0 0,-1 2 0,-2 2 0,-3 6 41,-2 3 1,-1 1 63,-5 0-2,-7 0 0,-1 2 1,-7 1-1,-3 2 0,-1-3-186,2-5 0,-4 2-178,2-4 176,0-2 1,5 4-1,0-7 1,1 1-570,4 1 312,-4-4 202,12 4 1,-4-6-1,10 0 96,4 0 0,9 0 198,1 0-73,-1 0 1,-3 0-1,-1 0 1,0 2 0,0 1 329,1 2 1,-1 4-97,0-4 51,-6 6 1,-2-8-1,-6 7 1,0 1 0,0 1 415,0 3 0,-6-1 133,-4 0-713,-9 0 0,2-4 0,-5-2 1,0-2-1,0-1 63,-4 1 0,4-4-549,-1 2 13,5-2 0,-2-2 0,6 0 0,-1 0 0,1 0-2393,0 0 805,6-6 565,2 4 0,7-9 1317,4 6 0,47-44 0,-17 22 0,0-1 0</inkml:trace>
  <inkml:trace contextRef="#ctx0" brushRef="#br0">22152 3099 7667,'0'-9'2944,"0"-1"-2061,0 7 1,0-5 1243,0 3-1216,0 4 1,-2-12 45,-3 4-842,4 2 0,-7 1 0,3 6 0,-4 0 57,-4 0 1,2 2-231,-3 2 50,3 4 0,-10 7 0,7-1 0,0 2 0,0 1 59,-1 2 0,1 5 8,0-5-57,0 6 1,6-8 0,1 5 0,3-1 0,-1-4-93,2-1 0,3-2-297,5 0 267,2-6 0,9 3 0,2-6 0,2-2 0,1-3-338,-1-4 1,4 0 388,-5-5 57,6-1 0,-9-4 1,3 0-1,-3-2 1,-2-1 331,0-2 0,-6-5 112,-3 5-135,3 0 0,-7 0 0,4 0 1441,-3 2-1149,-2 1-542,-7 8 0,4 2 0,-5 8 0,0 2 0,2 6 43,0 2 0,-4 3 146,5-1-86,1 6 0,2-2 1,-1 4-1,-2-2 0,2-1 498,1 2 0,2-1 14,0 4-490,0-3 1,0-7 0,0 0 0,0 0 0,0 1 179,0-1 1,0-5-281,0 1 94,0-7-87,0 3-518,0-6-1765,0 0-2696,0-6 3302,0 4-2681,0-4 4279,0 6 0,38-13 0,10-2 0</inkml:trace>
  <inkml:trace contextRef="#ctx0" brushRef="#br0">22550 3455 7708,'0'-8'3105,"0"-5"-1622,0 5 0,0-1 1474,0-1-2103,0 7 1,-7-3-145,-2 6-762,-4 0 31,-1 0 1,5 4-1,-1 1-381,-1-2-313,-2-1-390,6 4 259,-6-4 658,11-2 166,-4-2 1,8-9 0,2 5 0,6 0 736,2-1-404,3 3 282,-1 4 0,0 0 1,0 1 312,1 4 1,-8 3-101,-2 6-590,3 0 1,-6 0-1,1-1 1,-5-2 0,-4-1 365,-2 1 0,-1 1-683,-6 2-80,1-6 1,0 5-1,-2-5 1,-1 0-1,-2-2-2116,1 0 0,-2-4 671,1 3 93,0-4 0,0-1 0,0 0 1533,2 0 0,26-38 0,9-9 0</inkml:trace>
  <inkml:trace contextRef="#ctx0" brushRef="#br0">23104 3000 7677,'10'-13'119,"-2"2"1880,-2 1-596,5 7 0,-9-1 0,2 8-497,-2 6 1,-8 4 0,-2 3-1,-2 4-457,1 1 0,-1-3-331,-4 5 1,1-5-1,2 3 1,2 0-57,-2 0 0,-2-3-53,-1 5-29,6-7 0,-5 4 0,6-7 0,-3 0 0,2 0-408,2 0 0,1-4-360,5-1 353,0-5 0,0 0-49,0-8 0,6-6-434,4-9 704,-4 3 0,2-6 1,-5 5-1,4-4 1,-1-1 15,0-3 1,-1-2 183,-5-1 107,6 5 0,-4-3 1,3 4-1,-2-1 1,0 4 370,2 4 0,-1 0-109,-4 1 58,7 6 1,-4-3-1,6 8 1,2 3 339,2 3 1,-3 13 67,-1-2-599,0 10 1,1-7-1,-1 7 1,1 1-1,-1 4 319,1 4 1,-2-5-25,1 1-426,4-1 0,-10-7 0,7 4 0,-1-3 0,-1-1-51,-3-4-50,3-1-717,-7-2-952,5-6 1066,-6-2-295,0-12 1,0 3 0,-1-7 0,-4-1-1270,-4-1 0,1 2-750,-2 1 1618,1 6 1309,-5-10 0,-45-1 0,-10-8 0</inkml:trace>
  <inkml:trace contextRef="#ctx0" brushRef="#br0">23019 3256 7677,'0'-10'2555,"0"1"-1839,0 5 0,0-3 1179,0 2-1167,0 3 0,2-4 0,2 6 279,6 0 1,2 0-704,3 0-247,-7 0 1,4 0 0,-2 0 0,2 0 0,2 0-2236,1 0 1535,-1 0-1556,0 0 1,0 0 2198,1 0 0,-8 6 0,0 2 0</inkml:trace>
  <inkml:trace contextRef="#ctx0" brushRef="#br0">23616 3028 7677,'10'-13'1,"-3"2"639,0 2 1,2-1 2029,-4-4 330,0 6-580,-5 2-1575,0 6-609,-7 0 1,-2 2 0,-8 1 0,-4 3 0,1 0 406,-1 1 1,-3 2-452,5-4-160,-6 6 0,9-5 1,-3 5-1,3-1 1,2 1-157,0 2 0,1-4-414,4 0 342,-4-5 1,12 8-1,-4-2 1,5 1-268,5-2 1,4 2 52,10-6 372,3 6 1,7-9 0,-1 4 0,1-1-1,-3 0 128,-2-2 1,1 3 47,-6-1 93,7 6 0,-12-8 1,2 5-1,-5 0 558,0 0 140,-5 1-655,0 5 0,-12-1 0,-3-2 0,-4-1 0,-3-1 448,-3-1 0,-1 3-774,-4-6-102,-3 6 0,10-10 0,-5 4 0,0-3 0,1-2-1668,0 0 1,2 0 578,5 0-142,0 0 1,6-2-3390,3-3 4774,10-3 0,41-31 0,16-7 0</inkml:trace>
  <inkml:trace contextRef="#ctx0" brushRef="#br0">23915 3028 7458,'-8'-14'0,"0"4"1473,3 1 0,2 4-87,-6-4 1,5 4 1753,0-5-2592,2 1 1,8 0-584,4-1 186,9 7 1,-3-3-1,4 6 1,-1 0-1,0 0 180,-2 0 0,-1 4-39,-2 1-249,1 0 0,-1 0 0,-2 1 0,0 2-183,-3 3 1,-4 1 240,4 3-123,-6-1 1,4 0-1,-9-1 1,-3-2 0,-2-2 14,-1 2 0,-5 0-59,3-1 45,-2 2 0,-1-8 0,2 4 1,2-2-365,-2-3 1,3 3-339,-2-1 538,7 0 0,-3-4 0,7 3 290,4 0 1,3 3 5,6-3 40,7-2 0,-5 9 0,2-5 0,-2 2 0,-1 2 374,-1-2 0,-2 4-182,-2-2 305,2 2 0,-10 3 0,1-1 0,-6 0 436,-6 0 1,-6 0-390,-4 1-575,-3-1 0,-1-5 0,-1-1 0,-1-1 0,-2-4-172,-2-2 1,2 1-57,4 3-271,2-4 0,7 6 0,0-7-2163,0 0 1,6-2 865,3-3 560,3 4 0,4-6 0,4 7 0,8 0 1116,9 0 0,41-31 0,-26 11 0,0 0 0</inkml:trace>
  <inkml:trace contextRef="#ctx0" brushRef="#br0">19337 5900 5897,'0'9'-70,"0"1"62,0-7 8,6 3 0,2-6 0,6 0 0</inkml:trace>
  <inkml:trace contextRef="#ctx0" brushRef="#br0">18327 3938 6498,'-9'-2'652,"-1"-1"598,-1-2 0,3 1-356,-1 4 1,4 0 198,-5 0-871,7-7 0,-1 6 1,8-4 142,6 4 0,-2 1-225,1 0 0,1 0 0,5 0 0,3 0-48,1 0 0,1 0-63,-1 0-60,-3 0 1,5 0-1,-7 0 1,2 0-479,3 0 0,-4 0 160,4 0-1707,-9 0-602,2 0 2025,-10 0 324,4 6 1,-7-5 0,-4 6 0,-4-3 0,-4 3 308,-1 1 0,-2-4 0,-3 6 49,3-7 0,-4 3 1,5-4-1,1 1 1162,0 2 152,0 0-51,0-5 0,4 0 727,1 0-1457,5 0-437,-2 0 1,8 4-1,1 3 530,2 1-369,6 1-265,-3 5 0,-1 0 0,0 1 0,-2-1 1,-1 0-15,-1 0 1,4 1-655,-3-1 484,1 0 1,-5 0-1,0 0 1,0 1 0,0-1-321,0 0 0,-6-4 182,-4-1 202,4 0 1,-7 1-1,4-2 128,-4-2 72,-1 5 570,0-9 407,6 4-746,-5-6-217,12 0 1,-4 0 0,10 0 0,4-1 17,4-4 1,1 3-1044,0-2 530,1 2 0,4 2 0,-1 0 1,0-2-1,-2-1-1324,-2-2 1,0 1-532,0 4 1507,1-7 0,-1 6 708,0-4 0,-6-22 0,-2-4 0</inkml:trace>
  <inkml:trace contextRef="#ctx0" brushRef="#br0">18597 3995 7773,'0'-14'1242,"0"-1"0,0 6-548,0-1 0,2 7 1197,3-1-988,-4 2 1,5 4-461,-6 2 1,0 4 383,0 6-640,0 1 1,5 4 0,0 0 0,-2-1-1,-1 3 24,-2 3 1,4-4 9,1-1-224,0 3 0,-5-6 0,0 3 0,1-3 0,3-2-530,0 0 1,1 0 92,-5 1-179,0-7 0,0 0-270,0-4 597,0-2 0,-6-7 0,-2-9-200,0-2 0,-3-6-127,6-2 576,0-3 1,1 1 0,-1 0 0,2 3 0,1-1 346,2 2 0,5-3-72,0 6 5,6 0 1,-2 4 0,9 1 0,1 2 94,-2 2 0,-1 4-141,-2 6-134,0 0 1,0 0-1,1 0 1,-3 1 0,-1 4 37,-1 5 0,-5-3-17,4 3-56,-6-1 1,4 1 0,-7-1 0,0 2-111,0 2 1,-2-3 44,-3-1-51,-3 0 1,-6 1 0,0-2 0,0 0 0,-2-2-1025,-3 0 1,2 4 140,-7-5 194,0 6 1,2-5 0,3 5 782,3-1 0,15-1 0,2 5 0</inkml:trace>
  <inkml:trace contextRef="#ctx0" brushRef="#br0">18768 4180 11508,'8'0'2622,"4"6"0,-8-3-2329,5 7 1,1-1 0,4 5 294,0 0-685,0 1 0,0-1-64,1 0 1,-1-1 0,0-2 0,0-2-1152,0 2 1,-4-4-826,-1-3 1,1 3 899,4-3 1,-4 1 291,-1-5 751,-6-6 1,4-2 0,-7-8 0,0-1 0,0-4 193,0-1 0,0 0 686,0-2-75,-7 4 0,6 6 0,-4-1 0,2 3 3949,-2 2-3707,3-2 0,-5 10-413,2-3 0,3 10 863,-3 5-894,4 2 1,-1 4 0,-1 1 0,-2 4 0,1 1 837,-3 3 1,4-3-364,-6 2-760,6 0 1,-8-2 0,6-2 0,0-1 0,0 0-196,1-1 62,-1-2-215,5-2-2264,-7-6 1353,6-2-5351,-5-6 6486,6 0 0,19-25 0,4-7 0</inkml:trace>
  <inkml:trace contextRef="#ctx0" brushRef="#br0">19322 4308 7830,'15'0'0,"-1"0"1462,0 0 1235,-6 0-1859,-2 0 0,-7 0-240,-4 0-80,3 0-55,-4 0-254,6 0-73,-6 0-187,4 0 0,-6 0 73,3 0 24,4 0 12,-5 0 35,6 0-1663,0 0 1667,6 0 0,-3 0-101,7 0 335,-7 0 1,5 0-135,-4 0 0,-2 1-195,3 4 5,-4-4 1,-1 12-429,0-3 48,0 2 189,0-4 0,-6 3 208,-4-6 103,4 6-241,0-9 142,-1 4 2,6-6 49,-5 0 1,7 0 464,4 0 1,-4 1-75,4 4 20,-3-3 0,-2 10 0,0-2 0,0 3 0,0 1 358,0 0 1,-2 0-846,-3 0-50,-2 1 1,-8-1 0,1 0 0,0 0 0,0 0-1119,-1 1 1,0-6-1766,-4 1 1749,3-7 0,-3 5 0,8-5 1181,1 2 0,39-32 0,4-13 0</inkml:trace>
  <inkml:trace contextRef="#ctx0" brushRef="#br0">19749 3981 7768,'-5'-10'-534,"-1"1"2034,-2-2 0,5 3 1010,-2-2-1297,3 7-547,2-3-515,0 6 1,0-2 0,2-1-81,3-2 1,-2 1-237,6 4-31,1-7 0,4 6-29,0-4 0,1 3-50,-1 2 209,-6 0 1,0 0 0,-5 2 127,1 3 1,1 3-25,-5 6 157,0 0 0,-1 5 1,-4 0-1,-5 0 0,-2 0-18,-2 0 0,-1 0-384,1-5 162,0 6 1,0-4-1,-1 3 1,3-3 0,1-2-173,1 0 0,6-1 57,-6-3 73,7 2 1,-8-9 467,6 7-63,7-7-49,12 3 0,3-6 1,7 0-1,3 0 0,3 0 761,3 0 0,-5 0-320,-4 0-541,0 0 0,-2 0 0,-3 0 0,-3 0-35,-2 0-356,-6 0-493,-2 0-294,-6 0 1,-1 0-1630,-4 0 1827,3 7 0,-10-6 0,4 5 1,-2-1-584,1 0 1,6 1 1393,-2-1 0,-3-3 0,0 4 0</inkml:trace>
  <inkml:trace contextRef="#ctx0" brushRef="#br0">20161 4080 7818,'0'-14'1044,"0"4"562,0 1 1,0 4 407,0-4-991,0 6 0,-6-2-319,-4 10 0,-2-2-302,-2 6-272,-1 1 0,1-1 1,0 1-1,0 1 1,-1 1 79,1 3 1,0-1-327,0 0 78,6 0 0,-5-1 0,5-2 1,0-2-1,4 2-369,2 2 1,2-3-226,0-1 479,0 0 1,2 4 0,2-2 0,6-3 0,4-2 68,5-2 0,-3 2 170,3-1-75,-3-1 0,-2-4 0,0 2 0,0 1 246,1 2-219,-1 0 300,-6-5 85,4 0-159,-10 0-125,4 0 1,-7 0-1,-4 0 1,-5 0 272,-2 0 1,-2-5-380,-1 0 54,1 0 0,1 4 0,2-2 1,2-2-1,-2 0 166,-2-1 0,4 3 10,-1-7-268,7 1 1,-8-1-1,6 1 1,2-2 0,2-2-508,1-1 1,1 0 93,4-1 198,-4 1 0,17 0 0,-4 0 1,3 0-1,2 1-237,0 3 0,0-1 191,-4 7 199,-1-7 0,0 9 0,0-3-136,0 4 0,-4 1 83,-1 0 132,-5 0-52,2 0 1,-6 1 767,0 4-541,-6-3 0,2 5 0,-5-3 0,-1 2 0,1 0 42,-1 1 1,1 2-150,-5-4-135,0 6 0,-1-8 1,1 7-1,0 1-176,0 1 0,1-2 136,4-1 90,-4 1 1,5 2 0,-5-1 0,4-1 0,3 1 349,-1 1-110,6 3-112,-6-1 1,9 0 0,3-1-1,4-2 472,4-2 0,1-6 419,0 2-737,0-3 1,5 3 0,0-1 0,-1-1 0,-2-1 723,-2-2-873,0 0 55,0 0 1,-4-2-692,-1-2 0,-6 1 9,2-7-4119,-3 7 1079,-2-3 0,-2 6 2390,-3 0-656,-3 0 1805,1 0 0,-25 12 0,0 4 0</inkml:trace>
  <inkml:trace contextRef="#ctx0" brushRef="#br0">20446 4407 7538,'-8'-6'995,"0"4"0,5-4 2707,-2 0-289,0 4-1257,5-4-2244,0 6-1623,0 0 836,6 0 904,-4 0 0,6 0 1,-5 1 494,2 4 0,0-2 614,-5 7-930,0-1 1,0 5 0,0 1 0,-2-1-189,-3 0 0,-1 0-1229,-4 0 568,-2-6 0,4 5 0,-6-5 0,-1 1 641,1 1 0,-13-13 0,-3 1 0</inkml:trace>
  <inkml:trace contextRef="#ctx0" brushRef="#br0">20986 4052 7821,'0'-15'315,"0"1"1,0 0 1424,0 0 1,0 4-180,0 1 1,1 6-438,4-2-496,-3 3-584,4 2 146,-6 7 1,-2 1 0,-1 6 0,-3 2 0,0 1 303,-1 2 1,-4 6-11,2-1-349,2-4 1,-5 7-1,2-5 1,-1 2-1,0-2-89,2-1 0,1-2-256,-2-5 57,-2 6 1,9-5-1,-5 0 0,1-3-2375,4-1 1708,-5-5-762,7 0 720,-6-6 1,7-6 282,0-4 207,7-2 1,-1-7-1,5-2 1,-1-1-1,-1-3-455,-1-2 1,3 0 1042,-6 4-198,6-4 1,-10 6-1,4-3 1,-2 4-1,0 1-9,2 0 1,0 5 1261,-5 4-641,0 7 1,2-8 0,2 6 409,6 2 0,-2 3-334,1 5-379,1 3 1,4 6 0,0 0-1,0 2 1,0 3 507,1 5 1,-1-2-224,0 2-356,-6-7 0,5 8 0,-4-4 0,2-1 0,0 2 200,-1 0 0,-6-4-511,6 1 48,-7-3 1,5-4 0,-5-1-113,2-1 0,0-6-472,-5 6-905,0-7-4917,0 3 5293,0-18 1,0 7 1119,0-9 0,-26-22 0,-5-10 0</inkml:trace>
  <inkml:trace contextRef="#ctx0" brushRef="#br0">20901 4236 7821,'-8'-6'3423,"0"5"-1606,3-4 286,3-3-548,-4 6-1053,6-4 0,2 6-311,2 0-217,4 0 1,2 0-1,-1 0 1,2 0-1951,2 0 1584,1 0 1,-4 0 0,-1 0-1110,2 0 1,2 0-1,1 0 170,0 0 0,0 0 1331,1 0 0,37-13 0,9-2 0</inkml:trace>
  <inkml:trace contextRef="#ctx0" brushRef="#br0">21441 3981 7821,'6'-8'1728,"-4"-5"0,4 10-253,-6-7 508,0 7-710,6-3-960,-4 6-55,4 0 0,-7 0 0,-4 0 1,-3 2 398,0 2 0,-5-1-568,4 7-86,-4-7 0,-1 8 0,2-5 0,0 1 0,3 1-288,-2 0 88,-2-5 1,4 8-636,-1-6 1,6 6 88,-6-2 1,7-1 264,-2 1 512,4-5 0,7 7 0,3-5 0,4 0 0,1 2 260,0 0 1,1-3-154,-1 4-21,0 1 0,0-1 0,1 1 0,-1-1 0,0 1 318,0-1 1,-4-4 67,-1 4-312,-6 1 1,4-1-1,-7 1 1,0 1 845,0 1-255,0 3-539,0-1 1,-7-1 0,-2-2 0,-4-3 0,-1-2 204,0-3 1,0-1-287,-1-2-200,1 0 0,0 0 1,0 0-1,-1 0 0,1 0-2656,0 0 1538,0 0-563,0-7 0,6 4 0,3-6 1716,3-2 0,34-21 0,7-6 0</inkml:trace>
  <inkml:trace contextRef="#ctx0" brushRef="#br0">21626 4080 7821,'0'-9'308,"-2"-1"1636,-3-1 0,4 3-847,-4-1 1,3 4-606,2-4 1,2 5-462,3 0 0,-2 2 36,6 2 0,1 0 1,4 0-1,0 0 258,0 0-374,1 0 1,-1 0-28,0 0 1,0 5 0,-1 1 0,-2 0-230,-1 1 0,-6 2 32,6-4 321,-7 6 1,3-3 0,-6 6 0,0 0-1,0 1 593,0-1 1,-6 5-113,-4 0-199,-2 6 1,-7-9 0,0 4-1,0-1 1,0 0 343,0-1 0,0-3-703,5 0 54,6-1 1,-3-5-120,6 1 0,2-7 648,8 2-319,3-4 0,12-1 0,4 0 0,3-1 0,1-3 358,1 0 0,-3-6-288,-2 6-183,-3-1 1,-7 3 0,0-1-409,0-2 201,-6 1-3242,-1 4-2930,-7 0 5101,-7 0 300,-1 0 0,-6 6 856,0 3 0,-32 4 0,-8 1 0</inkml:trace>
  <inkml:trace contextRef="#ctx0" brushRef="#br0">22592 4023 7778,'15'-6'-496,"-3"-4"6338,-2-2-2743,-4 4-3053,-6 2 1,-1 7 0,-3 4-1,-2 4 215,-2 4 0,0 3-61,-1 3 1,-4-2-1,4 5 1,-4 0 71,-1 1 1,4-5-70,1 6-179,-1-6 0,1 2 0,-1-4 0,-1 1-323,-1 2 237,4 0-185,1-5 0,6-6-123,-4-3 1,5-8 62,0-2-105,6-12 0,4 7 0,-1-10 0,2-1 0,1-4-113,-3-7 1,4 2 905,-4-3-340,-3 9 1,6-2 0,-6 3 210,2 1 1,-5 2 106,2 6 1,-2 1 0,0 2 638,2 1-1037,-1 7 1,-2-1 0,1 8 0,2 6 0,0 4 287,1 5 1,0 3 900,4 6-856,2 1 1,-4 1 0,7 2 0,-3 1-1,-1-2 467,-1-1 0,-2-3 3,1-3-612,4 3 1,-12-12-1,6 4-841,-1-3 589,-4-8-1493,4-2 222,-6-6 0,0-1 282,0-4 113,0 4 1,0-7 0,-2 4 0,-1-2 0,-3-2-3398,-2-3 4373,5 5 0,-48-32 0,-4-2 0</inkml:trace>
  <inkml:trace contextRef="#ctx0" brushRef="#br0">22536 4236 7786,'-15'0'-1454,"6"0"4736,-1 0-1648,7 0 783,-9 0-1108,10 0 0,-3 0-498,10 0-599,3 0 0,6 0 0,0 0 0,2-1 0,2-2 24,0-2 0,1 0-1883,-4 5 960,-1 0 1,0 0-1,0-1 1,2-2-1876,3-2 0,-3 0 2562,3 5 0,16-19 0,2-5 0</inkml:trace>
  <inkml:trace contextRef="#ctx0" brushRef="#br0">23033 4037 7838,'0'-7'1905,"0"-1"-743,0 3 36,0 3 1,0-6 544,0 4-1115,0 2-120,0-4-265,0 6 1,2-5-511,3 0 235,-4 1 0,12 4 0,-4 0 0,4 0 0,1 0-233,0 0 0,5 0 3,0 0 206,0 0 1,0 0 0,0 0-1,-2 0 1,-1 0 34,-2 0 0,1 0 208,-1 0-116,0 0 1,-4 1-1,-3 4 1,0 4 355,-4 4 0,-1-3-70,-2-1-171,-7 0 0,2 6 1,-7-1-1,-6 0 1,-2 0-38,-5 1 1,-1-6-152,3 1-93,-4-7 1,6 8-1,-4-7 1,3 1 0,1 0-93,4 0 149,1-1 241,2-4 221,6 0 0,3-4-722,10-1 215,-3 0 0,15 0 0,-3 1 0,4-1 0,1 0-64,0 1 1,4-1 139,-4 5-27,6 0 0,-9 0 1,3 0-1,-3 1 1,-2 3 29,0 0 0,1 7-72,-1-1 232,0-4 0,-6 7 0,-3-4 0,-4 4 0,-1 1 580,0 0 0,-1 5-106,-4 0-416,-3-6 0,-6-1 0,-2-2 1,-3 3-1,-3-1 371,0-2 1,-5-2-394,3-4-175,-3-2 1,4 4-1,1-6 1,1 0-1,4 0-596,1 0 0,2-5-1140,0 1 982,6-7 1,1 8 0,6-5-2180,-4 1 1,5-2 1124,0 4 1791,6 0 0,46-14 0,10-4 0</inkml:trace>
  <inkml:trace contextRef="#ctx0" brushRef="#br0">23360 3966 7320,'-6'-8'634,"3"-4"0,-7 4 0,1-2 3958,1 1-4206,-5 6 0,5-3 0,-6 6 0,0 0 0,0 0 0,-1 0 0,0 0 802,-4 0 1,1 0-919,-5 0 0,5 4 0,-1 3 0,2 0-100,-2 5 1,3-5 0,-3 3-1,3-1 48,2-1 1,5 5 27,-1-4-108,1 4 0,-4-3 0,4-1 0,2 0-253,1-1 94,4 5-178,-4-5 1,8 0-1,2-2 1,7-1 215,7 0 0,-1 1 232,7-1-194,0-4 1,4 6 0,0-6 0,-1 2 0,-1 4 32,-3 1 0,-4-4 22,5 6-52,-7-1 1,4 1 0,-8-1-1,-2 1 1,-4-1 44,0 1 1,2-1-57,-4 5-3,0-6 0,-5 5 1,-2-4-1,-3 2 185,-4-1 1,-1 2-23,-4-2 26,3-4 1,-11 5-1,3-4 1,-3-1 0,-2 0 437,1-3 0,1 1-574,-2 0-39,-3-2 0,6 4 0,-2-6 0,4 0 0,3 0 4,2 0 0,4 0-199,1 0 38,6 0 0,-4-1-310,7-4-132,0 3-829,0-4-458,0 6 1156,7-6 172,-6 4 0,7-4-247,-3 6 429,3 0 289,6 0 0,-5-2 1,1-1-1,1-2 0,2 2-113,1 2 1,0-4 252,0 0-84,7 0 1,-5 1-1,3-3 1,-2 1 0,0 0 109,2 3 0,0-4 97,-5 2-50,-6-6 1,5 10 0,-5-6 0,1 3 1118,1-1-910,-7 0 284,3 5-285,-6 0-213,0 0 1,-6 0-200,-3 0 0,1-1-104,-2-4 63,7 3 1,-8-6-1,5 5 1,-2-3 0,-3 0-145,-2-1 0,-1-2-39,0 4 206,-1-6 0,1 3 1,0-4-1,0 1 0,-2 1-18,-3-1 1,3 3-31,-3-1 231,10 5 1,-4-7 0,4 5 0,-4 0 104,-1-1 1,4-2-16,1 4-44,6 0 0,-4 4-54,7-4 0,0 2-621,0-6 351,7 5 1,1-7-1,6 5 1,0 0 0,2-2-338,3 0 1,-2 3 43,7-4 291,-7 5 0,8-7 0,-4 7 0,0-1 1,1 0-219,0 0 1,-5 1 100,2 4 247,-3 0 1,3 0 0,0 0 0,-2 0-245,-1 0 246,-2 0 58,-6 0 1,3 1 357,-6 4 393,0-3-606,-12 4 0,-1-6 1,-6 2-1,-2 1 1,-1 1 252,-2 0 0,-5-3-238,5-1-200,-6 6 1,3-2 0,-5 4 0,2-1 0,3 0-274,1-1 0,-2 5 61,4-1 80,-7-4 0,11 7 1,-3-4-1,5 2 1,4 0-282,-2-1 1,5-1 172,1 5 229,3-6 1,2 5-1,2-5 1,3 1 94,4 1 1,-1-7 353,1 2-337,7 3 1,0-7 0,5 4-1,-2-4 1,1-1 93,2 0 1,-3 5-210,5 0-21,-7 0 0,5-5 0,-4 0 0,1 0 0,-2 1-52,-1 4 1,-7-3 95,1 2 2,-7 4 1,8-5 0,-6 7-1,-2 1 540,-1 1-197,-2 3-117,-7-1 1,-1 0-1,-6 0 1,0-1 0,-2-2 412,-3-1 0,-3-3-258,-6 3-313,5-4 1,-3-1 0,3 0 0,0-2 0,-1-2-69,-1-1 0,4 0-1132,2 0 112,4 0 0,0-1-3558,1-4 1345,6-3 2179,2 0 0,7-3 0,4 5 1028,5-2 0,20-13 0,9-5 0,4-5 0,-1 0 0</inkml:trace>
  <inkml:trace contextRef="#ctx0" brushRef="#br0">23502 3995 7802,'-1'-13'921,"-2"2"973,-2 2-1123,0-1 0,5 1 0,2-1 164,2-1 1,0 5-629,5 1 1,-4-1 0,4 1 0,2 2 142,2 1 1,1-2-316,0-1 0,1 0 0,0 5 0,3 0 353,1 0-479,0 0 0,-3 0 0,1 2 27,2 2 0,-2 0 0,-6 3 0,-1 1-267,1 0 156,-5 2 158,1 4 0,-7 0 0,0 0 1,-2 1-1,-3-1 371,-4 0 1,-9 0 64,-1 0-477,-6 1 0,5-1 1,-6 0-1,4-1 0,0-2-12,0-2 1,5-4-493,-2 5 242,3-7 0,6 3-68,1-6 0,7 0-3,2 0 222,7 0 1,13 0 0,4 0 0,3 0 0,0 0 28,-4 0 0,4 0 205,-3 0 15,-4 0 1,1 2 0,-7 1-1,0 3 274,1 2 1,-3 1-60,-2 6-14,-4-1 0,-8 0 1,-2 0-1,-7 0 1,-5-1 897,-3-3 0,-6 2-626,1-2-573,-3 2 1,-1-2 0,1-2-1,1-2 1,3-1-41,-3 1 0,6-4-619,1 2 199,3-2 1,2-2-1648,0 0-374,-1-6 1277,8 4 0,7-4 1,9 6-1,4 0 1,3 0 1123,2 0 0,30-13 0,12-3 0</inkml:trace>
  <inkml:trace contextRef="#ctx0" brushRef="#br0">18356 5033 8016,'0'-10'1163,"0"1"529,0-2 1,1 4 513,4 3 195,-4-4-775,6 6-1312,-7-4 0,-2 6 1,-1-2-1,-3-1 445,-2-2 0,-2-1-445,-4 1 1,-5 2 0,-1-6 0,-3-2 399,-2-2 0,-2-3-108,-1-3-471,-1 3 1,1-11 0,1 5 0,2-1 0,1-1 230,-1-1 0,3-2-421,-2-2 80,7 7 1,-9-3 0,8 6 0,2 2 0,3 1 24,4 2 104,-1 6-76,2 1 1,0 6 26,4-4 36,2 4-210,-4-6 1,4 7-1,-1 2-1067,-2 3 694,0-4 10,5 5 0,0-4 0,-1 1-369,-4 2 783,4 6-19,-6-9 1,6 9 0,-2-5 99,-2 2 75,0-5 127,-1 3 1,4-4 510,-3 3 1,2-4-289,-1 4-203,2-3 1,-4-4-1,4-3-311,-3-4 1,4 1-37,-4-2-394,3 1 1,2-1-1,0 1-804,0-2 1,0 3-8,0-1 850,0 5 1,2-2 0,3 6 140,4 0 0,-1 2 554,2 2-381,-1-2 0,7 9 0,1-5 0,2 1 0,-1 1-1173,-3-1 1,4-2-1106,0 5 1173,7-7 1,-9 5 0,5-5 1207,-1 2 0,4 18 0,-3 1 0</inkml:trace>
  <inkml:trace contextRef="#ctx0" brushRef="#br0">18299 5800 8099,'9'-1'1579,"1"-4"3116,1-4-2736,-5 2-1562,0 1 1,-7 12-125,-4 4 0,-3 2 0,-8 3 0,-3 0 187,-4 4 0,-4 2 0,-3 4 0,-2-1-39,-1 1 0,-8 2-181,-2 1-102,1 7 1,-14-5-1,4 3 1,-1-3-1,0-3 6,6-3 1,9-4-35,5-5-191,9-1-105,4-6 0,13-2 5,7-6 378,0 0 1,13-6 0,-5-4 0,1-2-144,1-3 0,-2 1-263,1 0 145,4 0 1,-7-1-1,5 3 1,-3 1-83,-2 1 1,1 2-184,-2-1-82,-4 3 0,5 4-312,-6-3 1,-1 8 402,-4-3 334,-3 10 1,-1-1 0,-1 9-1,1 1 1,-1-2 421,1-1 1,4-2-246,-4 0-216,5 1 0,-2-1 0,6 0 0,0 0-29,0 0 1,6-6 112,4-3-550,3 3 1,2-6 0,3 2 0,1-2 0,-2-2-999,-1 0 1,3 0-1796,0 0 1671,0 0 1613,-5 0 0,6 0 0,3 0 0</inkml:trace>
  <inkml:trace contextRef="#ctx0" brushRef="#br0">18412 5644 8349,'0'-14'573,"2"1"1,1 2 403,2 2 1,0-1 0,-7-3-414,-3 4 0,2 1 0,-6 5 0,-2-2-236,-2 2 0,-3 1 0,-1 2 0,-4 0 142,-1 0 1,-3 0-202,-8 0 1,3 0-60,-3 0 1,-4 0 0,-1 0-1,-4 0 153,-6 0 0,4 0-119,-3 0-136,-4 7 0,5-6 0,-4 6 0,2-3 0,6 1-90,2-2 1,10 4 116,2-3-137,-1 1 1,18-5 93,-3 0 19,9 0 214,-1 0-171,19 0 1,-9-2-510,11-2 229,-11-4 1,9-5 0,-4 2 0,4 2-1,1-2-435,0-2 0,-1-1 25,-3 0 323,2-7 1,-5 10-1,4-3-2,-2 1-27,-6 0 100,4 6 1,-9 0 0,-3 9-1,-4 3 619,-4 4 0,-6 4 21,0 1-364,-6 0 0,9 0 0,-3 1 0,3-1 0,4 0 49,2 0-740,-2 0 397,10 1 1,-3-1 0,10-2-1,6 0 1,6-3-456,7 2 1,5 0-1710,4-1 1507,3 2 1,7-4 816,-1 6 0,13 2 0,9 2 0,5 0 0,-1 1 0</inkml:trace>
  <inkml:trace contextRef="#ctx0" brushRef="#br0">13152 5644 8181,'9'-2'487,"1"-2"1,-7 0 663,2-5 168,3 6-211,-7-4-336,6 7-745,-7 0 0,0 2 137,0 3 1,-5-2-1,0 6 99,2 2 1,0 2-238,-2 1 58,3 1 1,-6-1-1,4 0 1,-4 0 23,0 0 0,-3 1 145,6-1-216,-6 0 0,8 0 0,-7 1 0,-1-1 0,-1 0 112,-2 0 1,-1 0 2,1 1-144,0-1 0,0 0 0,-1 0 0,1 0 0,0 2-102,0 3 0,0-3 176,-1 3-34,1-3 0,2 0 0,0 1 0,3 2 0,-2-2 133,-2-1 0,4 0 49,-1 3-174,1-3 0,-5 4 0,1-4 0,2 1 0,1 2-4,-1-1 0,3-1-78,-1 2 33,6-3 1,-8 4 0,4-5 0,1-1 0,0 0-174,3 0 0,0 0 49,-2 1 111,3-1 1,-4-5 361,6 1-355,0-7 1555,0 3 308,0-6-1103,0 0 1,0-6-798,0-4 96,0-2-285,0-2 1,0-1-1,0 1 1,-2 0 0,-1 0-161,-2 0 0,1-1 198,4 1 103,0 0 1,0 0-1,0-1 1,-2 1-87,-3 0 493,4 0-93,-6 0 0,7 4 0,0 1 171,0-2-1024,0 4-134,0 1 432,0 6 248,0 0 1,0 6 0,0 4 0,0 2-65,0 3 1,0-1 306,0 0-157,0 0 0,0 0 0,0 1 0,0-1 271,0 0 1,0 0-180,0 1-26,0-8 1,0 6 0,0-3 352,0 2 4,0-4-129,0 5 0,2-12-83,3 4 1,3-5-152,6-5-19,0 4 1,-4-10 0,-1 4-1,2 1 1,0-2 7,-1 0 1,2 5-235,-2-2 103,-4-3 1,2 7-1,-5-5 1,3 1-198,2 0 283,-4 0-243,2 5 163,-6 0-2209,0 0 0,31-31 1,9-9-1</inkml:trace>
  <inkml:trace contextRef="#ctx0" brushRef="#br0">11858 8501 15702,'0'15'431,"0"-1"0,0 0-355,0 0 1,-5 7 0,1 3-1,0 1 1,3 0 0,1-1-10,0 1 1,-2 2 0,-1 0-1,-2-2 1,2-3 0,2-1-212,1-4 1,0-6 617,0-1-175,0-7 0,0 1-117,0-8 0,0-4-127,0-6 1,1 1 0,2 2 0,2 1-78,-2-1 0,-1-1-84,-2-2 68,0-1 0,5 1-137,-1 0 1,1 0 37,-5-1 1,0 6 0,0-1-375,0-1 357,6 5 0,-4-7 1,3 4-21,-4-4 373,-1 5 81,0 2 159,0 0-422,0 4 78,0-4-388,0 6-713,0 0 810,0 6 23,0-4 52,0 4 34,0-6 2063,0 0-1906,-6 0 1,4-1 384,-2-4-652,2 3-88,2-4 24,0 6 525,0 0 0,0 6-84,0 4 0,0-2-34,0 1-128,0 1 1,0 4 0,0 0-1,0 0 1,0 0 7,0 1 1,0-1-1,0 0-14,0 0 0,0 1 0,0-1 33,0 0 1,0-5-29,0 1 644,0-7 1,2 3-399,2-6 0,-2-8-858,3-6 481,-4 0 1,-1-8 0,2 3 0,1-5-1,2-3-107,-2-1 1,-2 0-47,-1-1 139,0 7 0,0 2 0,0 5 0,0 1-914,0 0 616,0 6 479,0 2 0,0 17 0,0 4 0,0 6 235,0 4 0,0 2-94,0 2 22,0-1 0,0-1 1,0-2-1,0-3 1,0 0 1355,0 0-1473,0-4 81,0 2 1,0-10-311,0-1 110,0-5 55,0 2 1,0-8 0,0-2-455,0-6 0,0-3-266,0-1 0,0 0 0,0 0 0,-1 0-3763,-4-1 1434,4 7 3014,-6-4 0,14 23 0,0-2 0</inkml:trace>
  <inkml:trace contextRef="#ctx0" brushRef="#br0">12142 8558 7700,'0'-14'770,"0"5"0,0-1 978,0-1 1,0 3-1015,0-1 1,0 7-1,0 2 177,0 8 0,0 6 390,0 5-971,0 3 1,-1 7-1,-2-1 1,-2 1-1,2-1 434,1 0 1,2 1-485,0-1-217,0 1 0,-1-6 0,-3 0 0,0-1 0,1-2 74,1 1 1,2-2-471,0-5-1271,0-6-2224,0-2 2444,0-6 434,0 0 0,0-11 0,0-3 0,0-4 0,0-2 950,0-4 0,13-41 0,2-10 0</inkml:trace>
  <inkml:trace contextRef="#ctx0" brushRef="#br0">12142 8629 7700,'0'-14'0,"0"0"759,0 0 1,0 0 4,0-1-560,7 1 0,-4 1 0,6 2 1,2 3-1,2 1 783,1-1 0,0 5-8,1-2-732,-1 3 0,6 2 0,3 0 0,-1 2 0,-3 3 282,-4 4 0,0 4-159,-1 1-241,0 0 1,-1 0-1,-4 2 1,-4 1-1,-5 2 302,-5-1 1,-3-2-50,-6-2-305,-6 0 1,-3 0 0,-5-1 0,-2-2 0,-2-2-543,-1 2 0,0-4 30,5-2-284,-1 2 0,5-5 1,2 4-1,2-1-1964,2 0 0,9 1 1669,4-1 1014,4-4 0,76 18 0,-27-11 0,-1 0 0</inkml:trace>
  <inkml:trace contextRef="#ctx0" brushRef="#br0">12398 8885 7700,'-9'-9'-304,"-1"-1"1950,7 7 1,-3-5 1655,6 4-1296,-6 2-1434,4-4-222,-4 12 0,7-3 0,2 7 1,4 1-1,-1 1 662,0 2 1,4 1-355,-5-1-582,6 0 0,-5 0 1,5 1-1,-2-1 0,1 0 72,-2 0 1,4-4-790,-2-1 550,-4 1 0,5-1 0,-4-1-1235,1-2 0,-4 1-282,6-3 1,-5-2-1462,4 3 1782,-6-4 1,5-7 0,-5-4 1286,2-2 0,-13-53 0,-8-12 0</inkml:trace>
  <inkml:trace contextRef="#ctx0" brushRef="#br0">12512 8857 7700,'0'-14'705,"0"-1"1112,0 1 8,0 6 658,0-4 276,0 10-2190,0-4-250,0 6 0,0 6 0,-2 5 0,-2 5 0,-6 4 791,-2 3 0,2-4-427,1 4-465,-1 1 0,-4 0 0,0-1 0,1 1 1,2-2 109,2-3 1,1-3-171,-2-2-20,-2 0 0,8 1 1,-4-1-298,2 0 1,0-6-655,1-3-260,4-4 1,-6-2-1098,7-4 1,2 2-1511,3-7 2302,2 7 0,8-8 1378,-1 6 0,32-37 0,7-6 0</inkml:trace>
  <inkml:trace contextRef="#ctx0" brushRef="#br0">12825 8999 10835,'-2'-8'2443,"-1"2"-650,-2-1-1357,1 6 1,-3-5-476,-2 6-255,-4 0-683,5 0 414,2-7 0,6 4-216,0-6 826,6 5 1,2-2 326,6 6 1,1 0-144,-1 0 0,-5 0 0,1 2 417,1 2-228,-5 4 1,0 7-1,-6-1 1,0 0-1,-1 0 630,-4 0 1,-3 5-651,-6 0-582,0 0 1,-5-4 0,-2-1 0,-1 0 0,-1 0-519,0 0 0,-2-1-2210,6-4 1135,0 4 1,5-11 1774,0 2 0,37-34 0,11-9 0</inkml:trace>
  <inkml:trace contextRef="#ctx0" brushRef="#br0">13166 8615 7642,'-2'-12'1374,"-1"0"1180,-1 3-277,-1 0-454,5 1-1535,0 1 0,0 9 1,0 3-1,0 6 1,0 4 885,0 4 1,0 5 12,0-5-941,-6 6 1,4-7-1,-3 4 1,4 0 0,1-2 150,0 1 1,-5-2-128,0-5-372,0 0 0,5 1-37,0-1 73,0-6 1,0-4-40,0-8 1,0-9 0,0-7 0,2-3-175,3-2 0,-4-6 102,4-3 173,-3-5 0,-1 7 1,2-4-1,2 1 1,-2 5-38,-1 5 169,-2-2 1,0 11-396,0-3 0,0 11 150,0 8 1,5 12 158,-1 6 98,1 8 1,-5 1 0,0 6 0,0 0 0,0 0 258,0 0 0,0 0-154,0-4-247,-6-7 0,4 3 0,-3-6 0,2-1 1,0-3-1068,-2 0-1475,1-1-1280,4 0 1473,0-6 0,1-3 523,4-10 1828,3 3 0,25-29 0,5-1 0</inkml:trace>
  <inkml:trace contextRef="#ctx0" brushRef="#br0">13522 8644 7651,'14'-8'0,"-2"0"0,-2 3 1522,-4 3 0,-6-5 0,-1 3 167,-4 0 0,0-1 95,-9 5-1403,3 6 0,-14-3 0,4 7 0,0 1 1,-1 2 346,0 1 0,3 2-443,-4 3 0,5-4-193,-1 4 0,3-3 1,2 0-1,2 1-213,2 2 0,-1 2 120,6-2-127,1-3 1,10 4 0,3-6 0,6-1 0,2-2-479,2-2 1,6-5 388,-1 0 1,3-2-1,0-2 1,-2 0-139,-1 0 0,-7 0 125,2 0 28,-3-6 1,-7 2 0,-1-5-2306,-2-2 1445,-1 5-916,-5-1 0,-1 7 1978,-4 0 0,-9 19 0,-8 5 0</inkml:trace>
  <inkml:trace contextRef="#ctx0" brushRef="#br0">13735 8971 7651,'5'-10'3461,"-1"1"-1650,1 5 1993,-5-8-1701,0 10-1428,0-4-425,0 6-904,0 0 0,-5 1 472,1 4-1195,-1-3 545,-2 4 1,4-1-412,-6 0 1436,6 6-83,-10-10 263,11 6 0,-4-9-84,6-3 249,0 4 1,2-6 257,2 7-571,-2 0 306,11 0 69,-12 0-1051,12 0 51,-12 0 1,6 2-288,-7 3 0,-2-4-112,-3 4-172,4-3 351,-5-2 382,6 0 236,0 0 1017,0-7-607,6 6 263,-5-6 0,7 7 1975,-3 0-1729,-3 7-584,4 1 1,-6 6 0,0 0 0,-2 0-1,-2-1 396,-6-4 1,-2 4-764,-3-4-57,-5 4 0,4 0 0,-5-2 0,3-3 0,-3 0-454,-1-1 0,4-3-2585,0 0 971,2-2 0,2-2 2159,-1 0 0,33-25 0,7-7 0</inkml:trace>
  <inkml:trace contextRef="#ctx0" brushRef="#br0">12384 9667 7729,'-8'0'-1893,"2"0"1873,6 0 0,1-5 7,4 1 12,-3-1 1,6 5-11,-4 0 8,-2 0 1,6 0 2,-3 0 2,-4 0-2,6 0 0,-1-6 0,2-2 0</inkml:trace>
  <inkml:trace contextRef="#ctx0" brushRef="#br0">12356 9681 6502,'-8'0'573,"1"0"867,7 0 1480,0 0 72,0-6-1902,0 4 1,0-5-213,0 2-416,0 3-328,0-4 0,0 8 638,0 2-539,0 4 1,-4 6 0,-3 2 0,-1 2 0,-1 1 37,1-2 1,-5 5-82,4 2-122,-4-4 1,4 7 0,-1-5 0,1 0 0,-1-3-266,1-3 0,6-2 52,-2 0-1890,-3-6 69,7 5 1163,-6-11 475,7 4 1,2-8 0,1-2-68,2-6 0,1-3 85,-1-1 198,-4 0 0,12-2 0,-5-1 0,0-4 0,-2-1-85,0-3 1,-2 3 253,5-2 150,-6 0 0,8 2 0,-6 2 0,0 1 624,1 0-516,-4 0-120,10 5 1,-9 6-1,7 5 489,1 6 0,0 6-138,-1 10-135,2-3 1,-5 11-1,4-5 1,-4 2-1,1-1 403,0 3 1,-3-4-210,4 2-471,-5-1 1,7-1 0,-7-1 0,0-2 0,-1-2 110,1-4 1,-2 1-646,3-4-893,-4-4-2481,-1 0 2564,0-6-89,0 0 0,0-6 0,0-4-655,0-2 0,0-3 1954,0 1 0,-31-19 0,-9-5 0</inkml:trace>
  <inkml:trace contextRef="#ctx0" brushRef="#br0">12242 9866 7730,'-8'0'0,"2"0"2949,6-6-1419,-7 4 0,7-4-206,0 6 1,2 0-563,7 0-623,1 0 1,4 0 0,2 0-1,1 0 1,2 0 15,-1 0 1,-3 0-52,0 0-568,-1 0 0,0 0 0,0 0 0,1 0-4472,-1 0 2175,0 0 1147,0 0 1614,0 0 0,1-13 0,-1-2 0</inkml:trace>
  <inkml:trace contextRef="#ctx0" brushRef="#br0">12754 9710 7736,'4'-10'1019,"1"1"-633,6-1 0,-8-2 559,7 2 1,-7 2 1283,2 4-402,-4 2-437,-1-4-718,0 6-519,0 0 1,-6 0 0,-3 1 0,-4 2 0,-3 4 49,-3 1 0,3-4-20,-3 6-189,-3-1 0,7 4 0,-4-2 1,3-1-1,2-1-445,-1-1 1,1 5 320,0-4-166,6-3 1,2 7 0,6-4-113,0 4 1,8 0 412,6-4-20,0 4 1,11-12-1,-4 4 1,-1-2 0,3 1 23,-1 0 0,-3 3 116,4-3-51,-5-2 1,2 6-1,-6-5 1,1 3 198,-1 2 1,-2-3 219,-2 4-121,-4-5 1,-6 8 0,0-2 0,-1 1 608,-4-2 0,-3 2-373,-6-6-491,0 6 1,-7-8 0,-1 5 0,-2-2 0,2-1 35,2 1 1,-4-4 90,5 3-762,-6-4 1,9-1-1,-3 0 1,3 0-2047,2 0-530,6 0 2036,2 0 1,7 0 0,4 0 0,5 0 1057,2 0 0,47-12 0,10-4 0</inkml:trace>
  <inkml:trace contextRef="#ctx0" brushRef="#br0">13038 9752 13004,'0'-7'1568,"0"-6"0,2 10-1451,2-7 1,0 7-1,3-3 1,1 1 51,0 0-180,2 1 1,4-1 0,0 0 0,0 0 0,1 1-1,-1-1-406,0 2 426,0 1 0,-4 2 0,-1 0 0,2 2 408,2 2-77,-5 4 0,-2 7-149,-6-1 1,0 2 0,-1 1 0,-4 2 125,-5-2 1,-2 1-66,-2 1-214,-1-4 0,-1 8 0,-1-8 0,-2 1 1,2-3-132,1-1 1,2-1 187,0-1-384,6 3 0,0-12-131,3 4 0,10-4 614,-1-1-119,8 0 1,3 0 0,4 0 0,3-1 0,2-2 319,0-2 1,-5 0-26,4 5-279,-5 0 0,2-4 0,-5-1 0,-1 2-3,0 1 0,-1 0 42,-4-2-1071,-3 2-2053,-6-4 2328,0 6-968,0 0 1,-4 1 0,-3 3 1633,0 0 0,-9 14 0,-6-3 0</inkml:trace>
  <inkml:trace contextRef="#ctx0" brushRef="#br0">10977 9951 7700,'0'-20'296,"0"4"0,0-3 0,0 3 0,0 2 1112,0 0 0,-2 1 0,-1 2 1377,-2 2-2190,-6 6-441,9-4 1,-5 14 0,3 2 0,-2 5 0,0 5 218,-1 5 0,-2-2 1,3 2-1,-1 1-83,1 2 1,-5 0-345,1-4 112,4 4 1,-5-11-1,6 3 1,1-3-1,-1-2-1071,0 0 551,0-6 68,5-1 0,0-9 1,2-3-1,3-6-888,4-6 1,-1-5 447,2-7 825,-1 1 1,5-1 0,0 1 0,-1-1 0,-2 1 31,-1 0 0,-2 1 923,1 3-576,-3 4 0,-1 5 0,1 3 352,2 2 1,-5 5-154,2 10-328,3 3 1,-2 11-1,5 2 1,-3 1-1,0 3 369,0 2 0,0 1-197,2 1-345,2-7 1,-9 3-1,7-6 1,-1-2-1,1-1-434,-1-2 1,-6 1 91,2-1-1298,-3-6 1,2 0-3251,1-4 3986,0-2 324,-5-2 1,-2-2-1,-2-2 1,-6 1 511,-3-2 0,-39-3 0,-9-6 0</inkml:trace>
  <inkml:trace contextRef="#ctx0" brushRef="#br0">10948 10094 7700,'-8'-10'1796,"3"1"-1026,4 6 0,-4-5-55,0 3-40,1 3 1,5-6-1,4 5-34,4-1 0,4-1-321,1 5-768,1-7 0,-1 6 0,0-4 0,0 4 0,2-1-294,3-3 0,-2 4-2378,7-4 3120,-7 3 0,23-4 0,-2-2 0</inkml:trace>
  <inkml:trace contextRef="#ctx0" brushRef="#br0">11474 9738 7700,'-9'0'-615,"-1"0"1,5 0 2667,-4 0 0,0 0-697,-6 0 1,1 2-683,0 3 1,-2 2 0,-1 8 0,-4-1-73,-1 0 0,5 0-507,-2 1-84,9 5 0,-1-4 1,6 3-1,2-3 1,2-2-176,1 0 1,6 0-139,3 0 153,10 1 1,-1-3 0,4-1 0,0-1 0,-1-1-62,-1-1 1,-1 0 129,-5-3 154,1-4 1,-3 7 0,-1-4 0,-3 2 613,-2 2-350,-1-5-202,-11 10 1,-2-10 0,-6 5-1,0-1 1,-1 0-248,1-1 0,-2 0 92,-3-1-731,4-3 0,-6 9 1,7-6-3292,0-2 2171,-1-2 1870,7-1 0,40-38 0,15-9 0</inkml:trace>
  <inkml:trace contextRef="#ctx0" brushRef="#br0">11631 9852 7700,'0'-9'0,"0"-1"0,4 5 1202,1-4 1700,0 6-2123,-5-4 1,0 9-1,0 3 1,0 4 219,0 4 1,-5 1-327,0 0-479,1 7 0,4-4 0,0 5 0,0 0 0,0-1 251,0-1 1,0-1-151,0-4-404,0 5 0,0-9 1,0 3-1,0-1-351,0 0 658,0-5 0,4-4 1,1-8-167,-2-6 1,-1-9-7,-2-5-90,0-2 1,0-3 0,0-1 0,0-1 0,0-3-77,0 3 0,0 1 385,0 1-314,-7 7 1,6 2 0,-4 5-550,4 1 1,-4 8-605,0 6 827,0 6 1,5 13 0,0 2 0,0 1 0,0 3-1018,0 2 0,0 0-907,0-3 1568,0 2 751,0-4 0,19 7 0,5-1 0</inkml:trace>
  <inkml:trace contextRef="#ctx0" brushRef="#br0">13834 9696 11920,'7'-8'5188,"-6"1"-4427,6 7-11,-7 0 1,0 7-524,0 2 0,-5 4 0,0 3 1,0 3-1,1 3 0,-3 1 328,-1 1-545,5 0 1,-8-2 0,6-3 0,2-3 0,0-2-151,-2 0 14,4 0-60,-6 0 1,7-7 0,0-7-210,0-8 1,2-6 83,3-5 260,-4-3 1,10-7 0,-4 1 0,-1-1 0,2 1 6,0-1 1,-3 1 143,4 0-85,1 5 0,-1-2 1,0 8-1,1 3 1,-1 4 74,1 4 1,-1 1-35,6 5 69,-7 0 0,4 6 0,-2 5 0,1 7 0,0 6 573,-2 2 1,-6 3-168,2-1-317,3 1 0,-6-1 1,2-1-1,-2-2 1,-2-3 113,0-1 1,0-1-1193,0-1-60,0-3 1,0 0-2874,0-7 1019,0-5 1622,0 2 0,0-8 0,-2-2-799,-2-6 0,2-4 1955,-3-5 0,-28-41 0,13 22 0,1 0 0</inkml:trace>
  <inkml:trace contextRef="#ctx0" brushRef="#br0">13834 9795 7778,'-14'0'2714,"0"0"-1226,0 0-839,6 0 60,1 0 0,9 0 0,3 0 1,6 0-1,5 0 859,3 0 0,1-1-971,-1-4-599,-3 3 0,6-4 1,-5 4-1,2-1 1,-1-2-1126,-3 2 0,0 2-217,-1 1 346,0 0 0,0 0 0,1 0 998,-1 0 0,-6-7 0,-2-1 0</inkml:trace>
  <inkml:trace contextRef="#ctx0" brushRef="#br0">14346 9653 7778,'6'-8'0,"-4"-5"1471,3 4 0,-4 1 2147,-1-1-2335,0-1 147,0 2 1,0 0 16,0 4-924,0 2-368,0-4 0,-1 6 0,-2 1 55,-2 4 0,-8-2-425,-1 7 80,0-7 0,-8 9 1,4-2-1,-1 3 1,0 1-923,-1 0 561,4 0 122,-4 0 0,7 1 0,3-1-92,6 0 1,2-4 130,2-1 354,6 0 1,4-1-1,7-3 1,4-2-1,1 0 155,3 2 1,0 5-168,-1-6 98,-3 1 0,-7 0 0,0 1 0,0 0 0,1 2 297,-1 0 1,-6-3 504,-4 5-588,-2-7 0,-2 9 1,-2-2-1,-2 1 312,-6-2 1,-2 2-675,-3-6 87,1 6 1,-5-9 0,0 2 0,2 0-1,-1-1-2298,0 2 1309,2-1-1400,-5-4 1,7 0-3838,0 0 6182,6 0 0,20-6 0,12-2 0</inkml:trace>
  <inkml:trace contextRef="#ctx0" brushRef="#br0">14716 9667 7692,'-10'-6'-460,"2"-4"0,2-2 1977,3-2 1,1 4-1,2 1-625,0-2 1,2 3 0,3 0-687,4 1 0,-1 3 0,2 4-71,1 0 1,1 0 9,2 0 0,-4 0-81,-1 0 0,1 0 0,4 1 16,0 4 1,-4-2 240,-1 7-189,-6-7 1,9 9 0,-8-2 0,-1 3-1,-1 1 302,-2 0 1,-2 0 70,-2 0-414,-4 1 0,-6-1 1,-2 0-1,-2 0 1,-2 0-330,-2 1 1,4-3 126,-1-2-44,4 2 1,0-8 0,1 3-958,0 0 672,6-2 333,8-5 0,14 0 0,8 0 1,2 0-1,0 0 220,1 0 1,0 0 455,-1 0-430,-3 0 1,-4 1 0,-1 2 0,-4 4 0,-1 1 339,-3 3 0,-1-4 531,-7 3-724,0-1 0,-2 4 1,-3-2-1,-6-1 1,-5-1 22,-2-1 1,-6 3-760,5-6-6,-6-1 0,2 1 0,-3 0 1,0-2-1,3-1-1325,-3-2 1,1 0 591,1 0 155,4 0 0,6 0 1034,-1 0 0,-1-31 0,-1-14 0,-2-2 0,0-1 0</inkml:trace>
  <inkml:trace contextRef="#ctx0" brushRef="#br0">10905 7847 7726,'8'0'2565,"-1"0"0,-7-1-1185,0-4-753,0 4 0,-7-10-430,-2 6 1,1 0 0,-2 5-1,-1 0 1,-1-2 0,-4-1 676,-3-1-769,3-1 1,-11 5-1,2 0 1,-5 0 0,-5-2 70,-1-3 1,3 4-111,-5-4 0,0 4-54,-5 1 0,2 0 0,2-2 0,2-1 8,3-2 0,-4 0 121,5 5-126,-1 0 0,6-4 1,0-1-1,-1 2 0,-1 1-65,-3 2 1,1-1 27,-6-4-59,1 3 0,-1-4 0,0 6 0,0 0 0,0 0 26,0 0 1,5 0 104,-5 0-54,0 0 1,-5 0 0,2 0 0,2 0 0,1 0 21,-2 0 0,-4 0 159,1 0-93,-2 0 0,15 0 0,-4 0 0,3 0 0,1 0 59,1 0 0,4 0-110,11 0 18,0 0 1,4 0 0,1 0 23,-2 0 12,4 0-302,1 0-293,6 0-288,0 0 0,5-2 442,-1-2-132,1 2-194,-5-4 774,0 6 334,0 0 0,5-2 216,0-3-873,-1 4-111,-4-5-120,0 6 466,0 0-46,0 6 1,0-3 0,0 6-219,0 3 0,0-5 45,0 3-20,0-1 1,0 1 21,0-1 0,2-1 0,1 3 0,4-3-211,0-1 0,-2-1-1146,5-1 611,-1-4 1,5 5 956,1-6 0,-1-12 0,0-4 0</inkml:trace>
  <inkml:trace contextRef="#ctx0" brushRef="#br0">12356 7236 9970,'-8'-6'404,"1"-4"0,3-2 1,-1-2-1,0-1 127,-1 1 1,3-6-344,-7-4 0,2-3 0,-3-1 0,2-1 0,-1-1 0,1-1 1,-1-4-1,-1-2 1270,-1-2-1319,-3 4 1,1-4 0,0 4 0,1-1 0,2-4 40,2-1 0,-1-2 12,-4 1-176,0-1 0,1 0 0,2-1 0,2-2 0,-1-1-76,2 1 1,-4-4-92,2-2 63,4-4 1,-7-1 0,4 1 0,-4-1 0,-1 0-177,0 0 0,-5-1 45,0-4 127,-6 3 0,2-4 0,-5 8 0,0 1 1,-2 2-209,-4-2 0,4 1 343,-3 1-34,3 3 0,2 1 1,-2-1-1,0 0 0,0 0 99,3 4 0,3 0 142,0 3-209,-2-1 0,4 0 0,-7-1 0,1-2 0,-1-1-179,1 1 0,-1-4 20,1-3 76,-1 4 1,1-1 0,0 4 34,-1-1 0,5-5 1,2 4-1,0 2 108,0 2 0,5 2 127,-2-1-217,3 0 1,-3 2-1,-2 2 1,1 2 0,-1 1-17,4 0 0,-4 3-19,3-5 1,-3 6-1,4-1 1,-2 3-128,1 1 0,-2-1-98,1-3 291,0 3 1,5-5 0,-1 9 0,3 0-1,1 3 324,1-3 1,5 4-116,-4-1 74,6 5 0,-8-2 1,6 5-1,0 3 1526,-1 2-1146,4-2-585,-10 10 0,9-4 0,-7 6 1,-1 0-52,-2 0 0,-2 0-85,-4 0-37,-3 0 1,-7 0 0,-1 0 0,-3 0-1,-5 0-321,-3 0 0,-3 5-249,-4-1 432,4 1 0,-13-5 0,2 0 0,-4 0 0,3 0-366,2 0 1,3 0 223,-1 0 174,-3 0 1,17-5 0,0 1 0,7 0 0,5 1-782,7-2 645,0 4 246,18-5 0,-6-1 1,9-1-1,3-1-12,4-1 0,4 1-178,1-5 179,7-1 1,-4 1 0,5 2 0,-1 1 0,-4 1 10,-1-1 1,-4 3 724,-2-1-271,3 5 0,-10-2 8,6 6 1,-7 0-302,-2 0 15,-7 6 1,-8 2 0,-3 7-1,-2-1 1,-1 0 223,1 0 1,-4 5-175,5 0-146,0 0 0,5-5 1,1 1-1,2-1 1,3 0-108,2 0 0,1-4-39,5-1-85,0 1 0,7-2 0,2-4 0,4-2 1,2-2-991,4 0 0,-1 0-1944,5 0 3134,-5 0 0,9-6 0,-5-2 0</inkml:trace>
  <inkml:trace contextRef="#ctx0" brushRef="#br0">1010 3312 7928,'0'-14'346,"1"5"0,3-1 0,0-1 2438,0-1-2137,-3 4 0,-1 3 0,0 10 333,0 4 0,0 5-693,0 5 0,0-1 0,0 5 0,0 3-161,0 1 1,0-1 0,0 0 0,0-3-225,0 3 1,2-4-10,2 1 0,0-4 0,3 3 0,1-1-500,0-4 0,2-6 50,4-1 454,0-7 1,5 3-1,0-7 1,0-4 0,0-6 125,0-6 1,5-1 130,-5-5 13,0-1 1,-5-3 0,-2 3 0,-2 4-1,-5 1 1381,-4 0-996,-1 0-479,0 5 1,-6 6 0,-5 3-1,-5 4 1,-4 1 89,-3 0 1,4 1-518,-4 4 216,5 3 1,-2 1-1,6-1 1,1 0-1,2-2-1104,1 1 15,7 4 910,-3-10 1,8 10 0,4-6 0,7-3-53,4-6 1,8-3 270,-1-8 195,3-5 0,1 2 0,-1-5 0,-3-1 1,-5 0 925,-4 1 0,-2-1-327,-3-4-443,-4 5 0,-8 0 0,-4 7 1,-8 3-1,-10 2-151,-8 3 1,1 2-201,-7 6-279,6 6 1,-2 2-1,5 8 1,1 1 0,2 4-659,8 1 0,0 0-1858,13 2 1939,1 3 0,10-5 954,3 6 0,55 1 0,-26-15 0,1 0 0</inkml:trace>
  <inkml:trace contextRef="#ctx0" brushRef="#br0">1749 3170 7602,'-14'-8'2128,"0"4"0,3 2-1051,-3 2 1,2 0 0,-7 2 0,4 2 302,0 6 0,-3 7-1023,-1 2 0,0 5 0,6-4 0,2 3-190,1 2 0,7 2-151,-1 1 1,2-4 0,2-2-1,2 0-438,2 0 0,6-5 119,9 2-31,-3-9 1,6 1-1,-3-6 1,3-2-1,1-2-634,1-1 0,-7-6 377,2-3 634,-3-4 1,-2-1 0,1-2 0,-3-1 0,-2-2 348,-5 1 1,-4 3 534,-1 0-316,0 1 1,0 0 59,0 0 1,-1 6-890,-4 3 344,3 3 1,-9 9 0,5 4 0,-1 6 0,1 5 553,3 0 0,-3 5-157,1-3-423,0 3 0,5 0 1,0-2-1,0-1 0,0-1-387,0-1 0,0-1 67,0-7-1342,0-6 1,0 5-2324,0-4-10,0-2 2699,7-1 1,-4-11 1195,6 0 0,13-37 0,8-6 0</inkml:trace>
  <inkml:trace contextRef="#ctx0" brushRef="#br0">2147 3256 8206,'0'-15'2638,"-4"6"-2131,-1-1 1030,-6 7 1,8-3-709,-7 6 1,7 1-1,-2 4 1,4 6 413,1 7 1,-2-1-902,-3 7 0,4-2 0,-4 3 0,3-1 243,2 1 1,0 0-437,0-1-206,0-3 1,0-6 0,0 3 0,0 1-558,0-2-8,0-7 504,0-4 0,0-8 0,0-2 0,0-7-259,0-7 1,0-1-96,0-9 35,0-4 0,0-10 0,2-1 0,3 0 0,6 1-166,6-1 1,1 7 697,5 2-101,1 4 0,0 13 0,-2 4 0,-2 5 0,-2 5 121,-3 2 1,-7 7 578,-3 4-358,-3 2 0,-2 7 0,-2 2 0,-3 1 0,-6 1 427,-6 0 1,1-1-1060,-3-3-344,-3-4 1,5 6 0,-5-7 0,1 0 0,4 1-4879,1-1 5518,-5 0 0,25 0 0,-1 1 0</inkml:trace>
  <inkml:trace contextRef="#ctx0" brushRef="#br0">2872 3170 8085,'-9'0'-452,"-1"0"0,-1 0 1,-1 0 2360,-2 0-790,6 0 1,-5-1 2433,4-4-2458,2 3 1,7-4-276,10 6-524,2 0 0,9 0 0,3 0 0,2-2 0,3-1 347,-1-1 0,5-3-291,1 3-676,-1 2 1,-5-6 0,1 5 0,-1-2 0,-1 2-846,-3 1 0,-4-2-1697,-6-1 1116,1 0 0,-4 5 276,-7 0 0,-10 0 269,-13 0 1205,-6 0 0,3 0 0,-26 0 0,-4 0 0</inkml:trace>
  <inkml:trace contextRef="#ctx0" brushRef="#br0">3057 3113 9141,'8'7'1892,"-2"-6"-914,-6 6 0,0-6 577,0 4 1,0-2-799,0 7 0,0-6 0,0 6 1,0 2 400,0 6 0,-4-1-192,-1 7-762,0 0 1,4 2 0,-2 0-1,-2-3 1,2 3 72,1 1 0,-3 1-351,1 0 1,-1-6 0,5 4 0,0-7 0,0-2 0,-2-3-1990,-3-4 1,4-2 332,-4-4-791,4-2 2521,1 4 0,0-50 0,0-11 0</inkml:trace>
  <inkml:trace contextRef="#ctx0" brushRef="#br0">3441 3284 8085,'-13'-9'0,"4"-1"0,-4 7 893,4-2 1,1-1 1047,-1 1 0,-1 0 0,-4 5-445,0 0 1,-1 7-866,1 2 0,0 5-423,0 5 0,4-3 1,2 5-1,0-2-234,1 0 0,3 4-79,0-4 1,2 2 0,2-4-1,2 0-727,2-4 0,4 1-1158,7-4 1573,-1-4 1,2 0-1,1-6 1,3-1 0,1-4-132,0-4 0,-3-6 1026,-3-4-405,-1 4 1,-5-7-1,-1 4 1,0-1-1,-1 0 739,-1-1 1,-1 4-106,-5-3 576,0 10-1301,0-4-210,0 11 254,0 2 1,0 8-1,0 6 1,0 2 0,0 2 0,0 1 0,0 0-33,0-5-209,6 0 1,2 0 0,6-1 0,0-2 0,2-3-562,3-2 0,-2-1 3,7-5 598,-7 0 0,9-7 0,-6-4 0,1-4 0,1-6-78,0-1 0,-5-2 484,2-4-224,-3-1 1,-3-4 0,-4 0-1,-2 1 1,-3 2 437,1 2 0,0 6-83,-5 3 292,0 9 1,-7 1-354,-2 9 0,-2 5-175,1 14 216,-2 3 0,9 6 0,-5 1 1,0 1-1,2 1 760,-1 2 0,1 1-403,1-6-579,4 1 1,-6-6 0,7-1 0,-1-1 0,-2-4-376,-2-1-965,0-2 606,5-6 0,2-3-22,2-10 1,0-3-2,5-6 396,0-7 1,6 1 0,0-4 0,3 4 0,1 1-71,-2 0 0,-1 0 151,-2 5 199,0 6 0,5 0 0,0 5 0,-1-2 171,-2 2 1,-9 8-36,-2 4-43,3 4 0,-6 1 1,1 0-1,-5 2 1,-4 1 437,-2 2 1,-6 0-141,-5-5-374,-6 1 0,7-1 1,-4-2-1,0 0 1,0-5-486,-3 0 1,4 2-258,2-4 303,10 0 1,-4-5-647,3 0 734,4 0 266,6 0 0,8-2 0,8-1 0,3-2 0,4 0 226,4-1 1,2 0 58,-1-4-196,1-2 1,4 4 0,0-6-1,0-1 1,0 0 11,1-4 1,-1 3 241,-5-3-209,1-3 1,-1 4 0,-1-5 0,-3-3-1,-5 1 113,-4 1 1,-7-2-154,-3 2-33,3-3 1,-7 5 0,3 3 0,-6 3 0,-4 4 31,-2 2 1,3-1-292,-4 6 193,-1 1 1,-4 5-1,0 4 1,-1 4-161,1 4 0,0 1-55,0 0 336,6 7 1,-3 1 0,5 5 0,-1-2-1,1-1 446,3 1 1,-4-3-254,3 2-80,-1 0 1,5-1-1,0-1 1,2-1-1,2-4 178,6-1 1,2-2-522,3 1 95,5-8 0,-3 5 0,7-8 0,1-2 0,2-4-282,2-2 1,-1-12-59,1 2 277,-7-4 0,5-2 0,-5-4 0,0-1 1,-3-1-276,-3 3 1,-4 4 142,-2-5 260,2 7 0,-10 1 0,1 8 1,-6 2-337,-7 2 1,-7 9-104,-2 5 412,-6 2 1,9 9-1,-3 1 1,3 2-1,2-2 246,0-2 0,6 4 634,3-5-703,4 0 0,1-5 0,1 0 0,4 1 0,4-3 96,4-2 1,9-4-446,7-6-134,-1 0 0,12-2 1,-7-2-1,-2-4 0,-1-2-1407,-1 1 1,-2-1 1722,-4-4 0,-34-25 0,-14-7 0</inkml:trace>
  <inkml:trace contextRef="#ctx0" brushRef="#br0">1152 3966 7889,'-14'-4'291,"0"-1"0,-1 2 0,3 0 1301,2-2 0,2 3 2663,4-2-2573,2 2-1610,-4 2 1,7 0-1,4 0 1,5 0 407,2 0 1,7 0 50,0 0-319,6 0 0,2 0 0,8 0 0,1 0 0,4 0 275,1 0 0,6 0 1344,1 0-1854,5 0 1,-2 0-1,6 0 1,0 0-1,0 0-73,-1 0 1,-3 0-313,-1 0 329,0 0 0,-2 0 0,-2 0 1,-6 0-1,-2 0-121,-2 0 0,3 0 145,2 0 141,2 0 0,-10 0 0,5 0 0,-2-2 0,1-1 247,2-2 0,-3 1-96,0 4-150,-6-7 1,9 6 0,-3-4 0,1 2 0,1 0-70,-3-2 1,6 0 43,4 5-169,7 0 1,-5 0 0,5 0 0,-4 0-1,1-1-74,0-4 0,4 3-104,2-2 227,3 2 1,-10 2 0,7-1 0,0-3 0,-2 0 136,-3 0 1,-3 3 291,-6 1-283,-7-6 0,5 4 0,-4-3 0,1 4 1,0 1 6,1 0 1,2 0 41,2 0-140,6 0 0,-3-5 0,4 0 0,1 2 0,-1 0 76,4-2 1,-5 4-76,-2-4 68,-2-3 1,-4 6-1,-3-4 1,-5 1-137,-3 1 61,-8-1-1557,-8-2-1552,-8 6-1165,-12-5 4283,-2 6 0,-50 6 0,-12 2 0</inkml:trace>
  <inkml:trace contextRef="#ctx0" brushRef="#br0">612 4677 6601,'0'-14'201,"0"5"0,-2-1 0,-1-1 1644,-2-2-600,1 5 502,4 2-648,0 6 468,0 0-1336,0 6 1,0-2-45,0 5-104,0 1 1,0 4 0,0 0 0,0 0-1,0 0 251,0 1 1,0 5-72,0 4-108,0 3 0,4 1 0,1 1 0,-2 1 0,0 1 287,2 2 1,-3 5-137,2-5-217,-2 7 1,-2-4 0,0 7 0,0-2 0,0-2 137,0-1 1,5-4-143,-1 3-54,1-5 1,-5 8 0,0-7 0,0-2 0,2-1 163,3-1 1,-4 4-59,4 0-100,-4 0 1,-1-4 0,0-1 0,0 2 0,0 2 40,0 1 0,0 0-310,0-4 174,0-1 1,0 2 0,0 2-1,0 1 1,0-2-252,0-1 1,0 3 86,0 1 207,7 5 1,-6-9 0,4 3 0,-2-1 0,0 0-26,2 1 0,1 1-49,-1 0 181,-3-4 1,9 0 0,-6-7-1,-1 3 1,1 0 54,0 3 1,0-1 196,-5 1-277,6-7 0,-5 5 0,4-5 1,-3 2-1,-2-2-21,0-2 1,0-1 38,0-5-177,0 1 1,0-1-2089,0 0 1330,0-6-219,0-2 1,1-7-1,4-4-1158,5-5 0,2-4 897,2-5 1330,1-3 0,-9-28 0,-5-24 0,0-1 0,1-5 0,0-1 0,0 0 0</inkml:trace>
  <inkml:trace contextRef="#ctx0" brushRef="#br0">654 4649 8046,'-7'-14'1996,"2"-1"-1279,3 1 1,2 5-228,0-1 0,0 5-261,0-4 1,2 6-1,3-2 1,4 3 620,4 2-710,1 0 0,6 0 1,6 0-1,4 0 1,4 0 165,3 0 1,7 0-275,8 0 1,-1 0 0,1 0 0,2-1 206,1-4 1,-1 4-156,2-4-28,-8 3 0,12-2 0,-11-1 1,0 2-1,1 1 22,1 2 1,-4 0-256,5 0 213,-6 0 0,3-5 0,-5 1 0,2 0 1,2 3 40,-3 1 0,0 0-49,-3 0 0,7-6 1,-3 4 0,5-4 0,-2 1-1,-2 0 89,2 2 0,-5-3-19,4 1-92,-4 0 0,3 0 0,1 1 1,-1-1-1,0 0 27,1 0 1,1 1 22,-2 4 21,-3-7 0,10 6 1,-6-4-1,-3 4 0,0 1 26,-3 0 1,1 0 12,0 0-98,6-7 0,-5 6 0,3-4 1,-1 3-1,1 2 2,5 0 0,4-1-209,1-4 107,0 3 1,-1-4 0,1 6 0,2-1-1,-1-3-2,-1 0 1,1-1 47,-10 5 25,6 0 0,-10 0 0,3 0 0,-4 0 0,-5 0-149,-5 0 1,2 0 102,-2 0-49,6 0 1,-9 5 0,4-1 0,-4 0 0,0-3-56,3-1 1,-3 2 194,3 2-67,-3-2 1,-2 4 0,1-6 0,-1 0 0,-1 0 43,-3 0 0,-4 0 216,-5 0-199,-1 0 1,-5 0 118,1 0-54,-7 0 17,3 0 1,-7 0 292,-4 0-344,3 0-53,-4 0 0,6 2-247,0 3 288,0-4 96,0 12 1,0-10-1,0 6 1,2 3 119,2 0 1,-2 4 81,3 3-257,3-3 1,-5 6 0,5-5 0,-2 4 0,-1 1 434,1 3 1,-3 2 138,7 1-515,-7 1 0,5-1 0,-5 2 0,2 0 0,-2 0 50,-2-3 1,4-2-35,0 4-108,0-1 1,-5 1 0,0-1 0,1 1 0,2-1-47,2 0 0,1 1-61,-1-1 69,-3 1 1,4-1-1,-4 1 1,1 1-1,1 1 156,0 2 1,2 1 114,-1-6-200,-1 0 0,1 6 0,0-1 0,-2-2 1,-1 1 15,-2 1 1,1-3-267,4 3 201,-3-3 0,4 4 0,-6 0 0,0 1 0,0 0-8,0-4 1,0 1 63,0 1-94,0-3 1,0 5 0,0-5-1,0 1 1,0 3 10,0-3 1,0-1 50,0-1-94,0-1 0,0 2 1,0 2-1,0 1 1,0-1 20,0-2 1,-5 0 141,0 3-108,1-3 0,4 4 0,0-4 0,0 2 0,0 1 77,0-1 1,0-2 77,0-2-158,0 1 0,0-6 1,0 0-1,0-3 1,0-1 40,0 2 0,0-6-68,0 4-136,0-3 1,0-2-1,0 1-753,0-1 0,0-5 215,0 1-1077,0-7 1,0 2 1756,0-10 0,-26-47 0,-5-18 0</inkml:trace>
  <inkml:trace contextRef="#ctx0" brushRef="#br0">569 5402 7691,'-9'0'3283,"-1"0"-2825,7 0 1,-3-1 0,7-2 829,4-2-1121,3 0 1,6 5-1,0-2 1,2-1-1,2-1 1,2 0-1,2 3 383,3 1 1,7-2-382,1-3 1,8 4 0,0-4 0,7 4 155,2 1 1,2-2 217,5-3-407,0 4 1,2-7 0,1 5 0,1-4 0,-1 1 396,-1 0 0,-7-1-353,0 3-223,-6 2 0,3-4 1,-7 6-1,1 0 1,0-2-53,-1-3 0,1 4-249,0-4 266,-7 4 0,5 1 0,-3 0 0,3-2 0,2-1 62,-1-2 1,1 0-18,0 5 67,6 0 0,-5 0 0,2-1 0,-5-2 0,-5-2 19,-1 2 0,6 1 18,2 2-105,-1 0 0,7 0 1,-4-2-1,0-1 1,4-1 29,2 0 1,-4 3 78,5 1-96,-6 0 1,3-2 0,-5-1 0,4-2-1,2 2-145,1 2 1,-1 1 116,-2 0 25,-4 0 1,10-5 0,-8 0 0,-4 2 0,-2 1-46,-1 2 0,7-4 8,1-1 35,1 0 0,-10 5 0,-2 0 0,0 0 0,1 0 97,2 0 1,-4 0 31,-2 0-214,4 0 0,-6 0 0,7 0 1,2 0-1,1 0 39,1 0 0,1 0 167,0 0-60,-1 0 1,7 0-1,2 0 1,-1 0-1,-1 0 108,0 0 0,-5-5 108,4 1-171,-4-1 1,-6 5 0,-2 0 0,-1 0-1,-2 0 58,2 0 0,-5 0-9,3 0-60,-3 0 1,0 0 0,2 0 0,3 0-1,-1 0 68,1 0 0,-2 0-14,-4 0-87,5 0 0,-5 0 1,1 0-1,-6 0 0,-4 0-271,-2 0 241,-9 0-992,-3 6-368,-6-4-911,-6 4 1441,-2-6 0,-12 0 824,-4 0 0,-38 3 0,-17 1 0,22-2 0,1 1 0,-1-1 0</inkml:trace>
  <inkml:trace contextRef="#ctx0" brushRef="#br0">3015 4407 8391,'0'-14'4825,"0"0"-4262,0-1 0,0 9-225,0 6 1,0 8-1,0 9 1,0 4-1,0 1 381,0 3 1,0 7-530,0 1 0,4 5 0,1-3 0,-2 1 278,-1 4 1,-1 1-229,4 1 1,-3 1-51,2 0 0,3-1 0,-1 1 0,0-2 376,1-3 1,-3 3-74,-4-3-472,7 3 1,-6 5-1,4-2 1,-2-3-1,0 2 190,2 2 1,0 0 19,-5 2-175,0-3 1,0-1 0,0 0-1,0-2 1,1 0-168,4 1 0,-3-7-533,3 8 455,-4-4 1,4-1 0,0 0 0,-2 2 0,0 1-201,2 1 0,-4-1 287,4-3 13,3 3 0,-7-6 0,4 5 0,-3-4 0,-1-1 55,4-4 0,-3 4-8,2-2 114,4 7 1,-5-10 0,5 4 0,-1 0 0,-3 0 225,3 3 1,-4-4-73,6 5-131,-5-7 1,2 6 0,-6-6 0,1 4 0,3 0 265,0 0 0,1-2-268,-5-5 16,0 1 0,0-1 0,0-1 1,0-3-1,0-5 73,0-4 0,0 0-578,0-1-1420,0-6-41,0-2 1,0-8 504,0-2 783,0-4 569,0-13 0,-8-33 0,-3-15 0,-1-8 0,0-1 0</inkml:trace>
  <inkml:trace contextRef="#ctx0" brushRef="#br0">910 4919 8005,'-14'0'116,"2"-2"1,0-2 794,3-6 1,6 2-1,-2-1 628,4-2 1,1 3-229,0-2-1265,0 7 1,0-2 0,1 9 0,2 2 324,2 2 1,0 6-31,-5 5-186,0 6 0,0-3 0,0 7 0,1-1 1,2 1 134,2-1 1,0 5-101,-5 0-297,0 1 1,5-8-1,-1-2 1,0-5-1,-3-3-1430,-1-2-115,0 0-1035,6 1 465,-4-8 0,6-7 2222,-3-9 0,-4-61 0,2 28 0,1-1 0</inkml:trace>
  <inkml:trace contextRef="#ctx0" brushRef="#br0">981 4947 8011,'-1'-9'725,"-4"-1"0,2 6 299,-6-6 1230,5 7-244,-2-3-1240,6 6 0,2 6 183,2 3-730,-2 4 0,9 3 1,-5 1-1,1 4 0,1 1 188,-1 3 0,-2-3-41,5 2-357,-1-7 1,-1 9 0,-3-7 0,-2-2 0,0-1-539,2-2 334,0 0-552,-5 0 248,0-6 0,0-3-178,0-10 463,-7-3 1,-1-7 0,-4-4 0,1-3 0,3-2-479,1 0 1,-2 0 504,4-4 162,0 0 0,5-1 0,0 2 1,2 2-1,3 3 256,4 1 0,9-2 119,1 4-267,6 6 1,-5 0 0,6 6 0,-4-1 0,0 3 424,0 3-424,-5 2-36,4 7 1,-8 1 0,-4 6 0,-4 2 439,-4 3 0,-7-4-37,-3 4-315,-4-3 1,-3-6 0,-1-1 0,-4 2 0,-1 2-128,-3 1 0,4-5-1816,2 1 1042,-3-1 1,6-1 0,-1-1 0,4-3-3608,4 1 4368,6 0 0,41-24 0,17-5 0</inkml:trace>
  <inkml:trace contextRef="#ctx0" brushRef="#br0">1465 4876 8025,'-10'0'2596,"1"0"-133,6-6-1458,-4 4 1,3-2-47,-1 8 1,0-1-535,5 7 0,0 1-294,0 8 1,2-3-1,1 3 1,2-2 45,-2 2 0,0-2 74,2 7-497,-4-6 0,6 2 0,-7-6 0,0 0 0,0 1-917,0-1 0,1-6-464,4-3-603,-3 2 1058,4-5 0,-6-2 410,0-9 564,0-10 0,0 1 0,0-7 0,0-3 0,0-6-217,0-2 0,0-2 1156,0-5-409,0 7 1,5 1 0,-1 9 0,1 0-1,0 4 1143,0 2 0,6 2-379,-2 9-805,4-4 1,1 12-1,0-4 1,2 5 0,1 5 446,2 4 1,-4 5-249,-6 5-318,0-3 1,-1 6-1,-3-5 1,-3 2-1,-2-1 7,0-2 1,-5-1-737,0 4 459,-6-3 1,3 0 0,-6-7-1,-2 1 1,-1-1-237,-2 1 0,0-7-730,5 2 19,0 3 0,-1-7-1906,1 4 869,6-3 1513,15-2 1,2 0 568,10 0 0,41-13 0,9-3 0</inkml:trace>
  <inkml:trace contextRef="#ctx0" brushRef="#br0">1707 4962 8121,'-15'6'268,"6"-5"24,-1 4 0,6-3 0,-6-2 2144,-1 0-822,5 0 123,-1 0-662,1 0-968,5 0-470,-6 0 0,9 0-887,3 0 723,-4 0-1658,5 0 0,-4 0-915,3 0 3100,-4 6 0,12-4 0,-11 2 0,4-8 0,-1-6 0,-1-2 0,1 2 0,-5 1 81,6-1 1,-4-4 0,3 0 0,-2-1 0,0 1 1310,2 0 1,0 0 1472,-5 0-1485,0-1 0,0 6 974,0-1-1630,0 7-477,6-3 0,-5 12 1,4 5-1,-3 5 0,-2 3 376,0-2 1,0 6-266,0 0-491,0-2 1,0 1 0,0-5 0,0 2 0,0-1-297,0-3 1,-2 0-904,-3-1 566,4-6 1,-7 3-705,3-6 853,-3-1 451,-6-10 1,6-2 0,2-8 0,1-3 0,0-4-20,2-4 0,2-2 163,1 1 93,0-1 1,4 1 0,3 1 0,1 2 0,1 3 334,-1 1 0,5 7-308,-4 5-6,4 5 0,1-2 1,0 6-1,0 2 104,1 2 0,-3 4 160,-2 6-311,-4 1 0,-6 1 0,-1 1 1,-3 2-1,-2-2 92,-2-1 0,-1-2-334,-6 0 217,1-6 1,0 5 0,0-5-1,1 1 1,2-1-146,2-1 1,4 2-256,-5-4 299,7 6 0,-3-8 1,7 5-1,4-2 375,5-3 0,2 4 134,3-3-526,-1 1 0,5-5 0,1 0 1,1 0-1,-1 0-446,-2 0 1,-2 0 326,-2 0-773,0 0 0,0 0 1,0 0-1,-1-1 1,-2-3-640,-1 0 1,-7-7 1628,1 1 0,-2-2 0,-8-28 0,-2-6 0</inkml:trace>
  <inkml:trace contextRef="#ctx0" brushRef="#br0">1962 4819 8121,'8'-14'-585,"0"5"-583,-3-1 2801,-3 7 0,4-5 2102,-6 3-2888,0 4-418,0-5 1,0 12 0,0 3-1,0 4 1,-2 1 949,-2 0 0,2 5-636,-3 0-522,4 7 1,1-6 0,0 5-1,0-1 1,0 0 129,0-2 0,6 0-719,3-3 174,-2-3 0,5 4 0,-2-6 0,4 1-716,5-1 0,-3-6-1587,3-3 1850,-3-4 0,-1-2 1,3-4-1,1-5 1,-2-2-1073,-1-3 0,-7 0 741,1-4 978,-7-3 0,-16-38 0,-10-8 0</inkml:trace>
  <inkml:trace contextRef="#ctx0" brushRef="#br0">2062 4933 8121,'-14'8'0,"0"5"445,-1-12 1,7 7 0,2-5 1988,0 2-1652,4 0-309,-4-5 1,12 0-1,4 0 1,4 0-1,3-2 343,2-3 1,2 2-399,-2-6-814,-3 6 0,6-5 0,-5 5 0,2-2 0,-2 0-1085,-1-1 0,-6 3-1475,-1-7 1736,-6 7 0,8-10 1220,-6 4 0,-35-6 0,-17-2 0,-5-2 0,1 0 0</inkml:trace>
  <inkml:trace contextRef="#ctx0" brushRef="#br0">2048 4819 8121,'-10'0'1348,"1"0"-832,6 0 0,-5-1 824,3-4-910,3 3 0,-4-5 1,8 3-1,2 0 107,6 1 1,3-4-1422,1 2 726,0 1 0,2 4 1,1 0-1,4-2 0,-1-1 158,1-2 0,29 1 0,4 4 0</inkml:trace>
  <inkml:trace contextRef="#ctx0" brushRef="#br0">2361 4748 13647,'0'15'1723,"0"-1"0,0 2-1163,0 2 1,-5 0-313,0 6 0,0-1 1,5 4-1,0-2 81,0-1 0,0-2-647,0 2 175,0 3 0,0-11 0,0 2 1,0-2-1866,0-2 960,0-6 717,0-1 0,-1-9 0,-2-3 1,-4-6-430,-1-6 0,1-5 142,-3-7 448,-3 1 1,12 0-1,-4-1 1,3 1 0,2-1 26,0 1 1,0 1 217,0 3 52,0 4 0,7 6 0,2 1 0,4 3-1,1 6 0,-4 2-704,-1 2 294,1 0 0,4 0 1,0 2-1,0 2-586,0 6 1,-6-2 869,-3 1 0,-41 13 0,-12 8 0</inkml:trace>
  <inkml:trace contextRef="#ctx0" brushRef="#br0">2304 4933 8131,'9'14'156,"1"1"1,-6-8 302,6-2 0,-1 1-18,6-1 187,-1 0 1,5-5 0,1 0 0,1-2 0,1-1 434,0-2 1,0-4-2638,2 4 1263,-4-6 1,-1 5 0,0-5 310,-1 1 0,-28-12 0,-7-8 0</inkml:trace>
  <inkml:trace contextRef="#ctx0" brushRef="#br0">3271 4763 8214,'0'-10'-1116,"0"1"3925,0-3-1895,0 0 1,0 2 0,0 1 1986,0-2-2317,0 5-387,6-1 1,-5 14 0,6 2 338,-1 4 1,-4 6-444,2 0-5,4 6 0,-6-8 0,3 5 1,-2-1-1,0-4-439,2-1 0,-1 3-472,-4 0 596,7 0 0,-6-10 0,4 1-806,-3 1 1230,-2-5-225,0 1 0,0-19 1,-2-3-1,-1-4 169,-2-2 1,-4-3 119,4 6-45,-6-8 1,9 9-1,-4-5 1,1 1 750,0 4-2081,1 1 929,4 2 0,1 6 1,2 5-1,5 6 301,5 6 1,-2 4 80,8 1-143,-3 7 1,-2-5 0,2 3 0,1-4 0,2 0 307,-1-1 0,-7 0-130,-2 0 290,1-6 1,4 3 435,0-6 0,-1-2-300,-4-8-466,-3-3 0,-1-3 1,0-1-1,-2-4 1,-1-1 26,-2-4 1,0 4-151,0-7-371,0 7 0,-5-9 1,-1 6-1,-1-1-4220,1 1-189,-5 1 3411,9 11 1,-4 3-1,6 11 1300,0 9 0,32 37 0,7 16 0</inkml:trace>
  <inkml:trace contextRef="#ctx0" brushRef="#br0">3640 4748 8209,'-9'-14'0,"-1"0"1316,-1 0-274,5-1 1,-2 8 0,5 0-172,-2 1 1,2 9-404,8-3 0,3 14-210,6 0 0,0 4 1,0-2-1,2 1 113,3 2 1,-3 0-180,3-5-237,-4 0 0,4 1 1,0-1-1,-1 0 1,-2-1-779,-2-4 1,0 2 297,0-6-1137,-6 6 1,5-9-122,-4 2 1,2-4 1022,-1-4-126,-4-4 886,-6-7 0,-19-49 0,7 25 0,0 0 0</inkml:trace>
  <inkml:trace contextRef="#ctx0" brushRef="#br0">3853 4649 8186,'0'-8'3933,"0"-5"-2354,-6 12-764,5-6 0,-7 7 0,4 2 338,0 3 0,-6-1 160,6 11-1064,-8-4 1,5 11-1,-6-5 1,2 4-1,1-1-68,-1 1 0,-1 2-818,-3-4 609,8 7 1,-6-9 0,3 5 0,-1-1 0,0-4-2334,2-1 1,6-2 284,-2 0 373,3-6 1,2 5 1702,0-4 0,32-47 0,7-11 0</inkml:trace>
  <inkml:trace contextRef="#ctx0" brushRef="#br0">4024 4663 8178,'-14'-8'5123,"0"-5"-3201,6 12-1308,1-5 0,9 6-511,3 0 1,4 0-68,10 0-164,3 0 0,2 0 0,-2 0 1,0 0-1,0 0-905,4 0 1,-6 0 25,-1 0-921,-3 0 1,-2 0 1927,0 0 0,-31 6 0,-8 2 0</inkml:trace>
  <inkml:trace contextRef="#ctx0" brushRef="#br0">4124 4649 8128,'0'-8'2407,"0"2"-564,0 6 1661,0 0 0,0 6-3074,0 3 0,0 4-71,0 1-318,0 0 1,0 2-1,0 2 1,0 1-1,0 0-362,0 1 1,0-4-1128,0 3 544,0-3 0,0-2 0,0 0 0,0 0-4126,0 0 2309,0-6 2721,0-1 0,12-58 0,4-12 0</inkml:trace>
  <inkml:trace contextRef="#ctx0" brushRef="#br0">4394 4663 8128,'0'-9'4026,"0"-1"-2370,0 7-924,0-3 0,0 7 0,0 5 573,0 9 0,0-1-590,0 5-624,0 3 0,0-5 0,0 5 0,0 1 0,0-3-826,0 1 0,0-2 270,0-5-430,0 0 0,0 0 0,0 0 0,0 1-3572,0-1 3272,0-6 822,0-2 0,0-7 1,0-4-1,0-6-115,0-7 0,0 3 1230,0-4-523,0 3 0,4 2 0,1-1 0,0 3 0,1 1 1113,4 1 0,-1 5 270,5-4-1291,-3 6 0,10-8 0,-7 4 0,0 1 1,2 0-334,3 3 0,-3-1-53,3 0 17,-3 2 1,-2-6-1,-1 4-174,-4-6 1,2 2-34,-6-1 470,0-1 1,-5 1 0,0-1 0,0-1 725,0-1 0,-2 4-45,-3 3-397,4 3 1,-7 4-468,3 3 0,4 3 1053,-4 6-741,3 6 0,2 2 0,0 7 1,0-2-1,0-2 348,0-1 0,0-1-661,0 6-215,0-7 0,0 3 1,0-6-1,0-1 1,0-3-3067,0 0 2404,0-8-309,0 6 1,2-11 0,3 2 0,4-4-3180,4-4 4344,1-4 0,8-30 0,2-14 0,3-3 0,-1 1 0</inkml:trace>
  <inkml:trace contextRef="#ctx0" brushRef="#br0">4820 4706 9432,'0'-8'5378,"0"1"-4468,-6 7 1,3 2-105,-7 3-433,7 3 1,-5 6 0,5 0 0,-2 2 0,2 1 117,2 2 0,1 2-767,0-2 185,0-4 0,0 6 1,1-7-1,4-1 1,6-2-595,6-2 0,1-4-137,5 5 711,-5-7 1,9 2 0,-4-10 0,3-5 0,-3-4 738,-4-5 1,-3 2-78,-2-7-370,1 0 1,-8-4-1,-2 1 1,-3 2-1,-2 3 49,0 1 0,-7 2-54,-2 5-635,-4 0 1,-6 6-1,-1 3 1,-2 5 0,-4 5-2434,0 4 1,3 6-278,4 4 1742,4-4 1427,0 12 0,20 8 0,5 9 0</inkml:trace>
  <inkml:trace contextRef="#ctx0" brushRef="#br0">5190 4663 8128,'0'-8'5409,"0"-5"-3857,0 12-1079,0-5 1,0 12-1,0 3 1,0 6 361,0 4 0,0-2-640,0 7-90,0-1 1,5 1-1,-1-2 1,0 0-1,-1-1-236,1-1 0,-2-1-495,3-5 559,-4 1 0,-1-6 1,2-1 331,3-2 0,-4-2 145,4-9-478,-3-3 0,-7-13 0,0-2 0,2-6 0,1-4-449,2-5 0,0-1 435,0 1-102,0-3 0,2 15 0,3 0 0,4 2 1,4 5-377,1 3 1,2 0 389,3 12 134,-3-1 1,4 11 0,-7 4 0,-2 2 0,-3 4 408,-2 3 1,-1-2 169,-5 7-410,0-7 1,-2 6 0,-3-6 0,-6 2 0,-4-2-935,-4-1 1,-7-2-3,3 0-362,-4-6 0,-2 3 1165,1-6 0,-26-6 0,-6-7 0</inkml:trace>
  <inkml:trace contextRef="#ctx0" brushRef="#br0">1394 5630 8251,'-10'0'129,"1"0"0,-2 0 1063,-2 0 259,5 0 1,-4 0 654,2 0-1783,4 0 0,1 0 1,10 0 66,4 0 0,10 0 0,5-2 0,4-1 122,6-2 0,-4 0-604,3 5-7,-3 0 0,-2 0 0,-1 0 0,-2 0 1,-3 0-2334,-1 0 1501,-2 0 12,-11 0 1,1 0-260,-9 0 0,-3 0 422,-11 0 526,-7 0 1,6 0-1,-4 0 1,1 0-1,1 0 90,-2 0 1,0 0 1210,5 0-618,0 0 0,-1 0 0,1 0 679,0 0 1,4 5-46,1 0-694,6 6 1,-4-3 0,7 8 0,0 1 0,0 4 721,0 1 1,2-3-556,3 4-456,-4-5 1,10 7 0,-6-4 0,0-1-1,0 1-15,-1-4 0,1-1-102,-5-2 27,0 0 1,-1 0 0,-4-1 0,-5-2-419,-2-1 1,-7-7-521,0 2 721,-7-4 1,11 4 0,-4 0 0,3-2-27,2-2 142,-1-1 13,8-6 1,2 4-1,10-2 1,6 1-1,8-1-55,9 0 0,2-6 630,8 5-498,-6-6 1,9 8 0,-5-5 0,2 2 0,-2 1-1240,-1-1 0,-3 4 95,-9-2 382,4-4 0,-11 6 0,3-3 0,-3 2 759,-2-2 0,-19-21 0,-4-12 0</inkml:trace>
  <inkml:trace contextRef="#ctx0" brushRef="#br0">1806 5715 8170,'5'-14'666,"0"0"1,-1 4-37,-4 1 0,0 4 507,0-5 1442,0 7-990,0-3 1,0 7-754,0 4-410,0 3 0,0 13 1,0 1-1,2 1 0,1 1 465,2 1 0,0-2-526,-5 0-385,0 1 0,0 0 0,0-2 0,0 0 0,0-2-256,0 1-455,0-2 441,0-5 330,0 0 0,-2-7-362,-3-7 191,4-7 1,-10-13-1,4-4 1,-1-4 0,-1-4-426,1-1 1,2-7 11,6 3 455,0-5 0,1 1 0,4 2 0,6 4 0,6 4-417,7 4 1,-2 12-117,2 1 600,0 10 1,-1-3-1,-1 9 1,-1 3 0,-4 6 100,-1 6 1,-6 0 72,-1 7-43,-6-7 0,2 9 0,-10-7 1,-4 0-1,-4 0 339,-1-1 1,-2 1-578,-3-4-17,3-7 0,-10 4 0,3-4 1,0 2-1,1-3-1125,1 0 1,2-1-1819,5-1 1532,6-4 1557,-5 6 0,37-7 0,1 0 0</inkml:trace>
  <inkml:trace contextRef="#ctx0" brushRef="#br0">2090 5871 8159,'-6'-8'3954,"5"-4"-1419,-6 4-81,7 0-1885,0 2 1,5 7-32,0 4 1,6 3-258,-2 6 0,5-3 1,4 2-1,1 3 73,-2-1 1,1 1-407,1-2-121,-4 1 1,6-3 0,-7-1-1,0-1 1,2-1-920,3-1 1,-8 3 305,3-6-3201,-3 0 2810,4-5 1,-8-2 465,-2-3 275,-3-9 0,-4-3 0,-1-5 0,-3 0 0,-2 0-59,-3-4 0,-2 6 545,-1 1 1,4 3-1,3 2 1,-1 1 906,0 4 0,3 2-185,-4 7-276,5 0 1,-2 2 0,4 3 0,-1 6 0,-1 6 1591,0 7 1,1-1-852,-1 6-483,2-4 0,-6 10 1,5-7-1,-3 1 1,-1-2 315,1-4 1,-5 3-800,1-7-250,4 6 1,-5-9-1,5 1 1,-1-4-988,1-4-1840,-5-6-187,9 4 0,-4-9-3361,6-3 6354,6-3 0,15-44 0,9-9 0</inkml:trace>
  <inkml:trace contextRef="#ctx0" brushRef="#br0">484 4066 7981,'0'-14'341,"0"-1"0,0 1 0,0 0 2311,0 0 304,0 0-1787,0 6 1,0 8-827,0 9 1,0 9 0,0 2 0,0 2 333,0 3 1,0 7-430,0 1 1,0 0-1,0-4 1,0-1-21,0 1 1,0-6-203,0 1 1,5-7 0,-1 2 0,-1-3 196,-1-2 254,-2-6-24,0 5 1,0-19 137,0-4-781,0-2 1,0-15-1,0 3 1,0-3 0,0-3-500,0-3 0,0 1 465,0-6 129,0 7 0,0-2 0,0 7 0,0 4 0,0 2-407,0 2 212,0 3 39,0 7 1,0 3-1,0 10-600,0 4 0,0 4 838,0 1-94,0 7 1,0-1 0,0 5 0,0-3 0,0 1-418,0-1 0,0-5-81,0 2 37,0 3 1,0-6-1,0 3 1,0-3 0,0-2 567,0 0 0,25-19 0,7-4 0</inkml:trace>
  <inkml:trace contextRef="#ctx0" brushRef="#br0">910 4180 8002,'-1'-13'2946,"-4"4"-2157,3-4 0,-5 7 205,2-4-236,3 4 0,-10 6 0,2 0 1,-2 0 788,-3 0-1293,7 6 1,-4-3 0,2 7-40,-2 1 1,-1 1-224,4 3 0,-3 0 1,8 3-1,1 1-315,1-2 235,2-1 0,0-2 0,2-1 0,2-2 0,6-2-573,2 2 0,4-3 83,3 2 400,-3-7 1,5 8-1,-6-6 1,3-2-1,1-2-145,-2-1 1,-1 0 110,-2 0 96,-6 0 0,5 0 1,-4 0-185,4 0 77,-5 0 468,-2 0 1,-6-1 1367,0-4-1308,0 4 364,0-6 1,-6 7 0,-4 0 151,-3 0 0,4 0-430,0 0-294,-1 0 0,-4 5 1,0 0-1,-1-2 1,1-2-192,0-1 0,-2 0-92,-3 0 188,3 0 0,-4 0 1,6 0-1,-1-1 0,1-2-50,0-2 1,1-6 61,4 1-114,-4-2 1,12-2 0,-4-1-1,3 0 1,4-3-581,3-1 0,7-1 173,7 1 306,7 3 1,-6-5 0,4 7-1,-4 0 1,-1 1 30,0 4 1,0 1-397,-5 3 154,-6 4 1,5-6 82,-4 7 1,-2 2-158,-3 3 121,-2-4 0,-2 7 1,-2-3-408,-2 4 0,1 2-619,-7-1 901,7 3 490,-10-6 0,-14 20 0,-10 3 0</inkml:trace>
  <inkml:trace contextRef="#ctx0" brushRef="#br0">3569 5587 7582,'-9'0'1187,"-1"0"0,5-5-554,-4 1 1,4-3-111,-4 3 1,6 0-1,-4-4 1,2 1 239,1-1 0,-1 3-488,5-5-232,0 1 0,2-5 0,2 1 0,6 2-63,2 2 0,3 4-24,-1-5 1,5 7 0,0-2 0,-2 4-10,-1 1 1,0 0-281,3 0 283,-3 0 0,4 1 1,-6 4-1,-1 5 96,-4 2 0,-2 3-63,-7-1 87,0 6 0,0-4 1,-2 5-1,-3-1 1,-4 2 174,-4 0 1,-1 4-134,0-7-29,-7 6 1,5-9-1,-2 4 1,2-1-1,3 0 150,4-1 0,-2-7-302,6-2 176,0-6 0,7 8 272,2-6 1,6 0 191,9-5-345,-3 0 1,10-5 0,-3 0 0,0 1 0,1-1 260,1 0 1,-4 0-596,-2 5-207,-3-6 0,-2 4-1287,0-2 975,-6 2-1094,-2 2-2232,-6 0 3137,0 0 0,-12 0 1,-4 0-1</inkml:trace>
  <inkml:trace contextRef="#ctx0" brushRef="#br0">4081 5615 7916,'0'-14'2294,"0"0"-1634,0 0 1,-2 1 579,-2 4 1,0-2-234,-5 6 1,4 0-731,-4 5-223,-1 0 0,-4 0 1,0 2-1,0 3 1,-1 4 177,1 4 1,-5 6-110,0 0-66,0-1 1,5 1-1,0 0 1,0 0-1,1 0-237,4 0 0,-3 0-619,8-5 581,-1 1 0,7-1 1,2-1-1,6-4 318,2-4 1,9-4 190,3-1-140,-4 0 1,7-1-1,-5-4 1,0-4-1,-3-3 382,-3 3 1,-2-4-59,0 4-177,1-10 1,-6 3-1,-1-4 1,-2 1 0,-1 0 108,1 1 1,-4 7-612,3 2-168,-4-1 0,-2 2-599,-4 4 0,3 10 1127,-2 8-130,2 0 0,2 12 0,0-6 0,2 2 0,1 4 752,2 0 0,1-3-244,-1-4-285,-4 3 0,6-7 0,-6 4 1,2-3 68,2-2 0,0-4-159,-5-1-1270,0-6 295,0 4-925,0-7 884,0 0 0,1-5 0,3-1 0,2-1 857,2 1 0,1-24 0,5-1 0</inkml:trace>
  <inkml:trace contextRef="#ctx0" brushRef="#br0">5062 6938 9731,'0'-10'2622,"0"1"-2040,6 5-323,-4-2 0,3 6 0,-10 0 1,-6 0-1,-7 0 0,-5 2 432,-4 2 1,-3-2-520,-3 3 1,-8-4 0,-10-1 0,-3 0 172,-4 0 1,-4 0-201,1 0-104,-4 0 1,-13 0 0,1 0 0,1 0 0,5 0-150,2 0 1,-1 0-34,-1 0 164,-6 0 1,4-1-1,-3-2 1,3-2-1,2 2-26,0 1 0,-3 2-1264,3 0 1264,3 0 1,11 0 0,2 0 0,0 0 0,1 0-11,0 0 0,2 0 47,9 0-32,-6 0 0,2 0 0,-7 2 1,-1 1-1,1 2-20,-1-2 1,-7 3-214,-4-1 214,-3 0 0,-1-5 0,2 0 0,2 1 0,-4 2-202,-4 2 1,1 0-156,-3-5 425,10 0 0,8 0 0,7 0 10,2 0 0,-3-5 0,3-1 1,-1-1 66,-4 1 1,-3-5 142,-5 2-196,4 2 0,-5-5 0,6 2 0,2-1 0,-1 0-59,-1 2 0,10 1-210,-5-2 1,8-1 0,4 6 0,4 1 639,1-3 1,8 6-581,8-4 180,3 3 0,10 2-141,6 0-608,6 0-766,2 0 560,-1 0 0,-1 0 1,5 0-1,5 0 909,3 0 0,31 7 0,4 1 0</inkml:trace>
  <inkml:trace contextRef="#ctx0" brushRef="#br0">925 7620 8100,'-5'-14'-248,"-1"1"1,-1 2 0,1 2-1,1-1 871,-1 2 1,4-4 0,-4 4 1047,0 0-1328,4 1-239,-4 7 0,10 7 104,1 2-11,0 10 1,-3-1-1,1 4 1,1 0-1,0 0 222,-3 3 1,4-3-115,0 2-209,-1-7 0,-4 9 1,0-7-1,0-2 0,0-1 301,0-2-472,0 0 897,0 0-116,0-6 0,0-3-655,0-10 36,0-9 0,0-3 0,0-7 0,0-1 0,0-2-70,0-1 0,0-1-107,0 1 97,0 6 1,0 1-1,0 7 1,-1 0-797,-4-1 499,3 1-1021,-4 6 0,6 3 681,0 10 0,0 3-143,0 6 438,0 1 0,0-1 0,0 2 0,0 1 0,2 2-1797,2-2 2132,-2-1 0,36 17 0,1 5 0</inkml:trace>
  <inkml:trace contextRef="#ctx0" brushRef="#br0">1294 7648 8109,'-6'-14'1681,"3"5"-794,-7-1-504,7 7 0,-5-5 0,3 5 0,-4-2 383,-4 2 0,-1 2-518,0 1 0,-2 6-274,-3 3 1,3 4 0,-3 3 0,5 1-106,5 2 1,-4 2-720,4-2 674,2-4 1,1 11 0,6-7-1,0-2 1,0-1-372,0-2 0,2-4 310,2-1 1,4-6-1,8 2 1,1-4 382,2-1 1,2-6 36,-2-3 293,-3-4 0,4-1 0,-6 0 0,-1-1 0,-2 1 784,-1 0 1,-7 0-317,1 0-416,4-1 0,-6 1-675,3 0-1208,-4 6 1268,-1 8 0,0 8 1,0 6-1,0 2 0,0 1-26,0 2 0,2 5 44,3-5-51,-4 6 0,7-9 0,-5 3 0,2-3 0,-2-2-922,-1 0 0,2-4 198,1-1-1536,0-6 2380,-5 4 0,-32-45 0,-7-10 0</inkml:trace>
  <inkml:trace contextRef="#ctx0" brushRef="#br0">910 8814 8124,'0'-9'16,"-1"1"1,-2 0 556,-2 0 2057,0 5-696,-1-3-1225,4 6-1035,-4 0 124,6 0 1,2 6 209,2 3 1,-2 4-1,3 1 1,-2 2 90,1 3 1,-2-2 164,3 7-183,-4 0 0,1 4 0,1 1 0,2-1 0,-2 2 260,-1 3 1,2 2-21,1 3-323,0 9 0,-4-14 0,3 10 1,0-2-1,-1 0-85,-1 2 1,-2-1 27,0 1 108,0 0 1,0-5 0,0-2 0,0 0 0,0-1 154,0 0 0,0-2 65,0-5-193,0 1 0,0-5 0,0-2 0,0 0 0,0-2 64,0 1 0,0-2-211,0-5 134,6 0 0,-4 0 0,3 1 20,-4-1 1,-1 0-51,0 0 50,0-6 0,0 5 0,0-4-68,0 4 0,0-4 67,0 1-267,0-7 1,0 5-824,0-3 683,0-4-1161,0 6-681,0-7-2537,0 0 3981,7 0 723,-6 0 0,31-45 0,-1-10 0</inkml:trace>
  <inkml:trace contextRef="#ctx0" brushRef="#br0">981 8757 8052,'-17'-8'18,"3"2"1,1 1 0,1-1 627,-3-2 0,6 5 0,1-3 374,2-1-221,1 6-585,5-6-151,0 7-30,6 0 106,2 0-88,0 0 1,5 0 0,-4 0 0,4 0 216,1 0 0,0 0-109,0 0-83,7 0 0,-4 0 0,7 0 0,1 0 1,2-1 158,2-4 1,4 4-256,0-4 26,6-3 0,-7 5 1,6-5-1,1 2 1,1 2 74,-2 3 1,1-4 656,-5 0-756,5 1 0,-9 4 1,5 0-1,-2 0 1,2 0 14,1 0 1,0 0 9,2 0 21,3 0 1,-4-5-1,5 0 1,3 2 0,0 1 75,3 2 1,-1-1-77,-4-4 6,0 3 0,-1-4 0,-1 6 1,-3 0-1,-5 0-66,-3 0 0,4 0 92,-1 0-74,6 0 1,-7 0 0,4 0-1,0 0 1,1 0 36,2 0 1,7 0 105,2 0-123,5 0 0,-7 0 1,5 0-1,-1 0 0,-1 0 43,0 0 0,-3 0-31,-8 0-38,3 0 1,-10 0 0,6 0 0,-1 0 0,-1 0-106,0 0 0,3 0 124,-5 0 10,13 0 1,-13 0-1,9 0 1,-2 0-1,-2 0 28,0 0 1,3 0-54,1 0 27,4 0 0,-5 5 0,7 0 0,-1-2 0,0-2 55,1-1 1,-1 0-88,-4 0 4,-7 0 1,5 0 0,-4 0 0,1 0 0,-2 0-127,-1 0 0,4 0 47,-1 0 71,3 0 1,0 0-1,-1 0 1,-2 0 0,0 0-57,-2 0 0,5 0 93,-3 0-15,-3 0 1,4 0 0,-4 0-1,0 0 1,-1 0 37,-2 0 1,-2 0-58,-2 0 27,1 0 0,-2-4 0,-4-1 1,-2 2-1,-2 0-27,0-2 1,1 3 16,-1-2 149,-3 2 0,0 2-28,-7 0-77,-5 0 107,2 0 95,-6 0 266,0 0-411,-6 0 20,4 0-288,-4 0 1,6 2 305,0 2 1,0-1 35,0 7-137,0-7 1,0 10 0,0-4 0,0 4 145,0 1 0,0 5 242,0 0-322,0 0 1,0 0-1,1 1 1,2 2-1,2 4 106,-2 1 0,-1 1-36,-2 0-116,0 1 0,0-1 0,0 1 0,0-1 1,0 1 73,0-1 0,0 2 15,0 3-138,0-3 0,0 5 1,0-7-1,0 1 1,1-1 129,4 1 0,2-1-4,2 1-90,-3 5 1,-1-4 0,1 4 0,1-4-1,1-2 69,0 0 0,-5 1-34,1-1-56,4 1 1,-6-1-1,3-1 1,-4-2-1,-1-1-104,0 1 0,0-3 105,0 2-38,0-7 0,0 9 1,0-7-1,0 0 0,0 1-29,0 4 1,-1-4 16,-4-1 8,3-3 1,-6 0-1,5 1 1,-1 2-1,0-1-65,3-3 1,-1-5-59,-3-1 92,4 1 0,-5 4-136,6 0 75,-7 1 73,6-8 0,-6 1 0,6-5 168,-4 2-170,-3 0 45,-12-5 0,2 2 0,-5 1 0,-3 1 0,-2 0-139,-5-3 1,-4 4 38,-5 0 75,-7 6 1,9-10 0,-2 6-1,0-3 1,1 3 8,-1 1 0,-1-5-52,0 1 48,1 4 0,-2-4 0,-2 3 0,-3 0 0,0-4-69,0-2 1,1 4 87,6 0 1,-2 0-1,-2-4 1,-3 2 61,-2 2 1,5 1-99,-1-1 69,-4-3 0,6 9 0,-6-6 0,2-1 0,3 1-36,2 0 0,1 4-75,1-4 68,-1 0 0,5 0 1,2-1-1,0 1 1,-2 0-49,-7-1 0,3 6-61,-6-5 128,-2 6 1,4-10-1,-5 6 1,-1-3 0,0 1 153,-2-2 0,2-1-51,10-2-53,-7 0 0,3 5 1,-6-1-1,-2-1 1,0-1 200,2-2 0,-3-5-17,3 1-154,-4-1 0,6 0 1,3 0-1,1 1 1,0-1 55,-2 0 0,-4 0 2,5 5-103,-7-6 0,8 5 0,-4-4 0,-1 3 0,2 2-44,0 0 1,2 0-164,4 0 132,1 0 1,-6 0 0,-1 0-1,2 0 1,1 0 46,5 0 0,2 0 285,-4 0-290,0 0 0,7 0 0,3 0 0,4 0 1,4 0 251,1 0 0,1 0-39,-6 0-224,7 0 0,-5 0 1,2 0-1,-3 0 1,-2 0-142,3 0 1,3 0-89,0 0-218,4 0 0,10 0-898,1 0-59,6 0 834,-4-6 0,14 4 0,2-4 0,5 1 1,4-1-1586,1-2 1,6 3-211,-1-4 1197,-4 6 1167,7-4 0,20-24 0,13-9 0</inkml:trace>
  <inkml:trace contextRef="#ctx0" brushRef="#br0">3071 8700 8159,'0'-9'230,"0"-1"1,-1 1 1016,-4 1 1,4 0-98,-4 3 1,3 5-267,2 0 1,0 7-508,0 7 0,0 0-176,0 0 1,0 5 0,0 2 0,-1-1 146,-4 1 0,3 4-194,-2-1 0,2 3 0,2 1 0,0 1 124,0-1 1,0 2 32,0 3-229,0-3 0,0 11 1,0-4-1,0 1 1,0 0 63,0 1 0,0 2 127,0 2-215,0-7 0,0 5 0,0-3 0,0 2 0,0-1-5,0-1 0,0-6 155,0 1-268,0 3 0,5-6 0,0 5 1,-2-2-1,0 0 30,2-1 1,-4-1-162,4 3 200,-4-4 1,-1 4 0,0-5 0,0 1 0,0 1-45,0 2 1,0 1 2,0-6 67,0 1 0,0-1 0,0 2 1,0 0-1,0 0 165,0-3 1,5-3-78,0-1-57,0 4 0,-5-6 1,0 2-1,0-2 1,0-2 75,0 0 1,0 0 11,0-5-149,0 0 0,1-4 1,2-1-97,2 2-144,0-5-229,-5 1-358,0-7-710,0 0 674,0-7 0,0 0-3184,0-8 2697,0-5 0,0 1 1345,0-10 0,-23-30 0,-11-14 0,10 16 0,1 1 0,-1 0 0</inkml:trace>
  <inkml:trace contextRef="#ctx0" brushRef="#br0">1081 9283 7836,'-8'-6'281,"0"4"0,5-4 1,-3 1 1618,-2 1-1240,5-1 0,-4-1 336,7-4-560,0 4-334,0-1-405,0 7 40,0 0 456,7 0 1,-4 0 427,6 0-474,1 7 0,4-6 1,0 4-1,0-3 1,2-2 230,3 0 0,-3 0-32,3 0-315,3 6 0,-5-4 0,7 2 1,1-2-1,2-2-30,2 0 1,-4 5-48,3-1 115,-2 1 0,8-5 0,-4 2 0,2 1 0,1 2 407,-1-2 1,-1-2-357,3-1-45,-4 0 1,4 0 0,-5 0 0,-1 0 0,1 0 120,-1 0 1,2 0-71,3 0-103,-9 0 1,9 0 0,-8 0 0,5 0 0,4 0 36,-3 0 0,4 0 1,-2 0-33,0 0 1,0 0 0,2 0-1,2 0 1,0 0-55,0 0 0,2 0 79,-6 0-11,1-6 0,0 4 0,3-2 0,1 2 1,-2 2 137,-1 0 0,4 0-107,-1 0-83,-3 0 0,0 0 0,-5 0 1,1 0-1,4 0 20,1 0 0,-4 0-217,1 0 221,-3 0 0,-6 0 0,0 0-98,1 0 1,0 0 0,0 0-1,-1 0 7,1 0 1,2 0 33,2 0 33,5 0 0,-4 0 1,4 0 32,-4 0 0,4 0-24,4 0 1,-3 0 0,-2 0-1,-3 0 30,-1 0-53,-1 0 0,1 0 0,-1 0 0,0 0 0,1 0-3,-1 0 0,1 0 8,-1 0 33,1 0 1,-1 0 0,0 0 0,1 0-1,-1 0 17,1 0 0,-1 0 177,1 0-198,-7 0 0,5 0 1,-4 0-1,4 0 1,2-1 6,-1-4 1,0 3-27,1-3-7,-1 4 0,1 1 1,-1-2-1,1-1 1,-1-2-201,1 2 0,-1 0 68,0-2 113,1 4 0,-2-6 1,-2 7-1,-1 0 1,1-1 10,2-4 0,1 4-44,1-4 122,-1 3 1,5 1-1,0-2 1,-1-2-1,-2 2 39,-2 1 0,-4 2-69,0 0-16,0 0 1,-2 0-1,-3 0 1,-4 0-1,1 0 10,3 0 0,-3 0-258,3 0 268,3 0 1,-5 0-1,6 0 1,-1 0 0,0 0 144,3 0 1,0 0 364,-1 0-335,-3-6 0,-7 4 0,0-3 152,0 4-156,-6 1-502,-2 0-1021,-6 0 893,0 0-498,-6 0 1,3-2 0,-7-1 0,-1-2 0,-3 2-3263,-5 2 4191,-3 1 0,-19-3 0,-9-1 0,-4 0 0,0 0 0</inkml:trace>
  <inkml:trace contextRef="#ctx0" brushRef="#br0">1351 8914 8153,'0'-15'1070,"0"1"731,0 0-962,0 0 0,0 8-357,0 6 0,0 6 0,0 10 3,0 3 1,0-4-323,0 4 1,0-1 2,0 1 0,0-4 1,0 4-1,0-3 33,0-2 1,0 1-335,0-1 22,0 0 1,0-4 0,0-1 805,0 2-233,0-5-213,0 1 1,0-9-1,0-4-43,0-8 0,0-7 218,0-7-650,0-1 0,0 2 0,0 2 0,0 3 0,0 0-32,0 0 0,0 4 97,0-1-138,0 10 0,0-4-407,0 4 1,-1 4-178,-4 5 589,3 6 1,-4 9-1,4-1 1,-1 0-1,-2 0-997,2 0 0,2 5 382,1 0 386,0 0 0,0 0 0,0 0 525,0-1 0,19 4 0,4 0 0</inkml:trace>
  <inkml:trace contextRef="#ctx0" brushRef="#br0">1607 8914 8554,'-2'-10'473,"-2"1"1,2 4 1902,-3-4-832,4 5 0,-4-4 405,0 4-1222,1 2-725,4-4 0,0 7 0,0 4 0,0 5-17,0 2 0,0 2 212,0 1-255,0-1 1,4 0 0,1 0 0,-2 1-396,-1-1 1,-2 0 180,0 0 232,6-6 0,-4 5 344,2-4 609,-2-2-760,-2-1 0,0-19 0,0-6 0,0-6-860,0-3 1,0-6 281,0 1 268,0-6 0,0 13 0,2 0 0,1 3 0,3 6-1050,2 1 857,1 2 394,6 6 0,-1 2 0,0 6 0,-1 1 94,-4 4 1,2 3 78,-6 6-236,0 1 0,-5 3 1,0 1-1,-2-1 0,-3-2-29,-4-2 1,-2 0-1271,1 0 665,-2-6 0,4 5 0,-6-4 1,-1 4 652,1 1 0,25-12 0,7-4 0</inkml:trace>
  <inkml:trace contextRef="#ctx0" brushRef="#br0">2048 8914 8375,'-7'-15'49,"1"6"0,-5 1 0,3 0 404,2 0 1,-4 4 0,6-6 182,0-1 0,1 5 92,-1 1 0,2 2 350,-3-2-763,4 3-141,1-4 0,1 6 0,2 2-85,2 2 0,0 0 611,-5 5-493,0 1 0,0 4 0,0 0 0,0 0 0,0 0 149,0 1 0,0-1-378,0 0-11,0 0 0,0-4 0,0-1 0,0 2-42,0 2 200,0-5 312,0 5-595,0-12-58,0-1 1,0-9 0,0-10-281,0-5 1,0-4-1,0-6 1,0-2-224,0 0 1,0 1 656,0 7-102,0 5 0,1-2 0,3 6 0,2 3 1,2 5-202,3 7 1,2-3 499,1 3-36,0-1 1,-5 6 0,-1 4-1,0 3 1,-1 1 636,-1 1-537,-1-1 1,-1 6-78,1-1 0,-2 0 1,-6 0-1,-3-1 93,-2-4 1,3 4-85,-4-3-305,6-4 1,-10 6 0,5-2-856,0 3 696,-5 1 294,12 0 0,-5-4 1,6-1 8,0 2 339,6-5-177,2 7 0,1-11 1,1 2-1,-1-1-50,-1 2 0,0-3-436,-3 3-395,-4-4 0,12-1-2436,-4 0 1924,4 0 724,1 0 537,-6 0 0,17 0 0,-1 0 0</inkml:trace>
  <inkml:trace contextRef="#ctx0" brushRef="#br0">2233 8843 8237,'0'-15'1069,"0"1"-71,0 0 0,-2 0 814,-3 0-387,4 6-931,-6 1-456,7 7 0,0 2 1,0 3-1,0 4 284,0 4 1,0 6 173,0 0-402,0 6 0,0-5 0,0 6 28,0-3 1,0-4-75,0 5 0,0-7 0,0 4 0,0-2-9,0 0-138,0 0 0,0-10 1,0 1-1,0 1-911,0 2 722,7-6-228,-6 0 92,6-7 254,-7 0 1,1-5 121,4 0 0,-3-1 73,2 1 184,-2 4-207,-2-6 0,0 6 292,0-4 226,0 3 264,0-4-349,0 6-487,0 0 57,0-6-285,0 4 29,0-4-146,0 0-115,0 4 404,0-11-19,0 12 1,0-12 0,0 4 0,0-4-184,0-1 1,0 0 262,0-1 14,0 1 0,0 0 1,1 0-1,3-1 1,0 1 78,-1 0 1,1 1 163,0 4-69,-2-4 0,4 10 612,-6-6-546,7-1-228,-6 2-433,5 2 125,-6 6-326,0 0-285,0 6 475,0-4 161,0 4 138,0-6 667,0 0-97,-6 0-261,5 0 496,-6 0 1,6-6 466,-4-4-656,3 4-278,-4 0 1,6 4-183,0-3 0,0 2-246,0-6 31,0 6-413,0-4 413,0 7 215,6 0 1,-4-1 0,4-2 0,1-2 35,2 2-83,4 1 75,1 2 0,-5 0 1,-1 2-1,0 1 1,0 2 1,0 1 8,1-1-28,4-4 0,-11 7 1,4-5-1,-1 4-3,-1 0 256,1 3-254,-5 4 0,0-4 1,-1-2-1,-3-1 0,-2 0-50,-2-1 1,-1 4-243,-5-6 164,-1 1 0,1 0 0,0 0 0,1-1-179,4 3 1,1-6 160,3 4 29,4-4 0,-6 1 599,7 3 1,2-2-169,3 6-86,2-5 1,8 7-1,-1-5 1,0 0-1,0 2 495,1 0 1,-1-3-114,0 4-461,0-6 1,0 9 0,1-6 0,-1 0-151,0 0-320,0 6 184,-6-11 1,0 5-1595,-3-6 1084,-4 0-314,6 0 0,-9 0 0,-1-1 1,-3-2 961,-2-2 0,-2-25 0,-4-2 0</inkml:trace>
  <inkml:trace contextRef="#ctx0" brushRef="#br0">2531 8843 8237,'0'-15'508,"0"1"1,0 5 744,0-1 1,-1 5-95,-4-4-301,3 6 0,-4-5 878,6 3-1955,0 4 263,0-6 1,-2 14-1,-1 2 1,-2 4-1,2 1 335,2 0 0,1 5-284,0 0-63,0 0 0,0 0 0,0 2 0,0-1 0,0 1-219,0-4 1,0-1 240,0-2-146,0 7 1,1-10-1,2 3 1,4-3 0,1-2-544,3 1 0,1-7 202,3 2 1,-1-4 1,0-1 0,2 0 0,1 0 0,2-1-680,-1-4 1,2-1 117,-1-4 643,0-2 1,-5 8-1,-1-5 1,-2-1 349,-2 3 0,-37-19 0,-5 3 0</inkml:trace>
  <inkml:trace contextRef="#ctx0" brushRef="#br0">2588 8971 8237,'-8'0'1177,"-4"0"1,8-2 763,-5-3-1054,6 4-283,-4-6 1,6 6 1569,-4-4-4436,10-3 1822,-4 0 0,14 0 0,-1 5 1,0-2-1,0 2-793,1 2 1,-1 1-1161,0 0 2393,-6 0 0,-14-13 0,-10-3 0</inkml:trace>
  <inkml:trace contextRef="#ctx0" brushRef="#br0">2545 8828 8237,'0'-14'661,"0"0"1,0 4 211,0 1 0,2 4-532,3-4 0,-2 6-672,6-2 0,1 3 0,4 2 331,0 0 0,45 13 0,10 3 0</inkml:trace>
  <inkml:trace contextRef="#ctx0" brushRef="#br0">2858 8814 8208,'0'-9'1308,"0"-1"-5,0 7 94,0-3 0,-1 6-532,-4 0 1,3 6-566,-2 4-169,2 8 0,2-2 0,0 5 0,0-2 0,0 1 143,0 2 1,0-3-134,0 5-196,0-7 0,0 6 0,2-6 1,1 2-1,1-2-489,0-1 1,-3-6-617,-1-1 79,0-6 780,0 10 0,0-13 42,0 0 76,0-6 0,0-10 1,-1-3-1,-3-5 0,0-4-456,1-6 0,1 4 717,2-3-3,0 3 1,0 2-1,0 1 1,0 3-1,0 4 426,0-1 1,0 10-53,0-3-324,0 9 1,6-1 0,4 6 0,2 0 0,3 0 412,-1 0 0,0 0-127,0 0-638,1 0 1,-3 6-1,-1 2 1,-3 2-1,0-1 227,0 2 0,-30 33 0,-3 10 0</inkml:trace>
  <inkml:trace contextRef="#ctx0" brushRef="#br0">2844 8971 8200,'8'0'5427,"5"-7"-4605,-6-1 0,8-4-905,-1 2 0,-5-1 0,1 6 0,1 1-1752,2-3 1,1 6 1834,0-4 0,-12-3 0,-4 0 0</inkml:trace>
  <inkml:trace contextRef="#ctx0" brushRef="#br0">3342 8857 7876,'0'-14'354,"0"-1"1049,0 1-774,0 0 1,-2 1-1,-1 2 877,-2 2-1347,0 6 0,1-2 0,-1 10 644,2 4-731,1 4 1,2 1-1,0 0 27,0 0 0,0 1-36,0-1 0,0 0 1,0 0-1,0 0-355,0 1 103,0-1 1,0 0-1,-1 0-245,-4 1 378,3-8-33,-4 0 1,4-7 0,-1-3-11,-2-7 0,1 1 59,4-10 210,-7-3 1,6 1-1,-4-3 1,4 4 326,1-1 0,0 5-489,0-2 64,6 8 0,3 4 1,9 6-1,1 1 467,-2 4 1,-1 3-237,-2 6-206,7 7 0,-6-5 0,4 4 1,-3-1-1,-2 0-11,1-2 1,-1-1-1,0-2-59,0-6 0,-4 3 1,-1-6 267,2-2 1,-3-1-87,2-2-173,-7-7 1,3 0 0,-6-9-1,-1-2 1,-3-2-80,0-2 0,-6-2-641,5-4 362,-6-1 1,5 7 0,-5 2 0,3 1-1892,2 0-795,-5 6 2022,9 7 1,-4 7 985,6 4 0,38 41 0,9 15 0</inkml:trace>
  <inkml:trace contextRef="#ctx0" brushRef="#br0">3711 8757 7876,'-9'-1'0,"-1"-4"0,2 2 1892,-1-7-989,-4 7 1,10-3 316,-6 6-899,5 0-91,-2 0 0,12 6 0,4 4 1,4 2-1,4 4 525,1 3 1,6-3-115,-2 3-455,-2 3 1,4-6 0,-4 3-1,-1-4 1,3 1 21,-1 3 0,-5-8-184,2 4-470,-3-4 0,-2 1 0,-1-1-806,-4-1-596,-3-7 1096,-6 3 1,0-7-1,0-4 1,-1-6-951,-4-7 1,-1 3 864,-4-4 837,-2-3 0,5 6 0,-4-5 0,2 2 0,-1 0 0,2 2 0,2 6 0,6 1 154,-6 1 1,4-5-1,-3 0 2971,4-1-1653,-5 7 1064,4 2-1568,-4 6 0,6 2-78,0 2-621,0 4 1,-5 8 0,-1 1 0,-2 4 0,-3 0 542,-2-1 1,-1 4-660,0-5-183,-1 6 0,1-8 1,0 6-1,1-3 1,2-3-984,2-1 1,4-2-1345,-4 1 1232,5-1 1,-2-5 0,6 1 1124,0 1 0,25-30 0,7-6 0</inkml:trace>
  <inkml:trace contextRef="#ctx0" brushRef="#br0">4180 8814 7876,'-7'-6'0,"-5"-2"1119,8-6 0,-3 4-161,3 1 1,2 4 0,-4-4 1424,-1-2-2141,6 4 0,-5 2-186,6 10 0,0 3 0,0 6 0,0 1 610,0-1-577,0 6 0,0-4 1,0 3 88,0-3 0,0-2-398,0 0 1,0 0 0,0 1-1347,0-1 187,0 0-326,0 0 1056,0-6 485,0-8 0,0-9 0,0-9 0,1-1 1,2 2 29,2 1 1,1-3 36,-1 0 257,-3 0 1,4 5 0,-4 2-1,1 0 754,1 3-638,1 0 22,-5 1-263,0 1 0,0 9 330,0 3-156,0 3 1,0 10 0,0 3 0,0 0-1,-1 1 464,-4 0 1,3-3-113,-2 4-452,2 1 1,-3-2 0,1-1-1,-1-2 1,0 0 356,0-2-253,1-1-746,4-2 0,-2-6-554,-3-3 0,4-5 664,-4-5-537,3-3 0,7-8 1,1-1-1,2-4 1,2 1 959,-2-1 0,-2-48 0,-6-9 0</inkml:trace>
  <inkml:trace contextRef="#ctx0" brushRef="#br0">4052 8814 7761,'0'-9'2135,"0"-1"-1513,0 7 1,0-5-224,0 3 1,2 4-1,3-5 1,4 1 443,4 0 1,1 0-284,0 5-655,1-6 1,4 4-1,-1-2 1,0 2-1,-1 1-447,2-4 1,-3 3-1839,3-3 1168,-3 4 0,-2 2 1212,0 4 0,0 22 0,1 11 0</inkml:trace>
  <inkml:trace contextRef="#ctx0" brushRef="#br0">4593 8814 7876,'-13'-14'0,"2"0"1128,2 0 0,4 1 1,-3 2 837,2 1-1534,1 7 1,5-2 0,1 10 332,4 5 1,-3 2-139,3 3-428,-4 5 1,-1 1 0,0 4 0,0-3 0,0 0-135,0 0 0,0 0-74,0 2-170,0-3 0,-5-7 0,1 0 0,-1 0-2016,-1 0 791,4 1 793,-11-7 0,10-4 1,-5-8-240,2-6 1,1-3 771,5-1 61,0 0 1,0 0-1,0 0 1,2 1-1,1 2 66,2 1 0,6 2 8,-2-1 165,4-4 0,1 12 1,0-6-1,1 3 0,-1-1 370,0 2 0,5-3-220,0 1-453,0-6 0,-3 9 0,1-4 0,2 0 0,-2-2-78,-1 0 1,-3-5-134,-4 4 240,4-4 0,-7 3 0,4 1 404,-6-2 303,-2-2-423,-2 5 0,-6 2 1,-2 8-1,-2 2 0,1 6 530,-2 3 0,3 5-229,-2 1-288,7 7 0,-8-4 1,6 5-1,2-2 0,0-3 363,-2-1 0,4 4-260,-4-1-306,4-4 0,1 1 1,0-6-1,0 3-1481,0 1 816,0 0-953,0-11 1,1-2 0,4-6-15,4 0 1,4-6 1589,1-4 0,19-47 0,5-12 0</inkml:trace>
  <inkml:trace contextRef="#ctx0" brushRef="#br0">4906 8899 7876,'6'-7'0,"-5"-1"2235,4 3-1132,-3 3-524,-2-4 1,-2 6 0,-1 2 0,-3 2 821,-2 6 0,5 2-589,-2 3-599,3-1 0,-2 0 0,-1 0 0,2 1 1,1-1-15,2 0 1,2-1-549,2-4 284,4 4 1,7-10 0,-1 5 0,2-2 0,1-3-398,2-1 0,5-4 120,-5-2 371,6-4 0,-9-7 0,1 1 1,-6-2-1,-6-1 357,-4-2 0,-1-5-285,0 5-226,-6 0 0,-7 5 0,-7 0 0,-2 1 0,-3 4-1137,-2 4 1,3 4 283,0 1 162,7 6 1,-4 2 0,7 6-773,0 0 0,6 0 1588,3 1 0,35 18 0,10 5 0</inkml:trace>
  <inkml:trace contextRef="#ctx0" brushRef="#br0">5218 8914 7876,'10'-15'299,"-1"1"1,-6 0 1653,2 0-853,-3 0 315,-2 6 0,0 3-454,0 10 1,0 3-326,0 6-271,0 0 0,-2 5 0,-1 0 0,-3-2 0,-1-1 86,1-2 0,0 1-601,1-1 100,3 0 1,-5 0 0,3 0-115,0 1 99,-7-7-118,9-2 1,-4-8-1,6-2 1,-2-8-1,-1-5-503,-2-7 1,2-4 182,8-5 392,3-4 0,3 0 1,1-1-1,4 0 0,2 1-30,2 4 1,-3 10-125,7 4 267,0 9 0,3 4 1,-2 6-1,-3 1 0,-1 4 51,-4 5 0,-7 7 2143,-6 2-1724,-2 6 1,-4-4 0,-2 4-1,-8-3 1,-3-1 399,-4-4 0,-7 4-1118,3-2 23,-4-1 1,3-8 0,0-1 0,1 1 0,1-2-1963,3-3 7,-3-4-194,6-1 0,-2 0 2372,14 0 0,37-13 0,21-2 0</inkml:trace>
  <inkml:trace contextRef="#ctx0" brushRef="#br0">1308 9724 7789,'-9'-5'67,"1"-1"1,0 0 0,2-2 1226,0 0 1,-1 3 196,2-4 0,4 7 182,-4 2-1469,4 0 0,1 17 0,0-2 0,1 2 1,2 2 144,2 0 1,0 5-247,-5-5 0,0 4 1,0-4-1,0 0 69,0 2 0,0-5-304,0 2 46,0-2 1,0-2-1,0 1 429,0-1 66,0-6-381,0-2 1,5-9 0,-1-6 0,-1-10-1,1-8-7,0-6 0,0-4 126,5-5-124,-6-1 0,5 0 0,-5 2 0,2 3 1,-2 5 346,-1 3 1,-1 8-227,4 3-391,-3 10 1,4-1 0,-6 12-165,0 9 1,0 8 948,0 9-439,0 1 0,0-1 0,0 0 0,0 1 0,0-1-101,0 1 0,-5-6-489,0 1 80,1-7 1,2 6-1,-1-6 1,-3 2-1769,-2-2 1,5-6 804,-2-1-1447,3-7 2821,2 3 0,19-37 0,5-9 0</inkml:trace>
  <inkml:trace contextRef="#ctx0" brushRef="#br0">1451 9724 7789,'0'-14'473,"0"0"0,0 4 693,0 1 1,0 4 1796,0-5-724,0 7-711,0-3-1391,0 6 0,0 2 1,0 2-1,0 6 432,0 2 0,0 4-176,0 3-394,0-3 0,-2 11 1,-1-4-1,-2 3 1,2-1 1,1-1 1,2-7-518,0 2 334,0 3 0,-4-6 0,-1 3-206,2-3 670,1-2-204,2-6 0,0-3 0,0-10 0,0-5 0,0-4-246,0-5 0,0-3-104,0-6 95,7-7 1,-4 3 0,6-4 0,1 1 0,-1 4-347,1 1 0,-1 3 126,5 3 304,1 4 1,-1 7 0,-2 2 0,-1 3-1,-1 2-205,1 2 1,2 4 412,1 5-134,-6 3 0,3 6 0,-6 1 0,-1-1-20,3 0 0,-6 0 518,4 0-347,-4 1 0,-5-6 0,-3 1 1,0 1-1,-5 0 6,0-2 1,-9 4-155,-2-4-479,2-2 1,-6 4 0,5-5-1,0 0 1,3 2-2039,3 0 1,2-3 924,0 4 1608,6-6 0,27-3 0,12-7 0</inkml:trace>
  <inkml:trace contextRef="#ctx0" brushRef="#br0">1692 9866 7868,'0'-9'2459,"0"-1"-1261,-6 7 1,4-5 880,-2 3-1670,2 4 1,2-4-1,0 10 218,0 4 0,6 4-13,4 1-486,3 0 1,1 1 0,-2 0 0,1 3 0,-2 1 126,0-2 1,5-1-145,-7-2-100,4 0 1,1 1-1,1-1-655,-1 0 107,0-6 295,-6 5 0,-2-13 0,-6 0-231,0-8 1,0-5 63,0-1-316,0 0 0,0-1 0,-1 0 0,-3-3 0,0-1-463,1 2 1,-4 1 840,2 2 184,1-7 0,-1 10 0,0-3 1,2 1-628,2 1 2492,-6-2 1553,6 6-1356,-6 1 0,3 14-601,-1 2-974,-6 4 1,8 3-1,-7 3 1,-1 4-1,-2 4 343,-1 1 0,0 1-206,0-1-368,0 1 1,-1-1-1,1 1 1,0-2-1,0-2 231,-1-2-255,1-5-416,0 2-986,6-12 1100,2-1-762,6-14 1,6-1 0,4-4 0,2 1 0,2 1 994,1-1 0,12-33 0,3-10 0</inkml:trace>
  <inkml:trace contextRef="#ctx0" brushRef="#br0">3683 9610 7674,'-5'-14'-156,"-1"1"0,-1 2 1,1 2 1389,3-2 1,-3 3-1,1-2 2484,2-1-1741,1 5-1693,8 0 0,-2 12 133,5 4 1,-6 2-77,2 2 1,-3 2 0,-2 3 0,0 5 183,0 3 0,4 1 99,1 1-464,0-1 1,-5 0 0,0 1-1,0-2 1,0-2 158,0-1 0,0-2-28,0 2-53,0-4 1,0-6 181,0 0-1108,0 1-54,0-7 0,-5-4-2231,0-8-395,1 2 2335,4-11 0,1 12 1,4-4-1,4 2 1033,4-2 0,39-34 0,-21 12 0,0 0 0</inkml:trace>
  <inkml:trace contextRef="#ctx0" brushRef="#br0">4124 9710 7674,'0'-10'4356,"0"1"-3237,-7 6 1,-1-8-550,-6 6 1,0 0-176,0 5 0,3 0 0,-2 0 0,-3 0-11,0 0 1,1 2-46,0 2-239,-5 4 0,2 11 1,-4 2-1,2 1 1,2 3 104,3 2 0,2 2-372,4-1 118,-4 0 1,11-4 0,-1-2-1,6 0 1,7-1-98,2-1 1,9-2 277,3-9-14,3 4 0,6-12 1,0 4-1,-2-3 1,-1-4 155,-1-3 1,-5 2-107,-1-6-886,-5 6 1,1-10-3882,-10 4 2865,-3 2-34,-6 1 0,-1 6 1768,-4 0 0,-53 6 0,-20 2 0</inkml:trace>
  <inkml:trace contextRef="#ctx0" brushRef="#br0">10792 7819 7793,'9'0'283,"1"-2"336,1-2 1,-3 2 1090,1-3 158,-6-3-1320,4 7 1,-9-5 0,-3 6-4,-4 0 0,1 4-130,-2 1-152,1 0 0,-7-5 0,-1 0 0,-4 0 1,-1 1 364,-3 4 0,-2-3-293,-1 2-239,-7-2 0,5-2 0,-5 0 0,2 0 0,-2 0 91,-1 0 1,-1 5-120,-1 0-4,-3-1 1,10-4 0,-7 0-1,-2 0 1,-1 0-182,-1 0 0,-1 2-27,0 3 127,1-4 1,-6 5 0,-1-6 0,0 0 0,0 0 41,4 0 0,0 5-13,3 0-8,-1 0 1,7-5-1,3 0 1,3 0-1,1 0-21,1 0 0,-1 0 61,1 0-55,6 0 1,0 0 0,4 0 0,-1 0 0,2 0 12,1 0 2,2 0 43,0 0 1,1-2-63,4-3-106,2 4 90,7-6 1,0 6 0,2-2 0,3-4-297,4 0 0,5-1-316,5-2 489,-3-3 0,9 6 1,-4-8-1,-1 1 0,1 0 1,-4 0 0,-1 1 43,-2 4 90,0-4 0,1 11 0,-3-4 397,-2 0-192,-4 4-259,-6-4 1,-1 6 0,-6 1 0,-5 4 0,-7 5 93,-4 2 0,0 3 94,-6-1-103,1 0 0,1 0 0,2 0 0,3 1 0,1-1-78,4 0 0,6-4-681,1-1 472,7 0 1,-3 1 0,9-1 0,5 1-369,6-2 0,14-2-26,1-6 75,2 0 1,4 0 0,2 0 0,-1 0 0,-3 0-2212,-3 0 2806,-8 0 0,-20-25 0,-12-7 0</inkml:trace>
  <inkml:trace contextRef="#ctx0" brushRef="#br0">10891 7194 7766,'10'0'406,"-1"0"0,2 0 3112,2 0-2336,-5 0 1,-2-2 0,-6-3-253,0-4 0,-6-4 1,-5-1-606,-7 0 0,1-1-386,-7 1 95,1 0 1,-6-2 0,1-3 0,-1-3 0,-1-2 145,-3 1 0,1 4-108,-5-5-70,5 0 0,-12-9 0,4 0 0,2 1 0,2 2-67,4 2 0,2-2 86,2-3 44,0 3 1,4-3-1,2 7 1,1 4 0,4 2-116,1 2 0,7 4 80,-1 5 16,7 2 1,-5 7 44,3 0-270,4 0 22,-6 0 1,6 0-1,-2 2-374,-2 3 96,0-4-31,5 6-43,0-7 377,0 0 399,0 6-75,0-5 395,0 6-97,0-7-5834,0 0 5267,0 6 0,2-4 0,1 4-15,2 0 1,-1-3 416,-4 7-9,0-7 1,0 10 499,0-4-680,0-2-156,0-1-28,0-6-344,0 6 107,0-4 740,0 4-205,0-6 673,0 0-794,0-6 0,0-2-96,0-6-79,0 6 1,0-5-1,0 4-532,0-4-265,7 5 627,-6 2 1,7 6-1,-3-2 1,4-1-40,4-2 0,1 1 39,0 4-19,1 0 1,-1 0 0,0 0 0,0 0 0,1 1-2634,-1 4 2868,-6-4 0,-21 18 0,-11-3 0</inkml:trace>
  <inkml:trace contextRef="#ctx0" brushRef="#br0">11005 8160 7768,'22'-8'348,"-6"0"0,-8 4 1,0-4-1,-2-2 1506,0 1 0,-1-1-1427,-5-4 0,-2 6 0,-2 5 0,-6 5-327,-2 2 0,-4 14 0,-3 1 0,-6 6 439,-7 3 1,0 6-292,-6-1 1,1 6-1,-6-2 1,-1 1 39,-4-1 1,2 0-98,-6 1-166,0-4 0,2-5 1,4-1-1,6-1 0,7-3 56,3-5 1,8-5-316,3-5-176,3-2 218,8-1 201,2-4 151,6 4 1,5-12 26,0-4 1,6-2-262,-2-3 1,-1 0 0,3-3 0,2-2-769,-1-2 802,6 4 1,-12-7-1,5 6 1,-1 3-1,-1 4-144,-1 2 0,-2 5 36,-6-4-72,0 6 0,-1-2 1,-4 10-1,-5 4-74,-2 4 0,-2 7 159,-1 4 318,1-3 0,0 4 0,0-5 1,1 1-1,2-1 135,2-2 1,5-2-635,0-2 192,2 0 1,4-1 0,2-2 0,7-3 0,7-2-509,6-3 0,2-1-919,3-2 731,6 0 820,1 6 0,32-17 0,6 1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26772 12041 8075,'-6'-8'-62,"5"-4"0,-4 2 864,3-2-586,2 4 1,0 0 0,-1 5-1,-4-2 1,-5 2 241,-2 1 1,2 2-356,1 0 1,-2 0 0,-7 0 0,-2 0 50,-2 0 0,3 0 1,-5 2-1,-3 1-40,-4 2 1,1 4 23,-4-4-147,-2 0 1,5 1 0,-7 2-1,-2 1 1,1 1-154,1 1 0,3 2 262,7 1-157,-1 0 1,1 5 0,1 0 0,3 0 0,5 0 23,3 0 1,2 6 112,0-1-79,-7 3 0,7-4 0,-2 1 1,5 0-1,0-1 1,-1 1 0,-3-2 2,1 2 17,6 3 0,-4-10 0,4 7 0,-2 1 0,2 0 112,2-1 1,1 3-95,5-3-14,-6-4 1,4 7-1,-2-3 1,2 2-1,2 1 67,0-3 0,0 3-23,0-3-62,0 2 1,0 1 0,0-1 0,0-3 0,0 1 40,0-2 0,5 5-103,0-3 69,-1-4 1,-2 7-1,1-5 1,2 2-1,0-1 19,1 3 1,-3-6-108,6-1 80,-5 3 1,8-4 0,-4 4-1,2-2 1,-2-2 52,-2-2 0,5-1 50,-2 4-108,4-3 0,-3 6 0,-1-4 0,2 1 0,2-2 8,1-1 0,0 3 21,0 0-30,-6 0 0,10-5 0,-4 0 0,2 2 0,-1 1-19,0 2 1,4 0 22,0-5-21,6-6 0,-3 5 1,5-4-1,-2 4 0,-1 0-22,1-4 1,2 4 21,1-4 9,1-2 0,-1 4 0,1-5 1,-1 0-1,2 2-28,3 0 0,-3-3-4,3 4 20,-3-6 0,-1 5 0,-1-5 0,2 4 0,2-1 18,1 0 0,0 1-19,-4-3 13,6-2 0,-4 6 0,5-5 0,1 3 0,-1 1-25,4-1 0,1 4 12,1-6 35,1 7 1,0-9-1,-1 4 1,1-1-1,1 0-3,4-2 1,-4 3 7,3-1-20,-3 0 1,-1-4-1,0 2 1,-1 2-1,1-2 4,0-1 0,-1-2 0,1 0-2,0 0 0,-1 0 0,1 0 0,0 0 1,1-2-3,3-2 1,1 0-1,8-5 51,-8-1 0,9 1 1,-11-1-1,1 1 0,0 0 145,2-1 0,-9 5-139,2-4-37,-2 6 1,3-8 0,1 4 0,2-1 0,1-3 95,-1-1 1,-2-7-21,-1 0-65,-1-6 1,6 4 0,-1-4 0,-1 1-1,0-1 76,1-2 0,-1-2 198,6 1-262,-12 0 0,5-1 0,-11 1 1,-3-1-1,-1 1 93,-1-1 0,-7 1-54,-3 0-44,3-1 1,-6 1-1,3-2 1,-4-2-1,-2-1 56,-3 1 1,1 1 33,-7-2-131,1-4 1,0-5 0,0-1-1,-2 0 1,-2 1 0,-1-1 0,-6-4 63,-3-1-86,-4 1 1,-1-2-1,-1-2 1,0-1 0,-3 2 62,-1 1 1,-6 1 117,1 6-148,-3-1 0,-3-1 0,-1-2 0,-4 0 0,0 3 12,1 4 1,-11 1-62,3-5 17,-10 1 0,6-6 0,-6 1 0,-2 1 0,-3 2-108,-5 1 1,-1-2 86,-3 2 33,-4 3 0,1 14 1,-7 2-1,0 5 0,-1 3-26,37 8 0,-1 2 0,0 1 0,-1 2-754,-1 0 1,0 1 803,1 1 0,-1 1 1,-1 0-1,-1 1 1,0 1-1,-1-1 1,-2 2-1,-1 1 1,1-1-1,0 2 5,-1 0 0,0 1 1,0 0-1,0 2-24,0 1 0,-1 1-103,-4-2 0,2 0 1,6 2-1,2 0 1,-1-2-1,0-2 1,3 1-1,0 1 1,-37 6-733,3 0 0,-1 5-599,1 0 996,6 6 1,7-3-1,6 7 1,-1 1 0,0 1 445,1 3 0,-5 3 0,11-3 0,2-3 0,-3-1 0,-1-1 0</inkml:trace>
  <inkml:trace contextRef="#ctx0" brushRef="#br0">25806 6326 8130,'0'-9'956,"0"-1"-447,0 7 1,0-5 396,0 4 0,0 0 490,0-5-836,0 6-295,0-4-83,0 7 144,0 0 1,-7 0-163,-2 0 0,-4 5 60,-1 0-242,0 6 1,3-8-1,-2 7 1,-3-1-1,0 1 104,1-1 1,0 1-95,1 4 12,0 0 1,-2 0-1,-1-1 1,-2-2 0,3-2 30,5 2 1,-2 2-39,4 1 14,-4 0 0,-1-1 1,1-2-1,2-1 1,2-1 47,-2-1 1,0 5-6,1-4-6,-2 4 1,4-4-1,-6-1 1,-1 0-1,1 0 86,0 3 1,0-3-52,-1 1-93,1 1 1,0-1 0,0 1 0,0-1 0,-1 1-103,1-1 0,5-4-85,-1 4 121,1 1 1,-6-1 0,1-1 0,2 0 0,1 0-138,1 3 1,1-3 14,-6 2 150,1-1 0,2 0 0,0 1 7,3 1 1,0-3 37,-6 1 1,3 1 0,1 3 0,1-2 258,-1-2-264,5-6 1,-7 8 0,5-4 0,-1-1 0,1 2 34,2 0-339,-6-5 274,11 9 1,-7-10 0,5 4-67,-2 1 137,0-6 184,5 6 312,0-7 87,0 0-683,0-7 0,2-1-491,3-6 383,-4 0 1,10 0 0,-6 0 0,0-1 0,0 1-169,-1 0 0,1 0 94,-5-1 248,6 1 1,-4 0 0,3 0 0,-4 0 169,-1-1 69,0 1 289,0 0 1,0 4 54,0 1-690,0 6 87,0-4 0,0 9 105,0 3 177,-6 3-119,4 6 0,-9 0 0,5 0 1,0 1 224,-1-1 0,1 0 153,1 0-475,4-6 0,-7 5 1,5-4-1,-4 4-168,-1 1-48,5 0-27,-3 1 1,6-1 0,0 0 67,0 0 1,6-6 479,4-3-230,2 3 0,3-7 0,0 4 0,3-3 0,1-2 397,-2 0 0,0 0-88,2 0-252,-3 0 0,0 0 1,-7-2-1,3-1 383,0-2-538,-4 0-820,-2 5 1,-6-1-4541,0-4 3330,0 3 1032,0-4 1,-1 6 975,-4 0 0,-28 6 0,-13 2 0</inkml:trace>
  <inkml:trace contextRef="#ctx0" brushRef="#br0">27526 11615 8124,'0'-10'-2236,"0"1"2188,0 6 1,0-5 52,0 3 0,-2-1 1,-1-5-37,-1 1 31,-1 7 0,-8-35 0,-3-1 0</inkml:trace>
  <inkml:trace contextRef="#ctx0" brushRef="#br0">26062 11188 8043,'-5'-15'-150,"0"-3"0,2-1 0,1 2 0,1 1 276,-4 2 1,3-5 0,-2 0 0,2 2-1,2 1 611,0 2 1,5 4-1,1 2 0,2 2 1,-3 1-186,4 5-417,-6 0 0,4 2 0,-7 4 0,-2 7 153,-3 4 0,-2 4-157,-8-3 1,0 5-1,-4 5 1,-5-1 44,-3-3 1,3 2-75,1-2-1,-1 3 0,-4 1 1,-1 1-1,2-2 1,2-2 191,1-1 1,2-2-12,-2 1-180,-2 4 1,10-6 0,-3 3-1,1-5 1,1-4 134,-2 0 0,0-3 9,5-2-186,6-4 1,-5-1 26,4-1 7,3 1-20,-1-11 1,9 3-1,1-7 1,2-1-1,0-3-535,1-5 0,-5 2-32,4-7 398,3 7 0,-6-6 0,4 6 0,-1-2 1,-1 2-97,0 1 1,-3 6 251,-1 1-91,0 6 0,0-2 0,0 10 671,0 4 0,0 4-111,0 1-343,-6 7 1,3-4 0,-5 5 0,1-1 0,4-4-22,2-1 0,1-2-124,0 0-233,0 1 1,6-6-1,5-1 1,6-2-1,9-3-678,5-1 0,1-2-1845,6 0 1806,0 0 0,3-2 908,-3-2 0,-54-30 0,-19-11 0</inkml:trace>
  <inkml:trace contextRef="#ctx0" brushRef="#br0">20247 10804 8103,'0'-14'2849,"0"0"-2571,0 6 0,4 5 1,3 11-1,0 8 1,5 3 167,0 1 1,2 5 0,1-1 0,-1 1-127,0-1 0,7 3 0,1-3 1,1 3 48,1 1 1,-2-1-265,2-4 0,3 4 0,-4-3 0,4 1 151,2-1 1,-2 1-137,-4-6 1,3 2 0,-7-4 0,-2 2-161,-1-2 0,-7-5-166,1-3-9,-7-6 464,3 3-47,-6-6-147,0 0 1,-6-6 0,-2-5 0,-2-5-526,1-3 0,1-1 40,-1 1 150,-4-3 1,7-2 0,-5 0-1,1 1 1,1-1-302,1 0 1,-3 7 824,6-2-233,0 9 1,5-2 0,-1 4-64,-4 0 349,3 2-156,-4 12 1,11 4 0,1 7 0,0 3 0,2 1 380,0 0 1,-5-3-429,2-3-267,-3-1 1,-2-5 0,0 1 0,0 1-1071,0 2 1,0-4 348,0 0 351,-7-5 1,-1 2 0,-7-6 542,-4 0 0,-33-13 0,-13-6 0,-9 0 0,1-1 0</inkml:trace>
  <inkml:trace contextRef="#ctx0" brushRef="#br0">20744 8317 8136,'5'-15'1559,"0"1"702,-2 0-1708,-2 6 0,-2 3-315,-4 10 0,-8 8-28,-6 6 0,-6 6 1,0-1-1,-5 2-186,-3 3 0,-5-1 0,3 1 1,0-1-194,1 1 1,-4-1 201,4 1-51,-5-1 0,9-1 0,-3-2 0,4-3 0,6-3-153,4-6 0,3-1-205,2-7 253,6 0 1,3-7-1,10-2-101,4-6 0,9-9-458,1-5 575,6-2 0,-8-4 0,5-2 0,-1-1 0,-4 1 78,-1 2 1,-3 2-49,-4-1 543,4 7-147,-12 2 1,-1 24-194,-9 11 263,-4 15 0,-1 1 1,1 6-1,2-1 0,3-1 347,2-1 1,1-2-491,5-8-209,0 3 0,7-10 0,4 3 0,6-2 0,7-7-830,3-3 0,7-3-1168,4-5 1576,-3 0 0,11-7 385,-3-2 0,13-16 0,9-7 0,4-3 0,0 0 0</inkml:trace>
  <inkml:trace contextRef="#ctx0" brushRef="#br0">25706 9312 8023,'0'-14'315,"5"-1"1,0 1 0,-2 0 0,-2 0 1428,-1-1-1536,-6 1 0,3-2 0,-7-1 0,-1 0 0,-1 2 1,-3 4-1,0 0 781,-4-1 0,-2-2-762,-3-1 1,-1 1 0,5 0 0,-2 0-46,-4-1 1,-1-4-74,-1 1 0,0-1 0,-1 4 0,1 0 398,-1-4-546,1-4 0,1 0 1,2 1-1,1 0 1,0-1-381,2-2 0,-3 3 267,6-2 176,0 7 1,6 1 682,4 7-765,3 6 91,6-4 0,1 7 1,2 2-101,2 3 1,0-2 89,-5 6 11,0-6 0,0 5 445,0-3-222,0-3-13,0 4 1,0-8-294,0-2 1,0 0-688,0-5 577,0-1 0,0 1 0,0-1 0,0-1-548,0-1 310,0-2 366,0-1 341,0 7 1,0 8 237,0 10-371,0 3 1,0-4 0,0 1-1,0 1 1,0 1 384,0 2-325,0 1-322,0-1 0,0 0 0,1-1 0,2-2-584,2-2 394,0-6 36,1 4 1,-3-3-543,7 1 612,-7 0-705,3-5 0,-6 2-1382,0 2 593,7-2 1090,-6 4 1,6-4 572,-7 2 0,12 17 0,4 9 0</inkml:trace>
  <inkml:trace contextRef="#ctx0" brushRef="#br0">25137 8587 8118,'0'-14'1228,"0"4"0,0 1 540,0-3-1186,0 6 0,5 6 0,1 10-144,2 2-377,-4 3 1,7-1 0,-5-2 0,2-1 0,1-1 156,-1 1 0,5-3-539,-4 1 173,4 1 0,1-1 1,0-1-81,1-2 0,-3 1 163,-2-2 353,2-4 573,-10 5-354,4-6-282,-6 0 1,-8 0-1,-6 0 1,-8 0-1,-5 0 157,-1 0 0,-1-1-216,1-4-244,-7 4 0,7-6 0,-2 7 0,6-1 0,2-3 29,0 0 0,4-1-268,-1 5 182,10 0 1,-2 2 0,6 2-1,2 6-35,1 2 0,4 1-39,3-3 46,3 9 0,1-10 0,1 10 0,-1-3 1,0-2-829,1 0 0,-7 0 329,2 1-45,3 5 1,-7-4 0,4 4 706,-3 1 0,-28 1 0,-5 7 0</inkml:trace>
  <inkml:trace contextRef="#ctx0" brushRef="#br0">13976 512 7906,'2'-8'-248,"1"2"0,2-1 2335,-2-2 1,-1 1 96,-2-2-1700,0 7 0,0 8 1,-2 9-123,-3 2 1,4 0 0,-4-2-1,2 0-78,-2 0 0,4 2-253,-4 3-6,3-3 1,1 5-1,-2-7 1,-2 0 0,2 2-57,1 3 1,0-3-201,-2 2 109,2-2 1,-4-2-1,6 1-235,0-1 289,0 0 70,0 0 453,0-6-151,0-1 198,0-7 0,0-2 717,0-3-1074,0-3 1,0-6-177,0 0 0,0 0 0,0-2 1,0-1-35,0-2 0,0-2-353,0 2 298,0 3 1,0-9-1,0 6 1,0 2-1,0 1-356,0 2 620,0-1-144,0 1 0,0 5-254,0-1 377,0 7 0,1 8 0,3 11 199,0 4 1,1-1 445,-5 5-566,0-7 0,0 10 1,0-3-1,0 1 0,0 0 46,0-1 1,0-7-103,0 2-81,0-3 0,0-2 0,0 1 0,0-1-425,0 0 169,0-6 163,0-2-246,0-6 280,0-6-1358,0-2 1,0-6 0,0 0 0,0-1-495,0 1 1,0 5 1845,0-1 0,25-12 0,7-8 0</inkml:trace>
  <inkml:trace contextRef="#ctx0" brushRef="#br0">14275 554 7906,'0'-14'409,"0"0"1236,0 0 1,0 4-94,0 1-1073,0 6 1,0-2 0,0 10 1054,0 4-1284,0 4 1,0 1 0,-2 2 0,-1 1-1,-1 4 290,0 1 1,3-3-185,1 4 1,-2-4-217,-2 5 0,2-5 0,-3 3 0,4-1 56,1-4 0,-2 4-282,-3-2-48,4 0 1,-6-5-1,7 0 1,-1 0-480,-4 0 308,4-6-580,-6-1 264,7-7 0,0-7 178,0-2 0,0-10 1,0-3-1,0-2-393,0 0 1,-5 1 401,1-6 359,-1 1 0,5-1 1,0 1-1,0 1 0,0 2 173,0 1 1,0 5-115,0-5 180,6 7 0,2-3 0,6 5 0,2 3 0,2 1 255,1 1 1,1 7-146,-1-2-203,-3 4 1,4 1 0,-5 0 0,-3 1 0,-1 2 18,-1 2 1,-2 6 133,1-1 6,-3-4 0,-6 7 1,0-4-1,0 4 499,0 1 1,0 0-4,0 0-626,-6 1 0,-2-6 1,-8 1-1,-1 1 0,-2 1-770,2 3 0,-1-6 110,-1 0 84,4 1 0,-6 3 0,7-2 0,1-2 0,2 1-4769,2-2 4167,6 4 1078,-4-4 0,51-6 0,12-4 0</inkml:trace>
  <inkml:trace contextRef="#ctx0" brushRef="#br0">14517 853 7863,'-7'-8'289,"4"-5"0,-5 4 2530,2-4-521,1 5-1635,5 2 1,0 8-493,0 2 0,5 0 0,1 5 1,2 2-1,2 2 0,-1 1 507,1 0 1,-2 0-359,1 1-291,4-1 1,-5 0 0,4 0 0,-1-1-326,-1-4 0,-5 2 271,4-6-773,-6 6 1,3-8-1,-4 5-3238,3-1 1405,-4-3 1376,12-4 1255,-11 0 0,-3-31 0,-5-20 0,-2 0 0,0 0 0</inkml:trace>
  <inkml:trace contextRef="#ctx0" brushRef="#br0">14616 796 7863,'14'0'0,"-4"0"1704,-1 0 330,-5 0-169,2 0-895,-12 6-732,-2 2 0,-5 7 0,2 0 0,2 3 0,-3 1 391,0-2 0,2 4-451,1-2 0,-1-1 1,-2-3-1,1-1 168,1 0 1,5 5-418,-4 0-102,6-6 1,-8-1 0,4-4 0,1 2-1140,0-1 201,1-6-1785,5 4 2896,0-7 0,25-26 0,7-5 0</inkml:trace>
  <inkml:trace contextRef="#ctx0" brushRef="#br0">15128 1024 7833,'10'-8'1666,"-1"3"1,-4-1-469,4 1-675,-6 0 1,4 11 0,-7 4-1,0 3 71,0 1 0,-2 0 0,-3 0-303,-4 0 0,-4 1-396,-1-1 1,5-5 0,-1-1 0,-1 0-1109,-2 0 0,1-3-1690,2 4 2903,-2-6 0,-3-9 0,-7-10 0</inkml:trace>
  <inkml:trace contextRef="#ctx0" brushRef="#br0">15796 512 7814,'0'-10'3324,"0"1"-2697,0 6 1,2-8-336,3 6-42,-4 0 0,6 7 0,-7 2 143,0 6 0,0-2-319,0 1 1,0 1-1,0 4 1,0 0 82,0 0 0,0 1-73,0-1 0,-5 5 0,0 0 1,2 0 100,1 1 1,2-4-395,0 3 119,0-3 1,0-2 0,0 0-1,0 0-466,0 1 123,0-1 142,0-6 0,0 0-803,0-4 1,0-8 152,0-1 296,0-6 1,5-3 0,0-2 0,-2-3 644,-1-5 0,4-47 0,-2 29 0,0 0 0</inkml:trace>
  <inkml:trace contextRef="#ctx0" brushRef="#br0">15825 554 7814,'9'-4'1860,"1"-1"-1291,-7 0 1,5 5 145,-3 0-93,-4 0 0,7 2 291,-3 3 0,-4 2-253,4 8-382,3-7 0,-5 4 0,7-1 0,-1 5 0,1 3 350,-1-2 1,1-1-248,4-2-315,0 1 0,-5-1 1,1 0-1,1 0 1,2-1-180,1-4 0,-5 2 134,1-6-249,-7 0 0,10-5 1,-4 0-187,4 0 0,-1-2 153,-2-2 212,-4-4 0,-4-7 0,1 1 0,2 0 0,-2 0 106,-2 0-145,-1-1 51,0 1 1,0 0 0,0 0 0,0 0-406,0-1 0,-1 6 40,-4-1-47,3 7 0,-5-8 0,3 5-511,0-2 0,-3 5 356,3-2-1685,2-3 2289,-4 7 0,18 19 0,4 14 0</inkml:trace>
  <inkml:trace contextRef="#ctx0" brushRef="#br0">16365 512 7814,'-5'-10'0,"-1"2"29,-2 2 1,3 1 25,-4 5 0,-1 0 470,-4 0 574,6 0-380,-4 0 1,8 0-297,-5 0-174,6 0 1,-3 2 0,6 3 0,0 4 588,0 4 1,6-4-236,3 1-258,-2-1 0,4 5 0,-5 1 1,2-1-1,3 0 579,2 0 1,-1 1-613,-2-1-255,2 0 0,-5 0 0,4 0 0,-2-1 0,1-2-462,-2-1 1,3-6-782,-7 6 240,7-7 1,-7 8 0,5-6-4533,2-2 4202,2-2 1008,-5-1 1,-2-6 0,-6-5 267,0-6 0,-13-43 0,-2-16 0</inkml:trace>
  <inkml:trace contextRef="#ctx0" brushRef="#br0">16450 526 7834,'0'-9'136,"0"-1"2644,0 1-306,0-6-522,0 1-1276,0 6-392,0 2 1,0 8-1,0 2 1,-1 6 419,-4 2 1,2 4 71,-7 3-655,1-3 0,-5 9 0,-1-4 0,3-1 0,-1 2-259,-1 0 0,8-3 77,-9 5-26,4-6 1,2 2 0,1-6 0,0-1 0,2-2-1317,-1-2 1,1-5 149,1 0-541,4-2 0,-4 3 1794,10-1 0,41-56 0,-16 17 0,1-1 0</inkml:trace>
  <inkml:trace contextRef="#ctx0" brushRef="#br0">16550 512 7855,'0'-14'3671,"0"-1"-3084,0 7 0,0 1 1,1 3 694,4 0-988,-3-1 0,10 7 0,-2 1 0,3 1 1,2 0 65,4-3 1,-1 1-1243,5 2 684,1-2 0,0 4 0,-2-6 0,-2 0 0,-2 0-695,-2 0 1,-2 0-2002,0 0 1457,-6 0 1,-3 0 1436,-10 0 0,-5 0 0,-9 0 0,4 0 0,-6 0 0,7 0 0,0 0 0,0 0-676,-1 0 0,6 0 673,-1 0 1195,7 0 1,-5 0-1,5 2 1010,-2 3 1,1-2-81,4 6-1675,0-6 1,0 10 0,0-3 0,0 2 0,0 4 469,0 3 1,0-3-516,0 3-336,0 3 0,0-5 1,0 5-1,0 0 1,0-1-501,0 0 1,0-3-746,0-3-933,0-1 1,0-5-633,0 1 0,1-7 1370,4 2 1374,3-4 0,38-26 0,7-7 0</inkml:trace>
  <inkml:trace contextRef="#ctx0" brushRef="#br0">17161 540 7802,'0'-14'776,"-1"1"1,-2 2 1783,-2 2-2195,0 6 0,5-2 1,0 10-1,0 4 1,0 5-1,0 4 544,0 1 0,0 6 0,-2-3 0,-1 2-632,-1-1 0,-1 0-221,5 0 1,0-2-528,0-7 0,0 0 0,0 0 0,0 1-2835,0-1 2428,0-6 311,0-2 1,0-7-1,0-4-140,0-5 0,0-9 765,0-4-29,0 2 0,0-1 0,1 5 0,3-2 0,2 1 485,2 3 1,-5 5 637,2 1-932,3-1 1,-1 1 0,8 1 0,-1 1 0,0 4 578,0 2 0,1-4-234,-1 0-547,0 0 1,5 5 0,0-1 0,-2-2-432,-1-2 0,-6-1 175,-1 1 127,-6 3 0,5-9 1,-5 5 33,2-2 0,0 3 749,-5-4-383,0 6 1,-5-2-1,0 10 164,2 4 1,0 5 783,-2 5-868,4-3 0,-6 9 0,7-4 0,0 1 0,-1 2 383,-4-2 0,3 3-513,-2-6-180,2 0 0,2 0 0,0 0 1,0-2 489,0-1-229,0-8-2820,0 5 0,2-12 1,2 4-4760,6-3 7259,3-9 0,20-39 0,5-15 0</inkml:trace>
  <inkml:trace contextRef="#ctx0" brushRef="#br0">17630 569 7866,'0'-15'1221,"0"6"1328,0-1-1503,0 7 0,-1-3 108,-4 6 1,-1 6-426,-4 4-422,-2 9 0,4-2 0,-6 5 0,1 0 0,3-1 339,6-1 1,-3 4-324,3-5-473,-1 0 1,5-5 0,1-1-1,4-2 1,5-3-209,2-2 0,7-1-122,0-5 324,7 0 1,-6-2 0,5-2 0,-3-6-1,-1-3-225,-4-1 0,-1-6 765,-2-4-335,1-3 1,-7-1-1,-4 1 1,-2 2 0,-4 2-442,-2 3 0,-9-2-1141,-6 8 1100,-6-4 1,7 17-1,-4-4 1,0 3 0,1 4-1403,1 3 1,6 3 1834,4 6 0,13 19 0,-1 5 0</inkml:trace>
  <inkml:trace contextRef="#ctx0" brushRef="#br0">17972 569 7819,'20'-15'0,"-9"6"1383,3-1 1,-9 6 1608,0-6-1786,-3 7-662,-2 3 0,-2 8 1,-1 8-1,-4 3 1,1 3 612,0 0 1,-4 0-492,6-3-551,-7-3 1,9 6 0,-3-5 0,2 1-1,0-4-114,-2-3 0,0-2 47,5 6-754,0-7 1,0-1 360,0-2 1,0-10-442,0 1 488,0-14 0,0-4 0,0-6 1,0-2-1,2-3-335,3-5 1,3 1 333,6-1 388,0 7 1,2-2 0,1 9 0,2 7-1,-1 6 509,-3 6 0,0 3-236,-1 2-190,-6 0 1,3 7 0,-6 2 0,-2 4 0,-2 1 594,-1 0 0,0 0-1134,0 1 132,-6-1 1,0 0 0,-5 0 0,1 0 0,-1-1-1130,-2-3 1,-1 1-1812,0-7 2353,0 7 0,0-7 0,-1 3 822,1 0 0,-32-9 0,-7-6 0</inkml:trace>
  <inkml:trace contextRef="#ctx0" brushRef="#br0">18469 910 7738,'8'-6'1133,"0"2"1,-3-5 916,4-2 590,-2 5-1289,5-1 0,-10 9-834,3 3 0,-4-2 0,-2 6 0,-4 2-169,-5 2 0,-1-4 1,0 1-1,2 1-160,-2 1 0,-7-2-1492,-1-1 744,0 1 1,5-1 0,0 1 0,0-1 0,0 1-4890,-1-1 5449,7 1 0,2 4 0,6 0 0</inkml:trace>
  <inkml:trace contextRef="#ctx0" brushRef="#br0">19493 455 7755,'9'-10'175,"1"3"0,-1-1 952,-1 0 0,-1 6-797,-7 2 1,-2 6 0,-3 10-1,-4 2 682,-4 1-887,5 6 0,-9-3 0,3 6 0,-2 1 1,0-1 251,2 1 1,1-6-176,4 1 0,-4-2-132,4 2 1,-2-4 0,0-5 0,3-1-266,1 0-222,3-6 0,4 0 0,0-7-350,0-1 1,1-3 274,4-11 248,3 0 0,6-7 0,0-2 0,2-3 0,1 1-134,2 1 1,0-2 197,-4-3 663,-8-2 0,6 10 0,-5-3 0,0 5 1,-2 4 1812,1 0-2227,-6 1 125,5 6 0,-4 5 0,1 11 0,2 6 210,-2 2 0,3 6 225,-1 2-428,0 3 1,0-4 0,-1 1 0,1 0 0,0-2 28,0-3 1,1-3-203,-1-2-379,-4 0 1,5 0 0,-6 0-1731,0 1 1,5-6 321,0 1-1747,0-7 3506,-5 3 0,-26-50 0,-5-11 0</inkml:trace>
  <inkml:trace contextRef="#ctx0" brushRef="#br0">19422 697 7779,'-10'0'931,"1"0"1,4 0 469,-4 0-355,6 0 684,-4-7-992,7 6 1,2-6-337,3 7-389,2 0 1,9 0-1,2 0 1,2 0 0,2 2-799,4 3 0,-4-4 121,1 4-5,1-3 1,0-2 0,-2 0 0,0 0 0,-1 0-1176,-1 0 0,-1 0 1844,-5 0 0,32-51 0,-19 19 0,0 1 0</inkml:trace>
  <inkml:trace contextRef="#ctx0" brushRef="#br0">19948 469 7789,'0'-9'3,"0"-1"0,0 5 2727,0-4-1436,0 6-382,0-4 1,-2 3-1,-2 1 470,-6 4 1,-7 1-669,-2 7-666,0 1 0,5 4 0,-1 2 0,1 1 0,0 2 64,0-2 1,1-1-356,4-2 1,2 1 0,7-1 0,0 0-400,0 0 1,2 1-35,3-1 516,-4 0 0,15 0 0,-5 0 0,0-1 0,2-2 171,-1-1 1,1-6 163,-3 6-29,2-7 1,-9 3 0,5-4 974,-1 3-705,-3-4-469,-10 5 1,-2-1 0,-6 0 0,0-2 0,-1-1-1667,1-2 1,0 0-1445,0 0 2016,0 6 0,4-4 1147,1 2 0,31-15 0,3-5 0</inkml:trace>
  <inkml:trace contextRef="#ctx0" brushRef="#br0">20119 768 7798,'7'1'2594,"-2"4"-853,-3-3-511,-2 4 50,0-6-947,0 0-1951,6 0 1081,-4 0-200,10 0 0,-9 0 737,7 0 0,25-13 0,11-3 0</inkml:trace>
  <inkml:trace contextRef="#ctx0" brushRef="#br0">20602 569 9135,'0'-15'3048,"0"8"0,0-1-2368,0 3 1,-2 3 129,-2-2 1,2 8-418,-3 6 1,4 2-1,1 3 1,-2-1 118,-3 0 1,4 5-460,-4 0-92,4 6 0,-1-9 0,-1 3 0,-2-3 0,2-2-178,1 0 123,2 0-359,0 1 1,-4-6 463,-1 1-18,0-7-311,5-3 0,0-8 0,0-8 0,0-4 0,2-7-623,2-5 1,0-7 667,5 1 1,1 3-1,2 2 1,-1 3-54,-1 1 1,-2 7-22,1 3 176,4 3 0,-10 9 0,6 2 6,2 3 1,0 9 807,-1 2-502,-4 4 1,-1 1 0,0 0 0,-2 0 0,-2 2 246,-1 3 0,0-3-303,0 3-161,-6-3 0,3-4 0,-5-1 1,0-1-1,0 1-825,-3 2 0,-1-4-1528,-3 0 1484,1 1 0,0-2 945,0-3 0,12-23 0,4-5 0</inkml:trace>
  <inkml:trace contextRef="#ctx0" brushRef="#br0">21000 512 18568,'-9'14'832,"-1"0"1,-1 2-689,-2 3 1,1-3 0,1 4 0,1-1-74,-1 0 0,3 0-229,-1-5 0,4 1 0,-3-1-266,2 0 0,0-1-672,1-4 988,3-3 1,-4-7 0,6-4-887,0-4 0,1-6 76,4-3 698,3-5 0,5-10 0,-2 0 1,-2 3-1,1 3 128,-2 3 0,3 7-164,-7-2 348,7 10 0,-7-2 0,5 6-325,2 2 0,-3 3 1313,2 4-780,-7 11 0,8 5 0,-5 5 1,0-1-1,1 1 602,-4 2 0,3 2-675,-1-1 1,4-4-1,-4-2 1,0-1 238,1-4 0,-4-1-1394,3-2-651,-4 0 0,4-4-5787,0-1 7366,-1-6 0,-29-53 0,-7-21 0</inkml:trace>
  <inkml:trace contextRef="#ctx0" brushRef="#br0">20872 654 7875,'-8'0'5490,"2"0"-4324,6 0-169,0 0 0,8 0-223,6 0 1,0 0-1402,5 0 339,3 0 1,0 0 0,7 0 0,-1 0 0,1 0-1221,-1 0 1,5 0-1706,0 0 2156,1-6 0,-6 2 1057,1-5 0,5-13 0,3-8 0</inkml:trace>
  <inkml:trace contextRef="#ctx0" brushRef="#br0">21270 512 7842,'-8'-2'5470,"4"-3"-3689,2 4-1403,2-5 0,2 6 1,2-2-513,6-3 1,4 4 87,5-4-321,-3 3 1,11 2-1,-4 0 1,3 0-1,-1 0-1482,-1 0 1,-7 0 287,2 0 891,-10 0 0,1 0 0,-10 0 670,-6 0 0,-10 0-855,-3 0 1005,0 0 1,0 0-1,0 0 1,2 0 604,1 0 0,6 0 1254,1 0-1282,6 7 0,-4-4 1,6 6-1,-2 2 0,-2 2 959,2 1 1,1 0-436,2 1-829,0-1 0,0 2 1,0 1-1,0 4 1,0-1 146,0 1 1,0-2-409,0-5-671,0 0 0,0 0 1,0 0-1729,0 1 0,0-6 1258,0 1-2031,0-7 3011,0 3 0,17-36 0,10-22 0,1 1 0,0-1 0</inkml:trace>
  <inkml:trace contextRef="#ctx0" brushRef="#br0">21640 512 7799,'-8'-7'6546,"-5"6"-5707,12 1 0,-6 9-105,7 10 0,0-1 0,0 4 0,0 0-68,0 0 0,-1 2-624,-4 4 0,4-1 1,-4-2-1,3-3-561,2-1 1,0-2 271,0-5-1067,0 0 0,-1-1-1827,-4-4 2453,3-2 498,-4-14 0,6 0 0,0-9 0,0-2 1,0-1-203,0 2 0,2 1 634,2 2-210,-2 6 1,4-4-1,-4 4 1,1-2 762,2 1-69,6 5-578,-3-2 1,6 5 0,0-3 0,0 0 0,0 1 148,1 1 0,1 0-112,2-2-257,-2 2 1,5-6-1,-5 5 1,1-3 0,2-2-282,-2-3 1,-2-2 51,-6-1 346,4 0 0,-7-1 0,3 1 944,-4 0-1195,-3 6 229,-2 2 1,0 7-1,0 4 1,0 5-1,-2 4 774,-3 5 0,2 1 578,-6 4-1262,6 3 0,-4-10 0,7 5 1,-1-1-1,-2-4-1437,-2-1 0,0-2 196,5 0 510,0 1 0,-5-1 0,-1-1 618,-2-4 0,-31-19 0,-13-12 0,-7-1 0,1-1 0</inkml:trace>
  <inkml:trace contextRef="#ctx0" brushRef="#br0">14104 1336 7723,'-14'0'344,"0"0"0,0 0 2841,0 0-2711,6 0 1,8 0-1,9 0 1,5 0 7,5 0 1,5 0 0,8 0 0,2 0 121,3 0 0,1 0-451,4 0 0,-1 0 0,-3 0 0,-3-1-341,0-4 0,-5 3-1479,3-2 321,-9 2 1,-4 2-787,-6 0 0,-14 0 1095,-9 0 861,-16 6 1,-24 4 0,-11 7 0,-5 2 0,-1-1 175,-2-3 0,6 0 0,5-1 387,7 0 1,15-1 970,6-4 1,20-2-41,14-7-968,12 0 0,11 0 0,12 0 0,6-2 0,6-3 1814,3-4 1,2 1-1268,0-2-782,-7 1 0,1-1 0,-7 1 1,-3-1-1,-9 3-1334,-10 2-1621,-6-3 1900,-2 6 1,-6-2-1,-5 8 940,-6 6 0,-37 9 0,-13 3 0</inkml:trace>
  <inkml:trace contextRef="#ctx0" brushRef="#br0">19450 1223 7728,'-14'-7'1041,"0"6"0,0-6 2059,-1 1-186,8 4-2123,-6-4 0,13 6-722,0 0 0,1 0 34,9 0 1,-1 0 0,6 0-1,0 0 233,4 0 1,2 0-38,3 0-250,3 0 0,-4 5 1,10 0-1,5-2 0,3-2 237,2-1 0,1 0-191,4 0-87,2 0 1,9 5-1,2 0 1,4-2-1,1-1-27,1-2 0,-7 0-196,1 0 146,4 0 0,-6 0 1,2 0-1,-2 0 1,-4 0-172,-3 0 1,7 1 130,-7 4 22,6-3 1,-12 4 0,6-6 0,3 0 0,4 0 56,2 0 0,1 0 33,-5 0-92,0 0 1,1 0 0,2 0 0,2 0 0,-2 0-15,-2 0 1,-6 0 76,1 0 12,-1 0 0,-3 0 0,-5 1 0,-6 3 0,-5 0-41,-6-1 0,0-1 116,-8-2-58,0 0 1,-5 0-335,0 0 294,-6 0-226,-2 0 0,-7 0-973,-4 0 727,3 0-354,-10 0 1,9 2-1,-7 1 863,-1 2 0,-25-7 0,-10-4 0,-5-2 0,1 0 0</inkml:trace>
  <inkml:trace contextRef="#ctx0" brushRef="#br0">21114 4407 7765,'0'-14'448,"0"0"1,0 4 379,0 1 0,-2 4 1110,-3-5-1693,4 7 0,-5-1 1,6 8-1,0 6 1,0 2 360,0 3 0,0 5-517,0 4 0,0-2 1,0 2-1,0-1 46,0 0 0,0 3 0,0-4 1,0 1 9,0-4 1,0-4-465,0 0 188,0-1 0,0 0-273,0 0 1056,0-6-573,0-2 1,0-21 0,1-6 0,2-3-203,2-2 1,0-6 152,-5-1-68,0-7 1,0 10-1,0-3-36,0 3 1,0 3 223,0 4 0,0 2 0,0 7-337,0 0 84,0 6 0,0 3 0,0 11 0,0 7 7,0 4 0,0 9 362,0-3-203,0 4 0,0 2 1,0-1-1,0 0 0,0 1-401,0-1 0,0-6 9,0-3-403,0-3 0,0 3 0,0 0-1215,0-2 1,1-6 1946,4-1 0,9-32 0,8-3 0</inkml:trace>
  <inkml:trace contextRef="#ctx0" brushRef="#br0">21284 4436 7811,'0'-15'840,"0"6"1990,0-1-1229,0 7-906,0-9 0,2 10-349,3-3-308,3-3 1,6 7-1,0-4 1,-1 5-5,-4 5 0,4-2 168,-4 6-345,4-5 0,-4 8 0,-1-2 1,-1 2-1,-4 3-228,-2-1 1,-1 2 151,0 2 256,0-2 0,-1 6 1,-4-4-1,-4 1 0,-2 0-89,1 1 1,-3-4-72,4 3 84,-4-3 1,4-2 0,1 0-302,2 0 1024,1-6-448,11-1 1,7-7-1,7 0 1,1 0 0,-1 0 830,-2 0-993,4 0-109,-6 0 1,4-5-1,-7-1-2438,-4-2 1399,4 5-931,-11-4 2005,4 7 0,-6-6 0,0-2 0</inkml:trace>
  <inkml:trace contextRef="#ctx0" brushRef="#br0">21697 4549 7811,'0'-8'0,"0"0"-999,0 4 999,0 2 0,6 2 0,2 8 0</inkml:trace>
  <inkml:trace contextRef="#ctx0" brushRef="#br0">21796 4407 7811,'0'-9'1834,"0"-1"1,0 5-564,0-4 1,0 4 1059,0-4-1901,0 6 0,-1-4 0,-4 7-533,-5 0 1,3 2-1,-3 1 1,-1 3-208,-2 2 0,-1 0-3,0 2 88,0 2 0,4-4 1,2 8-1,0 1 0,2 2-541,0-1 0,1-3 128,5 0 596,0-1 1,2 0 0,2 0 0,6 0 0,2 1 202,3-1 0,1 0 20,2 0-184,-8 1 0,9-6 1,-10-1-1,4 0 49,1 0-37,-6 1 382,-2-1 1,-9 3 0,-5-5 0,-6 1 385,-2-1 0,-4-1-470,1-5-228,-6 0 1,4 0-1,-3 0 1,5 0-1,4 0 48,0 0-37,1-6-131,6-2 0,2-7 0,6 1 0,2 0 0,2 0-581,6 0 0,9-5 213,4 0 290,-2 0 0,6 3 0,-5-1 0,0-2 0,-3 3-67,-3 5 81,4-8 29,-4 9 0,3-6 1,-9 7-436,-6-2 474,-2-2-779,-8 5 0,-2 2 0,-7 6 0,1 0 1,0 0 815,0 0 0,-13 32 0,-3 7 0</inkml:trace>
  <inkml:trace contextRef="#ctx0" brushRef="#br0">22066 4677 7811,'0'-9'5388,"0"-1"-4231,0 1 1,0-1-55,0 1-2343,0 6-4701,0-4 5941,0 7 0,-6 19 0,-2 5 0</inkml:trace>
  <inkml:trace contextRef="#ctx0" brushRef="#br0">22379 4436 7811,'0'-15'945,"-1"1"-709,-4 0 1,2 4 701,-7 1 1,5 4 0,-4-3 0,-2 2-1,-2 3-35,-1 1 0,0 2-930,0 0 0,-1 7 0,1 2 0,0 4-115,0 1 1,1 0-821,4 0 714,-4 1 1,11-1 0,-2 0-1,2 0 1,2 0-914,0 1 0,6-7 399,4-4 671,3 4 1,1-6 0,0 2 0,0-2 0,2-4 223,3-2 0,-3 1-44,3-7 324,-3 1 1,-2-1 0,-2 1 0,-1-1 829,-1 2 1,-5-3-376,4 6-907,-6-6-91,4 10 1,-7-2 496,0 12-220,0 1 0,0 12 1,-2-3-1,-1 3 1,-2 2 439,2-1 1,0-4-297,-2 5-307,3-7 0,-4 9 0,6-8 0,0 0 0,-1-4-1106,-4-4 951,3 2-1245,-4-10-378,6 4 1,2-8 1793,2-2 0,10-42 0,9-16 0</inkml:trace>
  <inkml:trace contextRef="#ctx0" brushRef="#br0">22592 4407 7811,'0'-8'916,"0"0"565,0 4 1209,0 2-1175,0-4-368,0-1-861,0 12 1,-4-3 0,-1 12 67,2 0 0,-4 2 0,1 3 0,0 3 135,0 0-480,1 5 0,0-5 0,0 6-65,2 1 0,2-2 1,1-2-1,1-3 39,4-1 1,3-2-658,6-5 568,0 0 0,2-6 0,1-3 0,4-4 0,1-2 223,3-4 0,-4-3 971,-2-6-732,-3 0 0,-4-1 0,-1 1 1,-3 0-1,-1 0 1039,-4 0-1084,-2-1-440,-7 1 0,-2 5 0,-8 1 0,-1 1 0,-2 4-1407,2 2 1,-4 1 276,2 0 349,-6 0 1,9 6-1,-3 3 1,3 4-1,2 1-3797,0 1 4707,0-1 0,-1 25 0,1 7 0</inkml:trace>
  <inkml:trace contextRef="#ctx0" brushRef="#br0">23076 4777 7738,'0'-10'2962,"0"1"-2279,0 6 15,0-4 162,0 7-413,0 0 0,-5 2-297,0 3-336,1-4 63,4 6-128,-7-7-51,6-7 109,-6 6 0,9-10 237,3 6 1,-2-5-68,6 6 252,-5-1 0,2 6 0,-5 3 0,3 2 0,0 2 693,-1 3 1,-1 2-268,-2 1-425,-6 0 0,3 2 1,-7 1-1,-1 2 1,-2-2-323,-1-1 0,0-2-1270,0 1 767,0-1 1,-1-5 0,1-1-1,0-1-3400,0-4 3995,-1-2 0,20-20 0,5-4 0</inkml:trace>
  <inkml:trace contextRef="#ctx0" brushRef="#br0">23645 4393 7749,'7'-2'264,"0"-2"0,-2-6 1823,-1-3-442,1 6 0,-5 2-128,0 10-1360,-6 9 0,-2 2 1,-5 4-1,2-1 0,2 2 181,-2 1 1,-2 0-223,-1 2 0,-1 1 0,3-6 0,1-2-38,1-1 1,2-2-691,-1 0 170,-4 1 1,12-6 0,-6-1-1256,1-2 774,4-1 614,-4-11 1,8-2-1,2-8 1,6-1-1,3-4-477,1-1 0,2-3 248,3-8 604,-4 2 1,6-3 0,-8 5 0,-2 2 0,-2 4 1606,2 4-1162,-5 3 415,7 2 1,-10 7-331,7 7 0,-6 12 86,6 6-463,-7 8 1,8-3 0,-5 9 0,2 3 0,2 0 542,-2-1 0,4-1-337,-2-4-390,3-1 0,-4-4 0,0-2 0,1-1 0,-2-4-705,-3-1 667,2-8-933,-5 4 0,4-12 0,-6 0-1262,0-8 1,-4 1 1000,-1-3-758,-6 1 1955,3-6 0,-51-30 0,25 18 0,-1 0 0</inkml:trace>
  <inkml:trace contextRef="#ctx0" brushRef="#br0">23616 4578 7749,'-8'-7'3037,"-4"6"-1661,10-6-474,-11 7 0,12-1 0,-2-2-381,6-2 1,9 0 0,9 4 0,1-2-609,3-2 0,2-2-65,2 3-36,-7 2 1,3-4 0,-6 6-1,-2 0 1,-1 0-3528,-2 0 3715,-6 0 0,-27 12 0,-12 4 0</inkml:trace>
  <inkml:trace contextRef="#ctx0" brushRef="#br0">24213 4464 7718,'0'-14'207,"0"4"1,0 1-1,0-2 1,-1 0 1484,-4 1-1254,3 4 0,-10 6 0,2 0 0,-2 0 0,-4 0 627,-3 0 1,3 0-836,-3 0 0,3 6 0,0 4 0,-1 1-10,-2-2 1,-5 4 0,6-4 0,0 4-94,2 1 1,4 0-429,2 1 235,-2-1 1,12 0 0,0 0 0,9 0-173,8 1 1,6-6 207,5 1 40,0-7 1,6 8 0,-1-5 0,-3 0 0,-3 2 22,-4 0 1,-5-3 240,1 5-74,-4-7 1,-7 9-1,-3-2 505,-3 2 1,-13 3-142,-4-1-487,-8-6 1,1 3-1,-8-5 1,-2 0-1,-1 1-470,1-4 1,2-1-423,2-2 423,-1 0 0,7 0 0,3 0 0,3 0-1162,2 0 0,5 0-760,-1 0 1552,7-7 1,3 6 761,10-4 0,40-22 0,12-5 0</inkml:trace>
  <inkml:trace contextRef="#ctx0" brushRef="#br0">24355 4450 7718,'10'-2'2713,"-1"-3"-2010,-5 4 1,0-4 450,-8 10 1,0-2-672,-5 6 0,-1 1 1,-2 6-1,1 1 462,1 2 0,2 0-651,-1-5-323,3 0 0,6 1 0,0-1 0,0 0-147,0 0 1,6-6 6,3-3-116,4-3 1,6-2 0,1-2 0,3-3-1,0-4-457,-1-4 0,4-3 277,-7-3 611,0-3 1,-5-1 0,0 0-1,0 1 1,-1 2 951,-4-1 0,-2 7-667,-7 5-283,0 5 0,-2-2 0,-3 9 1,-4 7 126,-4 9 1,4 8 190,-1 6-331,1-3 0,-1 9 0,2-4 1,2 0-1,3-1 382,1-2 0,-2-2-219,-1-2-125,0-5 0,5 2-1303,0-6 617,0-7-246,0-5 1,5-14-1,1-2 1,1-4-2387,-1-1 1,-1-2 3144,-5-3 0,-7-22 0,-1-11 0</inkml:trace>
  <inkml:trace contextRef="#ctx0" brushRef="#br0">19919 4379 7670,'0'-15'3826,"0"1"-2252,0 6-622,0-4-765,0 10 0,0-3 0,0 10 1,0 5-1,0 2 0,0 4 0,0 1 364,0 2 1,0 5-418,0-5 1,0 2-125,0-3 0,0-2 1,0 3-1,0-3-16,0-2 1,5-4 72,0-1 101,0 1 521,-5-2-557,0-2-293,0-6 1,0-6 0,0-5-1,0-5 1,0-5-860,0-1 1,0 3 343,0-5 16,0 7 0,0-3 0,0 5 660,0 1 0,-7 25 0,-1 7 0</inkml:trace>
  <inkml:trace contextRef="#ctx0" brushRef="#br0">19962 4251 7697,'-9'-16'277,"1"-1"0,0-2 719,0 1-448,-2 9 0,1-2 0,0 4 0,-3 1 1,0 0 30,-2 3 0,-1 3 1,1 4-1,-2 6-586,-3 2 1,4 7-163,-4 0 198,3 7 1,2-3-1,-1 10 1,1 4-1,0-1 104,0-3 1,1 2-304,4-2 84,-4 0 0,11 1 0,-2-1 0,2-3 0,2-3-89,0-4 1,6-5-112,4 1 334,9-4 0,-2-7 1,7-1-1,1-3 0,4 1 348,4-2 0,-3-3-80,3-4-158,-3 2 1,-2-11 0,1 2 0,-2-5 0,-4-2 845,-4 0 0,-3 1-170,-2-2-557,-6 3 1,3-11 0,-6 2-1,-2-5 1,-1-3-100,-2 1 0,-6 1-1348,-4-3 896,-3 4 0,-1-3 1,0 9-1,0 6 1,0 2-843,-1 1 1,0 8-2039,-4 2 1565,3 3 1589,-5 2 0,-18 38 0,-7 10 0</inkml:trace>
  <inkml:trace contextRef="#ctx0" brushRef="#br0">19919 5246 7716,'-9'-6'551,"1"-4"1291,2-3 1,-1 4-1309,3-1 1,4 3 0,-2-4-1,7 3-457,3 1 0,0 1 0,3 3 0,-2-2 16,2 2 1,2 1-98,1 2-36,-6 0 0,5 0 1,-5 2-1,1 1 0,-1 3-184,-2 2 0,4 2 166,-5 4 191,-1 0 1,-4 2 0,-1 1 0,-4 4 0,-6-1 311,-7 1 1,1 3-290,-7-5-113,7 6 1,-5-9 0,5 3-1,-2-4 1,1-2-45,2-3-548,2 2 459,6-4 0,2 2 0,8-3 0,4 0 300,8-4 1,5-1 205,5-2-371,3 0 0,-7-5 0,4 0 0,-4 0 0,-1 1-503,0-1 1,-4-5 118,-6 6-950,0-1 0,1 3 1289,-1-2 0,-37-42 0,-5-16 0</inkml:trace>
  <inkml:trace contextRef="#ctx0" brushRef="#br0">19991 5146 7756,'-15'-14'0,"1"0"528,0 0 0,0-1 1,-1 3-1,0 1 974,-4 1 1,3 7-694,-3-2-505,3-2 1,-3 5 0,0-3 0,2 5-1,0 5 41,-2 4 0,1 4-316,-6 1-102,7 7 0,-5 2 1,6 9-1,0 1 0,4 0-55,-1 2 0,2 0-30,2 3 67,-4 3 1,11-9 0,-1 2 0,6-2 0,7-5-105,2 0 0,9-2 262,3-1 1,3-10 0,7-3 0,3-6 0,1-2 0,-1-2 208,3-1 0,1-1-114,2-4-73,-1-3 1,1-8 0,-2-1 0,-3-4 0,-5-1 325,-3-3 0,-8 0 36,-3 1-262,-9-9 0,-4 12 0,-6-10 0,-2-2 0,-4-1-216,-8 0 1,-7-11 28,-7 3-617,0 2 1,-1 7-1,2 9 1,2 5-1,3 5-633,1 5 0,-2 4-1436,4 10 1371,0 9 1313,4 8 0,1 57 0,7-33 0,0 0 0</inkml:trace>
  <inkml:trace contextRef="#ctx0" brushRef="#br0">21000 5260 7727,'0'-14'854,"0"0"1,0-1 617,0 1 0,0 5 1,2 1-1410,2 2 1,-2 7-1,3 9 1,-4 4 204,-1 5 0,0-2 0,0 7 1,0 1 178,0 2 1,0 1-190,0 1-148,0-1 1,0-4-1,0-2 1,0-1-1,0-4 49,0-1-34,0-2 0,0-5 570,0 1-414,0-7 0,0-8-400,0-9-86,0-3 0,0-4 0,0-2 0,0-6 0,0-3-606,0-1 1,-4 0 290,-1 5 0,-2 1 1,4 3-1,-1 5-1469,0 3-533,3 2 911,1 6 1611,0 2 0,19 69 0,-7-23 0,-1-1 0</inkml:trace>
  <inkml:trace contextRef="#ctx0" brushRef="#br0">21398 5317 7727,'0'-22'1047,"0"1"0,0 7 0,0 0 113,0 0 0,0-1 0,-1 3-369,-4 2 1,-3-1-653,-6 7-176,-1-1 1,0 6-1,-3 4 1,-1 5-1,0 2-282,-1 2 1,4 5-243,-3 0 301,3 7 1,7-11 0,1 6 0,2-2-1831,2 0 1343,3 0 618,1-11 1,6-2 0,4-6 0,2 0 0,4-2 67,3-2 1,-2-4 64,7-6 204,-6-1 1,2 1 0,-6 0 0,0 0-1,-1 0 835,-3-1 1,1 6-258,-7-1-390,1 7 0,-3-8-404,2 6 0,-2 7 370,3 7-176,-4 10 0,-2 2 0,-2 4 0,-2 0 0,2 4 416,1 3 1,2 1-98,0-5-428,0-6 1,0 3 0,0-6 0,0-1 0,0-2-578,0-2-669,0 0-38,0-6-553,-6-2 0,4-12 441,-2-4 814,2-2 505,2-2 0,13-39 0,2-8 0</inkml:trace>
  <inkml:trace contextRef="#ctx0" brushRef="#br0">21569 5289 7727,'6'-15'710,"-4"1"187,2 0 0,0 4-99,0 1 1,-2 4-1,4-3 538,1 2-803,0-5-337,8 9 1,-1-4-1,0 6 1,0 0 200,0 0-330,1 0-103,-1 6 1,-5 2-1,-1 6 1,-1 1-236,-4-1 1,-2 5 505,-1 0-223,-6 0 1,0 0-1,-5 0 1,1-2 0,-1 0 167,-2 2 1,1-3-135,2 3 1,-1-8-1,5-1-282,-2 1 35,5 1 261,-3-4 1,7-1 0,4-7 0,4 0-1,4 0-48,1 0 0,0-2-497,1-3 217,-1 4 1,0-10 0,0 4 0,1 1-1,-1 0-1029,0 2 0,-5-2-1233,1 1 2530,-1 1 0,6-9 0,-1-3 0</inkml:trace>
  <inkml:trace contextRef="#ctx0" brushRef="#br0">22010 5416 20309,'0'-7'-791,"0"0"1,6 7 0,2 0 0</inkml:trace>
  <inkml:trace contextRef="#ctx0" brushRef="#br0">22223 5232 7765,'0'-15'-181,"-2"3"-232,-3 2 5538,4-2-2084,-5 10-2750,6 2 1,0 8 0,0 6 0,0 0 0,0 1 457,0-1 0,0 0-587,0 0 0,0 1 0,0-1 0,0 0-276,0 0 1,0-4 79,0-1-422,0-6 0,6 8 0,3-6 0,4-2-637,1-1 0,0-2 584,1 0 416,-1 0 1,0-5 0,-1-1 0,-2-2 0,-2-3 370,2-2 0,-3 4 96,2-1-161,-7 1 0,3-1 0,-4 2 0,1 0 1152,2 1-904,-1 3-533,-4-2 0,0 8 388,0 2 1,0 6 229,0 9-388,-6-3 0,4 9 0,-2-5 1,2 3-1,2 0 178,0-1 1,-5 4-511,1-7 8,-1 0 0,5-5 0,0 0 0,0 0-1694,0 0-358,0-6 577,0 5 0,0-13 1641,0 0 0,13-32 0,2-13 0</inkml:trace>
  <inkml:trace contextRef="#ctx0" brushRef="#br0">22536 5459 12381,'0'-8'5548,"0"2"-5139,0 0-1388,0 4-1297,0-4 2276,0 6 0,19 6 0,4 2 0</inkml:trace>
  <inkml:trace contextRef="#ctx0" brushRef="#br0">22791 5232 15305,'8'1'1532,"-3"4"1,-3 3-1330,-2 6 0,0 0 0,0 1 0,0-1-80,0 0 1,0 2-42,0 3 1,0-4-65,0 4 0,0 2 0,0-2 1,0-2-67,0-1 1,0-2 0,0 1 0,0-1-967,0 0-333,0 0-908,0-6 603,0 5 0,1-12-880,4 4 1274,-3-3 1258,10-2 0,9-64 0,-6 25 0,0-1 0</inkml:trace>
  <inkml:trace contextRef="#ctx0" brushRef="#br0">23005 5289 7804,'-2'-8'2247,"-3"3"-625,4 3-697,-5 2 1,4 0 50,-3 0 0,2 0-95,-6 0-540,5 0 1,-2 2 0,5 1 234,-4 2-751,3 6 190,-4-3 1,7 4 0,4-1 0,3-1-1,2 1-97,-1 2 1,2-4-115,8 1 99,-3-1 1,4 5-1,-5-1 1,-1-2 0,0-3-66,0-2 0,0 5 106,1-1 351,-7-4 0,-2 7 152,-6-4 0,-6 2-234,-4-1-281,-3-4 1,-2-1 0,-3-1-1,-1 0 1,2-3-1405,1-1-635,-4 0 1505,4 0 1,-5 0 0,9-1-1,1-3 1,3-3-1242,1-6 0,3 2 561,4-8 1193,0-3 0,1 4 0,2-4 1,4 2-1,1 1 89,3-2 0,-3 5 0,1-2 247,-6 2 1,5 3 0,-5 2 0,4 2 1710,0-3 0,-3 5-112,0-3-1088,-2 7 0,4-5 1,4 5-184,2-2 1,4 0-1457,3 5 559,-3 0 1,4 0 0,-4 0 0,2 0 0,2 2-1370,2 3 0,-4-4 1691,1 4 0,9 16 0,2 2 0</inkml:trace>
  <inkml:trace contextRef="#ctx0" brushRef="#br0">23502 5274 7804,'0'-8'2724,"0"-4"1,-4 9 120,-1-7-1890,0 7 0,5-5-107,0 3-1091,0 4 1,2-7 199,2 3 1,4 4 0,7-4 0,0 3-98,4 2 1,-3 2 7,3 3-122,-3-4 0,-2 7 1,0-3-1,1 3 0,-3 1-320,-2 1 1,1-1 364,-7 5 336,1 1 1,-6-1-1,-4 0 1,-5 0-1,-4 0-46,-5 1 1,2-1-232,-7 0 124,7-6 1,-4 3 0,7-6 0,0-1 0,0 1-453,-1 0-282,7 0 639,2 1 1,9-4-1,5 2 585,6-2 1,4 3-266,-4-1-91,0 1 0,0 0 0,1 0 0,-1-1 0,0 1 783,0 0-439,-6 6-97,5-3 1,-12 1 0,3 1 0,-8-1 474,-5-1 0,-5-2-1019,-5-6 147,-3 0 0,-2 0 0,0 0 0,1 0 1,0 0-173,5 0 1,-3 0-2164,2 0 140,0 0 0,5 0-2204,0 0 4441,6 0 0,14-12 0,10-4 0</inkml:trace>
  <inkml:trace contextRef="#ctx0" brushRef="#br0">24199 5630 7689,'0'-10'313,"-2"2"0,-1 0 1985,-1 1 0,-1-3-943,5-4 1,1 6-936,4 3-193,-3 4 0,4 7-18,-6 3 1,0 4-1,0 1 1,0 0-75,0 1 0,-6-1 1,-4 0-1,-1 0-1019,2 1 1,-4-1 169,4 0-271,-4-6 0,3 3 1,3-5-1,-1 1-2978,0-1 3963,5-1 0,15-37 0,12-7 0</inkml:trace>
  <inkml:trace contextRef="#ctx0" brushRef="#br0">24512 5331 7750,'8'-6'11,"-2"3"1533,-6-7 0,0 5 826,0-4-1459,0 6 1,0-2-132,0 10 0,-2 4 0,-2 9 1,-6 2 27,-2 2 0,-3 0-342,1 2-399,0 3 0,1-10 1,2 5-1,2-1 1,-1-4-105,2-1 1,-3-2-1074,7 1 7,-7-7 70,9 4 0,-4-12 101,6 0 690,6-6 0,2-10 0,6-3 0,0-5 0,2-2-71,3-3 0,-3-1 269,3-3 194,3 9 1,-6-9-1,3 11 1,-5 0 0,-3 3 1219,-2 3-932,1 8-289,4 2 1,-1 7-1,-2 6 1,-3 7-1,0 8 745,0 5 1,-5 6-71,1 0-658,4 7 1,-6-10-1,3 3 1,-4-3 0,-1-2 4,0 1 1,2-7-1303,3-3 210,-4-3 0,5-2-2056,-6 0 258,0-6 2014,0-8 0,-1-8 0,-2-6 0,-4-2 1,-1-1-396,-3-2 0,-1-6 1100,-2 1 22,-1 3 1,-4 1 0,0 6 0,2-1 270,1 1 0,2 1-284,0 4 2691,6-4 870,-5 12-2267,12-6-1065,1 7 1,8 0 0,6 0-1,0 2 1,0 1-572,0 2 0,5 0-1205,0-5 1232,0 0 1,0 0 0,0 0 0,-1 0 0,-1 0-1932,2 0 1,-2 0 2236,7 0 0,19-19 0,9-5 0</inkml:trace>
  <inkml:trace contextRef="#ctx0" brushRef="#br0">24967 5317 7786,'9'-10'870,"1"1"-122,-7 6 441,3-10 1,-6 10-463,0-6 0,-1 5 1,-4 0 306,-5 2 0,-2 4-166,-2 2-690,-7-2 0,5 11 0,-3-4 0,3 4 0,2 1-52,0 0 0,5-4-148,-1-1-37,7 1 1,-3 4 0,6 0-1,0 0 1,0 0-314,0 1 0,6-1 77,3 0 218,10 0 1,-3 1 0,3-1 0,-3-2 0,-2-1 152,0-1 248,1-1 23,-1 6 0,-6-6 213,-4 1 1,-4-7-440,-4 1-284,-11-2 1,-2-2 0,-5 0 0,0 0 0,1 0-1067,1 0 1,1 0-1380,5 0 1629,-7 0 0,10 0 0,-2-2 979,5-2 0,29-36 0,11-13 0</inkml:trace>
  <inkml:trace contextRef="#ctx0" brushRef="#br0">25066 5331 7786,'2'-14'0,"3"0"0,-4 4 998,4 1 1,-2 4 1238,2-4-1044,-4 5 1,6 0-563,-7 8-356,0 4 1,0 7 0,0-1 0,0 2 0,0 1 382,0 2 0,0 1-350,0-1-322,0-3 0,1 5 0,4-7 1,5 0-1,2-1-661,2-4 1,2 2 220,3-6 108,3 0 0,0-5 1,-1-2-1,-2-3 1,0-4 108,-2-4 1,-1-2 299,-2-4-71,0 3 0,-4-6 1,-2 4 602,-2-1 1,-1 0 50,-5 5 0,0 5 586,0-1-1277,0 7 1,-5 13 0,-1 12-1,0 4 893,-1 6 0,-2 0 66,4-4-659,-6 7 0,8-5 1,-5 3-1,2-3 1,1-3 438,-2-3 0,6-4-724,-4-6-279,4 1 1,1-6 0,-2-1-5333,-3-2 3580,4-1 1215,-6-11 846,7 4 0,13-36 0,3-1 0</inkml:trace>
  <inkml:trace contextRef="#ctx0" brushRef="#br0">19592 6042 11832,'-1'-8'1108,"-2"2"0,-4-1 825,0-2-1843,3 3 1,-2-7-1,6 4 1,2-3-1,1 1 1,3 2-370,2-2 220,8 5 1,0-1 0,3 6 0,-2-2 0,0-2-199,2 2 0,0 1 94,-5 2 1,1 0 294,-1 0 1,-5 5-1,-1 1 1,-1 2 334,-4 3 1,-2 2-138,-1 1-215,-6-6 0,-2 4 0,-6-2 0,0 3 0,-1-1 66,1-2 1,0 1-786,0-7 90,6 8 0,-3-9-287,6 6 1,2-1 676,8 2 124,3-4 1,7-1-1,3-1 1,1-1-1,-2 1 316,-1 0 1,-2 0-127,0 5 168,1-6 0,-6 5 0,-1-3 627,-2 4 1,-4 2-262,-12-1-708,1 2 1,-13-8 0,3 4 0,-3-2-1,-2-3-851,0-1 0,5-1-660,-4 4 839,5-4 0,-7 6 1,6-7-1,2-2-1350,1-3 0,8-2-48,3-8 2054,4 1 0,26-38 0,6-10 0</inkml:trace>
  <inkml:trace contextRef="#ctx0" brushRef="#br0">19735 5900 7907,'4'-22'0,"1"3"1650,0 3-795,-5 2-315,0 0 1,-2 6 0,-2 1-1,-6 3 1,-3-1 396,-1 2 1,0 1-319,0 2-462,-7 0 0,4 2 0,-5 1 1,0 3-1,0 2 508,-4 3-604,-1 8 1,1-2 0,0 7-1,4 1 1,0 2 28,0 2 0,6-1 227,2 1-415,0-1 1,7 0-1,-2 1 1,4-1-1,4 1-58,1-1 0,6-1 55,3-3 61,4 3 1,6-12 0,1 4 0,3-3 0,2-2 60,2 1 0,3-6 361,3 0-313,-3-5 0,9 2 0,-5-6 0,-1 0 0,2-2 380,2-2 1,-2-4-64,-2-6-215,-3-1 0,-1 0 0,-1-3 1,-1-2-1,-3-1 702,-5 1 1,-5-6-138,-5 3-562,4-4 0,-11-2 1,2-1-1,-2-1 1,-4-4-101,-2-1 1,-4 4-505,-6-1 216,-1 3 0,-5 8 1,-4 3-1,-3 3 0,-1 3-1019,-1 4 0,6 3-413,-1 6 779,0 0 1,1 6 0,1 3 0,3 6 0,4 2 866,4 2 0,21 44 0,-1 7 0</inkml:trace>
  <inkml:trace contextRef="#ctx0" brushRef="#br0">20076 6341 7880,'8'-7'3773,"3"4"-2795,-6-6 1,-1 4 148,-4-5 1,0 6-1228,0-6 1,0 5-2699,0-4 2798,0 6 0,0 15 0,0 12 0</inkml:trace>
  <inkml:trace contextRef="#ctx0" brushRef="#br0">20858 5985 7869,'0'-14'-372,"0"0"1984,0-1 0,0 1 1160,0 0-2445,0 6 0,0 3 0,0 10 1,0 5 345,0 2 0,0 7-437,0 0 1,0 6-1,0-2 1,0 0 11,0 1 1,0-2 72,0 2-324,0-4 1,0-1-1,0 0 1,0-1-23,0-3 0,5 0 455,-1-1-271,1-6 0,-5-4 80,0-8 0,2-4-307,2-6 54,-2-7 0,4 1 0,-6-7 0,0 0 0,0-3-257,0 0 0,0 5-171,0 1 126,0 0 1,-4 2 0,-1 3-1,2 3-3847,1 2 2600,2 6 1119,0 2 0,0 7 0,0 6 0,0 5 1,0 7 443,0 3 0,13 34 0,3 12 0</inkml:trace>
  <inkml:trace contextRef="#ctx0" brushRef="#br0">21199 6056 7869,'0'-14'0,"0"0"883,0 0 1,0-1 0,0 1 385,0 0 0,0 0-396,0-1-397,0 1 1,-1 5 0,-4 1 121,-5 2 0,-2 1-272,-3 5-381,1 6 0,0 0 0,0 7 0,0 0 0,-1 3 14,1-1 0,0 1-705,0-2 440,6 1 0,-3-1 1,6 0-1,2 0-566,1 0 0,4-1 317,3-3 441,-4-4 1,13-6-1,-1 0 1,4 0-1,1 0 427,-2 0 1,3-6-88,-1-4 84,-5 4 1,0-7-1,-4 5 1,4-1 660,1-1 1,-4 6-183,-1-6-41,-6 7-587,4-3 1,-7 12 325,0 3-395,0 4 0,0 1 1,0 0-1,0 2 1,0 2 53,0 1 0,0 1-359,0-1 140,0-3 0,0 4 0,0-5-910,0-1-194,0 0-1022,0-6 85,0-2 1,0-7 741,0-4 1372,0-3 0,18-38 0,6-8 0</inkml:trace>
  <inkml:trace contextRef="#ctx0" brushRef="#br0">21412 5999 7880,'0'-14'898,"0"0"-52,0 6-284,0-5 0,0 10 1137,0-6-392,0 6-479,0-4 1,2 7 706,3 0-1171,-4 0-273,12 0 1,-5 0 0,6 0-1,0 0-13,0 0-112,1 0-83,-1 0 0,0 7 0,-1 2 0,-2 2-185,-2-1 1,-6 2 119,2-2 283,-3 2 1,-4 7-1,-3 0 1,-4-1 0,-2-3 137,1 0 1,-2-1-78,2 0-141,-2 0 1,-3 0-1,1 1-283,0-1 2,6-6 162,2-2 0,7-1 0,4 0 1,5-2-198,2-2 0,2-2-84,1-4-101,5 3 1,-4-5 0,3 3 0,-3 0 0,-2 1-3907,0 1 3550,0-4-495,1 4 1331,-1-4 0,13-26 0,3-7 0</inkml:trace>
  <inkml:trace contextRef="#ctx0" brushRef="#br0">21810 6070 7880,'0'-7'5760,"0"-1"-3247,0 3-1246,0 3 0,0-6 1390,0 4-2513,0 2-1108,0-4-3755,0 6 2903,0 0 0,13 12 0,3 4 0</inkml:trace>
  <inkml:trace contextRef="#ctx0" brushRef="#br0">22066 5957 7883,'-8'-15'6,"1"3"1870,2 2 1,3-2 1920,-2 2-1919,2 4-1056,2 0 1,0 7-419,0 4 0,0 3-219,0 6-146,0 0 0,0 0 0,0 1 0,2-1 0,1 0-106,1 0 0,7-4-1772,-1-1 1116,3 1 0,6 2 0,0-2-74,-2-5 1,-1-4 366,-2-1 432,0 0 0,0 0 0,1-1 0,-1-4 0,0-3 377,0 0 0,-4-5-110,-1 4 290,-6-4 0,5-1 1,-5 0 781,2 0-1727,0-1 379,-5 8 0,0 2 0,0 10 0,0 6 284,0 6 0,-5 0 695,0 7-731,1-7 0,2 9 0,-1-6 0,-2 2 0,2 2-3,1-2 0,2-1-71,0-7-812,0 6 1,0-4-818,0 3 863,0-9-455,0-4 0,2-6 0,1-2-3643,2-2 4697,6-4 0,3-51 0,8-10 0</inkml:trace>
  <inkml:trace contextRef="#ctx0" brushRef="#br0">22564 6113 11531,'-8'0'8238,"2"-6"-7814,6 4-2519,0-4 246,0 6 317,0 0 1,12 6 0,4 2 0</inkml:trace>
  <inkml:trace contextRef="#ctx0" brushRef="#br0">22820 5985 7874,'-6'-8'1950,"4"-4"340,-3 2 0,-1-3-1036,1-1-1213,0 6 0,12-3 1,4 7-157,6 0 0,-1 3-1,3 1 108,-3 0 0,-2 0 0,0 0 0,0 0 0,1 0-200,-1 0 1,0 5-7,0-1 236,-6 7 0,0-7 0,-5 5 0,2 2 274,-2 2 0,-1 1 42,-2 0-294,-7 0 0,0-4 0,-8-1 0,3 2 0,1 0-232,1-1 0,1 1-86,-6-6 158,8 6 1,-5-8 0,6 5 0,0 0-878,0 0 529,1-5 591,11 9 0,-3-10 1,7 4-1,1-1 0,1 1 260,3 2 0,-1-5 205,0 2-329,0 3 0,-4-6 0,-1 4 216,2 0 0,-4-3 128,-3 7-389,-2-7 0,-4 5 1,-2-5-1,-6 2 1,-2-2-586,-3-1 1,1-1-109,0 4-415,0-4 0,-1 6 1,1-7-1,0 0-4543,0 0 5433,0 0 0,25-32 0,6-7 0</inkml:trace>
  <inkml:trace contextRef="#ctx0" brushRef="#br0">23104 6042 7904,'10'-13'463,"-1"4"1,-4-2 720,4 6 108,-5-6 0,8 8-520,-2-7 1,-2 7 0,1-2-83,2 4 0,2 1-234,1 0-371,0 0 0,0 0 0,-1 1 1,-2 3-33,-1 0 1,-7 7 176,2-1-359,-4 3 0,-1 1 1,0 0-1,0 0 1,-1 0-31,-4 1 1,-3 0 192,-6 4-37,-1-9 0,6 12 1,-1-11-1,1 0 1,0 0 66,-1-3-191,7 5 111,-10-5 1,13-1 0,0 0 0,10-2 545,7-1 1,5 1-76,7-5-229,-1 0 0,1-5 1,-1-1-1,-1 0 1,-3-1 74,-6 4 1,-2-3-46,-2 1-1190,1 0 1,-7 4-987,-4-4-1022,-2 3 2231,-8 2 1,-2 4 0,-8 5-1,-1 2 1,-2 0 710,1-1 0,-48 9 0,-12-4 0</inkml:trace>
  <inkml:trace contextRef="#ctx0" brushRef="#br0">23801 6198 11366,'0'-8'3370,"0"2"-3161,0 6 0,0 2 0,-2 2 0,-1 6 28,-2 3 0,-4 1-410,4 0 0,-6 0 1,3 0-1,-1 1 0,-1-1 1,1 0-988,1 0 1,0-4-1,5-1 106,-2 2 1,-4-3-993,4 2 2046,0-7 0,43-22 0,10-13 0</inkml:trace>
  <inkml:trace contextRef="#ctx0" brushRef="#br0">24256 6042 8039,'0'-8'4027,"0"2"-2653,0 6 278,0 0-956,0-7-295,0 6-532,0-5-205,0 6 588,0 0 51,0 6-149,0 2 1,-6 8 0,-4 1 0,-1 2 102,2-2 0,-4 1-8,3 1-289,4-4 0,-6 6 0,4-7 1,-2 0-1,2 1-263,2-1 40,-5 0 238,9 0 1,-9-4 302,6-1 1,1-7-485,4-2 77,0 0 0,1-14 0,4 1 1,5-6-1,2-3-692,2-3 0,1-1 346,-1 3 489,6-4 0,-5 9 0,0-4 1,-4 2-1,0 4-400,2 5 80,-5-2 250,5 12 0,-10-6 1,5 9-1,-2 3 0,-1 4 402,1 4 0,-4 3-84,2 3 126,4 3 1,-6 4 0,3-2 0,-2-3 0,0-2 188,2 0 1,-1 0-991,-4-5-214,7 0 0,-6 0-3084,4 0 1686,-3-6 1170,-2-1 0,-2-7 855,-3 0 0,-34-38 0,-15-10 0</inkml:trace>
  <inkml:trace contextRef="#ctx0" brushRef="#br0">24199 6170 11004,'6'-8'3242,"2"0"-2741,6 3 0,1 4-510,-1-4 0,0 3 0,0 1 1,1-2-1309,-1-2 0,-5 0-758,1 5 2075,-7 0 0,-41 0 0,-17 0 0</inkml:trace>
  <inkml:trace contextRef="#ctx0" brushRef="#br0">24668 6056 7793,'14'-8'911,"-4"-4"1,-2 2 1726,-2-2-2260,-1 4 1,-7-3 0,-2 6 0,-7 2 0,-5 1 0,-5 2 0,1 2 36,-1 2 1,-3 3 0,4 4 0,-1-2-1079,1 2 589,1 2 0,5-4 0,1 1 0,2 1 0,3 2-258,2 1 1,3 0 93,7 0 1,6 0 0,7 1 0,4-3 220,1-2 1,1 2 132,6-2 51,-1-4 0,-4 5 0,-3-4 1,-4-1-1,-4 0 752,-1-3-531,1 5-59,1-6 0,-8 9 1,-4-5 412,-5 2 1,-8-5-497,1 2-425,-9-3 0,4 2 0,-4 1 0,3-2 0,2-1-2025,-1-2 1,1 1 733,0 4-393,0-3 1,4 4 1862,1-6 0,18-13 0,1-2 0</inkml:trace>
  <inkml:trace contextRef="#ctx0" brushRef="#br0">24953 6085 7912,'-7'-8'476,"6"-5"3351,-4 4-902,-3-4-822,6 5-851,-4 2-1076,6 6 0,0 1 0,0 4 23,0 5-373,0-4 1,0 7-389,0-4 216,0 4 281,6 1 1,-4-5 0,4-1 0,-1 0 0,1-2-105,2 1 354,-5 4-102,10-3 0,-10 0 0,7-2 0,1-1 174,1-1 0,3 1-54,-1-5-126,0 0 0,0 5 1,1 0-1,-1-2 182,0-2-131,0 6-21,0-6 0,-4 10 0,-2-4 446,-2 1-201,-1 1-325,-5 5 1,-2-4 0,-2-2 0,-4-1 0,-3 0-152,-4-1 1,4 0-1992,-8-1 1457,4-3 0,-4 4 1,0-6-1,1 0 1,2 0-1321,2 0 1,-5-1-1007,0-4 2984,0-3 0,5-44 0,0-10 0</inkml:trace>
  <inkml:trace contextRef="#ctx0" brushRef="#br0">24881 6070 7912,'5'-9'281,"0"-1"1,0 6 447,-5-6 0,1 6 1364,4-6-1559,-3 7 0,10-8 0,-2 6 0,2 0 0,4 1 851,3-1 1,8 0-337,6 5-827,7 0 0,-6 0 0,6 0 0,-2 0 0,0 0-51,-2 0 0,-6 0-442,-6 0-1090,-7 0-1919,-3 0 1846,-7 0 772,-14 0 1,-1 0-1,-6 2 1,0 1-1,-2 3 662,-3 2 0,-41 2 0,-16 4 0</inkml:trace>
  <inkml:trace contextRef="#ctx0" brushRef="#br0">20972 6682 7816,'0'-10'3047,"0"1"-2299,0 6-354,0-4 1,0 9 0,0 3-1,0 4 169,0 4 1,0 3 0,1 1 0,2 3 10,2 3 1,0-1-487,-5 1-15,0-2 1,0-2 0,0 0 0,0-2 0,0-1-73,0-2 0,0 0-1088,0 1 155,0-7 0,1-1-1206,4-2 1,-2-3-372,7 2 1764,-1-2 745,5-2 0,32-44 0,8-11 0</inkml:trace>
  <inkml:trace contextRef="#ctx0" brushRef="#br0">21327 6696 7816,'0'-14'469,"0"0"96,0-1 1,0 6 576,0-1 0,-5 6 1,-1-4-221,-2 1 0,-1 3-318,-6 4-459,1 0 1,0 0 0,0 1 0,0 4 0,-1 3-41,1 0 1,5 4-414,-1-2 223,1 3 1,1-4 0,1 0 0,3 3-1715,-1 0 1011,0 2 504,5 1 0,7-8 0,2-2 0,4-3-275,1-2 517,0 0 254,0 0 0,1 0 1,-1 0-1,-2-2 0,-1-1 217,-1-2 1,-5 1 594,4 4-427,-6-7 1,5 6-263,-3-4 1,-2 3 461,7 2-480,-7 7 1,3 1 0,-4 6 0,1 2 258,2 3 0,-1-4-230,-4 4-230,0-3 1,2 3 0,1 0 0,2-2 65,-2-1-161,-2-2-196,-1 1-326,0-7 477,0-2-1041,0-6 1,0-2-733,0-2 1,0 0-1419,0-5 1647,0 6 1568,0-10 0,7-20 0,1-13 0</inkml:trace>
  <inkml:trace contextRef="#ctx0" brushRef="#br0">21498 6696 7824,'-10'-2'370,"1"-2"1,4 0 1405,-5-5 0,7 4-142,-1-4-1566,2 6 1,4-8 0,2 6 0,6 2 0,2 1 46,3 2 0,-1 0 153,0 0-166,0 0 1,5 0 0,0 0 0,-1 2-60,-3 2 1,0 4 74,-1 7 2,-6-1 1,-2 0 0,-6 0 0,0 0 0,0 2 316,0 3 0,-6-3-340,-4 3-37,-2-3 1,-3 1 0,1-1 0,0-4 0,0 1-58,0 0 1,4-4-289,1 1 226,5-7 0,0 8 0,8-6 154,6-2 1,9-2 233,5-1-290,-4 0 1,7 0-1,-5 0 1,0 0 0,-3-1-154,-3-4 11,-2 3-302,0-4 1,-6 5 0,-1-3-3310,-1 0 2834,-5-1-1746,6 5 2626,-7 0 0,-19 0 0,-5 0 0</inkml:trace>
  <inkml:trace contextRef="#ctx0" brushRef="#br0">21867 6810 7849,'0'-15'1766,"0"1"1,0 5 920,0-1-10,0 7-433,0-3-1756,0-1-898,0 6 455,0-5-1973,0 6 0,0 1-3549,0 4 4360,0 3 1117,7 0 0,7 11 0,8-4 0</inkml:trace>
  <inkml:trace contextRef="#ctx0" brushRef="#br0">22038 6611 7850,'0'-15'0,"-2"1"2129,-2 0-1248,2 6 0,-6-3 1,5 5 1266,-2-2-623,1 5-972,4-4 1,-2 14-1,-1 2 1,-2 4 112,2 1 1,1 0-252,2 0-411,0 1 0,2-1 0,1 0 0,3-1 0,2-2-226,3-2 1,2-1 205,1 2-452,0 2 1,1-10 0,-1 4 0,0-1 0,0 0-823,0-2 1,1-2 1366,-1-1-21,0-6 0,5 3 0,0-7 0,-3-1 0,-4-1 326,-2-2 0,-2-1 364,1 1-360,-2 0 1,-3 4 0,1 1 503,-2-2-1270,-1 5 557,-2-1 1,-2 23 0,-1 5-1,-2 2 543,2 4 0,-3-5-189,1 2-395,0 0 1,4 2 0,-2 0 0,-2-4 0,2-2 84,1-2 1,2-2-4,0-2-2314,0-6 0,0 4-647,0-2 0,2-4 2743,3-1 0,15-23 0,10-5 0</inkml:trace>
  <inkml:trace contextRef="#ctx0" brushRef="#br0">22450 6781 7854,'0'-14'6076,"0"0"-3622,0 0-1342,0 6 1849,0 1-3087,0 1-3506,0 4 2465,0-4 0,0 8 1167,0 2 0,7 23 0,0 11 0</inkml:trace>
  <inkml:trace contextRef="#ctx0" brushRef="#br0">22649 6625 7882,'0'-14'263,"0"-1"434,0 1 0,0 0 0,0 0 1149,0 0 0,0 4-1409,0 1 0,2 4 0,3-3 0,4 2-31,4 2 0,6 3-327,0 1-36,6-6 1,-9 4-1,4-3 1,-1 4 0,0 2 63,-1 4 1,-3-3-25,0 2-164,-8 4 1,5 0-1,-8 6 1,-1 1 175,-1-1 1,-8 0 255,-4 0-264,-2-6 0,2 5 1,1-4-1,-2 4-629,-2 1 44,-1 0 327,6 1 0,1-6 0,7 0-126,0 3 1,7-5 872,2 3-378,4-7 1,3 8 0,1-5-1,2 1 1,-2-1 432,-1-3 0,-6 4 124,-1-3-419,-6 7 1,4-8 0,-7 7 0,-2-1 529,-3-1 0,1 3-205,-11-6-665,4 6 0,-9-9 1,6 3-1,-1-4 1,1 1-632,0 2 0,0-2 561,-1 3-1874,8-4 1,-6-1-2326,3 0 2516,-2 0 944,4 0 0,2-1 0,4-2 813,-3-2 0,-22-19 0,-10 0 0</inkml:trace>
  <inkml:trace contextRef="#ctx0" brushRef="#br0">23417 6881 7756,'-9'0'2557,"1"-2"104,1-3 0,1 4-301,1-4-1512,4 4-811,-6 1-958,7 0 0,2 0-5528,3 0 6449,-4 0 0,25 6 0,-3 2 0</inkml:trace>
  <inkml:trace contextRef="#ctx0" brushRef="#br0">23488 6867 7757,'0'-15'493,"0"1"0,-1 1 1,-3 2 1696,0 2 0,-1 4-581,5-4-1333,0 6 1,0-2 0,0 10-22,0 4 1,0 4-6,0 1 0,0 5 1,-2 0-1,-2-2-69,-6-1 0,-3-2-634,-1 0 342,0 1 1,0-1-1,0 0 1,-1 0 0,1-1-837,0-4 1,4 2-1532,1-6-183,0 6 2661,1-9 0,27-15 0,12-11 0</inkml:trace>
  <inkml:trace contextRef="#ctx0" brushRef="#br0">24085 6653 7765,'2'-12'1616,"1"1"997,2 1-2081,0 7 0,-5-7 1,0 10 220,0 7 1,-7 4-613,-2 3 1,1 2-1,-2 1 1,-1 2 0,-1 0-1,-3 0 234,1 0 1,5 2-363,-1-2-6,1-4 0,-1 6 0,1-7 0,-1 0-410,2 1-113,-4-1 496,10-6 1,-4-4-379,6-8 267,0-4 0,6-8 1,4-1-1,2-4 0,3-1-222,-1-3 0,0 3 482,0-2-125,0 6 0,-4-7 0,-1 6 0,2 2 86,2 1 1,-3 3-94,-1 4-40,-6 3 0,10 6 0,-5 1 0,1 4 218,1 4 1,-6 6 75,6 4 54,-7-4 0,8 11 0,-5-6 1,1 2-1,-1 2 420,-3-2 1,0-1-230,2-7-400,-3 0 1,4 5 0,-6 0-313,0-2-2126,0-7-1233,0-4-556,0-6 4131,0 0 0,-32-38 0,-7-9 0</inkml:trace>
  <inkml:trace contextRef="#ctx0" brushRef="#br0">23986 6795 9616,'0'-7'2402,"0"0"0,1 6-1930,4-4 0,3 3-335,6-2 1,0 2-1,2 2 1,2 0-210,1 0 1,1 0-1603,-1 0 949,-3 0 1,4 0-1,-4 0 1,2 0 0,1 0 724,-2 0 0,30-13 0,7-2 0</inkml:trace>
  <inkml:trace contextRef="#ctx0" brushRef="#br0">24540 6653 11862,'-8'0'3532,"0"0"-2218,4 0-835,2 0 1,-10 0-363,2 0-655,-3 0 447,5 0 0,-3 2 0,7 3-129,1 4 1,1 4-350,2 1 498,0 0 0,0-4 1,2-1-1,1 2 1,3 2 294,2 1 0,0 0 4,1 0-69,4 1 0,-7-6 1,4 1-1,-4-1 0,-1 1 709,0-1-664,-1 1 3,-4-3 1,-1 4 0,-2-4 0,-5-1 0,-3 0-263,-5-2 0,-3-3 93,0-1-762,3 0 0,-9 0 0,6 0 0,1 0 0,1 0-1368,-2 0 0,8 0 498,-3 0 830,9 0 764,-1 0 0,37-38 0,9-9 0</inkml:trace>
  <inkml:trace contextRef="#ctx0" brushRef="#br0">24810 6696 7830,'-9'0'2106,"-1"0"0,7-2-967,-1-2 1,0 2 615,0-3-1233,2 4 0,-9 2-174,6 4 0,1 3-126,4 6 1,1 0-63,4 1 0,-2-1 0,6 0 1,1 2 124,-2 3 0,5-3-33,-4 3-39,4 3 1,-4-7-1,-1 4 1,0-3-1,-2-2 321,1 1 1,-3-6-155,-4 1-242,0-1 1,0 5-1,-1-1 1,-6-2-404,-7-2 0,0-5 95,-5 0-393,-3-2 1,1 3 0,-4-1-1,3 0 1,0-3-2159,0-1 1,0-1 1004,-2-4 287,3 3 1,12-10-1,-1 2 1429,-1-3 0,11-39 0,2-9 0</inkml:trace>
  <inkml:trace contextRef="#ctx0" brushRef="#br0">24682 6739 8160,'7'-15'1731,"-6"1"1,10 5-601,-6-1 0,6 7-87,-1-2-612,2 4 1,7-4 0,2 0 0,1 2-1,5 1 417,4 2 0,1 0-637,6 0 0,-7 0-422,3 0 1,-6 0-1,-3 0 511,-1 0-2341,-7 0 1289,-2 0 1,-9 2 0,-8 1 0,-2 4 0,-7-1-4287,-7 0 5037,-4 5 0,-44-3 0,-10 6 0</inkml:trace>
  <inkml:trace contextRef="#ctx0" brushRef="#br0">19592 6838 7251,'0'-14'669,"0"0"2519,0-1-1713,0 8 1,0-1 824,0 3-2128,0 3 1,-1-2 0,-2 8 0,-2 6 0,2 2 150,1 3 0,2-1-758,0 0 172,0 0 1,2 1 0,3-1-601,4 0 0,4-6 239,1-3 572,0-4 1,0-1 0,1 0-1,-1 0 1,0-1 432,0-4 1,-1 2 755,-4-7-687,4 7 1,-10-10 171,7 4 1,-6 3 107,6 1-886,-7 3 244,3 9 1,-6 2 0,0 10 0,0 3-1,0 2 318,0 0 1,0-1-149,0 6-230,0-1 0,-4-1 0,-1-3-285,2-5 0,1-4 0,2 0 0,-1-3-2199,-4-2-930,3-4 1157,-4-6 2229,6 0 0,19-50 0,5-14 0</inkml:trace>
  <inkml:trace contextRef="#ctx0" brushRef="#br0">19820 6710 7808,'-14'-14'389,"0"0"0,-1 0 576,1-1 0,-2 3-320,-3 2 1,4 4-1,-6 6 1,2 0 207,0 0 0,-6 1-270,1 4-285,4 3 1,-7 11 0,3 2 0,-1 1 0,1 3 607,5 2 1,2 3-309,-2 3-423,9-3 0,-7 9 1,12-5-1,2-1 1,1 0 14,2 0 1,2 0-99,3-4-72,9-1 1,3-6 0,7-1 0,1-4-1,2-1-319,2-3 0,5-9-250,4 1 417,-3-3 1,11-4-1,-3-3 1,1-4-1,0-5 361,-1-5 0,-2-5 124,-3-9 38,-4 3 1,-8-5 0,-6 5-1,-7-1 1,-5-4 443,-5-2 1,-3 0-284,-5-6-654,-3 0 0,-12 2 0,-6 2 0,-2 4 0,-4 5-1200,1 8 1,2 11-2590,-9 6 2866,7 3 1,-9 6 0,6 3 1024,-3 8 0,9 12 0,-1 7 0,-4 1 0,0 0 0</inkml:trace>
  <inkml:trace contextRef="#ctx0" brushRef="#br0">21014 8274 11305,'-6'-8'694,"3"2"1,-5 4 0,0-1-323,0-2 1,-1 1-1,-6 4 1,0 1 0,-3 4-42,-1 4 0,-4 1 0,2 2 0,-3 4 389,-6 0-592,2 6 1,-12-4-1,6 5 1,-3 1-1,-2 0 134,-2-1 1,-2 1-293,0 4 26,1 1 0,5-5 1,4-1-1,3 3 1,2 0 121,-1 3 0,1-6 54,0 1-95,5 0 0,-2 0 1,5-2-1,-3-2 1,0-1 217,1 2 0,-4-7-110,7 0 49,0 0 0,5-7 380,0 2-103,6-3-352,2-6 1,6-7-1,1-6 1,3-4-237,0-1 0,7-2-641,-1 1 550,2-7 0,3 6 1,-1-5-1,2 1 0,1-1-578,2-2 1,5-2 165,-5 1 422,6 0 0,-3-6 0,7 3 1,-1 2-1,-1 4 20,-4 0 1,3 4 658,-7 2-165,0 3 0,-7 7 592,-2 0-591,-4 5-261,-6-2 1,-6 6-1,-2 2 1,-2 1-115,1 2 1,-1 6 110,-4-2-55,0 4 0,-2 1 1,-1 2-1,-2 1 0,2 4 68,1 1 0,-3-3-28,0 4 29,0-5 1,5 7-1,-1-4 1,1-1-1,2 1-44,2-4 1,-1 4-61,6-3-20,1 1 0,-1-4 0,0-1 0,3 0-47,6 0 1,-1-4-52,6-1 131,-6-6 0,10 5 1,-3-5 23,2 2 1,2 0 244,1-5-275,5 0 1,-2-2 0,5-1-1,3-2 1,2 1-18,5-3 0,-1 1 57,6-3-61,-7-4 1,9 10 0,-7-5 0,-3 0 0,-3 2-124,-4-1 1,-10 3 109,1 4-133,-3 0 0,-4-5 53,-7 0 1,-2 2 20,-7 8 361,-1-4 0,-10 10 0,-4-4 1,-3-1-1,-3 2 200,-3 0 1,1-3-507,-6 4 24,7-6 1,-6 8 0,6-4 0,-2-1 0,1 0-382,2-3 1,2 1-118,-1 0 5,7-2 1,2 4-59,5-6 607,7 0-183,8-6 0,5 3 0,8-8 1,3-4-1,1-2-254,4 0 1,-4-5 262,7-2 63,-1-3 0,6-3 0,-2 0 1,-2 0-1,-3 3-75,-1 0 0,-4 2-201,-8 1 442,4-3 0,-11 12 1,2-4-1,-2 3 228,-2 2-175,0 6-134,0 1 1,0 9 0,-2 1 0,-1 4 0,-3 2-26,-2 7 1,-2-2 410,-4 5-324,0 3 1,0-5 0,-2 7 0,-1 0 0,-2-2 717,1-3-674,3 3 1,-4-5 0,0 6-85,1-3 0,2-1 0,2-5 1,0 0-46,0 1 0,4-6-37,1 1-148,6-7-310,-4 3 167,7-6 197,0 0-63,7-6-89,-6 4 67,6-4 0,-6 6-1284,4 0-731,-4 0 1414,6 0 0,-1 0 1,4 0-1,2 0 0,2 0 814,1 0 0,30-10 0,12-5 0,6-1 0,-1 0 0</inkml:trace>
  <inkml:trace contextRef="#ctx0" brushRef="#br0">20730 8345 8207,'13'-20'201,"-4"-4"0,2 3 409,-6 2 0,4 4-141,-4 0 1,0 1 1659,-5 0-38,0 6-1336,-7 2-495,0 6 0,-8 6 1,0 3-1,-3 6 0,-2 2 627,-2 2 1,-2 6-5,-5-1-721,1 3 0,0 4 0,-1 1 0,1-2 0,-1 2 183,1-2 1,-5 0-68,-1-2-228,1 1 0,5-1 0,-2-1 0,-2-2 0,1-1-110,4 1 0,0-4-151,8-2 118,0-10 1,5 4 0,0-5 46,-1-1-125,7 0 222,2-7 8,6 0-287,0-7 33,0 0 1,5-8 0,0 1-1,-1-2 1,3-1-485,2-2 1,4-5 115,1 5 317,0-6 1,0 3 0,1-6-1,-3 1 1,-1 1-111,-1 3 0,-5 5 181,4-1 269,-6 4 0,4 10 376,-7 10 0,-7 9 324,-2 14-567,-4 7 1,-1-3 0,0 4-1,1 0 1,2-1 550,1 0 0,7-2-548,-1-5-240,2-6 1,2-1-1,2-7 1,4 0 0,8-1-676,8-3 1,5-4-1208,2-6 1038,5-6 0,-2 2 1,6-5-1,0-2 1,0-2-2880,0-1 3733,-1 6 0,-14-25 0,-3-10 0,1 0 0,1-1 0</inkml:trace>
  <inkml:trace contextRef="#ctx0" brushRef="#br0">20844 5004 8114,'-10'0'696,"1"0"0,4 0 535,-5 0-213,7 0-18,-3 0-22,6 0-800,0 0 0,6 0 0,4 0 0,2 0 207,3 0 1,0 0-278,4 0-74,-3 0 0,9 0 0,-4 0 0,1 0 0,2 0-51,-2 0 1,5 0-50,-4 0 53,4 0 1,2 0 0,-1 0 0,2 0-1,2 0-86,1 0 0,-5 0 39,-4 0 68,0 0 1,7 0 0,-1 0 0,-3 0 0,0 0 162,0 0 1,3 0-32,3 0-112,-3 0 0,5 0 1,-7 0-1,1 0 0,1 0 12,3 0 1,-3 0-132,3 0 0,-8 0 63,-1 0 1,1 0-1,5 0 1,1 0-24,-5 0 0,4 0-83,4 0 124,5 0 0,-7 0 0,4 0 0,0 0 0,-1 0 14,0 0 1,3 2-23,-5 2-5,6-2 1,-9 4-1,4-6 1,-3 0-1,2 0-94,5 0 0,-3 2 86,-2 3 23,4-4 0,-1 6 0,5-7 0,-2 0 0,-2 0-20,-2 0 0,2 0 108,-3 0-84,5 0 1,-4 0 0,3 0 0,-3 0 0,-1 0 24,4 0 1,2 0 18,-2 0-40,3 0 1,-3 0 0,7 0-1,4 0 1,2 0 1,3 0 1,-5-2-3,-2-3-5,4 4 0,-6-6 1,6 7-1,-2 0 1,-3 0-113,-2 0 1,0 0 96,4 0-11,2 0 0,1 0 0,-2 0 1,-2 0-1,2 0 20,2 0 0,-6 0-30,3 0 109,-4 0 1,-6 0-1,-2 0 1,1 0 0,-3 0-4,1 0 1,0 5 68,-2 0-82,-3 0 0,11-5 1,-5 1-1,2 2 0,-1 2 254,-3-2 0,4-1 191,-4-2-298,5 0 0,-11 0 0,1 0 0,-9 0 0,-4 0 567,-2 0-502,1 0-145,-7 0 1,-4 0-140,-8 0-58,2 0-637,-4 0 1,4 0-1604,-3 0 1,-3 0 2317,-6 0 0,-57 6 0,28-2 0,1 0 0</inkml:trace>
  <inkml:trace contextRef="#ctx0" brushRef="#br0">12128 7421 7817,'0'-8'1824,"0"0"-1029,0 3 129,0 4-188,0-5-206,0-1-418,0 6 56,0-6-3,0 7 1,0-1-37,0-4-75,0 3-17,0-4 62,0 6-1758,0 0 0,-6-13 1,-2-2-1</inkml:trace>
  <inkml:trace contextRef="#ctx0" brushRef="#br0">20687 4208 7802,'-1'-9'163,"-2"-1"1242,-2-1-692,0 5 1,5-2 435,0 3-1065,0 4 0,0-4 0,0 10 228,0 4 0,0 4-212,0 1 1,5 6-1,0 4 1,-2 5 154,-2 4-199,6 3 0,-6 7 0,4-1 0,-2 1 0,0 1 42,2 4 1,0 1-101,-5 3-8,0-3 0,0-8 1,0-3-1,1-4 0,2-2 19,2-4-1,0-2-188,-5-12-20,0 0 0,0-4-403,0-1 340,0-6-488,0 4 0,0-19-2233,0-2 2984,0-9 0,3-16 0,0-8 0,1-6 0,0-1 0</inkml:trace>
  <inkml:trace contextRef="#ctx0" brushRef="#br0">20701 4180 7818,'0'-8'777,"0"-5"0,0 10 381,0-7-651,0 7 0,0-5-183,0 4 0,0 1-162,0-7 1,7 7 0,2-2-118,4 4 1,1-1-29,0-3-42,1 4 0,7-6 0,5 7 0,6 0 0,3 0-17,4 0 0,7 0 141,5 0-78,3 0 0,2 0 1,0 0-1,0 0 1,3-1 7,6-4 0,-6 3-160,7-2 132,-1 2 1,-6 2 0,6 0-1,-1 0 1,-3 0-97,-5 0 0,-10 0 118,0 0-15,4 0 1,-7 0-1,5 0 1,-1 0-1,-1 0 47,-1 0 1,0 0-40,1 0-5,-3 0 1,5 5 0,-6 0-1,0-2 1,1-2 23,3-1 0,-1 0 0,6 0 10,0 0 0,5 0 0,0 0 0,0 0 0,0 0 116,0 0 1,-1 0-103,1 0-29,7 0 0,3 0 0,6 0 1,-5 0-1,-2 0 63,-1 0 0,-3 0-195,4 0 116,-12 0 1,7 0-1,-8 0 1,2 0 0,3 2 28,4 3 1,-8-4-6,3 4-47,-10-3 0,2-2 0,-6 1 0,-1 2 0,1 2-66,0-2 0,-6-1 99,1-2-85,0 0 0,10 1 0,-1 3 0,0 0 1,1-1-47,-1-1 1,1-2 235,-6 0-98,-5 0 0,-3 5 0,-5-1 1,-2 0-1,-2-1-13,-1 2 0,-2-4 25,1 4-19,4-4 0,-11-1-20,3 0-40,-9 0 17,-4 0 0,-5 0 118,4 0-94,-3 0 75,4 0-10,-6 7-39,0-6-93,0 6 1,0-6 91,0 4 1,0-2 163,0 7-167,0-7 0,0 9 0,0-2 0,0 2 0,0 3 143,0-1 1,2 0 88,2 0-222,-2 7 0,4-5 0,-4 4 1,1-1-1,2 2 120,-2 1 1,0 2-47,2 4-78,-4 0 0,6 2 1,-7 2-1,0 1 1,-2 0 206,-3 2 1,2-3-120,-6 6-27,6 0 1,-4-2 0,6-1-1,-2-2 1,-2 0 206,2-1 1,1-2-333,2-2 26,0-6 0,0 3 0,0-6 1,0-1-1,0-3-23,0 0-72,0-1 22,0-6 0,-2-2 84,-2-6 0,1 0 264,-7 0-394,-6-6 0,-6-2 1,-8-5-1,-3 2 0,-6 2-1554,-7-2 1,1 0 274,-2 1 928,3 4 475,1 6 0,-18 0 0,-6 0 0</inkml:trace>
  <inkml:trace contextRef="#ctx0" brushRef="#br0">12924 7321 7777,'0'-14'2542,"0"0"-1649,0 0 0,0 4 1,0 1 1394,0-2-2141,0 4 0,0 3 1,0 8-1,0 6 0,0 4 35,0 5 1,0-2 0,-1 7 0,-2 1-136,-2 2 1,0 2-89,5-1 0,0-4 27,0 0 0,0-7 0,-1 2 1,-3-3-13,0-2 269,-1-6 1,5 1 17,0-9 1,0-8-34,0-11-397,0-6 0,0-2 1,0-6-1,0 0 0,0-2 49,0-3 0,0 4 149,0 0 7,0 4 0,0 4 0,0 2 0,0 5 1,0 3 592,0 2-1429,0 6 524,0 2 0,0 18 0,0 6 0,0 4-730,0 1 0,0 0 305,0 0 390,0 4 1,0-10-1,0 6 1,0-1 0,0-2-1222,0 1 0,0-2 488,0-5 1044,0 0 0,19-6 0,5-2 0</inkml:trace>
  <inkml:trace contextRef="#ctx0" brushRef="#br0">13095 7279 7853,'-10'-10'1062,"1"1"1,6 4-445,-2-4 1,-1 4 819,1-5 1,0 6-90,5-6-897,0 7-416,0-3 0,7 6 0,2 0 1,4 0-1,1 0-100,0 0 1,5 0-357,0 0 354,0 0 0,-5 4 1,1 3-1,-3 1 1,-1 3-353,-1 1 1,-7 3 469,2-1-24,-4 0 0,-2 5 1,-3 2-1,-3-1 0,-5 2 81,-3 0 0,-3-3 316,4 5-266,0-7 1,0 4-1,1-7 1,2-1-1,3-2 183,2-2-300,1-6 73,11 4 1,4-7 0,9 0 0,4 0 0,3 0 3,-3 0 0,3-2 14,-7-3-578,0 4 1,-5-6 0,0 6-3071,0-4 940,-6 4 1028,-2-6 1547,-6 7 0,-18-12 0,-6-4 0</inkml:trace>
  <inkml:trace contextRef="#ctx0" brushRef="#br0">13678 7222 7853,'-14'-14'0,"4"6"416,1 3 0,-1-1 0,-4 1 1,0 2 1631,0 1 0,-1 2-81,1 0-1692,0 0 1,-2 0 0,0 2 0,1 1 0,2 3 281,0 2 1,2 2-187,2 4-511,-4 0 0,12 2 0,-4 3-108,3 5 0,4-9-69,3 0-15,2-4 0,9 3 0,2 0 1,2-1-1,2-4-70,4-4 0,-4 1 596,1-1-151,-5 6 0,2-9 0,-6 4 0,1-1 464,-1-1-136,-6 8-80,-2-11 1,-7 10 0,-6-5 0,-5 1 0,-9 1 221,-6 0 1,2-1-213,-8 3-294,3-4 0,1-1 0,2 0 1,4-2-1,4-2-139,3-1 15,2 0-138,6-12 1,3 2-1,11-10 1,9-1-1,7-2-712,5-4 1,6 3 435,0 0 458,0 1 0,-4 1 0,-3 3 1,-2 3-1,-5 3-59,-3 4-181,-8-4-19,-2 11 1,-7-4 0,-4 8 0,-5 2-1980,-2 6 1,-3-2 2310,1 1 0,-13 26 0,-3 11 0</inkml:trace>
  <inkml:trace contextRef="#ctx0" brushRef="#br0">13962 7407 7849,'0'-8'3078,"0"-5"0,0 10-1038,0-6-1699,0 5 1,0-3-4967,0 2 2757,0 3 1868,0-4 0,7 19 0,0 2 0</inkml:trace>
  <inkml:trace contextRef="#ctx0" brushRef="#br0">14176 7208 6143,'1'-8'2496,"2"2"-767,2-1 1,0 4-95,-5-6-1063,0-1 0,0 1 177,0-1-772,0 7 1,-2-8-269,-3 6 162,4 0 1,-7 5 0,3 0-1,-4 2-305,-4 3 0,4-2 192,-1 6 193,1 1 0,-1-1 0,1 1 1,-1 1-1,1 2-336,-1 1 289,7 0 24,-3 0 1,1 0 0,2-1 4,4-4 0,6-2 195,7-7-115,0 0 0,0 0 0,1 0 1,-1-2-1,0-3 278,0-4 0,1 1 540,-1-1-401,0-1 0,-5-4 0,1 0 1138,1 0-1193,-5-1-381,1 7 1,-7 4 0,0 8 114,0 6 0,0 4 112,0 5-85,0 3 1,0 7-1,-2-1 1,-1 0-1,-2 1 339,2-1 1,1 1-39,2-1-609,0 1 0,-1-7 1,-2-3-1,-2-4-338,2 0-1197,1-7 701,2-2 1,0-8 0,0-2-2798,0-6 3803,0-9 0,8-16 0,3-9 0,1-6 0,0 1 0</inkml:trace>
  <inkml:trace contextRef="#ctx0" brushRef="#br0">14559 7137 7780,'8'-2'2548,"-3"-3"-1104,-3 4-435,-2-6 1,-2 7 0,-3 2 390,-4 3 0,-5 3-928,-5 6 0,3 6-276,-3 4 0,3 3 0,2 1 0,1 1-172,4-1 0,-2 1-840,6-1 701,0 1 1,5-7 0,2-2 0,3-1 0,4-1-498,4-6 1,6-4-77,0-8 1,6 0 530,-1 0 1,-4-2 0,-1-4 0,-3-6 657,-2-6 1,-1-1-155,-4 5-229,-3-7 1,-6 6-1,0-4 1,0 3-1,-1 3 39,-4 4 1,-4-2-69,-10 6-681,3 0 0,-11 5 0,3 2 0,-1 1 0,1 3-1544,5 2 1,4 2-266,0 4 2401,1 6 0,19 21 0,4 12 0</inkml:trace>
  <inkml:trace contextRef="#ctx0" brushRef="#br0">14886 7478 11390,'2'-8'6965,"3"3"-6426,-4 4 1,6 7 0,-9 3 412,-3 4-989,4 1 0,-12 5 0,4 0 0,-4-1 0,-1-3-1227,0 0 767,6 5 1,-5-4-1,4 1 1,-4-4-1,0-4-6517,4 2 5083,-4-4 1931,12 5 0,-6-23 0,7 2 0</inkml:trace>
  <inkml:trace contextRef="#ctx0" brushRef="#br0">15640 7108 7700,'0'-14'310,"0"0"1,0 0 954,0-1 0,-2 7 0,-1 5-747,-2 6 1,-4 7 0,3 9 0,-2 5-169,-3 2 1,-2 3 0,-1-1-1,1 1 1,4-1 0,-4 1-247,4-1 1,1-4 0,-2-2 0,1-2-24,1-2 1,-3-2-146,6-2 0,-1-2 0,3-1-687,-2-1-603,0-7 729,5-3 1,2-8 0,2-6 0,6-2-1,3-3-980,1-4 1,2-4 767,3-2 787,-4-6 1,11 1 0,-7-4 0,-2 5 0,-1 3 206,-2 1 0,-1 2-225,-4 4 2623,-3 2-1281,1 7 0,-6 17 165,4 7-1063,-3 12 1,-2 0-1,1 6 1,2 1-1,2-1 491,-2 1 1,4-1 8,-3 0-691,7 1 0,-7-2 0,3-2 0,1-3 0,-1 0 71,-1 0 0,3-4-151,-4 1-946,0-10-2127,-5-3 1715,0-6 273,0 0 1,0-6 0,-2-2 0,-2-3 0,-4-2-2268,0-2 3247,-5-3 0,-45-27 0,19 18 0,0 0 0</inkml:trace>
  <inkml:trace contextRef="#ctx0" brushRef="#br0">15569 7279 7701,'-14'0'298,"-1"0"1,6 0 1265,-1 0-72,1 0 436,1 0-1329,2 0 0,18 0 0,6 0 12,2 0 1,7 0-849,-3 0 0,1 0 0,0 0 0,-1 0-1325,1 0 0,-4 0 1022,-2 0-1547,-3-7 2087,-2 6 0,6-18 0,3 3 0</inkml:trace>
  <inkml:trace contextRef="#ctx0" brushRef="#br0">16138 7066 7701,'-10'-5'490,"1"0"1,-1-4-246,-4 4 1,0 0 1462,-1 5 0,1 0-900,0 0 0,-2 0 0,-1 2 0,-2 2 87,2 6 0,1 3-758,2 1 1,-5 2 0,1 1 0,6 2-26,5-2 1,4-4-670,-2 1 434,4-9 0,-4 14 0,10-10 1,4 2-1,5 0-618,5-1 0,-1-5 42,5 4 573,1-6 1,0 5 0,-2-5-1,0 2 1,-1-2 33,-1-1 93,-1 4 243,-5-4 0,-4 6 0,-2-4 606,-2 6 1,-8-2-219,-7 1-567,-4 1 1,-1-1 0,-2-1 0,-1-2 0,-4-1-161,-1 1 0,0-2-1906,-2 5 1337,-2-6 1,8 5 0,-4-5 0,2 2 0,2-2 663,2-1 0,-4-15 0,-2-3 0</inkml:trace>
  <inkml:trace contextRef="#ctx0" brushRef="#br0">16322 7122 7701,'-6'-7'510,"3"-6"1,-5 3 5694,2-2-5314,1 4 1,5 3 0,0 10-366,0 4 1,0 4-443,0 1 0,0 0 0,0 1 0,0-1-301,0 0 0,0 0 0,2-1 0,1-2-791,1-2 0,8-4 534,-3 5 11,-3-7 1,7 3 0,-4-6 0,4 0 0,1-1-12,0-4 1,1 2 459,-1-7 43,0 1 0,-1-10 0,-2 0 0,-2 1 0,1 3 1577,-2 0 68,4 1-1113,-10 0 1,4 8 194,-6 6 1,-1 11-204,-4 8-321,3 6 0,-9-3 0,5 7 0,0 1 0,-1 1 542,4 2 1,-3 0-268,1-4-452,0-7 1,5 3 0,0-6 0,-1-1 0,-2-3-483,-2 0-398,0-7 477,5-2 0,0-8 0,0-2-492,0-6 1,0 2-2263,0-1 1990,6-1 0,-4-4 0,3 0 1112,-4 0 0,6-20 0,1-4 0</inkml:trace>
  <inkml:trace contextRef="#ctx0" brushRef="#br0">17048 7151 7675,'7'-14'283,"-2"-1"0,-2 3 1718,2 2-719,-3 4 1,2 6-288,-8 0 0,2 6-696,-3 4 0,-3 4 0,1 5 0,-3 3-26,1 0 0,1 5 1,-3-3-1,1 1 51,-1-1 1,0 1-288,2-6 0,-3 1 1,6-2-1,0 1-241,0-2 0,-4-6 70,5-1-859,1-7 681,4 10 1,0-23-764,0 1 792,6-7 0,-3-3 1,7-2-1,1-2 1,1-6-474,2-2 0,1-3 786,-1 6 44,0 0 1,0 1 0,-1 3 0,-2 5-1,-3 3 320,-2 2 0,4 5-281,-6-1 100,1 7 0,-5-2 0,0 10 0,2 4 1,1 6 1059,2 4 1,1 3-249,-1 6-720,-4 1 0,7-1 1,-5 0-1,4 1 1,-1-2 503,0-4 0,4 3-805,-5-7-10,-1 0 0,1-5 1,0 0-1,-1-1-101,3-4-2020,-6-3 266,6-6 1,-7-1-2797,0-4 4657,-7 4 0,-26-56 0,-13-7 0</inkml:trace>
  <inkml:trace contextRef="#ctx0" brushRef="#br0">16962 7293 8485,'-8'0'6234,"-4"0"-4916,10 0-925,-4 0 0,12 0-127,4 0 1,2 0-1,4-2 1,1-1-527,2-1-230,0-1 1,-3 5 0,1 0 0,2 0-2387,-1 0 0,-2 0 1039,-2 0 1208,-6 0 629,4 0 0,-4 0 0</inkml:trace>
  <inkml:trace contextRef="#ctx0" brushRef="#br0">17446 7151 7675,'0'-14'249,"0"-1"1299,0 8 0,0-6 1033,0 3-2083,0 4 1,-2 0 0,-3 6 99,-4 0 0,-4 1-392,-1 4 1,0-2 0,0 7 0,-1 1-85,1 1 1,0 3-449,0-1 265,-1 0 1,6 0-1,1 1 1,2-1-1,3 0-792,1 0 603,2 0 133,6 1 1,4-1 0,7 0 0,4-1 0,-1-2 58,1-2 0,2-4 354,-4 4-125,7-5 0,-10 7 0,2-7 0,-3 1 1011,-6 1-722,-3-4-226,-6 4 0,0-4 0,-1 1 0,-4 2 0,-6-2 269,-6-1 1,-1-2-164,-5 0-723,-1 0 1,0 4 0,2 1-1,2-2 1,2-1-893,2-2 0,7 0-1636,-1 0 1516,7 0 0,-1 0 1395,8 0 0,29-26 0,13-5 0</inkml:trace>
  <inkml:trace contextRef="#ctx0" brushRef="#br0">17630 7194 7675,'0'-10'1734,"0"1"-693,0-1 1,2-4 0,1 0-96,2-1 1,6 3-735,-2 2 1,-1 2-1,2 5 1,1-1 30,2 0 1,2 3-142,4 1-7,-3 0 0,5 0 1,-7 1-1,0 4 49,0 5 1,-4 2-99,-1 2 9,-6 1 1,4 4 0,-7 1 0,-2 1 0,-3 1 190,-4 0 1,-4-3-36,-1 5-235,-6-1 0,4-1 0,-3-3 0,3-3 1,3-2-44,4 1 0,-2-1-221,6 0 268,0 0 0,7-6 0,3-3 0,6-4 0,6-1 377,7 0 1,9-1 134,5-4-204,3 4 0,-3-12 0,-2 5 1,-3-2-1,-4 3 667,-4 0 0,-8-2-548,2 4-411,-9 0-1319,-4-1 1,-12 4 173,-4-2-51,4 2 1,-11 4-1,2 2 1200,0 6 0,-33 3 0,-5 1 0</inkml:trace>
  <inkml:trace contextRef="#ctx0" brushRef="#br0">20119 10705 7746,'1'-8'-671,"4"3"1919,-4 4 0,6-1-64,-7-3 1,0 2 135,0-6-81,0 6-840,0-4 1,1 7-221,4 0 1,-2 2-1,7 3 1,2 6 61,6 6 0,4 0 61,6 7-257,1 0 1,5 9 0,4 2 0,3 1 0,1 4-30,-5 1 0,3-3-15,-7-1-27,7-5 1,-15 3-1,3-7 1,-2-1 0,-4-3-143,-3-5 0,-5-3 41,-5-2 67,4-6-60,-11-2 1,4-8 633,-6-2-435,0 2 0,0-12 1,0 1-1,0-6 1,0-1-256,0-1 0,-5-4-347,0 1 403,-6-3 0,8-6 0,-6 0 0,-1 3 0,2 3-232,4 3 0,-3 7-5,3-2 222,-1 3 1,5 5-130,0 7 1,6 10 80,4 13 557,2 6 0,6 2 0,-3 6 1,-4 0-1,-1 0 166,-2 1 1,-5-1 84,2-5-451,-4-6 0,-1 5 0,-1-5 0,-4 0 0,-4-3-112,-4-3 0,-1-6-797,-1-1 310,-5-6 0,3 4 0,-7-7 0,0 0 0,0 0-1879,1 0 0,1-5 2304,-2 0 0,-3-6 0,5 3 0</inkml:trace>
  <inkml:trace contextRef="#ctx0" brushRef="#br0">20602 13235 7873,'0'-9'316,"0"0"1,0-3 1142,0 0-298,0-2 0,0 4 639,0 1-1600,0 6 0,-5-2 0,0 10 1,2 4 275,2 4 1,1 1-312,0 0 1,0 2-1,0 1 1,0 2 165,0-1 0,0-3-352,0 0 1,0-1-1,0 0-383,0 0 350,0 0-41,0 1-123,0-7 0,0-8-63,0-10 211,6-3 0,-4-6 0,2-1 0,-2-1 0,-2-1-32,0 0 0,0 5 255,0-2-384,0 3 0,0 2-251,0 0 0,0 7 389,0 7 1,0 7-1,0 8-42,0 4 1,0-3-583,0 3 372,0-3 0,0 0 0,0 1 0,0 2 1,0-2-971,0-1 0,0-2 1315,0 1 0,-19-14 0,-5-2 0</inkml:trace>
  <inkml:trace contextRef="#ctx0" brushRef="#br0">20645 13079 7904,'-2'-22'222,"-3"3"1,4 3 372,-4 2 0,-1 5 40,1-1 0,-6 7 0,1-2 322,-2 4 0,1 2-257,-4 4-457,4 3 0,-9 6 1,6 2-1,-2 1 1,-2 4 81,0 1 1,-1-3 26,4 4-337,-5 1 0,9 5 1,-3-1-1,2 0 0,3 1 169,0-1 0,5 6-454,0-1 202,2 0 1,4-5 0,2 2 0,6 0 0,4-1-169,5-7 1,3-5 145,7-3 125,-1 1 0,5-7 0,0-4 0,1-2 0,-1-2 145,0 0 0,5-6-131,-5-4 139,6-9 1,-9 2 0,4-7 0,-6-3 0,-4-3 604,-5-3 1,-5-2-358,-5 2-409,-2-3 1,-9-2 0,-4-2 0,-8-2 0,-8-2-434,-5 2 1,-2 6-714,1 8 820,-1 6 0,1 3 0,-1 9 0,3 5 0,2 5-1205,5 5 0,3 8-863,2 6 1478,0 6 0,4-3 889,1 7 0,12 43 0,-2-30 0,0 0 0</inkml:trace>
  <inkml:trace contextRef="#ctx0" brushRef="#br0">22678 13292 7824,'8'-9'537,"-4"-1"0,-2-1 979,-2-1 0,0 2-938,0 1 0,-2 10 1,-2 2-1,-4 7 197,0 6-638,-5 1 0,5 4 1,-6 1-1,0 1 0,0 1-19,-1 1 1,1-2 0,0-1-1,1-2-216,4-2 1,1-3-28,3 0 0,4-6 0,-6-1-299,1-2 1,4-3-336,-2-7 586,8-4 0,4-8 0,7-5 1,-1-5-1,-2-8-140,-2-2 1,3 3 468,-4-5-70,4 6 1,1-1 0,-1 8-1,-2 3 568,-2 1-412,-6 9-71,10 5 0,-10 14 0,5 4 0,-2 6 1,-1 7 692,1 3 0,-3 6-260,7 0-407,-7 0 0,5-6 0,-5-2 0,3-3 0,1 1 3,-1-1 0,0-7-1611,-1 0 263,-3-1 1,4-11-2932,-6 7 1467,0-7 2612,-6-3 0,-46-52 0,17 17 0,0 0 0</inkml:trace>
  <inkml:trace contextRef="#ctx0" brushRef="#br0">22550 13406 7824,'9'-1'2302,"1"-4"-1429,-7 3 0,10-9-320,-4 6 0,-1-4-369,1 4 1,1-1 0,4 3 0,0-2-612,1 2 1,-1-4-1880,0 3 1642,0-1 0,2 3 664,3-2 0,9-11 0,9-7 0</inkml:trace>
  <inkml:trace contextRef="#ctx0" brushRef="#br0">23005 13207 7824,'0'-14'770,"0"0"1,0 4 465,0 1-345,-7 6 1,1-5-480,-3 3 1,-4 3-1,2-1 1,-5 5 226,-3 2 0,-1 8-550,1-3 1,3 4-1,-3 1 1,5 0-88,4 0 0,-1 5-385,6 0 308,1 0 0,5-5 0,6 1 1,5-1-1,7 2-279,3 3 1,2-8 324,4 3 57,1-3 1,-5 2 0,-2-2 0,-2-4 0,-2 1 449,-3 0-135,0-5-53,-7 10 1,-2-10 0,-9 5 0,-5-2 273,-6-2 1,-10 2-251,0-1-820,-3-1 0,4 1 1,1 0-1,-1-2 0,3-1-439,-1-2 0,7 1-2154,5 4 1519,5-4 1580,-2 6 0,25-7 0,5 0 0</inkml:trace>
  <inkml:trace contextRef="#ctx0" brushRef="#br0">23246 13250 7265,'0'-15'1416,"0"1"2360,0 0-1727,0 6-1161,0 2 1,0 7-687,0 4 1,0-2-1,0 7-160,0 1 0,2 0-431,3-2 1,4 4-1,9-5-300,1 0 0,0-2 366,-5-6 0,5 0 0,0 0 0,0-1-194,1-4 0,-4 2-55,3-7 669,-10 1 0,4-6 0,-5 1 0,1 0 1294,1 0-550,-7 0-35,3-1-532,-6 8 1,-1 7 233,-4 9-281,3 10 0,-5 1 0,3 6 0,0-3 1,-1 3 617,-1 1 0,4-4-235,-3 1-551,4 0 0,1-1 0,-2-1 0,-1-1 0,-2-4-563,2-1 0,1-6 174,2-1-110,0-6 1,0 5-691,0-3 1,0-5 342,0 0-699,0 0 1,2-13-1,3 5 1486,4 0 0,23-29 0,6-3 0</inkml:trace>
  <inkml:trace contextRef="#ctx0" brushRef="#br0">24114 13179 7828,'0'-15'147,"1"1"0,2 0 1108,2 0-788,0 6 1,-5 0 0,-2 5 0,-1 0 57,-2 4 1,-6 6-317,2 7 0,-4 2 0,-1 3 0,0 3 296,0 0 1,-1 5-388,1-4 0,0-1 0,0 1 0,0-1-108,-1 0 0,6-5-3,-1 2 0,7-3-335,-2-2 1,-1-4 52,1-1 85,1-6 0,5 2 0,4-11 0,4-7-428,4-4 0,0-4 230,-4 2 317,4 3 0,-5-11 1,6 4-1,-1-4 0,-2-2-95,-2 1 0,-1 1 501,2 4-203,2 2 0,-10 7 1,4 1 274,0 4 0,-2 4 268,5 10-401,-6 3 0,5 10 0,-5 3 0,2 1 1,-2 3 620,-1 2 0,-1 0-230,4-3-585,-3 3 0,4-12 1,-4 6-1,1-2 1,1 0-329,0-2 1,-3-6 94,-1-1-3499,0-7-42,0 3 2875,0-6 226,0 0 1,-1-6 592,-4-3 0,-22-42 0,-11-11 0</inkml:trace>
  <inkml:trace contextRef="#ctx0" brushRef="#br0">23986 13292 7828,'-8'0'2779,"2"0"-1388,-1 0-511,6 0-674,1-6 0,3 4 1,6-2-1,4 1 0,3-1 150,3 0 0,0-1-1372,-5 5 632,6-6 0,-4 4 0,3-4 0,-3 1 0,0 0 384,3 2 0,15-17 0,11-4 0</inkml:trace>
  <inkml:trace contextRef="#ctx0" brushRef="#br0">24427 13122 7832,'0'-8'3029,"-7"2"-2345,-2 6 1,-1 0-255,-4 0 1,3 0-51,-8 0 0,3 4 0,2 3 0,1 0-33,4 5 0,-2-5-20,6 3-334,0-1 1,1 6-1,-1-1 1,3 0-1,5 0 55,7 0 1,3 1-241,1-1 146,0 0 0,5 0 1,0 1-1,-2-3 1,-1-1 29,-2-1 0,-4-2 33,-1 1 184,-6 4 1,4-10 0,-9 5 216,-3-2 0,-2-1-364,-8-5-269,1 0 1,-5 0 0,0 0 0,2 0 0,1 0-1742,2 0 1343,0 0-596,6-6 1,1 2 1208,7-5 0,26-13 0,5-8 0</inkml:trace>
  <inkml:trace contextRef="#ctx0" brushRef="#br0">24640 13221 7911,'0'-14'227,"0"0"0,0 0 457,0-1 0,6 1 0,4 2 0,2 2-226,2 5 1,1 4-1,-1 1-320,0 0 1,0 0 0,1 1-58,-1 4 1,-6 3-63,-4 6 1,-2 0 47,-2 1 0,0 0 0,0 3 0,-2 1 289,-2-2-239,-4 5 0,-6-6 0,-2 5 84,-3-1 1,3-4-52,-3 3 1,5-3-1,3-4 1,1-1 634,-1-1-634,5-7 1,-2 5-218,3-3 1,10-4-30,0 4 22,12-10 0,-1 2 0,4-6 0,-1-1 0,2 2-654,1 3 1,-5-1 410,2 1-869,-3 1 1,-2-1 0,1 0-1,-1 2 1185,0 1 0,-12 2 0,-4 0 0</inkml:trace>
  <inkml:trace contextRef="#ctx0" brushRef="#br0">25152 13250 7911,'14'-7'382,"-5"4"0,1-6 298,1-2 1,-5 3-1,0 0 1307,1 2-989,-6 1 12,6 5-840,-7 0 132,0 6 0,-5-3 0,-1 7 0,-1 1 0,1 1 506,3 3 0,-3 0-370,1 4-471,-6-9 1,8 12 0,-5-11 0,1 0-1,4 2 211,2-1 1,-4 3-687,0-1 196,0-6 0,5 4-662,0-2 1194,0-4-208,0 1 1,0-9 0,2-4-1,3-7 1,4-6-261,4-3 1,1-3 143,0-9 3,0 4 1,1-9-1,-1 6 1,0 1-1,0 4 85,1 4 0,-6 4-38,1 5 8,-7 7 0,8 4 1,-6 10 459,-2 8 0,-2 2 160,-1 8-376,7-1 1,-6 6 0,4-1 0,-4 1 0,-1-1 601,0 1 1,0-6-511,0 1-222,7-7 1,-6 9 0,4-7 0,-3-2-319,-2-1 0,0-7-1566,0 1 422,0-7 1,0 2 155,0-10 1,0 2 348,0-7 331,0 1 0,-2-1 1,-1 1-1,-2-2 1,0-2 557,-1-1 0,-27-26 0,-13-5 0</inkml:trace>
  <inkml:trace contextRef="#ctx0" brushRef="#br0">25166 13363 7911,'-6'8'511,"4"-1"0,-6-7 757,3 0-444,4 0 404,-6 0-945,7 0 1,7 0-1,2-2 1,4-1 119,1-2 0,0 0 17,1 5-330,-1-6 1,0 5 0,-1-6 0,-2 2 0,-2 1-27,2 1 1,-3 1-766,2 2-1413,-7 0-1741,9-6 2706,-10 4 1149,4-4 0,-31 12 0,-7 2 0</inkml:trace>
  <inkml:trace contextRef="#ctx0" brushRef="#br0">25649 13207 7919,'8'-6'1431,"5"-2"-913,-12-6 1,4-1 0,-10 3 113,-4 2 0,-4 4-331,-1 6 0,0 0 0,-2 0 0,-1 0 18,-2 0 1,0 0 35,5 0-320,-1 6 0,1-3 1,1 7-1,2-1 0,2 1 61,-2-1 0,5 1-11,1 4-67,3 0 0,2-4 0,0-1 0,2 2 1,3 2 129,4 1 0,4-1 175,1-4-250,-6 4 0,4-5 0,-2 6 0,3-1 0,1-2 71,0-2 1,0-1 50,0 2-154,-6 2 1,3-9 0,-4 5 0,-1 0 84,0 0-16,-1-5-96,-5 4 0,-6-3 1,-5 1-1,-5-2 0,-3-1-748,2-2 0,1 0 439,2 0-1330,-1 0 0,1 0 1,0 0 1624,0 0 0,18-32 0,6-7 0</inkml:trace>
  <inkml:trace contextRef="#ctx0" brushRef="#br0">25735 13221 7919,'7'-6'0,"-2"-4"0,-2 3 0,2-3 0,-3 5 2865,2-4-1627,-2 6 1,-2-5 0,2 5 90,2-2 1,-2 2-666,3 8-341,-4 2 1,-1 9 0,0 2 0,0 2 0,0 1 357,0-1 0,0 5-353,0-1-305,0-3 0,0 4 0,0-5 0,0 1 0,0 0-324,0-4-324,0-1 598,0-2 493,0 0 1,0-12-384,0-7-124,0-12 1,0-5 0,0-8-1,0-4 1,0-4-276,0-3 1,2 3-534,3 1 562,-4 5 0,5 2 1,-6 8-2939,0 1 1961,0 9 894,0 18 0,0 7 0,0 13 0,0 4 0,0 2-1383,0 3 0,0-4 1753,0 7 0,7 19 0,1 10 0</inkml:trace>
  <inkml:trace contextRef="#ctx0" brushRef="#br0">20929 13477 7905,'8'-6'-12,"-3"-4"1,-4-2 604,-1-2 1,0 4 271,0 1 1,0 4 0,2-3 935,2 2-1508,-2 7 0,4 2 1,-6 7-1,0 2 1,0 4 769,0 3-858,0 6 0,0-7 1,0 4-1,0 0 1,0 0 340,0 3 0,0-2-193,0 0-395,0-5 0,0 2 0,0-6 1,0 1-1,0-1-1883,0 0 1631,0-6-974,7 5 0,-4-12 1,6 4-2681,2-4 3948,2-7 0,8-52 0,1-20 0</inkml:trace>
  <inkml:trace contextRef="#ctx0" brushRef="#br0">21100 13520 7905,'0'-14'0,"0"-1"2848,0 1-2192,0 0 1,1 1-1,2 2 1,4 3 75,1 2 0,-4 1-406,6 5-201,-1 0 0,5 0 0,1 0 0,-1 2 0,0 1 80,0 2 0,1 6 28,-1-2-253,0 4 0,-6 1 1,-3 0-1,-4 1 1,-1 0-260,0 4 0,0-3 120,0 3 213,-6 3 1,-2-6 0,-6 3-1,0-3 1,-1-2 55,1 0 1,5-4 102,-1-1 81,1-6-284,1 10 0,3-11 173,10 2-268,3-2 0,6-2 1,0 0-1,2 0 0,1 0-433,2 0 0,0-2 159,-5-2-544,-6 2 0,5-4 1,-4 6-3137,4 0 4039,-5 0 0,-8-7 0,-8-1 0</inkml:trace>
  <inkml:trace contextRef="#ctx0" brushRef="#br0">21526 13562 7905,'-1'-14'-571,"-3"0"1,0 0 955,0 0 1,3-1-1,1 1 2995,0 0-2829,0 0 0,-2 1 413,-2 4 0,0 2-329,-5 7 0,-1 0-310,-4 0-190,0 7 0,0 1 0,0 4 0,-1-1 0,3-1-8,2 1 1,-1 1-303,6 3 158,1 5 0,4-4 0,0 3 1,3-3-1,5-2-163,6 0 0,5 0-2,0 1 178,3-1 0,0 0 0,-1 0 1,-2 0-1,0-1-28,-2-3 1,-1 2 14,-2-2 217,-6-4 1,3 7 0,-8-6 0,-4 1 168,-7-3 1,-11-2 144,-5 2-514,-3-3 0,3 4 0,1-6 0,-3 0 0,1 0-24,1 0 0,4-2 98,6-2-178,6 2 0,1-11 0,7 4 1,0-4-1,2-3-675,3-2 0,3 2 111,6-3 444,6 3 0,-4 2 0,3 1 0,-3 2 0,-2 3-524,0 2 0,1-4-293,-1 6 269,-6-1 1,4 5 771,-2 0 0,-4 25 0,1 7 0</inkml:trace>
  <inkml:trace contextRef="#ctx0" brushRef="#br0">21725 13719 7905,'0'-14'8835,"0"-1"-7235,0 1-1521,0 0 1,0 5-1296,0-1 871,0 7-5113,0-3 5458,0 6 0,0 31 0,0 9 0</inkml:trace>
  <inkml:trace contextRef="#ctx0" brushRef="#br0">21882 13534 7905,'0'-14'0,"-2"-5"503,-3 0 0,4-5 1,-6 5-1,3 2 505,-1 1 0,-6 3-285,1 4-243,4 3 1,-7 6 0,4 0-1,-4 0 1,-1 1 201,0 4 1,0 3-512,-1 6-136,1 0 0,5 1 1,1-1-1,1 0 0,4 0-149,2 0 0,2 1-236,4-1 75,3 0 1,6-4 0,0-3 0,2 0 0,2-4-796,0-2 1,6-1 505,-5 0 582,0 0 1,-5 0-1,1 0 1,-1-1 0,0-2 863,0-2 0,-6-1-188,-3 1-215,3 3 0,-7-6 470,4 4 0,-3 4-23,-2 0 1,0 6-292,0 8-413,0 7 1,-2-4 0,-1 5 0,-3 0 0,-1-1 54,1-1 0,-4 4-168,6-5-443,-1 0 1,0-5 0,1 0-856,0 1 0,1-7-1674,-2-4-191,4-2 3054,-5-2 0,18-38 0,4-9 0</inkml:trace>
  <inkml:trace contextRef="#ctx0" brushRef="#br0">22137 13420 7905,'0'-14'508,"0"0"0,0 4 2585,0 1-2230,-6 6 0,-2-4 1,-6 7 288,0 0 0,0 7-407,-1 2-479,7 10 1,-4-1-1,4 5 1,-2 1-1,3 0 137,0-1 1,3-1-155,4 2-276,0 3 0,0-10 0,1 5 0,4-1 0,4-4-139,4-1 1,6-6-593,0-1 592,6-6 1,-7 4 0,4-7-1,-2-2 1,-2-3-561,-3-4 1163,0-4-346,-1-1 1,-6 0-1,-4 0 1,-4-1 0,-4 3-188,-6 2 1,-2 2-663,-3 4 228,-5 2 0,-1-4 0,-2 6 0,2 1 0,2 4-1732,0 4 1,0 3 834,5-3 1427,6 10 0,2 16 0,6 17 0</inkml:trace>
  <inkml:trace contextRef="#ctx0" brushRef="#br0">22365 13747 8372,'0'-14'1051,"5"5"302,-1-1 0,1 5 2579,-5-4-2213,0 6-914,0-4 0,0 9 1,0 3 103,0 4 0,-5 4-178,1 1-624,-7 0 1,7 2 0,-5 1 0,0 2 0,-1-1 124,1-2 1,-1-2-980,-4 0 292,6 0 0,-5 0 0,4 1 0,-4-3 0,1-1-4703,2-1 5158,-3-1 0,-7-20 0,-10-6 0</inkml:trace>
  <inkml:trace contextRef="#ctx0" brushRef="#br0">20019 13321 8050,'0'-14'-4,"-5"-1"1,1 1 0,0 0 1277,3 0 1,-4 4-213,0 1 1,-6 6-317,2-2-611,2 3 0,-5 2 1,2 0-1,-2 0 358,-3 0-406,-5 0 1,4 0 0,-1 2 0,4 1-58,4 2 1,4 4-100,-5-4 133,7 6 1,-3-3-1,6 6 1,0 2-1,0 1 510,0 2 1,0 2-61,0-2-386,0-3 0,0 9 0,0-5 1,0 1-1,0 1 299,0 0 1,0 2-16,0 4-312,0 1 1,0-1 0,0 1 0,0 1 0,0 1 261,0 2 1,5 2-90,-1-2-182,1-3 1,-5 5-1,2-5 1,1 2 0,2 1 170,-2-2 0,-2-1-217,-1-1-23,0-1 1,0 5 0,0 1-1,0-3 1,0-1 6,0-1 0,0 4-93,0 0 26,0 0 0,0 0 0,0 0 1,0-1-1,0 0-23,0 1 1,0-3 95,0 3-69,0 3 0,0-6 1,0 5-1,0-2 1,0 0-152,0-1 1,5-4 152,0-4 27,0 3 0,-4-5 0,2 5 0,2-2 0,-2-3-27,-1-1 1,-1-1 42,4-1-16,-3-3 1,4 5 0,-6-5 0,0 1-1,0 2 21,0-2 0,5-1 29,0-2-52,-1 0 0,-4 1 0,0 0 1,0 3-1,0 1-57,0-2 0,0-1-26,0-2 83,0-6 1,0 5 0,0-4 0,2 2 0,1 0-55,2-1 1,1-2 18,-1 1 47,3 4 0,1-7 1,1 4 20,1-6 0,-3 3 0,1-3 0,2 0-46,2-3 1,6-1-38,0 0 1,1 0 0,-2 0 0,1 0-36,-2 0 1,-1-5-789,-2 1 189,0-7 1,-1 7-1,-2-3-4109,-2 0 1726,-5 3 3074,2 4 0,-31 12 0,-7 4 0</inkml:trace>
  <inkml:trace contextRef="#ctx0" brushRef="#br0">20446 13946 8398,'0'-14'380,"-5"5"1,0-1-1,0 1 1,1-1 1826,-1 1-2026,0 6 0,7-4 0,2 7 1,6 0-1,3 0 0,1 0 0,0 2 1,0 3 149,0 4 0,1-1 0,-1 1 0,0 1-215,0-2 0,-6 4 24,-3-2 0,-2 3 70,2 1 1,-5 0 0,1 0-1,-7 2 249,-7 3-388,2-3 1,-9 4 0,4-6 0,0 1-1,0-1 76,4 0-393,1 0 265,-3 1 0,9-8 1,8 0-1,11-2 290,7-1 0,2 1-188,6-5-177,-1 0 1,1-5-1,-2 1 1,-4 0-1,-4 1-707,-3-2 1,-2 4 361,0-4-4059,-6 4 4460,-1 1 0,-26 0 0,-5 0 0</inkml:trace>
  <inkml:trace contextRef="#ctx0" brushRef="#br0">20701 13847 8183,'-14'-14'1231,"5"-1"-602,-1 1 0,-1 0 1,-6 1 470,-2 4 0,-5 2-733,5 7 0,-11 2 0,2 3 0,-2 4 235,0 4 1,1 7-461,1 4-31,6 3 0,-3 8 1,6 1-1,3 2 1,5 0 106,6 1 1,3 1-305,2-2 52,7 3 0,2-11 1,10 3-1,5-5 0,3-4-94,1-5 0,7-3-90,3-2 148,3-6 1,-3-2 0,-2-7 0,0-4 0,-1-6 105,0-6 0,-2-5-37,-4-7 81,-7 7 0,-2-6 0,-7 1 1,-4-5-1,-4-1 53,-3-2 0,-2 0-2,0-3-566,-7-3 1,-5 11-1,-9-1 1,-1 6-1,-3 7-1105,-2 7 1,-2 8-986,1 12 1242,0 7 1283,5 13 0,-2 18 0,-2 10 0,0 5 0,1-1 0</inkml:trace>
  <inkml:trace contextRef="#ctx0" brushRef="#br0">20474 14714 8196,'0'-14'0,"0"-5"1454,0 0 1,0 0-784,0 5 0,0-1 0,0 1 0,2 0 395,2 0 0,4 1-867,6 4 1,1 1 0,-1 5-1,0-2 54,0 2-214,1-5 0,-1 6 1,-2-1-1,-1 5-145,-1 2 1,-5 8-41,4-3 108,-6 4 1,4 6 0,-7 0 0,0-1 0,-2 3 141,-3 3 1,2-2-33,-6 2-153,5-7 0,-7 3 0,7-5 0,1-1 0,1 0-224,2 0 1,0 1 461,0-1-109,6 0 1,-3-5-1,7-1 1,1-1-1,2-4 984,1-2-549,0-1 176,0 0-212,-6 0 0,-8 0-84,-9 0-822,-4 0 1,-3 0-1,-1 0 1,-2 0-1,0 2-2555,-2 3 0,6-4 900,-4 4 2114,3-3 0,2-2 0,-1 0 0</inkml:trace>
  <inkml:trace contextRef="#ctx0" brushRef="#br0">20659 14543 8172,'-14'-22'0,"1"-5"1434,3 4-918,-2 2 0,-1 1 0,-6 7 1,2 4-1,-1 4 1034,0 3 0,0 4-711,-6 3 1,2 2-514,-1 8 1,-4 5-1,5 2 1,0 4-39,3 2 1,3-3-86,2 8 0,1 2-176,3-2 0,4 5 1,6-3-1,0 0-105,0 0 1,11-2 15,3-5 1,10 4-120,0-4 1,7 2 0,4-11-1,2-3-12,2-5 0,5 0 207,-1-6 0,3-2 23,-8-8 1,1-3 0,1-7-1,-4-4 15,-1-5 0,-4-5 358,-7-4 0,-5 2-205,-10-7 0,2 0 1,-6-5-1,-3-1-159,-5-3 1,-10 2-588,-6-2 0,-6 4-297,1 5 1,-4 12-1,-4 11 1,-1 9-803,1 4 1,-2 10 919,0 7 1,6 11 719,4 12 0,-7 24 0,-6 12 0,9-20 0,0 0 0,1-1 0</inkml:trace>
  <inkml:trace contextRef="#ctx0" brushRef="#br0">20389 15197 8344,'-2'-14'170,"-3"0"1,-3 0 1707,1-1-78,0 8 1,6 0-1165,-4 7 0,3 2 0,-2 3 0,2 4-243,2 4 0,0 6 0,0 0 0,0-2-471,0-1 1,5 3 21,0 0 92,6-7 0,-4 1 0,8-4 0,-1 4 0,2 0-602,3-4 0,-4-2 34,4-7 345,4 0 1,-3 0 0,4-2 0,-5-3 0,-3-4 297,-2-4 0,-2-1-117,-2 0 1462,2 6 1,-10-5-728,3 4 0,-4 4 153,-1 5-634,-6 6 1,4 10-1,-4 1 1,1 4-1,1-1 250,1 1 1,-1 3-477,0-5-407,2 0 0,-4-5 1,6 0-1,0 0-2978,0 0 439,0-6 281,0-1 2643,0-7 0,-7-64 0,0-14 0</inkml:trace>
  <inkml:trace contextRef="#ctx0" brushRef="#br0">20616 15055 8202,'-6'-14'0,"-2"1"413,-6 4 0,0-2 0,-1 4 0,-1 1 1686,-2 0 0,-5 1 30,-5 5-1724,0 6 1,-1-1 0,1 8 0,1 3 0,2 1 510,1 4 0,2 1-433,-2 6-420,4-6 1,7 7 0,2-3 0,3 6 0,2 1 226,2 2 0,3 0 81,1 3-328,6 3 1,2-11 0,8 3 0,3-3-1,5-3-103,2-4 0,4 1-130,4-10 109,2 4 1,11-17 0,2 4 0,0-3 0,2-4-402,-1-3 1,-2-7 358,4-7 246,-13-7 0,2 4 0,-14-8 0,-3-1 1,-5-4 481,-3-1 0,-8-2-141,-4-5-632,-8-6 0,-6-3 0,-7-10 0,-4-2 0,-1-1-625,-3 3 0,-2 10 370,-1 5-572,-7 9 0,10 16 0,-2 12 0,5 10 0,4 10-1219,2 9 0,2 8 2214,0 6 0,4 7 0,-1 7 0,0 5 0,0 1 0</inkml:trace>
  <inkml:trace contextRef="#ctx0" brushRef="#br0">26261 10975 8127,'1'-9'-627,"2"-1"493,2-1 69,0 5 521,-5-1 532,0 7 7302,0 0-7878,0-6-175,0 5-285,0-6 106,0 7 1,-2 0 0,-2 0-73,-6 0 11,4 0 4,-7 0 1,7 2 0,-5 1 0,1 3 0,-1 1 231,-1-1 0,-3 5-32,1-2-166,-6 4 0,2 1 1,-6 1-1,1 0 1,-2 3 97,-4 1 1,9 0-147,-9-5 2,4 6 1,1-4-1,2 3 1,1-2-1,4 1-40,1 1 0,2 0-3,0-5 84,0 0 1,1 2-1,2 1 1,1 2-1,-1-1 102,-1-3 1,-7 4-89,0 0-26,0 0 0,0 0 0,0 0 0,2-1 0,1-1-71,2 2 0,-1-3 19,1 3-32,0-3 1,0-2 0,1 0-140,4 0 1,2-4-86,7-1 132,0-6-30,0 4 279,0-7 78,0 0-15,0-7 92,0 6-176,0-6 0,2 7 0,1-1-51,2-4 1,0 2 34,-5-7-65,6 7 1,-3-9 0,5 2-136,-2-2 0,4-3 43,-6 1 0,1-6 0,-5 4 0,0-5 1,0 1-1,0-4-98,0-3 0,0 0 217,0 4-2,0-4 0,0 9 0,-1-4 329,-4 2 0,2 7-632,-7 8 407,7 4 1,-5 7 0,5 5 0,-2 5 0,1 4 664,-3 3 0,6 0-304,-4 6-319,3-7 0,1 5 0,-2-5 0,-2 1 0,2 0 53,1-3 0,2-1-17,0-5-159,0 1 0,2-3 0,1-1 0,3-3 1,2-2-158,3-2 1,2-3 88,1-1 16,0 0 0,5-5 0,0-1 1,-2-2-1,-1-3 50,-2-1 0,4 2-270,-4 1 66,3-1 0,-13 2 0,3 2-919,0 0 0,-1 4-1731,-1-3 1254,-4 4 0,4 2 0,-8 4-2102,-2 4 3667,1 4 0,-15 14 0,-5 3 0</inkml:trace>
  <inkml:trace contextRef="#ctx0" brushRef="#br0">20531 16036 8144,'1'-13'2271,"3"2"589,0 2-676,1-1-1678,-5 3 0,-2 0 0,-2 7-488,-6 0 1,-2 0 80,-3 0 0,1 2 0,0 1 0,0 2-87,0-2 0,-1 0-92,1 2 1,-2-4 0,-1 4 0,-2-3 84,2-2 0,6 0-143,1 0 151,1 0 1,-1 4 0,1 1-91,-2-2 0,0 0-220,1 2 187,4-3 0,4 6 0,-1-4-33,-2 6 121,1-4 31,4 7 1,0-10 0,0 7 73,0 1-89,0-5-191,0 0 1,1-4 44,4 3 1,3-4 55,6 4 252,0-4 1,0-1-1,1 0 1,0 0-1,3 0 158,1 0 0,4 0-20,-4 0-246,0 0 1,-4 0-1,-1 0 1,0 0 0,0 2 126,0 3 1,1-2 79,-1 6-132,-6 1 1,-2 4 0,-6 0 0,0 1 305,0-1 1,-2 0 216,-2 0-513,-4-6 0,-8 5 0,-1-5 1,-4 1-1,1-1-208,-1-2 1,-3-1 39,5-5-177,-6 6 1,9-4 0,-3 3 0,4-4-1098,0-1 1,1-5 580,0 1-509,6-7 1,2 3-1,6-6 1,0-1-2632,0 1 3868,6 0 0,21-38 0,11-10 0</inkml:trace>
  <inkml:trace contextRef="#ctx0" brushRef="#br0">20474 15809 8201,'-6'-15'0,"-4"1"900,-2 0 1,-3 1-224,1 4 0,0 1 1,0 5 295,-1-2 1,0 0-121,-4 5-633,3 0 0,-6 5 0,4 1 0,-2 2 1,-1 3 289,1 2 1,1 1-57,5 0-344,-7 1 0,5-1 1,-3 2-1,4 1 0,0 2 64,1-2 0,5 5-98,-1 2-21,7-3 1,-8 6-1,6-4 1,2 3-1,1-1 188,2-1 1,2-1-113,3 6-42,-4-7 0,12 0 1,-4-5-1,4 4 1,1-1 57,1 1 0,-1-2-198,0-5 110,0 0 1,7 0 0,1-1 0,2-2 0,-1-3 28,3-2 0,0 4 78,3-5-89,-1-1 1,1-4-1,1 0 1,1 0-1,4-1 375,1-4 1,-4-3-98,1-6-179,-9-7 0,1 6 1,-4-6-1,-1 2 1,-1-1 362,-6-3 0,-1 4-104,-7-4-386,6-1 0,-9-4 1,3-1-1,-5 1 1,-5-1-272,-5 1 0,-2-1-797,-3 1 708,1 0 0,-5 5 0,0 3 1,0 3-1,0 1-923,0 3 1,1 4-809,3-1 1293,1 4 0,0 7 0,0 3 0,1 2 0,2 3-1128,1 7 1,7-2 376,-1 5 1500,2 3 0,8 26 0,2 12 0</inkml:trace>
  <inkml:trace contextRef="#ctx0" brushRef="#br0">24924 6653 8357,'0'-14'357,"0"5"34,0-1 1,2 5-1,1-4 975,2-2-464,-1 5-90,-4-7-710,0 11 0,-1-4 0,-4 6 0,-6 0-75,-6 0 1,1 5 0,-5-1 0,2 1-133,0 2 1,-6-6 81,1 4 3,4-4 1,-2 1-1,4 1 1,-1 2 0,2-2-109,1-1 271,8-2-37,-4 0-9,10 0-92,-4 0-57,6 0 1,0 1 0,1 2 39,4 2 1,-3 1 17,2-1 126,-2-3 1,-2 10 0,0-2 0,0 3 227,0 1 0,0 0-109,0 0-215,0 0 0,0 1 0,0-1 1,0 0 26,0 0 1,0 0-159,0 1 27,0-7 0,0 4-103,0-2 71,0-4 97,6 7 1,2-12 0,6 4-1,1-3 1,0-2 7,4 0 0,-3 0-4,3 0 36,3 0 0,-4 1 1,4 2-1,-2 4 0,-2 0 135,-3 5 1,0 0-33,-1 2 57,0-6 1,-6 5-1,-3-4 1,-4 4 848,-1 1-151,0 0-634,-6 1 1,-3-7 0,-9-4 0,-2-2-1,-2-2 316,-4 0 0,-1 0-1427,-1 0 424,0 0 0,4 0 0,2 0 0,1 0 0,5 1-2436,5 4 1,5-2 2861,6 7 0,57-7 0,14 3 0</inkml:trace>
  <inkml:trace contextRef="#ctx0" brushRef="#br0">23232 14302 7831,'10'-8'197,"-2"2"0,-2-1 1185,-3-2 1070,-1 2-705,-2 1-1455,0 6 1,0 2 205,0 2 1,-2 4-290,-3 7 0,2 3 1,-6 1-1,-2 0 132,-2 2 0,-1-4-109,0 7-160,-1-7 1,1 9 0,0-6 0,1 1 0,2-1 10,2-2 1,1 2-439,-2-1-184,-2 0 1,10-9-499,-3-1 745,4-6-98,1 3 1,1-18-135,4-7 1,-2 0 0,7-2 0,-1 1-233,-1-4 1,5-1 440,-4 1 336,-2-3 0,4 7 0,-5-5 124,2 1 0,-3 5 1,3-3-1,-1 3 829,1 6 139,-5-1-592,10 6 1,-10 0 51,7 3 0,-2 10-144,1 5 0,4 2 0,-5 3 0,1 0 792,1 4-985,-7-3 0,8 11 0,-5-5 0,0 2 0,2-2 307,0-2 1,-5 1-486,2-2-36,3-3 1,-6 4 0,4-6 0,-1 1-1132,-1-1 643,1 0-1516,-5-6-1835,0-2 2583,0-6-35,0 0 0,0-6 1269,0-4 0,-31-34 0,-9-9 0</inkml:trace>
  <inkml:trace contextRef="#ctx0" brushRef="#br0">23175 14487 6546,'0'7'5404,"0"0"-4238,0-7-18,0 0 0,7 0-743,2 0 0,-1 0 10,2 0-381,-1 0 1,5 0-1,0 0 1,1 0 0,-1-2-196,0-3 0,0 4-1486,1-4 765,-1 4 1,-5 1 0,1 0-2929,1 0 3810,1 0 0,-16-13 0,-6-3 0</inkml:trace>
  <inkml:trace contextRef="#ctx0" brushRef="#br0">23687 14316 7831,'0'-14'906,"-1"1"1344,-4 4-1199,3-4 1,-10 11-4,2-2 0,-2 2-271,-3 2-558,1 0 0,0 2 0,0 2 0,-1 6 0,1 3-41,0 1 1,6 0-177,3 0-77,-3 0 1,7 1 0,-4-1 0,4 0 0,2 0 11,4 0 0,3 1-77,6-1 110,0 0 1,0 0 0,2 1 0,2-3 0,1-1 182,-2-1 1,-1-2-1,-2 1-80,0 4 0,-4-10 0,-2 6 464,-2 2-417,-1 2-92,-5-5 0,-7 3 0,-2-6 1,-5-2-1,-4-2-316,-1-1 0,-4 5 30,4 0-325,-7 0 1,11-5 0,-4 0 0,3 0-3813,2 0 2548,-1-7 1003,7 6 844,2-6 0,38-24 0,7-9 0</inkml:trace>
  <inkml:trace contextRef="#ctx0" brushRef="#br0">23872 14344 7856,'0'-14'2099,"0"0"-228,-6 0-879,-2 0 1,-2 6 0,1 3-85,-2 3 1,3 4-371,-2 3-413,1 3 1,-1 6 0,3 0-1,0 0 1,3 0 266,-3 1 0,6-1-555,-4 0 116,3 0 0,4 0 1,1 1-1,3-1 1,2 0-192,3 0 1,7-4 39,1-1 186,6 1 1,-8-1 0,5-1 0,-1-2-1,-2-1 101,1 2 1,-4-6-67,3 4 68,-9 3 1,1-5 268,-7 6 0,0-4-597,-9 5 118,-3-7 1,-8 8-1,-1-6 1,-4-2-1,1-2-390,-1-1 1,-2 5-2496,4 0 2189,-7-1 1,9-4 0,-5 0 814,1 0 0,2-31 0,5-9 0</inkml:trace>
  <inkml:trace contextRef="#ctx0" brushRef="#br0">23844 14359 7856,'0'-15'791,"6"1"1,-3 2 1123,7 2 692,-7-3-1751,9 6 1,-4-1 0,8 3 227,3 3-943,-3 2 1,6 0 0,-5 0-644,2 0 1,5 5-73,-5 0 0,5 4 1,-5-2 573,-2 0 0,-8 9 0,-2 6 0</inkml:trace>
  <inkml:trace contextRef="#ctx0" brushRef="#br0">24299 14543 7909,'0'8'5399,"0"-1"-4542,0-7 1,0 1 0,0 4 84,0 4 0,-2 4 0,-1 3-619,-2 3 0,-4-3-715,4 3 1,-5-4 67,6 0 0,-6-1 0,5 0 0,1-1-1607,-3-4 1010,6 4 0,-7-10-1485,3 6 31,4-5 2375,-6 2 0,7-38 0,0-7 0</inkml:trace>
  <inkml:trace contextRef="#ctx0" brushRef="#br0">21384 14728 7643,'-10'0'3307,"1"0"-2824,6 0 0,-5 0 213,3 0-173,4 0-249,-6 0-166,7 0 0,2 0 1,3 0-1,4 0 257,4 0 1,3 0 143,2 0-327,5 0 0,7 0 1,1 0-1,4 0 0,1 0 108,4 0 0,1 0-27,1 0-273,1 0 0,0 0 0,-2 0 0,-2 0 1,-1 0-139,2 0 0,1 0 210,2 0-79,-7 0 0,3 0 0,-5 0 1,-1 0-1,-2 0 69,-2 0 0,1-5 198,-11 1-191,6-1 1,-8 3 0,5-1 0,-1-1-1,-4 0 161,-1 3 0,-2 1-32,1 0-156,-1-7 1,0 6-1,0-4 1,0 4 124,1 1-47,-1 0 74,-6 0-44,4 0-60,-10 0-294,4 0-314,-6 0-317,0 0 547,-6 0 120,4 0-737,-4 0 0,0 0 915,-4 0 0,-40 19 0,-12 4 0</inkml:trace>
  <inkml:trace contextRef="#ctx0" brushRef="#br0">24782 14359 7783,'8'-2'712,"-2"-1"1,-1-3 1486,0-2-1636,-1 4 1,-4 0-1,-1 8 258,-4 6 1,-3 4-592,-6 5 1,0 2 0,0 4-1,-1-1-53,1 1 0,0-3 1,0 2-1,-1-1-203,1 0 1,5-3-13,-1-6-29,7 0 1,-5-4-43,3-1 1,4-12-733,-4-1 651,4-14 0,5 1 0,3-7 0,1-1 0,1-2-142,-1-1 0,5-1 565,-4 1-166,4 6 0,-4-4 1,1 7-1,-1 2 0,1 3 224,-1 4 0,-4 4-99,4 6 74,1 0 0,-1 6 0,1 5 0,-1 5 0,1 6 776,-1 5 1,-4-2 61,4 9-877,-5-4 1,7-2 0,-7-1 0,1-2 0,0-3-82,0-1 0,-1-2-201,-4-5-221,7 0 0,-6-4-2674,4-1 2120,-4-6-269,-1-3 0,-4-3 0,-3-6 0,0-2 0,-5-2 1099,0-1 0,-47-19 0,-10-5 0</inkml:trace>
  <inkml:trace contextRef="#ctx0" brushRef="#br0">24682 14572 7783,'-14'0'1464,"0"0"0,6-2 1523,3-2-1722,4 2-816,1-4 0,6 1 1,4 0-1,4 0 1,3 1-51,2-1 1,5-1-329,-5 1-403,6 3 1,-9-6 0,4 5-1,-1-2 1,0 1-3800,-1-3 551,4 6 3580,0-5 0,6-13 0,1-5 0</inkml:trace>
  <inkml:trace contextRef="#ctx0" brushRef="#br0">25194 14344 7794,'0'-9'2523,"0"-1"-1155,0 7 1,-1-8-673,-4 6 1,-3 1 58,-6 4 1,-7 1 0,-2 2 0,-3 4 74,3 1 1,-3 1-410,7 5-338,0 1 1,7-1 0,1 0-1,3 2-57,2 3 1,2-3-138,9 3 108,3-4 0,13-5 0,2-1 0,4 2 1,2 2-158,-1 1 1,-4-4 39,-1-1 67,-5 1 0,2-1 0,-7 1 62,-4 1 0,-2-3 31,-7 1-46,-7 0 0,-1 1 1,-7-2-1,-4-2 0,-3-1-1030,0 1 1,-4-4 89,7 3-342,-6 2 0,14-5 0,-3 3 0,1-4 1288,0-1 0,31-38 0,7-9 0</inkml:trace>
  <inkml:trace contextRef="#ctx0" brushRef="#br0">25351 14415 7794,'0'-14'3088,"0"0"-2257,0 0 1,1 1-33,4 4 1,-2 1-1,7 5 1,1-2 221,1 2 1,3 1-424,-1 2-435,0 0 0,0 0 0,0 2 1,1 1-1,-3 3 264,-2 2 1,1 2-557,-6 4 144,-1 0 0,-4 0 0,0 0 0,-1 2 0,-4 2-117,-5 1 0,-2 4-250,-2-4 276,-1 0 0,1-5 0,2 1 0,1-1 1,3 0-342,1 0 1,1-4-16,1-1 384,4-6 0,-4 8 0,10-6 0,6-2 0,5-1-589,2-2 1,8-2 73,-3-2-206,-2 2 1,4-6 0,-4 5 0,-1-2 0,1 2-1927,-4 1 2695,-1 2 0,-8 0 0,-2 0 0</inkml:trace>
  <inkml:trace contextRef="#ctx0" brushRef="#br0">25962 14614 7794,'0'-14'0,"0"0"0,0 0 767,0 6 0,0-5 1,0 4 1980,0-4-1308,0 5-578,0 2-697,0 6-1303,0 0-276,0 6 503,0-4 768,0 4 38,0-6 1895,0 0 1726,6 0-2280,-4 0 861,4 0-651,-6 0-1467,0 0 0,0 7-200,0 2 1,-4 4-72,-1 1 202,-6 6 0,8-2 0,-5 5 0,0 1 0,1 0-108,1 0 0,-3-7-322,4 2 224,0-3 1,0-2-1297,1 0-12,-1-6 0,5-3 0,0-10-439,0-5 0,0-2 2043,0-2 0,-13-32 0,-2-8 0</inkml:trace>
  <inkml:trace contextRef="#ctx0" brushRef="#br0">26303 14401 7902,'5'-9'425,"0"-1"1,-1-1 2424,3-1 0,-6 2-1548,4 1 1,-3 7 0,-4 2-800,-3 8 1,-1 5 0,-5 1 0,2 2 175,-3 3 1,0-4-650,-2 4 0,1 2 0,2-2 0,1-2-235,-1-1 0,3-3 140,-1-4-102,6 4 1,-5-7-1,5 5-934,-2-1 544,0-7 245,5 3 1,0-12-1,2-4 1,1-4-1,3-5-448,2-5 0,2 2 448,4-1 235,0-1 0,0-5 0,1 3 0,-1 0 0,0 4 88,0 2 0,0 2-42,1 9 144,-7 3 1,4 6-1,-2 3 1,2 6 968,3 10 0,-6 2-261,1 2-453,-7 1 1,5 8-1,-5-2 1,1-4-1,0 0 192,-3-4 0,1 3-432,3-6-435,-4 0 1,5-5-3204,-6 0 228,0-6 2005,0-1 0,0-9 0,0-3-579,0-4 1,-6 1 986,-3-1 869,-4-1 0,-1-4 0,0 1 0,-1 2 0,1 2 0,0 1 0,0-2 625,-1-2 1,6 8 0,0-3 4158,-3 0-3090,6-4-1250,0 10 1,6-7-1,1 5 1,4-2-43,5 2 0,4 1-333,5 2-817,-3 0 0,6 0 1,-5 0-1,2 0 1,0 0-1526,2 0 0,-4 0 442,7 0 1640,-7-6 0,10 3 1,-5-5-1,2 0 1,-1 0 190,3-3 0,-4-2 0,1-1-2,-11 0 1,6 1 0,-10 2 2976,0 2-1402,-1-1-1057,-7 2 1,-7 2-1,-2 6 1,-5 0-1,-4 2 735,-1 2 1,-4-1-594,4 7-450,0-1 1,4 1 0,1-1 0,2 2 0,0 2 84,3 1 0,6 0-146,-2 1-65,4-1 0,7 0 1,3 0-1,6 1 1,4-1 224,4 0 0,4-1-351,1-4 13,1 4 0,-5-5 0,-2 4 0,-2-1-161,-2-1 1,-4-5 61,-5 4 215,-2-6 0,-10 3 0,-5-4 0,-8 1 0,-3 2-568,-2-2 0,-4 0-8,1 2-457,-3-3 0,4 4 0,1-6 0,1 0 0,4 0-3902,1 0 4850,8 0 0,14-13 0,10-3 0</inkml:trace>
  <inkml:trace contextRef="#ctx0" brushRef="#br0">26872 14415 7915,'8'-14'0,"3"5"862,-6-1 71,-1 7 1,-2-5 1941,3 3-1592,-4 4-822,6-5 0,-7 7 0,0 4 1,0 4-1,0 4 868,0 1 1,0 0-946,0 1 0,0 4 0,-2 1 0,-1 1 172,-2-1 0,-1 4-690,1-5 99,4 6 1,-6-9-1,6 3 1,-3-3 0,0-2-412,1 0 0,1-4-324,2-1 603,0-6 1,2 2 265,2-10 1,-1-4-77,7-10-80,-1-3 1,1-8-1,-1-2 1,1-3 0,-1-1-529,1-3 1,-5-1 91,4 2-516,-6 3 0,3 13 0,-6 3-1554,0 4 0,-1 15 294,-4 9 2269,-9 10 0,-8 11 0,-3 6 0,-5 2 0,0 0 0</inkml:trace>
  <inkml:trace contextRef="#ctx0" brushRef="#br0">23261 15297 7775,'14'-14'137,"-1"-1"1,-4 1 0,-3 0 1538,1 0-1175,-6 0 1,6 7-1,-7 7 1,-2 8-1,-1 6 747,-2 5 0,-6-1-953,2 5 0,1 1 0,0 5 1,0-3 66,0-2 1,0 3-1,-3-5 1,3 0-229,2-3 1,-4-3-45,6-2-36,-1 0 1,0-4-45,0-1 1,1-7-855,4-2 664,0-6 0,1-15 1,2-3-1,4-3 1,1-1-249,3 0 1,1-1 644,2 1-167,1-1 1,-1 1-1,0 1 1,0 3 0,-1 5 207,-4 4 1,4 5 134,-3 1-163,2 5 0,2 4 0,1 12 1,-3 3-1,-1 6 819,-1 1 1,-2 3-404,1 8-520,4-3 1,-10 4 0,5-9 0,0-1 0,-2-1-123,0-1 0,1 4 42,-3-7-2238,-2-7 1,4 1-3827,-6-4 3032,0-2 1767,0-1 1219,0-6 0,-57-44 0,22 16 0,-1 0 0</inkml:trace>
  <inkml:trace contextRef="#ctx0" brushRef="#br0">23318 15453 7803,'-8'-9'1998,"3"-1"-1411,3 7 0,2-5 259,0 3 0,7 4 1,2-5-190,4-1 1,1 6-255,0-4-739,0 3 1,2 2-1,2 0 1,2 0 0,2 0-1247,4 0 1,0 0-947,3 0 1365,-7-6 1163,5 4 0,33-16 0,16 2 0</inkml:trace>
  <inkml:trace contextRef="#ctx0" brushRef="#br0">23858 15283 7803,'0'-8'614,"0"-5"0,-2 10 398,-3-7 0,2 7-94,-6-1-453,-7 2 1,-1 2 0,-5 2 0,-1 2 0,3 6 683,-1 2 1,2-1-483,5 4-506,0-4 0,5 9 1,1-5-1,1-1 0,4 0 92,2 0 0,2 0-323,4 1 85,9-1 0,3 0 0,7 0 1,1 0-1,1 1-80,-3-1 1,3-1-285,-7-4 235,0 4 0,-5-12 0,-2 6 111,-2-1 0,-7-5 571,-12 4-592,-1-3 1,-17-2 0,5 0 0,-2 0 0,1 0-981,-3 0 1,1 0 193,2 0-1066,-4 0 0,11 0 1876,-3 0 0,35-19 0,9-5 0</inkml:trace>
  <inkml:trace contextRef="#ctx0" brushRef="#br0">24128 15311 7956,'0'-14'707,"0"0"898,0-1 0,0 6 179,0-1 111,0 7 1,-2-1-804,-2 8 1,0 4-271,-5 6-649,6 1 1,-8 0 0,6 3 0,2 2 0,1 1-104,2-1 1,0 4-333,0-5 244,0-6 0,0-1 1,2-2-1,3 2-665,4 3 1,8-7 130,2-4 332,0-2 1,-4-2 0,-1-2 0,2-2 0,1-6-79,2-3 0,0 4 38,-5 0 306,0-1 1,-1 1 0,-2 1 0,-1 1-190,1 4 659,1 2-342,2 1 1,-4 6 0,-2 3 0,-2 4 0,-3 3 431,-1 3 0,-2-3 406,0 3-817,-6 3 1,-2-7 0,-7 4-1,0-3 1,-3-2-100,-1 1 0,0-3-662,5-2-398,0-4 0,-5-1 0,0 0 0,2-2-2146,1-2 0,2-2 1364,-1-4 1746,7-3 0,-4-57 0,4-12 0</inkml:trace>
  <inkml:trace contextRef="#ctx0" brushRef="#br0">24156 15340 7956,'0'-10'0,"0"1"2972,0 5-784,0-8 0,0 9-296,0-7 1,7 5-978,2-4-789,4 6 1,3-4-1,1 7 1,4 0-1,-1 0-1089,1 0 0,2 0 252,-4 0-599,7 0 1,-11 0 0,4 2 0,-4 3 1309,-6 4 0,-28 23 0,-13 6 0</inkml:trace>
  <inkml:trace contextRef="#ctx0" brushRef="#br0">24881 15581 7791,'10'8'273,"-1"-3"1,1-2 1661,-2 2-1182,4-4 0,-10 7 0,3-3 0,-4 4 1,-1 4-144,0 1 1,0-4 0,-1-1 0,-4 1-535,-4-2 0,1 4 5,-2-2-494,1-4 0,-6 5 0,1-5 0,0 1-4318,0-1 3622,6-1 1109,2-5 0,18-32 0,4-7 0</inkml:trace>
  <inkml:trace contextRef="#ctx0" brushRef="#br0">25294 15354 7830,'0'-14'2271,"0"-1"-956,0 1-287,-7 6 1,4 2 408,-6 6 1,-1 1-389,-4 4-547,6 3 0,-3 6 0,5 2 0,0 1 0,-2 4 288,0 1 1,5-5-822,-2 2 83,-3-3 0,6 3 1,-4 0-1,1-1-320,1-3-586,-1 0 458,5-8 0,0 3-726,0-10 1,0-3 395,0-11 519,0-1 0,6-4 1,4-1-1,2-4 1,2-4-93,1-4 0,-1-1 66,0 5 339,0-1 0,1 1 0,-1 1 0,0 3 0,0 7 649,0 6 0,1 4 373,-1 7-838,-6 0 0,3 8 0,-5 6 1,0 9-1,1 3 652,-4 3 1,-1-1-370,-2 1-552,0-1 1,0 1 0,1-3-1,2 0 1,2-4-1351,-2-2 0,-1-1 324,-2-4-1315,0-1 0,0-5-3443,0 1 5763,0-7 0,-26-28 0,-5-15 0</inkml:trace>
  <inkml:trace contextRef="#ctx0" brushRef="#br0">25237 15467 7830,'-6'-7'1284,"4"-6"1,-6 11 1039,3-2 40,4-4-1964,-6 6 0,7-6 0,2 5 0,3-2 0,6 2 204,6 2 1,1-1-238,5-3-805,-5 4 0,7-6 1,-4 7-1,-1 0 0,1 0-2174,-4 0 0,4 0 532,-3 0 1363,1 0 0,-4 0 717,-1 0 0,63-19 0,-30 8 0,-1-1 0</inkml:trace>
  <inkml:trace contextRef="#ctx0" brushRef="#br0">25749 15311 7830,'14'-6'0,"-5"-1"780,1-2-160,-7-4 0,3 10 0,-7-6 803,-4-2 1,-3 4-161,-6 3-841,0 2 0,-5 2 1,-2 0-1,1 2 0,-1 1 600,4 1 0,1 8-601,2-3-398,0-3 0,4 7 0,2-4 0,2 4 0,3 1 193,1 1 1,4-1 150,2 0-513,4 6 0,7-4 0,-1 3 1,2-3-1,1 0-600,2 3 1,0-3 405,-5 3 261,0-10 1,-1 4-1,-4-4 153,-4 4 0,-5-1 98,-5-2-240,-2-4 1,-12-6 0,-2 0 0,-1 0 0,-2 0-936,2 0 0,-3 0-242,6 0 173,0 0 1,5-5 0,1-1 1071,4-2 0,15-8 0,10-6 0</inkml:trace>
  <inkml:trace contextRef="#ctx0" brushRef="#br0">25962 15325 8047,'-6'-8'163,"4"-4"930,-3 2 954,4-2 0,1-3-1136,0 1 0,1 6 1,4 4-1,5 2-153,2 2 0,2 0-476,1 0 1,-1 0-133,0 0 0,0 6 0,1 4-138,-1 2 0,-6 4 68,-4 3-53,-2-3 1,-2 9 0,-2-4 0,-2-1 0,-7 2-42,-7 1 0,1-1 82,-7 1 1,7-1 93,-2-3 1,3-6 0,2 3 0,1-2 469,4-3-392,2-6 1,11 6-27,5-6 0,7-1 0,12-4 0,2 0 42,3 0 0,-3-4-1022,4-1 344,-4-6 1,-3 9-1,-4-2 1,-4 0-2834,-3 0 105,-8 2 2358,-2-4 0,-9 6 0,-5 1 0,-8 3 792,-4 0 0,-29 7 0,-11-3 0</inkml:trace>
  <inkml:trace contextRef="#ctx0" brushRef="#br0">26673 15539 7934,'9'0'1067,"1"0"895,1 0 0,-5 1-1321,-1 4 0,-5 3 0,-5 6 0,-4 0 606,-4 0-1172,-1 1 1,0-1-1,-1 2 1,0 1-1,-3 2-396,-1-2 0,0-2-803,5-6 1,2 4-1,0-5-1991,3-1 1841,0 6 1274,1-11 0,58-47 0,-14 14 0,-1-1 0</inkml:trace>
  <inkml:trace contextRef="#ctx0" brushRef="#br0">27099 15311 8088,'-1'-8'4916,"-4"3"-3317,4-2-1055,-12 5 0,10-4 0,-5 7 1,0 4 678,0 4 0,0 4-457,-1 1 1,-4 2-496,4 3 0,1-3 1,0 4-1,0-1-435,0 0 0,3 0 121,-4-5-94,6-6 0,-5 3 0,5-4-1483,-2 1 790,0-5 485,5 3 1,0-7 0,0-4 0,2-5 0,1-4-511,2-5 0,6-3 738,-2-6 145,4-1 1,6 1 0,0-1 0,-2 2 0,-1 4 625,-2 4-96,0-3-362,0 6 1,-4 2-1,-1 9 1,1 5 497,-2 5 0,3 9 489,-6 10-811,6 9 1,-8-3 0,5 5 0,-2-2 0,-3 0 168,-1-2 0,3-1-129,-1-1-546,1-1 0,-5-6 0,0-3 1,0-3-3400,0-2 2984,0-6-1242,0-1 0,-2-7 0,-1-2 1,-3-3 1790,-2-4 0,-39-54 0,16 24 0,0 0 0</inkml:trace>
  <inkml:trace contextRef="#ctx0" brushRef="#br0">27028 15425 8088,'0'-8'-393,"-4"0"4059,-1 3-1980,0 4-693,5-12 1,2 11-1,2-2-83,6 2 1,3-3-558,1 1-986,0-1 1,0 5 0,2 0 0,1 0 0,4 0-1861,1 0 1,-5 0 2492,2 0 0,20-3 0,8 0 0,3-1 0,1 0 0</inkml:trace>
  <inkml:trace contextRef="#ctx0" brushRef="#br0">27597 15240 8088,'0'-14'-362,"-5"4"1994,1 1 0,-3 4-755,3-4 0,0 5-63,-5 0 1,-1 2 0,-4 2 0,0 0 252,0 0 0,0 0-369,-1 0-330,1 0 1,0 6-1,0 4 1,-1 3-257,1 1 1,6 5-431,4 0 304,2 0 1,2-5-1,2 2 1,2 1 0,6 2-123,2-2 1,3 4-107,-1-2 249,0 0 1,0-5-1,-1 0 1,-2 0 0,-3 1 60,-2-1 1,-1-5 70,-5 1-103,0-7 1,-2 3 0,-2-6 0,-6 0-941,-2 0 1,-3 0 57,1 0 30,0 0 0,0 0 1,-1-1-1,1-2 1,0-2-3262,0 2 4077,6-5 0,2-6 0,6-9 0</inkml:trace>
  <inkml:trace contextRef="#ctx0" brushRef="#br0">27768 15240 8088,'8'-8'3219,"-1"2"-1116,-2 6-1485,-3 0 1,6 1 0,-5 4 0,2 6 802,-2 7 0,-2-1-505,-1 7-634,0-7 1,0 8 0,0-4-1,0-1 1,0 1-92,0-4 1,-1-1-185,-4-2-46,3 0 1,-4 1 314,6-1-253,0-6-112,0-8 1,0-10-1,0-7 1,0-4-1,0-1-346,0-3 0,2-2-244,2-1 527,-2-1 0,6 1 0,-5 1 0,2 2 1,-2 3-459,-1 1 1,-1 2-330,4 5 610,-4 6 0,6 3 0,-7 10 0,0 4 0,-2 6-1462,-3 4 0,2 8 616,-6 6 734,6 6 441,-10-2 0,-2 3 0,-3 6 0,-5 3 0,0 0 0</inkml:trace>
  <inkml:trace contextRef="#ctx0" brushRef="#br0">24412 15297 7854,'10'-5'109,"-2"-1"1,0-1-1,-2 0 1,2 0 1662,0 1-1187,-5 1 0,3 4 0,-7-3 0,-4 0 0,-5 1 1319,-2 1-1758,-2 2 1,-1 0-1,0 0 1,-3 0-1,-2 0 361,-3 0 1,5 0-190,-6 0-246,0 0 1,0 0 0,1 0 0,-1 0-1,0 0 78,1 0 0,4 0-83,-5 0-105,7 6 0,-4-4 0,7 4 0,0-1 0,-1 0 26,1-2 1,5 3-88,-1-1 122,7 0 1,-5 1-1,5 3 510,-2 4-56,1 1-213,4 1 1,1-6 0,2 0 50,2 3 0,5-5-71,-6 3-142,1-7 0,-3 5 0,1-3-171,1 4 0,3-3-99,-2-1-522,-4-3-109,5 4 624,-6-4 336,7 10 0,-4-10 6,6 3 0,1-4 0,2-2 1,1-2 240,1-2 0,-3-2-53,8 3-225,-3 2 0,-2-4 0,2 6 0,2 0 1,1 0 103,-2 0 1,-1 0 10,-2 0-236,0 6 1,-4-3 0,-1 7 0,1 1-1,-3 1 77,-2 3 0,-3 4 170,-2 0-141,0 0 1,0 0 0,-3 1 0,-5 1 0,-6-1 248,-2-3 0,-2 4-333,-1-2-55,-3 0 1,-5-6-1,2-2-149,1-2 1,1-6 21,-6 2 1,6 1 0,0-1 0,3-2-1154,3-1 265,1-2 0,3-7-1079,4-2 0,2 1-1117,7-1 2620,7 5 0,1-2 615,6 6 0,25 6 0,7 2 0</inkml:trace>
  <inkml:trace contextRef="#ctx0" brushRef="#br0">20232 16903 7826,'8'-6'1468,"-1"3"1623,-7-7-2317,0 1 0,0-1 0,-2 3-399,-3 0 1,-3 4-1,-4 8 1,1 4-237,1 4 1,1 3-22,-6 3 0,3-2-74,2 7 1,2-5 0,5 3 0,-1 0-166,0 0 84,3-5 0,1 4 1,1-7-78,4 0 0,3 1 0,8-3 0,1-2-53,2-6 1,2-2 85,-2-2 148,-4 0 1,8-5-1,-8-1 1,1-2-1,-3-3 296,-1-2 1,-5-1 23,-3 0-360,-2 0 0,-2 4 0,0 1 1,-2-2-133,-2-2 1,-4 5-992,-6 3 719,-1 4 1,1 1 0,0 0 0,0 1 0,-2 3-1364,-3 0 1,8 6-177,-3-5 1274,3 6 0,-2-4 642,4 8 0,2 24 0,7 7 0</inkml:trace>
  <inkml:trace contextRef="#ctx0" brushRef="#br0">20360 16775 7315,'-6'-14'-5,"3"2"1,-5 0 0,0 3 2290,0-2-1999,-1 5 1,-1-2 0,1 5 0,-2-4-1,-4 1 1,-2 0 0,-2 2 680,2 3 1,-4 2-824,2 4 1,-5 5-1,6 7 1,-1 4 10,-2 1-94,5 1 1,-7 11 0,7-1-1,3 0 1,0 0 144,1 0 1,2 5-143,1-5-70,6 7 0,-4-10 0,7 3 0,2-1 0,3-2 30,4-2 1,10 2 105,5-11-23,-4 0 0,9-10 0,-2-1 0,4-1 0,1-4 285,-2-2 1,5-1 1,3 0-225,-4-6 0,6-2 0,-7-6 0,0-2 0,0-1 547,0-2 0,-1-6-25,-8 1-493,-4-3 1,-5 0 0,-3 0 0,-1 0 0,-3-3-48,-2 0 1,-2-6-211,-9-2 19,-3 3 0,-8-4 0,-3 6 0,-5 3 0,-2 4-1217,-3 8 0,1 8-55,-1 5 437,-5 4 1,4 9 0,-4 4 0,3 7-1,-1 5-3006,-1 6 3880,0-2 0,3 22 0,0 11 0,-4 1 0,0-1 0</inkml:trace>
  <inkml:trace contextRef="#ctx0" brushRef="#br0">20090 17728 7770,'-8'-6'-209,"2"2"1,6-5 0,-2-1 2694,-2 3-1656,2-6 1,-6 11 0,5-4 0,-3 1 2217,-2 1-2509,5-1-594,-4 5 0,9 0 0,3 0 0,2-2-48,1-3 1,5 4 267,-4-4-373,10 4 1,-3 1 0,3 0 0,-3 0 0,-2 0-153,0 0 0,1 0 454,-1 0 10,0 0 0,-4 0 0,-1 0 558,2 0-310,2 6-121,-5-5 1,-2 12-1,-6-3 295,0 2 1,0-2-59,0-1-346,0 1 1,0-1 0,0 1 0,0 1 0,0 1 45,0 3 0,-2-1-95,-2 0-102,2 0 1,-4 0 0,4 1 0,-1-1-87,-2 0 1,-1 0-17,1 0 79,4 1 0,-6-1 0,7 0 0,-1 0 0,-2 1-68,-2-1 0,0-5-121,5 1 142,0-1 1,-2-1 0,-1-2-56,-1 1 45,-1-6-296,5 6 1,1-14 0,3-2 0,0-4-1876,-1-1 1,-1 0 657,-2 0 1089,0-1 533,0 1 0,-32-32 0,-7-7 0</inkml:trace>
  <inkml:trace contextRef="#ctx0" brushRef="#br0">20062 17827 7770,'9'-1'1457,"1"-4"1,-6 3-846,6-2 1,-5 1-76,4-2 1,1 3 0,4-2 0,0 2 415,0 2 0,5-5-903,0 0 0,0 1 1,-5 4-1,1-2-686,-1-3 1,0 4 216,0-4-1180,0 4 1,-4 1 0,-1 0 1598,2 0 0,-23 0 0,-6 0 0</inkml:trace>
  <inkml:trace contextRef="#ctx0" brushRef="#br0">20232 17415 7770,'-8'-14'0,"0"4"556,4 1 0,1 1 0,-7-3 0,-1 3 481,-2 2 1,2 1-348,-3 5-391,3 0 0,-14 0 0,4 2 1,-1 2-1,-3 7 430,-2 7 0,-1-1-565,-1 7-92,1 0 1,-1 6 0,1 1-1,-1 4 1,3 0-28,2-1 0,8 6 68,7-2-50,5 3 0,-7 0 1,7-2-1,2-2 1,5-1 18,7 0 0,2-4 62,3 1-51,5-3 1,-3-6 0,7-2-1,1-1 1,2-4 154,2-1 1,-1-7-61,1 1-41,5-7 0,-2 3 0,6-6 0,1-1 0,4-4 183,4-5 1,-2-4 210,2-5-346,4 3 1,-9-10 0,2 2-1,-7-1 1,-6-1 267,-4 3 0,-8-3-388,0-7-173,-9 3 0,-4-6 0,-6 3 0,-2-7 1,-4-6-618,-8-6 0,-4 3-1020,-10 2 1234,3 3 0,-10 14 1,5 6-1,-2 8 1,-1 7-1463,2 4 1,1 11 730,1 8 404,7 7 0,-8 6 828,6-3 0,-18 28 0,4 1 0</inkml:trace>
  <inkml:trace contextRef="#ctx0" brushRef="#br0">21370 15979 7761,'0'-14'2740,"0"0"-2293,0 6 1,0 3-1,0 10 1,0 4 156,0 4 1,0 1-1,1 2 1,2 3 633,2 5-1018,0 3 0,0-1 0,-1 0 0,0-3 0,-3 1 513,-1-2-601,6 5 0,-4-11 0,3 3 0,-4-3 67,-1-2 1,0-5 29,0 1 6,0-7 1,0 2 0,0-12-182,0-7 0,0 0-644,0-5 440,0-3 1,0 1-1,0-6 1,0 1-1,0-4-356,0 0 0,0 1 218,0 5 180,0-2 1,0 10 0,0-3 0,0 3-607,0 2 314,0 6 150,-6 2 1,3 12 0,-5 5 0,0 5 0,2 3-1054,-1-2 1,1 4 443,1-2 147,4 0 1,-6 0 0,7-1 0,0 0 711,0-2 0,32-8 0,8-2 0</inkml:trace>
  <inkml:trace contextRef="#ctx0" brushRef="#br0">21725 16022 7761,'0'-14'0,"5"-1"0,0 1 644,-1 0 0,-4 0 0,-1 1 0,-4 2 935,-4 2 1,-6 5-771,-4 0-602,4 2 1,-11 8 0,6 4 0,-1 3 0,1 1-30,2 0 1,3 5-102,0 0-90,1 0 1,5 0 0,1 0 0,1-2-352,4-1 1,8-2-680,4 0 777,4-6 0,3-1 0,1-7 0,2 0 0,-1 0-225,-3 0 0,4-7 771,0-2-172,0-4 0,-5 1 1,-1 1-1,-2 1 0,-3-1 807,-2-2 0,4 4-140,-5-1 1045,-1 1-990,-4 1-597,0 2 1,0 17 0,0 5 21,0 4 0,-1-1-53,-4 5 1,3-5-146,-2 4 0,2-4 0,2 3 0,0-1-303,0-4 0,0-1 48,0-2-685,-6 1 1,4-1-1343,-2 0-458,2-6 1886,2-2 0,0-7 0,0-4 797,0-5 0,13-34 0,2-9 0</inkml:trace>
  <inkml:trace contextRef="#ctx0" brushRef="#br0">21924 16022 7808,'10'0'679,"-1"0"816,-6 0 0,4-2-140,-7-2 0,0 0-563,0-5-50,0 6-532,0-10 1,4 10-1,3-5 1,1 2 27,3 3 0,1 1-270,3 2 33,-1-6 1,0 4 0,0-3 0,0 4 0,-1 2-146,-4 4 0,4-2 3,-3 7 146,-4-1 1,0 5 0,-6 2 0,0 2 0,-1 2 189,-4 2 0,-8-3-123,-6 5-81,-6 0 0,8-2 0,-5-2 0,1-1 0,4 0 64,1-1 0,2-4-144,-1-5 96,8-2 1,2-3 0,10 1 232,4-2 1,5-1 208,5-2-371,3 0 1,2-5 0,-2 0 0,-1 1 0,-2-1-194,1 0 0,-9-1-78,3 1-370,-3 3 1,-1-4-1104,-1 6 1181,-5 0-979,2 0 1,-8 0-694,-2 0 1350,-4 0 319,0 0 0,-5 0-456,4 0 519,2 0 113,-5 0 312,10 0 0,-4-12 0,6-4 0</inkml:trace>
  <inkml:trace contextRef="#ctx0" brushRef="#br0">22322 16221 18151,'0'-8'-4255,"0"2"19,0 6 4236,0 0 0,7 6 0,1 2 0</inkml:trace>
  <inkml:trace contextRef="#ctx0" brushRef="#br0">22479 16022 7856,'1'-13'326,"2"2"0,2 2 938,-2-2 0,4 3 768,-3-2 16,1 7-1674,-5-3 0,0 7 0,0 6 809,0 7-949,0 0 0,0 13 0,0-3 0,0 3 0,0 1 220,0 0 1,0 1-173,0-1-200,-6 1 1,4-6-1,-3 1 1,4 0-1,1-2-298,0-3 1,-5-3 119,0-2-1643,1-6-713,4 4 1,0-12 689,0 0 1762,0 0 0,12-82 0,-4 35 0,0 0 0</inkml:trace>
  <inkml:trace contextRef="#ctx0" brushRef="#br0">22578 16107 7906,'8'-6'0,"0"0"1122,-3-4 1,-2-3 0,6 4 403,2-4 0,2 4-509,1-1-713,1 7 0,-1-3 0,0 4 0,0-1 0,2-2 317,3 2 0,-8 3-296,3 5-245,-3-3 1,2 10 0,-2-2 0,-3 2 0,-2 3 84,-3-1 1,-1 2-66,-2 3-108,0-4 0,-6 7 0,-4-4 0,-3 2 0,-2 1-178,-4-1 1,5-1 26,-1-4 109,1-1 0,8 0 0,-5 0 0,3 0 188,1 1 0,4-7-10,8-4 12,3-2 0,8-2 1,1 0-1,4 0 1,1-2 116,3-2 0,-4 0-78,-2-5-843,-4-1 1,0 1-1,-1 1-1404,0 2-1171,0-5 797,-6 9 2442,-2-4 0,-18 6 0,-4 0 0</inkml:trace>
  <inkml:trace contextRef="#ctx0" brushRef="#br0">23019 16292 16578,'0'-14'4071,"0"6"-5278,0-5 0,0 10-3512,0-6 4719,0 5 0,-13 11 0,-2 9 0</inkml:trace>
  <inkml:trace contextRef="#ctx0" brushRef="#br0">23261 16065 7913,'0'-15'474,"0"1"1,0 0 3063,0 0-713,0-1-1091,0 8 0,0 2-1019,0 10 0,0 2-276,0 8 0,0 0 0,0 3 0,0 2 205,0 3 1,0-5-222,0 6-347,0 0 0,0 0 1,0-1-1,0 1 1,0-2 58,0-3 1,0-3-692,0-2 191,0 0 0,0 0 0,0 1-1821,0-1 1307,0-6 179,0-2 1,0-7 0,0-4-3599,0-5 3014,0-2 207,0 4 1,0-5-1984,0 4 3060,0-4 0,0-8 0,0-1 0</inkml:trace>
  <inkml:trace contextRef="#ctx0" brushRef="#br0">23474 16136 7913,'13'-15'-138,"-2"1"2580,-2 0-1344,-6 0 1,2 6 0,-10 3-404,-4 4 0,-4 5-564,-1 1 1,0 5-1,-1-4-80,1 2 1,0 0-1,1 3 1,2-3-294,2-2 1,4 0 71,-4-1 186,6-3 1,-5 5 206,3-2-173,3-3 518,-4 10-151,6-10-534,0 4-295,0-6-601,0 0-1045,6 0-564,-4 0 2622,4 0 0,-31 0 0,-7 0 0</inkml:trace>
  <inkml:trace contextRef="#ctx0" brushRef="#br0">23318 16107 7913,'14'-12'-1158,"-2"1"1320,-2 1 1,1 5-1,-5-3 1,1 0 598,-1 1 0,0 3 779,-1 0-89,-3-4-226,4 0-582,-6 0 1,0 0-77,0 3 0,-2 4 99,-2-4-492,2 3 1,-11 2 0,4 0 0,-4 2 114,-1 3 1,0-2-42,0 6-144,-1 1 1,3 9-1,1 0 1,1 0-1,-1 0 132,-2 0 1,6 4-133,2-4-147,-3 7 1,6-6 0,-2 5 0,2-1 0,2 0-67,0-2 1,5 3-45,-1-6 128,14 6 1,-9-14 0,10 4-1,-3-4 1,0-3 41,3-4 0,-2-2 336,7-2-211,-7 0 0,4-2 0,-7-2 0,0-6 0,-1-2 451,-4-3 0,2 1 0,-6 0-512,0 0 0,-5-1 0,0 1 1,0 0-1,-2 1-479,-2 4 0,-4-4 73,-7 4-29,-5 2 1,3 1 0,-7 6 0,0 0 0,0 0-801,1 0 1,5 0-844,-1 0 1408,4 6 0,0-2 1,1 5-1,2 2 0,2 2-1237,5 1 0,4-5 1826,1 1 0,25 6 0,7 6 0</inkml:trace>
  <inkml:trace contextRef="#ctx0" brushRef="#br0">23645 16150 7913,'4'-14'1000,"1"-1"-105,0 1 443,-5 0 0,-2 1-285,-3 4 0,-2 3-349,-8 6-493,1 0 0,0 0 1,0 1-1,-2 2 0,0 4 161,2 1 1,-4-1-786,9 3 257,3 3 1,-5-6 0,6 8-384,2-1 0,7-6-128,6-4 476,3 4 0,2-6 1,3 3-1,1-4 0,0-1-225,1 0 0,-4 0 433,3 0 136,-3-6 0,-2 3 0,0-5 0,-1 0 1,-2 2 1697,-2-1-1183,-5-4 796,2 10-966,-6-12 1,0 18-204,0 0-39,-6 6 0,2 4 0,-4 3 0,1 2 0,0 2 356,1 4 1,-4 1 13,6 1-439,-1 0 1,5-4 0,0-2-1,0-1 1,0-4 628,0-1-854,0-2 493,0 0-354,0-6 0,0-3-57,0-10-684,0 4 1,0-12 0,0 4-1494,0-4 1,2 0 591,2 4-2365,-2 3 3906,4-1 0,-31 12 0,-7-3 0</inkml:trace>
  <inkml:trace contextRef="#ctx0" brushRef="#br0">24668 16207 7772,'0'-10'2023,"0"1"-267,-6 6-365,4-10-880,-4 11 0,6-2 0,0 8 952,0 6-1283,-6 3 1,3 1-1,-5 0 1,1 2-1,3 1 739,-3 2-852,-1 0 1,-1 0-1,-1 2 1,1-1-1,-1 1 15,1-4 0,4-1-518,-4-2 247,6 0 1,-8 0 0,4-1-348,-1-3 235,5-4 1,-2-8 0,9-2-294,0-6 0,7-3 429,-1-1 94,2-6 1,3 2 0,-3-5-1,-1-3 1,-1-1-104,1-1 1,0 0 220,-2-1-68,4 7 1,-11-3 0,4 6 0,-1 1-1,-1 3 519,0 0-180,-3 8-141,-1 0 1,5 9-1,1 3 1,1 4 552,-1 4 0,3 2-89,-4 4-401,6 4 0,-8 0 0,5 1 0,0 0 0,-2-1 481,1 1 1,2-5-291,-4 5-292,6-7 1,-9 8 0,4-6 0,-1-1 59,-1-3-779,1 0 38,-5-7-256,0-2-807,0-6-116,0 0 0,0-6-1190,0-4 1,0 2 2910,0-1 0,-12-20 0,-4-9 0</inkml:trace>
  <inkml:trace contextRef="#ctx0" brushRef="#br0">24583 16363 10864,'-8'-1'3835,"3"-4"-3185,4 3 1,7-4-233,3 6 1,6 0 0,4 0 0,4 0 50,4 0 1,-3 0-165,0 0-456,-7 0 0,8 0 0,-6 0 0,-1 0 0,-3 0-2881,0 0 1736,-1 0-1485,0 0-770,-6 0 3551,5 0 0,-37-6 0,-1-2 0</inkml:trace>
  <inkml:trace contextRef="#ctx0" brushRef="#br0">25223 16178 7879,'14'0'23,"0"0"1479,0 0-830,-6-6 1,0 4 161,-3-2 1,-4 0 576,4 0-1066,-3 2 1,-4-4-1,-1 4 86,-2-2 1,-1 2-480,1-3 94,4 4 0,-12 1 1,4 0-1,-6 0 1,-2 1 167,-2 4 0,-5-2-128,5 7-55,-6-7 1,9 9 0,-3-4 0,4 2 0,0-2 4,1-2 1,0 5-78,0-1 20,6-4 0,1 6 0,9-4 3,3 0 1,3-1 68,6-7 3,6 6 0,3-5 0,5 4 0,0-3 0,-1-2 219,-3 0 0,3 5-157,-3-1-10,-4 1 0,5 0 1,-6 1-1,-3 2 1,-3 3 126,-4 2 1,-6-4 211,2 1-283,-3-1 0,-2 5 0,-2 1 0,-3-3 1,-4-1 350,-4-1 0,-3-2-270,-3 1-170,-3-3 1,-1-1 0,-1 0 0,-1-2 0,-1-1-614,3-2 1,2 0 103,7 0-227,-7 0 0,10 0 1,-3 0-2615,2 0 2256,5 0-438,1 0 1,7 0 0,4 0 1458,5 0 0,15-7 0,5-1 0</inkml:trace>
  <inkml:trace contextRef="#ctx0" brushRef="#br0">25763 16178 7902,'14'0'-660,"-1"-1"2373,-4-4-647,-2 3 1,-7-6 46,0 4 0,-2 2-898,-3-3 0,2 4 0,-6 1 0,-2 0 32,-2 0 1,-1 0-1,0 1 1,-1 4 101,1 5 1,0-2-216,0 1 0,-1 1 5,1 4 1,0 0-1,0 0 1,0 2 73,-1 3 1,1-3-229,0 3 3,6 3 0,-3-6 1,6 4-1,2-1 1,2 0 108,1-2 0,6-1 72,3-2-83,4 1 0,7-7 0,3-2 0,0-1 0,1-1 239,1-1 0,1-1-121,-3-2 33,-2-6 1,-5-1 0,-1-4-1,1 2 1,-3-2 470,-1-2 1,-5 4-137,-3-1-462,-2 1 1,-2-1-1,-3 2 1,-5 0-1,-8 2-89,-4 0 0,1 1-482,-5 5 229,0 0 1,-3 0 0,2 0-1,3 0 1,2 2-1998,2 2 0,-2 0 700,1 5 658,0-6 0,9 10 0,2-4 0,0 4 871,1 1 0,3 26 0,-2 5 0</inkml:trace>
  <inkml:trace contextRef="#ctx0" brushRef="#br0">24924 17060 7721,'8'-15'336,"5"3"0,-5 1 1,1 3 1285,1 2 1,-7 2-983,1 9 0,-7 3 0,-3 8 0,-2 1 721,-3 2-1079,-2 6 1,4-7 0,-1 4 0,-1 0 0,-1-1 344,-3-1 1,6 4-320,0-5-323,-1 0 1,1-5 0,1 0-1,0-1-213,0-4 206,5 4-296,-4-12 1,7 4 0,0-10-1,0-6 1,2-4-1181,3-4 1,3-8 761,6-2 629,6 1 1,-4-7 0,3 7 0,-1-1-1,-1 1 219,2-1 0,-5 7 457,-4 3-449,-1 4 0,0 2 1,1 4-1,-1 5 276,-1 8 0,0 10 1013,-3 9-1002,-3 4 1,5 2 0,-3-1-1,0 1 1,1-1 433,1 0 1,-2 1-318,5-1-538,-6-6 0,8 4 1,-4-7-1,0-2 1,3-1-562,-2-2 517,5-6-5313,-12-2 1326,5-6 2734,-6-6 1311,-6-2 0,-59-38 0,23 19 0,-1 1 0</inkml:trace>
  <inkml:trace contextRef="#ctx0" brushRef="#br0">24881 17216 7736,'0'-8'5560,"0"-4"-4970,0 10 0,7-6-33,2 3-476,4 4 0,1-6 1,0 7-1,1-1 1,0-2-763,4-2 1,-3 0-1251,3 5 1388,-3 0 1,-2-5 0,0 1 542,1 1 0,49-24 0,-25 11 0,0 0 0</inkml:trace>
  <inkml:trace contextRef="#ctx0" brushRef="#br0">25436 16989 7753,'0'-8'1426,"0"-5"0,-6 12-433,-4-4 1,-4 3-86,-5 2-608,3 0 1,-9 7 0,4 2 0,1 5 0,-1 4 523,4 1 0,1-1-402,2-3-421,6 5 0,2-4 1,6 3-1,1-3 1,4 0 107,5 3 0,8-4 194,6 4-242,3-9 0,1 2 1,1-2-1,-2 1 1,-4 0-303,-4-2 1,-4-4 46,-6 5 345,4-7 1,-12 9 0,1-4 0,-8 2 40,-9-1 1,-4-6-90,0 2-473,-3-3 1,-1-1 0,1 3 0,1 0 0,2-1-2369,-2-1 1489,12-2 1249,-10 0 0,30-19 0,-1-5 0</inkml:trace>
  <inkml:trace contextRef="#ctx0" brushRef="#br0">25649 17017 7829,'7'-8'4096,"-6"2"-700,12 0-2492,-12 4 1,7-4 0,-3 6-140,4 0 1,4 0-348,1 0-495,7 0 0,-5 0 0,3 0 0,-2 0 0,0 0-547,2 0 1,0 0 243,-4 0-43,-1 0 0,-5 0-758,1 0 1068,-1 6 1,-1 7-1,-3 6 1,-5-1 1162,-5 3-725,-3-5 1,-1 9 0,-1-4 0,-1 1 0,-1 1 75,-3 0 0,6-1-68,-1-3-1225,1-4 1,1 6 0,2-7-1109,-1 0 1,4-1 1045,-6-4-2092,6-2 3046,-4-7 0,1-44 0,-2-12 0</inkml:trace>
  <inkml:trace contextRef="#ctx0" brushRef="#br0">25592 17117 8248,'15'0'1725,"-1"0"1,2 0-842,3 0 1,0-2-559,9-3 0,-3 4 1,8-4-1,-3 3-385,-1 2 1,-1-1 110,1-4-950,-7 3 0,-2-4 0,-5 6 898,-1 0 0,-44 25 0,-11 7 0</inkml:trace>
  <inkml:trace contextRef="#ctx0" brushRef="#br0">25066 17813 7771,'8'-14'133,"-3"0"1,-2 0 0,0-1 1524,2 1-244,0 0 1,-5 8 0,0 6 1991,0 7-3110,-7 6 1,0 8 0,-6 1 0,2 1-1,1 0 293,-1-3 0,0 4-385,2-5 0,-4 0-351,4-5 1,2 0 0,1 0-526,0 1-547,4-1 823,-4-6 0,1-4 0,0-8 0,4-7-1546,4-7 1532,5-4 0,1-6 1,1-2 225,1-3 1,6 2 0,2-2 0,-1 5 414,-3 4 457,0-3-361,-1 12 0,-5-4 0,1 9 0,1 7 607,1 6 0,-2 7-239,-1 9-345,-5 3 0,8 6 1,-4 1-1,2-1 0,-3 0 370,0 1 1,2-1-317,-4 1-900,6-7 1,-9-2 0,2-5 0,0-1 0,-1 0-3018,1 0 395,1-6 1684,-5-2 1,-1-7 1433,-4-4 0,-47-41 0,17 15 0,0 1 0</inkml:trace>
  <inkml:trace contextRef="#ctx0" brushRef="#br0">25009 17898 7771,'15'-4'949,"-1"-1"1,-5-1 351,1 1 0,-1 3-431,6-2 1,-1-3-574,0 3 0,2-1 1,1 3-1,2-1-567,-2-2 0,-1 1-1884,-1 4 1727,-1 0 0,0 0 1,0 0-1,0 0 1,1 0-2020,-1 0 2446,0 0 0,-6 6 0,-2 2 0</inkml:trace>
  <inkml:trace contextRef="#ctx0" brushRef="#br0">25550 17714 7771,'0'-10'470,"0"1"764,0 6-529,0-10 1,-7 11 0,-2-2 458,-4 2 1,-3 4-494,-2 2-419,2-2 0,-5 11 0,7-4 1,0 2-1,1 0-17,4-1 0,1-1-168,3 5-196,3 1 0,-2-1 0,10 0 0,7 0 0,6 0-2,3 1 0,0-1-45,2 0 93,2 0 1,-5-1 0,3-2 0,-5-2 0,-4 1 145,0-2 293,-1 4-154,-6-4 0,-2 2 0,-8-2 1,-2-2-1,-7-3-201,-7-1 1,-2-1-143,-4 4-373,-3-3 0,10 4 0,-5-6 1,1 0-1,4 0-2970,1 0 2757,2 0-1212,0 0 1939,6 0 0,14-25 0,10-7 0</inkml:trace>
  <inkml:trace contextRef="#ctx0" brushRef="#br0">25763 17785 7771,'-6'-8'210,"3"0"773,-7 3 1,2-3-1,-3-4 2050,2 2-2198,5 4-616,-2 6 0,8 0-209,2 0 0,4 0-34,7 0 1,-1 0 132,0 0 0,2 0 0,1 0 0,4 0 164,1 0 0,-5 0-30,2 0-96,3 0 1,-6 0 0,3 0-1,-3 0 416,-2 0-173,0 0-455,-6 0 1,3 1 0,-6 4 512,-2 5 1,-1 2 230,-2 3-483,0-1 1,-5 2 0,0 1 0,0 3 0,1 1 292,-1 0 0,-4 4-139,4-2-283,0-2 1,3 4 0,-1-6 0,-1-1 0,0-3-350,3 0 0,1-1 97,0 0-617,0-6 0,0 0-2748,0-3 2280,0-4 745,0 6 0,5-9 0,1-1 0,0-4 0,2 0 525,0-5 0,-43-57 0,15 26 0,-1 1 0</inkml:trace>
  <inkml:trace contextRef="#ctx0" brushRef="#br0">25791 17913 7771,'0'8'1483,"0"-2"0,2-1-487,3-1 0,3 1 130,6-5 1,6-5 0,4-1 0,3 0 147,1-1 1,2-4-536,4 2-678,-4-4 0,4 1 0,-7 1 0,-3 1 0,-5 1-665,-3 1 0,-7 1-1956,1 7 1649,-7-6 1,2 4 0,-10-1 0,-5 5-3513,-2 3 4423,-3 6 0,-43 9 0,-12 10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3:11:17.012"/>
    </inkml:context>
    <inkml:brush xml:id="br0">
      <inkml:brushProperty name="width" value="0.08571" units="cm"/>
      <inkml:brushProperty name="height" value="0.08571" units="cm"/>
    </inkml:brush>
  </inkml:definitions>
  <inkml:trace contextRef="#ctx0" brushRef="#br0">723 171 8101,'-7'-15'-406,"-3"4"-406,-1 1 1090,6 3 0,-7 0 241,5 0-391,5 0 1,-10 7 41,5 0-185,4-10 56,-15 8 0,13-7 57,-9 9 0,-1 0-1,-6 0 1,7 7-23,0 0 0,0 7-151,-8-7 0,-6 7 82,0-7 1,-1 10 42,8-3 0,0 5 39,0 2 1,-1 0-34,1 1 1,0-8-47,0 0 0,2 0 54,5 7 0,-5 1 5,5-1 1,-5 0-15,-3 0 1,4 1-48,3-1 1,-4 0 39,5 0 0,-2 1-18,2-1 1,-3 0 46,10 0-51,-10 1 1,13-1-42,-10 0 0,9 0 93,-2 1-89,4-1 0,3 0 35,0 0 1,0-6-66,0-1 0,3 0 20,4 7 1,-5-7-11,5 0 0,-4 1 33,-3 6 1,7 0-5,0 0 0,2-6 15,-2-1 0,-4 0-15,4 7 0,2 0 26,-2 1 0,0-8-15,-7 0-6,10 0 1,-5 7 6,9 1 1,-7-8-13,7 0 1,-7-7 1,7 7-3,0 0 1,8 8 51,-1-1 1,0-7 3,0 0 1,1-2-47,-1 2 1,-2-2 6,-5-5 0,5-2-39,-5 9 0,5-9 38,2 2 0,0 2-1,1-2 1,1 0-12,6-7 0,-6 3-5,6 4 0,-3-5 5,2 5 0,-2-4-6,9-3 0,-6 0 15,6 0 0,-7-7 6,8 0 1,-8-8-9,8 8 0,-3-9-5,2 2 0,-2 2 54,-5-2 0,-4 7 76,4-8 1,-4 1-112,-3-7 1,0 7-15,1 0 1,-1-1 23,0-6 0,0 0 47,1 0 1,-1-1-41,0 1 0,3-2 39,4-6 0,-4 6-34,4-6 0,-4-1-46,-3 1 0,0-1 90,1 1 0,-4 6 0,-3-6 1,1 6 1,-9 1 0,0-6 14,-7 0 0,0-1-39,0 8 0,0-7 7,0-1 1,0-1-50,0 1 1,-7 6 23,0-6 0,-7-1-1,7 1 0,-7 1-133,7 7 0,-10-3 125,3-4 1,2 4-97,-2-4 1,2 4 84,-2 3 0,-5 0-257,5 0 0,-7-1 72,-8 1 0,-4 0-78,-9 0 1,4 2 51,-5 5 0,6-3-138,-13 10 0,-4-7 111,-3 7 0,5 0-68,3 7 1,11 0-119,2 0 1,8 9 34,-7 5 0,9 0-523,-3 8 886,6-6 0,-27 53 0,-7-1 0</inkml:trace>
  <inkml:trace contextRef="#ctx0" brushRef="#br0" timeOffset="715">468 596 8141,'0'-12'-328,"0"2"258,0 10 1,2 0 265,5 0-98,-4 0 176,6 0-137,1 0 1,-6 3-28,11 4 0,-11-2-202,3 9 1,-4 0 102,-3 7 1,7-7-51,0 0 1,0 1 90,-7 6 0,0 0 11,0 0 0,0 1-137,0-1 0,7 0 42,0 0 79,0 1 6,-7-1-268,10 0 1,-6-9 70,11-5 0,-1-5 130,7-2 0,0-2 7,0-5 0,1 2-25,-1-9 0,0 0 140,0-7 0,1-1-69,-1 1 1,-2 0 257,-5 0-263,5 9 1,-14-5-42,9 10 1,-7 0 56,7 7 0,-7 0 1,7 0 1,-7 0-46,8 0 1,-8 10 56,7 4 137,0 5 1,5 2-109,-5 0 0,3 0-120,-10 1 1,9-8 229,-2 0 0,-4-9-111,9 14 0,-8-17-3,11 5 0,-10-7-49,-5-7 1,2-5 28,-2-9 0,7-3-77,-7-4 0,0 4 67,-7-4 0,8-3-102,-1 3 0,0 0 90,-7 6 1,0 1-305,0 0 0,-3 2-633,-4 5-243,5-5 1134,-8 17 0,10-27 0,0 6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3:11:26.366"/>
    </inkml:context>
    <inkml:brush xml:id="br0">
      <inkml:brushProperty name="width" value="0.08571" units="cm"/>
      <inkml:brushProperty name="height" value="0.08571" units="cm"/>
    </inkml:brush>
  </inkml:definitions>
  <inkml:trace contextRef="#ctx0" brushRef="#br0">107 192 6827,'-12'0'-698,"0"0"791,5 0-33,5 0 0,-10 0 272,5 0-245,5 0 286,-8 0-235,1 0 24,6 0 2,-6 0-56,9 0 0,-7-2 51,0-6-24,0 6-219,7-7 212,0 9-145,0 0 54,9 0-98,-6 0 70,15 0 0,-13 0-32,9 0 0,-7 0 26,8 0-12,-1 0 0,7 0 4,0 0 4,1 0 9,8 0 0,-1 2-7,-1 5 0,3-5 55,-10 6 1,0-6-51,7-2 0,-11 0 22,-3 0 0,0 0-15,8 0 1,-1 0-24,0 0 0,-7 0 1,0 0 0,1 0 1,6 0 1,0 0 0,-7 0 10,0 0 1,-7 0-93,8 0 81,-1 0 1,7 0-7,0 0 0,1 0 6,-1 0 0,-7 0 14,0 0 0,0 0-14,8 0 1,-8 0 16,0 0 1,0 0-8,7 0 1,-6 0-8,-1 0 9,0 0 1,7 0-6,0 0 0,1 0-5,-1 0 1,0 0 5,0 0 1,1 0 5,-1 0 0,0 0-7,0 0 0,1 0 2,-1 0 1,-7 0-2,0 0 0,0 0 0,8 0 0,-8 0 4,0 0 1,0 0 14,7 0 1,1 0-15,-1 0-7,0 0 1,0 0 4,1 0 1,-1 0-8,0 0 1,0 0 2,1 0 1,-1 0-1,0 0 0,0 0-3,1 0 0,-8 7 4,0 0 1,0 0 16,7-7 1,-6 0-17,-1 0 0,0 0 34,7 0 1,-7 0-28,0 0 0,1 0 91,6 0 0,3 0-29,4 0 1,-5 0 15,6 0 1,1 0-59,-1 0 0,-1 0 4,-7 0 0,8 0-43,-1 0 0,-7 0 51,-6 0 0,-1 0 40,7 0-80,-9 0-206,7 0-239,-17 0 142,7 0-142,-9 0-550,0 0 995,-9 0 0,-88 10 0,33-4 0,1-1 0</inkml:trace>
  <inkml:trace contextRef="#ctx0" brushRef="#br0" timeOffset="917">298 43 6521,'12'-12'660,"-2"3"1,-10 7-394,0-6-284,9 6 178,-7-7-209,8 9 152,-10 0 79,0 0-134,0 9 0,-10 1 14,-4 4 0,-2 5-109,1-5 0,-6 5 42,0 2 1,0 0 2,-8 0 1,6 1 17,2-1 1,-1-2-9,1-5 1,0 2-183,0-8 1,6 6 17,1-7 75,9 9 17,-4-13 205,9 16 0,9-15-46,6 10 0,4-6-35,2 6 0,2-7-46,6 7 1,-6-7 12,6 7 1,-6-7-32,-1 7 0,-1-6 47,0 6 1,0-7-93,1 7 0,-4-7 62,-3 7 1,3-7-129,-3 8 52,-6-11 1,3 6-317,-5-10 242,-5 0-210,8 0 346,-10 0 0,-29-29 0,-6-6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3:11:29.067"/>
    </inkml:context>
    <inkml:brush xml:id="br0">
      <inkml:brushProperty name="width" value="0.08571" units="cm"/>
      <inkml:brushProperty name="height" value="0.08571" units="cm"/>
    </inkml:brush>
  </inkml:definitions>
  <inkml:trace contextRef="#ctx0" brushRef="#br0">702 2253 7288,'0'-14'-106,"0"0"0,-10 9 88,-4-2 1,2 5 19,-2 2 1,0-3 4,-7-4 0,-1 5 170,1-5 0,-7 5-109,0 2 1,-1 2 23,8 5 1,0-2-69,-1 9 0,-6-2 91,0 2 0,-1 5-67,8-5 1,0 5-12,0 2 0,-1 3-31,1 4 0,-5-4-4,5 4 1,-12 3-37,12-3 0,2 3 60,5-3 1,2-2 77,-2 9 0,-3-6-77,10 6 0,-7-2 8,7 3 1,-3 4-7,3-5 1,5-2 4,-5 3 0,4-10-65,3 2 1,0 3 29,0-3 0,3 3 7,4-3 0,-5-4 16,5 4 1,3-2 0,-3 2 1,2-4-13,-2 4 0,-2-2-46,9 3 1,-7-6 39,8 6 1,-8-6 0,7-2 1,-2 8-9,2-1 0,5 0-7,-5-6 1,5-1 17,2 0 1,0 3-13,0 4 0,1-4 0,-1 4 0,0-4 5,0-3 0,1 0-32,-1 0 0,0 1 30,0-1 1,1-7-4,-1 0 1,3-2-7,4 2 0,-4 5-3,4-5 1,-2-4-5,2-3 1,-4 2 5,4-2 0,5 3 40,3-3 0,-3-5-36,2 5 1,-7-4 59,8-3 0,-8 0-47,8 0 1,-8 0 0,7 0 0,-9 0-2,3 0 0,4 0 2,2 0 1,-4-3 40,-3-4 1,3 3-37,-3-11 0,10 11 33,-3-3 0,6-3-32,1 3 1,1-7 50,-1 7 1,-7-10 11,1 3 1,-3 2 7,2-2 1,3 7 2,-10-7 0,8 0-37,-8-8 0,8 1 95,-8 0 1,0 0-82,-6-1 1,1-1 82,6-5 1,-8 2-68,0-10 0,0 8-3,-7-8 0,3-1-44,-3-13 0,3 5-10,-10-4 1,7 4 8,-7 2 0,7 1 31,-7-1 0,7 3 146,-6 5 1,-1-3-141,-7 9 1,0 1-51,0 7 0,0 0 50,0-1 0,0 1-82,0 0 0,0 0 1,0-1 1,-3 1-8,-4 0 0,-2-7 16,-5-1 0,-3-6-26,10 6 1,-10-1 1,3 1 1,-5 6 21,-2-6 0,0-1-22,0 1 1,-1 1 24,1 7 0,0 0 1,0-1 0,-8-6 4,1 0 1,-8 2 1,8 12 0,-10-5-29,3 4 0,-5-3 10,-3-4 0,-6 8-40,-1 0 1,-2 2 39,3-2 1,-6-2-67,-8 8 1,-1-6 55,0 7 0,3-2-69,4 2 1,-4 4 7,4-4 1,5 5-13,2 2 0,5 0-15,3 0 0,-1 0-107,1 0 1,-3 9-27,-4 5 1,4 5 69,-5 3 0,5-1-349,3 0 0,2 7 165,4 1 0,5-1-600,10-7 958,0 10 0,47 30 0,12 17 0</inkml:trace>
  <inkml:trace contextRef="#ctx0" brushRef="#br0" timeOffset="667">936 2615 8185,'0'-12'622,"0"2"1,0 8-1032,0-5 422,0 5-168,0-8 1,0 12 158,0 6 1,0-4 267,0 10 0,-10 3-151,-4 11 1,2-2 2,-2 10 1,0-3-182,-8 2 1,1 5 106,0-4 1,-7 4-45,-1 2 1,1 1 109,7-1 1,-1-6-282,1-1 1,7-9-46,0 3 1,7-8-267,-7-7 22,9 5 333,-5-17-128,10 8 1,0-20 101,0-4 1,0-5-129,0-2 0,8-7 90,-1-1 1,9-9-24,-2 3 1,5-5 207,2-3 0,3 1 0,4-1 0,-4 1 0,4-1 0,-4 1 0,-3-1 0,0 10 196,1 5 1,-1 4 153,0 3 340,1 9-440,-1 3 0,-2 11 308,-5 5-402,5 5 0,-15 12 19,11 4 0,-11-4 120,3 4 0,-2 3-138,2-3 0,-4 0-119,4-6 1,-3 6 76,3 0 1,-4 8-111,4-8 0,2 3 83,-2-3 0,8-4-97,-8 4 1,2-4 94,-2-3-170,-4 10 1,13-8 1,-9 6-406,0-6-110,-7-11 236,10 7 355,-8-17-90,8 8 1,-10-20-153,0-4 0,0 2-115,0-2 364,-10 0 0,-11-64 0,-12-14 0</inkml:trace>
  <inkml:trace contextRef="#ctx0" brushRef="#br0" timeOffset="782">744 2933 8356,'14'0'173,"1"0"1,-1 0-513,7 0 300,0 0 0,0 0-266,1 0 0,-8 0-97,0 0 402,0 0 0,17-9 0,2-3 0</inkml:trace>
  <inkml:trace contextRef="#ctx0" brushRef="#br0" timeOffset="2368">1658 2168 7501,'-12'0'24,"3"0"1,6 0 204,-4 0 145,5 0-149,-7 0-65,9 0 42,-10 0-208,8 0 106,-8 0 1,10-2-271,0-5 150,0 5 1,3-8 23,4 10 0,-3-7-46,11 0 1,-8 0 71,7 7 0,-7-7-21,7 0 1,-2-3 7,2 3 1,5 5 129,-5-5 1,-2-3-112,2 3 1,-2-2 80,2 2 1,-2 4-65,-5-4-32,5-5 1,2 8-77,0-10 1,-7 9 150,7-2-110,1-5 0,6 0 35,0-9 1,-7 7-83,0-1 1,1 4 56,6-3 1,2-5 59,6 4 1,-6-3-38,6-4 0,1 1 4,-1 0 0,6 0 78,-6-1 0,6 1-76,-7 0 0,1 2 51,-8 5 0,0-3-41,0 10 1,1-7-31,-1 7 1,0-10 32,0 3 1,1 2-55,-1-2 1,0 0 80,0-7 0,1 7-4,-1-1 0,-7 4 63,0-4 0,-2-3-87,2 3 1,3 4-28,-10-4 0,2 8 87,-2-7-69,-4 9 1,8-6 0,-3 4-12,-6 4 68,7-6-52,-9 9 0,0-3-52,0-4 70,0 5-117,0-7 114,0 9-59,0 0 48,0-10-74,0 8 1,3-10 39,4 5-13,-5 4 0,10-13-97,-5 9 0,-2-10 98,9 3 0,0-2-22,7 1 1,1-3 13,-1 3 0,0-3 150,0-4 0,1 8-121,-1 0 1,0 0 5,0-7 1,-2 6-10,-5 1 0,5 0 9,-4-7 0,-4 7-96,4-1 1,-8 1 91,7-7 0,-2 7-126,2 0 0,5 2 104,-5-2 1,-2-5-59,2 5 1,-2-5 46,2-3 0,5 8-7,-5 0 1,5 2 18,2-2 1,-7-5 14,0 5 1,0 2 0,8-2 0,-8 2-23,0-2 0,0-5 38,7 5 1,-6 2-33,-1-2 0,-2 7 22,2-7 1,2 7-13,-9-7-3,10 9 0,-12-12 18,9 10 0,-9-2 24,2 2 19,-5 4 0,0-6-33,5 9-26,-4 0 30,6 0-59,-9 0-1577,0 0 1319,-9 0-30,6 0 68,-6 0-14,9 0-897,0 0 431,0 9 728,0-6 0,-38 25 0,-9-4 0</inkml:trace>
  <inkml:trace contextRef="#ctx0" brushRef="#br0" timeOffset="3317">4038 234 8236,'7'-14'-168,"0"0"1,0 7 304,-7-7-266,0 9 69,0-14 186,0 17 1,0-10 164,0 5 12,0 5-50,0-8-112,0 10 0,-2 0-132,-5 0 60,-5 0 0,-9 0-118,0 0 0,-1 7 28,1 0 1,0 3-67,0-3 0,-1-2 124,1 9 0,0-2-4,0 2 0,-8 5-31,1-5 1,0 5 15,6 2 0,1 7 120,0 1 0,-7 1-103,-1-1 0,1 1 93,7 6 0,-1 4-107,1-5 1,7 5-6,0 3 1,7-1-21,-7 1 1,9-8-12,-2 1 1,2-1 1,-2 8 1,5-8 41,-5 1 0,4-10-107,3 2 1,0 3 71,0-3 0,7 0-50,0-6 1,10-1 57,-3 0 1,5 0-1,2 1 1,0-1-5,1 0 0,-1 0 3,0 1 0,0-1 0,1 0 1,-1-2-5,0-5 1,3 5 41,4-5 0,-2 5-36,10 2 1,-10-7-77,2 1 1,3-4 71,-3 4 0,0 1-3,-7-9 0,8 7 10,-1-7 0,3 1 0,-3-8 0,-2 7 8,10 0 0,-1 0-19,8-7 1,-1 0 7,1 0 0,-1 0 1,1 0 0,1-7 1,6 0 1,-5-8 10,4 8 1,-11-9-10,-2 2 1,-1 2-2,8-2 1,-10 0-12,-5-8 1,3 1 42,-3 0 1,7 0-23,-6-1 1,-1 1 139,-7 0 0,8 0-67,-1-1 1,0-6 12,-6 0 1,-1-1-51,0 8 0,0-7-9,1-1 0,-8-1-46,0 1 1,-7 3 2,7-9 1,-9 7 9,2-8 1,2 1 18,-1-8 0,1 8-33,-2-1 0,-5 1 31,5-8 1,-4 10 13,-3 5 1,0-3 21,0 3 1,0 0 0,0 6 0,0 1-22,0 0 0,-7 0 68,0-1-147,-10-8 1,5 1 74,-9 1 0,0 0-39,0 14 0,-1-5 34,1-3 0,0 1-111,0 0 1,-1 0 56,1-1 0,-7 1-13,-1 0 0,-6 7-45,7 0 0,-10 2-11,2-2 0,-4-3 29,-2 10 1,-8-2 31,1 1 0,-8 6-137,7-5 1,-6 5 76,6 2 0,-7 0-46,8 0 0,2 0-49,11 0 1,-4 7-185,5 0 1,4 9 50,3-1 1,6-1-186,8 7 1,-5-5 501,5 13 0,-14 32 0,-5 8 0</inkml:trace>
  <inkml:trace contextRef="#ctx0" brushRef="#br0" timeOffset="4013">4208 659 8236,'12'-14'0,"-5"0"0,-2 9 0,2-2 0,-5-4-239,8 8 326,-10-6 109,0 9 1,0 2-154,0 5 0,0 7 270,0 15 1,-3-3-47,-4 9 1,-2-2-134,-5 3 0,-3 4-75,10-5 1,-7-2-69,7 3 1,0-3-84,7 2 1,-7-2 81,0-5 0,0-4-148,7 4 0,2-4 20,5-3 0,-2-7-27,9 1 1,0-8 70,7 7 0,1-9 58,-1 2 0,7-5 59,0-2 0,10-7 17,-2 0 0,-3-12 23,2-2 0,-7-1-73,8-6 0,-10 2 232,2-2 0,-11 4-118,-3-4 0,-9 4-149,2 3 1,-5 0 67,-2 0 0,-2 2-4,-5 4 1,-5-1-45,-9 9 1,-1 0-20,1 7 0,-7 0-83,-1 0 1,1 0 120,7 0 0,0 0-55,-1 0 1,1 2 21,0 5 1,0-2 11,-1 9 0,8-7-60,0 7 39,0-9 1,2 7-33,5-5 0,2-5-280,-2 5 622,5-4-235,-8 6 110,20-6 0,2 4-94,9-14 1,2 2 47,6-9 0,-3-1-53,9-6 0,-7-2 2,8-6 1,-8 3 12,8-9 1,-10 2-11,2-3 1,-4-4-62,-3 5 1,-2 2 31,-5-3 0,-5 10 30,-9-2 7,0 4-75,0 13 0,-9-6-37,-5 10 1,-5 0-160,-2 7 0,-1 2 150,1 5 1,-10-2-21,-4 9 0,2-7-223,-3 8 1,10-4 49,-2 4 1,0 3-555,7-3 817,-5 3 0,14 51 0,-9 11 0</inkml:trace>
  <inkml:trace contextRef="#ctx0" brushRef="#br0" timeOffset="4665">3337 574 7601,'-12'-21'744,"3"9"-534,-1 3 1,8 7 96,-5-5 46,4 4-530,3-6 267,0 9-1030,0 0 749,10 0 146,2 0 1,9 0 146,0 0 0,-7 0-138,1 0 0,-1-7 189,7 0 0,-7-1-34,0 8-53,0 0 14,8 0-90,-1 0 20,0 0 0,-2 3-6,-5 4 0,-2-2 85,-5 9-53,-4 0 0,6 7-27,-9 0 1,0 1 2,0-1 1,0 0 133,0 0 1,0 1-63,0-1 0,0 0-104,0 0 0,-2 1 67,-5-1 0,2 0 8,-9 0 0,7-6-298,-8-1 0,11-7-72,-3 7 1,2-9-482,-2 2 262,4-5-14,-6-2 548,9 0 0,19-19 0,4-4 0</inkml:trace>
  <inkml:trace contextRef="#ctx0" brushRef="#br0" timeOffset="5309">1637 1892 8155,'9'-21'0,"-6"7"-792,4-1 612,-5 1 1,-2 0 162,0 0 674,10 9-124,-8-4-93,7 9-320,-9 0 0,0 9-84,0 5 0,0 5 92,0 3 0,0-1-199,0 0 0,0 0 128,0 1 0,0 1 132,0 6-266,0-6 0,0 8 5,0-10 0,0 0 9,0 1 0,7-1 67,0 0 0,10-7 67,-3 0 0,7-9-51,8 2 1,4 3-3,9-3 0,1 0-4,-1-7 0,1 0-4,-1 0 1,1-7-137,-1 0 0,-9-3 174,-4 3-1061,-6 5 534,-1-8 479,-11 10 0,-29 0 0,-18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3:11:36.493"/>
    </inkml:context>
    <inkml:brush xml:id="br0">
      <inkml:brushProperty name="width" value="0.08571" units="cm"/>
      <inkml:brushProperty name="height" value="0.08571" units="cm"/>
    </inkml:brush>
  </inkml:definitions>
  <inkml:trace contextRef="#ctx0" brushRef="#br0">3019 787 8205,'11'0'-815,"-1"0"644,-10-9 0,-3 6 207,-4-4 84,5-5 65,-7 10 1,9-10 85,0 5-61,-10 5-134,8-8 5,-8 10-175,10 0 559,0 0-513,0 10 1,0-6 74,0 11 1,0-1 6,0 7 1,0 0-10,0 1 1,0-1 1,0 0 1,0 0-33,0 1 0,0-1 32,0 0 1,0 0-51,0 1 0,0 1 46,0 6 0,0-6-46,0 5 0,0 3 90,0-3 0,0 3 3,0-2 1,0-6-51,0 5 0,0-4 7,0-3 1,0 3-24,0 4 0,0-4 27,0 4 0,0-4-72,0-3 0,0 3 69,0 4 0,-2-4-66,-5 4 0,5-4 51,-6-3 0,6 2-5,2 6 0,0-6 14,0 6 1,0-6 10,0-1 1,0 1 70,0 6 1,0-6-85,0 6 0,-2-6 9,-5-2 1,4 1 6,-4-1 0,5 0 35,2 0 0,0 1-45,0-1 1,-3 0-6,-4 0 1,5 1-22,-5-1 0,5 0-3,2 0 0,-3 3 83,-4 4 0,5-11-61,-5 4 0,4-4-76,3 4 0,-2 0 78,-5 0 1,5-6-111,-6-1 101,6 0 1,2 7-58,0 0 0,0-6 41,0-1-1,-9 0 0,6 7-195,-4 0 181,5 1 1,2-1 17,0 0 0,0 0-15,0 1 1,0-8 35,0 0 0,0 0-18,0 7 4,0 1 0,0-1-3,0 0 1,0-7 6,0 1 0,0-1 3,0 7 0,0-7-12,0 0 0,0 0 0,0 8 0,0-1 0,0-7-2,0 0 2,0 0-2,0 8 1,0-8 46,0 0 3,0-9-45,0 14 0,0-15 8,0 11-12,0-11 18,0 6 58,0-10-491,0 0 1,0-10 105,0-4 1,0-5-291,0-2 0,0 0-302,0-1 901,0-8 0,0-28 0,0-12 0,0-10 0,0 0 0</inkml:trace>
  <inkml:trace contextRef="#ctx0" brushRef="#br0" timeOffset="671">3019 638 9727,'-15'3'221,"1"4"0,7-3-227,-7 11 0,0-1 94,-7 7 0,-1 3-31,1 4 0,-3 3 2,-4 4 1,12 3-30,-6-10 1,6 8-27,-5-8 1,6 0-349,1-6 192,9-1 1,-4-7 95,9 0 196,0-9 1,0 2-92,0-14 0,2-5-182,5-9 0,5-8 75,10 1 1,-1-7 47,0 6 0,7-6-9,1 7 0,1-3-3,-1 3 0,-6 11 19,6-4 0,1 7-16,-1-1 0,-1 6 71,-7 9 1,1 0-65,-1 0 0,-2 9 168,-5 6 0,5 6-140,-5 7 1,-5-4-4,-2 4 1,3-4-99,-3-3 1,0 0-226,-7 1 1,0-8-410,0 0 1,0-7 718,0 7 0,-28-37 0,-8-3 0</inkml:trace>
  <inkml:trace contextRef="#ctx0" brushRef="#br0" timeOffset="1350">2657 3040 8152,'0'-14'-112,"0"-1"0,-2 4 125,-5-4 1,4-3 181,-4 3 1,5 4-151,2-4 1,-2 11 109,-5-3 0,4 2-82,-4-2 38,5 4-14,2-6 1,0 18 210,0 6 1,2 3-104,5 4 0,-4-1-175,4 0 1,2 8 142,-2-1 1,7 0-238,-7-7 1,8 1 137,-8-1 0,9 0-136,-2 0 1,-2-6 18,2-1 1,-7-9-90,8 2 0,-1-5 11,7-2 0,3 0-152,4 0 0,3-9 170,4-6 0,5-11 48,-4-2 1,1-3 156,-1 3 0,2 4-106,-10-4 1,0 4 101,-6 3-257,-11 0-192,-1 0 352,-10 9 1,-3 2 7,-4 10 0,-4 3-9,-11 4 0,-25 14 0,-12 7 0,-5 7 0,1-1 0</inkml:trace>
  <inkml:trace contextRef="#ctx0" brushRef="#br0" timeOffset="2453">2870 3592 8147,'9'-21'-1009,"-4"0"504,9 0 616,-9-1 0,7 1 25,-5 0 1,-5 7-24,5-1 0,-4 8 457,-3-7-407,0 9 1,0-6 345,0 4-269,0 4-264,-10-6 213,8 9 31,-17 0-70,7 0-184,-9 9 1,0-4 12,-1 9 1,8-7 81,0 7 0,0-7-154,-7 8 0,-1-8 82,1 7 1,7-7-80,0 7 0,0-2 70,-8 2 0,3 5-7,5-5 1,-5 5 66,5 2 1,2-7 2,-2 1 0,0-1 44,-7 7 1,7 0-81,-1 1 1,8-8 42,-7 0 0,7 0-20,-7 7 0,7-7-48,-7 1 0,9-8 51,-2 7 1,2-9 48,-2 2-25,5 4 1,-10-6-5,5 9 1,4-7-34,-4 8 0,5-8 7,2 7 1,-2-7-96,-5 7 0,4 0 91,-4 8 0,5-8 99,2 0 1,-7 0-94,0 7 1,0 1-26,7-1 0,-3 0 26,-4 0 0,5 3 4,-5 4 1,4-4-21,3 4 1,0-4 18,0-3 1,-2 7-60,-5 1 1,4-1 49,-4-7 1,5 8-62,2-1 0,0 3 46,0-3 1,2-4 10,5 4 1,-4-4-18,4-3 0,2 7-1,-2 1 0,10-1 74,-3-7 0,-2 0-65,2 1 0,0-1 5,8 0 0,-8-2 4,0-5 1,0 5-39,7-5 0,1 3 39,-1-3 0,7 2-15,0-8 1,8 6-2,-8-7 1,10 2-2,-3-2 1,3-4-26,-2 4 0,4-5 22,-5-2 0,5 0-7,3 0 0,-8 0 9,1 0 1,-10 0 19,2 0 1,5-7-22,2 0 1,-4-2 7,-3 1 0,3-1 14,-2-5 0,1-3 2,-1 10 1,-3-9 72,9 2 1,-7 2-80,8-2 1,-3-1 33,2-6 1,3 0-26,-10 0 0,8-1 73,-8 1 1,7-3-63,-6-4 1,-1 2 70,-7-9 1,1 2-59,-1-3 1,-2-4 1,-5 5 0,2-5-17,-8-3 0,1 5 20,-2-4 1,-5 6-92,6-6 0,-6-1 77,-2 8 1,0-3-107,0 3 0,0-5 88,0 4 0,0 5-74,0 3 0,-2-3 81,-6 3 1,4-7-3,-10 6 1,-1-6-35,-6 7 1,-7-8 7,-1 8 1,-6-8 28,7 8 1,-8 0-16,8 7 0,-10-8-217,3 1 0,-5 0 131,-3 6 0,-6 1-72,-1 0 0,0-1 74,8 1 1,-8 7 39,1 0 1,6 9-43,8-2 0,9 5-20,-3 2 0,-4 0-155,-2 0 0,4 0 111,3 0 1,-3 0-381,3 0 1,-8 9 193,8 5 0,2-2-388,12 2 1,-5 8-112,5 6 816,4 10 0,29 23 0,17 17 0</inkml:trace>
  <inkml:trace contextRef="#ctx0" brushRef="#br0" timeOffset="2819">3019 3932 8122,'7'-14'201,"0"0"1,0 0-181,-7-7 0,0 6 311,0 1-101,0 9 90,0-13 88,0 15-269,-10-6 1,-1 9-152,-11 0 1,1 2-7,0 5 0,0 5 134,-1 9 0,-6 1-77,0-1 0,-1 9 87,8 6 0,-7 2-44,-1-3 1,3 5 23,12-4 1,2 4-157,5 2 0,5-2 35,-5-4 0,14 4 40,7-5 0,7-4-29,8-3 1,6-4 61,15-3 1,-3-7-119,10 1 0,-8-11 90,8 3 1,-10-4-123,3-3 0,-8-3 103,-6-4 1,-13-4-340,-9-11 1,-6 8-816,6 0 1142,-10 0 0,-22-17 0,-18-2 0</inkml:trace>
  <inkml:trace contextRef="#ctx0" brushRef="#br0" timeOffset="4245">1 2785 7482,'0'-12'41,"0"0"60,0 5-10,0 5 306,0-8-155,0 10-27,0 0-133,9 10 1,-4-6 5,9 11 1,-7-8 7,7 7 0,1 0 7,6 7 1,0-2-97,0-5 1,1 5 62,-1-5 1,2 5-54,6 2 0,-3 3 53,9 4 0,-2-4-138,3 4 0,4-4 79,-5-3 1,8 0-11,6 1 0,-4-3 6,5-5 1,-5 5-7,-3-5 0,-6 5-17,-1 2 0,-2-7 23,2 0 0,3-2-31,-9 2 0,6 5 34,-7-5 0,8 5-24,-8 2 1,3 1 3,-3-1 0,-2 0-2,10 1 1,-8-1 9,7 0 0,-6 0-1,6 1 1,-7-1-1,8 0 1,-3 0-1,2 1 0,-4-1-12,-10 0 1,8-7 10,-1 0 1,7 1-27,-6 6 0,-1-2 10,-7-5 0,8 5-2,-1-5 0,3 2 11,-3-1 0,-4 1-4,4-9 1,-5 10 17,-1-3 1,-1-2-19,0 2 1,0-7-24,1 7 1,-1-7 24,0 7 0,0-9 27,1 2 1,-8 3-13,0-3 1,-7 0 2,7-7-35,-9 9 1,7-6-34,-5 4 61,-5-5 1,8 0-11,-10 5 1,2-4 38,5 4-41,5-5 24,9 8 1,1-8-11,-1 5 0,-7 3 3,0-3 0,-7 0 6,7-7 0,-7 0 3,8 0 0,-8 7 17,7 0 0,-7 0-23,7-7 47,-9 9-37,14-6-21,-17 6 0,10-2 8,-5 0-5,-5 1 120,8-8 215,-10 0-217,0 0 1,-3-8-13,-4 1-265,5-9 0,-17 4 43,5-9 1,2 0-91,-2-1 0,7 1 142,-7 0 1,2 0 22,-2-1 0,-5 1 51,5 0 0,2 7-89,-2-1 1,7 4 283,-8-4 0,8-3 68,-7 3 62,9 6-250,-4 0-430,0-1 374,6 8 1,-4-1-29,14 10 1,-2 10 15,9-3 0,-7 5-14,7 2 1,-2 1 10,2-1 0,5 0-37,-5 0 0,3-7 144,-3 1 0,5-1 8,-5 7 0,-2 0-30,2 1 1,-2-8-61,2 0 0,-2-2 5,-5 2 0,-5 5-77,5-5 0,-4-2 119,-3 2-194,0-9 156,0 14-264,-10-17 1,-1 7-105,-11-9 0,1 0-115,0 0 1,-8 0 436,1 0 0,-24-19 0,-9-9 0,-3-1 0,0-1 0</inkml:trace>
  <inkml:trace contextRef="#ctx0" brushRef="#br0" timeOffset="4827">383 2806 8064,'0'-12'-147,"0"-7"115,0 17 1,-2-15-15,-5 10 20,-5 0 1,-9 7 173,0 0 0,-8 0 6,1 0 1,0 3-143,6 4 0,-6-3 98,0 11 0,-1-8-128,8 7 1,0-2 98,0 2 1,9 5-108,5-5 0,-3 5 105,3 2 0,0 0-14,7 0 0,0 8 33,0-1 0,2 3 29,6-3 0,-4-4-213,10 4 1,-6-4 104,6-3 0,-3 0-311,4 0 1,4-2 113,-5-4 0,5 1-487,2-9 1,0 0 664,0-7 0,19-38 0,5-9 0</inkml:trace>
  <inkml:trace contextRef="#ctx0" brushRef="#br0" timeOffset="6186">3486 22 7563,'0'-12'26,"0"3"48,0 9 213,0 0-145,0 9 1,0-4-62,0 9 0,7-7 21,0 7 1,10-2-104,-3 2 1,3 5 46,-3-5 1,5 5-114,-5 2 0,12 1 115,2-1 1,0-2-73,-6-5 1,-1 5 48,0-5 0,7 5-63,1 2 0,-1-2 28,-7-5 0,3 5-6,4-5 1,-4 3 7,4-3 1,-2 3 11,3-10 1,-6 7-12,6-7 1,1 7 10,-1-7 0,-1 7-48,-7-7 0,0 8 42,1-8 0,-1 7-2,0-7 0,-2 9 5,-5-1 0,5-4 0,-5 4 0,5-4 5,2 4-2,1 3 0,-1-6-64,0 10 1,-7-8 53,1 0 1,-8-7 14,7 7 0,-7-2-17,7 2 0,0 5 8,7-5 0,-6-2 0,-1 2 1,0-7 1,7 7 0,8-2 6,-1 2 0,0 5 5,-7-5 0,3 3-9,4-3 1,-4 5 2,4-5 1,-11 3-7,-3-3 1,0 5 1,7-5 0,1-2-8,-1 2 0,-2-7 53,-5 7 1,7-2 57,1 2 127,-1 5-211,19-7 1,-16 2 71,4 0-24,-5-9-259,-1 4 256,-10-9-313,-3 0 60,-9 0-97,0 0 0,-9 0 283,-6 0 0,-79-19 0,36 8 0,0-1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3:11:45.355"/>
    </inkml:context>
    <inkml:brush xml:id="br0">
      <inkml:brushProperty name="width" value="0.08571" units="cm"/>
      <inkml:brushProperty name="height" value="0.08571" units="cm"/>
    </inkml:brush>
  </inkml:definitions>
  <inkml:trace contextRef="#ctx0" brushRef="#br0">0 2657 7315,'0'12'367,"0"-3"-110,0-9 733,0 0-920,0-9 38,0 6 0,0-9-178,0 5 140,0 5-40,0-17 1,2 14 127,6-9-81,-6 9 1,10-11 163,-5 9-125,-5-10-68,17 6 0,-14-8 27,9 4 0,-7-3-123,7 3 0,-7 4 82,7-4 1,-6 1-9,6-7 0,-7 7-10,7 0 0,-7-1-9,7-6 0,-7 7 102,7 0 0,-6 0-83,6-8 1,-2 8 126,2 0 0,5 2-97,-5-2 1,-2-5-11,2 5 1,-7 2-17,7-2 1,-2 0-7,2-7 1,5 7 41,-5-1 0,-2 4 0,2-4 1,-7-3-114,7 3 1,0 4 81,8-4 1,-8 4-96,0-4 0,0-3 106,7 3-88,1-4 0,-1-2 76,0 0 0,8 0-3,-1-1 0,0 1-17,-7 0 1,1 7 1,-1 0 0,0-1-12,0-6 0,-2 0 13,-5 0 1,5-1 21,-4 1 1,3 0-20,4 0 0,-1-1-21,0 1 0,-7 2 19,1 5 0,-1-5-7,7 5 1,-7-5 2,0-2 1,-2 7 73,2 0 1,5-1-66,-5-6 0,3 7 4,-3 0 0,5 2-27,-5-2 1,-2-5 18,2 5 1,-2-5-68,2-2 0,3 6 39,-10 1 1,9 0-7,-2-7 1,-2 0-30,2-1 0,-7 1-6,8 0 0,-4 0 44,4-1 0,1 1-1,-9 0 25,10 0 1,-8-1-59,5 1 141,5 0-89,-7 0-2,9-1 1,-7 3 21,1 5 7,-11-5 110,15 8 1,-14-8-115,9 5 316,-9 4-264,4 10-147,-9 0-5083,0 0 5208,0-9 55,-9 6 1,6-8-61,-4 3 1,3 6 103,-3-5 1,4 2 232,-4-2-284,-5 5 1,8-8 41,-11 10 1,11-2 38,-3-5-138,-5 5 46,9-8-244,-15 10 207,15 0-203,-6 0 182,9 0-42,0 0 28,9 0 0,3 7 4,9 0 1,-7 0-28,1-7 0,-8 3 6,7 4 124,-9-5 0,11 10-110,-9-5 1,3-2 21,-3 9 1,-5 0-17,5 7 0,-5-6-31,-2-1 1,8 0 6,-1 7 0,0 0-3,-7 1 0,0-1-9,0 0 1,0 0-8,0 1 1,0-8-92,0 0 0,0-7 102,0 7 0,-3-2-421,-4 2 129,5 5 42,-17-7 1,7 7-95,-9-5 343,0-5 0,-29-9 0,-7 0 0</inkml:trace>
  <inkml:trace contextRef="#ctx0" brushRef="#br0" timeOffset="703">1360 85 8122,'-12'0'-396,"-6"0"459,15 0 114,-16 0-70,17 0 10,-8 0 53,1 0 6,7 0-131,-8 0 1,17 3 11,0 4 1,10-3-117,-3 11 1,-2-4 112,2 4 1,0 4-67,7-5 0,1-3 5,-1 4 0,-7-8-7,0 7 0,-2-7 15,2 7 0,5-7-22,-5 7-24,-4-9 53,9 14 0,-17-14 91,5 9 0,-5-7-90,-2 7 1,0-7 34,0 7 0,-2-2-38,-5 2 1,0 5 3,-14-5 1,4-2-141,-11 2 0,-3-2 95,3 2 0,-10-2-474,3-5 1,2-4 508,-3 4 0,-18-5 0,-12-2 0</inkml:trace>
  <inkml:trace contextRef="#ctx0" brushRef="#br0" timeOffset="1577">2189 107 8122,'0'-15'-612,"0"1"0,0 7 919,0-7-157,0 9 1,0-7 282,0 5-219,0 5 0,-7-10-7,0 5-117,-10 5 0,6-8 15,-11 10 0,1 0-39,0 0 1,-3 10 79,-4 4 1,2-2-198,-10 2 0,8 0 44,-7 7 1,6 3-47,-6 4 1,7-4 77,-8 4 1,10-2 17,-2 3 0,4-6-20,3 5 0,0 3 6,0-3 1,-1 8-46,1-8 0,7 1 51,0-8 1,9 7-52,-2 1 1,4-1 0,3-7 1,0 0-10,0 1 0,0 6 122,0 0 0,0 1-82,0-8 0,0 0 44,0 0 1,0 8-40,0-1 0,0 0-17,0-6 0,3 1 26,4 6 0,-5-6-64,5 6 0,3-6 38,-3-2 1,9 8-7,-1-1 0,-4 0 28,4-6 1,-1-3-18,7-5 1,-7 5 30,0-5 1,1 2-30,6-2 0,0-2-9,0-5 0,8-2 17,-1 9 1,3-9-14,-3 2 0,5-5-7,10-2 1,-1 0-5,1 0 1,1 0-15,6 0 1,-5 0 24,4 0 0,6 0-17,1 0 1,-4-2 11,-2-5 0,-5 2 22,-3-9 1,3 9-22,5-2 0,-12-2 29,4 2 0,-11-10 16,4 3 0,-9 2 85,2-2 1,-4 0-95,-3-7 0,1-1 12,-1 1 1,0-2-6,0-6 0,-2 3 8,-5-9 1,3-1-211,-10-6 1,7-3 109,-7-5 0,0 6 32,-7-6 0,7 7 16,1 8 0,-1-5-13,-7 4 0,0 6 270,0 1-200,0 6 0,-7 2-98,-1-1 0,-8 1 73,2 0 0,-5 2-130,-2 5 0,-1-5 115,1 5 1,-3-5-29,-4-2 0,2 2-51,-9 5 1,2-5-20,-3 4 0,-4-1-62,5 2 0,-5-3 100,-3 10 0,1-7-216,-1 7 0,-7-7 72,1 7 0,-3 0-196,2 7 1,6 0 76,-6 0 0,5 2-63,3 5 0,6-2 368,1 9 0,-29 19 0,-14 12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3:11:47.823"/>
    </inkml:context>
    <inkml:brush xml:id="br0">
      <inkml:brushProperty name="width" value="0.08571" units="cm"/>
      <inkml:brushProperty name="height" value="0.08571" units="cm"/>
    </inkml:brush>
  </inkml:definitions>
  <inkml:trace contextRef="#ctx0" brushRef="#br0">150 43 8218,'0'-12'263,"0"0"-226,0 5 227,0 5-335,9-8 8,-7 10-41,8 0 238,-10 0-23,0 0 1,2 10-19,5 4 0,-2 5-16,9 2 1,-2 0-15,2 1 0,5 6 19,-5 0 0,5 3-149,2-3 1,-7-4 97,1 4 1,-4-4-94,4-3 1,1 0-96,-9 1 1,7-8 107,-7 0 1,8-7 68,-8 7-113,0-9-693,-7 4 491,0-9 0,0-2 295,0-5 0,-29-71 0,12 26 0,-1 0 0</inkml:trace>
  <inkml:trace contextRef="#ctx0" brushRef="#br0" timeOffset="274">468 22 7611,'0'-12'-363,"0"2"707,0 10 755,0 0-921,-9 0 1,-3 3-39,-9 4 0,0 5-159,-1 9 1,-6 0 127,0 0 1,-3 3-45,3 4 1,2-4 52,-10 4 1,10 3-146,-2-3 1,4 1 86,3-8 0,0 0-382,0 0 171,-1 1 1,8-3-430,0-5-211,9-5 275,-4 1-356,9-8 872,0 7 0,38-37 0,9-7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3:11:50.049"/>
    </inkml:context>
    <inkml:brush xml:id="br0">
      <inkml:brushProperty name="width" value="0.08571" units="cm"/>
      <inkml:brushProperty name="height" value="0.08571" units="cm"/>
    </inkml:brush>
  </inkml:definitions>
  <inkml:trace contextRef="#ctx0" brushRef="#br0">0 383 8485,'22'0'26,"-1"0"-13,0 0 0,0 0 1,1 0 1,1 0-36,6 0 0,-6 0 42,6 0 1,1 0-47,-1 0 1,6 0 38,-7 0 1,8 0-22,-8 0 1,8 2-19,-8 6 0,0-6-6,-7 5 0,8-5-21,-1-2 1,0 7-7,-6 0 0,-1 1-30,0-8 1,0 0 59,1 0 1,6 0 65,0 0-68,1 0 0,-8 0 29,0 0 1,8 0-7,-1 0 0,0 0 8,-7 0 1,1 0 3,-1 0 1,3 0 9,4 0 1,-4 0 31,4 0 1,3 0-48,-3 0 0,0 7 72,-7 0 0,1 0-65,-1-7 1,7 0-1,1 0 1,-1 0 3,-7 0 0,0 0 1,1 0 1,1 0 33,6 0 1,-6 0-1,6 0 1,-3 0 62,2 0 0,-4 0-80,4 0 0,3 0 41,-3 0 0,0 0-33,-6 0 1,-1 0 136,0 0-60,0 0 6,1 0-61,-11 0-24,-1 0-42,-10 0-85,0 0 83,9 0 46,3 0 13,9 0-31,1 0 1,-8 0-15,0 0 1,-7 0 16,7 0-16,-9 0 53,14 0 0,-7 0 10,9 0 5,-9 0 19,6 0 4,-6 0 121,0 0-129,-2 0 45,-1 0-25,-7 0-312,8 0 193,-10 0-1860,0 0 1195,-10 0 73,8 0-255,-17 0 857,7 0 0,-47 0 0,-9 0 0</inkml:trace>
  <inkml:trace contextRef="#ctx0" brushRef="#br0" timeOffset="583">1807 192 8196,'-12'-10'-96,"0"6"272,5-11-289,5 11 249,-8-6-56,10 1 57,0 7 109,0-8-225,0 10-17,0 0-32,0 9 1,3-4 112,4 9 1,-3-7-32,11 8 0,-4-1-136,4 7 1,3-2 58,-3-5 0,11 5 7,2-5 0,0 5 12,-6 2 0,6 1-5,0-1 1,1 0-56,-8 0 1,0-7 62,0 1 1,-7-8-93,1 7 1,-8-2 50,7 2 33,-9 5 1,4-15 34,-9 11 1,-2-8 94,-5 7 1,-5-7 29,-9 7 1,-1-7-87,1 7 1,-10-2 54,-4 2 0,2 5-64,-3-5 0,1 3-72,-7-3 0,6 5 100,1-5 0,6-2-169,-6 2 0,9-7 25,-2 7 0,11-9-233,3 2-399,0 5 211,2-10-38,3 8 38,9-10 481,0 0 0,37 0 0,11 0 0</inkml:trace>
  <inkml:trace contextRef="#ctx0" brushRef="#br0" timeOffset="1652">2678 192 7425,'12'-21'-221,"-5"-1"1,-5 8 229,-2 0 471,10 9-233,-8-14 165,8 17-36,-20-7-225,-2 9 0,-9 0-164,0 0 1,0 0 127,-1 0 0,1 9-147,0 5 0,0-2 83,-1 2 0,1-2-51,0 2 0,0 5 62,-1-5 1,1 5-70,0 2 0,0 3 23,-1 4 0,1-4 25,0 4 1,0-2-26,-1 3 1,8-6 31,0 5 1,2 3-102,-2-2 1,5 1 83,9-1 1,0-6-80,0 5 1,0 3 60,0-2 1,0-1-28,0-7 1,2 0-11,5 1 1,-2-4 8,9-3 0,0 4 9,7-5 1,3 5 1,4 2 0,-2-7-16,10 0 1,-8-2 15,7 2 1,1 5 5,6-5 1,1-2-7,-1 2 0,-2-7 55,-4 7 0,2-9-46,-10 2-2,10-4 0,-15-3-5,6 0 8,-6 0 1,-1 0-11,-1 0 0,0-7 10,0-1 0,1-8-2,-1 2 0,0-5 54,0-2 0,8-1 88,-1 1 1,0 0-80,-6 0 1,6-1 6,0 1 1,1 0 24,-8 0 0,0-3-39,0-4 0,1 2-45,-1-10 0,-2 10 41,-5-2 0,5-3-120,-5 3 0,-5-10 102,-1 3 1,-6 4-102,-2 3 1,7 4 59,0 3 0,0 0-18,-7-1 1,-2 1-34,-5 0 1,2 0 47,-9-1 0,7 1-10,-7 0 1,-1 7 5,-6-1 1,-2 1-133,-6-7 1,3 7 73,-9 0 1,6 2 68,-6-2 0,0-3-28,-8 10 1,8-7 1,-1 7 1,1-3-197,-8 3 1,8 5 104,0-5 1,-1 5-326,-6 2 0,9 0 147,4 0 0,3 0-268,-2 0 1,11 9 561,-4 5 0,14 43 0,-2 11 0</inkml:trace>
  <inkml:trace contextRef="#ctx0" brushRef="#br0" timeOffset="2350">2657 383 8231,'0'-14'27,"0"0"165,0 9 0,0-7-420,0 5 62,0 5-51,0-8 388,0 10 1,0 10 3,0 4 0,0-2-199,0 2 1,0 0 158,0 7 1,7 1-16,0-1 1,0 0-236,-7 0 1,2-7-90,6 1 0,-4-8 111,10 7 1,-6-7-275,6 7 313,0-9 0,7 4 28,0-9 0,3 0 55,4 0 0,-4-2-56,4-5 1,-4-5 184,-3-9 1,-7 0-104,0-1 1,-2 1 133,2 0 1,3 7-40,-10-1 0,0 8 77,-7-7 0,2 10-560,6-4 168,-6 6 245,7 2 0,-11 0-36,-5 0 0,5 10 66,-6 4 0,-1 12-23,2 2 0,0 3 0,7-3 1,-7-2-76,0 9 0,0-6 14,7 6 1,0-6-62,0 6 0,-7-2 92,-1 2 0,1 3-124,7-9 0,-7-1 88,0-7 1,0 7-170,7 1 1,-7-8 136,0-7 1,-2-2-27,1 2 0,4 3 35,-10-10 1,6 0 6,-6-7 0,7 0 259,-7 0-263,0 0 161,-7 0-106,-1-10 136,1-1 0,2-11-96,5 1 1,5 7 22,9 0 0,0 0-120,0-8 1,0-1-6,0-6 0,9 6-68,5-6 0,12 3 69,3-2 0,1 5-166,-1-6 1,1 6 105,6 1 1,4 1-22,-5 0 0,-2 2 35,3 5 0,-10-3-165,2 10 0,-4-7-190,-3 7-13,0-10 1,-7 15-655,0-5 1073,-9-5 0,-24 19 0,-16-4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3:12:34.351"/>
    </inkml:context>
    <inkml:brush xml:id="br0">
      <inkml:brushProperty name="width" value="0.08571" units="cm"/>
      <inkml:brushProperty name="height" value="0.08571" units="cm"/>
      <inkml:brushProperty name="color" value="#E71224"/>
    </inkml:brush>
  </inkml:definitions>
  <inkml:trace contextRef="#ctx0" brushRef="#br0">0 341 7674,'0'-12'-806,"7"0"900,0 5 1,0 3 457,-7-11-199,0 11 164,0-6-217,0 1-44,0 6-143,0-6-269,0 9 543,0 0-278,0 9 0,0-4-79,0 9 0,0 0 67,0 8 0,0 6-19,0 0 0,0 3 12,0-3 0,0 3-78,0 5 1,0 1 87,0-8 1,0 6 8,0-7 0,0 8-178,0-8 1,0 8 78,0-8 1,0 0-28,0-6 1,0-1 108,0 0-241,0 0 0,0-7 103,0 1 0,3-11-407,4 3-132,-5-4-149,8-3 284,-10 0 1,0-3-322,0-4 771,0 5 0,28-83 0,-10 38 0,-1 0 0</inkml:trace>
  <inkml:trace contextRef="#ctx0" brushRef="#br0" timeOffset="2392">21 383 8048,'7'-21'-1075,"1"0"1,6 7 1636,-7 0 1,2 2-73,-2-2 1,-2-3-415,9 10 0,-7-7 43,7 7-158,-9 0 0,14 0 16,-5 0 259,-4-1-262,9 8 0,-15 8 75,11-1 0,-11 9-68,3-2 0,-4-2 83,-3 2 1,7 0 24,0 8 1,0-1-63,-7 0 0,-2-2 0,-6-5 0,6 5-71,-5-5 1,-5 3 59,-2-3 1,2 3-187,-2-10 152,0 9 0,-7-6-86,-1 4 0,8-2 92,0-5-66,0-5-7,-7 7-5,9-9 215,-7 0 1,19 0-91,0 0 0,2 0 0,12 0 1,1-2-29,6-5 0,7 2 10,1-9 1,6 2 5,-7-2 0,8-5-19,-8 5 1,8-5-43,-8-2 1,3 0-12,-3-1 0,-5 1-64,6 0 1,-6-3 95,-1-4 1,-3 4 18,-5-4 0,2 4-25,-9 3 1,0 7 140,-7 0 1,0 7-142,0-7 73,-9 9-46,-3-5 0,-9 10 29,0 0-4,-1 10 0,4 2-12,3 9 0,-1 0 47,9 0 0,0 1-31,7-1-54,-10 0 1,8 0 35,-5 1 1,7-3-44,7-5 1,-2 2 14,9-9 0,0 0-6,7-7 0,8 0 3,-1 0 1,0 0 7,-7 0 1,1 0 70,-1 0 1,0 0-64,0 0 0,-6 0 32,-1 0 0,-7 0-17,7 0 167,-9 0 0,7 0-56,-5 0 1,-5 10-41,5 4 1,-5-2-20,-2 2 0,0 0-1,0 7 1,0-6-154,0-1 0,0-7 147,0 7 0,0-7-385,0 7 113,0-9 97,0 14 0,3-17-32,4 5 103,5-4 0,7-6 95,-5-4 1,2 3-101,-9-11 1,10 1 10,-3-7 0,-4 7 3,-3 0 335,4-1 1,-6-3-85,9 3 1,-9 4-310,2 4 269,-5 4-100,-2-6 0,0 11-6,0 5 0,3-2-15,4 9 1,-5-7-177,5 7 156,-4 0 0,4 8-93,0-1 1,9-9 85,-1-5-124,3 5 1,4-10 98,-1 5 0,0-5-21,0-2 0,1-2 3,-1-5 0,-2 2 0,-5-9 0,3 0 148,-10-7 0,0-1-130,-7 1 1,0-2-87,0-6 0,-3 3 93,-4-9 0,3 9-58,-11-2 0,1 6 11,-7 8 0,0-2-91,-1 9 0,1-8 101,0 8 1,0 0-13,-1 7 0,8 10 76,0 4-117,0 5 216,-7 11-152,9 3 1,2 1 87,10-6-63,0-5 10,0-1-91,10-1 0,2-9 69,9-5 1,7-5-127,1-2 1,1-7 63,-1 0 0,-6-9 70,6 1 1,1-1-44,-1 2 0,-1-5 76,-7 5 0,1 2-41,-1-2 26,0 9 282,0-5-167,1 10-25,-1 10 0,-2 2-79,-5 9 0,-5 0 132,-9 0 0,7 8 48,0-1-203,1 0 1,-1-6 22,0-1-251,0 0 43,-7 0 0,7-6 49,0-1 54,0-9 27,-7 4 1,2-11 52,5-5 1,-4 2-46,4-9 0,-2-3 4,2-11 1,-5 4 28,5-4 0,3-3 13,-3 3 0,2-8 63,-2 8 0,-4 0-86,4 6 192,4 1-179,-8 0 0,6 7-126,-9 0 0,3 9 135,4-2-3,-5 4-49,8 13-15,-10 2-40,9 9 53,3 0-52,9 0 71,0-9 1,1 5 18,-1-10 0,-7 0-33,0-7 194,-9 0-110,14 0 0,-15 0 77,11 0-249,-11 0 147,6 0 209,-10 0-205,9 0 1,-6 2 117,4 5 1,-5-2 51,-2 9-124,0 0 0,2 8-66,5-1 0,-4-7-1,4 0 1,-5-7-179,-2 8 1,0-8 130,0 7 0,7-7-227,0 7 126,1-9-62,1 4 155,3-9 1,9-7-12,0 0 0,-7-9 42,1 1 1,-1-6 14,7-7 1,0 4 69,1-4 1,6 4-91,0 3 0,-7 2 152,-6 5 1,-1-3-134,7 10 0,0-7 72,1 7 1,-8 0-16,0 7 1,-7 0 70,7 0-140,-9 0 0,7 0-19,-5 0-9,-5 0 0,8 2 71,-10 5-26,0-4 0,-3 6 1,-4-9 1,2 0-151,-9 0 0,7 0 128,-7 0 0,0 0-69,-7 0 0,6 7 73,1 0 0,0 0-2,-7-7 1,7 8 95,-1-1 1,4 9-104,-3-2 0,-3-2 189,10 2-171,-10 0 0,13 8 212,-11-1-176,11 0 0,-6 0 9,10 1 1,3-8-29,4 0 0,-3-7-1,11 7 0,-1-9 4,7 2 1,0-5 7,1-2 1,-1 0-4,0 0 0,7-9 3,1-5 1,-1-5 47,-7-2 1,-2-1-30,-5 1 0,5-2 7,-5-6 0,-2 3-83,2-9 1,-9 2-9,2-3 0,-4-4-7,-3 5 1,0 4 68,0 3 160,0-5-178,0 9-264,0-7 263,0 20 1,-3 4-9,-4 14 0,5 4 60,-5 11 0,4 6 107,3 0 0,0 8-85,0-8 1,0 8-51,0-8 1,0 7 86,0-6 1,0 1-71,0-1 0,0-6-14,0 6 1,0-6 35,0-2 1,3 1-68,4-1 1,-2 0-1,9 0 0,-7-9-4,7-5-27,0-4 0,7-3 48,1 0 1,-8 0-19,0 0 1,0-10 11,7-4 1,1-5-8,-1-2 0,-2-3 19,-5-4 1,5 2 0,-5-9 1,-2 9-7,2-3 1,-9 6 2,2 1 0,-5 1 57,-2 0-46,10 0-121,-8 9 116,7 2-135,-18 10 0,-1 10 104,-4 4 1,-5 5 38,5 2 1,5 0-42,2 1 1,-3-1-3,3 0 1,-2 0-47,2 1 48,4-1 0,-6 0-99,9 0 0,0-6 104,0-1 0,2-9-99,5 2 1,-2-5 52,9-2 1,-7 0-3,7 0 1,1 0-1,6 0 1,0-9-6,0-6 0,1-1 93,-1 2 1,0-5-76,0 5 1,1-3 5,-1 3 0,-7 2-16,0 5 249,0 5 0,8-8-48,-1 10 1,-7 3 53,0 4 1,-9-3-67,2 11 0,2-1-17,-1 7 1,1 0-58,-2 0 18,-5 1 0,8-1-128,-10 0 1,0-7 111,0 1-238,0-11 69,9 6 1,-4-10-101,9 0 0,-7-3 46,7-4 1,1-5-96,6-9 1,0 0-59,0 0 0,-2-1 138,-5 1 0,5 0 176,-4 0 0,32-29 0,9-7 0</inkml:trace>
  <inkml:trace contextRef="#ctx0" brushRef="#br0" timeOffset="2941">3337 298 9096,'21'0'137,"0"0"0,0 0-48,1 0 1,8 0-110,6 0 1,4 0 109,2 0 1,1 0-129,-1 0 1,1 0 51,-1 0 1,-1-7-30,-6 0 0,-4 0 47,-10 7 0,-7 0 46,0 0-285,-9-9 1,4 4 82,-9-9 0,0 7 9,0-7 1,-2 7 84,-5-8 1,2 4-64,-9-4 1,7-1 34,-7 9 1,2-10 8,-2 3 0,-5 5 43,5 2 0,2-3 0,-2 3 163,0 0-193,-8 7 129,11 0-97,-8 0 55,16 0 54,-6 0 57,9 0 0,2 7-83,5 0 0,-2 10 120,9-3 0,0-2-83,8 2 1,-1-2 33,0 2-138,0 5 1,1-10 161,-1 5-252,-9 5 1,4-14 29,-9 9 0,3-9-230,-3 2 220,-5 5 1,8-8-24,-10 11 1,-10-8-270,-4 7 1,2-2 100,-2 2 0,0 5-89,-7-5 0,-1 2 56,1-1 0,7 3 282,0-3 0,9 3 0,-4 4 0</inkml:trace>
  <inkml:trace contextRef="#ctx0" brushRef="#br0" timeOffset="5326">4357 256 8072,'12'-21'0,"-1"7"-71,-4-1 69,-4 1 1,9-5 98,-5 5 215,-5-5-25,8 17 89,-10-8-466,0 10 171,-10 0 0,1 10 74,-6 4 1,-3 5-64,3 2 0,4 3-145,-4 4 1,4-4 15,-4 4 0,-1-4 123,9-3 1,-7 0-187,7 0 0,-3 1 102,3-1 1,5 0-137,-5 0 0,4-6 98,3-1 0,0-7-1,0 7 0,3-9-27,4 2 1,4-5-8,11-2 0,1 0 36,6 0 0,1-7 6,6 0 0,-3-9 61,-5 1 0,-4-4-57,4-2 1,-4-7 110,-3 0-97,0-1 0,-7 8-6,1 0 210,-11 9 372,6-7-408,-10 17-241,0-8 1,0 13 190,0 4 0,0-3-53,0 11 0,0-1-75,0 7 58,0 0 0,0 0-198,0 1 116,0-1 0,2 0-1,5 0 0,-2-9-10,9-5 1,0 3-167,8-3 1,-8 0 58,0-7 0,0 0 87,7 0 0,-2-2 77,-5-5 0,5 2-75,-5-9 1,-2-3 145,2-11 1,-7 7-31,8-1 0,-11 1 59,3 7 1,-2 2 166,2-2 1,-4 7 138,4-7-415,-5 9 90,-2-5 1,0 13 88,0 4 1,-7-2-86,0 9 0,0 0-151,7 7 0,-7 0-17,0 1 1,0-8-304,7 0-12,0 0 321,0 7 1,2-2-138,5-4 1,-2-6-75,9-9 130,0 0 1,7-2 35,1-5 1,6-5 156,0-10 0,3 1-7,-3 0 1,-4-7 87,4-1 0,5 1 34,3 7 1,-6-1-102,-1 1 0,-6 7 205,-1 0 0,-1 9-45,0-2 1,-7 5-29,0 2 0,-9 2-76,2 5 1,-4 5-21,-3 9 1,0 0-46,0 1 1,0-1-153,0 0 0,-3 0 173,-4 1-148,-5-1 1,-9-2-206,0-5 0,0 3 113,-1-10 0,1 2-152,0-2 1,-8-4 63,1 4 1,0-5 112,7-2 88,-1 0 217,1 0 0,7 0 23,0 0-201,9 0 215,-4 0 1,11 0 149,5 0-172,5 0 0,9 0-36,0 0 1,1-2-215,-1-5 1,0 4 59,0-4 1,3 5-150,4 2 1,-4-3-39,4-4 1,-4 3 135,-3-11 0,7 1 43,1-7 0,-1 7-41,-7 0 1,1-8-71,-1-6 0,0-3 64,0 3 0,3-3-87,4-4 0,-11-5 176,4 4 1,-11 6 139,4 1 0,-10 6 50,3 1 0,-4 8 6,-3 0-146,0 9-19,0-4-58,0 9 77,0 9 1,-3 3 144,-4 9 0,5 1-56,-5-1 0,5 7-53,2 1 1,-7-1-2,-1-7 0,1 8 16,7-1 0,0 0-43,0-7 1,0 1 25,0-1 0,7 0-144,1 0 1,6 1 132,-7-1 1,9-2-158,-2-5 1,-2 3 25,2-10 1,1 2-47,6-2 1,0-4-2,0 4 1,1-5 95,-1-2 1,-7-9-46,0-6 24,0-4 1,5-9-106,-5 0 1,3-1 57,-10 8 209,0 0-104,3 0 77,-8-1 1,7 8-347,-9 0 153,0 9 266,0-4-186,0 18 1,0 3 68,0 9 1,0-6-70,0-1 1,0 0 38,0 7-56,0 0 1,3 1 6,4-1 1,-2-2-95,9-5 116,0 5 0,7-17-60,0 5 1,1-4 30,-1-3 1,0 0-4,0 0 0,8-10-4,-1-4 0,0-7 37,-6-7 1,-1 2 2,0-10 0,-7 8 4,0-8 1,-9 10-14,2-2 0,-4-3 6,-3 3 1,-10 7-146,-4 7 1,-5 2 126,-2-2 0,-3 4-59,-4 10 0,4 3 43,-4 4 0,4 4-37,3 11 0,0-1 58,0 0 0,2-4-4,5 4 0,-3-4 65,10 11 1,0-5-82,7-1 0,0-8 46,0 0 0,0 0-27,0 7 1,2-6 8,5-1 0,-2-9 1,9 2 1,7-5-61,8-2 1,-1 0 28,-7 0 1,8-7-8,-1 0 1,7-10 27,-6 3 0,2-5-13,-3-2 0,-5 0 107,6-1 1,-6 4-99,-1 3 0,-3-3 117,-5 3 1,5 4-86,-5-4 81,-5 11-89,10-6 0,-14 10 26,9 0 137,-9 10 0,7 1-137,-5 11 1,-5-1-66,5 0 1,3 8 63,-3-1 0,0 0-107,-7-7 1,0-6 97,0-1 1,0 0-126,0 7 1,0-7-16,0 1-341,0-11 548,0 6-22,0-10-81,0 0-21,0-10 0,0-2-157,0-9 1,7 0 99,0 0 1,9-1-16,-1 1 0,1 0 90,-2 0 1,5-1-23,-5 1 163,5 9 0,2-4-125,1 9 1,-8 0 321,0 7-183,0 0-72,7 9 1,-2 3-27,-5 9 0,-4-7 25,-10 1-64,0-1 1,0 7-184,0 0-165,0-9 93,0 7 289,0-17-108,0 8-326,0-10 333,0 0 1,0-10 44,0-4 0,2-2-2,5 1 0,-4-3 17,4 3 151,5 6-208,-1-10 404,11 17-224,-1-8 28,0 10 0,0 0-106,1 0 1,-8 10 16,0 4 0,-7-2-21,7 2-35,0 0 1,8 5-143,-1-5 1,-7 3 102,0-10 1,0 7-100,8-7 0,-1 0 109,0-7 0,-7 0-7,1 0 1,-4-2-9,4-5 0,1-5-36,-9-10 0,7 1 12,-7 0 0,8 0 6,-8-1 0,0-1 65,-7-5 0,0 11-76,0-4 117,0 4-103,0-4-84,0 9 102,0 3 0,-7 11 231,0 5 0,-8 5-90,8 9 1,-7 0-61,7 1 1,0-1-60,7 0 0,0 0 42,0 1 0,0-8 86,0 0-33,0 0-88,9 7 0,3-9 27,9-5 0,1-4-70,-1-3 1,0 0 33,0 0 1,8-3-3,-1-4 1,0-5 2,-6-9 0,-3 7 33,-5 0-148,5 0 116,-7 2-422,-1-7 326,8 17 1,-16-5 262,4 14 1,-5-3-36,-2 11 0,0-1 116,0 7-199,0 0 0,0 0-18,0 1 1,2-8 63,5 0 1,-4-7-30,4 7 0,-2-7-44,2 8 1,-3-11 32,11 3 1,-8-4-134,7-3 0,-7 0 32,7 0 0,-2-3-139,2-4 1,3 3-9,-10-11 1,9 1 99,-2-7 0,-4 0-293,-3-1 1,-2 1-169,2 0-119,-5 0 1,5-1 675,-14 1 0,-80-19 0,29 18 0,0-1 0</inkml:trace>
  <inkml:trace contextRef="#ctx0" brushRef="#br0" timeOffset="5535">5186 192 8111,'0'-12'817,"9"-4"-562,5 9 1,5-7-235,2 7 0,8-3-229,-1 3 1,17 2 78,-3-9 0,13 7-155,-6-7 0,3 9-79,-2-2 363,-5-5 0,-3 0 0,-11-9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3:12:40.951"/>
    </inkml:context>
    <inkml:brush xml:id="br0">
      <inkml:brushProperty name="width" value="0.08571" units="cm"/>
      <inkml:brushProperty name="height" value="0.08571" units="cm"/>
      <inkml:brushProperty name="color" value="#E71224"/>
    </inkml:brush>
  </inkml:definitions>
  <inkml:trace contextRef="#ctx0" brushRef="#br0">1 277 7990,'0'-21'-518,"0"9"622,0-7 0,0 14 283,0-9-92,0 10 212,0-6-222,0 10 30,0 0-271,0 10 0,0 1 75,0 11 1,0-8-149,0 0 1,0 0 95,0 7 0,0 1-163,0-1 1,7 2 68,0 6 1,0-6-60,-7 6 1,0-3 75,0 2 0,0-4-4,0 4 1,0 3-238,0-3 1,0 0 68,0-6 0,0-1-236,0 0 1,0 0-136,0 1-248,0-11 178,0 8 623,0-16 0,0-41 0,0-21 0</inkml:trace>
  <inkml:trace contextRef="#ctx0" brushRef="#br0" timeOffset="1103">65 235 7996,'-15'-8'-969,"1"1"1383,10-9-134,-6 14-114,10-17-38,0 16 1,3-6 171,4 9-169,4 0 0,11 0-37,-1 0 1,0 7-109,0 0 0,-6 7 64,-1-7 0,-7 10-82,7-3 1,-9-2 16,2 2 1,-5-7 12,-2 7 3,0 0 0,0 8-172,0-1 82,-9 0 1,-3-2 82,-9-5-126,-1 5 0,1-10 2,0 6-50,9-6 172,-7 1 227,7-8-160,1 7 33,1-9-119,10 0 0,10-2 55,4-5 1,12-3-80,2-4 0,3-2 66,-3 9 1,3-10-112,4 3 1,5-3 47,-4 3 1,-3-5-100,2 5 1,-9-5 114,3-2 0,-6 0-13,-2 0 91,1-1 0,-3 1-118,-5 0 81,-5 9 0,-11 3-32,-5 9 1,2 0 75,-9 0 0,0 0 12,-8 0 1,1 9 12,0 5 1,0 5-25,-1 2 0,1 1 8,0-1 0,2-7 69,5 0 1,-3 0-90,10 8 0,0-1 197,7 0-180,0 0 1,0 1 29,0-1 0,10-7-88,4 0 0,12-9-11,2 2 0,10-5 23,-3-2 0,5 0-98,3 0 0,-1-2 20,1-5 1,-3 2 74,-4-9 0,1 0-35,-8-7 0,-1-1 8,-7 1 1,-2 0 29,-5 0 0,3-1-23,-10 1 0,0 0-1,-7 0 82,0-1 0,-2 3 9,-5 5 1,2 2-109,-9 5 0,7 5 44,-8-5 1,4 7-46,-4 7 0,-3-2 46,3 9 0,4 0 64,-4 7 1,11 1-63,-3-1 1,-3 0 2,3 0 1,0 1-11,7-1 0,0-7-4,0 0 1,0 0-33,0 8 1,0-8 43,0 0 1,9-2-103,6 2 1,-4 2 87,4-8 0,-1-1-34,7-7 1,3 0-2,4 0 0,-4 0-1,4 0 0,-2-10 6,2-4 1,-4-5-2,4-2 0,-2 0 4,2-1 0,-4-1 0,4-6 1,-4 6 42,-3-6 0,1-1-37,-1 1 1,-9 1 53,-5 7 1,-5 7 35,-2-1 22,0 11-98,0-6 3,-9 10 1,-3 7 18,-9 0 1,6 10-7,1-3 0,2 5 60,-2 2 0,-2 1-60,9-1 0,-3 0 67,3 0-84,5 1 9,-8-1-69,10 0-88,0 0 0,10-9-125,4-5 0,7-4 73,7-3 0,-2-3 22,10-4 1,-3-5 82,2-9 1,3 0 57,-10 0 0,1 6-42,-8 1 300,0 0 25,1-7-62,-11 9 134,-1 3 0,-10 11-75,0 5 0,0 5 13,0 9 0,-3 0-95,-4 1 0,5-6 133,-5 5 0,5-4-143,2 11 1,0-11-31,0-3 1,2 0-70,5 7 1,-2-6-268,9-1 0,0-10-351,7 3 0,1-4 266,-1-3 1,0 0-1012,0 0 1313,10 0 0,21-38 0,14-9 0</inkml:trace>
  <inkml:trace contextRef="#ctx0" brushRef="#br0" timeOffset="1659">2147 298 8062,'0'-11'-407,"0"-1"918,0 5-120,0 4-241,0-6 1,3 9 109,4 0 0,5 0-86,9 0 0,0 0-124,0 0 0,10 0 84,4 0 1,-1 0-142,1 0 0,0 0 94,8 0 1,-1 0-149,1 0 1,-1 0 17,1 0 1,-10 7-74,-5 0 0,-4 0 43,-3-7 105,0 0-214,1 0 171,-1 0-197,-9 0 184,-3-9 0,-9 4 51,0-9-14,0 9 1,0-7 23,0 5-75,0 5 0,-2-15 16,-5 10-150,-5 0 0,-9 0 98,-1 0 0,1-3-79,0 3 1,7 5 59,0-5 1,-1 5 119,-6 2 1,7 0-58,0 0 18,9 0 220,-14 0-161,17 0 188,-8 0 0,13 7-43,4 0 1,-2 7 31,9-7 1,0 10-69,7-3 1,-7-3-138,0 4 1,1-8 26,6 7 0,-7-9-128,0 2 1,-7 2-9,7-2 1,-6 0 49,6-7-369,-10 10 79,6-8 106,-10 17 0,0-14 70,0 9 0,-10-7-185,-4 7 1,-5-9-194,-2 2 532,0 5 0,-76-10 0,39 3 0,0 0 0</inkml:trace>
  <inkml:trace contextRef="#ctx0" brushRef="#br0" timeOffset="1960">2296 86 7542,'-14'0'295,"0"0"339,9 0-299,-14 0 1,7 9-371,-9 5 1,2-2 82,5 2 0,-5 1-60,5 6 1,2-2 122,-2-5 1,9 5-221,-2-5 0,2-2-25,-2 2-133,5 0 1,-5 0-106,14 0 1,-2-6-430,9 6 801,0-10 0,64 6 0,14-10 0</inkml:trace>
  <inkml:trace contextRef="#ctx0" brushRef="#br0" timeOffset="2453">3380 213 7854,'0'-11'-98,"0"-8"190,0 16 0,2-9 31,5 5 808,-4 5-583,6-7 0,-9 18-62,0 5 0,0-2-163,0 2 1,0 3 6,0 11 0,0-4-91,0 4 0,0 3 108,0-3 1,0 10-184,0-3 0,0-2 102,0 3 0,0-8-239,0 7 1,0-6 60,0 6 0,0-6-13,0 6 0,0-9-48,0 2 1,0-11-552,0-3-457,0 0 339,0-2 306,0-3 0,0-11 536,0-5 0,-4-37 0,-1-18 0,-1-8 0,0 0 0</inkml:trace>
  <inkml:trace contextRef="#ctx0" brushRef="#br0" timeOffset="3560">3401 213 8062,'10'-21'0,"-1"0"-64,5 0 1,3-1-127,-10 1 0,7 7 442,-7 0 0,7 7 160,-7-8-236,10 11 0,-5-6-74,9 10 0,-7 0-110,0 0 0,0 0 62,8 0 0,-8 3-5,0 4 1,0-3 25,7 11 0,1-1-11,-1 7 0,-7-2-132,0-5 0,-9 5 72,2-5 0,-5 5-90,-2 2 0,0-7 109,0 1 0,-2-8-166,-5 7 0,-5-7 90,-9 7 1,0-9-120,-1 2 1,-6 2 70,0-1 0,-1 1 46,8-2 0,0-5-22,0 5-56,-1-4 260,1-3-222,0 0 275,9 0 0,5 0-109,14 0 1,5 0 63,9 0 1,3 0-37,4 0 0,3-3-36,4-4 0,5 3-39,-4-10 0,4 6 40,2-6 1,8 0-129,0-7 1,-1 0 102,-6-1 1,-3 1-120,-5 0 0,3 0 54,-10-1 0,-2 1-34,-11 0 0,1 0 12,-9-1-9,0 1-76,-16 9 0,-10 3 64,-9 9 1,-1 0 2,8 0 1,-3 2 18,-4 5 1,4 3 86,-4 4 1,7 5-80,7-5 1,-5 5 127,5 2 0,2 0-2,-2 1 1,9-1 315,-2 0-354,4 0 1,3 1-1,0-1 0,0 0-27,0 0 0,3-2 32,4-5 1,5 3-14,9-10 0,3 7-31,4-7 0,-2 0-6,9-7 0,1 0-14,6 0 0,1 0-7,-1 0 1,-6-9 8,-1-5 1,-2-5 26,3-2 0,1-1-21,-8 1 0,-3 0 10,-12 0 1,2-8-49,-9 1 1,8 0 29,-8 6 0,0 1 3,-7 0 1,0 7 57,0-1-23,-10 11 1,6-6-94,-11 10 0,8 0 66,-7 0 1,7 3-27,-7 4 1,7 5 15,-7 9 1,2 0 112,-2 0 0,-3 1-45,10-1 1,-7 0 8,7 0 0,0 1-22,7-1 0,0 0 8,0 0 0,0 1 4,0-1 1,0-7-13,0 0 0,9-2-63,5 2 1,5-4 53,3-10 0,8 7-93,6 0 0,1 0 80,-1-7 1,4-10-145,-5-4 0,-2 2 110,3-2 1,-10-2-6,2-13 1,-4 6-119,-3-6 0,-2-1 70,-5 1 0,-2 1 57,-5 7 1,-5 0-85,5-1 413,-4 1-230,-13 0-18,-1 9 1,-11 3-46,1 9 0,0 2 10,0 5 0,6-2-253,1 9 165,9 0-112,-13 7 142,15 1 1,1-8-73,9 0 0,12-9 13,2 2 0,7-5-16,8-2 1,4 0 113,-5 0 0,6-2 5,1-5 0,-2-3 80,-4-4 0,1-5-123,-8 5 0,-1 5 147,-7 1 0,-7-1-112,1 2 200,-11 0-88,6 7 0,-10 9 167,0 5 0,-7 5-97,0 3 0,-8 1 97,8 6 0,-7-6-79,7 5-82,0-4 0,7-3-140,0 1 1,0-8 161,0 0 1,2-7-384,6 7 1,-4-9-65,10 2 0,1-5-386,6-2 340,0 0 1,0 0-141,1 0 1,-1-9-227,0-5 1,3 2 271,4-2 0,-2 0 429,9-8 0,4-5 0,5-5 0,7-2 0,0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9T17:09:07.101"/>
    </inkml:context>
    <inkml:brush xml:id="br0">
      <inkml:brushProperty name="width" value="0.08571" units="cm"/>
      <inkml:brushProperty name="height" value="0.08571" units="cm"/>
    </inkml:brush>
  </inkml:definitions>
  <inkml:trace contextRef="#ctx0" brushRef="#br0">936 149 8107,'0'-12'-314,"7"0"227,0 5 1,0 3 94,-7-11 294,0 11 93,0-6-139,0 10 259,0 0 0,-9 0-488,-5 0 0,-5 0-8,-3 0 1,1 0-139,0 0 0,-3 3 78,-4 4 1,2-5-8,-9 5 1,6-2-1,-6 2 1,-1-2 37,-6 9 1,6-7 6,1 7 0,7-9 3,-8 2 0,10 2 0,-2-2 0,-3 10 0,3-3 0,-3-2 0,3 2 0,4-2 5,-4 2 1,4 5 0,3-5 1,0 5-7,0 2 0,-1 0 20,1 1 0,2-1 3,5 0 0,-2 0-15,8 1-3,-8-1 0,14 0 50,-6 0 0,4 1 4,-3-1 0,4 0-53,-4 1 0,5 1 1,2 5 0,0-4-28,0 4 0,0-4 40,0-3 0,0 1-26,0-1 0,0 2 19,0 6 0,0-6-2,0 6 0,0-6-48,0-1 0,0-1-38,0 0 74,0 0 0,0 1-7,0-1 10,0 0 0,2 0-3,5 1 2,-4-1-13,16 0 1,-15-2 0,10-5 1,-6 5-15,6-5 1,-10-2-2,4 2 1,3-7 21,3 7 0,-2-2-2,2 2 0,-2 5 16,2-5 1,5-2 2,-5 2 0,5-2 4,3 2 1,-1 3-12,0-10 1,0 7 3,1-7 1,-1 7-5,0-7 1,0 8 2,1-8 1,-1 7-5,0-7 0,7 2-1,1-1 1,-1-6-57,-7 5 0,1 2 43,-1-2 0,3 3-4,4-3 1,-5-5 27,6 5 0,2-2 3,-3 2 0,7-4-20,-6 4 1,6-5 2,-7-2 1,8 0 2,-8 0 1,8 0 6,-8 0 1,7 0-40,-6 0 0,8-2 32,-1-5 1,2 4-2,-3-4 1,5-2 11,-4 2 0,-3-8 1,2 8 1,-2-7-3,3 7 1,1-9 6,-8 1 0,6 4 2,-7-4 1,8 4 3,-8-3 0,8-5 78,-8 4 0,3 4-21,-3-4 0,-4 1 6,4-7 1,3 0-43,-3 0 0,7-1 4,-6 1 0,6 0 3,-7 0 1,8-1 1,-8 1 1,3 0-17,-3 0 0,-4-1 12,4 1 0,-4 0-32,-3 0 0,0-3 16,1-4 1,-8 4-4,0-4 0,-2 2 50,2-3 1,5 3 6,-5-9 1,-5 7-72,-2-8 0,-2 8 0,2-8 0,-4 8 75,4-7 1,-5 9-1,-2-3 1,0-1 111,0 1 1,0 1-154,0 7 1,-7-1-54,0 1 1,-10 0 77,3 0 0,2 4 7,-2-4 1,0 12-81,-7-13 1,0 6-179,-1-6 0,1 8 158,0 0 0,0 0-31,-1-7 1,1 7 68,0-1 1,-3 1-24,-4-7 0,2 7 1,-10 0 1,3 7-13,-2-8 1,-5 4-1,4-4 1,-11-1-37,-2 9 0,-1-7-110,7 7 0,-8-3 113,-6 3 0,-2 5-17,2-5 0,-4 4-140,4 3 1,-7 0 3,-6 0 0,6 7-97,0 0 0,0 10-1,8-3 0,4 5-165,2 2 0,8 0-10,6 1 1,5 6-188,10 0 0,0 8 657,0-8 0,-1 10 0,-8 14 0,-3 14 0</inkml:trace>
  <inkml:trace contextRef="#ctx0" brushRef="#br0" timeOffset="698">681 531 8107,'12'-9'0,"-3"4"-35,-9-9 0,0 7 38,0-7 203,0 9 87,0-4-315,0 9 760,0 0-628,0 9 1,-7 3-117,0 9 1,-7 0-6,7 1 0,-3-1 76,3 0 1,-2 8-112,-5-1 0,-3 7 8,10-6 0,-7 1 38,7-1 0,-10-6-63,3 6 1,5-6-213,2-1 0,-3-8-236,3 0-216,0-9-64,7 13 481,0-15 0,0 4 310,0-14 0,0-5 0,0-9 0,7-3 0,0-4 0,7-5 0,-7-10 0,7 8 0,-6-1 0,6 8 0,-7-7 0,7 9 0,-7-3 0,10 6 12,-3 1 0,-5 8 119,-2 0 0,3 7 429,-3-7-133,9 9-328,-13-4 0,9 9 76,-5 0 1,-5 2 191,5 5-185,5 5 1,-7 12 100,9 4 1,-7-4-142,7 4 0,-9-2 10,2 2 1,2-2 48,-2 10 1,8-8-90,-8 7 0,2-6-62,-2 6 0,-2-9 14,9 2 0,-7-2-202,7 3 1,-9-13 176,2 6 0,3-6-20,-3 5 1,2-9-605,-2-5 225,-5-4-1285,8-3 1083,-10 0 1,0-3-189,0-4 750,-10 5 0,-20-45 0,-15-1 0</inkml:trace>
  <inkml:trace contextRef="#ctx0" brushRef="#br0" timeOffset="907">660 787 9079,'14'0'-902,"0"0"0,-7 0 353,7 0 0,0 0 549,8 0 0,-1 0 0,0 0 0,23-16 0,9-6 0,5-2 0,0 1 0</inkml:trace>
  <inkml:trace contextRef="#ctx0" brushRef="#br0" timeOffset="1259">1340 553 8141,'12'-12'-853,"-3"-7"1218,-9 17-251,-9-8 0,4 10 164,-9 0 0,7 0 128,-8 0-295,1 0 0,-7 3-118,0 4 0,-1-3 54,1 11 0,7-4-79,0 4 1,2 3 106,-2-3-150,-5 4 0,17 2 82,-5 0 1,-3-7-14,3 0 0,0-7-24,7 8 53,9-1-48,3 7 1,9-7 17,1 0 1,-8-7 4,0 8 32,0-11-16,7 15 1,-2-14 40,-4 9 0,1-7 3,-9 7 1,0-7 271,-7 8-162,0-11-160,0 15 0,-2-9-75,-5 4 1,-5 2-197,-9-9 1,-1 8 45,1-8 0,7 0-203,0-7 1,0 2 92,-8 5 0,8-4-265,0 4 592,9-5 0,5-21 0,12-4 0</inkml:trace>
  <inkml:trace contextRef="#ctx0" brushRef="#br0" timeOffset="1633">1616 659 8099,'0'-14'0,"0"0"0,0 7 167,0-8 355,0 11-532,0-6 137,0 10 1,-2 0-96,-5 0 0,2 3 88,-9 4 1,7-3-11,-8 11 0,8-1-4,-7 7 0,7 0-119,-7 1 0,9-1 65,-2 0 1,5 0-176,2 1 0,0-1 98,0 0 0,0-7 78,0 0 0,2-2-13,5 2 1,-2 3 21,9-10 0,0 2 7,7-2 0,1-4 9,-1 4 0,0-7 101,0-7 1,1 2-36,-1-9 0,0 0 20,0-7 1,-6-3-152,-1-4 0,-9 2 97,2-10 1,-5 10-234,-2-2 0,0 4-93,0 3 0,-2 0-107,-5 0 0,-5 2-60,-10 4 0,1 6-261,0 9 0,0 0 102,-1 0 0,4 2 542,3 5 0,-22 52 0,1 22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9T17:09:11.378"/>
    </inkml:context>
    <inkml:brush xml:id="br0">
      <inkml:brushProperty name="width" value="0.08571" units="cm"/>
      <inkml:brushProperty name="height" value="0.08571" units="cm"/>
    </inkml:brush>
  </inkml:definitions>
  <inkml:trace contextRef="#ctx0" brushRef="#br0">234 447 7769,'-14'0'-594,"0"0"1556,9 0-481,-4 0-105,-1 0-22,8 0-49,-7 0-290,9 0 1,-3 0-31,-4 0 59,5 0 0,-10 0-171,5 0 48,5 0 0,-15 2-132,10 5 235,-10-5-34,6 17 1,-4-9-16,1 4 1,7 2-41,-7-9 27,9 10 1,-11-5-6,9 9 0,0-7 24,7 0 17,0 1 0,0 6-1,0 0 0,2-7-23,5 0 0,-5-7-3,5 8 1,3-8-44,-3 7 0,7-7-140,-7 7 1,3-9-156,-3 2-496,-5-5 363,17 8 1,-14-8 499,9 5 0,-9-4 0,4-41 0,-9-9 0</inkml:trace>
  <inkml:trace contextRef="#ctx0" brushRef="#br0" timeOffset="965">107 595 8138,'-12'0'-1148,"0"0"1108,5 0 679,5 0-12,-8 0-400,10 0-7,-9 0-41,7 0-45,-8 0 25,10 0 10,0 0-194,10 0 0,-6 0 110,10 0 1,1 0-157,6 0 0,0 0 2,0 0 1,3 0 37,4 0 0,-4 0 7,4 0 0,5 0-13,3 0 0,-3 0 40,2 0 0,1 0-19,6 0 1,-2 0-103,-4 0 1,4 7 97,-5 0 0,3 1-69,-3-8 0,6 0 54,-6 0 0,3 7-1,-3 0 0,5 0 1,-4-7 0,2 0 5,-3 0 1,3 0 3,-10 0 0,10 0-2,-3 0 1,-2 0 28,3 0 1,-8 0 8,8 0 1,-8 0 69,7 0 0,-9 0-60,3 0 0,1 0 6,-1 0 1,1 0-16,-1 0 0,-6 0 0,6 0 1,1 0 25,-1 0 0,1 0 3,-1 0 0,-3 0 16,9 0 0,-9 0-37,2 0 1,3 0 9,-3 0 0,1 0-28,-8 0 0,7 0-2,1 0 1,1 0 1,-1 0 0,-6 0-7,6 0 0,1 0 10,-1 0 0,1 0-8,-1 0 1,-6 0-17,6 0 1,1 0 18,-1 0 0,-1 0-6,-7 0 0,1 0 5,-1 0 1,0 0 1,0 0 0,1 0 0,-1 0 0,0 0 0,0 0 0,1 0 0,-1 0 1,0 0-1,0 0 0,1 0 22,-1 0 1,0-7-22,0 0 1,1 0 8,-1 7 0,0 0-10,0 0 1,1 0 0,-1 0 0,-7 0 0,0 0-2,0 0 0,0 0 1,1 0-3,-11 0-1,6 0 1,-10 0 170,0 0-144,-10 0 0,6 0-148,-11 0 0,8-3 81,-7-4 1,7 5-167,-7-5 0,2 2 54,-2-2 0,-5 4 36,5-4 0,2-2 107,-2 2 0,0-7 1,-7 7 0,6-10-39,1 3 0,7-3 107,-7 3 0,7-5 39,-7 5 0,7 2-96,-8-2 0,11 7 229,-3-7 1,2 9-76,-2-2-130,4 5 207,-6 2 14,9 0-161,9 9 0,1 3-7,4 9 0,5 1-71,-5-1 47,5 0 1,2 0-129,1 1 1,-8-4 30,0-3-20,-9 3 20,13-6 0,-13 2-355,9 1 78,-9-11-43,5 15 1,-20-9-22,-4 4 1,-5 2 385,-2-9 0,-31 6 0,-12 0 0,-6-1 0,1 0 0</inkml:trace>
  <inkml:trace contextRef="#ctx0" brushRef="#br0" timeOffset="2458">3422 255 8151,'0'-12'-243,"0"3"394,0 0 0,-2 6-227,-5-4 307,4 5-58,-16 2-150,8 0 0,-11 0 116,1 0 1,7 7-94,0 0 0,0 7 69,-8-7 1,1 10-9,0-3 0,0-2-59,-1 2 0,1 0-8,0 7 0,0 0-16,-1 1 0,1-1-21,0 0 1,0 1-34,-1-1 0,3 0 88,5 0 1,-5 1-111,5-1 1,2 7 62,-2 0 0,7 1-5,-7-8 1,9 0-46,-2 1 0,5-1-9,2 0 0,0 0 35,0 1 0,0-1-14,0 0 90,0 0-70,0 10 1,7-7 34,0 4 1,7-4-19,-7-3 0,10-2 4,-3-5 1,-2 5-16,2-5 0,-2-2-3,2 2-16,5 0 1,-7 7-9,9 1 0,-7-8 8,0 0 26,0 0 0,8 5 3,-1-5 1,-7 5 12,0-5 0,0-2 8,8 2 0,-1-7-26,0 7 1,-7-7 5,0 8 1,8-4-5,6 4 1,0-4-7,-6-3 0,-1-6-26,0 5 0,7-2 32,1 2 0,1-5-25,-1 5 1,-3-4 23,9-3 0,1 0 1,6 0 0,-6 0-6,-1 0 0,0 0 0,8 0 1,-1 0 0,1 0 0,6 0 1,1 0 0,0 0-2,-8 0 1,1-8 2,-1 1 1,-6-2 34,-1 2 0,-7 5 26,8-6 0,-1-1 7,8 2 0,-8-7-47,1 7 1,-8-8 8,7 8 1,-2-7-2,3 7 1,2-7 0,-10 7 1,7-7 7,-6 7 1,6-10-4,-7 3 0,3 2-13,-3-2 0,-2 0 38,10-7 1,-10 2 0,2 4 1,-2-3-8,2 3 0,-4-3 9,4-4 0,-2 3-52,3 5 0,-6-5-3,6 5 0,-6-5 103,-2-2 1,1 0-67,-1 0 0,0-1 137,0 1 1,-6 0-94,-1 0 0,-9 6 2,2 1 1,2 0-51,-2-7 0,7-3 4,-7-4 1,0 4-15,-7-4 1,8 4-20,-1 3 0,0-3 54,-7-4 1,0 4-19,0-4 0,0 5-67,0 1 1,0 1 37,0 0-13,0-1 0,0 1 8,0 0 1,-3 0-2,-4-1 1,3 1-4,-11 0 0,4 7-11,-4 0 0,-3-1-72,3-6 0,-4 7 62,-2 0 0,0 7-1,0-7 1,-3 7 4,-4-8 1,4 4-3,-4-4 1,2-1-57,-2 9 0,-6-3-6,-8 3 0,-1 5 18,1-5 0,-1-3-9,1 3 1,-3 0 55,-5 7 0,3 0-11,-9 0 1,8 0 1,-1 0 0,-3 0 11,2 0 1,1 0 9,6 0 1,-2 0-34,-4 0 0,4 0 6,-5 0 1,5 0-16,3 0 0,-1 3-2,1 4 1,-3-3-178,-5 11 0,6-8 28,-6 7 0,5-2-75,3 2 0,-1 5-6,1-5 0,1 5-172,6 2 1,-5 0 70,4 0 1,3 1-137,-2-1 1,2 3 129,-2 4 1,4-4-13,10 4 0,-5-5 384,4-1 0,-4 27 0,15 8 0</inkml:trace>
  <inkml:trace contextRef="#ctx0" brushRef="#br0" timeOffset="3015">3677 532 8151,'0'-15'0,"0"1"19,0-2 1,0 4 218,0-2 232,0 9 60,0-4-314,-9 9 1,4 9 24,-9 5 1,7 5-127,-7 2 0,6 3-30,-6 4 0,2-2-111,-2 10 1,-5-10 45,5 2 1,2 3-247,-2-3 1,7 0 169,-7-6 1,9-1-105,-2 0 0,-2-7-191,2 0 201,0-9 46,7 5 41,0-10 0,0-3 2,0-4 0,9-5 44,5-9 0,5-7 17,2-1 1,3-8 46,4 1 1,-4 3 5,4-2 1,-4 6-29,-3-6 0,-2 16-7,-5-2 1,5 4 0,-5-4 1,-2 9 81,2 5 59,-9 5 1,11 11-80,-8 5 0,-1 5 101,-7 3 1,7-1-84,0 0 0,0 7 98,-7 1 0,0-1-243,0-7 0,7 1 91,0-1 0,0 0-1,-7 0 0,2 1-59,6-1 0,-6-7-162,5 0 1,-5-7-213,-2 7-30,0-9 0,3 5-335,4-10-231,-5 0 60,8 0 228,-10 0 697,0 0 0,-57-38 0,-14-9 0</inkml:trace>
  <inkml:trace contextRef="#ctx0" brushRef="#br0" timeOffset="3549">3720 787 8100,'-15'-3'-331,"1"-4"0,7 5 325,-7-5 0,7 2 201,-7-2 1,7 4 282,-7-4-47,9 5 0,-7 2 110,5 0-1,5 0-361,-8 0 0,12 0-140,6 0 0,-4-2-76,10-5 0,1 4 28,6-4 0,0 5-17,0 2 0,1 0-87,-1 0 1,-7 0-817,0 0 217,0 0 259,8 0 0,-8 0 43,0 0 0,-7-3 20,7-4 0,-7 5 390,7-5 0,-6 2 0,6-2 0,0 2 0,7-9 0,0 7 0,1-7 0,1 7 0,6-7 0,-3 0-37,9-8 0,-2 3 104,2 5 0,-4-5 76,-10 5 0,1 2 256,-1-2 1,-7 9 586,0-2-272,-9 5 43,4 2-469,-9 0-111,0 0 0,-9 0-48,-5 0 1,2 0-165,-2 0 1,0 0 85,-8 0 0,4 2-170,3 5 0,-4-2-195,5 9 82,5-9 53,-10 14 1,14-10 167,-9 6 1,9-4-13,-2-4 0,5-2 8,2 9 1,0-7-4,0 8 0,2-8 8,5 7 0,-2-7 16,9 7 1,0-9 52,8 2 0,-8 2-48,0-2 1,0 8 1,7-8 1,1 2-9,-1-2 1,-7-4 3,0 4 0,-7 2 38,7-2 2,-9 10 122,5-5 63,-10 9 1,-10-2-309,-4-5 0,-12 2-20,-2-9 0,-8 8-244,8-8 0,-7 2 183,6-2 1,-6-4-107,6 4 0,1-5-107,7-2 1,7 0 367,0 0 0,37-19 0,3-4 0</inkml:trace>
  <inkml:trace contextRef="#ctx0" brushRef="#br0" timeOffset="4140">4655 553 8074,'-10'-21'-748,"8"6"920,-5 1 590,4 9-266,-6-4-269,7 9 0,-8 9-38,10 6 0,0 4 3,0 2 1,-2 0-81,-5 0 0,4 1-16,-4-1 1,5 0-170,2 0 0,0 1 139,0-1 1,0-7-163,0 0 0,0 0 30,0 8 13,0-11-44,0 8-10,0-16 503,0 6-318,0-9-88,0 0-5,0-9 1,0-10-8,0-10 1,0-1-5,0 1 1,0 3-11,0-9 1,0 9 33,0-2 1,0 4-43,0 3 87,0 0-157,0-1 22,0 10 141,0 3 0,0 26 117,0 4 1,0 7-99,0 0 0,0 3 18,0 5 0,0 4-22,0-5 0,0-2 12,0 3 1,0-10 76,0 2 1,0-4-111,0-3 1,2 0 12,5 0 190,-4-9-9,6 7-19,-9-17-93,0 8 0,0-20-116,0-4 0,3-7-151,4-7 0,-5-3-271,5-5 1,-5-4-50,-2 5 0,0-5-231,0-3 1,0 3 188,0 5 504,0-5 0,0 7 0,0-10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9T17:09:19.297"/>
    </inkml:context>
    <inkml:brush xml:id="br0">
      <inkml:brushProperty name="width" value="0.08571" units="cm"/>
      <inkml:brushProperty name="height" value="0.08571" units="cm"/>
    </inkml:brush>
  </inkml:definitions>
  <inkml:trace contextRef="#ctx0" brushRef="#br0">1509 86 8080,'0'-14'-1281,"0"0"1949,0 9-228,0-14-97,0 17-171,0-17 27,0 16-281,0-6 172,0 9-213,0 0 131,0 9 1,0 3-41,0 9 105,0 1 1,-7 6-78,0 0 1,-2 1 1,1-8 1,4 7 3,-10 1 0,9 1 0,-2-1 1,-3-3-6,3 9 1,-2-9-9,2 2 0,4 3 15,-4-3 0,-2 8-5,2-8 1,-3 3 90,3-3 1,2-4-82,-9 4 0,10 3-13,-3-3 1,-3 3 20,3-3 1,-7-4-33,7 4 1,-3 3 24,3-3 1,2 0-5,-9-6 1,10-1-2,-3 0 0,2 7-7,-2 1 0,4-1 4,-4-7 0,3 1 9,-4-1 0,6-7-15,-5 0 0,5 0-3,2 8 1,-7-8-3,-1 0 1,-1-2-41,2 2 21,5 5 0,-8-14 2,10 9-5,0-10-134,0 6 87,0-1-9,0-6 27,0 6 4,0-9-1385,0 0 755,10 0 686,-8 0 0,17-19 0,-7-4 0</inkml:trace>
  <inkml:trace contextRef="#ctx0" brushRef="#br0" timeOffset="417">1148 978 8103,'0'-11'-42,"0"-1"290,0 5-285,0 4 100,0-6 0,0 7 135,0-6-53,0 6 41,0-7-225,0 9 302,0 0-137,0 9 0,0-4-93,0 9 0,0 0-12,0 7 1,0 1-18,0-1 1,2 0 28,5 0 1,-4 1-120,4-1 0,2 0 77,-2 0 1,3-6-313,-3-1 249,-5 0-201,17 7 243,-7-9 0,2-3-42,0-9 67,0 0 0,8-2 12,-1-5 0,-7 2 11,0-9 1,0 0 4,8-7 0,-8 2 239,0 5-137,-9-5-44,14 7 1,-17-2-64,5 0 2,-5 9 315,-2-5-246,0 10-78,-9 10 1,-3-1-137,-9 5 1,7 3-616,0-10 349,-1 10 1,-6-8 390,0 5 0,-29 24 0,-6-3 0</inkml:trace>
  <inkml:trace contextRef="#ctx0" brushRef="#br0" timeOffset="1751">617 1425 6228,'0'-12'2376,"0"2"-1861,0 10-493,-10 0 63,-2 0-136,-9 0 0,0 0 159,0 0 0,-1 3-20,1 4 1,0-2 0,0 9 0,-1 0-137,1 7 1,0 0 61,0 1 1,-8-1-18,1 0 0,0 0 33,6 1 1,1 6-5,0 0 1,0 3-4,-1-3 1,1 3 22,0 5 0,0 1-5,-1-8 1,8 6-55,0-7 0,7 8-12,-7-8 0,9 8 27,-2-8 1,-3 7-4,3-6 1,0 1-39,7-1 1,0-6 67,0 6 0,0-6 4,0-1 0,0-6-5,0 5 0,0-11 4,0 11 1,7-4 45,0 4 1,8-5 17,-8 6 1,2-6-61,-2 12 0,-2-4 5,9-3 1,-7 1-79,7-1 1,-7 0 32,8 0 1,-8 1-10,7-1 1,-2 0 16,2 0 1,5 1-9,-5-1 1,2 2-3,-1 6 1,4-6-4,-5 6 0,5-6 12,2-1 0,-2-1-1,-5 0 0,5 0-84,-5 1 111,5-1 0,2 0 3,0 0 1,1 1-19,-1-1 0,0-7 1,0 0 1,1-2-14,-1 2 0,7 5-1,1-5 1,8-2-39,-1 2 1,-3-7-10,2 7 1,1-9 4,6 2 1,-6 3-6,-1-3 1,-2 0-7,2-7 0,3 0 24,-9 0 0,8 0-2,-1 0 0,-3 0 13,2 0 0,-2 0 2,3 0 0,4-7 138,-5 0 1,5-7-136,3 6 0,-1-6 146,1 7 1,-1-7-27,1 7 0,-1-7-32,1 7 1,-1-8 11,1 8 1,-3-7 92,-4 7 1,1-7-100,-8 7 1,8-7-1,-1 7 1,-5-8 9,-3 8 1,3-9-3,-3 2 0,10 2 12,-3-2 0,-2 0-52,3-8 0,-1 1 7,7 0 1,-1 0-59,-6-1 1,5 1-13,-4 0 1,-3-8 38,2 1 1,-2-3-17,3 3 1,-8 4-58,-14-4 0,5-3 74,-5 3 1,5-10-14,2 3 1,-7 2-10,1-3 1,-1 8 10,7-7 1,0 2 24,1-3 0,-1-2 4,0 10 0,-7-10 21,0 3 1,-7-3 4,8 3 0,-11-3 4,3 10 1,-4-8 15,-3 8 1,0-8-142,0 8 0,0-7 114,0 6 1,0-6 3,0 7 0,-3-8-55,-4 8 0,3-8-6,-11 8 0,8 0 13,-7 6 0,0 1-10,-7 0 1,0-5 24,-1 5 0,1-8 1,0 8 1,-3 7-141,-4-7 1,2 4 98,-10-4 0,1 0-11,-7-1 0,-1 8 86,1 0 1,-1 7 13,0-7 1,-1 2-36,-6-2 1,5 4 5,-4 10 1,-6-7-5,-1 0 0,1 0-12,-1 7 1,-1 0 3,-7 0 1,0 0-45,1 0 1,-3 7-125,-5 0 0,5 3 17,-5-3 1,5 2-238,2 5 0,-2 5 97,-5-4 1,7 3-190,0 4 0,8-3-27,6-5 0,5 12 122,-4-5 1,4 7-370,2 1 0,8-6 60,0 6 1,6 1 65,-6-1 1,11 6 584,3-7 0,-10 1 0,-2 1 0,-21 3 0</inkml:trace>
  <inkml:trace contextRef="#ctx0" brushRef="#br0" timeOffset="2345">617 2041 8181,'-3'-14'652,"-4"0"-173,5 9-7,-8-5-358,1 10 1,4 3 52,-9 4 1,9 5-80,-2 9 1,-2 0 71,2 0 1,-3 3-150,3 4 0,5-4 69,-5 4 0,-3-4-145,3-3 0,0 3 24,7 4 1,0-11-360,0 4-44,-9-4 320,6 4 0,-6-7 35,9 0 87,0-9-5,0 4-109,0-18 1,7-3-5,0-9 1,7-8 91,-7 1 1,10-10 6,-3 3 0,-2 2 39,2-3 1,-7 3-55,7-2 1,-9 4 46,2 10 9,5 0 0,-7 2 61,9 5-5,-10 4 0,13 13 159,-10 4 0,7 7-57,-7 14 0,10-2 143,-3 10 0,-2-1-103,2 8 0,-2-8-101,2 0 0,2-2-40,-8 3 0,6-5-1,-7-10 1,7 7-164,-7 0 0,2-2-13,-1-11-435,-6 3-68,7-6-424,-9 0-414,0-2 594,0-10 444,0-10 0,0-2 403,0-9 0,-9 0 0,-50-48 0,19 29 0,0 0 0</inkml:trace>
  <inkml:trace contextRef="#ctx0" brushRef="#br0" timeOffset="2883">638 2296 8181,'-21'-9'-480,"-1"6"491,1-4 1,7-2 880,0 2-149,9 0 387,-14 7-644,17 0-90,-8 0-860,10 0-40,0 0 1,10 0 30,4 0 240,5 0 1,4 0-98,6 0 1,-6-8-170,6 1 1,-3 0 99,2 7 0,-2 0 44,9 0 0,-6-7 355,6 0 0,-2-7 0,3 7 0,4-10 0,-5 3 0,5-2 0,3 1 0,-10-3 0,-5 3 0,-4-1 72,-3 2 1,-7-3 328,0 10-159,-9-9 282,5 13 199,-10-16-435,-10 17 0,-2-8-15,-9 10 1,7 0-86,0 0 1,7 8 148,-7-1-208,-1 9 0,-3-11 129,3 9-177,-4 0 0,17 0-151,-5 1 0,-2-8-92,1 7 0,1-7 155,7 7 0,0-7-46,0 7 0,0-7 26,0 8 0,0-8 33,0 7 0,0-7 14,0 7 34,10-9-37,2 14 6,9-7 125,0 9-122,0 0 0,-2-7 20,-5 0 0,3-7-5,-10 8 0,7-8 38,-7 7 83,0-9 14,-7 13-72,0-6 1,0 2 15,0 1 0,-9-11-272,-5 3 0,-5 3-75,-2-3 0,-1 0-136,1-7 1,-7 0 52,-1 0 0,1 0-766,7 0 206,0 0 395,-1 0 1,11-2 474,3-5 0,44-34 0,11-15 0</inkml:trace>
  <inkml:trace contextRef="#ctx0" brushRef="#br0" timeOffset="3458">1637 2083 8123,'-3'-11'-52,"-4"4"75,5-5 1,-10 7 472,5-9 27,5 9-372,-8-4 0,10 6-77,0-4-436,0 5 275,0-8 0,3 10 53,4 0 1,4 0 137,11 0-234,-1 0 1,0 0 157,0 0 0,1 3-15,-1 4 1,-7-2 13,0 9 0,-2-7-3,2 7 0,-2-7-10,-5 7 1,-4 0 26,4 8 1,-5-1-3,-2 0 1,-2-7-20,-5 1 0,-5-1 4,-10 7 1,1 0-27,0 1 1,0-1-9,-1 0 1,1-2 37,0-5-6,0 5-33,-1-7 0,11 2 168,4 0 70,4-9 1,6 4-158,4-9 1,4 0 23,11 0 1,1 0-59,6 0-110,-6 0 1,8-7 81,-10 0-281,0 0-420,1 7 257,-1 0 0,-7-7-202,0 0 0,-7 0 280,8 7 0,-8 0 358,7 0 0,-9-10 0,4-1 0</inkml:trace>
  <inkml:trace contextRef="#ctx0" brushRef="#br0" timeOffset="3910">2147 2083 8120,'0'-14'-11,"0"0"69,0 9 402,0-13 31,0 15-245,0-6-374,0-1 417,0 8 1,0-5 175,0 14-244,0 5 1,0 9-118,0 0 0,0 0-89,0 1 1,0-1 74,0 0 0,0-7-125,0 1 0,0-1 101,0 7 1,0-7-192,0 0 1,0-7 62,0 8 1,7-8 58,0 7-51,0-9 302,-7 13 397,0-15-579,0 6-74,0-9 0,0-9 0,0-5 1,0-5-148,0-2 1,0-8 30,0 1 1,7 0 110,0 6 0,0 1 3,-7 0 1,0-1-267,0 1-401,0 9 424,0-6 182,0 15 0,0-4-44,0 14 0,0 5 4,0 9 0,-2 0-141,-5 1 0,4-1-392,-4 0 168,5 1 0,2-1-318,0 0 794,0 0 0,-9 1 0,-3-1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9T17:09:26.734"/>
    </inkml:context>
    <inkml:brush xml:id="br0">
      <inkml:brushProperty name="width" value="0.08571" units="cm"/>
      <inkml:brushProperty name="height" value="0.08571" units="cm"/>
    </inkml:brush>
  </inkml:definitions>
  <inkml:trace contextRef="#ctx0" brushRef="#br0">86 86 8087,'-14'-15'-581,"-1"1"493,11 10-46,-15-15 246,16 16 1,-8-13 122,4 9-63,4 0-11,-6 7-201,9 0 331,0 0 1,7 2-328,0 5 28,9-5 0,-11 15 63,9-10 0,-7 7 61,8-7-113,-1 10 1,7-8 91,0 5-90,1 5 1,-1-7 25,0 9 1,0-7-1,1 1 0,1-4-2,6 4 1,-6 4 1,5-5 1,-2 5-44,3 2 1,-6-2-8,6-5 1,-3 5-5,2-5 0,-2 5 38,9 2 0,-6 0-14,6 1 0,-6-8-3,6 0 1,-7 0-2,8 7 1,-8 1 2,7-1 1,-6-7 1,6 0 0,-6-2 3,6 2 1,-9 5-3,2-5 1,-2-2-55,3 2 0,-6-2 48,6 2 0,1 3-12,-1-10 0,-1 9 14,-7-2 0,0-2 0,1 2 0,-1-6-5,0 6 0,0-2 0,1 2 0,-1 2-14,0-9 0,0 7 0,1-6 1,-1 8 23,0-2 0,0-2-12,1 2 0,-1-7 12,0 7 1,7-6-12,1 6 0,-1-2 21,-7 2 0,1 2-11,-1-9 0,0 7 3,0-6 0,-6 8-1,-1-2 1,0-2-4,7 2 1,0-7-6,1 7 1,-3-6-2,-5 6 0,5-7 6,-5 7 1,5-7-2,2 7 0,0-7 1,0 7 0,-2-6 11,-4 6 0,3-7 0,-3 7 1,3-2-12,4 2 1,-1 2 0,0-8 1,0 6-7,1-7 0,-1 7 8,0-7 0,0 10 10,1-3 0,-1-2-61,0 2 1,0-7-5,1 7 1,-1-9 45,0 2 1,0 5-5,1 2 1,-1-5 2,0-2 0,0 3-2,1-3 0,-1 7 20,0-7 0,0 7-24,1-7 0,-1 8 38,0-8 1,0 2-32,1-2 1,-1-5 4,0 6 1,-7 1 1,1-2 0,-1 7-7,7-7 0,0 3 3,1-3 1,-8-2-1,0 9 0,0-10 16,7 4-5,1 3 0,-1-6 2,0 9 0,0-9-11,1 2 1,-8 3 0,0-3 1,-7 2 20,7-2-11,0-5 0,8 15-9,-1-10 1,-7 3 3,0-3 56,0-5-57,8 17 1,-4-14 17,-3 9 0,3-7 38,-3 7 0,-4-9 78,4 2-61,-1 5 2,7-1-58,0 11 1,-2-8 33,-5 0-49,5-9 1,-9 7 20,4-5 1,-2-5 122,-5 5-109,-5-5 1,15 1 46,-10 4-24,0-5-7,2 8-37,-6-10 0,6 2 4,-9 5 0,2-4-69,6 4 94,-6-5 269,7-2-56,-9 0-48,0 0-215,0-9 0,0 4-300,0-9 224,-9-1 0,4-6-211,-9 0 1,9 0 136,-2-1 0,-2 1 120,2 0 0,-8 0-17,8-1 0,-9 4 8,2 3 1,2-4 23,-2 5 0,7 3 31,-8-4 146,11 1 0,-13 0-66,10 0-26,0 9-54,7-4 192,0 9 30,0 9 0,2 3-122,5 9 1,-2 0-24,9 1 1,-7-1-91,8 0 0,-11-7-6,3 1 1,-2-4 8,2 4-270,-4 3 41,6-6 71,-9 9 1,0-6-240,0-1 1,-2-9-184,-5 2 1,-5-5-1106,-9-2 1678,-1 0 0,-37-19 0,-16-9 0,-7-2 0,1 1 0</inkml:trace>
  <inkml:trace contextRef="#ctx0" brushRef="#br0" timeOffset="1166">3486 1786 8158,'0'-12'-21,"-9"2"1,6 8 323,-4-5-161,5 5-62,2-8 38,-10 10-210,8 0 273,-7 0 62,9 0-118,0 0-121,0 10 1,-8-6 48,1 11 1,0-1-109,7 7 1,0 0 11,0 0 0,3 8 49,4-1 1,-5 0-13,5-6 1,-4-1-3,-3 0 0,7 0-11,0 1 1,0-1 16,-7 0 10,0-9 158,9 7 72,-6-7 0,4 0-184,-14-5 0,0-5-63,-15-2 0,6 0-8,-13 0 1,3-9 12,-2-6 0,2 4-7,-9-4 1,2 8-55,-3-7 1,-2 9-184,10-2 0,0-2-19,7 2 1,-1 0-572,1 7-522,9 0 1360,3 0 0,9 0 0,47 9 0,12 3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9T17:09:29.952"/>
    </inkml:context>
    <inkml:brush xml:id="br0">
      <inkml:brushProperty name="width" value="0.08571" units="cm"/>
      <inkml:brushProperty name="height" value="0.08571" units="cm"/>
    </inkml:brush>
  </inkml:definitions>
  <inkml:trace contextRef="#ctx0" brushRef="#br0">1021 150 6609,'12'-10'-199,"0"8"440,-5-5-34,-5 4 0,7 1-65,-9-5 1,3 5 166,4-5-23,-5 4 47,8 3-32,-10 0 14,9-9-71,-7 6-10,8-6-80,-10 9-218,0 0 58,-10 0 55,-1 0 1,-11 0-91,1 0 0,0 0 32,0 0 0,-1 0-18,1 0 1,0 0 21,0 0 0,-8 0-12,1 0 0,-3 0 10,3 0 0,2 7 25,-9 0 0,6 0 22,-6-7 1,6 7-16,-6 0 0,7 8 2,-8-8 1,8 2-19,-7-2 1,9-2 1,-3 9 0,6-7 9,1 7 0,1-2-2,0 2 1,0 5 26,-1-5 0,1 3-23,0-3 0,2 5-45,5-5 0,-3 5 30,10 2 0,-7-7 0,7 1 1,-10-1 40,3 7-22,5 0 0,-8 0-27,10 1 1,-7-1-7,7 0 1,-7-7-12,7 1 1,-3-1 24,3 7 0,2 0-18,-9 0 0,10 1 13,-4-1 0,6-7-2,2 0 0,-7 0-3,0 8 0,0-1-2,7 0 1,0 0 20,0 1 1,0-1 19,0 0-29,0 1 0,0-1-2,0 0 0,0 0-9,0 1 0,0-8 10,0 0-3,0 0 1,0 7-5,0 1 0,0-8-2,0 0 1,0-7 0,0 7 1,0-7-8,0 7 37,9 1 0,-4 6-27,9 0 1,-9-7-2,2 0 0,2-7 5,-2 8 0,10-8 1,-3 7 0,-2-7 25,2 7 1,-7-7 2,7 7 1,1-7 7,6 8 0,0-8 6,0 7 1,1-7-45,-1 7 0,0-7 18,0 7 0,1-9-45,-1 2 1,-7 3 31,0-3 1,0 2-3,8-2 0,-1-4 7,0 4 0,0-3-6,1 3 1,1-4 6,6 4 1,-6 2 13,6-2 0,1 1-2,-1-8 0,-1 7-10,-7 0 0,3 0-36,4-7 0,-4 7 2,4 0 0,-2 0-4,2-7 0,-4 0 10,4 0 0,-2 7-1,3 0 0,-6 0 0,6-7 1,1 0 1,-1 0 1,6 0-18,-7 0 0,10 0 14,-2 0 1,1 0 24,-1 0 0,4 0-12,-5 0 1,5 0 2,3 0 0,-8 0-4,1 0 1,-8 0-1,8 0 1,-8 0 47,7 0 0,-2-2 6,3-5 1,4 5 31,-5-6 1,-2 4-66,3-3 1,-1 2 35,8-9 1,-8 7 17,1-8 0,-3 8 5,2-7 0,3 7-45,-10-7 0,8 7 7,-8-7 0,7 2 10,-6-2 1,6-5-1,-7 5 0,8-3 72,-8 3 0,3-5-72,-3 5 1,-9-5-63,9-2 1,-11 0 31,4-1 0,8 1-11,-8 0 1,2 0 21,-8-1 0,3 1 4,-3 0 0,8 0-36,-1-1 0,3 1-7,-10 0 1,4-3 62,2-4 0,-2 4-38,-5-4 0,2 4 134,-9 3 0,8 0-126,-8-1 0,2-1-45,-2-5 1,-4 4 37,4-4 0,-5 2 1,-2-3 1,0 6-8,0-6 1,0 3-13,0-2 1,-2 4-26,-5-4 1,2 4 33,-9 3 1,7-7 101,-8 0 0,1-1-91,-7 8 0,2 0 13,5-1 0,-12 1-2,5 0 1,-5 0-2,5-1 1,-3 8-8,-4 0 0,2 0 2,-10-7 0,8 7-62,-8-1 1,-6 4 54,-8-4 1,1-1-161,6 9 0,1-7 115,-1 7 0,-6-8-6,-1 8 1,-7 0-46,8 7 1,-3-7-137,2 0 1,-4 0 108,-10 7 0,8 0-13,-1 0 1,7 0-181,-6 0 0,-1 0 115,-7 0 1,3 7-182,4 0 0,3 10-86,4-3 0,5 2-29,-4-2 1,6 5 53,8-4 0,2 3-146,4 4 0,6-3 570,-5-5 0,4 24 0,3-3 0</inkml:trace>
  <inkml:trace contextRef="#ctx0" brushRef="#br0" timeOffset="2208">596 490 8145,'0'21'366,"0"0"0,-7 0-220,0 1 0,-7 1 14,6 6 0,-8-3-69,2 9 1,2-9 18,-2 2 0,7 3-224,-7-3 1,6 1-143,-6-8 113,10 0 1,-8-2 64,5-5 1,4-2-297,-4-5 364,5-4 177,2 6-192,0-9 1,0-2 15,0-5 1,0-5-48,0-9 1,7-3 66,0-4 0,2 2-4,-1-10 0,1 3 11,5-2 0,3-5-2,-10 4 1,7 3-19,-7-2 0,7 9-4,-7-3 1,3 6-18,-3 1 29,-5 11 17,8-8 62,-1 16 1,-7 3-1,6 15 1,1 3-27,-2 4 0,2 6 88,-1 0 1,-6 8-54,5-8 1,2 8 130,-1-8 1,6 7-133,-7-6 1,0 6 12,-7-7 1,7 1-183,0-8 94,0 10 0,0-8-317,0 6 222,0-15-350,-7 5 136,10-17-161,-8 8 133,8-10 95,-10 0 0,0-3-299,0-4 0,0 2 523,0-9 0,-48-47 0,-11-20 0</inkml:trace>
  <inkml:trace contextRef="#ctx0" brushRef="#br0" timeOffset="2408">468 808 8102,'12'-9'43,"-2"7"262,-10-17 0,2 16 32,5-4-59,-5 5-150,17 2-76,-7 0-322,9 0 216,1 0 1,-8 0-250,0 0 0,-7 0 91,7 0 0,-7 0-192,7 0 1,-6 0-321,6 0 49,0 0 675,7 0 0,29 19 0,6 4 0</inkml:trace>
  <inkml:trace contextRef="#ctx0" brushRef="#br0" timeOffset="2825">1127 575 7478,'-2'-12'235,"-5"5"279,4 4-168,-16 3-166,8 0-9,-11 0-83,1 10 1,0-1 82,0 6-80,9 3-169,-7-6 0,14 7 3,-9-5 65,9 5-29,-4-7 41,9 9 1,9 0-9,6 1 1,-4-10 22,3-5 1,1 4 0,6 4 1,0-6-20,0-2 0,-6 3 4,-1-3 0,-7 7 0,7-7 1,-7 2 135,7-2-67,-9-4 1,4 9 80,-9-5 44,0-5 0,-2 15-223,-5-10 1,-5 0 7,-9-7 0,0 7-99,-1 0 0,1 0-239,0-7 0,0 0-135,-1 0 1,1 0 190,0 0 0,7 0-570,0 0 870,9 0 0,43-19 0,21-4 0</inkml:trace>
  <inkml:trace contextRef="#ctx0" brushRef="#br0" timeOffset="3283">1467 660 8078,'-12'-10'0,"-4"6"17,9-11 351,-10 11-122,15-15 0,-15 14 187,10-9-281,0 9 0,7-7-60,0 5-188,0 5 0,3-8 41,4 10 1,-3-7 230,11 0-132,-1 0 0,7 7-317,0 0 247,0 0 1,1 7 12,-1 0 0,-7 8-2,0-8 1,-7 7-4,8-7 1,-11 9 118,3-1-58,-4 3 1,-3 4 3,0-1 0,0 0-20,0 0 1,-3 1 3,-4-1 0,3 0-27,-11 0 0,4 1-6,-4-1 0,-4-2-7,5-5 1,3 3 36,-4-10 1,8 7-116,-7-7 1,9 2 77,-2-2-19,5-4 53,2 6 3,0-9-1,0 0-7,9 0 1,-4-7-69,9 0 1,0-7 0,8 7 0,1-3-28,6 3 1,-6 3-137,6-11 0,-3 8-191,2-7 0,-2 7 32,9-7 0,-9 9 12,3-2 0,-6-2 358,-2 2 0,10-10 0,2 5 0</inkml:trace>
  <inkml:trace contextRef="#ctx0" brushRef="#br0" timeOffset="3735">1977 638 8073,'0'-21'-49,"0"0"1,0 7 272,0 0-163,0 9-21,0-14 0,0 14 207,0-9 248,0 9-324,10-4 0,-1 7 52,5-5-291,5 4 31,-7-6 60,9 18 0,-2-4-10,-5 9 0,3-7 6,-10 7 1,0 0 10,-7 8-20,9-1 0,-6 7 5,4 1 1,-7-1 9,-7-7 0,2 0-71,-9 1 0,7-1 22,-7 0 0,2 0-10,-2 1 0,-3-1 30,10 0 1,-7-7-8,7 1 1,0-8 30,7 7 0,0-7 10,0 7 183,0-9 1,2 4-121,5-9 1,5 0 132,9 0 1,3 0 13,4 0 0,-4-2-8,4-5 0,-2 2-89,2-9 0,-4 9 9,4-2 0,-4-2-61,-3 2 1,-7 0 54,1 7-204,-11-10-453,6 8-169,-1-8-500,-6 10 279,6 0 1,-11 0-485,-5 0 1385,-5 0 0,-38 4 0,-16 2 0,-4 0 0,1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9T17:09:36.895"/>
    </inkml:context>
    <inkml:brush xml:id="br0">
      <inkml:brushProperty name="width" value="0.08571" units="cm"/>
      <inkml:brushProperty name="height" value="0.08571" units="cm"/>
    </inkml:brush>
  </inkml:definitions>
  <inkml:trace contextRef="#ctx0" brushRef="#br0">362 276 6173,'-12'0'658,"3"0"-602,9 0 1,-3 0 352,-4 0-129,5 0-4,-7 0-131,9 0 0,-8-2 154,1-5-74,0 5-5,7-8-15,0 10-214,0 0-109,-9 0-162,7 0 252,-8 0 47,10 0 0,2 0-8,6 0 0,-4 0 10,10 0 1,-7 0-22,8 0 1,-1 0 8,7 0 0,-7 0 3,0 0 1,8 0-7,6 0 1,0 0-5,-6 0 0,6 0-6,0 0 1,3 0-7,-3 0 1,3 0-2,4 0 1,3 0 4,-9 0 0,8 0 1,-1 0 1,-3 0-1,2 0 0,-6 0-26,6 0 0,-7-7 28,8 0 0,-10 0-32,2 7 0,3 0 32,-3 0 1,7 0 0,-6 0 1,2 0 15,-3 0 1,-5 0 4,6 0 0,-6 0-17,-1 0 0,-1 0 2,0 0 1,0 0 2,1 0 0,-1 0 19,0 0 0,0 0 1,1 0 0,-1 0-23,0 0 0,8 0 0,-1 0 0,0 0 8,-7 0 0,3 0 1,4 0 1,-4 0-4,4 0 0,3 0-1,-3 0 1,1 0 3,-8 0 0,7 0-14,1 0 0,1 0-2,-1 0 1,-6 0 1,6 0 1,-6 0-2,-2 0 0,8 0-8,-1 0 1,0 0-4,-6 0 1,-1 0-4,0 0 0,8 0-4,-1 0 1,0-2 14,-7-5 1,1 4-2,-1-4 0,0 5-1,0 2 1,-6 0 5,-1 0 1,0 0 1,7 0 0,0 0 0,1 0 2,-1 0 1,0 0 22,0 0 1,-6 0 34,-1 0-52,0 0-6,7 0 3,1 0 4,-1 0 1,0 0-3,0 0 1,-7 0 3,1 0 0,-8 0 1,7 0 1,0 0-11,7 0 1,-7 0-2,1 0 1,-8 0-2,7 0-2,0 0-1,7 0 0,1 0 12,-1 0 0,-7 0 4,0 0-11,0 0 0,8 0 0,-1 0-1,0 0 0,-7 0 3,0 0-4,-9 0-2,14 0 0,-14 0-2,9 0 1,-9 0-3,4 0 80,0 0 8,-6 0 18,6 0 17,-9 0 287,0 0-404,-9 0-9,6 0-8,-6-10 1,7 8-21,-5-5 0,4 2-56,-4-2-286,-5 5 137,1-17 162,-11 7 1,1-7 4,0 5 0,0-3-11,-1 10 0,1-7 52,0 7 0,0-7-38,-1 7 63,1-10 1,0 13 126,0-11 1,6 11-217,1-3 93,9 4 15,-4 3 66,9 0 63,0 0 1,9 10-61,6 4 1,4-2 94,2 2-113,0 0 1,0 7 12,1 0 1,-1-6-8,0-1 0,-7-7-27,0 7 0,-7-2 6,8 2 0,-4 5-49,4-5 0,1-2-15,-9 2 0,3-7 6,-3 7 1,-5-7-38,5 8 24,-4-1 1,-3 0-105,0 0 0,-8-7-130,1 7 0,-12-7-93,-2 8 1,-2-8-128,-13 7 1,1-9-24,-8 2 501,1 4 0,-21-8 0,-11-3 0,-6 5 0,-1-1 0</inkml:trace>
  <inkml:trace contextRef="#ctx0" brushRef="#br0" timeOffset="800">298 85 7249,'0'-21'-4,"0"0"0,0 7 293,0-1 374,0 11-668,0-6 1,3 10 231,4 0 73,-5 0-10,8 0-140,-10 0 1,-8 10-85,1 4 0,-7-2 10,7 2 0,-7 0-13,7 7 0,-10-7-22,3 1 1,-5-1-83,-2 7 1,0 0 78,0 0 1,-1-6-108,1-1 0,2 0 1,5 7 1,-5-7 38,5 1 1,2-1 17,-2 7 0,9-7 1,-2 0 1,5-7 121,2 8-50,0-1 0,2 7 178,5 0 1,5-7-122,9 1 0,1-4 68,-1 4 1,0 1-42,0-9 0,8 3-38,-1-3 0,0-5-43,-6 5 0,-8-4-143,0-3 162,0 9-293,7-7-99,-9 8 0,0-10-57,-5 0-1183,-5 0 798,8 0 750,-10 0 0,-10-29 0,-1-6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9T17:09:39.621"/>
    </inkml:context>
    <inkml:brush xml:id="br0">
      <inkml:brushProperty name="width" value="0.08571" units="cm"/>
      <inkml:brushProperty name="height" value="0.08571" units="cm"/>
    </inkml:brush>
  </inkml:definitions>
  <inkml:trace contextRef="#ctx0" brushRef="#br0">1 425 9115,'0'-12'27,"0"3"200,0 9 381,0 0-455,0 9 1,7-4-79,0 9 0,2-2 14,-2 2 0,5 7-16,9 1 0,1-1-40,-1 7 1,0 5 40,0 3 1,1 2-6,-1-3 1,7 5-144,1-5 0,-1-1 136,-7 1 1,0-7-192,1 8 0,-1-10 65,0 2 0,0 3 56,1-3 0,-1 0 15,0-6 0,0-1-23,1 0 1,-1 0 48,0 1 0,0-1-11,1 0 0,1 3 9,6 4 0,-6-9-22,6 9 0,-6-13-17,-2 13 1,1-9-14,-1 9 1,0-4-14,0-3 0,1 0 31,-1 0 0,-2 1-6,-5-1 1,5 7-10,-5 1 0,5 1-4,2-1 1,-7-6 21,1 6 1,-1-6-7,7-2 0,0 3 2,1 4 0,6-4-5,0 4 0,1-4 0,-8-3 0,0 0 5,0 1 0,1-3 0,-1-5 1,0 5-28,0-5 1,1 5-36,-1 2 63,0 0 1,0 0-32,1 1 1,-8-8-38,0 0 81,0 0 2,7 7 6,1 1 9,-1-1-7,0 0 1,-7-7 37,0 1-52,-9-11 14,14 15-39,-17-16 0,10 13 28,-5-9-4,-4 0-8,6-7-6,0 10 16,-6-8 9,6 8 255,-9-10 70,0 0-519,0-10 1,0-2 134,0-9-91,-9 0 0,-1-8 85,-4 1 1,-5 0-24,5 6 0,2-6-101,-2 0 1,2-1 155,-2 8 0,-2 0 258,9 0-343,-10-1 28,5 1 115,0 9 83,3 3 1,9 11-82,0 5 1,0 1 13,0 13 0,7-5-43,0 13 0,7-6-9,-7-2 1,1 1-10,-8-1 0,7 0-67,0 0 40,0 1 0,-7-1-92,0 0 0,-10-2-245,-4-5 0,-5 3 110,-2-10 1,-7 9-135,-1-1 0,-8-6-909,1-2 1301,-13-4 0,-4-11 0,-5-3 0,-10-1 0,1 0 0</inkml:trace>
  <inkml:trace contextRef="#ctx0" brushRef="#br0" timeOffset="1427">5675 43 8062,'7'-15'-1008,"0"1"1273,0 10-128,-7-6 2,10 10 131,-8 0 22,7 0-146,-9 0 1,0 2 387,0 6-422,-9 3 1,-1 13-35,-4 4 1,-2-4-1,9 4 1,-10-4 3,3-3 1,2 7-91,-2 1 0,0 6 66,-7-6 1,-1 6-132,1-7 1,0 10 98,0-3 0,-8 6-11,1 1 0,0 3-42,6 5 0,-6-6 50,0 6 1,-1-5-8,8-3 1,-7-1-18,-1-6 0,-1 5-8,1-4 1,6-3 37,-6 2 1,-1-9 1,1 2 0,1-4-45,7-3 0,0 0-4,-1 1 1,1-1-1,0 0 0,0-2 34,-1-5 0,8 5-2,0-5 0,0 5-15,-7 2 1,-1 1-4,1-1 0,0 0 0,0 0 1,-1 1-1,1-1 0,0 0 4,0 0 0,-1 1 1,1-1 1,-7 0-12,-1 0 1,1 5-21,7-4 0,0 4-4,-1-12 0,3 5 60,5 2 0,-5 0 0,5 0 1,-5-6-11,-2-1 1,7 0 4,0 7 0,0-7-19,-8 1 1,1-4 3,0 4 0,-1 3-9,1-3 1,0 1 6,0-2 0,-1 5 2,1-5 0,0-2-20,0 2 0,-1 0-12,1 8 1,0-3-24,0-5 0,7 2-56,-1-9 101,11 10 0,-8-12-11,5 9 40,4-9-34,-6 13 0,9-13-8,0 9 21,0-9 14,0 14-52,0-17 6,0 17 7,0-16-6,0 6-50,0 0 159,0-6 3,0 6-10,0-9 308,0 0 1,7-2-365,0-5 0,0 2 43,-7-9 0,0 7 38,0-7-100,0-1 0,0-6-13,0 0 0,0 7 23,0 0 0,0-1-19,0-6 1,0 0-27,0 0 0,-7 7 7,0-1 1,-2 4 69,2-4 1,4 4 0,-4 4 0,5 2-313,2-9 269,-10 9 91,8-5-76,-8 10 1,10 10 2,0 4 0,0-2 31,0 2 0,0 0 97,0 7 0,0 1-89,0-1 0,0 0 20,0 0 0,8-6-179,-1-1 92,9 0 0,-4 5-159,9-5 0,0-2 131,1-5 0,6-5-108,0 5 1,1-4-12,-8-3 1,0 0-173,0 0 1,1-7-64,-1 0 0,-7-3-243,0 3 1,0 2-388,8-9 1023,-1 9 0,-9-32 0,-3 1 0</inkml:trace>
  <inkml:trace contextRef="#ctx0" brushRef="#br0" timeOffset="4435">2848 2402 8123,'3'-12'-14,"4"5"68,-5-5 0,8 7 68,-10-9 170,0 9-313,0-4 114,-10-1 0,5 8 46,-9-5 1,7 5 88,-7 2-208,0 0 1,-7 0 32,-1 0 0,1 0-16,0 0 1,-3 0-28,-4 0 1,4 0 74,-4 0 0,2 0-145,-2 0 0,2 0 112,-10 0 1,8 0-9,-7 0 0,6 2-13,-6 5 1,6-5-6,-6 5 1,7 3-14,-8-3 1,8 0-13,-7-7 1,1 7 19,-1 0 0,2 7 8,5-7 1,4 3 9,-4-3 1,-3-2-2,3 9 0,-1-7-3,8 7 0,-7-7-7,-1 7 1,1-2 0,7 2 0,0 5 5,-1-5 1,1 3 4,0-3 0,0 5-67,-1-5 1,8 5 54,0 2 0,0-7-42,-7 1 1,6-1 20,1 7 1,2 0-3,-2 1 1,-2-8 4,9 0 0,-10 0-4,3 7 0,2 1 9,-2-1 0,7 0 2,-7 0 1,7 1 0,-8-1-6,11 0 0,-13 0 28,10 1 1,-2-1-26,2 0 0,4 0 0,-4 1 0,5-1 4,2 0 1,0 0-4,0 1 1,-7-1-12,0 0 0,0 0 3,7 1 1,0-1-28,0 0 0,0 0 27,0 1 0,0-1-87,0 0 0,0 0 56,0 1 1,0-1-7,0 0 0,0 0 62,0 1 0,0-1 1,0 0 0,2-2-31,5-5 0,-5 5 9,5-5 0,-2 5-1,2 2 1,-4 1-2,4-1-6,4 0 1,-6 0 25,9 1 0,-7-3-5,8-5 1,-8 5-25,7-5 0,-7-2-6,7 2 1,-7-7 4,7 7 1,1-9 1,6 11 182,0-9 0,-7 7-15,0-6-156,1 8 1,6-6-10,0 4 0,-7-3-4,0-3 0,-7-4 4,8 10 0,-4-6-4,4 6 0,1-7-11,-9 7 1,10-7-19,-3 7 0,2-7 64,-1 7 0,4-6-36,-5 6 0,5-7 3,2 7 0,-2-7 0,-5 7 1,5-9 0,-5 2 0,5 2-1,2-1 1,0 6-3,1-7 1,-1 7 2,0-7 0,0 3-3,1-3 0,-1-3-10,0 10 1,0-9 7,1 2 1,6 3 2,0-3 0,8 7 0,-8-7 0,7 3 0,-6-3 0,9-3 0,-3 10 0,-2-9 0,2 2 0,-6 3-25,6-3 1,-6 2-4,6-2 1,-2-4-21,2 4 1,6-5 37,-6-2 0,-2 0 10,2 0 0,-1 0-11,1 0 1,5 0 0,-4 0 0,4 0-15,2 0 1,-6 0 0,-1 0 1,-2 0 8,2 0 1,6 0 3,-6 0 1,3-2 9,-3-5 0,-2 4 3,-4-4 1,-3 3 91,9-4 1,-7 6-97,8-5 0,-8-2 145,8 1 1,-8-6-124,7 7 1,-6-2 11,6 2 0,-7 2-5,8-9 1,-8 7 2,8-7 1,-8 2 16,7-2 1,-9-5-7,3 5 1,-3 2 0,2-2 1,-4-1-14,4-6 1,-7 0 12,-7 0 0,12-1-19,-4 1 0,1 0 1,-9 0 1,5-1-6,-5 1 1,8-7-5,6-1 1,-4 1-37,4 7 1,-4-7-117,-3-1 0,0-6 110,0 6 0,1 1 18,-1 7 1,-2-7 132,-5-1 0,2-2-59,-9 3 1,3 5 13,-3-6 1,-5 6-53,5 1 0,-4 1 12,-3 0 1,0 0-44,0-1 0,0 1-2,0 0 0,0-3-106,0-4 1,0 4 127,0-4 0,0 4-105,0 3 1,0-7 115,0-1 0,0-1 81,0 1 0,-7 6-45,0-6 1,0-1 15,7 1 1,-8-1-55,1 1 1,-2 3 17,2-9 1,4 7 59,-4-8 1,-2 10-49,2-2 1,-7-3-85,7 3 1,-10-8 22,3 8 1,2 0-13,-2 7 1,7-1 11,-7 1 0,0-7-13,-8-1 0,8 1 20,0 7 1,0 0-5,-7-1 0,-1 1 25,1 0 0,0 0-16,-1-1 0,-6 8-75,0 0 0,-1 2 29,8-2 1,-7-3-90,0 10 0,-8-7 98,8 7 1,-10-2-9,3 2 0,-3 4 17,2-4 1,-1 2-14,8-2 1,-8 5-53,1-5 1,-2-3 53,3 3 0,-5 0-213,4 7 0,-4-7 46,-2 0 0,6 0-80,1 7 0,-1 0-13,-6 0 0,-3-7-161,-5 0 1,6 0 51,-6 7 0,-2 7-90,2 0 0,-9 7-113,3-7 0,1 10 605,-1-3 0,-1 5 0,0 8 0,-6 5 0,-5 2 0,1 0 0</inkml:trace>
  <inkml:trace contextRef="#ctx0" brushRef="#br0" timeOffset="5309">2147 3145 8195,'0'-21'0,"0"7"112,0 0 422,0 0 7,0-8-262,0 11-476,0 1 333,0 10 1,0 10 69,0 4 0,-7 0-103,0 7 1,-7-4-7,7 11 1,-10-4 3,3-3 1,-3 7-27,3 0 1,-2 1-139,9-8 0,-8 7 199,8 1-242,-9-1 1,6-7-65,-4 1-567,5-11 253,9 8 60,0-16 285,0 6 1,0-18 69,0-6 0,2-6 115,5-7 0,3 2-108,4-10 0,2 1 126,-9-7 0,10 1-47,-3 6 1,-4 2 169,-3 5 0,2 4-81,-2-4 0,3 11 180,-3 3-78,-5 9-59,17-4 1,-7 11 147,9 5 0,-7 7-121,0 15 0,1-3-42,6 9 0,0-2 78,0 3 1,-2 4 170,-5-5 1,5 3-216,-5-3 0,3 3-47,-3-9 0,3 6-226,-10-7 0,7 1-190,-7-8 1,2-9-684,-1-5 462,-6 5-285,7-10-137,-9 7 192,0-9 1,0-2 232,0-5 1,-7 2 512,0-9 0,-9 0 0,1-7 0,-3-1 0,-4 1 0,-37-28 0,-9-8 0</inkml:trace>
  <inkml:trace contextRef="#ctx0" brushRef="#br0" timeOffset="5502">2126 3358 8163,'-12'0'1207,"3"0"-253,9 0-473,-10 0-89,8 0 1,-8 0-31,10 0-222,0-10-504,0 8-165,0-7-126,0 9 0,10-8-143,4 1 0,7 0 214,8 7 0,-3 0 129,9 0 1,0-7 454,8 0 0,-1-2 0,1 2 0,-1 2 0,1-9 0,-1 0 0,39-36 0,-36 22 0,-1-1 0</inkml:trace>
  <inkml:trace contextRef="#ctx0" brushRef="#br0" timeOffset="5853">2785 3018 7556,'11'0'412,"-1"0"0,-8 0 344,5 0-274,-4 0 30,6 0-309,-9 0 1,-2 0-20,-5 0 1,2 2 17,-9 5 1,0-4-104,-8 4 1,-1 5-110,-6 2 1,6-3 70,-6 4 0,6-1-160,2 7 1,6-7-26,1 0 1,7-7-80,-7 8 55,9-1 113,-4 7 0,11-2 26,5-5 0,5 3-8,9-10 1,1 7-7,-1-7 0,2 7 15,6-7 0,-6 10 42,6-3 25,-6-5 0,-4 10 117,-5-5 0,3-2-94,-10 2 0,0-6 347,-7 6-250,0 0-78,0 7 1,-9-2-97,-5-5 0,-5 3-162,-3-10 0,1 7-542,0-7 1,0 0 63,-1-7 0,3 2-1123,5 6 1078,-5-6 680,17 7 0,2-28 0,12-4 0</inkml:trace>
  <inkml:trace contextRef="#ctx0" brushRef="#br0" timeOffset="6296">3273 3145 8115,'10'-11'-257,"-8"-1"582,5 5 669,-4 4-671,-3-16-158,0 17 76,0-7 1,0 11 488,0 5-494,0 5 0,0 11-15,0 6 0,0-6-20,0 6 0,0 1-106,0-1 1,0 1-149,0-1 0,0-3 92,0 9 1,0-9-95,0 2 1,0-4 44,0-3-271,9 1 120,-7-1 1,8-7 153,-10 0 247,0-9-337,0 4 52,0-18 0,7-10-6,0-9 1,0-10-130,-7 2 0,0-4 120,0-2 1,0-1-13,0 1 1,0 2 17,0 4 0,-7 3-72,0 5 282,0 4-278,7-6 1,-2 18-104,-6 5 159,6 4 0,-7 13-2,9 4 1,0 5-25,0 2 0,0 0-108,0 1 1,0 1-5,0 6 0,0-6 56,0 5 0,2-4-1013,5-3 655,-5 1 1,8-1 505,-10 0 0,19-9 0,4-3 0</inkml:trace>
  <inkml:trace contextRef="#ctx0" brushRef="#br0" timeOffset="6628">3592 3188 8099,'0'-12'1132,"0"3"-810,0-1 190,0 8-105,0-8 1,-7 13-28,0 4-326,0 5 1,0 9 23,0 0 1,0 0-216,7 1 0,0-1-39,0 0 1,0 7 59,0 1 42,9-1 0,3-7 62,9 1 0,0-8-149,1 0 0,-1-9 187,0 2 0,0-5 97,1-2 1,-1 0-77,0 0 1,0-9 138,1-6 0,-10-6-259,-5-7 0,2 2 117,-2-10 1,0 8-129,-7-7 0,-2 9 4,-5-3 1,-5 6-215,-9 2 0,-1 2 22,1 5 1,0 4-246,0 10 1,-1-7-46,1 0 1,0 2 561,0 12 0,-1 24 0,1 14 0</inkml:trace>
  <inkml:trace contextRef="#ctx0" brushRef="#br0" timeOffset="6978">4081 3124 8130,'9'-12'1015,"-6"-7"-663,6 8-195,-9-1 37,0 2 0,-2 10-92,-5 0 1,-3 10-59,-4 4 0,-2 5 103,9 2 0,-8 0-172,8 1 1,-7 6 101,7 0 1,0 1-177,7-8 111,0 0 1,0 0-90,0 1 1,2-4 182,5-3 0,5-6-11,9-9 1,1 0 91,-1 0 0,0 0-80,0 0 0,1-2 61,-1-5 0,0-5-80,0-9 1,-6-3 8,-1-4 0,-7 2-51,7-10 0,-9 10-143,2-2 1,-5-3 43,-2 3 0,-2 0-210,-5 6 1,2 1-463,-9 0 0,0 9 340,-8 5 0,-1 5-626,-5 2 0,4 0 511,-4 0 1,-3 7 499,3 0 0,-20 20 0,-8 9 0,-2 0 0,0-1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9T17:10:01.397"/>
    </inkml:context>
    <inkml:brush xml:id="br0">
      <inkml:brushProperty name="width" value="0.08571" units="cm"/>
      <inkml:brushProperty name="height" value="0.08571" units="cm"/>
    </inkml:brush>
  </inkml:definitions>
  <inkml:trace contextRef="#ctx0" brushRef="#br0">65 787 8298,'-3'-12'-81,"-4"5"276,5 5 0,-10 0 310,5-6 26,4 6 31,-6-7-187,9 9 68,0 0-238,9 0 0,3 0-214,10 0 1,1 2 84,5 5 1,6-5 45,8 6 0,3-6-78,4-2 1,6 0-137,9 0 1,-1 7 151,1 0 1,2 0-97,5-7 1,-5 0 6,5 0 0,-5 0 6,-2 0 1,-3 0 3,-4 0 0,-8 0 34,-13 0 1,2 0-18,-10 0 0,0 0-23,-6 0 0,-1-7-9,0 0 1,-7 0-69,0 7 49,1 0 0,-1 0 30,0 0 41,-9 0 8,4-10 90,-9 8 22,0-7-58,0 9 126,0 0-138,-9 0-9,6 0 35,-6 0-11,9 0-209,0 0-311,0-10 377,-10 8 0,8-10-357,-5 5 406,-5 5 1,7-15-110,-9 10 279,10 0-128,-15-3-32,16 8 0,-9-10-137,5 5 23,5 5 201,-7-8-58,9 10 552,0 0-513,0 10 0,2-1-63,5 5 8,-5 5 1,10-9-51,-5 4-153,-4 5 0,6-14-12,-9 9 1,7-7-659,0 7-580,0-9 126,-7 14 708,-9-8 0,-3 4 607,-9-1 0,-26-10 0,-12-3 0,-5 3 0,0 1 0</inkml:trace>
  <inkml:trace contextRef="#ctx0" brushRef="#br0" timeOffset="467">171 638 8105,'0'-21'103,"0"7"67,0 0 306,0 9 18,0-4 200,0 9 319,0 0-931,-10 0 0,8 2-33,-5 5 1,5-2 30,2 9 0,-8-7-14,1 7 1,-7-7-23,7 8-152,-9-1 0,6 7-48,-4 0 0,-3-7 132,10 1-158,-9-1 90,4 7 0,0 0 42,5 0 1,5-6 32,2-1 1,0-7 0,0 7 0,0-7-4,0 7 1,9-9-2,5 2 1,5 3-159,3-3 1,-1 0-252,0-7 1,0 0-306,1 0 1,-1 0-368,0 0 289,0 0 813,1 0 0,18-19 0,5-5 0</inkml:trace>
  <inkml:trace contextRef="#ctx0" brushRef="#br0" timeOffset="932">1276 681 8176,'-12'0'184,"3"0"1,2-2 325,-1-6-303,1 6 334,7-7 40,0 9-424,0 0 0,7 2-3,1 5 1,8-5-29,-2 6 0,-2 1-352,2-2 236,0 10 0,8-13-106,-1 11 0,-7-11-44,0 3 0,-7 3-93,7-3-22,-9 0 0,7-5-137,-5 5 152,-5-4 0,8 9-27,-10-5 1,-2-3-269,-6 11 0,-3-8 27,-11 7 508,-8-9 0,-20 15 0,-9 7 0,-9-4 0,-1 1 0</inkml:trace>
  <inkml:trace contextRef="#ctx0" brushRef="#br0" timeOffset="1607">2657 681 8248,'0'-14'-200,"0"0"-303,0 9 544,0-14 413,0 17-178,0-8-41,0 10 188,0 0-284,0 10 0,0 9 132,0 9 1,0 3-98,0-3 1,0-2 146,0 9 0,-2 1-185,-5 6 0,4 1 49,-4-1 0,5-6-250,2-1 0,0-2-47,0 3 0,0 1-220,0-8 1,0 6 139,0-7 1,0-6-434,0-8-228,0 0-597,0-2 979,9-3 0,-4-11 471,9-5 0,-9-62 0,4-23 0</inkml:trace>
  <inkml:trace contextRef="#ctx0" brushRef="#br0" timeOffset="2883">2657 702 8223,'3'-14'8,"4"0"0,-5 7 100,5-7 142,-5 9 288,-2-14-18,10 17-344,2-8 1,9 10 43,0 0 0,0 0-102,1 0 0,6 0-103,0 0 1,1 0 57,-8 0 0,0 7 1,0 0 0,1 3-17,-1-3 1,-9-2-141,-5 9 1,2-7 67,-2 7 0,0-7 48,-7 7 0,0-7-11,0 8 0,-9-4-81,-5 3 0,-5 3-165,-2-10 0,-1 7 124,1-7 0,-2 8-92,-6-8 0,6 2 115,-6-2 1,6-4-119,1 4 1,4-3-178,3 3 250,-3-4 1,13 6-50,-9-9 76,9 0 215,-5 0 0,13 0-117,4 0 0,5 0 16,9 0 1,3 0-14,4 0 1,-2-7 97,9 0 1,-6-7-8,6 7 1,0-7-69,8 7 0,-1-10-52,1 3 0,-1-5-12,1-2 1,0-1-13,-1 1 1,-2 0 38,-4 0 0,1-1-13,-8 1 96,-1 0 5,-16 0-217,-3-1 0,-11 11 128,-5 4 0,-5 4-38,-9 3 1,0 0 82,-1 0 0,1 7 2,0 0 1,0 10 26,-1-3 0,1 3 10,0-3 1,7 5-16,-1-5 0,8 5 13,-7 2 0,9 0 76,-2 0 0,5-6-41,2-1 0,0 0 79,0 7 1,0-7-176,0 1 0,9-4-10,6 4 0,4-4 2,2-4 1,7-4-22,0 4 0,8-5 24,-8-2 0,8 0-14,-8 0 1,10-2-28,-3-5 1,3-5-100,-3-9 1,5-1 84,-4 1 1,-5 0 23,-3 0 1,-4-1 7,-3 1 0,0-7 40,0 0 0,-7-1 8,1 8 0,-11 0-19,3-1 1,-4 8 31,-3 0 83,-10 9-99,-1-14-71,-11 17 0,1-5 42,0 14 1,7-2-6,-1 9 1,4 0 57,-4 7 0,-1 1 81,9-1 0,-3 0-78,3 0 1,5 1 14,-5-1 1,-3 0 290,3 0-303,0 1 1,7-1-146,0 0 0,3-2 88,4-5 1,-3 3-21,11-10 0,-1 0 3,7-7 1,3 0-140,4 0 1,-2 0 77,9 0 0,-6-2-11,6-5 1,-2 2 43,3-9 1,1-1-3,-8-6 0,-1-7-24,-7 0 0,5-1-13,-4 8 0,4-7-5,-12-1 0,-3 1 107,4 7 5,-11-1 0,6 8 42,-10 0-24,0 9 1,-3-4-78,-4 9 0,3 0 20,-11 0 1,8 7 132,-7 0-98,0 10 12,-7-6-60,9 11 0,-5-8-57,10 0 91,0-9-2,7 14 1,0-15 12,0 11 0,3-11-23,4 3 1,-3-4 58,11-3-24,-1 9 0,7-7 49,0 6-69,1-6 2,-1-2-12,0 0-6,0 0 165,1 0 1,-8 0-121,0 0 353,-9 9-315,14 3 0,-17 9-39,5 1 1,-5-8 148,-2 0-92,0 0 0,3 5-93,4-5 1,-5 5-306,5-5 194,-4-4 0,4 2 63,0-5 1,2-5-393,-2 5 357,5-5 1,9-2 45,1 0 1,-1-7 24,0 0 0,-7-9 3,0 2 1,-2 2-16,2-2 127,5-1 1,-9 1 11,4 0-86,-5 9 47,-9-14-161,10 17-14,-8-7-79,8 9-319,-10 0-207,0 0 9,-10 0 0,8 2-698,-5 5 1391,4-5 0,-6 17 0,-3-7 0</inkml:trace>
  <inkml:trace contextRef="#ctx0" brushRef="#br0" timeOffset="3083">4825 766 7582,'85'-21'0,"0"-1"0</inkml:trace>
  <inkml:trace contextRef="#ctx0" brushRef="#br0" timeOffset="3624">5399 553 8114,'11'0'-2,"-1"-9"683,-10 7-276,0-8-115,0 10 262,0 0-164,0 10-207,0 1 0,0 13 6,0 4 0,-2-4 27,-6 4 1,6 3-57,-5-3 0,5 10 9,2-2 1,-3 1-37,-4-1 1,5 4-36,-5-5 1,4 3-225,3-2 1,0 1 101,0-8 1,0-1-55,0-7 0,0 0-67,0 1 1,0-8-518,0 0 157,10-9-101,-8 4 297,8-9 171,-10 0-220,0-9 1,0-3 143,0-9 0,0-8-148,0 1 1,0-10 72,0 3 0,-7-5 56,0-3 1,-1-6 92,8-1 1,0-2 47,0 2 1,0 3 38,0-9 0,0 15 245,0-1 1,0 14 126,0-1 0,10 6-169,4 1 0,5 11 167,2 4 0,3 4-72,4 3 1,-4 3-29,4 4 1,3 4-37,-3 11 1,0-1 17,-6 0 0,-8 3-26,0 4 0,-7-7-13,7 1 1,-9-1-49,2-7 0,-5 5 32,-2 2 0,-2-7-131,-5 1 1,-5-4-20,-9 3 0,-3 3-127,-4-10 1,2 0-89,-9-7 1,6 7-334,-6 0 1,9 0-261,-2-7-274,4 0 1090,3 0 0,28-18 0,7-6 0</inkml:trace>
  <inkml:trace contextRef="#ctx0" brushRef="#br0" timeOffset="4701">5866 723 8114,'-14'0'305,"0"0"637,9 0-573,-14 0-146,7 10-260,1-8 338,1 8-228,10-1 43,0-7 0,3 10-155,4-5 1,4-4 76,11 4 0,-8-5-200,0-2 1,7 0 26,8 0 0,-1-2 92,-7-5 1,0 2 8,1-9 1,-1 2-5,0-2 1,0-5-147,1 5 0,-1-5 115,0-2 1,-7-8-23,1 1 1,-8 0 25,7 6 30,-9-8 0,4 6 109,-9-4 1,-2 11 11,-5 3-69,-5 9 1,-10-2 2,1 14 1,2-2 19,5 9 0,-5 3 61,5 11 0,-2-4 117,1 4 1,-1 3-137,9-3 0,-7 0 5,7-6 0,-1-1-38,8 0 0,0 0-20,0 1-22,0-1 1,10-2 24,4-5 0,5-2-19,2-5 1,8-5-6,-1 5 0,7-4-3,-6-3 0,6-7-47,-7 0 1,8-10-16,-8 3 0,0-5-16,-6-2 0,-1-1 12,0 1 1,-2-2-121,-5-6 0,-2 3 131,-5-9 0,-4 7-4,4-8 0,-5 10 46,-2-2 0,0 11-5,0 3 1,-2 7 11,-5-7 1,2 9 254,-9-2-228,0 5 1,-8 11 21,1 5 1,2 5 5,5 2 1,-3 1-12,10-1 0,-2 0 36,2 0-65,4 1 1,-6-1-2,9 0 1,2-2-19,5-5 1,-2 3 9,9-10 0,0 7 9,8-7 1,-1 0-44,0-7 1,8 0-9,-1 0 1,7 0-37,-6 0 0,6-2-8,-7-5 1,1 2 13,-8-9 1,0 0-102,1-8 0,-1 4 131,0 3 1,-9-4-13,-5 5 0,-2 3 89,2-4 1,-5 8-39,5-7 23,-4 9 23,-3-14 34,0 17 58,0-7 19,-10-1-26,8 8-62,-8-8 0,8 10 140,-5 0-180,4 0-1,-6 0-9,0 0-24,6 0 0,-9 3 5,5 4 0,5-2-15,-5 9 10,5-10-14,2 15-42,0-7 42,0 9 0,0-6-19,0-1 31,0-10 1,9 6 1,-4-8 18,9 5 1,0-4 22,7 4-38,1-5 0,-1-2 3,0 0 0,-2-2 52,-5-5 81,5 4 255,-7-6-315,9 9 1,-9 2 108,-5 5 0,-5-2-85,-2 9 1,0-7 102,0 8-93,0-1 0,0 7 27,0 0 0,0-7-157,0 1 1,0-8 16,0 7 0,3-10-88,4 4 1,-3-6 62,11-2 0,-1 0-160,7 0 1,0 0 84,1 0 1,-1 0-191,0 0 1,0-10 112,1-4 0,-1 3-469,0-4-136,0 1 1,-2-7 27,-5 0 757,5 9 0,-45-16 0,0 4 0</inkml:trace>
  <inkml:trace contextRef="#ctx0" brushRef="#br0" timeOffset="6010">7694 766 8211,'0'-14'494,"0"0"-146,0 9-208,0-5 11,0 1-123,0 7 0,2-15-89,5 10 1,-4-2 65,4 1 1,2 4-3,-2-10 0,7 7-3,-6-8 1,6 1-40,-7-7 0,7-7-169,-7-1 0,7-9 133,-7 3 1,7-5-140,-6-3 1,6-6 99,-7-1 1,2 1-32,-2 6 0,-4-4 106,4 4 0,-5 6-27,-2 15 140,0 1 0,-2 9-85,-5 5 1,2 5 153,-9 2 0,7 9-65,-7 5 1,6 8 181,-6 6 1,7 5-47,-7 10 0,2 2 167,-2 4 0,-2-4-93,8 5 1,-6-6-100,7-1 1,0-1 23,7 1 1,0-3-106,0-5 0,0 3-114,0-9 0,7-1 68,0-7 0,10 0-330,-3 1 171,5-11 0,2-1-170,0-10 0,1 0 71,-1 0 1,0 0 64,0 0 0,1-10 25,-1-4 1,0-5-16,0-2 1,8 0-11,-1 0 0,0-8 73,-6 1 1,-1 0 11,0 6 1,-2 8 19,-5 0 1,3 7 187,-10-7 167,0 9-242,-7-4 1,0 11 56,0 5 0,0 5-64,0 9 0,0 0 174,0 1 1,0-1-137,0 0 0,0-7 16,0 1 0,0-1-227,0 7 1,0-7 118,0 0 1,0-7-342,0 8 185,0-11 0,2 6 20,5-10 1,-2 0 41,9 0 0,0 0-27,8 0 0,-8-3 53,0-4 1,0 3 0,7-11 0,-6 4 75,-1-4 0,-7 4-74,7 3 0,-7 6 124,7-5 1,-7 5-40,7 2 0,-6 0 338,6 0-251,-10 0 68,15 0 1,-14 7 41,9 0 36,-9 9-186,4-4-162,-9 9-196,0 1 121,0-11 70,0 8-25,0-16-72,10 6 1,-5-11 90,9-5 1,-7 2-125,7-9 0,0 0 88,7-8 0,1 1 0,-1 0 0,0 0 154,0-1 0,1 8-16,-1 0 0,3 9 103,4-2 1,-5 5-66,6 2 0,-13 0 204,-1 0 1,-1 2-145,7 5 1,-2-2-27,-5 9 0,3-7 81,-10 8-136,9-1 1,-13 0-197,4 0 179,4-9 0,-8 7-20,4-5-23,-5-5 0,5 5-96,0-14 0,0 2 19,-7-9 0,3 0-187,4-7 1,-5-8-56,5 1 0,-4-10 187,-3 3 1,7-5 79,0-3 0,0 1 34,-7-1 1,7 3 370,0 5-303,0-6 183,-7 18-188,0 2 1,0 14 176,0 14 1,7 4 182,0 11 1,0 6-108,-7 0 0,0 8-29,0-8 1,0 7-92,0-6 0,3 6-216,4-6 147,-5-1 1,8-7-64,-10 0 1,2-6 73,5-1-333,-4-10 105,6 6 5,0-10 1,1-2-217,4-6 0,5 1 78,-5-14 0,5 5-4,2-13 1,0 6 138,1 1 1,-1-6-109,0 0 150,0-1 0,-2 8 152,-4 0 0,-4 7-231,-4 0 282,-4 9-17,6-5 0,-9 13 83,0 4 0,-9 5 186,-5 9 0,-12 7-183,-3 1 0,1 6-49,7-7 0,-5 8-63,5-8 1,-5-2 14,11-12 1,4 5-186,-4-5 0,11-2 81,-3 2-69,4-9 1,3 7-80,0-5 0,12-5-167,9 5 0,3-4 85,11-3 1,-2-3-136,3-4 1,4 5 30,-5-5 349,-4-5 0,18-14 0,8-7 0,1-7 0,0 0 0</inkml:trace>
  <inkml:trace contextRef="#ctx0" brushRef="#br0" timeOffset="6159">9649 575 8099,'-21'0'1604,"0"0"-887,-1 0 1,10-3 755,5-4-1104,-4 5 1,6-8-160,-9 10-77,9 0-396,-5 0-2140,10-9 2403,0 7 0,0-17 0,0 7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9T17:09:48.700"/>
    </inkml:context>
    <inkml:brush xml:id="br0">
      <inkml:brushProperty name="width" value="0.08571" units="cm"/>
      <inkml:brushProperty name="height" value="0.08571" units="cm"/>
    </inkml:brush>
  </inkml:definitions>
  <inkml:trace contextRef="#ctx0" brushRef="#br0">22 574 7721,'0'12'846,"0"-3"-563,0-9-11,0 0-12,-9 0-265,6 0 96,-6 0 93,9 0 162,0 0-250,9 0-57,-6 0 0,8 0-5,-4 0 15,-4 0-32,16 0 27,-7 0 0,9 0-2,0 0 0,0 0-24,1 0 0,8 0 4,6 0 1,-3 0-9,2 0 1,1 0-9,6 0 1,-2 0-16,-4 0 1,1 0-18,-8 0 1,1 0-17,-1 0 1,-6 0 24,6 0 1,-6 0-11,-1 0 1,1 0 24,6 0 1,-6 0-1,5 0 1,3 0 13,-3 0 0,8 0 3,-8 0 0,1 0-7,-8 0 0,7 0-6,1 0 0,-1 0 4,-7 0 0,0 0-41,1 0 0,-8 0-7,0 0 0,0 0 38,7 0 1,-6 0-6,-1 0 0,0 0 3,7 0 2,0 0 1,1 0 14,-1 0 0,0 0-14,0 0 0,1 0 3,-1 0 0,0 0 4,0 0 0,1 0 2,-1 0 1,-7 0-4,0 0-3,0 0 11,8 0-5,-1 0 0,-7 0-7,0 0 12,-9 0 2,4 0 47,-9 0 571,0 0-553,0-9-30,0 7 3,-9-8-81,7 1 1,-15 4-170,10-9 1,-2 7 135,1-7 1,4 7-27,-10-8 0,2 8 62,-2-7 1,-3 7-52,10-7 373,-10 9-229,6-14 0,-8 15-21,5-11-132,4 11-167,1-6 344,6 10-14,-6 0-47,9 0 1,0 3 20,0 4 75,9 4 1,-4 8-75,9-4 1,-7 3 12,7-3 0,-9-4 2,2 4 51,5-1-106,-10 7 0,8 0-3,-10 0 0,7-6-28,0-1 0,0-7-10,-7 7 1,-2-2-456,-5 2 1,-3 5-42,-4-5 0,-5 3-223,5-3 0,-7 5 238,-8-5 1,6 5-325,-6 2 835,6-9 0,-17 16 0,-5-4 0</inkml:trace>
  <inkml:trace contextRef="#ctx0" brushRef="#br0" timeOffset="1685">2466 447 6604,'-12'0'906,"3"0"0,9-3-579,0-4-41,0 5-17,0-8-239,0 10 363,0 0-354,0 10 0,0-5-99,0 9 0,0 0-15,0 7 1,0 0 77,0 1 1,0 6 61,0 0 0,0 10 14,0-2 0,0 4-3,0 2 0,0 1-74,0-1 0,0-6 7,0-1 0,0 1 0,0 6 0,0-9 1,0-5 0,0-4-50,0-3 0,0 1 65,0-1 0,0-7-296,0 0 79,0-9-330,0 4 122,0-9-1789,0 0 2189,0-9 0,9-3 0,3-66 0,9-14 0</inkml:trace>
  <inkml:trace contextRef="#ctx0" brushRef="#br0" timeOffset="4969">2466 510 8285,'0'-14'-157,"0"0"301,0 9-55,0-13 1,0 13 160,0-9-285,0 9 1,2-7 227,5 5-62,-4 5 0,9-8-101,-5 10 1,-3 0 100,11 0 1,-8 0-179,7 0 0,-7 0 51,7 0 0,-7 3 61,7 4-4,-9-5-160,14 17 1,-14-14 193,9 9-41,-9 0-23,4 7 0,-11 0-6,-5 1 1,2-1-149,-9 0 1,2-7 103,-2 1 0,-5-1-10,5 7 0,2-7-18,-2 0 0,2-7-27,-2 8 1,-3-8 8,10 7 1,-2-9-4,2 2 0,4-3 28,-4 3 33,5-4 73,2 6 1,0-11-57,0-5 0,9 2 4,5-9 1,5 0-15,2-7 0,3-1 5,4 1 1,-4 0 2,4-1 0,-4 1 3,-3 0 0,0-7-15,1-1 1,-1 1 7,0 7 51,0-1 1,-6 4-48,-1 3 7,-9-3-4,4 15-5,-9-6 1,-2 11-19,-5 5 0,4-2-21,-4 9-13,-5 0 1,8 5 43,-11-5-58,11 5 49,-6-7 10,10 9-4,-9-9 0,6 0-3,-4-5 9,5-5-1,2 8 19,0-10 165,0 0-173,0-10-64,0 8-6,0-8-172,0 10 516,0 0-235,0-9 4,0 7-130,0-8 130,0 10 86,0 0-95,0-9 4,0 6-28,0-6 9,-9 9-57,6 0 1,-6-2 72,9-5-106,0 4 20,0-6-15,0 9-52,0 0 68,0-10-8,0 8 45,0-8-1,0 10-111,0 0 123,9 0 1,3 0 0,2 0 5,0 0 1,-7 0 2,8 0 1,-8 0-17,7 0 1,-7 0 21,7 0-52,-9 0 10,14 0 1,-15 8-28,11-1 156,-11 0 65,6-7 0,-3 2-16,0 5 59,0-4 0,-5 15-36,5-3 0,-4-4-95,4 4 1,-5-1 3,-2 7 0,3-7-66,4 0 1,-5 0-148,5 8 1,-5-8 120,-2 0-402,0 0 370,10 8 0,-8-8-299,5 0 291,-4-9 1,-1 4 11,5-9 12,-4 0 21,15 0 1,-8-2 14,4-5 1,3-5-3,-10-9 0,7-1 10,-7 1 0,9 0-21,-1-1 1,-4 1 14,4 0 14,-11 0 0,8 2-37,-5 5 0,-4-5-1,6 7-5,0 0 80,-6 3 1,6 18 92,-9 5-91,0 5 0,7 2 8,0 1 1,3-1 13,-3 0 0,-5 0-74,5 1 1,5-8 3,2 0 0,-2-2-26,2 2 1,-7-2-114,8-5 1,-1-5 94,7 5 0,-7-4-13,0-3 0,1 0 28,6 0 0,-7-7-16,0 0 1,-2-10 37,2 3 0,5-5-24,-5-2 0,-4-1 6,-3 1 0,2-7-11,-2 0 0,0-1 2,-7 8 1,0-7-21,0-1 1,-2 1-9,-5 7 1,2 7 0,-9-1 0,0 11-7,-7-3 1,-1 4 22,1 3 1,0 0-6,0 0 0,-1 7 22,1 0 1,2 10 42,5-3 1,-5 5 9,5 2 0,2-7-106,-2 1 1,9-8-246,-2 7 255,5 0 0,2 0-11,0 0 1,9-9-34,5 2 0,8-5 28,6-2 0,-2 0-8,9 0 1,-2 0 62,3 0 1,2-7-1,-10 0 0,7-7 9,-6 7 1,-1-7 18,-7 7 1,1 0-1,-1 7 11,0-10 175,0 8 0,-2-5 10,-5 14 0,-4-2-104,-10 9 0,7-7 18,0 7 1,0 0 24,-7 7 1,0 1-23,0-1 0,0 0 23,0 0 1,0 1-124,0-1 1,0-7-147,0 0 1,0-7-520,0 8 393,0-11 1,2 6 160,6-10 0,-4 0-10,10 0 0,-7 0-28,8 0 1,-8-7 79,7 0 0,-2-10-4,2 3 0,5-7 21,-5-8 0,-2 6 35,2-6 0,-7 13 42,7 2 0,-9-1-26,2-6 0,2 7 57,-2 0-70,1 9 18,-8-4 45,0 9 118,0 0 102,0 9-410,9 3 60,-7 9 1,8-7-388,-10 1 400,9-11 0,3 6-60,9-10 41,1 0 1,-1 0-29,0 0 0,0-3 36,1-4 0,-1 3 1,0-11 0,-2 8 82,-5-7 0,5 7-38,-5-7 1,-2 9 19,2-2 3,-9 5 0,7 2 49,-5 0 86,-5 0 77,8 0 1,-10 2-80,0 5 1,0-2 77,0 9 1,0-7-9,0 7-74,0 0 1,0 1-226,0-1 1,2-7 115,5 7 1,-5-7-135,5 7 11,-4-9 1,-1 7-274,5-5 263,-4-5 1,8 8-104,-3-10 149,-6 0 1,17 0 22,-5 0 1,-2-10-38,2-4 0,0 2 2,7-2 1,-2 0 5,-5-7 1,5-1 2,-5 1 1,5 0-13,3 0 0,-1 7 57,0-1 1,0 4-4,1-4 0,-1 4 8,0 4 0,0 4 127,1-4 1,-8 5-51,0 2-65,-9 0-52,14 0 46,-17 0-30,7 0 75,-9 0-7,0 0-188,-9 0 1,4 7-63,-9 0 136,0 0 0,-7-7 31,-1 0 0,1 7-3,0 0 0,0 3 23,-1-3 1,1 2-1,0 5 0,7 5 10,0-5 1,2-2 17,-2 2 1,2-2 108,5 2 0,4 5-10,-4-5 0,5-2 68,2 2 0,7-7-109,0 8 1,10-11 3,-3 3 1,12-4-40,2-3 0,3 0 11,-3 0 1,-4 0-34,4 0 0,-4-3-21,-3-4 0,0-5-8,0-9 1,-2 0 8,-5 0 0,5-1-1,-4 1 0,-6-2-44,-2-6 1,-2 3-10,2-9 0,-5 2 10,5-3 0,-4-4-117,-3 5 1,-7 4 168,-1 3 0,-1 4-6,2 3-151,5 9 1,-10-4 124,5 9 0,4 2-4,-4 12 0,5 5 53,2 9 1,0 10 148,0 4 0,0-2-137,0 3 0,0-8 101,0 7 1,0-2-64,0 3 0,0-3 147,0-5 1,0-4-62,0 4 1,2-4-94,5-3 0,-2 0-102,9 0 0,-2-6 72,2-1 1,5-9-104,-5 2 0,5-5 79,2-2 1,1 0-23,-1 0 1,0-2-21,0-5 1,1-5 2,-1-10 1,0 1 1,0 0 0,1-7-23,-1-1 1,-7 1-6,0 7 1,-7-8 14,8 1 0,-8 0-4,7 6 1,-10 8 28,4 0 1,-6 7-21,-2-7-110,0 9 71,0-4 1,-7 11 5,0 5 0,-7 5 83,7 9 0,-8 0 113,8 1 1,-7-1-127,7 0 1,0 0 13,7 1 1,-7-1-52,0 0 1,0-7-37,7 1 45,0-1 21,0 7 1,7-7-130,0 0 0,9-9 63,-1 2 1,-1-5-99,7-2 0,-9-9 144,16-5 0,-9 2 7,9-2 1,-6-7 14,-8-8 1,5 1 22,-5 7-56,5-1 32,2 1 0,-7 2-117,0 5 1,-7 5 216,8 9 0,-8 0 188,7 0 1,-7 7-162,7 0 0,-9 9 69,2-1 1,2 3-81,-2 4 0,3-1 116,-3 0 1,-5 0-148,5 1 0,3-8 58,-3 0 0,2-7-262,-2 7 7,-4-9-221,16 4 222,-8-9 1,8-2-123,-4-5 1,1 2-84,-9-9 1,7 0-255,-7-7 1,10-1 97,-3 1 1,-2 0 476,2 0 0,-9-48 0,4-11 0</inkml:trace>
  <inkml:trace contextRef="#ctx0" brushRef="#br0" timeOffset="5567">6589 362 7009,'-12'-14'261,"5"-1"1,2 11 484,-2-3-501,5 4-118,-8 3 0,8 0 126,-5 0-22,4 0-27,-6 0-9,9 0-103,-9 0 7,6 0-334,-6 0 110,9 0-2034,0 0 1005,0 10 1154,0-8 0,9 7 0,-16 10 0,5 5 0</inkml:trace>
  <inkml:trace contextRef="#ctx0" brushRef="#br0" timeOffset="5859">6121 468 9279,'0'-12'948,"0"3"1,3 9-715,4 0 1,-3 0-95,11 0 1,-8 0-135,7 0 41,0 0 1,7 0-170,1 0 1,-1 0-58,0 0 1,0 0 82,1 0 1,-1 0-238,0 0 0,-7 0-289,0 0 46,1 0-58,6 0-504,-9 0 200,6 0 938,-15 0 0,6 0 0,-28 0 0,-4 0 0</inkml:trace>
  <inkml:trace contextRef="#ctx0" brushRef="#br0" timeOffset="7828">7056 362 7863,'-2'-12'805,"-5"5"-404,5 4-297,-8 3 1,8 0 299,-5 0-154,4 0-107,-16 0 0,15 0-21,-11 0 0,8 3-2,-7 4 0,7 2-76,-7 6 1,9 3-3,-2-3 1,2 3-256,-2 4 155,5-1 1,-7 0-125,9 0 1,0 1-51,0-1 1,9-7 140,5 0 1,-2-2-168,2 2 1,7-4 92,8-10 1,-1 0 66,-7 0 1,1 0 42,-1 0 1,0 0 90,0 0 0,1-10-68,-1-4 1,-2-5 126,-5-2 1,2 0-70,-8-1 1,6 1 24,-7 0 0,2 7 59,-2 0 0,-4 7 126,4-8-64,-5 11-236,-2-6 1,0 10 205,0 0 1,0 10 10,0 4 0,0-2-113,0 2-25,0 0 0,0 7-32,0 0 0,0-6-22,0-1-33,10-9-320,1 13 273,11-15 1,-1 6 69,0-9 0,-7 0 61,0 0 1,-6-2-21,6-5 1,-7 2 17,7-9 1,-7 0-4,7-8 0,-7 8 30,7 0 16,-9 0 1,7 0 67,-5 0-31,-5 9-56,8-14 117,-10 17-76,0-8 0,2 17 109,5 0 0,-4 10-151,4-3 1,-5-2 29,-2 2-34,0 0 0,2 5 32,6-5-230,-6 5 0,14-14 75,-8 9 1,1-9-150,-2 2 141,5-5 0,9-2 43,0 0 1,-6-7 33,-1 0 0,0-9 20,7 1 0,3-1-40,4 2 1,-4-5 5,4 5 1,3-3 139,-3 3 0,3-3-109,-3 10 0,-4-7 247,4 7 0,-4 0-40,-3 7 0,0 0-54,0 0 7,1 9-12,-1 3-59,-9 9 1,-3 1 12,-9-1 1,-2-7-272,-5 0 229,-5-9 0,-16 12-395,-1-10 0,-1 0 80,1-7 0,3 0-41,-9 0 1,9 0 217,-3 0 0,6 0 56,2 0 1,-1 0-72,1 0 0,7 0-122,0 0 44,9 0-3,-4 0 442,9 0 1,2 0-35,5 0 0,5 0 67,9 0 0,0 0-156,1 0 1,6 0-50,0 0 1,8 0-37,-8 0 0,7-3 26,-6-4 1,9 3-244,-3-11 0,3 4 73,-3-4 0,5-3-119,-4 3 0,2-6 6,-3-7 1,-4 4 130,-10-4 0,0 2-3,0-2 1,-9 2 20,-5-10 1,-4 8-59,-3-8 1,0 8 1,0-7 1,-10 9 138,-4-3 1,2 13-86,-2 2 0,7 9 162,-7-2 0,7 4 34,-7 3-7,9 10 1,-12 9-78,10 9 0,-2 3 162,2-3 1,4 3-84,-4 4 1,5 5 132,2-4 1,-7-3-25,0 2 0,0-9-53,7 3 0,0-3-167,0 2 1,0-4 49,0 4 1,2-7-154,5-7 0,-2 5 72,9-5 0,0-4-212,7-3 0,-4-5 118,4-2 0,-4 0-86,11 0 0,3-9 90,-3-5 0,0-1 0,-6-6 1,1 5 8,6-13 0,-6 6 20,6 1 1,-13-6 0,-2 0 0,-2-1 79,2 8 1,3 0 169,-10 0 1,0 7-90,-7-1 27,0 11-270,0-6 166,0 10 0,-2 3 157,-5 4 0,2 4-77,-9 11 1,9-1 14,-2 0 0,2 0-21,-2 1 0,5-1 85,-5 0-160,4 0 1,3 1 13,0-1 1,3-7-26,4 0 0,-3-7 60,11 8 1,-8-11-159,7 3 0,0-4 88,7-3 0,-7 0-9,1 0 0,-8 0 45,7 0 0,0-10-3,7-4 1,-7-5-67,1-2 1,-1 0-1,7-1 0,-9-6-7,-5 0 0,2-3 47,-2 3 0,0 4-109,-7-4 0,0 4-51,0 3 62,-9 0 0,0 7 21,-6-1 1,-3 11-10,3-3 1,-4 7 80,-2 7 0,2-3 9,5 11 0,-2-1 70,9 7 1,-8-7-115,8 0 1,-7 0 215,7 8-96,0-1-22,7 0 1,0 0-14,0 1 0,9-10 7,6-5 1,3-3-57,4 3 1,-1-4-6,0 4 0,3-5-73,4-2 1,-4-2 65,4-5 0,3 2-13,-3-9 0,0 0-53,-6-8 1,-1 4-14,0 3 0,-2-3 62,-5 3 0,3 4-53,-10-4 34,0 11 13,-7-15-102,0 16 52,0-6 168,0 9-79,-9 9 9,6 3 0,-6 2-46,9 1 15,0-11 0,2 8 10,5-5 15,5-4 1,9 6 14,0-9 1,-6 0-22,-1 0 0,-2 2-3,2 5 0,-2-4 140,-5 4 337,-5 5-392,17-1 1,-17 11 342,5-1-342,-4 0 1,-3 0 7,0 1 1,0-8-110,0 0 1,0-7 201,0 7-149,0-9 1,2 7-18,5-5 0,-2-5-123,9 5 1,-7-4 71,7-3 0,1-3-143,6-4 1,-7 3 83,0-11 1,0 8-164,8-7 0,-4 0-226,-3-7 0,1 4 36,-9-4 1,7 12-242,-7-13 690,1 6 0,-37-53 0,-6-11 0</inkml:trace>
  <inkml:trace contextRef="#ctx0" brushRef="#br0" timeOffset="8044">8268 170 8666,'9'-11'601,"5"4"1,15 4-470,6 3 1,8 0-65,6 0 1,5 0-140,10 0 1,-2 0-52,-6 0 0,-6 0-262,-15 0 0,-4 0-956,-10 0 565,-9 0 775,-3 0 0,-65 10 0,-15 1 0</inkml:trace>
  <inkml:trace contextRef="#ctx0" brushRef="#br0" timeOffset="9670">9224 340 8223,'-12'-9'-95,"-4"4"46,9-9 0,-3 9 389,3-2 126,5-4 178,-8 8 32,1-6-524,6 9 232,-6 0-113,9 0 0,0 2-64,0 5 0,0-2-136,0 9 1,0 0 26,0 7 1,0 1-104,0-1 1,0 0 56,0 0 1,0 1-47,0-1 0,0-7-186,0 0 0,0 0-95,0 8 0,0-8-58,0 0 0,0-7-147,0 7 236,0-9 181,0 14 47,9-17 1,-6 5-36,4-14 1,5-5 14,2-9 0,-2 0 87,2 0 0,2-1-38,13 1 1,-6 0 4,6 0 1,-6-1-9,-1 1 0,-1 2-13,0 5 1,0-2 35,1 9 0,-1-1 245,0 8-202,0 0 1,1 10 18,-1 4 1,-9-2 81,-5 2 1,-3 0-111,3 7 0,-4 1 5,4-1 0,-5 0-69,-2 0 1,0-6-356,0-1 284,0-9-301,-9 13 226,6-15 88,-6 6 0,7-9-128,-5 0 0,4-2 132,-4-5 0,5 2 0,2-9 0,0 0 4,0-8 1,2 1 12,5 0 1,-2 2 34,9 5 1,-7-3 5,7 10 33,1-9-8,6 13 0,0-6 188,0 9 0,-7 0-42,1 0 1,-8 0-105,7 0 0,-2 2 12,2 5 1,-2 3 3,-5 4 0,-3 3-59,11-10 1,-8 7-21,7-7 1,-7 2-1,7-2 1,0-4-128,8 4 1,-1-5-82,0-2 1,0 0 31,1 0 1,-1 0 90,0 0 0,0-7 48,1 0 0,-8-9 1,0 1 1,-2-4-11,2-2 1,2 0 25,-9 0 0,1-1 18,-8 1 0,0 0 215,0 0-87,0 9-246,0-7 53,0 17 1,-8-5 104,1 14 0,-2-3 101,2 11 0,2-1-82,-9 7 0,9 0 111,-2 0 0,5 1-115,2-1 0,0 0 16,0 0 1,0-6-72,0-1 0,2-2-4,5 2 1,5 5 1,9-15 7,1 11 0,-1-11-110,0 3 0,0-4 80,1-3 1,-1-3-18,0-4 0,0-2-12,1-5 0,-4-5-3,-3 5 1,4-5-97,-5-3 1,-5 1 58,-2 0-31,5 0 135,-10-1 192,8 1-387,-10 9-221,0 3 415,0 9 1,0 2 126,0 5 1,0-2-66,0 9 0,2-7-47,5 8 1,-2-8 5,9 7 0,-2-7-21,2 7 0,3-7 46,-10 7-21,9-9-20,-4 14 0,7-14 44,-5 9 1,-2-7-11,-5 7 1,-5-7 22,5 7 0,3-7-25,-3 8 1,0-8 12,-7 7 1,2-7-20,6 7-21,-6-9 1,10 4 12,-5-9-29,-5 0 1,17 0 26,-5 0 1,-2 0-18,2 0 1,0-7-98,8 0 0,-1-9 67,0 1 1,0-6-4,1-7 1,-1 4-75,0-4 0,-7 2-152,0-2 0,-2 4-26,2-4 1,-4 4-241,-10 3 1,7 7-674,0-1 1176,0 11 0,-64 13 0,-13 15 0</inkml:trace>
  <inkml:trace contextRef="#ctx0" brushRef="#br0" timeOffset="11630">2976 1488 8263,'-9'12'-71,"6"7"0,-9-15-86,5 11 158,5-11 1,-8 8 250,10-5-199,0-4 243,0 6-25,0-9 344,0 0 1,3-7-500,4 0 1,-2-3-139,9 3 1,0 3 75,7-11 1,-7 4-141,1-3 0,-1-5 128,7 4 1,0-6-14,1-7 0,-1 4-47,0-4 1,-7 2-20,0-2 0,-2 2-67,2-10 1,3 3 100,-10-2 0,0-5-22,-7 4 1,0 3 21,0-2 1,-2 9-3,-5-3-64,4 15 1,-13 2-142,9 5 1,-3 7 189,3 0 1,2 5-13,-9 16 1,0-2 136,-7 17 1,7-8-93,-1 7 1,4 1 110,-4 6 0,-1-6-78,9-1 1,-7-2 129,7 3 0,0 1-77,7-8 1,0 6 16,0-7 0,0 3-41,0-2 1,0-13-2,0 5 1,7-4-147,0 4 1,9-9 83,-2-5 0,5 2-464,3-2 228,-1 1 1,0-8 135,0 0 1,1-10 42,-1-4 1,0 2 2,0-2 1,1 0-3,-1-7 1,0-1 0,0 1 1,-7 0 119,1 0 1,-8-1-107,7 1 0,-9 7 72,2 0 0,2 7-90,-2-8-25,0 11 133,-7-6 0,3 13 164,4 4 1,-5 5-152,5 9 0,-4 0 18,-3 0 0,0 1 382,0-1-333,0 10 1,0-8-208,0 5 0,0-4 42,0-3 0,0-7-209,0 1 1,7-8 38,0 7-187,9-9 252,-4 4 1,9-11-126,1-5 275,-1-5 1,0-9-118,0-1 0,-2 1 169,-5 0 1,5 0-9,-5-1 1,-2 8-30,2 0 1,-7 9 182,8-2 364,-1 5-412,7 2 0,-2 2-28,-5 5 0,-4-2 5,-10 9 1,7 0 59,0 8-186,0-1 1,-7 0-63,0 0-457,0-9 284,0 7-272,0-17 143,0 17-124,0-16 304,0-3 0,7-12 8,0-9 0,10-1 211,-3 1 1,5 0-41,2 0 0,0 2 87,0 5 1,1 2-50,-1 5 0,2 4 193,6-4 0,-6 5-102,6 2 1,-13 7 99,-2 0 0,-2 10-75,2-3 1,3 5-51,-10 2 1,7-7-27,-7 0-61,0 0 0,-4 5-295,4-5 197,-5 5-178,8-16 0,-8 6 107,5-9 1,-2-2-308,9-5 414,0-5 1,5-9-87,-5-1 0,3-6 123,-10 0 1,7-8-126,-7 8 1,2-10 4,-1 3 0,-6-5 115,5-3 1,-5 3 306,-2 4-200,0 6 320,0 9-576,0 9 191,0 2 240,0 39 1,-7-10-23,0 23 0,0-11-16,7 4 0,0-7-181,0 8 0,0-10-99,0 2 1,0-4-38,0-3 0,0 0-254,0 1 0,0-8-66,0 0 320,0-9 1,2 4-153,6-9 0,-4-2 141,10-5 1,1-5-15,6-9 1,7-3 34,1-4 1,6 2 124,-7-10 1,1 10-94,-8-2 0,0 4 25,0 3 1,-2 7-99,-5 0 34,5 9 72,-16-4 19,6 9 1,-18 2 2,-5 5 1,-12 2 9,-3 6 0,-1 3 11,1-3 0,8-4-17,0 4 0,-1-8 65,8 7 250,5 0-314,-1 7 1,10 1 164,0-1 0,10-7-60,4 0 1,7-7-21,8 7 0,-3-9-162,9 2 0,-9 3-201,2-3 1,-2 0-73,3-7 0,-13 0-403,5 0 0,-11 0-1145,4 0 1865,-9 0 0,-47-4 0,-30-2 0,-4 0 0,-1 1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9T17:10:11.226"/>
    </inkml:context>
    <inkml:brush xml:id="br0">
      <inkml:brushProperty name="width" value="0.08571" units="cm"/>
      <inkml:brushProperty name="height" value="0.08571" units="cm"/>
    </inkml:brush>
  </inkml:definitions>
  <inkml:trace contextRef="#ctx0" brushRef="#br0">43 1021 6453,'-12'-9'1137,"3"6"-671,9-6-313,0-1 1,-3 8-74,-4-5 177,5 4-44,-8 3-42,10 0 1059,0 0-1134,10 0 0,-5 0-1,9 0-55,-9 0 1,13-7-85,-3 0 1,-4-2 114,4 2 0,1 2-9,12-9 1,-2 2-40,10-2 1,-1-5-7,8 5 0,2-7 92,4-8 1,-4 6 1,5-6 1,-5 6-21,-3 1 0,5-6 5,-4 0 1,4 7-68,-12 6 1,-2 1 57,3-7 1,-3 2-6,2 5 0,3-3-50,-10 10 1,8-9-92,-8 2 0,10 2 42,-3-2 0,-2 7-22,3-8 0,-1 8 7,8-7 0,-1 2 5,1-2 0,-8-2-16,1 8 1,-10-1 26,2 2 1,-4 5-18,-3-5 22,0-5 8,0 9 0,-6-6 10,-1 9 1,-10-10 9,6 8 5,-10-7-274,0 9-4881,0 0 5133,-10 0 0,8 0 0,-36 19 0,3 4 0</inkml:trace>
  <inkml:trace contextRef="#ctx0" brushRef="#br0" timeOffset="2342">1998 107 8268,'12'0'-928,"-3"-9"1,-9 4 981,0-9-214,0 9 374,0-4 6,0 9 253,0 0-81,-9 0 129,7 0-229,-8 0 41,10 0 451,0 0 1,2 7-679,6 0 0,3 9 27,11-1 1,-1-4-4,0 3 1,7 1-47,1 6 1,2 0 7,-3 0 0,-2 1-30,9-1 0,-9-7-4,3 0-21,4 0 0,-10 5-251,6-5-181,-6 5 121,-11-16-22,-3 6 38,-9-9-808,0 0 0,-7-2-9,0-5 69,-9 4 1006,4-16 0,-9 8 0,-19-39 0,-5-7 0</inkml:trace>
  <inkml:trace contextRef="#ctx0" brushRef="#br0" timeOffset="2642">2359 22 8532,'0'-12'-1,"0"3"527,0 9-345,0 9 0,0-4-43,0 9 1,-2-2 40,-5 2 0,5 5-23,-5-5 0,-3 5-84,3 2 0,-2 1 124,1-1 1,4 0-99,-10 0 0,2 1-28,-2-1 1,-5 3-52,5 4 0,-3-5 92,3 6 1,-5-6-200,5-1 0,2-8 66,-2 0 0,7-2-152,-7 2 129,9 5-30,-5-17-94,10 8-283,0-10-1213,0 0 690,10 0 1,2-3 974,9-4 0,28-23 0,8-15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6/9/26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Today I'll talk about our work rethinking how we design speed tests. Speed tests are everywhere — billions are run every year by consumers, operators, regulators, researchers. But despite all that usage, the tools haven't kept up with what stakeholders actually need. I'll argue we should move beyond one-shot bandwidth numbers toward lightweight, diagnostic, longitudinal measurement. </a:t>
            </a:r>
            <a:endParaRPr lang="en-US"/>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a:p>
        </p:txBody>
      </p:sp>
    </p:spTree>
    <p:extLst>
      <p:ext uri="{BB962C8B-B14F-4D97-AF65-F5344CB8AC3E}">
        <p14:creationId xmlns:p14="http://schemas.microsoft.com/office/powerpoint/2010/main" val="24462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4E2F1-6E47-D9BA-51E4-81E99B9CDF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CCF2A-B91C-99F2-9438-CB6A3F57B9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5873E9-A7C2-08DA-3560-704F0CE65A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ABC6718-21D1-C5F0-0CB0-92414AFBAD4F}"/>
              </a:ext>
            </a:extLst>
          </p:cNvPr>
          <p:cNvSpPr>
            <a:spLocks noGrp="1"/>
          </p:cNvSpPr>
          <p:nvPr>
            <p:ph type="sldNum" sz="quarter" idx="5"/>
          </p:nvPr>
        </p:nvSpPr>
        <p:spPr/>
        <p:txBody>
          <a:bodyPr/>
          <a:lstStyle/>
          <a:p>
            <a:fld id="{D4B9A9E5-4F7F-4A7D-9DE1-899232329269}" type="slidenum">
              <a:rPr lang="en-US" smtClean="0"/>
              <a:t>2</a:t>
            </a:fld>
            <a:endParaRPr lang="en-US"/>
          </a:p>
        </p:txBody>
      </p:sp>
    </p:spTree>
    <p:extLst>
      <p:ext uri="{BB962C8B-B14F-4D97-AF65-F5344CB8AC3E}">
        <p14:creationId xmlns:p14="http://schemas.microsoft.com/office/powerpoint/2010/main" val="303685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a:p>
        </p:txBody>
      </p:sp>
    </p:spTree>
    <p:extLst>
      <p:ext uri="{BB962C8B-B14F-4D97-AF65-F5344CB8AC3E}">
        <p14:creationId xmlns:p14="http://schemas.microsoft.com/office/powerpoint/2010/main" val="1418014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8278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Few observations</a:t>
            </a:r>
          </a:p>
          <a:p>
            <a:pPr marL="171450" indent="-171450">
              <a:buFontTx/>
              <a:buChar char="-"/>
            </a:pPr>
            <a:r>
              <a:rPr lang="en-US"/>
              <a:t>Each router interface has one IP address. </a:t>
            </a:r>
          </a:p>
          <a:p>
            <a:pPr marL="171450" indent="-171450">
              <a:buFontTx/>
              <a:buChar char="-"/>
            </a:pPr>
            <a:r>
              <a:rPr lang="en-US"/>
              <a:t>Router entry can be 223.1.2.2 / </a:t>
            </a:r>
          </a:p>
          <a:p>
            <a:pPr marL="171450" indent="-171450">
              <a:buFontTx/>
              <a:buChar char="-"/>
            </a:pPr>
            <a:r>
              <a:rPr lang="en-US"/>
              <a:t>Can we do better?</a:t>
            </a:r>
          </a:p>
          <a:p>
            <a:pPr marL="171450" indent="-171450">
              <a:buFontTx/>
              <a:buChar char="-"/>
            </a:pPr>
            <a:r>
              <a:rPr lang="en-US"/>
              <a:t>Subnet mask . Either write it as 255.255.255.0 or 103.27.10.0/24</a:t>
            </a:r>
          </a:p>
        </p:txBody>
      </p:sp>
      <p:sp>
        <p:nvSpPr>
          <p:cNvPr id="4" name="Slide Number Placeholder 3"/>
          <p:cNvSpPr>
            <a:spLocks noGrp="1"/>
          </p:cNvSpPr>
          <p:nvPr>
            <p:ph type="sldNum" sz="quarter" idx="5"/>
          </p:nvPr>
        </p:nvSpPr>
        <p:spPr/>
        <p:txBody>
          <a:bodyPr/>
          <a:lstStyle/>
          <a:p>
            <a:fld id="{3D91EEAC-CFEF-9647-876F-EABC6B8338D7}" type="slidenum">
              <a:rPr lang="en-US" smtClean="0"/>
              <a:t>6</a:t>
            </a:fld>
            <a:endParaRPr lang="en-US"/>
          </a:p>
        </p:txBody>
      </p:sp>
    </p:spTree>
    <p:extLst>
      <p:ext uri="{BB962C8B-B14F-4D97-AF65-F5344CB8AC3E}">
        <p14:creationId xmlns:p14="http://schemas.microsoft.com/office/powerpoint/2010/main" val="6792499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2815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Class </a:t>
            </a:r>
          </a:p>
        </p:txBody>
      </p:sp>
      <p:sp>
        <p:nvSpPr>
          <p:cNvPr id="4" name="Slide Number Placeholder 3"/>
          <p:cNvSpPr>
            <a:spLocks noGrp="1"/>
          </p:cNvSpPr>
          <p:nvPr>
            <p:ph type="sldNum" sz="quarter" idx="5"/>
          </p:nvPr>
        </p:nvSpPr>
        <p:spPr/>
        <p:txBody>
          <a:bodyPr/>
          <a:lstStyle/>
          <a:p>
            <a:fld id="{3D91EEAC-CFEF-9647-876F-EABC6B8338D7}" type="slidenum">
              <a:rPr lang="en-US" smtClean="0"/>
              <a:t>8</a:t>
            </a:fld>
            <a:endParaRPr lang="en-US"/>
          </a:p>
        </p:txBody>
      </p:sp>
    </p:spTree>
    <p:extLst>
      <p:ext uri="{BB962C8B-B14F-4D97-AF65-F5344CB8AC3E}">
        <p14:creationId xmlns:p14="http://schemas.microsoft.com/office/powerpoint/2010/main" val="3525497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5314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LTPro"/>
              </a:rPr>
              <a:t>Since an inter-AS routing protocol involves coordination among multiple ASs, communicating ASs must run the same inter-AS routing protocol. In fact, in the Internet, all ASs run the same inter-AS routing protocol, called the Border Gateway Protocol, more commonly known as </a:t>
            </a:r>
            <a:r>
              <a:rPr lang="en-US" sz="1800" b="1">
                <a:effectLst/>
                <a:latin typeface="TimesLTPro"/>
              </a:rPr>
              <a:t>BGP </a:t>
            </a:r>
            <a:endParaRPr lang="en-US"/>
          </a:p>
          <a:p>
            <a:endParaRPr lang="en-US"/>
          </a:p>
        </p:txBody>
      </p:sp>
      <p:sp>
        <p:nvSpPr>
          <p:cNvPr id="4" name="Slide Number Placeholder 3"/>
          <p:cNvSpPr>
            <a:spLocks noGrp="1"/>
          </p:cNvSpPr>
          <p:nvPr>
            <p:ph type="sldNum" sz="quarter" idx="5"/>
          </p:nvPr>
        </p:nvSpPr>
        <p:spPr/>
        <p:txBody>
          <a:bodyPr/>
          <a:lstStyle/>
          <a:p>
            <a:fld id="{D16EA1AD-6EA3-1049-AB4E-FC15F4DC35F9}" type="slidenum">
              <a:rPr lang="en-US" smtClean="0"/>
              <a:t>13</a:t>
            </a:fld>
            <a:endParaRPr lang="en-US"/>
          </a:p>
        </p:txBody>
      </p:sp>
    </p:spTree>
    <p:extLst>
      <p:ext uri="{BB962C8B-B14F-4D97-AF65-F5344CB8AC3E}">
        <p14:creationId xmlns:p14="http://schemas.microsoft.com/office/powerpoint/2010/main" val="4252514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24</a:t>
            </a:fld>
            <a:endParaRPr lang="en-US"/>
          </a:p>
        </p:txBody>
      </p:sp>
    </p:spTree>
    <p:extLst>
      <p:ext uri="{BB962C8B-B14F-4D97-AF65-F5344CB8AC3E}">
        <p14:creationId xmlns:p14="http://schemas.microsoft.com/office/powerpoint/2010/main" val="811343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76722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D4A564-B5A9-1B48-9539-F4CC86F953AC}" type="slidenum">
              <a:rPr lang="en-US" smtClean="0"/>
              <a:t>30</a:t>
            </a:fld>
            <a:endParaRPr lang="en-US"/>
          </a:p>
        </p:txBody>
      </p:sp>
    </p:spTree>
    <p:extLst>
      <p:ext uri="{BB962C8B-B14F-4D97-AF65-F5344CB8AC3E}">
        <p14:creationId xmlns:p14="http://schemas.microsoft.com/office/powerpoint/2010/main" val="26982568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D4A564-B5A9-1B48-9539-F4CC86F953AC}" type="slidenum">
              <a:rPr lang="en-US" smtClean="0"/>
              <a:t>31</a:t>
            </a:fld>
            <a:endParaRPr lang="en-US"/>
          </a:p>
        </p:txBody>
      </p:sp>
    </p:spTree>
    <p:extLst>
      <p:ext uri="{BB962C8B-B14F-4D97-AF65-F5344CB8AC3E}">
        <p14:creationId xmlns:p14="http://schemas.microsoft.com/office/powerpoint/2010/main" val="26982568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a:extLst>
              <a:ext uri="{FF2B5EF4-FFF2-40B4-BE49-F238E27FC236}">
                <a16:creationId xmlns:a16="http://schemas.microsoft.com/office/drawing/2014/main" id="{246D568D-B56E-23C7-F309-572763F8489E}"/>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8" name="Notes Placeholder 2">
            <a:extLst>
              <a:ext uri="{FF2B5EF4-FFF2-40B4-BE49-F238E27FC236}">
                <a16:creationId xmlns:a16="http://schemas.microsoft.com/office/drawing/2014/main" id="{FFC9E282-F249-6187-DEA0-FD9E931670B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latin typeface="Arial" panose="020B0604020202020204" pitchFamily="34" charset="0"/>
                <a:ea typeface="ＭＳ Ｐゴシック" panose="020B0600070205080204" pitchFamily="34" charset="-128"/>
              </a:rPr>
              <a:t>Broadcom, Intel</a:t>
            </a:r>
          </a:p>
        </p:txBody>
      </p:sp>
      <p:sp>
        <p:nvSpPr>
          <p:cNvPr id="19459" name="Slide Number Placeholder 3">
            <a:extLst>
              <a:ext uri="{FF2B5EF4-FFF2-40B4-BE49-F238E27FC236}">
                <a16:creationId xmlns:a16="http://schemas.microsoft.com/office/drawing/2014/main" id="{50C40668-FD29-C101-3244-5EDD630D51B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eaLnBrk="1" hangingPunct="1"/>
            <a:fld id="{3DF3213C-F032-4743-AFD2-AD6FA463AD29}" type="slidenum">
              <a:rPr lang="en-US" altLang="en-US" sz="1200">
                <a:latin typeface="Arial" panose="020B0604020202020204" pitchFamily="34" charset="0"/>
              </a:rPr>
              <a:pPr eaLnBrk="1" hangingPunct="1"/>
              <a:t>33</a:t>
            </a:fld>
            <a:endParaRPr lang="en-US" altLang="en-US" sz="120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91EEAC-CFEF-9647-876F-EABC6B8338D7}" type="slidenum">
              <a:rPr lang="en-US" smtClean="0"/>
              <a:t>35</a:t>
            </a:fld>
            <a:endParaRPr lang="en-US"/>
          </a:p>
        </p:txBody>
      </p:sp>
    </p:spTree>
    <p:extLst>
      <p:ext uri="{BB962C8B-B14F-4D97-AF65-F5344CB8AC3E}">
        <p14:creationId xmlns:p14="http://schemas.microsoft.com/office/powerpoint/2010/main" val="320778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55583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01892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62921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91EEAC-CFEF-9647-876F-EABC6B8338D7}" type="slidenum">
              <a:rPr lang="en-US" smtClean="0"/>
              <a:t>39</a:t>
            </a:fld>
            <a:endParaRPr lang="en-US"/>
          </a:p>
        </p:txBody>
      </p:sp>
    </p:spTree>
    <p:extLst>
      <p:ext uri="{BB962C8B-B14F-4D97-AF65-F5344CB8AC3E}">
        <p14:creationId xmlns:p14="http://schemas.microsoft.com/office/powerpoint/2010/main" val="34156581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91EEAC-CFEF-9647-876F-EABC6B8338D7}" type="slidenum">
              <a:rPr lang="en-US" smtClean="0"/>
              <a:t>40</a:t>
            </a:fld>
            <a:endParaRPr lang="en-US"/>
          </a:p>
        </p:txBody>
      </p:sp>
    </p:spTree>
    <p:extLst>
      <p:ext uri="{BB962C8B-B14F-4D97-AF65-F5344CB8AC3E}">
        <p14:creationId xmlns:p14="http://schemas.microsoft.com/office/powerpoint/2010/main" val="4001384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1AA30-8E62-1221-2E43-0A5F30AD6C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6FD956-5984-2F9E-DC62-161C35E543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08314AC7-7716-372D-9910-F015052321F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61E0FA8-AE0D-3CCC-F18D-3FB0926A8B6C}"/>
              </a:ext>
            </a:extLst>
          </p:cNvPr>
          <p:cNvSpPr>
            <a:spLocks noGrp="1"/>
          </p:cNvSpPr>
          <p:nvPr>
            <p:ph type="sldNum" sz="quarter" idx="12"/>
          </p:nvPr>
        </p:nvSpPr>
        <p:spPr/>
        <p:txBody>
          <a:bodyPr/>
          <a:lstStyle/>
          <a:p>
            <a:fld id="{1E8D6067-B78A-364C-8A89-6818F71172FB}" type="slidenum">
              <a:rPr lang="en-US" smtClean="0"/>
              <a:t>‹#›</a:t>
            </a:fld>
            <a:endParaRPr lang="en-US"/>
          </a:p>
        </p:txBody>
      </p:sp>
    </p:spTree>
    <p:extLst>
      <p:ext uri="{BB962C8B-B14F-4D97-AF65-F5344CB8AC3E}">
        <p14:creationId xmlns:p14="http://schemas.microsoft.com/office/powerpoint/2010/main" val="1277752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E61E-623C-F1A3-E5E2-FEF461A8B7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BE81DF8-FB28-808C-0753-61E8D2DCFD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1FB8A3A-95A2-FB7C-C69B-E094DD8ECB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C5EC27-DE98-81B2-A3B5-D30B7163A981}"/>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3791E7D-912C-FE01-68F9-C4A40CB8AA7C}"/>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1720476814"/>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8E71A-0913-FEA7-1DD8-597B2C73A1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B5D24D-6324-24A4-E8D6-941A96EF7E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87EE8EE-4792-958A-E992-13E41CE576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4C6FD5-7B52-516E-98B2-D260BD522B52}"/>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F95074F-06B8-AF72-F021-757927DAB2DB}"/>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2045882467"/>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DFD10-5506-1DFF-E648-1D263369E4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522A0C-E762-D7A6-162C-1EA6585094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227F24-3BC6-2CC2-C05A-6B28066A587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797E750-074C-BAE1-1555-CE20E41BF1F8}"/>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3762423629"/>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9D8F26-6558-5830-1F61-2CCC069A90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4ED8B9-24A4-B5FC-DED8-F59E06777B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9CC3F-3692-93DB-40AB-5FC637276705}"/>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DE02299-A6D5-CC51-FEAC-8658D25CC210}"/>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1004033354"/>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a:xfrm>
            <a:off x="838200" y="6356350"/>
            <a:ext cx="2743200" cy="365125"/>
          </a:xfrm>
          <a:prstGeom prst="rect">
            <a:avLst/>
          </a:prstGeom>
        </p:spPr>
        <p:txBody>
          <a:bodyPr/>
          <a:lstStyle>
            <a:lvl1pPr>
              <a:defRPr sz="900"/>
            </a:lvl1pPr>
          </a:lstStyle>
          <a:p>
            <a:r>
              <a:rPr lang="en-US"/>
              <a:t>20XX</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4"/>
        <p:cNvGrpSpPr/>
        <p:nvPr/>
      </p:nvGrpSpPr>
      <p:grpSpPr>
        <a:xfrm>
          <a:off x="0" y="0"/>
          <a:ext cx="0" cy="0"/>
          <a:chOff x="0" y="0"/>
          <a:chExt cx="0" cy="0"/>
        </a:xfrm>
      </p:grpSpPr>
      <p:sp>
        <p:nvSpPr>
          <p:cNvPr id="275" name="Google Shape;275;p11"/>
          <p:cNvSpPr txBox="1">
            <a:spLocks noGrp="1"/>
          </p:cNvSpPr>
          <p:nvPr>
            <p:ph type="title"/>
          </p:nvPr>
        </p:nvSpPr>
        <p:spPr>
          <a:xfrm>
            <a:off x="415600" y="59430"/>
            <a:ext cx="11360800" cy="763600"/>
          </a:xfrm>
          <a:prstGeom prst="rect">
            <a:avLst/>
          </a:prstGeom>
        </p:spPr>
        <p:txBody>
          <a:bodyPr spcFirstLastPara="1" wrap="square" lIns="91425" tIns="91425" rIns="91425" bIns="91425" anchor="t" anchorCtr="0">
            <a:normAutofit/>
          </a:bodyPr>
          <a:lstStyle>
            <a:lvl1pPr lvl="0" algn="l">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76" name="Google Shape;276;p11"/>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Font typeface="Roboto"/>
              <a:buChar char="●"/>
              <a:defRPr>
                <a:latin typeface="Roboto"/>
                <a:ea typeface="Roboto"/>
                <a:cs typeface="Roboto"/>
                <a:sym typeface="Roboto"/>
              </a:defRPr>
            </a:lvl1pPr>
            <a:lvl2pPr marL="1219170" lvl="1" indent="-423323">
              <a:spcBef>
                <a:spcPts val="0"/>
              </a:spcBef>
              <a:spcAft>
                <a:spcPts val="0"/>
              </a:spcAft>
              <a:buSzPts val="1400"/>
              <a:buFont typeface="Roboto"/>
              <a:buChar char="○"/>
              <a:defRPr>
                <a:latin typeface="Roboto"/>
                <a:ea typeface="Roboto"/>
                <a:cs typeface="Roboto"/>
                <a:sym typeface="Roboto"/>
              </a:defRPr>
            </a:lvl2pPr>
            <a:lvl3pPr marL="1828754" lvl="2" indent="-423323">
              <a:spcBef>
                <a:spcPts val="0"/>
              </a:spcBef>
              <a:spcAft>
                <a:spcPts val="0"/>
              </a:spcAft>
              <a:buSzPts val="1400"/>
              <a:buFont typeface="Roboto"/>
              <a:buChar char="■"/>
              <a:defRPr>
                <a:latin typeface="Roboto"/>
                <a:ea typeface="Roboto"/>
                <a:cs typeface="Roboto"/>
                <a:sym typeface="Roboto"/>
              </a:defRPr>
            </a:lvl3pPr>
            <a:lvl4pPr marL="2438339" lvl="3" indent="-423323">
              <a:spcBef>
                <a:spcPts val="0"/>
              </a:spcBef>
              <a:spcAft>
                <a:spcPts val="0"/>
              </a:spcAft>
              <a:buSzPts val="1400"/>
              <a:buFont typeface="Roboto"/>
              <a:buChar char="●"/>
              <a:defRPr>
                <a:latin typeface="Roboto"/>
                <a:ea typeface="Roboto"/>
                <a:cs typeface="Roboto"/>
                <a:sym typeface="Roboto"/>
              </a:defRPr>
            </a:lvl4pPr>
            <a:lvl5pPr marL="3047924" lvl="4" indent="-423323">
              <a:spcBef>
                <a:spcPts val="0"/>
              </a:spcBef>
              <a:spcAft>
                <a:spcPts val="0"/>
              </a:spcAft>
              <a:buSzPts val="1400"/>
              <a:buFont typeface="Roboto"/>
              <a:buChar char="○"/>
              <a:defRPr>
                <a:latin typeface="Roboto"/>
                <a:ea typeface="Roboto"/>
                <a:cs typeface="Roboto"/>
                <a:sym typeface="Roboto"/>
              </a:defRPr>
            </a:lvl5pPr>
            <a:lvl6pPr marL="3657509" lvl="5" indent="-423323">
              <a:spcBef>
                <a:spcPts val="0"/>
              </a:spcBef>
              <a:spcAft>
                <a:spcPts val="0"/>
              </a:spcAft>
              <a:buSzPts val="1400"/>
              <a:buFont typeface="Roboto"/>
              <a:buChar char="■"/>
              <a:defRPr>
                <a:latin typeface="Roboto"/>
                <a:ea typeface="Roboto"/>
                <a:cs typeface="Roboto"/>
                <a:sym typeface="Roboto"/>
              </a:defRPr>
            </a:lvl6pPr>
            <a:lvl7pPr marL="4267093" lvl="6" indent="-423323">
              <a:spcBef>
                <a:spcPts val="0"/>
              </a:spcBef>
              <a:spcAft>
                <a:spcPts val="0"/>
              </a:spcAft>
              <a:buSzPts val="1400"/>
              <a:buFont typeface="Roboto"/>
              <a:buChar char="●"/>
              <a:defRPr>
                <a:latin typeface="Roboto"/>
                <a:ea typeface="Roboto"/>
                <a:cs typeface="Roboto"/>
                <a:sym typeface="Roboto"/>
              </a:defRPr>
            </a:lvl7pPr>
            <a:lvl8pPr marL="4876678" lvl="7" indent="-423323">
              <a:spcBef>
                <a:spcPts val="0"/>
              </a:spcBef>
              <a:spcAft>
                <a:spcPts val="0"/>
              </a:spcAft>
              <a:buSzPts val="1400"/>
              <a:buFont typeface="Roboto"/>
              <a:buChar char="○"/>
              <a:defRPr>
                <a:latin typeface="Roboto"/>
                <a:ea typeface="Roboto"/>
                <a:cs typeface="Roboto"/>
                <a:sym typeface="Roboto"/>
              </a:defRPr>
            </a:lvl8pPr>
            <a:lvl9pPr marL="5486263" lvl="8" indent="-423323">
              <a:spcBef>
                <a:spcPts val="0"/>
              </a:spcBef>
              <a:spcAft>
                <a:spcPts val="0"/>
              </a:spcAft>
              <a:buSzPts val="1400"/>
              <a:buFont typeface="Roboto"/>
              <a:buChar char="■"/>
              <a:defRPr>
                <a:latin typeface="Roboto"/>
                <a:ea typeface="Roboto"/>
                <a:cs typeface="Roboto"/>
                <a:sym typeface="Roboto"/>
              </a:defRPr>
            </a:lvl9pPr>
          </a:lstStyle>
          <a:p>
            <a:pPr lvl="0"/>
            <a:r>
              <a:rPr lang="en-US"/>
              <a:t>Click to edit Master text styles</a:t>
            </a:r>
          </a:p>
        </p:txBody>
      </p:sp>
      <p:sp>
        <p:nvSpPr>
          <p:cNvPr id="277" name="Google Shape;277;p11"/>
          <p:cNvSpPr/>
          <p:nvPr/>
        </p:nvSpPr>
        <p:spPr>
          <a:xfrm>
            <a:off x="10146467" y="6266467"/>
            <a:ext cx="1558400" cy="3572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6743232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054249"/>
            <a:ext cx="10515600" cy="5021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a:t>Click to edit Master title style</a:t>
            </a:r>
          </a:p>
        </p:txBody>
      </p:sp>
    </p:spTree>
    <p:extLst>
      <p:ext uri="{BB962C8B-B14F-4D97-AF65-F5344CB8AC3E}">
        <p14:creationId xmlns:p14="http://schemas.microsoft.com/office/powerpoint/2010/main" val="1992772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032734"/>
            <a:ext cx="5181600" cy="51442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032734"/>
            <a:ext cx="5181600" cy="51442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Introduction: 1-</a:t>
            </a:r>
            <a:fld id="{C4204591-24BD-A542-B9D5-F8D8A88D2FEE}" type="slidenum">
              <a:rPr lang="en-US" smtClean="0"/>
              <a:pPr/>
              <a:t>‹#›</a:t>
            </a:fld>
            <a:endParaRPr lang="en-US"/>
          </a:p>
        </p:txBody>
      </p:sp>
    </p:spTree>
    <p:extLst>
      <p:ext uri="{BB962C8B-B14F-4D97-AF65-F5344CB8AC3E}">
        <p14:creationId xmlns:p14="http://schemas.microsoft.com/office/powerpoint/2010/main" val="3951494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a:t>Click to edit Master title style</a:t>
            </a:r>
          </a:p>
        </p:txBody>
      </p:sp>
    </p:spTree>
    <p:extLst>
      <p:ext uri="{BB962C8B-B14F-4D97-AF65-F5344CB8AC3E}">
        <p14:creationId xmlns:p14="http://schemas.microsoft.com/office/powerpoint/2010/main" val="1642991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7E81D7-BE61-1D39-AB01-9F5A732FDAE3}"/>
              </a:ext>
            </a:extLst>
          </p:cNvPr>
          <p:cNvSpPr>
            <a:spLocks noGrp="1"/>
          </p:cNvSpPr>
          <p:nvPr>
            <p:ph type="title"/>
          </p:nvPr>
        </p:nvSpPr>
        <p:spPr>
          <a:xfrm>
            <a:off x="457200" y="100000"/>
            <a:ext cx="11277600" cy="714400"/>
          </a:xfrm>
          <a:prstGeom prst="rect">
            <a:avLst/>
          </a:prstGeom>
        </p:spPr>
        <p:txBody>
          <a:bodyPr vert="horz" lIns="91440" tIns="45720" rIns="91440" bIns="45720" rtlCol="0" anchor="ctr" anchorCtr="0">
            <a:normAutofit/>
          </a:bodyPr>
          <a:lstStyle>
            <a:lvl1pPr>
              <a:defRPr sz="2800" b="1">
                <a:solidFill>
                  <a:srgbClr val="FFFFFF"/>
                </a:solidFill>
              </a:defRPr>
            </a:lvl1pPr>
          </a:lstStyle>
          <a:p>
            <a:r>
              <a:rPr lang="en-US"/>
              <a:t>Click to edit Master title style</a:t>
            </a:r>
          </a:p>
        </p:txBody>
      </p:sp>
      <p:sp>
        <p:nvSpPr>
          <p:cNvPr id="3" name="Text Placeholder 2">
            <a:extLst>
              <a:ext uri="{FF2B5EF4-FFF2-40B4-BE49-F238E27FC236}">
                <a16:creationId xmlns:a16="http://schemas.microsoft.com/office/drawing/2014/main" id="{52EEE4A3-8693-60A6-9005-BD81C5DED6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B295A0C-E374-5C79-23E0-201C6EE3E5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CEABB6-07DC-46E8-9B57-56EC44A396E5}" type="slidenum">
              <a:rPr lang="en-US" smtClean="0"/>
              <a:pPr/>
              <a:t>‹#›</a:t>
            </a:fld>
            <a:endParaRPr lang="en-US"/>
          </a:p>
        </p:txBody>
      </p:sp>
      <p:sp>
        <p:nvSpPr>
          <p:cNvPr id="900" name="MasterHeaderBar"/>
          <p:cNvSpPr/>
          <p:nvPr userDrawn="1"/>
        </p:nvSpPr>
        <p:spPr>
          <a:xfrm>
            <a:off x="0" y="0"/>
            <a:ext cx="12192000" cy="914400"/>
          </a:xfrm>
          <a:prstGeom prst="rect">
            <a:avLst/>
          </a:prstGeom>
          <a:solidFill>
            <a:srgbClr val="1A2B4A"/>
          </a:solidFill>
          <a:ln>
            <a:noFill/>
          </a:ln>
        </p:spPr>
        <p:txBody>
          <a:bodyPr/>
          <a:lstStyle/>
          <a:p>
            <a:endParaRPr lang="en-US"/>
          </a:p>
        </p:txBody>
      </p:sp>
      <p:sp>
        <p:nvSpPr>
          <p:cNvPr id="901" name="MasterAccentLine"/>
          <p:cNvSpPr/>
          <p:nvPr userDrawn="1"/>
        </p:nvSpPr>
        <p:spPr>
          <a:xfrm>
            <a:off x="0" y="914400"/>
            <a:ext cx="12192000" cy="50800"/>
          </a:xfrm>
          <a:prstGeom prst="rect">
            <a:avLst/>
          </a:prstGeom>
          <a:solidFill>
            <a:srgbClr val="E8500A"/>
          </a:solidFill>
          <a:ln>
            <a:noFill/>
          </a:ln>
        </p:spPr>
        <p:txBody>
          <a:bodyPr/>
          <a:lstStyle/>
          <a:p>
            <a:endParaRPr lang="en-US"/>
          </a:p>
        </p:txBody>
      </p:sp>
      <p:sp>
        <p:nvSpPr>
          <p:cNvPr id="902" name="MasterBottomBar"/>
          <p:cNvSpPr/>
          <p:nvPr userDrawn="1"/>
        </p:nvSpPr>
        <p:spPr>
          <a:xfrm>
            <a:off x="0" y="6731000"/>
            <a:ext cx="12192000" cy="127000"/>
          </a:xfrm>
          <a:prstGeom prst="rect">
            <a:avLst/>
          </a:prstGeom>
          <a:solidFill>
            <a:srgbClr val="E8500A"/>
          </a:solidFill>
          <a:ln>
            <a:noFill/>
          </a:ln>
        </p:spPr>
        <p:txBody>
          <a:bodyPr/>
          <a:lstStyle/>
          <a:p>
            <a:endParaRPr lang="en-US"/>
          </a:p>
        </p:txBody>
      </p:sp>
      <p:sp>
        <p:nvSpPr>
          <p:cNvPr id="903" name="MasterHeaderTitle"/>
          <p:cNvSpPr txBox="1"/>
          <p:nvPr userDrawn="1"/>
        </p:nvSpPr>
        <p:spPr>
          <a:xfrm>
            <a:off x="457200" y="100000"/>
            <a:ext cx="11277600" cy="714400"/>
          </a:xfrm>
          <a:prstGeom prst="rect">
            <a:avLst/>
          </a:prstGeom>
          <a:noFill/>
          <a:ln>
            <a:noFill/>
          </a:ln>
        </p:spPr>
        <p:txBody>
          <a:bodyPr wrap="square" lIns="91440" tIns="45720" rIns="91440" bIns="45720" anchor="ctr"/>
          <a:lstStyle/>
          <a:p>
            <a:pPr algn="l">
              <a:buNone/>
            </a:pPr>
            <a:endParaRPr/>
          </a:p>
        </p:txBody>
      </p:sp>
    </p:spTree>
    <p:extLst>
      <p:ext uri="{BB962C8B-B14F-4D97-AF65-F5344CB8AC3E}">
        <p14:creationId xmlns:p14="http://schemas.microsoft.com/office/powerpoint/2010/main" val="616148225"/>
      </p:ext>
    </p:extLst>
  </p:cSld>
  <p:clrMap bg1="lt1" tx1="dk1" bg2="lt2" tx2="dk2" accent1="accent1" accent2="accent2" accent3="accent3" accent4="accent4" accent5="accent5" accent6="accent6" hlink="hlink" folHlink="folHlink"/>
  <p:sldLayoutIdLst>
    <p:sldLayoutId id="2147483998" r:id="rId1"/>
    <p:sldLayoutId id="2147484002" r:id="rId2"/>
    <p:sldLayoutId id="2147484003" r:id="rId3"/>
    <p:sldLayoutId id="2147484004" r:id="rId4"/>
    <p:sldLayoutId id="2147484005" r:id="rId5"/>
    <p:sldLayoutId id="2147484006" r:id="rId6"/>
    <p:sldLayoutId id="2147484007" r:id="rId7"/>
    <p:sldLayoutId id="2147484008" r:id="rId8"/>
    <p:sldLayoutId id="2147484009" r:id="rId9"/>
    <p:sldLayoutId id="2147484010" r:id="rId10"/>
  </p:sldLayoutIdLst>
  <p:hf hdr="0"/>
  <p:txStyles>
    <p:titleStyle>
      <a:lvl1pPr algn="l" defTabSz="914400" rtl="0" eaLnBrk="1" latinLnBrk="0" hangingPunct="1">
        <a:lnSpc>
          <a:spcPct val="90000"/>
        </a:lnSpc>
        <a:spcBef>
          <a:spcPct val="0"/>
        </a:spcBef>
        <a:buNone/>
        <a:defRPr sz="4400" b="1" kern="1200">
          <a:solidFill>
            <a:srgbClr val="FFFFF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customXml" Target="../ink/ink6.xml"/><Relationship Id="rId13" Type="http://schemas.openxmlformats.org/officeDocument/2006/relationships/image" Target="../media/image9.png"/><Relationship Id="rId18" Type="http://schemas.openxmlformats.org/officeDocument/2006/relationships/customXml" Target="../ink/ink11.xml"/><Relationship Id="rId3" Type="http://schemas.openxmlformats.org/officeDocument/2006/relationships/image" Target="../media/image4.png"/><Relationship Id="rId21" Type="http://schemas.openxmlformats.org/officeDocument/2006/relationships/image" Target="../media/image13.png"/><Relationship Id="rId7" Type="http://schemas.openxmlformats.org/officeDocument/2006/relationships/image" Target="../media/image6.png"/><Relationship Id="rId12" Type="http://schemas.openxmlformats.org/officeDocument/2006/relationships/customXml" Target="../ink/ink8.xml"/><Relationship Id="rId17" Type="http://schemas.openxmlformats.org/officeDocument/2006/relationships/image" Target="../media/image11.png"/><Relationship Id="rId2" Type="http://schemas.openxmlformats.org/officeDocument/2006/relationships/customXml" Target="../ink/ink3.xml"/><Relationship Id="rId16" Type="http://schemas.openxmlformats.org/officeDocument/2006/relationships/customXml" Target="../ink/ink10.xml"/><Relationship Id="rId20" Type="http://schemas.openxmlformats.org/officeDocument/2006/relationships/customXml" Target="../ink/ink12.xml"/><Relationship Id="rId1" Type="http://schemas.openxmlformats.org/officeDocument/2006/relationships/slideLayout" Target="../slideLayouts/slideLayout7.xml"/><Relationship Id="rId6" Type="http://schemas.openxmlformats.org/officeDocument/2006/relationships/customXml" Target="../ink/ink5.xml"/><Relationship Id="rId11" Type="http://schemas.openxmlformats.org/officeDocument/2006/relationships/image" Target="../media/image8.png"/><Relationship Id="rId5" Type="http://schemas.openxmlformats.org/officeDocument/2006/relationships/image" Target="../media/image5.png"/><Relationship Id="rId15" Type="http://schemas.openxmlformats.org/officeDocument/2006/relationships/image" Target="../media/image10.png"/><Relationship Id="rId23" Type="http://schemas.openxmlformats.org/officeDocument/2006/relationships/image" Target="../media/image14.png"/><Relationship Id="rId10" Type="http://schemas.openxmlformats.org/officeDocument/2006/relationships/customXml" Target="../ink/ink7.xml"/><Relationship Id="rId19" Type="http://schemas.openxmlformats.org/officeDocument/2006/relationships/image" Target="../media/image12.png"/><Relationship Id="rId4" Type="http://schemas.openxmlformats.org/officeDocument/2006/relationships/customXml" Target="../ink/ink4.xml"/><Relationship Id="rId9" Type="http://schemas.openxmlformats.org/officeDocument/2006/relationships/image" Target="../media/image7.png"/><Relationship Id="rId14" Type="http://schemas.openxmlformats.org/officeDocument/2006/relationships/customXml" Target="../ink/ink9.xml"/><Relationship Id="rId22" Type="http://schemas.openxmlformats.org/officeDocument/2006/relationships/customXml" Target="../ink/ink13.xml"/></Relationships>
</file>

<file path=ppt/slides/_rels/slide5.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customXml" Target="../ink/ink15.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customXml" Target="../ink/ink16.xml"/></Relationships>
</file>

<file path=ppt/slides/_rels/slide8.xml.rels><?xml version="1.0" encoding="UTF-8" standalone="yes"?>
<Relationships xmlns="http://schemas.openxmlformats.org/package/2006/relationships"><Relationship Id="rId26" Type="http://schemas.openxmlformats.org/officeDocument/2006/relationships/image" Target="NULL"/><Relationship Id="rId21" Type="http://schemas.openxmlformats.org/officeDocument/2006/relationships/customXml" Target="../ink/ink26.xml"/><Relationship Id="rId42" Type="http://schemas.openxmlformats.org/officeDocument/2006/relationships/image" Target="NULL"/><Relationship Id="rId47" Type="http://schemas.openxmlformats.org/officeDocument/2006/relationships/customXml" Target="../ink/ink39.xml"/><Relationship Id="rId63" Type="http://schemas.openxmlformats.org/officeDocument/2006/relationships/customXml" Target="../ink/ink47.xml"/><Relationship Id="rId68" Type="http://schemas.openxmlformats.org/officeDocument/2006/relationships/image" Target="NULL"/><Relationship Id="rId84" Type="http://schemas.openxmlformats.org/officeDocument/2006/relationships/image" Target="NULL"/><Relationship Id="rId89" Type="http://schemas.openxmlformats.org/officeDocument/2006/relationships/customXml" Target="../ink/ink59.xml"/><Relationship Id="rId16" Type="http://schemas.openxmlformats.org/officeDocument/2006/relationships/image" Target="NULL"/><Relationship Id="rId11" Type="http://schemas.openxmlformats.org/officeDocument/2006/relationships/customXml" Target="../ink/ink21.xml"/><Relationship Id="rId32" Type="http://schemas.openxmlformats.org/officeDocument/2006/relationships/image" Target="NULL"/><Relationship Id="rId37" Type="http://schemas.openxmlformats.org/officeDocument/2006/relationships/customXml" Target="../ink/ink34.xml"/><Relationship Id="rId53" Type="http://schemas.openxmlformats.org/officeDocument/2006/relationships/customXml" Target="../ink/ink42.xml"/><Relationship Id="rId58" Type="http://schemas.openxmlformats.org/officeDocument/2006/relationships/image" Target="NULL"/><Relationship Id="rId74" Type="http://schemas.openxmlformats.org/officeDocument/2006/relationships/image" Target="NULL"/><Relationship Id="rId79" Type="http://schemas.openxmlformats.org/officeDocument/2006/relationships/customXml" Target="../ink/ink55.xml"/><Relationship Id="rId5" Type="http://schemas.openxmlformats.org/officeDocument/2006/relationships/customXml" Target="../ink/ink18.xml"/><Relationship Id="rId90" Type="http://schemas.openxmlformats.org/officeDocument/2006/relationships/image" Target="NULL"/><Relationship Id="rId14" Type="http://schemas.openxmlformats.org/officeDocument/2006/relationships/image" Target="NULL"/><Relationship Id="rId22" Type="http://schemas.openxmlformats.org/officeDocument/2006/relationships/image" Target="NULL"/><Relationship Id="rId27" Type="http://schemas.openxmlformats.org/officeDocument/2006/relationships/customXml" Target="../ink/ink29.xml"/><Relationship Id="rId30" Type="http://schemas.openxmlformats.org/officeDocument/2006/relationships/image" Target="NULL"/><Relationship Id="rId35" Type="http://schemas.openxmlformats.org/officeDocument/2006/relationships/customXml" Target="../ink/ink33.xml"/><Relationship Id="rId43" Type="http://schemas.openxmlformats.org/officeDocument/2006/relationships/customXml" Target="../ink/ink37.xml"/><Relationship Id="rId48" Type="http://schemas.openxmlformats.org/officeDocument/2006/relationships/image" Target="NULL"/><Relationship Id="rId56" Type="http://schemas.openxmlformats.org/officeDocument/2006/relationships/image" Target="NULL"/><Relationship Id="rId64" Type="http://schemas.openxmlformats.org/officeDocument/2006/relationships/image" Target="NULL"/><Relationship Id="rId69" Type="http://schemas.openxmlformats.org/officeDocument/2006/relationships/customXml" Target="../ink/ink50.xml"/><Relationship Id="rId77" Type="http://schemas.openxmlformats.org/officeDocument/2006/relationships/customXml" Target="../ink/ink54.xml"/><Relationship Id="rId8" Type="http://schemas.openxmlformats.org/officeDocument/2006/relationships/image" Target="NULL"/><Relationship Id="rId51" Type="http://schemas.openxmlformats.org/officeDocument/2006/relationships/customXml" Target="../ink/ink41.xml"/><Relationship Id="rId72" Type="http://schemas.openxmlformats.org/officeDocument/2006/relationships/image" Target="NULL"/><Relationship Id="rId80" Type="http://schemas.openxmlformats.org/officeDocument/2006/relationships/image" Target="NULL"/><Relationship Id="rId85" Type="http://schemas.openxmlformats.org/officeDocument/2006/relationships/customXml" Target="../ink/ink58.xml"/><Relationship Id="rId98" Type="http://schemas.openxmlformats.org/officeDocument/2006/relationships/image" Target="../media/image20.png"/><Relationship Id="rId3" Type="http://schemas.openxmlformats.org/officeDocument/2006/relationships/customXml" Target="../ink/ink17.xml"/><Relationship Id="rId12" Type="http://schemas.openxmlformats.org/officeDocument/2006/relationships/image" Target="NULL"/><Relationship Id="rId17" Type="http://schemas.openxmlformats.org/officeDocument/2006/relationships/customXml" Target="../ink/ink24.xml"/><Relationship Id="rId25" Type="http://schemas.openxmlformats.org/officeDocument/2006/relationships/customXml" Target="../ink/ink28.xml"/><Relationship Id="rId33" Type="http://schemas.openxmlformats.org/officeDocument/2006/relationships/customXml" Target="../ink/ink32.xml"/><Relationship Id="rId38" Type="http://schemas.openxmlformats.org/officeDocument/2006/relationships/image" Target="NULL"/><Relationship Id="rId46" Type="http://schemas.openxmlformats.org/officeDocument/2006/relationships/image" Target="NULL"/><Relationship Id="rId59" Type="http://schemas.openxmlformats.org/officeDocument/2006/relationships/customXml" Target="../ink/ink45.xml"/><Relationship Id="rId67" Type="http://schemas.openxmlformats.org/officeDocument/2006/relationships/customXml" Target="../ink/ink49.xml"/><Relationship Id="rId20" Type="http://schemas.openxmlformats.org/officeDocument/2006/relationships/image" Target="NULL"/><Relationship Id="rId41" Type="http://schemas.openxmlformats.org/officeDocument/2006/relationships/customXml" Target="../ink/ink36.xml"/><Relationship Id="rId54" Type="http://schemas.openxmlformats.org/officeDocument/2006/relationships/image" Target="NULL"/><Relationship Id="rId62" Type="http://schemas.openxmlformats.org/officeDocument/2006/relationships/image" Target="NULL"/><Relationship Id="rId70" Type="http://schemas.openxmlformats.org/officeDocument/2006/relationships/image" Target="NULL"/><Relationship Id="rId75" Type="http://schemas.openxmlformats.org/officeDocument/2006/relationships/customXml" Target="../ink/ink53.xml"/><Relationship Id="rId83" Type="http://schemas.openxmlformats.org/officeDocument/2006/relationships/customXml" Target="../ink/ink57.xml"/><Relationship Id="rId88" Type="http://schemas.openxmlformats.org/officeDocument/2006/relationships/image" Target="NULL"/><Relationship Id="rId91" Type="http://schemas.openxmlformats.org/officeDocument/2006/relationships/customXml" Target="../ink/ink60.xml"/><Relationship Id="rId96" Type="http://schemas.openxmlformats.org/officeDocument/2006/relationships/image" Target="NULL"/><Relationship Id="rId1" Type="http://schemas.openxmlformats.org/officeDocument/2006/relationships/slideLayout" Target="../slideLayouts/slideLayout7.xml"/><Relationship Id="rId6" Type="http://schemas.openxmlformats.org/officeDocument/2006/relationships/image" Target="NULL"/><Relationship Id="rId15" Type="http://schemas.openxmlformats.org/officeDocument/2006/relationships/customXml" Target="../ink/ink23.xml"/><Relationship Id="rId23" Type="http://schemas.openxmlformats.org/officeDocument/2006/relationships/customXml" Target="../ink/ink27.xml"/><Relationship Id="rId28" Type="http://schemas.openxmlformats.org/officeDocument/2006/relationships/image" Target="NULL"/><Relationship Id="rId36" Type="http://schemas.openxmlformats.org/officeDocument/2006/relationships/image" Target="NULL"/><Relationship Id="rId49" Type="http://schemas.openxmlformats.org/officeDocument/2006/relationships/customXml" Target="../ink/ink40.xml"/><Relationship Id="rId57" Type="http://schemas.openxmlformats.org/officeDocument/2006/relationships/customXml" Target="../ink/ink44.xml"/><Relationship Id="rId10" Type="http://schemas.openxmlformats.org/officeDocument/2006/relationships/image" Target="NULL"/><Relationship Id="rId31" Type="http://schemas.openxmlformats.org/officeDocument/2006/relationships/customXml" Target="../ink/ink31.xml"/><Relationship Id="rId44" Type="http://schemas.openxmlformats.org/officeDocument/2006/relationships/image" Target="NULL"/><Relationship Id="rId52" Type="http://schemas.openxmlformats.org/officeDocument/2006/relationships/image" Target="NULL"/><Relationship Id="rId60" Type="http://schemas.openxmlformats.org/officeDocument/2006/relationships/image" Target="NULL"/><Relationship Id="rId65" Type="http://schemas.openxmlformats.org/officeDocument/2006/relationships/customXml" Target="../ink/ink48.xml"/><Relationship Id="rId73" Type="http://schemas.openxmlformats.org/officeDocument/2006/relationships/customXml" Target="../ink/ink52.xml"/><Relationship Id="rId78" Type="http://schemas.openxmlformats.org/officeDocument/2006/relationships/image" Target="NULL"/><Relationship Id="rId81" Type="http://schemas.openxmlformats.org/officeDocument/2006/relationships/customXml" Target="../ink/ink56.xml"/><Relationship Id="rId4" Type="http://schemas.openxmlformats.org/officeDocument/2006/relationships/image" Target="NULL"/><Relationship Id="rId9" Type="http://schemas.openxmlformats.org/officeDocument/2006/relationships/customXml" Target="../ink/ink20.xml"/><Relationship Id="rId13" Type="http://schemas.openxmlformats.org/officeDocument/2006/relationships/customXml" Target="../ink/ink22.xml"/><Relationship Id="rId18" Type="http://schemas.openxmlformats.org/officeDocument/2006/relationships/image" Target="NULL"/><Relationship Id="rId39" Type="http://schemas.openxmlformats.org/officeDocument/2006/relationships/customXml" Target="../ink/ink35.xml"/><Relationship Id="rId34" Type="http://schemas.openxmlformats.org/officeDocument/2006/relationships/image" Target="NULL"/><Relationship Id="rId50" Type="http://schemas.openxmlformats.org/officeDocument/2006/relationships/image" Target="NULL"/><Relationship Id="rId55" Type="http://schemas.openxmlformats.org/officeDocument/2006/relationships/customXml" Target="../ink/ink43.xml"/><Relationship Id="rId76" Type="http://schemas.openxmlformats.org/officeDocument/2006/relationships/image" Target="NULL"/><Relationship Id="rId97" Type="http://schemas.openxmlformats.org/officeDocument/2006/relationships/customXml" Target="../ink/ink61.xml"/><Relationship Id="rId7" Type="http://schemas.openxmlformats.org/officeDocument/2006/relationships/customXml" Target="../ink/ink19.xml"/><Relationship Id="rId71" Type="http://schemas.openxmlformats.org/officeDocument/2006/relationships/customXml" Target="../ink/ink51.xml"/><Relationship Id="rId2" Type="http://schemas.openxmlformats.org/officeDocument/2006/relationships/notesSlide" Target="../notesSlides/notesSlide7.xml"/><Relationship Id="rId29" Type="http://schemas.openxmlformats.org/officeDocument/2006/relationships/customXml" Target="../ink/ink30.xml"/><Relationship Id="rId24" Type="http://schemas.openxmlformats.org/officeDocument/2006/relationships/image" Target="NULL"/><Relationship Id="rId40" Type="http://schemas.openxmlformats.org/officeDocument/2006/relationships/image" Target="NULL"/><Relationship Id="rId45" Type="http://schemas.openxmlformats.org/officeDocument/2006/relationships/customXml" Target="../ink/ink38.xml"/><Relationship Id="rId66" Type="http://schemas.openxmlformats.org/officeDocument/2006/relationships/image" Target="NULL"/><Relationship Id="rId61" Type="http://schemas.openxmlformats.org/officeDocument/2006/relationships/customXml" Target="../ink/ink46.xml"/><Relationship Id="rId82" Type="http://schemas.openxmlformats.org/officeDocument/2006/relationships/image" Target="NULL"/><Relationship Id="rId19" Type="http://schemas.openxmlformats.org/officeDocument/2006/relationships/customXml" Target="../ink/ink25.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6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customXml" Target="../ink/ink63.xml"/></Relationships>
</file>

<file path=ppt/slides/_rels/slide11.xml.rels><?xml version="1.0" encoding="UTF-8" standalone="yes"?>
<Relationships xmlns="http://schemas.openxmlformats.org/package/2006/relationships"><Relationship Id="rId3" Type="http://schemas.openxmlformats.org/officeDocument/2006/relationships/customXml" Target="../ink/ink64.xm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8" Type="http://schemas.openxmlformats.org/officeDocument/2006/relationships/customXml" Target="../ink/ink68.xml"/><Relationship Id="rId13" Type="http://schemas.openxmlformats.org/officeDocument/2006/relationships/image" Target="../media/image9.png"/><Relationship Id="rId18" Type="http://schemas.openxmlformats.org/officeDocument/2006/relationships/customXml" Target="../ink/ink73.xml"/><Relationship Id="rId3" Type="http://schemas.openxmlformats.org/officeDocument/2006/relationships/image" Target="../media/image4.png"/><Relationship Id="rId21" Type="http://schemas.openxmlformats.org/officeDocument/2006/relationships/image" Target="../media/image13.png"/><Relationship Id="rId7" Type="http://schemas.openxmlformats.org/officeDocument/2006/relationships/image" Target="../media/image6.png"/><Relationship Id="rId12" Type="http://schemas.openxmlformats.org/officeDocument/2006/relationships/customXml" Target="../ink/ink70.xml"/><Relationship Id="rId17" Type="http://schemas.openxmlformats.org/officeDocument/2006/relationships/image" Target="../media/image11.png"/><Relationship Id="rId2" Type="http://schemas.openxmlformats.org/officeDocument/2006/relationships/customXml" Target="../ink/ink65.xml"/><Relationship Id="rId16" Type="http://schemas.openxmlformats.org/officeDocument/2006/relationships/customXml" Target="../ink/ink72.xml"/><Relationship Id="rId20" Type="http://schemas.openxmlformats.org/officeDocument/2006/relationships/customXml" Target="../ink/ink74.xml"/><Relationship Id="rId1" Type="http://schemas.openxmlformats.org/officeDocument/2006/relationships/slideLayout" Target="../slideLayouts/slideLayout7.xml"/><Relationship Id="rId6" Type="http://schemas.openxmlformats.org/officeDocument/2006/relationships/customXml" Target="../ink/ink67.xml"/><Relationship Id="rId11" Type="http://schemas.openxmlformats.org/officeDocument/2006/relationships/image" Target="../media/image8.png"/><Relationship Id="rId5" Type="http://schemas.openxmlformats.org/officeDocument/2006/relationships/image" Target="../media/image5.png"/><Relationship Id="rId15" Type="http://schemas.openxmlformats.org/officeDocument/2006/relationships/image" Target="../media/image10.png"/><Relationship Id="rId10" Type="http://schemas.openxmlformats.org/officeDocument/2006/relationships/customXml" Target="../ink/ink69.xml"/><Relationship Id="rId19" Type="http://schemas.openxmlformats.org/officeDocument/2006/relationships/image" Target="../media/image12.png"/><Relationship Id="rId4" Type="http://schemas.openxmlformats.org/officeDocument/2006/relationships/customXml" Target="../ink/ink66.xml"/><Relationship Id="rId9" Type="http://schemas.openxmlformats.org/officeDocument/2006/relationships/image" Target="../media/image7.png"/><Relationship Id="rId14" Type="http://schemas.openxmlformats.org/officeDocument/2006/relationships/customXml" Target="../ink/ink71.xml"/></Relationships>
</file>

<file path=ppt/slides/_rels/slide13.xml.rels><?xml version="1.0" encoding="UTF-8" standalone="yes"?>
<Relationships xmlns="http://schemas.openxmlformats.org/package/2006/relationships"><Relationship Id="rId3" Type="http://schemas.openxmlformats.org/officeDocument/2006/relationships/customXml" Target="../ink/ink75.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customXml" Target="../ink/ink76.xml"/><Relationship Id="rId4" Type="http://schemas.openxmlformats.org/officeDocument/2006/relationships/image" Target="NULL"/></Relationships>
</file>

<file path=ppt/slides/_rels/slide1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customXml" Target="../ink/ink77.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customXml" Target="../ink/ink78.xml"/></Relationships>
</file>

<file path=ppt/slides/_rels/slide15.xml.rels><?xml version="1.0" encoding="UTF-8" standalone="yes"?>
<Relationships xmlns="http://schemas.openxmlformats.org/package/2006/relationships"><Relationship Id="rId3" Type="http://schemas.openxmlformats.org/officeDocument/2006/relationships/customXml" Target="../ink/ink79.xml"/><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customXml" Target="../ink/ink83.xml"/><Relationship Id="rId13" Type="http://schemas.openxmlformats.org/officeDocument/2006/relationships/image" Target="NULL"/><Relationship Id="rId18" Type="http://schemas.openxmlformats.org/officeDocument/2006/relationships/customXml" Target="../ink/ink88.xm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customXml" Target="../ink/ink85.xml"/><Relationship Id="rId17" Type="http://schemas.openxmlformats.org/officeDocument/2006/relationships/image" Target="NULL"/><Relationship Id="rId2" Type="http://schemas.openxmlformats.org/officeDocument/2006/relationships/customXml" Target="../ink/ink80.xml"/><Relationship Id="rId16" Type="http://schemas.openxmlformats.org/officeDocument/2006/relationships/customXml" Target="../ink/ink87.xml"/><Relationship Id="rId1" Type="http://schemas.openxmlformats.org/officeDocument/2006/relationships/slideLayout" Target="../slideLayouts/slideLayout7.xml"/><Relationship Id="rId6" Type="http://schemas.openxmlformats.org/officeDocument/2006/relationships/customXml" Target="../ink/ink82.xm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customXml" Target="../ink/ink84.xml"/><Relationship Id="rId19" Type="http://schemas.openxmlformats.org/officeDocument/2006/relationships/image" Target="NULL"/><Relationship Id="rId4" Type="http://schemas.openxmlformats.org/officeDocument/2006/relationships/customXml" Target="../ink/ink81.xml"/><Relationship Id="rId9" Type="http://schemas.openxmlformats.org/officeDocument/2006/relationships/image" Target="NULL"/><Relationship Id="rId14" Type="http://schemas.openxmlformats.org/officeDocument/2006/relationships/customXml" Target="../ink/ink86.xml"/></Relationships>
</file>

<file path=ppt/slides/_rels/slide23.xml.rels><?xml version="1.0" encoding="UTF-8" standalone="yes"?>
<Relationships xmlns="http://schemas.openxmlformats.org/package/2006/relationships"><Relationship Id="rId8" Type="http://schemas.openxmlformats.org/officeDocument/2006/relationships/customXml" Target="../ink/ink92.xml"/><Relationship Id="rId13" Type="http://schemas.openxmlformats.org/officeDocument/2006/relationships/image" Target="NULL"/><Relationship Id="rId18" Type="http://schemas.openxmlformats.org/officeDocument/2006/relationships/customXml" Target="../ink/ink97.xml"/><Relationship Id="rId3" Type="http://schemas.openxmlformats.org/officeDocument/2006/relationships/image" Target="NULL"/><Relationship Id="rId21" Type="http://schemas.openxmlformats.org/officeDocument/2006/relationships/image" Target="NULL"/><Relationship Id="rId7" Type="http://schemas.openxmlformats.org/officeDocument/2006/relationships/image" Target="NULL"/><Relationship Id="rId12" Type="http://schemas.openxmlformats.org/officeDocument/2006/relationships/customXml" Target="../ink/ink94.xml"/><Relationship Id="rId17" Type="http://schemas.openxmlformats.org/officeDocument/2006/relationships/image" Target="NULL"/><Relationship Id="rId2" Type="http://schemas.openxmlformats.org/officeDocument/2006/relationships/customXml" Target="../ink/ink89.xml"/><Relationship Id="rId16" Type="http://schemas.openxmlformats.org/officeDocument/2006/relationships/customXml" Target="../ink/ink96.xml"/><Relationship Id="rId20" Type="http://schemas.openxmlformats.org/officeDocument/2006/relationships/customXml" Target="../ink/ink98.xml"/><Relationship Id="rId1" Type="http://schemas.openxmlformats.org/officeDocument/2006/relationships/slideLayout" Target="../slideLayouts/slideLayout7.xml"/><Relationship Id="rId6" Type="http://schemas.openxmlformats.org/officeDocument/2006/relationships/customXml" Target="../ink/ink91.xm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customXml" Target="../ink/ink93.xml"/><Relationship Id="rId19" Type="http://schemas.openxmlformats.org/officeDocument/2006/relationships/image" Target="NULL"/><Relationship Id="rId4" Type="http://schemas.openxmlformats.org/officeDocument/2006/relationships/customXml" Target="../ink/ink90.xml"/><Relationship Id="rId9" Type="http://schemas.openxmlformats.org/officeDocument/2006/relationships/image" Target="NULL"/><Relationship Id="rId14" Type="http://schemas.openxmlformats.org/officeDocument/2006/relationships/customXml" Target="../ink/ink95.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1A2B4A">
            <a:alpha val="100000"/>
          </a:srgbClr>
        </a:solidFill>
        <a:effectLst/>
      </p:bgPr>
    </p:bg>
    <p:spTree>
      <p:nvGrpSpPr>
        <p:cNvPr id="1" name=""/>
        <p:cNvGrpSpPr/>
        <p:nvPr/>
      </p:nvGrpSpPr>
      <p:grpSpPr>
        <a:xfrm>
          <a:off x="0" y="0"/>
          <a:ext cx="0" cy="0"/>
          <a:chOff x="0" y="0"/>
          <a:chExt cx="0" cy="0"/>
        </a:xfrm>
      </p:grpSpPr>
      <p:sp>
        <p:nvSpPr>
          <p:cNvPr id="49" name="Oval 48">
            <a:extLst>
              <a:ext uri="{FF2B5EF4-FFF2-40B4-BE49-F238E27FC236}">
                <a16:creationId xmlns:a16="http://schemas.microsoft.com/office/drawing/2014/main" id="{7BFD93F7-FDD7-C445-A7EF-748E75974A12}"/>
              </a:ext>
            </a:extLst>
          </p:cNvPr>
          <p:cNvSpPr/>
          <p:nvPr/>
        </p:nvSpPr>
        <p:spPr>
          <a:xfrm>
            <a:off x="11049000" y="5791200"/>
            <a:ext cx="889000" cy="889000"/>
          </a:xfrm>
          <a:prstGeom prst="ellipse">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48" name="Picture 47">
            <a:extLst>
              <a:ext uri="{FF2B5EF4-FFF2-40B4-BE49-F238E27FC236}">
                <a16:creationId xmlns:a16="http://schemas.microsoft.com/office/drawing/2014/main" id="{8E630E21-93C9-671A-41A6-E69874E3651E}"/>
              </a:ext>
            </a:extLst>
          </p:cNvPr>
          <p:cNvPicPr>
            <a:picLocks noChangeAspect="1"/>
          </p:cNvPicPr>
          <p:nvPr/>
        </p:nvPicPr>
        <p:blipFill>
          <a:blip r:embed="rId3"/>
          <a:stretch>
            <a:fillRect/>
          </a:stretch>
        </p:blipFill>
        <p:spPr>
          <a:xfrm>
            <a:off x="11125200" y="5867400"/>
            <a:ext cx="736600" cy="736600"/>
          </a:xfrm>
          <a:prstGeom prst="rect">
            <a:avLst/>
          </a:prstGeom>
        </p:spPr>
      </p:pic>
      <p:sp>
        <p:nvSpPr>
          <p:cNvPr id="6" name="TextBox 5">
            <a:extLst>
              <a:ext uri="{FF2B5EF4-FFF2-40B4-BE49-F238E27FC236}">
                <a16:creationId xmlns:a16="http://schemas.microsoft.com/office/drawing/2014/main" id="{F0514A78-E399-BC42-A905-7EBE7FD6FACC}"/>
              </a:ext>
            </a:extLst>
          </p:cNvPr>
          <p:cNvSpPr txBox="1"/>
          <p:nvPr/>
        </p:nvSpPr>
        <p:spPr>
          <a:xfrm>
            <a:off x="846666" y="1866900"/>
            <a:ext cx="10498666" cy="1143000"/>
          </a:xfrm>
          <a:prstGeom prst="rect">
            <a:avLst/>
          </a:prstGeom>
          <a:noFill/>
        </p:spPr>
        <p:txBody>
          <a:bodyPr vertOverflow="overflow" vert="horz" wrap="square" lIns="91440" tIns="45720" rIns="91440" bIns="45720" rtlCol="0" anchor="t">
            <a:noAutofit/>
          </a:bodyPr>
          <a:lstStyle/>
          <a:p>
            <a:pPr algn="ctr">
              <a:lnSpc>
                <a:spcPts val="4200"/>
              </a:lnSpc>
            </a:pPr>
            <a:r>
              <a:rPr lang="en-US" sz="4000" b="1" dirty="0">
                <a:solidFill>
                  <a:schemeClr val="bg1"/>
                </a:solidFill>
                <a:ea typeface="+mn-lt"/>
                <a:cs typeface="+mn-lt"/>
              </a:rPr>
              <a:t>Computer Networks: Session 4</a:t>
            </a:r>
          </a:p>
          <a:p>
            <a:pPr algn="ctr">
              <a:lnSpc>
                <a:spcPts val="4200"/>
              </a:lnSpc>
            </a:pPr>
            <a:r>
              <a:rPr lang="en-US" sz="4000" b="1" dirty="0">
                <a:solidFill>
                  <a:schemeClr val="bg1"/>
                </a:solidFill>
                <a:ea typeface="+mn-lt"/>
                <a:cs typeface="+mn-lt"/>
              </a:rPr>
              <a:t>INAE Faculty Mentorship Program</a:t>
            </a:r>
          </a:p>
          <a:p>
            <a:pPr algn="ctr">
              <a:lnSpc>
                <a:spcPts val="4200"/>
              </a:lnSpc>
            </a:pPr>
            <a:endParaRPr lang="en-US" sz="4000" dirty="0">
              <a:solidFill>
                <a:schemeClr val="bg1"/>
              </a:solidFill>
            </a:endParaRPr>
          </a:p>
        </p:txBody>
      </p:sp>
      <p:sp>
        <p:nvSpPr>
          <p:cNvPr id="25" name="TextBox 24">
            <a:extLst>
              <a:ext uri="{FF2B5EF4-FFF2-40B4-BE49-F238E27FC236}">
                <a16:creationId xmlns:a16="http://schemas.microsoft.com/office/drawing/2014/main" id="{3ED20DCF-438D-7E4B-A69C-938689848155}"/>
              </a:ext>
            </a:extLst>
          </p:cNvPr>
          <p:cNvSpPr txBox="1"/>
          <p:nvPr/>
        </p:nvSpPr>
        <p:spPr>
          <a:xfrm>
            <a:off x="850900" y="4381500"/>
            <a:ext cx="10490200" cy="1446550"/>
          </a:xfrm>
          <a:prstGeom prst="rect">
            <a:avLst/>
          </a:prstGeom>
          <a:noFill/>
        </p:spPr>
        <p:txBody>
          <a:bodyPr vertOverflow="overflow" vert="horz" wrap="square" lIns="91440" tIns="45720" rIns="91440" bIns="45720" rtlCol="0" anchor="t">
            <a:spAutoFit/>
          </a:bodyPr>
          <a:lstStyle/>
          <a:p>
            <a:pPr algn="ctr"/>
            <a:r>
              <a:rPr lang="en-US" sz="2200" b="1">
                <a:solidFill>
                  <a:srgbClr val="FFFFFF"/>
                </a:solidFill>
              </a:rPr>
              <a:t>Tarun Mangla</a:t>
            </a:r>
            <a:endParaRPr lang="en-US" sz="2200">
              <a:solidFill>
                <a:srgbClr val="000000"/>
              </a:solidFill>
            </a:endParaRPr>
          </a:p>
          <a:p>
            <a:pPr algn="ctr">
              <a:spcBef>
                <a:spcPts val="0"/>
              </a:spcBef>
              <a:spcAft>
                <a:spcPts val="0"/>
              </a:spcAft>
            </a:pPr>
            <a:r>
              <a:rPr lang="en-US" sz="2200">
                <a:solidFill>
                  <a:srgbClr val="A8C0E0"/>
                </a:solidFill>
              </a:rPr>
              <a:t>Assistant Professor,</a:t>
            </a:r>
          </a:p>
          <a:p>
            <a:pPr algn="ctr">
              <a:spcBef>
                <a:spcPts val="0"/>
              </a:spcBef>
              <a:spcAft>
                <a:spcPts val="0"/>
              </a:spcAft>
            </a:pPr>
            <a:r>
              <a:rPr lang="en-US" sz="2200">
                <a:solidFill>
                  <a:srgbClr val="A8C0E0"/>
                </a:solidFill>
              </a:rPr>
              <a:t>Department of Computer Science &amp; Engineering, </a:t>
            </a:r>
          </a:p>
          <a:p>
            <a:pPr algn="ctr">
              <a:spcBef>
                <a:spcPts val="0"/>
              </a:spcBef>
              <a:spcAft>
                <a:spcPts val="0"/>
              </a:spcAft>
            </a:pPr>
            <a:r>
              <a:rPr lang="en-US" sz="2200">
                <a:solidFill>
                  <a:srgbClr val="A8C0E0"/>
                </a:solidFill>
              </a:rPr>
              <a:t>IIT Delhi</a:t>
            </a:r>
            <a:endParaRPr lang="en-US" sz="2200"/>
          </a:p>
        </p:txBody>
      </p:sp>
      <p:sp>
        <p:nvSpPr>
          <p:cNvPr id="27" name="Rectangle 26">
            <a:extLst>
              <a:ext uri="{FF2B5EF4-FFF2-40B4-BE49-F238E27FC236}">
                <a16:creationId xmlns:a16="http://schemas.microsoft.com/office/drawing/2014/main" id="{1F5AAF8B-A522-7742-AD67-40E524CE31EF}"/>
              </a:ext>
            </a:extLst>
          </p:cNvPr>
          <p:cNvSpPr/>
          <p:nvPr/>
        </p:nvSpPr>
        <p:spPr>
          <a:xfrm>
            <a:off x="846666" y="4311650"/>
            <a:ext cx="10490200" cy="25400"/>
          </a:xfrm>
          <a:prstGeom prst="rect">
            <a:avLst/>
          </a:prstGeom>
          <a:solidFill>
            <a:srgbClr val="CC00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60466754-E1C3-2A43-B795-2B93DF652D92}"/>
              </a:ext>
            </a:extLst>
          </p:cNvPr>
          <p:cNvSpPr/>
          <p:nvPr/>
        </p:nvSpPr>
        <p:spPr>
          <a:xfrm>
            <a:off x="0" y="6731000"/>
            <a:ext cx="12192000" cy="127000"/>
          </a:xfrm>
          <a:prstGeom prst="rect">
            <a:avLst/>
          </a:prstGeom>
          <a:solidFill>
            <a:srgbClr val="E8500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3">
            <a:extLst>
              <a:ext uri="{FF2B5EF4-FFF2-40B4-BE49-F238E27FC236}">
                <a16:creationId xmlns:a16="http://schemas.microsoft.com/office/drawing/2014/main" id="{326A4983-D4B0-B549-A018-A4DE388BBE8C}"/>
              </a:ext>
            </a:extLst>
          </p:cNvPr>
          <p:cNvSpPr/>
          <p:nvPr/>
        </p:nvSpPr>
        <p:spPr>
          <a:xfrm>
            <a:off x="0" y="0"/>
            <a:ext cx="12192000" cy="101600"/>
          </a:xfrm>
          <a:prstGeom prst="rect">
            <a:avLst/>
          </a:prstGeom>
          <a:solidFill>
            <a:srgbClr val="E8500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924103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9A8B0-0185-9763-E719-DAEE57134C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51DC51-B357-6C57-B475-8C584FC2286D}"/>
              </a:ext>
            </a:extLst>
          </p:cNvPr>
          <p:cNvSpPr>
            <a:spLocks noGrp="1"/>
          </p:cNvSpPr>
          <p:nvPr>
            <p:ph type="title"/>
          </p:nvPr>
        </p:nvSpPr>
        <p:spPr/>
        <p:txBody>
          <a:bodyPr/>
          <a:lstStyle/>
          <a:p>
            <a:r>
              <a:rPr lang="en-US" dirty="0"/>
              <a:t>Routing Recap</a:t>
            </a:r>
          </a:p>
        </p:txBody>
      </p:sp>
      <p:sp>
        <p:nvSpPr>
          <p:cNvPr id="5" name="Text Placeholder 4">
            <a:extLst>
              <a:ext uri="{FF2B5EF4-FFF2-40B4-BE49-F238E27FC236}">
                <a16:creationId xmlns:a16="http://schemas.microsoft.com/office/drawing/2014/main" id="{E9A95232-D2AF-4365-D399-A8ECCFFB026B}"/>
              </a:ext>
            </a:extLst>
          </p:cNvPr>
          <p:cNvSpPr>
            <a:spLocks noGrp="1"/>
          </p:cNvSpPr>
          <p:nvPr>
            <p:ph type="body" idx="1"/>
          </p:nvPr>
        </p:nvSpPr>
        <p:spPr/>
        <p:txBody>
          <a:bodyPr/>
          <a:lstStyle/>
          <a:p>
            <a:endParaRPr lang="en-US"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7F151EBD-ECB2-34B0-0051-652A3CFA699D}"/>
                  </a:ext>
                </a:extLst>
              </p14:cNvPr>
              <p14:cNvContentPartPr/>
              <p14:nvPr/>
            </p14:nvContentPartPr>
            <p14:xfrm>
              <a:off x="163800" y="15480"/>
              <a:ext cx="12018600" cy="6540840"/>
            </p14:xfrm>
          </p:contentPart>
        </mc:Choice>
        <mc:Fallback>
          <p:pic>
            <p:nvPicPr>
              <p:cNvPr id="3" name="Ink 2">
                <a:extLst>
                  <a:ext uri="{FF2B5EF4-FFF2-40B4-BE49-F238E27FC236}">
                    <a16:creationId xmlns:a16="http://schemas.microsoft.com/office/drawing/2014/main" id="{7F151EBD-ECB2-34B0-0051-652A3CFA699D}"/>
                  </a:ext>
                </a:extLst>
              </p:cNvPr>
              <p:cNvPicPr/>
              <p:nvPr/>
            </p:nvPicPr>
            <p:blipFill>
              <a:blip r:embed="rId4"/>
              <a:stretch>
                <a:fillRect/>
              </a:stretch>
            </p:blipFill>
            <p:spPr>
              <a:xfrm>
                <a:off x="154440" y="6120"/>
                <a:ext cx="12037320" cy="6559560"/>
              </a:xfrm>
              <a:prstGeom prst="rect">
                <a:avLst/>
              </a:prstGeom>
            </p:spPr>
          </p:pic>
        </mc:Fallback>
      </mc:AlternateContent>
    </p:spTree>
    <p:extLst>
      <p:ext uri="{BB962C8B-B14F-4D97-AF65-F5344CB8AC3E}">
        <p14:creationId xmlns:p14="http://schemas.microsoft.com/office/powerpoint/2010/main" val="861557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783EFFE-D3DB-AAAD-5CD7-25AD5B1FF43D}"/>
              </a:ext>
            </a:extLst>
          </p:cNvPr>
          <p:cNvSpPr>
            <a:spLocks noGrp="1"/>
          </p:cNvSpPr>
          <p:nvPr>
            <p:ph type="title"/>
          </p:nvPr>
        </p:nvSpPr>
        <p:spPr/>
        <p:txBody>
          <a:bodyPr>
            <a:normAutofit/>
          </a:bodyPr>
          <a:lstStyle/>
          <a:p>
            <a:r>
              <a:rPr lang="en-US" sz="3600" dirty="0"/>
              <a:t>Today’s Session: Routing</a:t>
            </a:r>
          </a:p>
        </p:txBody>
      </p:sp>
      <p:sp>
        <p:nvSpPr>
          <p:cNvPr id="2" name="Text Placeholder 1">
            <a:extLst>
              <a:ext uri="{FF2B5EF4-FFF2-40B4-BE49-F238E27FC236}">
                <a16:creationId xmlns:a16="http://schemas.microsoft.com/office/drawing/2014/main" id="{0F300117-0992-0B5F-90CF-0B1DCEF83E32}"/>
              </a:ext>
            </a:extLst>
          </p:cNvPr>
          <p:cNvSpPr>
            <a:spLocks noGrp="1"/>
          </p:cNvSpPr>
          <p:nvPr>
            <p:ph type="body" idx="1"/>
          </p:nvPr>
        </p:nvSpPr>
        <p:spPr>
          <a:xfrm>
            <a:off x="415601" y="1536633"/>
            <a:ext cx="7303636" cy="4555200"/>
          </a:xfrm>
        </p:spPr>
        <p:txBody>
          <a:bodyPr/>
          <a:lstStyle/>
          <a:p>
            <a:r>
              <a:rPr lang="en-US" dirty="0"/>
              <a:t>How to route data across networks? </a:t>
            </a:r>
          </a:p>
          <a:p>
            <a:endParaRPr lang="en-US" dirty="0"/>
          </a:p>
          <a:p>
            <a:endParaRPr lang="en-US" dirty="0"/>
          </a:p>
          <a:p>
            <a:r>
              <a:rPr lang="en-US" dirty="0"/>
              <a:t>Building a centralized control plane? </a:t>
            </a:r>
          </a:p>
        </p:txBody>
      </p:sp>
      <p:sp>
        <p:nvSpPr>
          <p:cNvPr id="5" name="Slide Number Placeholder 4">
            <a:extLst>
              <a:ext uri="{FF2B5EF4-FFF2-40B4-BE49-F238E27FC236}">
                <a16:creationId xmlns:a16="http://schemas.microsoft.com/office/drawing/2014/main" id="{041FCB76-3155-1568-700A-E4595A9A1C81}"/>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pPr/>
              <a:t>3</a:t>
            </a:fld>
            <a:endParaRPr lang="en-US"/>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E849C755-AFCC-045D-B09C-E60F5482A44E}"/>
                  </a:ext>
                </a:extLst>
              </p14:cNvPr>
              <p14:cNvContentPartPr/>
              <p14:nvPr/>
            </p14:nvContentPartPr>
            <p14:xfrm>
              <a:off x="1914480" y="2738520"/>
              <a:ext cx="6347160" cy="828360"/>
            </p14:xfrm>
          </p:contentPart>
        </mc:Choice>
        <mc:Fallback>
          <p:pic>
            <p:nvPicPr>
              <p:cNvPr id="3" name="Ink 2">
                <a:extLst>
                  <a:ext uri="{FF2B5EF4-FFF2-40B4-BE49-F238E27FC236}">
                    <a16:creationId xmlns:a16="http://schemas.microsoft.com/office/drawing/2014/main" id="{E849C755-AFCC-045D-B09C-E60F5482A44E}"/>
                  </a:ext>
                </a:extLst>
              </p:cNvPr>
              <p:cNvPicPr/>
              <p:nvPr/>
            </p:nvPicPr>
            <p:blipFill>
              <a:blip r:embed="rId4"/>
              <a:stretch>
                <a:fillRect/>
              </a:stretch>
            </p:blipFill>
            <p:spPr>
              <a:xfrm>
                <a:off x="1905120" y="2729160"/>
                <a:ext cx="6365880" cy="847080"/>
              </a:xfrm>
              <a:prstGeom prst="rect">
                <a:avLst/>
              </a:prstGeom>
            </p:spPr>
          </p:pic>
        </mc:Fallback>
      </mc:AlternateContent>
    </p:spTree>
    <p:extLst>
      <p:ext uri="{BB962C8B-B14F-4D97-AF65-F5344CB8AC3E}">
        <p14:creationId xmlns:p14="http://schemas.microsoft.com/office/powerpoint/2010/main" val="2082182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6750B5-073A-5464-A977-D8498C0FD9CA}"/>
              </a:ext>
            </a:extLst>
          </p:cNvPr>
          <p:cNvSpPr>
            <a:spLocks noGrp="1"/>
          </p:cNvSpPr>
          <p:nvPr>
            <p:ph type="title"/>
          </p:nvPr>
        </p:nvSpPr>
        <p:spPr/>
        <p:txBody>
          <a:bodyPr/>
          <a:lstStyle/>
          <a:p>
            <a:r>
              <a:rPr lang="en-US" dirty="0"/>
              <a:t>Inter-domain routing</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CFB7BF8-3FCF-1B56-4BAE-0CA3DA1C8A04}"/>
                  </a:ext>
                </a:extLst>
              </p14:cNvPr>
              <p14:cNvContentPartPr/>
              <p14:nvPr/>
            </p14:nvContentPartPr>
            <p14:xfrm>
              <a:off x="2186258" y="1769218"/>
              <a:ext cx="2111760" cy="1446480"/>
            </p14:xfrm>
          </p:contentPart>
        </mc:Choice>
        <mc:Fallback>
          <p:pic>
            <p:nvPicPr>
              <p:cNvPr id="4" name="Ink 3">
                <a:extLst>
                  <a:ext uri="{FF2B5EF4-FFF2-40B4-BE49-F238E27FC236}">
                    <a16:creationId xmlns:a16="http://schemas.microsoft.com/office/drawing/2014/main" id="{7CFB7BF8-3FCF-1B56-4BAE-0CA3DA1C8A04}"/>
                  </a:ext>
                </a:extLst>
              </p:cNvPr>
              <p:cNvPicPr/>
              <p:nvPr/>
            </p:nvPicPr>
            <p:blipFill>
              <a:blip r:embed="rId3"/>
              <a:stretch>
                <a:fillRect/>
              </a:stretch>
            </p:blipFill>
            <p:spPr>
              <a:xfrm>
                <a:off x="2170778" y="1753734"/>
                <a:ext cx="2142360" cy="1477088"/>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0" name="Ink 9">
                <a:extLst>
                  <a:ext uri="{FF2B5EF4-FFF2-40B4-BE49-F238E27FC236}">
                    <a16:creationId xmlns:a16="http://schemas.microsoft.com/office/drawing/2014/main" id="{0EEF8D04-956C-591F-79A8-62BD3DDC2992}"/>
                  </a:ext>
                </a:extLst>
              </p14:cNvPr>
              <p14:cNvContentPartPr/>
              <p14:nvPr/>
            </p14:nvContentPartPr>
            <p14:xfrm>
              <a:off x="2706458" y="3460138"/>
              <a:ext cx="566640" cy="290160"/>
            </p14:xfrm>
          </p:contentPart>
        </mc:Choice>
        <mc:Fallback>
          <p:pic>
            <p:nvPicPr>
              <p:cNvPr id="10" name="Ink 9">
                <a:extLst>
                  <a:ext uri="{FF2B5EF4-FFF2-40B4-BE49-F238E27FC236}">
                    <a16:creationId xmlns:a16="http://schemas.microsoft.com/office/drawing/2014/main" id="{0EEF8D04-956C-591F-79A8-62BD3DDC2992}"/>
                  </a:ext>
                </a:extLst>
              </p:cNvPr>
              <p:cNvPicPr/>
              <p:nvPr/>
            </p:nvPicPr>
            <p:blipFill>
              <a:blip r:embed="rId5"/>
              <a:stretch>
                <a:fillRect/>
              </a:stretch>
            </p:blipFill>
            <p:spPr>
              <a:xfrm>
                <a:off x="2690978" y="3444677"/>
                <a:ext cx="597240" cy="320722"/>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6" name="Ink 25">
                <a:extLst>
                  <a:ext uri="{FF2B5EF4-FFF2-40B4-BE49-F238E27FC236}">
                    <a16:creationId xmlns:a16="http://schemas.microsoft.com/office/drawing/2014/main" id="{078A6501-9137-612C-096F-C08090927296}"/>
                  </a:ext>
                </a:extLst>
              </p14:cNvPr>
              <p14:cNvContentPartPr/>
              <p14:nvPr/>
            </p14:nvContentPartPr>
            <p14:xfrm>
              <a:off x="4321058" y="1050298"/>
              <a:ext cx="5967360" cy="3205800"/>
            </p14:xfrm>
          </p:contentPart>
        </mc:Choice>
        <mc:Fallback>
          <p:pic>
            <p:nvPicPr>
              <p:cNvPr id="26" name="Ink 25">
                <a:extLst>
                  <a:ext uri="{FF2B5EF4-FFF2-40B4-BE49-F238E27FC236}">
                    <a16:creationId xmlns:a16="http://schemas.microsoft.com/office/drawing/2014/main" id="{078A6501-9137-612C-096F-C08090927296}"/>
                  </a:ext>
                </a:extLst>
              </p:cNvPr>
              <p:cNvPicPr/>
              <p:nvPr/>
            </p:nvPicPr>
            <p:blipFill>
              <a:blip r:embed="rId7"/>
              <a:stretch>
                <a:fillRect/>
              </a:stretch>
            </p:blipFill>
            <p:spPr>
              <a:xfrm>
                <a:off x="4305579" y="1034818"/>
                <a:ext cx="5997958" cy="32364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2" name="Ink 31">
                <a:extLst>
                  <a:ext uri="{FF2B5EF4-FFF2-40B4-BE49-F238E27FC236}">
                    <a16:creationId xmlns:a16="http://schemas.microsoft.com/office/drawing/2014/main" id="{B7DD336D-768D-00ED-3013-27C029B1763C}"/>
                  </a:ext>
                </a:extLst>
              </p14:cNvPr>
              <p14:cNvContentPartPr/>
              <p14:nvPr/>
            </p14:nvContentPartPr>
            <p14:xfrm>
              <a:off x="9230192" y="3123926"/>
              <a:ext cx="542520" cy="412200"/>
            </p14:xfrm>
          </p:contentPart>
        </mc:Choice>
        <mc:Fallback>
          <p:pic>
            <p:nvPicPr>
              <p:cNvPr id="32" name="Ink 31">
                <a:extLst>
                  <a:ext uri="{FF2B5EF4-FFF2-40B4-BE49-F238E27FC236}">
                    <a16:creationId xmlns:a16="http://schemas.microsoft.com/office/drawing/2014/main" id="{B7DD336D-768D-00ED-3013-27C029B1763C}"/>
                  </a:ext>
                </a:extLst>
              </p:cNvPr>
              <p:cNvPicPr/>
              <p:nvPr/>
            </p:nvPicPr>
            <p:blipFill>
              <a:blip r:embed="rId9"/>
              <a:stretch>
                <a:fillRect/>
              </a:stretch>
            </p:blipFill>
            <p:spPr>
              <a:xfrm>
                <a:off x="9214722" y="3108446"/>
                <a:ext cx="573100" cy="442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6" name="Ink 35">
                <a:extLst>
                  <a:ext uri="{FF2B5EF4-FFF2-40B4-BE49-F238E27FC236}">
                    <a16:creationId xmlns:a16="http://schemas.microsoft.com/office/drawing/2014/main" id="{EAA6D841-DA31-6B02-2975-EA6C5E74D4EC}"/>
                  </a:ext>
                </a:extLst>
              </p14:cNvPr>
              <p14:cNvContentPartPr/>
              <p14:nvPr/>
            </p14:nvContentPartPr>
            <p14:xfrm>
              <a:off x="9732392" y="3384926"/>
              <a:ext cx="944640" cy="563040"/>
            </p14:xfrm>
          </p:contentPart>
        </mc:Choice>
        <mc:Fallback>
          <p:pic>
            <p:nvPicPr>
              <p:cNvPr id="36" name="Ink 35">
                <a:extLst>
                  <a:ext uri="{FF2B5EF4-FFF2-40B4-BE49-F238E27FC236}">
                    <a16:creationId xmlns:a16="http://schemas.microsoft.com/office/drawing/2014/main" id="{EAA6D841-DA31-6B02-2975-EA6C5E74D4EC}"/>
                  </a:ext>
                </a:extLst>
              </p:cNvPr>
              <p:cNvPicPr/>
              <p:nvPr/>
            </p:nvPicPr>
            <p:blipFill>
              <a:blip r:embed="rId11"/>
              <a:stretch>
                <a:fillRect/>
              </a:stretch>
            </p:blipFill>
            <p:spPr>
              <a:xfrm>
                <a:off x="9716912" y="3369446"/>
                <a:ext cx="975240" cy="5936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42" name="Ink 41">
                <a:extLst>
                  <a:ext uri="{FF2B5EF4-FFF2-40B4-BE49-F238E27FC236}">
                    <a16:creationId xmlns:a16="http://schemas.microsoft.com/office/drawing/2014/main" id="{42E7A0D9-F3B7-A8EA-28F3-3A9ACD74B708}"/>
                  </a:ext>
                </a:extLst>
              </p14:cNvPr>
              <p14:cNvContentPartPr/>
              <p14:nvPr/>
            </p14:nvContentPartPr>
            <p14:xfrm>
              <a:off x="1344392" y="2541086"/>
              <a:ext cx="1697760" cy="1185840"/>
            </p14:xfrm>
          </p:contentPart>
        </mc:Choice>
        <mc:Fallback>
          <p:pic>
            <p:nvPicPr>
              <p:cNvPr id="42" name="Ink 41">
                <a:extLst>
                  <a:ext uri="{FF2B5EF4-FFF2-40B4-BE49-F238E27FC236}">
                    <a16:creationId xmlns:a16="http://schemas.microsoft.com/office/drawing/2014/main" id="{42E7A0D9-F3B7-A8EA-28F3-3A9ACD74B708}"/>
                  </a:ext>
                </a:extLst>
              </p:cNvPr>
              <p:cNvPicPr/>
              <p:nvPr/>
            </p:nvPicPr>
            <p:blipFill>
              <a:blip r:embed="rId13"/>
              <a:stretch>
                <a:fillRect/>
              </a:stretch>
            </p:blipFill>
            <p:spPr>
              <a:xfrm>
                <a:off x="1328915" y="2525606"/>
                <a:ext cx="1728354" cy="12164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51" name="Ink 50">
                <a:extLst>
                  <a:ext uri="{FF2B5EF4-FFF2-40B4-BE49-F238E27FC236}">
                    <a16:creationId xmlns:a16="http://schemas.microsoft.com/office/drawing/2014/main" id="{0A2CD6C2-0B24-9E92-39BB-D416FFAE7C46}"/>
                  </a:ext>
                </a:extLst>
              </p14:cNvPr>
              <p14:cNvContentPartPr/>
              <p14:nvPr/>
            </p14:nvContentPartPr>
            <p14:xfrm>
              <a:off x="5010992" y="1798046"/>
              <a:ext cx="653040" cy="402120"/>
            </p14:xfrm>
          </p:contentPart>
        </mc:Choice>
        <mc:Fallback>
          <p:pic>
            <p:nvPicPr>
              <p:cNvPr id="51" name="Ink 50">
                <a:extLst>
                  <a:ext uri="{FF2B5EF4-FFF2-40B4-BE49-F238E27FC236}">
                    <a16:creationId xmlns:a16="http://schemas.microsoft.com/office/drawing/2014/main" id="{0A2CD6C2-0B24-9E92-39BB-D416FFAE7C46}"/>
                  </a:ext>
                </a:extLst>
              </p:cNvPr>
              <p:cNvPicPr/>
              <p:nvPr/>
            </p:nvPicPr>
            <p:blipFill>
              <a:blip r:embed="rId15"/>
              <a:stretch>
                <a:fillRect/>
              </a:stretch>
            </p:blipFill>
            <p:spPr>
              <a:xfrm>
                <a:off x="4995521" y="1782566"/>
                <a:ext cx="683623" cy="4327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52" name="Ink 51">
                <a:extLst>
                  <a:ext uri="{FF2B5EF4-FFF2-40B4-BE49-F238E27FC236}">
                    <a16:creationId xmlns:a16="http://schemas.microsoft.com/office/drawing/2014/main" id="{9F8C94FA-559C-1040-F12C-9E5A91637A3B}"/>
                  </a:ext>
                </a:extLst>
              </p14:cNvPr>
              <p14:cNvContentPartPr/>
              <p14:nvPr/>
            </p14:nvContentPartPr>
            <p14:xfrm>
              <a:off x="3805352" y="2291246"/>
              <a:ext cx="492480" cy="401040"/>
            </p14:xfrm>
          </p:contentPart>
        </mc:Choice>
        <mc:Fallback>
          <p:pic>
            <p:nvPicPr>
              <p:cNvPr id="52" name="Ink 51">
                <a:extLst>
                  <a:ext uri="{FF2B5EF4-FFF2-40B4-BE49-F238E27FC236}">
                    <a16:creationId xmlns:a16="http://schemas.microsoft.com/office/drawing/2014/main" id="{9F8C94FA-559C-1040-F12C-9E5A91637A3B}"/>
                  </a:ext>
                </a:extLst>
              </p:cNvPr>
              <p:cNvPicPr/>
              <p:nvPr/>
            </p:nvPicPr>
            <p:blipFill>
              <a:blip r:embed="rId17"/>
              <a:stretch>
                <a:fillRect/>
              </a:stretch>
            </p:blipFill>
            <p:spPr>
              <a:xfrm>
                <a:off x="3789872" y="2275780"/>
                <a:ext cx="523080" cy="431613"/>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58" name="Ink 57">
                <a:extLst>
                  <a:ext uri="{FF2B5EF4-FFF2-40B4-BE49-F238E27FC236}">
                    <a16:creationId xmlns:a16="http://schemas.microsoft.com/office/drawing/2014/main" id="{221FCB59-F53D-EF6B-6883-6ACF62CDD1E7}"/>
                  </a:ext>
                </a:extLst>
              </p14:cNvPr>
              <p14:cNvContentPartPr/>
              <p14:nvPr/>
            </p14:nvContentPartPr>
            <p14:xfrm>
              <a:off x="8436392" y="2521286"/>
              <a:ext cx="422280" cy="462600"/>
            </p14:xfrm>
          </p:contentPart>
        </mc:Choice>
        <mc:Fallback>
          <p:pic>
            <p:nvPicPr>
              <p:cNvPr id="58" name="Ink 57">
                <a:extLst>
                  <a:ext uri="{FF2B5EF4-FFF2-40B4-BE49-F238E27FC236}">
                    <a16:creationId xmlns:a16="http://schemas.microsoft.com/office/drawing/2014/main" id="{221FCB59-F53D-EF6B-6883-6ACF62CDD1E7}"/>
                  </a:ext>
                </a:extLst>
              </p:cNvPr>
              <p:cNvPicPr/>
              <p:nvPr/>
            </p:nvPicPr>
            <p:blipFill>
              <a:blip r:embed="rId19"/>
              <a:stretch>
                <a:fillRect/>
              </a:stretch>
            </p:blipFill>
            <p:spPr>
              <a:xfrm>
                <a:off x="8420912" y="2505806"/>
                <a:ext cx="452880" cy="4932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61" name="Ink 60">
                <a:extLst>
                  <a:ext uri="{FF2B5EF4-FFF2-40B4-BE49-F238E27FC236}">
                    <a16:creationId xmlns:a16="http://schemas.microsoft.com/office/drawing/2014/main" id="{B3AE92CD-04D2-231E-2AB3-90DEC9192E16}"/>
                  </a:ext>
                </a:extLst>
              </p14:cNvPr>
              <p14:cNvContentPartPr/>
              <p14:nvPr/>
            </p14:nvContentPartPr>
            <p14:xfrm>
              <a:off x="6819272" y="1737566"/>
              <a:ext cx="442440" cy="371880"/>
            </p14:xfrm>
          </p:contentPart>
        </mc:Choice>
        <mc:Fallback>
          <p:pic>
            <p:nvPicPr>
              <p:cNvPr id="61" name="Ink 60">
                <a:extLst>
                  <a:ext uri="{FF2B5EF4-FFF2-40B4-BE49-F238E27FC236}">
                    <a16:creationId xmlns:a16="http://schemas.microsoft.com/office/drawing/2014/main" id="{B3AE92CD-04D2-231E-2AB3-90DEC9192E16}"/>
                  </a:ext>
                </a:extLst>
              </p:cNvPr>
              <p:cNvPicPr/>
              <p:nvPr/>
            </p:nvPicPr>
            <p:blipFill>
              <a:blip r:embed="rId21"/>
              <a:stretch>
                <a:fillRect/>
              </a:stretch>
            </p:blipFill>
            <p:spPr>
              <a:xfrm>
                <a:off x="6803792" y="1722086"/>
                <a:ext cx="473040" cy="402480"/>
              </a:xfrm>
              <a:prstGeom prst="rect">
                <a:avLst/>
              </a:prstGeom>
            </p:spPr>
          </p:pic>
        </mc:Fallback>
      </mc:AlternateContent>
      <p:sp>
        <p:nvSpPr>
          <p:cNvPr id="8" name="TextBox 7">
            <a:extLst>
              <a:ext uri="{FF2B5EF4-FFF2-40B4-BE49-F238E27FC236}">
                <a16:creationId xmlns:a16="http://schemas.microsoft.com/office/drawing/2014/main" id="{EF7F4C38-8291-3C22-2F2E-5CE7E1D308E6}"/>
              </a:ext>
            </a:extLst>
          </p:cNvPr>
          <p:cNvSpPr txBox="1"/>
          <p:nvPr/>
        </p:nvSpPr>
        <p:spPr>
          <a:xfrm>
            <a:off x="1456599" y="4148184"/>
            <a:ext cx="5161588" cy="400110"/>
          </a:xfrm>
          <a:prstGeom prst="rect">
            <a:avLst/>
          </a:prstGeom>
          <a:noFill/>
        </p:spPr>
        <p:txBody>
          <a:bodyPr wrap="square" rtlCol="0">
            <a:spAutoFit/>
          </a:bodyPr>
          <a:lstStyle/>
          <a:p>
            <a:r>
              <a:rPr lang="en-US" sz="2000" i="1">
                <a:solidFill>
                  <a:srgbClr val="FF0000"/>
                </a:solidFill>
              </a:rPr>
              <a:t>How does Internet route packet from x to y?</a:t>
            </a:r>
          </a:p>
        </p:txBody>
      </p:sp>
      <p:sp>
        <p:nvSpPr>
          <p:cNvPr id="9" name="TextBox 8">
            <a:extLst>
              <a:ext uri="{FF2B5EF4-FFF2-40B4-BE49-F238E27FC236}">
                <a16:creationId xmlns:a16="http://schemas.microsoft.com/office/drawing/2014/main" id="{F7203E17-482B-0D9D-9842-CAF65152A18E}"/>
              </a:ext>
            </a:extLst>
          </p:cNvPr>
          <p:cNvSpPr txBox="1"/>
          <p:nvPr/>
        </p:nvSpPr>
        <p:spPr>
          <a:xfrm>
            <a:off x="1456599" y="4840490"/>
            <a:ext cx="5161588" cy="1015663"/>
          </a:xfrm>
          <a:prstGeom prst="rect">
            <a:avLst/>
          </a:prstGeom>
          <a:noFill/>
        </p:spPr>
        <p:txBody>
          <a:bodyPr wrap="square" rtlCol="0">
            <a:spAutoFit/>
          </a:bodyPr>
          <a:lstStyle/>
          <a:p>
            <a:r>
              <a:rPr lang="en-US" sz="2000"/>
              <a:t>What you need:</a:t>
            </a:r>
          </a:p>
          <a:p>
            <a:pPr marL="342900" indent="-342900">
              <a:buFontTx/>
              <a:buChar char="-"/>
            </a:pPr>
            <a:r>
              <a:rPr lang="en-US" sz="2000"/>
              <a:t>Common addressing scheme</a:t>
            </a:r>
          </a:p>
          <a:p>
            <a:pPr marL="342900" indent="-342900">
              <a:buFontTx/>
              <a:buChar char="-"/>
            </a:pPr>
            <a:r>
              <a:rPr lang="en-US" sz="2000"/>
              <a:t>Common routing protocol</a:t>
            </a:r>
          </a:p>
        </p:txBody>
      </p:sp>
      <mc:AlternateContent xmlns:mc="http://schemas.openxmlformats.org/markup-compatibility/2006">
        <mc:Choice xmlns:p14="http://schemas.microsoft.com/office/powerpoint/2010/main" Requires="p14">
          <p:contentPart p14:bwMode="auto" r:id="rId22">
            <p14:nvContentPartPr>
              <p14:cNvPr id="2" name="Ink 1">
                <a:extLst>
                  <a:ext uri="{FF2B5EF4-FFF2-40B4-BE49-F238E27FC236}">
                    <a16:creationId xmlns:a16="http://schemas.microsoft.com/office/drawing/2014/main" id="{D5E21A3E-7732-7DD2-C48B-D4CE4B907F29}"/>
                  </a:ext>
                </a:extLst>
              </p14:cNvPr>
              <p14:cNvContentPartPr/>
              <p14:nvPr/>
            </p14:nvContentPartPr>
            <p14:xfrm>
              <a:off x="1857960" y="1008360"/>
              <a:ext cx="9965880" cy="3817080"/>
            </p14:xfrm>
          </p:contentPart>
        </mc:Choice>
        <mc:Fallback>
          <p:pic>
            <p:nvPicPr>
              <p:cNvPr id="2" name="Ink 1">
                <a:extLst>
                  <a:ext uri="{FF2B5EF4-FFF2-40B4-BE49-F238E27FC236}">
                    <a16:creationId xmlns:a16="http://schemas.microsoft.com/office/drawing/2014/main" id="{D5E21A3E-7732-7DD2-C48B-D4CE4B907F29}"/>
                  </a:ext>
                </a:extLst>
              </p:cNvPr>
              <p:cNvPicPr/>
              <p:nvPr/>
            </p:nvPicPr>
            <p:blipFill>
              <a:blip r:embed="rId23"/>
              <a:stretch>
                <a:fillRect/>
              </a:stretch>
            </p:blipFill>
            <p:spPr>
              <a:xfrm>
                <a:off x="1848600" y="999000"/>
                <a:ext cx="9984600" cy="3835800"/>
              </a:xfrm>
              <a:prstGeom prst="rect">
                <a:avLst/>
              </a:prstGeom>
            </p:spPr>
          </p:pic>
        </mc:Fallback>
      </mc:AlternateContent>
    </p:spTree>
    <p:extLst>
      <p:ext uri="{BB962C8B-B14F-4D97-AF65-F5344CB8AC3E}">
        <p14:creationId xmlns:p14="http://schemas.microsoft.com/office/powerpoint/2010/main" val="3915262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p:txBody>
          <a:bodyPr/>
          <a:lstStyle/>
          <a:p>
            <a:r>
              <a:rPr lang="en-US" altLang="en-US">
                <a:ea typeface="ＭＳ Ｐゴシック" panose="020B0600070205080204" pitchFamily="34" charset="-128"/>
              </a:rPr>
              <a:t>Internet addressing or IP address</a:t>
            </a:r>
            <a:endParaRPr lang="en-US"/>
          </a:p>
        </p:txBody>
      </p:sp>
      <p:sp>
        <p:nvSpPr>
          <p:cNvPr id="2" name="Content Placeholder 1">
            <a:extLst>
              <a:ext uri="{FF2B5EF4-FFF2-40B4-BE49-F238E27FC236}">
                <a16:creationId xmlns:a16="http://schemas.microsoft.com/office/drawing/2014/main" id="{19673C0F-EEA6-3549-BFCE-D83173D8EA3B}"/>
              </a:ext>
            </a:extLst>
          </p:cNvPr>
          <p:cNvSpPr>
            <a:spLocks noGrp="1"/>
          </p:cNvSpPr>
          <p:nvPr>
            <p:ph type="body" idx="1"/>
          </p:nvPr>
        </p:nvSpPr>
        <p:spPr/>
        <p:txBody>
          <a:bodyPr>
            <a:normAutofit/>
          </a:bodyPr>
          <a:lstStyle/>
          <a:p>
            <a:pPr indent="-293688"/>
            <a:r>
              <a:rPr lang="en-US" altLang="en-US" sz="3200" dirty="0">
                <a:solidFill>
                  <a:srgbClr val="C00000"/>
                </a:solidFill>
                <a:ea typeface="ＭＳ Ｐゴシック" panose="020B0600070205080204" pitchFamily="34" charset="-128"/>
                <a:cs typeface="ＭＳ Ｐゴシック" panose="020B0600070205080204" pitchFamily="34" charset="-128"/>
              </a:rPr>
              <a:t>IP address:</a:t>
            </a:r>
            <a:r>
              <a:rPr lang="en-US" altLang="en-US" dirty="0">
                <a:solidFill>
                  <a:srgbClr val="C00000"/>
                </a:solidFill>
                <a:ea typeface="ＭＳ Ｐゴシック" panose="020B0600070205080204" pitchFamily="34" charset="-128"/>
                <a:cs typeface="ＭＳ Ｐゴシック" panose="020B0600070205080204" pitchFamily="34" charset="-128"/>
              </a:rPr>
              <a:t> </a:t>
            </a:r>
            <a:r>
              <a:rPr lang="en-US" altLang="en-US" dirty="0">
                <a:ea typeface="ＭＳ Ｐゴシック" panose="020B0600070205080204" pitchFamily="34" charset="-128"/>
                <a:cs typeface="ＭＳ Ｐゴシック" panose="020B0600070205080204" pitchFamily="34" charset="-128"/>
              </a:rPr>
              <a:t>32-bit identifier associated with each host or router </a:t>
            </a:r>
            <a:r>
              <a:rPr lang="en-US" altLang="en-US" i="1" dirty="0">
                <a:solidFill>
                  <a:srgbClr val="0000A3"/>
                </a:solidFill>
                <a:ea typeface="ＭＳ Ｐゴシック" panose="020B0600070205080204" pitchFamily="34" charset="-128"/>
                <a:cs typeface="ＭＳ Ｐゴシック" panose="020B0600070205080204" pitchFamily="34" charset="-128"/>
              </a:rPr>
              <a:t>interface</a:t>
            </a:r>
            <a:r>
              <a:rPr lang="en-US" altLang="en-US" dirty="0">
                <a:ea typeface="ＭＳ Ｐゴシック" panose="020B0600070205080204" pitchFamily="34" charset="-128"/>
                <a:cs typeface="ＭＳ Ｐゴシック" panose="020B0600070205080204" pitchFamily="34" charset="-128"/>
              </a:rPr>
              <a:t> </a:t>
            </a:r>
          </a:p>
          <a:p>
            <a:pPr indent="-293688"/>
            <a:r>
              <a:rPr lang="en-US" dirty="0">
                <a:solidFill>
                  <a:prstClr val="black"/>
                </a:solidFill>
              </a:rPr>
              <a:t>dotted-decimal IP address notation:</a:t>
            </a:r>
          </a:p>
          <a:p>
            <a:pPr marL="58737" indent="0">
              <a:buNone/>
            </a:pPr>
            <a:endParaRPr lang="en-US" dirty="0">
              <a:solidFill>
                <a:prstClr val="black"/>
              </a:solidFill>
            </a:endParaRPr>
          </a:p>
          <a:p>
            <a:pPr indent="-293688"/>
            <a:endParaRPr lang="en-US" altLang="en-US" dirty="0">
              <a:ea typeface="ＭＳ Ｐゴシック" panose="020B0600070205080204" pitchFamily="34" charset="-128"/>
              <a:cs typeface="ＭＳ Ｐゴシック" panose="020B0600070205080204" pitchFamily="34" charset="-128"/>
            </a:endParaRPr>
          </a:p>
          <a:p>
            <a:pPr indent="-293688"/>
            <a:endParaRPr lang="en-US" altLang="en-US" dirty="0">
              <a:ea typeface="ＭＳ Ｐゴシック" panose="020B0600070205080204" pitchFamily="34" charset="-128"/>
              <a:cs typeface="ＭＳ Ｐゴシック" panose="020B0600070205080204" pitchFamily="34" charset="-128"/>
            </a:endParaRPr>
          </a:p>
          <a:p>
            <a:pPr indent="-293688"/>
            <a:r>
              <a:rPr lang="en-US" altLang="en-US" dirty="0">
                <a:ea typeface="ＭＳ Ｐゴシック" panose="020B0600070205080204" pitchFamily="34" charset="-128"/>
                <a:cs typeface="ＭＳ Ｐゴシック" panose="020B0600070205080204" pitchFamily="34" charset="-128"/>
              </a:rPr>
              <a:t>How does an AS obtain IP address?</a:t>
            </a:r>
          </a:p>
          <a:p>
            <a:pPr lvl="1" indent="-293688"/>
            <a:r>
              <a:rPr lang="en-US" altLang="en-US" dirty="0">
                <a:ea typeface="ＭＳ Ｐゴシック" panose="020B0600070205080204" pitchFamily="34" charset="-128"/>
                <a:cs typeface="ＭＳ Ｐゴシック" panose="020B0600070205080204" pitchFamily="34" charset="-128"/>
              </a:rPr>
              <a:t>Need a coordinating agency</a:t>
            </a:r>
          </a:p>
          <a:p>
            <a:pPr lvl="1" indent="-293688"/>
            <a:r>
              <a:rPr lang="en-US" altLang="en-US" dirty="0">
                <a:ea typeface="ＭＳ Ｐゴシック" panose="020B0600070205080204" pitchFamily="34" charset="-128"/>
                <a:cs typeface="ＭＳ Ｐゴシック" panose="020B0600070205080204" pitchFamily="34" charset="-128"/>
              </a:rPr>
              <a:t>Internet Assigned Numbers Authority (IANA) and Internet Corporation for Assigned Names and Numbers (ICANN)</a:t>
            </a:r>
          </a:p>
          <a:p>
            <a:pPr marL="58737" indent="0">
              <a:buNone/>
            </a:pPr>
            <a:endParaRPr lang="en-US" altLang="en-US" dirty="0">
              <a:ea typeface="ＭＳ Ｐゴシック" panose="020B0600070205080204" pitchFamily="34" charset="-128"/>
              <a:cs typeface="ＭＳ Ｐゴシック" panose="020B0600070205080204" pitchFamily="34" charset="-128"/>
            </a:endParaRPr>
          </a:p>
          <a:p>
            <a:pPr indent="-293688"/>
            <a:endParaRPr lang="en-US" altLang="en-US" sz="3200" dirty="0">
              <a:solidFill>
                <a:srgbClr val="CC0000"/>
              </a:solidFill>
              <a:ea typeface="ＭＳ Ｐゴシック" panose="020B0600070205080204" pitchFamily="34" charset="-128"/>
              <a:cs typeface="ＭＳ Ｐゴシック" panose="020B0600070205080204" pitchFamily="34" charset="-128"/>
            </a:endParaRPr>
          </a:p>
          <a:p>
            <a:pPr marL="298450" indent="0">
              <a:buNone/>
            </a:pPr>
            <a:endParaRPr lang="en-US" altLang="en-US" sz="3200" dirty="0">
              <a:ea typeface="ＭＳ Ｐゴシック" panose="020B0600070205080204" pitchFamily="34" charset="-128"/>
              <a:cs typeface="ＭＳ Ｐゴシック" panose="020B0600070205080204" pitchFamily="34" charset="-128"/>
            </a:endParaRPr>
          </a:p>
        </p:txBody>
      </p:sp>
      <p:grpSp>
        <p:nvGrpSpPr>
          <p:cNvPr id="6" name="Group 5">
            <a:extLst>
              <a:ext uri="{FF2B5EF4-FFF2-40B4-BE49-F238E27FC236}">
                <a16:creationId xmlns:a16="http://schemas.microsoft.com/office/drawing/2014/main" id="{27E838BA-5109-45C6-EC5E-E84E04EC5196}"/>
              </a:ext>
            </a:extLst>
          </p:cNvPr>
          <p:cNvGrpSpPr/>
          <p:nvPr/>
        </p:nvGrpSpPr>
        <p:grpSpPr>
          <a:xfrm>
            <a:off x="1581172" y="3202112"/>
            <a:ext cx="5319085" cy="947503"/>
            <a:chOff x="6727825" y="5192037"/>
            <a:chExt cx="5319085" cy="822324"/>
          </a:xfrm>
        </p:grpSpPr>
        <p:sp>
          <p:nvSpPr>
            <p:cNvPr id="7" name="Text Box 60">
              <a:extLst>
                <a:ext uri="{FF2B5EF4-FFF2-40B4-BE49-F238E27FC236}">
                  <a16:creationId xmlns:a16="http://schemas.microsoft.com/office/drawing/2014/main" id="{E5BDA342-99DB-6EC0-17C8-07B5A3D7BA0A}"/>
                </a:ext>
              </a:extLst>
            </p:cNvPr>
            <p:cNvSpPr txBox="1">
              <a:spLocks noChangeArrowheads="1"/>
            </p:cNvSpPr>
            <p:nvPr/>
          </p:nvSpPr>
          <p:spPr bwMode="auto">
            <a:xfrm>
              <a:off x="6727825" y="5192037"/>
              <a:ext cx="5319085" cy="293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600" kern="0">
                  <a:solidFill>
                    <a:srgbClr val="000000"/>
                  </a:solidFill>
                </a:rPr>
                <a:t>103</a:t>
              </a: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.27.10.1 = 01100111 00011011 00001010 00000001</a:t>
              </a:r>
              <a:endParaRPr kumimoji="0" lang="en-US" altLang="en-US" sz="1800" b="0" i="0" u="none" strike="noStrike" kern="0" cap="none" spc="0" normalizeH="0" baseline="0" noProof="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8" name="Freeform 61">
              <a:extLst>
                <a:ext uri="{FF2B5EF4-FFF2-40B4-BE49-F238E27FC236}">
                  <a16:creationId xmlns:a16="http://schemas.microsoft.com/office/drawing/2014/main" id="{72338783-028E-FEB9-D039-D0BA603C6657}"/>
                </a:ext>
              </a:extLst>
            </p:cNvPr>
            <p:cNvSpPr>
              <a:spLocks/>
            </p:cNvSpPr>
            <p:nvPr/>
          </p:nvSpPr>
          <p:spPr bwMode="auto">
            <a:xfrm>
              <a:off x="8097165" y="5460323"/>
              <a:ext cx="892175" cy="92075"/>
            </a:xfrm>
            <a:custGeom>
              <a:avLst/>
              <a:gdLst>
                <a:gd name="T0" fmla="*/ 0 w 562"/>
                <a:gd name="T1" fmla="*/ 0 h 58"/>
                <a:gd name="T2" fmla="*/ 0 w 562"/>
                <a:gd name="T3" fmla="*/ 2147483647 h 58"/>
                <a:gd name="T4" fmla="*/ 2147483647 w 562"/>
                <a:gd name="T5" fmla="*/ 2147483647 h 58"/>
                <a:gd name="T6" fmla="*/ 2147483647 w 562"/>
                <a:gd name="T7" fmla="*/ 2147483647 h 58"/>
                <a:gd name="T8" fmla="*/ 0 60000 65536"/>
                <a:gd name="T9" fmla="*/ 0 60000 65536"/>
                <a:gd name="T10" fmla="*/ 0 60000 65536"/>
                <a:gd name="T11" fmla="*/ 0 60000 65536"/>
                <a:gd name="T12" fmla="*/ 0 w 562"/>
                <a:gd name="T13" fmla="*/ 0 h 58"/>
                <a:gd name="T14" fmla="*/ 562 w 562"/>
                <a:gd name="T15" fmla="*/ 58 h 58"/>
              </a:gdLst>
              <a:ahLst/>
              <a:cxnLst>
                <a:cxn ang="T8">
                  <a:pos x="T0" y="T1"/>
                </a:cxn>
                <a:cxn ang="T9">
                  <a:pos x="T2" y="T3"/>
                </a:cxn>
                <a:cxn ang="T10">
                  <a:pos x="T4" y="T5"/>
                </a:cxn>
                <a:cxn ang="T11">
                  <a:pos x="T6" y="T7"/>
                </a:cxn>
              </a:cxnLst>
              <a:rect l="T12" t="T13" r="T14" b="T15"/>
              <a:pathLst>
                <a:path w="562" h="58">
                  <a:moveTo>
                    <a:pt x="0" y="0"/>
                  </a:moveTo>
                  <a:lnTo>
                    <a:pt x="0" y="58"/>
                  </a:lnTo>
                  <a:lnTo>
                    <a:pt x="562" y="58"/>
                  </a:lnTo>
                  <a:lnTo>
                    <a:pt x="562" y="16"/>
                  </a:ln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 name="Freeform 62">
              <a:extLst>
                <a:ext uri="{FF2B5EF4-FFF2-40B4-BE49-F238E27FC236}">
                  <a16:creationId xmlns:a16="http://schemas.microsoft.com/office/drawing/2014/main" id="{7226AFE2-36EE-63F1-874B-B3E9BF5F4E4B}"/>
                </a:ext>
              </a:extLst>
            </p:cNvPr>
            <p:cNvSpPr>
              <a:spLocks/>
            </p:cNvSpPr>
            <p:nvPr/>
          </p:nvSpPr>
          <p:spPr bwMode="auto">
            <a:xfrm>
              <a:off x="9084590" y="5466672"/>
              <a:ext cx="892175" cy="79375"/>
            </a:xfrm>
            <a:custGeom>
              <a:avLst/>
              <a:gdLst>
                <a:gd name="T0" fmla="*/ 0 w 562"/>
                <a:gd name="T1" fmla="*/ 0 h 50"/>
                <a:gd name="T2" fmla="*/ 0 w 562"/>
                <a:gd name="T3" fmla="*/ 2147483647 h 50"/>
                <a:gd name="T4" fmla="*/ 2147483647 w 562"/>
                <a:gd name="T5" fmla="*/ 2147483647 h 50"/>
                <a:gd name="T6" fmla="*/ 2147483647 w 562"/>
                <a:gd name="T7" fmla="*/ 2147483647 h 50"/>
                <a:gd name="T8" fmla="*/ 0 60000 65536"/>
                <a:gd name="T9" fmla="*/ 0 60000 65536"/>
                <a:gd name="T10" fmla="*/ 0 60000 65536"/>
                <a:gd name="T11" fmla="*/ 0 60000 65536"/>
                <a:gd name="T12" fmla="*/ 0 w 562"/>
                <a:gd name="T13" fmla="*/ 0 h 50"/>
                <a:gd name="T14" fmla="*/ 562 w 562"/>
                <a:gd name="T15" fmla="*/ 50 h 50"/>
              </a:gdLst>
              <a:ahLst/>
              <a:cxnLst>
                <a:cxn ang="T8">
                  <a:pos x="T0" y="T1"/>
                </a:cxn>
                <a:cxn ang="T9">
                  <a:pos x="T2" y="T3"/>
                </a:cxn>
                <a:cxn ang="T10">
                  <a:pos x="T4" y="T5"/>
                </a:cxn>
                <a:cxn ang="T11">
                  <a:pos x="T6" y="T7"/>
                </a:cxn>
              </a:cxnLst>
              <a:rect l="T12" t="T13" r="T14" b="T15"/>
              <a:pathLst>
                <a:path w="562" h="50">
                  <a:moveTo>
                    <a:pt x="0" y="0"/>
                  </a:moveTo>
                  <a:lnTo>
                    <a:pt x="0" y="50"/>
                  </a:lnTo>
                  <a:lnTo>
                    <a:pt x="562" y="50"/>
                  </a:lnTo>
                  <a:lnTo>
                    <a:pt x="562" y="8"/>
                  </a:ln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 name="Freeform 63">
              <a:extLst>
                <a:ext uri="{FF2B5EF4-FFF2-40B4-BE49-F238E27FC236}">
                  <a16:creationId xmlns:a16="http://schemas.microsoft.com/office/drawing/2014/main" id="{CADFB14A-4BD3-22C6-AC85-380DFA287393}"/>
                </a:ext>
              </a:extLst>
            </p:cNvPr>
            <p:cNvSpPr>
              <a:spLocks/>
            </p:cNvSpPr>
            <p:nvPr/>
          </p:nvSpPr>
          <p:spPr bwMode="auto">
            <a:xfrm>
              <a:off x="10084765" y="5469848"/>
              <a:ext cx="869950" cy="79375"/>
            </a:xfrm>
            <a:custGeom>
              <a:avLst/>
              <a:gdLst>
                <a:gd name="T0" fmla="*/ 0 w 562"/>
                <a:gd name="T1" fmla="*/ 0 h 50"/>
                <a:gd name="T2" fmla="*/ 0 w 562"/>
                <a:gd name="T3" fmla="*/ 2147483647 h 50"/>
                <a:gd name="T4" fmla="*/ 2147483647 w 562"/>
                <a:gd name="T5" fmla="*/ 2147483647 h 50"/>
                <a:gd name="T6" fmla="*/ 2147483647 w 562"/>
                <a:gd name="T7" fmla="*/ 2147483647 h 50"/>
                <a:gd name="T8" fmla="*/ 0 60000 65536"/>
                <a:gd name="T9" fmla="*/ 0 60000 65536"/>
                <a:gd name="T10" fmla="*/ 0 60000 65536"/>
                <a:gd name="T11" fmla="*/ 0 60000 65536"/>
                <a:gd name="T12" fmla="*/ 0 w 562"/>
                <a:gd name="T13" fmla="*/ 0 h 50"/>
                <a:gd name="T14" fmla="*/ 562 w 562"/>
                <a:gd name="T15" fmla="*/ 50 h 50"/>
              </a:gdLst>
              <a:ahLst/>
              <a:cxnLst>
                <a:cxn ang="T8">
                  <a:pos x="T0" y="T1"/>
                </a:cxn>
                <a:cxn ang="T9">
                  <a:pos x="T2" y="T3"/>
                </a:cxn>
                <a:cxn ang="T10">
                  <a:pos x="T4" y="T5"/>
                </a:cxn>
                <a:cxn ang="T11">
                  <a:pos x="T6" y="T7"/>
                </a:cxn>
              </a:cxnLst>
              <a:rect l="T12" t="T13" r="T14" b="T15"/>
              <a:pathLst>
                <a:path w="562" h="50">
                  <a:moveTo>
                    <a:pt x="0" y="0"/>
                  </a:moveTo>
                  <a:lnTo>
                    <a:pt x="0" y="50"/>
                  </a:lnTo>
                  <a:lnTo>
                    <a:pt x="562" y="50"/>
                  </a:lnTo>
                  <a:lnTo>
                    <a:pt x="562" y="8"/>
                  </a:ln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 name="Freeform 64">
              <a:extLst>
                <a:ext uri="{FF2B5EF4-FFF2-40B4-BE49-F238E27FC236}">
                  <a16:creationId xmlns:a16="http://schemas.microsoft.com/office/drawing/2014/main" id="{952BFCB8-7E49-71BA-D06A-01FBF69BDDE6}"/>
                </a:ext>
              </a:extLst>
            </p:cNvPr>
            <p:cNvSpPr>
              <a:spLocks/>
            </p:cNvSpPr>
            <p:nvPr/>
          </p:nvSpPr>
          <p:spPr bwMode="auto">
            <a:xfrm>
              <a:off x="11036715" y="5473023"/>
              <a:ext cx="869950" cy="79375"/>
            </a:xfrm>
            <a:custGeom>
              <a:avLst/>
              <a:gdLst>
                <a:gd name="T0" fmla="*/ 0 w 562"/>
                <a:gd name="T1" fmla="*/ 0 h 50"/>
                <a:gd name="T2" fmla="*/ 0 w 562"/>
                <a:gd name="T3" fmla="*/ 2147483647 h 50"/>
                <a:gd name="T4" fmla="*/ 2147483647 w 562"/>
                <a:gd name="T5" fmla="*/ 2147483647 h 50"/>
                <a:gd name="T6" fmla="*/ 2147483647 w 562"/>
                <a:gd name="T7" fmla="*/ 2147483647 h 50"/>
                <a:gd name="T8" fmla="*/ 0 60000 65536"/>
                <a:gd name="T9" fmla="*/ 0 60000 65536"/>
                <a:gd name="T10" fmla="*/ 0 60000 65536"/>
                <a:gd name="T11" fmla="*/ 0 60000 65536"/>
                <a:gd name="T12" fmla="*/ 0 w 562"/>
                <a:gd name="T13" fmla="*/ 0 h 50"/>
                <a:gd name="T14" fmla="*/ 562 w 562"/>
                <a:gd name="T15" fmla="*/ 50 h 50"/>
              </a:gdLst>
              <a:ahLst/>
              <a:cxnLst>
                <a:cxn ang="T8">
                  <a:pos x="T0" y="T1"/>
                </a:cxn>
                <a:cxn ang="T9">
                  <a:pos x="T2" y="T3"/>
                </a:cxn>
                <a:cxn ang="T10">
                  <a:pos x="T4" y="T5"/>
                </a:cxn>
                <a:cxn ang="T11">
                  <a:pos x="T6" y="T7"/>
                </a:cxn>
              </a:cxnLst>
              <a:rect l="T12" t="T13" r="T14" b="T15"/>
              <a:pathLst>
                <a:path w="562" h="50">
                  <a:moveTo>
                    <a:pt x="0" y="0"/>
                  </a:moveTo>
                  <a:lnTo>
                    <a:pt x="0" y="50"/>
                  </a:lnTo>
                  <a:lnTo>
                    <a:pt x="562" y="50"/>
                  </a:lnTo>
                  <a:lnTo>
                    <a:pt x="562" y="8"/>
                  </a:ln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 name="Text Box 65">
              <a:extLst>
                <a:ext uri="{FF2B5EF4-FFF2-40B4-BE49-F238E27FC236}">
                  <a16:creationId xmlns:a16="http://schemas.microsoft.com/office/drawing/2014/main" id="{7B222B0E-D811-EF08-8E55-44D5D3DB4483}"/>
                </a:ext>
              </a:extLst>
            </p:cNvPr>
            <p:cNvSpPr txBox="1">
              <a:spLocks noChangeArrowheads="1"/>
            </p:cNvSpPr>
            <p:nvPr/>
          </p:nvSpPr>
          <p:spPr bwMode="auto">
            <a:xfrm>
              <a:off x="8104188" y="5668286"/>
              <a:ext cx="526106" cy="293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103</a:t>
              </a:r>
              <a:endParaRPr kumimoji="0" lang="en-US" altLang="en-US" sz="1800" b="0" i="0" u="none" strike="noStrike" kern="0" cap="none" spc="0" normalizeH="0" baseline="0" noProof="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3" name="Text Box 66">
              <a:extLst>
                <a:ext uri="{FF2B5EF4-FFF2-40B4-BE49-F238E27FC236}">
                  <a16:creationId xmlns:a16="http://schemas.microsoft.com/office/drawing/2014/main" id="{E9D9A7B6-D1B2-E607-B767-080DB6536FFE}"/>
                </a:ext>
              </a:extLst>
            </p:cNvPr>
            <p:cNvSpPr txBox="1">
              <a:spLocks noChangeArrowheads="1"/>
            </p:cNvSpPr>
            <p:nvPr/>
          </p:nvSpPr>
          <p:spPr bwMode="auto">
            <a:xfrm>
              <a:off x="9279695" y="5677811"/>
              <a:ext cx="412292" cy="293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600" kern="0">
                  <a:solidFill>
                    <a:srgbClr val="000000"/>
                  </a:solidFill>
                </a:rPr>
                <a:t>27</a:t>
              </a:r>
              <a:endParaRPr kumimoji="0" lang="en-US" altLang="en-US" sz="1800" b="0" i="0" u="none" strike="noStrike" kern="0" cap="none" spc="0" normalizeH="0" baseline="0" noProof="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4" name="Text Box 67">
              <a:extLst>
                <a:ext uri="{FF2B5EF4-FFF2-40B4-BE49-F238E27FC236}">
                  <a16:creationId xmlns:a16="http://schemas.microsoft.com/office/drawing/2014/main" id="{F9765731-AB7E-E3EA-15D3-E3CD7E44A041}"/>
                </a:ext>
              </a:extLst>
            </p:cNvPr>
            <p:cNvSpPr txBox="1">
              <a:spLocks noChangeArrowheads="1"/>
            </p:cNvSpPr>
            <p:nvPr/>
          </p:nvSpPr>
          <p:spPr bwMode="auto">
            <a:xfrm>
              <a:off x="11104563" y="5677811"/>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a:t>
              </a:r>
              <a:endParaRPr kumimoji="0" lang="en-US" altLang="en-US" sz="1800" b="0" i="0" u="none" strike="noStrike" kern="0" cap="none" spc="0" normalizeH="0" baseline="0" noProof="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5" name="Text Box 68">
              <a:extLst>
                <a:ext uri="{FF2B5EF4-FFF2-40B4-BE49-F238E27FC236}">
                  <a16:creationId xmlns:a16="http://schemas.microsoft.com/office/drawing/2014/main" id="{DC676748-F8FE-5CFD-6FAF-3786CBC3381E}"/>
                </a:ext>
              </a:extLst>
            </p:cNvPr>
            <p:cNvSpPr txBox="1">
              <a:spLocks noChangeArrowheads="1"/>
            </p:cNvSpPr>
            <p:nvPr/>
          </p:nvSpPr>
          <p:spPr bwMode="auto">
            <a:xfrm>
              <a:off x="10085388" y="5677811"/>
              <a:ext cx="412292" cy="293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10</a:t>
              </a:r>
              <a:endParaRPr kumimoji="0" lang="en-US" altLang="en-US" sz="1800" b="0" i="0" u="none" strike="noStrike" kern="0" cap="none" spc="0" normalizeH="0" baseline="0" noProof="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3E6DA4F-27F5-C637-1692-EBED8357C61D}"/>
                  </a:ext>
                </a:extLst>
              </p14:cNvPr>
              <p14:cNvContentPartPr/>
              <p14:nvPr/>
            </p14:nvContentPartPr>
            <p14:xfrm>
              <a:off x="184320" y="2282760"/>
              <a:ext cx="11230200" cy="2831040"/>
            </p14:xfrm>
          </p:contentPart>
        </mc:Choice>
        <mc:Fallback>
          <p:pic>
            <p:nvPicPr>
              <p:cNvPr id="4" name="Ink 3">
                <a:extLst>
                  <a:ext uri="{FF2B5EF4-FFF2-40B4-BE49-F238E27FC236}">
                    <a16:creationId xmlns:a16="http://schemas.microsoft.com/office/drawing/2014/main" id="{D3E6DA4F-27F5-C637-1692-EBED8357C61D}"/>
                  </a:ext>
                </a:extLst>
              </p:cNvPr>
              <p:cNvPicPr/>
              <p:nvPr/>
            </p:nvPicPr>
            <p:blipFill>
              <a:blip r:embed="rId4"/>
              <a:stretch>
                <a:fillRect/>
              </a:stretch>
            </p:blipFill>
            <p:spPr>
              <a:xfrm>
                <a:off x="174960" y="2273400"/>
                <a:ext cx="11248920" cy="2849760"/>
              </a:xfrm>
              <a:prstGeom prst="rect">
                <a:avLst/>
              </a:prstGeom>
            </p:spPr>
          </p:pic>
        </mc:Fallback>
      </mc:AlternateContent>
    </p:spTree>
    <p:extLst>
      <p:ext uri="{BB962C8B-B14F-4D97-AF65-F5344CB8AC3E}">
        <p14:creationId xmlns:p14="http://schemas.microsoft.com/office/powerpoint/2010/main" val="3910256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dissolve">
                                      <p:cBhvr>
                                        <p:cTn id="22" dur="500"/>
                                        <p:tgtEl>
                                          <p:spTgt spid="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dissolve">
                                      <p:cBhvr>
                                        <p:cTn id="27" dur="500"/>
                                        <p:tgtEl>
                                          <p:spTgt spid="2">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dissolve">
                                      <p:cBhvr>
                                        <p:cTn id="3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36D76E-0BB3-325F-1D06-BEB238E79896}"/>
              </a:ext>
            </a:extLst>
          </p:cNvPr>
          <p:cNvSpPr>
            <a:spLocks noGrp="1"/>
          </p:cNvSpPr>
          <p:nvPr>
            <p:ph type="title"/>
          </p:nvPr>
        </p:nvSpPr>
        <p:spPr/>
        <p:txBody>
          <a:bodyPr/>
          <a:lstStyle/>
          <a:p>
            <a:r>
              <a:rPr lang="en-US" dirty="0"/>
              <a:t>IP addresses are hierarchical</a:t>
            </a:r>
          </a:p>
        </p:txBody>
      </p:sp>
      <p:sp>
        <p:nvSpPr>
          <p:cNvPr id="75" name="Freeform 140">
            <a:extLst>
              <a:ext uri="{FF2B5EF4-FFF2-40B4-BE49-F238E27FC236}">
                <a16:creationId xmlns:a16="http://schemas.microsoft.com/office/drawing/2014/main" id="{9700DEE4-9220-2C4F-91D8-36CC899D5830}"/>
              </a:ext>
            </a:extLst>
          </p:cNvPr>
          <p:cNvSpPr>
            <a:spLocks/>
          </p:cNvSpPr>
          <p:nvPr/>
        </p:nvSpPr>
        <p:spPr bwMode="auto">
          <a:xfrm rot="16200000">
            <a:off x="9370426" y="2936038"/>
            <a:ext cx="846137"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6" name="Freeform 140">
            <a:extLst>
              <a:ext uri="{FF2B5EF4-FFF2-40B4-BE49-F238E27FC236}">
                <a16:creationId xmlns:a16="http://schemas.microsoft.com/office/drawing/2014/main" id="{D1F7F264-AC3D-44E8-F929-9D2E51475766}"/>
              </a:ext>
            </a:extLst>
          </p:cNvPr>
          <p:cNvSpPr>
            <a:spLocks/>
          </p:cNvSpPr>
          <p:nvPr/>
        </p:nvSpPr>
        <p:spPr bwMode="auto">
          <a:xfrm rot="10800000">
            <a:off x="10368170" y="1609681"/>
            <a:ext cx="846138"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 name="Freeform 140">
            <a:extLst>
              <a:ext uri="{FF2B5EF4-FFF2-40B4-BE49-F238E27FC236}">
                <a16:creationId xmlns:a16="http://schemas.microsoft.com/office/drawing/2014/main" id="{A35BC88A-7675-1023-E526-E8871BC88AF5}"/>
              </a:ext>
            </a:extLst>
          </p:cNvPr>
          <p:cNvSpPr>
            <a:spLocks/>
          </p:cNvSpPr>
          <p:nvPr/>
        </p:nvSpPr>
        <p:spPr bwMode="auto">
          <a:xfrm>
            <a:off x="8332995" y="1192169"/>
            <a:ext cx="1038225" cy="1927225"/>
          </a:xfrm>
          <a:custGeom>
            <a:avLst/>
            <a:gdLst>
              <a:gd name="T0" fmla="*/ 2147483647 w 1223"/>
              <a:gd name="T1" fmla="*/ 2147483647 h 1291"/>
              <a:gd name="T2" fmla="*/ 2147483647 w 1223"/>
              <a:gd name="T3" fmla="*/ 2147483647 h 1291"/>
              <a:gd name="T4" fmla="*/ 2147483647 w 1223"/>
              <a:gd name="T5" fmla="*/ 2147483647 h 1291"/>
              <a:gd name="T6" fmla="*/ 2147483647 w 1223"/>
              <a:gd name="T7" fmla="*/ 2147483647 h 1291"/>
              <a:gd name="T8" fmla="*/ 2147483647 w 1223"/>
              <a:gd name="T9" fmla="*/ 2147483647 h 1291"/>
              <a:gd name="T10" fmla="*/ 2147483647 w 1223"/>
              <a:gd name="T11" fmla="*/ 2147483647 h 1291"/>
              <a:gd name="T12" fmla="*/ 2147483647 w 1223"/>
              <a:gd name="T13" fmla="*/ 2147483647 h 1291"/>
              <a:gd name="T14" fmla="*/ 2147483647 w 1223"/>
              <a:gd name="T15" fmla="*/ 2147483647 h 1291"/>
              <a:gd name="T16" fmla="*/ 2147483647 w 1223"/>
              <a:gd name="T17" fmla="*/ 2147483647 h 1291"/>
              <a:gd name="T18" fmla="*/ 2147483647 w 1223"/>
              <a:gd name="T19" fmla="*/ 2147483647 h 1291"/>
              <a:gd name="T20" fmla="*/ 2147483647 w 1223"/>
              <a:gd name="T21" fmla="*/ 2147483647 h 1291"/>
              <a:gd name="T22" fmla="*/ 2147483647 w 1223"/>
              <a:gd name="T23" fmla="*/ 2147483647 h 1291"/>
              <a:gd name="T24" fmla="*/ 2147483647 w 1223"/>
              <a:gd name="T25" fmla="*/ 2147483647 h 1291"/>
              <a:gd name="T26" fmla="*/ 2147483647 w 1223"/>
              <a:gd name="T27" fmla="*/ 2147483647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9" name="Text Box 26">
            <a:extLst>
              <a:ext uri="{FF2B5EF4-FFF2-40B4-BE49-F238E27FC236}">
                <a16:creationId xmlns:a16="http://schemas.microsoft.com/office/drawing/2014/main" id="{D3DC8A5F-ECBC-8156-1BAF-21275AC45710}"/>
              </a:ext>
            </a:extLst>
          </p:cNvPr>
          <p:cNvSpPr txBox="1">
            <a:spLocks noChangeArrowheads="1"/>
          </p:cNvSpPr>
          <p:nvPr/>
        </p:nvSpPr>
        <p:spPr bwMode="auto">
          <a:xfrm>
            <a:off x="6643814" y="1384994"/>
            <a:ext cx="9941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103.27.10.4</a:t>
            </a:r>
            <a:endParaRPr kumimoji="0" lang="en-US" altLang="en-US" sz="1200" b="0" i="0" u="none" strike="noStrike" kern="0" cap="none" spc="0" normalizeH="0" baseline="0" noProof="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90" name="Text Box 30">
            <a:extLst>
              <a:ext uri="{FF2B5EF4-FFF2-40B4-BE49-F238E27FC236}">
                <a16:creationId xmlns:a16="http://schemas.microsoft.com/office/drawing/2014/main" id="{E4475B24-1D4F-3B1C-11D7-171B7BF644C5}"/>
              </a:ext>
            </a:extLst>
          </p:cNvPr>
          <p:cNvSpPr txBox="1">
            <a:spLocks noChangeArrowheads="1"/>
          </p:cNvSpPr>
          <p:nvPr/>
        </p:nvSpPr>
        <p:spPr bwMode="auto">
          <a:xfrm>
            <a:off x="7820233" y="2978106"/>
            <a:ext cx="9941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103.27.10.3</a:t>
            </a:r>
            <a:endParaRPr kumimoji="0" lang="en-US" altLang="en-US" sz="1200" b="0" i="0" u="none" strike="noStrike" kern="0" cap="none" spc="0" normalizeH="0" baseline="0" noProof="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91" name="Text Box 31">
            <a:extLst>
              <a:ext uri="{FF2B5EF4-FFF2-40B4-BE49-F238E27FC236}">
                <a16:creationId xmlns:a16="http://schemas.microsoft.com/office/drawing/2014/main" id="{FDB0D83E-336F-850A-3201-BF97B7D94945}"/>
              </a:ext>
            </a:extLst>
          </p:cNvPr>
          <p:cNvSpPr txBox="1">
            <a:spLocks noChangeArrowheads="1"/>
          </p:cNvSpPr>
          <p:nvPr/>
        </p:nvSpPr>
        <p:spPr bwMode="auto">
          <a:xfrm>
            <a:off x="8688622" y="2072296"/>
            <a:ext cx="9941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103.27.10.1</a:t>
            </a:r>
            <a:endParaRPr kumimoji="0" lang="en-US" altLang="en-US" sz="1200" b="0" i="0" u="none" strike="noStrike" kern="0" cap="none" spc="0" normalizeH="0" baseline="0" noProof="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92" name="Text Box 33">
            <a:extLst>
              <a:ext uri="{FF2B5EF4-FFF2-40B4-BE49-F238E27FC236}">
                <a16:creationId xmlns:a16="http://schemas.microsoft.com/office/drawing/2014/main" id="{74A46387-A03E-8CB0-76A2-90338301CB9F}"/>
              </a:ext>
            </a:extLst>
          </p:cNvPr>
          <p:cNvSpPr txBox="1">
            <a:spLocks noChangeArrowheads="1"/>
          </p:cNvSpPr>
          <p:nvPr/>
        </p:nvSpPr>
        <p:spPr bwMode="auto">
          <a:xfrm>
            <a:off x="9828855" y="2048657"/>
            <a:ext cx="9941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103.27.11.1</a:t>
            </a:r>
            <a:endParaRPr kumimoji="0" lang="en-US" altLang="en-US" sz="1200" b="0" i="0" u="none" strike="noStrike" kern="0" cap="none" spc="0" normalizeH="0" baseline="0" noProof="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93" name="Text Box 41">
            <a:extLst>
              <a:ext uri="{FF2B5EF4-FFF2-40B4-BE49-F238E27FC236}">
                <a16:creationId xmlns:a16="http://schemas.microsoft.com/office/drawing/2014/main" id="{2383235A-4DE1-C9B0-A017-46534C68F675}"/>
              </a:ext>
            </a:extLst>
          </p:cNvPr>
          <p:cNvSpPr txBox="1">
            <a:spLocks noChangeArrowheads="1"/>
          </p:cNvSpPr>
          <p:nvPr/>
        </p:nvSpPr>
        <p:spPr bwMode="auto">
          <a:xfrm>
            <a:off x="10489929" y="3227035"/>
            <a:ext cx="9941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103.27.11.3</a:t>
            </a:r>
            <a:endParaRPr kumimoji="0" lang="en-US" altLang="en-US" sz="1200" b="0" i="0" u="none" strike="noStrike" kern="0" cap="none" spc="0" normalizeH="0" baseline="0" noProof="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94" name="Text Box 44">
            <a:extLst>
              <a:ext uri="{FF2B5EF4-FFF2-40B4-BE49-F238E27FC236}">
                <a16:creationId xmlns:a16="http://schemas.microsoft.com/office/drawing/2014/main" id="{C50CCF47-096A-EF32-38A6-EE3C67D87572}"/>
              </a:ext>
            </a:extLst>
          </p:cNvPr>
          <p:cNvSpPr txBox="1">
            <a:spLocks noChangeArrowheads="1"/>
          </p:cNvSpPr>
          <p:nvPr/>
        </p:nvSpPr>
        <p:spPr bwMode="auto">
          <a:xfrm>
            <a:off x="10188711" y="1394143"/>
            <a:ext cx="9941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103.27.11.2</a:t>
            </a:r>
            <a:endParaRPr kumimoji="0" lang="en-US" altLang="en-US" sz="1200" b="0" i="0" u="none" strike="noStrike" kern="0" cap="none" spc="0" normalizeH="0" baseline="0" noProof="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95" name="Line 45">
            <a:extLst>
              <a:ext uri="{FF2B5EF4-FFF2-40B4-BE49-F238E27FC236}">
                <a16:creationId xmlns:a16="http://schemas.microsoft.com/office/drawing/2014/main" id="{8B130C3C-4123-70B4-DAD1-E77BA898A57B}"/>
              </a:ext>
            </a:extLst>
          </p:cNvPr>
          <p:cNvSpPr>
            <a:spLocks noChangeShapeType="1"/>
          </p:cNvSpPr>
          <p:nvPr/>
        </p:nvSpPr>
        <p:spPr bwMode="auto">
          <a:xfrm>
            <a:off x="9783970" y="2624544"/>
            <a:ext cx="0" cy="8790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Text Box 53">
            <a:extLst>
              <a:ext uri="{FF2B5EF4-FFF2-40B4-BE49-F238E27FC236}">
                <a16:creationId xmlns:a16="http://schemas.microsoft.com/office/drawing/2014/main" id="{D3F7941C-2B2F-55B9-A91A-910CF0413BA0}"/>
              </a:ext>
            </a:extLst>
          </p:cNvPr>
          <p:cNvSpPr txBox="1">
            <a:spLocks noChangeArrowheads="1"/>
          </p:cNvSpPr>
          <p:nvPr/>
        </p:nvSpPr>
        <p:spPr bwMode="auto">
          <a:xfrm>
            <a:off x="10379283" y="4084594"/>
            <a:ext cx="90922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103.27.9.2</a:t>
            </a:r>
            <a:endParaRPr kumimoji="0" lang="en-US" altLang="en-US" sz="1200" b="0" i="0" u="none" strike="noStrike" kern="0" cap="none" spc="0" normalizeH="0" baseline="0" noProof="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97" name="Text Box 56">
            <a:extLst>
              <a:ext uri="{FF2B5EF4-FFF2-40B4-BE49-F238E27FC236}">
                <a16:creationId xmlns:a16="http://schemas.microsoft.com/office/drawing/2014/main" id="{3AE1E022-98C2-FE69-ACDA-822E095FBA2E}"/>
              </a:ext>
            </a:extLst>
          </p:cNvPr>
          <p:cNvSpPr txBox="1">
            <a:spLocks noChangeArrowheads="1"/>
          </p:cNvSpPr>
          <p:nvPr/>
        </p:nvSpPr>
        <p:spPr bwMode="auto">
          <a:xfrm>
            <a:off x="9136270" y="4089356"/>
            <a:ext cx="90922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103.27.9.1</a:t>
            </a:r>
            <a:endParaRPr kumimoji="0" lang="en-US" altLang="en-US" sz="1200" b="0" i="0" u="none" strike="noStrike" kern="0" cap="none" spc="0" normalizeH="0" baseline="0" noProof="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nvGrpSpPr>
          <p:cNvPr id="98" name="Group 57">
            <a:extLst>
              <a:ext uri="{FF2B5EF4-FFF2-40B4-BE49-F238E27FC236}">
                <a16:creationId xmlns:a16="http://schemas.microsoft.com/office/drawing/2014/main" id="{59CF4051-D209-8D0F-C138-A5046D4BEF0A}"/>
              </a:ext>
            </a:extLst>
          </p:cNvPr>
          <p:cNvGrpSpPr>
            <a:grpSpLocks/>
          </p:cNvGrpSpPr>
          <p:nvPr/>
        </p:nvGrpSpPr>
        <p:grpSpPr bwMode="auto">
          <a:xfrm>
            <a:off x="9309308" y="2886031"/>
            <a:ext cx="909637" cy="276225"/>
            <a:chOff x="4550" y="1257"/>
            <a:chExt cx="573" cy="174"/>
          </a:xfrm>
        </p:grpSpPr>
        <p:sp>
          <p:nvSpPr>
            <p:cNvPr id="99" name="Rectangle 58">
              <a:extLst>
                <a:ext uri="{FF2B5EF4-FFF2-40B4-BE49-F238E27FC236}">
                  <a16:creationId xmlns:a16="http://schemas.microsoft.com/office/drawing/2014/main" id="{6CE58314-123D-E3B4-71AE-D0E0A2D2BD00}"/>
                </a:ext>
              </a:extLst>
            </p:cNvPr>
            <p:cNvSpPr>
              <a:spLocks noChangeArrowheads="1"/>
            </p:cNvSpPr>
            <p:nvPr/>
          </p:nvSpPr>
          <p:spPr bwMode="auto">
            <a:xfrm>
              <a:off x="4587" y="1284"/>
              <a:ext cx="534"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 name="Text Box 59">
              <a:extLst>
                <a:ext uri="{FF2B5EF4-FFF2-40B4-BE49-F238E27FC236}">
                  <a16:creationId xmlns:a16="http://schemas.microsoft.com/office/drawing/2014/main" id="{ECBD30A2-BC76-F553-4BBD-8749B1EEB1E9}"/>
                </a:ext>
              </a:extLst>
            </p:cNvPr>
            <p:cNvSpPr txBox="1">
              <a:spLocks noChangeArrowheads="1"/>
            </p:cNvSpPr>
            <p:nvPr/>
          </p:nvSpPr>
          <p:spPr bwMode="auto">
            <a:xfrm>
              <a:off x="4550" y="1257"/>
              <a:ext cx="5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103.27.9.3</a:t>
              </a:r>
              <a:endParaRPr kumimoji="0" lang="en-US" altLang="en-US" sz="1200" b="0" i="0" u="none" strike="noStrike" kern="0" cap="none" spc="0" normalizeH="0" baseline="0" noProof="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grpSp>
        <p:nvGrpSpPr>
          <p:cNvPr id="101" name="Group 73">
            <a:extLst>
              <a:ext uri="{FF2B5EF4-FFF2-40B4-BE49-F238E27FC236}">
                <a16:creationId xmlns:a16="http://schemas.microsoft.com/office/drawing/2014/main" id="{DA782E83-6CF0-427A-EC31-8692AEA7E8AF}"/>
              </a:ext>
            </a:extLst>
          </p:cNvPr>
          <p:cNvGrpSpPr>
            <a:grpSpLocks/>
          </p:cNvGrpSpPr>
          <p:nvPr/>
        </p:nvGrpSpPr>
        <p:grpSpPr bwMode="auto">
          <a:xfrm>
            <a:off x="7540833" y="1268369"/>
            <a:ext cx="641350" cy="558800"/>
            <a:chOff x="-44" y="1473"/>
            <a:chExt cx="981" cy="1105"/>
          </a:xfrm>
        </p:grpSpPr>
        <p:pic>
          <p:nvPicPr>
            <p:cNvPr id="102" name="Picture 74" descr="desktop_computer_stylized_medium">
              <a:extLst>
                <a:ext uri="{FF2B5EF4-FFF2-40B4-BE49-F238E27FC236}">
                  <a16:creationId xmlns:a16="http://schemas.microsoft.com/office/drawing/2014/main" id="{667411E9-1F58-C7A1-662A-3D1D24A379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Freeform 75">
              <a:extLst>
                <a:ext uri="{FF2B5EF4-FFF2-40B4-BE49-F238E27FC236}">
                  <a16:creationId xmlns:a16="http://schemas.microsoft.com/office/drawing/2014/main" id="{7C1F6DE7-CAD1-CE4A-1BA3-BC87B8AFCFC5}"/>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04" name="Group 80">
            <a:extLst>
              <a:ext uri="{FF2B5EF4-FFF2-40B4-BE49-F238E27FC236}">
                <a16:creationId xmlns:a16="http://schemas.microsoft.com/office/drawing/2014/main" id="{6DB17CCA-2E5A-5AE5-1976-22162D396B65}"/>
              </a:ext>
            </a:extLst>
          </p:cNvPr>
          <p:cNvGrpSpPr>
            <a:grpSpLocks/>
          </p:cNvGrpSpPr>
          <p:nvPr/>
        </p:nvGrpSpPr>
        <p:grpSpPr bwMode="auto">
          <a:xfrm>
            <a:off x="7536070" y="1866856"/>
            <a:ext cx="641350" cy="558800"/>
            <a:chOff x="-44" y="1473"/>
            <a:chExt cx="981" cy="1105"/>
          </a:xfrm>
        </p:grpSpPr>
        <p:pic>
          <p:nvPicPr>
            <p:cNvPr id="105" name="Picture 81" descr="desktop_computer_stylized_medium">
              <a:extLst>
                <a:ext uri="{FF2B5EF4-FFF2-40B4-BE49-F238E27FC236}">
                  <a16:creationId xmlns:a16="http://schemas.microsoft.com/office/drawing/2014/main" id="{ADA3D758-0E3D-AC4A-89B4-1427D3D6B5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 name="Freeform 82">
              <a:extLst>
                <a:ext uri="{FF2B5EF4-FFF2-40B4-BE49-F238E27FC236}">
                  <a16:creationId xmlns:a16="http://schemas.microsoft.com/office/drawing/2014/main" id="{7DC6C2E4-0521-802E-F547-B6925A6BF50E}"/>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07" name="Group 83">
            <a:extLst>
              <a:ext uri="{FF2B5EF4-FFF2-40B4-BE49-F238E27FC236}">
                <a16:creationId xmlns:a16="http://schemas.microsoft.com/office/drawing/2014/main" id="{67D6F120-FA8F-ACBE-0151-5D42634C3011}"/>
              </a:ext>
            </a:extLst>
          </p:cNvPr>
          <p:cNvGrpSpPr>
            <a:grpSpLocks/>
          </p:cNvGrpSpPr>
          <p:nvPr/>
        </p:nvGrpSpPr>
        <p:grpSpPr bwMode="auto">
          <a:xfrm>
            <a:off x="7564645" y="2476456"/>
            <a:ext cx="641350" cy="558800"/>
            <a:chOff x="-44" y="1473"/>
            <a:chExt cx="981" cy="1105"/>
          </a:xfrm>
        </p:grpSpPr>
        <p:pic>
          <p:nvPicPr>
            <p:cNvPr id="108" name="Picture 84" descr="desktop_computer_stylized_medium">
              <a:extLst>
                <a:ext uri="{FF2B5EF4-FFF2-40B4-BE49-F238E27FC236}">
                  <a16:creationId xmlns:a16="http://schemas.microsoft.com/office/drawing/2014/main" id="{2E5E3E97-52FF-0DEF-6746-AF5F600DCA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 name="Freeform 85">
              <a:extLst>
                <a:ext uri="{FF2B5EF4-FFF2-40B4-BE49-F238E27FC236}">
                  <a16:creationId xmlns:a16="http://schemas.microsoft.com/office/drawing/2014/main" id="{24429BDF-269E-6CA7-4D08-0DA9E0CA365C}"/>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10" name="Group 87">
            <a:extLst>
              <a:ext uri="{FF2B5EF4-FFF2-40B4-BE49-F238E27FC236}">
                <a16:creationId xmlns:a16="http://schemas.microsoft.com/office/drawing/2014/main" id="{F4B4683B-F43E-1BAD-A8A8-1B0F4BA730EB}"/>
              </a:ext>
            </a:extLst>
          </p:cNvPr>
          <p:cNvGrpSpPr>
            <a:grpSpLocks/>
          </p:cNvGrpSpPr>
          <p:nvPr/>
        </p:nvGrpSpPr>
        <p:grpSpPr bwMode="auto">
          <a:xfrm flipH="1">
            <a:off x="11223833" y="1425531"/>
            <a:ext cx="641350" cy="558800"/>
            <a:chOff x="-44" y="1473"/>
            <a:chExt cx="981" cy="1105"/>
          </a:xfrm>
        </p:grpSpPr>
        <p:pic>
          <p:nvPicPr>
            <p:cNvPr id="111" name="Picture 88" descr="desktop_computer_stylized_medium">
              <a:extLst>
                <a:ext uri="{FF2B5EF4-FFF2-40B4-BE49-F238E27FC236}">
                  <a16:creationId xmlns:a16="http://schemas.microsoft.com/office/drawing/2014/main" id="{62CEE5A9-11D8-03C7-3062-541B554999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 name="Freeform 89">
              <a:extLst>
                <a:ext uri="{FF2B5EF4-FFF2-40B4-BE49-F238E27FC236}">
                  <a16:creationId xmlns:a16="http://schemas.microsoft.com/office/drawing/2014/main" id="{FF114AAB-E17A-A574-296F-2939ED7878E3}"/>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13" name="Group 90">
            <a:extLst>
              <a:ext uri="{FF2B5EF4-FFF2-40B4-BE49-F238E27FC236}">
                <a16:creationId xmlns:a16="http://schemas.microsoft.com/office/drawing/2014/main" id="{FC6A3943-2EB5-140A-9245-6571E90F59F3}"/>
              </a:ext>
            </a:extLst>
          </p:cNvPr>
          <p:cNvGrpSpPr>
            <a:grpSpLocks/>
          </p:cNvGrpSpPr>
          <p:nvPr/>
        </p:nvGrpSpPr>
        <p:grpSpPr bwMode="auto">
          <a:xfrm flipH="1">
            <a:off x="11238120" y="2705056"/>
            <a:ext cx="641350" cy="558800"/>
            <a:chOff x="-44" y="1473"/>
            <a:chExt cx="981" cy="1105"/>
          </a:xfrm>
        </p:grpSpPr>
        <p:pic>
          <p:nvPicPr>
            <p:cNvPr id="114" name="Picture 91" descr="desktop_computer_stylized_medium">
              <a:extLst>
                <a:ext uri="{FF2B5EF4-FFF2-40B4-BE49-F238E27FC236}">
                  <a16:creationId xmlns:a16="http://schemas.microsoft.com/office/drawing/2014/main" id="{40A0CE6D-EF0A-5CCC-A589-000ED3EED6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Freeform 92">
              <a:extLst>
                <a:ext uri="{FF2B5EF4-FFF2-40B4-BE49-F238E27FC236}">
                  <a16:creationId xmlns:a16="http://schemas.microsoft.com/office/drawing/2014/main" id="{7CCC4CBD-B1CC-761A-062D-303D66EF475C}"/>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16" name="Group 93">
            <a:extLst>
              <a:ext uri="{FF2B5EF4-FFF2-40B4-BE49-F238E27FC236}">
                <a16:creationId xmlns:a16="http://schemas.microsoft.com/office/drawing/2014/main" id="{6696D75F-4FCF-E7E9-F0F9-796288C56D78}"/>
              </a:ext>
            </a:extLst>
          </p:cNvPr>
          <p:cNvGrpSpPr>
            <a:grpSpLocks/>
          </p:cNvGrpSpPr>
          <p:nvPr/>
        </p:nvGrpSpPr>
        <p:grpSpPr bwMode="auto">
          <a:xfrm flipH="1">
            <a:off x="10139570" y="4229056"/>
            <a:ext cx="641350" cy="558800"/>
            <a:chOff x="-44" y="1473"/>
            <a:chExt cx="981" cy="1105"/>
          </a:xfrm>
        </p:grpSpPr>
        <p:pic>
          <p:nvPicPr>
            <p:cNvPr id="117" name="Picture 94" descr="desktop_computer_stylized_medium">
              <a:extLst>
                <a:ext uri="{FF2B5EF4-FFF2-40B4-BE49-F238E27FC236}">
                  <a16:creationId xmlns:a16="http://schemas.microsoft.com/office/drawing/2014/main" id="{BB6256D3-0D59-504A-CC1C-83DCCABB29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 name="Freeform 95">
              <a:extLst>
                <a:ext uri="{FF2B5EF4-FFF2-40B4-BE49-F238E27FC236}">
                  <a16:creationId xmlns:a16="http://schemas.microsoft.com/office/drawing/2014/main" id="{D9E311EF-03BE-C7EA-E5BF-39577B3756D0}"/>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19" name="Group 96">
            <a:extLst>
              <a:ext uri="{FF2B5EF4-FFF2-40B4-BE49-F238E27FC236}">
                <a16:creationId xmlns:a16="http://schemas.microsoft.com/office/drawing/2014/main" id="{C9C8D162-B9C6-CF95-A10F-33C3F51725A6}"/>
              </a:ext>
            </a:extLst>
          </p:cNvPr>
          <p:cNvGrpSpPr>
            <a:grpSpLocks/>
          </p:cNvGrpSpPr>
          <p:nvPr/>
        </p:nvGrpSpPr>
        <p:grpSpPr bwMode="auto">
          <a:xfrm flipH="1">
            <a:off x="8975933" y="4270331"/>
            <a:ext cx="641350" cy="558800"/>
            <a:chOff x="-44" y="1473"/>
            <a:chExt cx="981" cy="1105"/>
          </a:xfrm>
        </p:grpSpPr>
        <p:pic>
          <p:nvPicPr>
            <p:cNvPr id="120" name="Picture 97" descr="desktop_computer_stylized_medium">
              <a:extLst>
                <a:ext uri="{FF2B5EF4-FFF2-40B4-BE49-F238E27FC236}">
                  <a16:creationId xmlns:a16="http://schemas.microsoft.com/office/drawing/2014/main" id="{6C9EC1EA-30E1-9B42-6A4D-1791739363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 name="Freeform 98">
              <a:extLst>
                <a:ext uri="{FF2B5EF4-FFF2-40B4-BE49-F238E27FC236}">
                  <a16:creationId xmlns:a16="http://schemas.microsoft.com/office/drawing/2014/main" id="{A7E6FFF1-32E0-B6C5-E09D-AC69D4075136}"/>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cxnSp>
        <p:nvCxnSpPr>
          <p:cNvPr id="122" name="Straight Connector 121">
            <a:extLst>
              <a:ext uri="{FF2B5EF4-FFF2-40B4-BE49-F238E27FC236}">
                <a16:creationId xmlns:a16="http://schemas.microsoft.com/office/drawing/2014/main" id="{17C04210-4100-F0DD-5F17-CDC7FEC82377}"/>
              </a:ext>
            </a:extLst>
          </p:cNvPr>
          <p:cNvCxnSpPr/>
          <p:nvPr/>
        </p:nvCxnSpPr>
        <p:spPr>
          <a:xfrm>
            <a:off x="8121461" y="1675446"/>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2FDDBABD-FBE7-02D1-F64C-6FBE86EC5E1D}"/>
              </a:ext>
            </a:extLst>
          </p:cNvPr>
          <p:cNvCxnSpPr/>
          <p:nvPr/>
        </p:nvCxnSpPr>
        <p:spPr>
          <a:xfrm>
            <a:off x="8122894" y="2274331"/>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474F6098-0510-7474-3732-EBEC8C81F778}"/>
              </a:ext>
            </a:extLst>
          </p:cNvPr>
          <p:cNvCxnSpPr/>
          <p:nvPr/>
        </p:nvCxnSpPr>
        <p:spPr>
          <a:xfrm>
            <a:off x="8130049" y="2887503"/>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C5E7E576-A611-6C6A-3A77-51035BF9732C}"/>
              </a:ext>
            </a:extLst>
          </p:cNvPr>
          <p:cNvCxnSpPr>
            <a:cxnSpLocks/>
          </p:cNvCxnSpPr>
          <p:nvPr/>
        </p:nvCxnSpPr>
        <p:spPr>
          <a:xfrm>
            <a:off x="11053970" y="1831929"/>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B539509D-2DA8-3713-D50D-43C75FE17835}"/>
              </a:ext>
            </a:extLst>
          </p:cNvPr>
          <p:cNvCxnSpPr>
            <a:cxnSpLocks/>
          </p:cNvCxnSpPr>
          <p:nvPr/>
        </p:nvCxnSpPr>
        <p:spPr>
          <a:xfrm>
            <a:off x="11055331" y="3111037"/>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92C6E15D-8100-0AC9-BC7D-6A9F1ACAF4BA}"/>
              </a:ext>
            </a:extLst>
          </p:cNvPr>
          <p:cNvCxnSpPr/>
          <p:nvPr/>
        </p:nvCxnSpPr>
        <p:spPr>
          <a:xfrm>
            <a:off x="9164948" y="4071496"/>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E61BCB04-16B2-702B-8B1E-6B87C3FA2450}"/>
              </a:ext>
            </a:extLst>
          </p:cNvPr>
          <p:cNvCxnSpPr/>
          <p:nvPr/>
        </p:nvCxnSpPr>
        <p:spPr>
          <a:xfrm>
            <a:off x="10310406" y="4033806"/>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E6B1528D-4741-C768-686A-3944E342F192}"/>
              </a:ext>
            </a:extLst>
          </p:cNvPr>
          <p:cNvCxnSpPr>
            <a:cxnSpLocks/>
          </p:cNvCxnSpPr>
          <p:nvPr/>
        </p:nvCxnSpPr>
        <p:spPr>
          <a:xfrm>
            <a:off x="8788582" y="2468130"/>
            <a:ext cx="79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A46898E5-53E5-5106-2679-0B4CE4727CCA}"/>
              </a:ext>
            </a:extLst>
          </p:cNvPr>
          <p:cNvCxnSpPr>
            <a:cxnSpLocks/>
          </p:cNvCxnSpPr>
          <p:nvPr/>
        </p:nvCxnSpPr>
        <p:spPr>
          <a:xfrm>
            <a:off x="9971692" y="2474082"/>
            <a:ext cx="97547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1" name="Group 130">
            <a:extLst>
              <a:ext uri="{FF2B5EF4-FFF2-40B4-BE49-F238E27FC236}">
                <a16:creationId xmlns:a16="http://schemas.microsoft.com/office/drawing/2014/main" id="{3A9C418A-D2E8-E56A-D6DC-B0475AD5917C}"/>
              </a:ext>
            </a:extLst>
          </p:cNvPr>
          <p:cNvGrpSpPr/>
          <p:nvPr/>
        </p:nvGrpSpPr>
        <p:grpSpPr>
          <a:xfrm>
            <a:off x="9477711" y="2328009"/>
            <a:ext cx="632991" cy="300938"/>
            <a:chOff x="7493876" y="2774731"/>
            <a:chExt cx="1481958" cy="894622"/>
          </a:xfrm>
        </p:grpSpPr>
        <p:sp>
          <p:nvSpPr>
            <p:cNvPr id="132" name="Freeform 131">
              <a:extLst>
                <a:ext uri="{FF2B5EF4-FFF2-40B4-BE49-F238E27FC236}">
                  <a16:creationId xmlns:a16="http://schemas.microsoft.com/office/drawing/2014/main" id="{E3479C0A-403F-D28D-FB56-0E2FE3A8AAF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33" name="Oval 132">
              <a:extLst>
                <a:ext uri="{FF2B5EF4-FFF2-40B4-BE49-F238E27FC236}">
                  <a16:creationId xmlns:a16="http://schemas.microsoft.com/office/drawing/2014/main" id="{81BB3540-093A-E446-6298-74AC337823C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34" name="Group 133">
              <a:extLst>
                <a:ext uri="{FF2B5EF4-FFF2-40B4-BE49-F238E27FC236}">
                  <a16:creationId xmlns:a16="http://schemas.microsoft.com/office/drawing/2014/main" id="{9CEC293C-05A9-578B-61D0-F9473A13F07D}"/>
                </a:ext>
              </a:extLst>
            </p:cNvPr>
            <p:cNvGrpSpPr/>
            <p:nvPr/>
          </p:nvGrpSpPr>
          <p:grpSpPr>
            <a:xfrm>
              <a:off x="7713663" y="2848339"/>
              <a:ext cx="1042107" cy="425543"/>
              <a:chOff x="7786941" y="2884917"/>
              <a:chExt cx="897649" cy="353919"/>
            </a:xfrm>
          </p:grpSpPr>
          <p:sp>
            <p:nvSpPr>
              <p:cNvPr id="135" name="Freeform 134">
                <a:extLst>
                  <a:ext uri="{FF2B5EF4-FFF2-40B4-BE49-F238E27FC236}">
                    <a16:creationId xmlns:a16="http://schemas.microsoft.com/office/drawing/2014/main" id="{A74B2EC3-1FE5-AFC8-40B3-A0FAB8AD1AF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 name="Freeform 135">
                <a:extLst>
                  <a:ext uri="{FF2B5EF4-FFF2-40B4-BE49-F238E27FC236}">
                    <a16:creationId xmlns:a16="http://schemas.microsoft.com/office/drawing/2014/main" id="{0B9F9C62-3120-C8A0-D06F-753B81D8567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 name="Freeform 136">
                <a:extLst>
                  <a:ext uri="{FF2B5EF4-FFF2-40B4-BE49-F238E27FC236}">
                    <a16:creationId xmlns:a16="http://schemas.microsoft.com/office/drawing/2014/main" id="{9DBA92F3-A5C4-C1CD-84FD-D9FB57BF911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 name="Freeform 137">
                <a:extLst>
                  <a:ext uri="{FF2B5EF4-FFF2-40B4-BE49-F238E27FC236}">
                    <a16:creationId xmlns:a16="http://schemas.microsoft.com/office/drawing/2014/main" id="{CDD7C089-CEB2-70CE-2823-5D6599268CB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9" name="Group 138">
            <a:extLst>
              <a:ext uri="{FF2B5EF4-FFF2-40B4-BE49-F238E27FC236}">
                <a16:creationId xmlns:a16="http://schemas.microsoft.com/office/drawing/2014/main" id="{3EE4D3FA-B3BA-3458-0799-69D8D88FC7D5}"/>
              </a:ext>
            </a:extLst>
          </p:cNvPr>
          <p:cNvGrpSpPr/>
          <p:nvPr/>
        </p:nvGrpSpPr>
        <p:grpSpPr>
          <a:xfrm>
            <a:off x="8289892" y="1673802"/>
            <a:ext cx="3069150" cy="1444428"/>
            <a:chOff x="7865822" y="1784294"/>
            <a:chExt cx="3069150" cy="1444428"/>
          </a:xfrm>
        </p:grpSpPr>
        <p:cxnSp>
          <p:nvCxnSpPr>
            <p:cNvPr id="140" name="Straight Connector 139">
              <a:extLst>
                <a:ext uri="{FF2B5EF4-FFF2-40B4-BE49-F238E27FC236}">
                  <a16:creationId xmlns:a16="http://schemas.microsoft.com/office/drawing/2014/main" id="{E7069184-4B94-DEBD-11AA-905EA96ECA8C}"/>
                </a:ext>
              </a:extLst>
            </p:cNvPr>
            <p:cNvCxnSpPr/>
            <p:nvPr/>
          </p:nvCxnSpPr>
          <p:spPr>
            <a:xfrm>
              <a:off x="8043483" y="1784294"/>
              <a:ext cx="0" cy="12178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1" name="Group 140">
              <a:extLst>
                <a:ext uri="{FF2B5EF4-FFF2-40B4-BE49-F238E27FC236}">
                  <a16:creationId xmlns:a16="http://schemas.microsoft.com/office/drawing/2014/main" id="{27C42906-8231-D759-91C6-E58D4880E3EB}"/>
                </a:ext>
              </a:extLst>
            </p:cNvPr>
            <p:cNvGrpSpPr/>
            <p:nvPr/>
          </p:nvGrpSpPr>
          <p:grpSpPr>
            <a:xfrm>
              <a:off x="7865822" y="2488367"/>
              <a:ext cx="618612" cy="329734"/>
              <a:chOff x="3668110" y="2448910"/>
              <a:chExt cx="3794234" cy="2165130"/>
            </a:xfrm>
          </p:grpSpPr>
          <p:sp>
            <p:nvSpPr>
              <p:cNvPr id="151" name="Rectangle 150">
                <a:extLst>
                  <a:ext uri="{FF2B5EF4-FFF2-40B4-BE49-F238E27FC236}">
                    <a16:creationId xmlns:a16="http://schemas.microsoft.com/office/drawing/2014/main" id="{DA4A41F0-9376-8A9E-D98E-80242B5E4AC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 name="Freeform 151">
                <a:extLst>
                  <a:ext uri="{FF2B5EF4-FFF2-40B4-BE49-F238E27FC236}">
                    <a16:creationId xmlns:a16="http://schemas.microsoft.com/office/drawing/2014/main" id="{8E6619B5-74DB-AA1F-52BF-44087C969E28}"/>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3" name="Group 152">
                <a:extLst>
                  <a:ext uri="{FF2B5EF4-FFF2-40B4-BE49-F238E27FC236}">
                    <a16:creationId xmlns:a16="http://schemas.microsoft.com/office/drawing/2014/main" id="{224F4EDE-B86F-A99B-1434-BC3027F1F89F}"/>
                  </a:ext>
                </a:extLst>
              </p:cNvPr>
              <p:cNvGrpSpPr/>
              <p:nvPr/>
            </p:nvGrpSpPr>
            <p:grpSpPr>
              <a:xfrm>
                <a:off x="3941378" y="2603243"/>
                <a:ext cx="3202061" cy="1066110"/>
                <a:chOff x="7939341" y="3037317"/>
                <a:chExt cx="897649" cy="353919"/>
              </a:xfrm>
            </p:grpSpPr>
            <p:sp>
              <p:nvSpPr>
                <p:cNvPr id="154" name="Freeform 153">
                  <a:extLst>
                    <a:ext uri="{FF2B5EF4-FFF2-40B4-BE49-F238E27FC236}">
                      <a16:creationId xmlns:a16="http://schemas.microsoft.com/office/drawing/2014/main" id="{33FBBDA2-FD92-989D-AFA2-F4F8561AB39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 name="Freeform 154">
                  <a:extLst>
                    <a:ext uri="{FF2B5EF4-FFF2-40B4-BE49-F238E27FC236}">
                      <a16:creationId xmlns:a16="http://schemas.microsoft.com/office/drawing/2014/main" id="{3C90F7CD-443A-B21B-67F7-8A5D4610F683}"/>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Freeform 155">
                  <a:extLst>
                    <a:ext uri="{FF2B5EF4-FFF2-40B4-BE49-F238E27FC236}">
                      <a16:creationId xmlns:a16="http://schemas.microsoft.com/office/drawing/2014/main" id="{243BB211-7A93-191C-F068-7E1365674A8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 name="Freeform 156">
                  <a:extLst>
                    <a:ext uri="{FF2B5EF4-FFF2-40B4-BE49-F238E27FC236}">
                      <a16:creationId xmlns:a16="http://schemas.microsoft.com/office/drawing/2014/main" id="{85D2C059-4320-DF22-11C8-10A8D84ABECB}"/>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142" name="Straight Connector 141">
              <a:extLst>
                <a:ext uri="{FF2B5EF4-FFF2-40B4-BE49-F238E27FC236}">
                  <a16:creationId xmlns:a16="http://schemas.microsoft.com/office/drawing/2014/main" id="{58C86387-DC73-5478-F77B-D5EA5041DCCC}"/>
                </a:ext>
              </a:extLst>
            </p:cNvPr>
            <p:cNvCxnSpPr>
              <a:cxnSpLocks/>
            </p:cNvCxnSpPr>
            <p:nvPr/>
          </p:nvCxnSpPr>
          <p:spPr>
            <a:xfrm>
              <a:off x="10631585" y="1932648"/>
              <a:ext cx="0" cy="12960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3" name="Group 142">
              <a:extLst>
                <a:ext uri="{FF2B5EF4-FFF2-40B4-BE49-F238E27FC236}">
                  <a16:creationId xmlns:a16="http://schemas.microsoft.com/office/drawing/2014/main" id="{D71DA730-0C4B-2ADC-D81E-28FAC2766D22}"/>
                </a:ext>
              </a:extLst>
            </p:cNvPr>
            <p:cNvGrpSpPr/>
            <p:nvPr/>
          </p:nvGrpSpPr>
          <p:grpSpPr>
            <a:xfrm>
              <a:off x="10316360" y="2442512"/>
              <a:ext cx="618612" cy="329734"/>
              <a:chOff x="3668110" y="2448910"/>
              <a:chExt cx="3794234" cy="2165130"/>
            </a:xfrm>
          </p:grpSpPr>
          <p:sp>
            <p:nvSpPr>
              <p:cNvPr id="144" name="Rectangle 143">
                <a:extLst>
                  <a:ext uri="{FF2B5EF4-FFF2-40B4-BE49-F238E27FC236}">
                    <a16:creationId xmlns:a16="http://schemas.microsoft.com/office/drawing/2014/main" id="{52B677F9-5355-E588-CB23-D37DE12BAA26}"/>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 name="Freeform 144">
                <a:extLst>
                  <a:ext uri="{FF2B5EF4-FFF2-40B4-BE49-F238E27FC236}">
                    <a16:creationId xmlns:a16="http://schemas.microsoft.com/office/drawing/2014/main" id="{2CD8C527-9305-4C9C-BA65-574A76ADC4F0}"/>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6" name="Group 145">
                <a:extLst>
                  <a:ext uri="{FF2B5EF4-FFF2-40B4-BE49-F238E27FC236}">
                    <a16:creationId xmlns:a16="http://schemas.microsoft.com/office/drawing/2014/main" id="{AF9ECA06-04BA-E7F2-F8E3-BCC3CA2D314D}"/>
                  </a:ext>
                </a:extLst>
              </p:cNvPr>
              <p:cNvGrpSpPr/>
              <p:nvPr/>
            </p:nvGrpSpPr>
            <p:grpSpPr>
              <a:xfrm>
                <a:off x="3941378" y="2603243"/>
                <a:ext cx="3202061" cy="1066110"/>
                <a:chOff x="7939341" y="3037317"/>
                <a:chExt cx="897649" cy="353919"/>
              </a:xfrm>
            </p:grpSpPr>
            <p:sp>
              <p:nvSpPr>
                <p:cNvPr id="147" name="Freeform 146">
                  <a:extLst>
                    <a:ext uri="{FF2B5EF4-FFF2-40B4-BE49-F238E27FC236}">
                      <a16:creationId xmlns:a16="http://schemas.microsoft.com/office/drawing/2014/main" id="{93253FD7-D8AD-AAF6-91A0-5EA8523C317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 name="Freeform 147">
                  <a:extLst>
                    <a:ext uri="{FF2B5EF4-FFF2-40B4-BE49-F238E27FC236}">
                      <a16:creationId xmlns:a16="http://schemas.microsoft.com/office/drawing/2014/main" id="{85A9BD00-44A5-7162-EDDC-6CBFD402D1A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 name="Freeform 148">
                  <a:extLst>
                    <a:ext uri="{FF2B5EF4-FFF2-40B4-BE49-F238E27FC236}">
                      <a16:creationId xmlns:a16="http://schemas.microsoft.com/office/drawing/2014/main" id="{D18869A2-011C-888F-5BAC-70C6F68C7F1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Freeform 149">
                  <a:extLst>
                    <a:ext uri="{FF2B5EF4-FFF2-40B4-BE49-F238E27FC236}">
                      <a16:creationId xmlns:a16="http://schemas.microsoft.com/office/drawing/2014/main" id="{735357A7-2587-0957-B7CD-063A3339EB22}"/>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pic>
        <p:nvPicPr>
          <p:cNvPr id="159" name="Picture 777" descr="access_point_stylized_small">
            <a:extLst>
              <a:ext uri="{FF2B5EF4-FFF2-40B4-BE49-F238E27FC236}">
                <a16:creationId xmlns:a16="http://schemas.microsoft.com/office/drawing/2014/main" id="{CE61EC13-16A9-229B-EED7-3D2F08FEC0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89597" y="3545548"/>
            <a:ext cx="587412" cy="486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 name="Text Box 29">
            <a:extLst>
              <a:ext uri="{FF2B5EF4-FFF2-40B4-BE49-F238E27FC236}">
                <a16:creationId xmlns:a16="http://schemas.microsoft.com/office/drawing/2014/main" id="{3C230AF1-18F7-7590-2CEB-F26E921F0C6E}"/>
              </a:ext>
            </a:extLst>
          </p:cNvPr>
          <p:cNvSpPr txBox="1">
            <a:spLocks noChangeArrowheads="1"/>
          </p:cNvSpPr>
          <p:nvPr/>
        </p:nvSpPr>
        <p:spPr bwMode="auto">
          <a:xfrm>
            <a:off x="6702289" y="1959896"/>
            <a:ext cx="9941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103.27.10.2</a:t>
            </a:r>
            <a:endParaRPr kumimoji="0" lang="en-US" altLang="en-US" sz="1200" b="0" i="0" u="none" strike="noStrike" kern="0" cap="none" spc="0" normalizeH="0" baseline="0" noProof="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62" name="Rectangle 3">
            <a:extLst>
              <a:ext uri="{FF2B5EF4-FFF2-40B4-BE49-F238E27FC236}">
                <a16:creationId xmlns:a16="http://schemas.microsoft.com/office/drawing/2014/main" id="{82842961-F9B6-25FE-4491-7B7646253BD8}"/>
              </a:ext>
            </a:extLst>
          </p:cNvPr>
          <p:cNvSpPr txBox="1">
            <a:spLocks noChangeArrowheads="1"/>
          </p:cNvSpPr>
          <p:nvPr/>
        </p:nvSpPr>
        <p:spPr>
          <a:xfrm>
            <a:off x="415600" y="3400952"/>
            <a:ext cx="5504825" cy="221500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82613" marR="0" lvl="1" indent="-233363"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8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p:txBody>
      </p:sp>
      <p:sp>
        <p:nvSpPr>
          <p:cNvPr id="163" name="Rectangle 3">
            <a:extLst>
              <a:ext uri="{FF2B5EF4-FFF2-40B4-BE49-F238E27FC236}">
                <a16:creationId xmlns:a16="http://schemas.microsoft.com/office/drawing/2014/main" id="{8C5FD101-2A29-556D-D7BD-33573882DCD0}"/>
              </a:ext>
            </a:extLst>
          </p:cNvPr>
          <p:cNvSpPr txBox="1">
            <a:spLocks noChangeArrowheads="1"/>
          </p:cNvSpPr>
          <p:nvPr/>
        </p:nvSpPr>
        <p:spPr>
          <a:xfrm>
            <a:off x="415600" y="1353648"/>
            <a:ext cx="6050358" cy="3990862"/>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defRPr/>
            </a:pPr>
            <a:r>
              <a:rPr kumimoji="0" lang="en-US" altLang="en-US" sz="32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IP addresses have a hierarchical structure:</a:t>
            </a:r>
          </a:p>
          <a:p>
            <a:pPr marL="582613" lvl="1" indent="-233363">
              <a:defRPr/>
            </a:pPr>
            <a:r>
              <a:rPr lang="en-US" altLang="en-US" sz="2800" dirty="0">
                <a:solidFill>
                  <a:srgbClr val="C00000"/>
                </a:solidFill>
                <a:latin typeface="Calibri" panose="020F0502020204030204"/>
                <a:ea typeface="ＭＳ Ｐゴシック" panose="020B0600070205080204" pitchFamily="34" charset="-128"/>
              </a:rPr>
              <a:t>subnet part: </a:t>
            </a:r>
            <a:r>
              <a:rPr lang="en-US" altLang="en-US" sz="2800" dirty="0">
                <a:solidFill>
                  <a:prstClr val="black"/>
                </a:solidFill>
                <a:latin typeface="Calibri" panose="020F0502020204030204"/>
                <a:ea typeface="ＭＳ Ｐゴシック" panose="020B0600070205080204" pitchFamily="34" charset="-128"/>
              </a:rPr>
              <a:t>all devices in the same subnet share the same high-order bits</a:t>
            </a:r>
          </a:p>
          <a:p>
            <a:pPr marL="582613" lvl="1" indent="-233363">
              <a:defRPr/>
            </a:pPr>
            <a:r>
              <a:rPr lang="en-US" altLang="en-US" sz="2800" dirty="0">
                <a:solidFill>
                  <a:srgbClr val="C00000"/>
                </a:solidFill>
                <a:latin typeface="Calibri" panose="020F0502020204030204"/>
                <a:ea typeface="ＭＳ Ｐゴシック" panose="020B0600070205080204" pitchFamily="34" charset="-128"/>
              </a:rPr>
              <a:t>host part: </a:t>
            </a:r>
            <a:r>
              <a:rPr lang="en-US" altLang="en-US" sz="2800" dirty="0">
                <a:solidFill>
                  <a:prstClr val="black"/>
                </a:solidFill>
                <a:latin typeface="Calibri" panose="020F0502020204030204"/>
                <a:ea typeface="ＭＳ Ｐゴシック" panose="020B0600070205080204" pitchFamily="34" charset="-128"/>
              </a:rPr>
              <a:t>remaining low-order bits, unique within the subnet</a:t>
            </a:r>
          </a:p>
          <a:p>
            <a:pPr marL="6350" indent="0">
              <a:spcBef>
                <a:spcPts val="500"/>
              </a:spcBef>
              <a:buClr>
                <a:srgbClr val="0000A8"/>
              </a:buClr>
              <a:buNone/>
              <a:defRPr/>
            </a:pPr>
            <a:endParaRPr lang="en-US" altLang="en-US" sz="3200" dirty="0">
              <a:solidFill>
                <a:prstClr val="black"/>
              </a:solidFill>
              <a:latin typeface="Calibri" panose="020F0502020204030204"/>
              <a:ea typeface="ＭＳ Ｐゴシック" panose="020B0600070205080204" pitchFamily="34" charset="-128"/>
            </a:endParaRPr>
          </a:p>
          <a:p>
            <a:pPr marL="457200" indent="-457200">
              <a:defRPr/>
            </a:pPr>
            <a:r>
              <a:rPr kumimoji="0" lang="en-US" altLang="en-US" sz="32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Why is it useful?</a:t>
            </a:r>
          </a:p>
          <a:p>
            <a:pPr marL="457200" indent="-457200">
              <a:defRPr/>
            </a:pPr>
            <a:endParaRPr kumimoji="0" lang="en-US" altLang="en-US" sz="32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endParaRPr>
          </a:p>
          <a:p>
            <a:pPr marL="239713" indent="-233363">
              <a:spcBef>
                <a:spcPts val="500"/>
              </a:spcBef>
              <a:buClr>
                <a:srgbClr val="0000A8"/>
              </a:buClr>
              <a:buFont typeface="Arial" panose="020B0604020202020204" pitchFamily="34" charset="0"/>
              <a:buChar char="•"/>
              <a:defRPr/>
            </a:pP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6350" indent="0">
              <a:spcBef>
                <a:spcPts val="500"/>
              </a:spcBef>
              <a:buClr>
                <a:srgbClr val="0000A8"/>
              </a:buClr>
              <a:buNone/>
              <a:defRPr/>
            </a:pP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6350" indent="0">
              <a:spcBef>
                <a:spcPts val="500"/>
              </a:spcBef>
              <a:buClr>
                <a:srgbClr val="0000A8"/>
              </a:buClr>
              <a:buNone/>
              <a:defRPr/>
            </a:pP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DDEDC609-CC31-09A7-B5E5-EFADC8CBA4ED}"/>
                  </a:ext>
                </a:extLst>
              </p14:cNvPr>
              <p14:cNvContentPartPr/>
              <p14:nvPr/>
            </p14:nvContentPartPr>
            <p14:xfrm>
              <a:off x="467640" y="988200"/>
              <a:ext cx="11724480" cy="5716800"/>
            </p14:xfrm>
          </p:contentPart>
        </mc:Choice>
        <mc:Fallback>
          <p:pic>
            <p:nvPicPr>
              <p:cNvPr id="2" name="Ink 1">
                <a:extLst>
                  <a:ext uri="{FF2B5EF4-FFF2-40B4-BE49-F238E27FC236}">
                    <a16:creationId xmlns:a16="http://schemas.microsoft.com/office/drawing/2014/main" id="{DDEDC609-CC31-09A7-B5E5-EFADC8CBA4ED}"/>
                  </a:ext>
                </a:extLst>
              </p:cNvPr>
              <p:cNvPicPr/>
              <p:nvPr/>
            </p:nvPicPr>
            <p:blipFill>
              <a:blip r:embed="rId6"/>
              <a:stretch>
                <a:fillRect/>
              </a:stretch>
            </p:blipFill>
            <p:spPr>
              <a:xfrm>
                <a:off x="458280" y="978840"/>
                <a:ext cx="11743200" cy="5735520"/>
              </a:xfrm>
              <a:prstGeom prst="rect">
                <a:avLst/>
              </a:prstGeom>
            </p:spPr>
          </p:pic>
        </mc:Fallback>
      </mc:AlternateContent>
    </p:spTree>
    <p:extLst>
      <p:ext uri="{BB962C8B-B14F-4D97-AF65-F5344CB8AC3E}">
        <p14:creationId xmlns:p14="http://schemas.microsoft.com/office/powerpoint/2010/main" val="3136927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p:txBody>
          <a:bodyPr/>
          <a:lstStyle/>
          <a:p>
            <a:r>
              <a:rPr lang="en-US" altLang="en-US" dirty="0">
                <a:ea typeface="ＭＳ Ｐゴシック" panose="020B0600070205080204" pitchFamily="34" charset="-128"/>
              </a:rPr>
              <a:t>Question: How many Subnets?</a:t>
            </a:r>
            <a:endParaRPr lang="en-US" dirty="0"/>
          </a:p>
        </p:txBody>
      </p:sp>
      <p:sp>
        <p:nvSpPr>
          <p:cNvPr id="81" name="Rectangle 3">
            <a:extLst>
              <a:ext uri="{FF2B5EF4-FFF2-40B4-BE49-F238E27FC236}">
                <a16:creationId xmlns:a16="http://schemas.microsoft.com/office/drawing/2014/main" id="{6B160A08-0872-E943-930F-3549C899DA74}"/>
              </a:ext>
            </a:extLst>
          </p:cNvPr>
          <p:cNvSpPr txBox="1">
            <a:spLocks noChangeArrowheads="1"/>
          </p:cNvSpPr>
          <p:nvPr/>
        </p:nvSpPr>
        <p:spPr>
          <a:xfrm>
            <a:off x="618779" y="1297393"/>
            <a:ext cx="2992759" cy="2827014"/>
          </a:xfrm>
          <a:prstGeom prst="rect">
            <a:avLst/>
          </a:prstGeom>
        </p:spPr>
        <p:txBody>
          <a:bodyPr vert="horz" lIns="91440" tIns="45720" rIns="91440" bIns="45720" rtlCol="0">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3075" marR="0" lvl="0" indent="-3429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where are the subnets?</a:t>
            </a:r>
          </a:p>
          <a:p>
            <a:pPr marL="473075" marR="0" lvl="0" indent="-3429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what are the /24 subnet addresses?</a:t>
            </a:r>
          </a:p>
          <a:p>
            <a:pPr marL="473075" marR="0" lvl="0" indent="-3429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lang="en-US" sz="3200" dirty="0">
                <a:solidFill>
                  <a:prstClr val="black"/>
                </a:solidFill>
                <a:latin typeface="Calibri" panose="020F0502020204030204"/>
              </a:rPr>
              <a:t>how many subnets?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582613" marR="0" lvl="1" indent="-233363"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8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p:txBody>
      </p:sp>
      <p:sp>
        <p:nvSpPr>
          <p:cNvPr id="71" name="Freeform 2">
            <a:extLst>
              <a:ext uri="{FF2B5EF4-FFF2-40B4-BE49-F238E27FC236}">
                <a16:creationId xmlns:a16="http://schemas.microsoft.com/office/drawing/2014/main" id="{AAAD98F7-32F1-BF4B-98CB-45DEB61CE5A7}"/>
              </a:ext>
            </a:extLst>
          </p:cNvPr>
          <p:cNvSpPr>
            <a:spLocks/>
          </p:cNvSpPr>
          <p:nvPr/>
        </p:nvSpPr>
        <p:spPr bwMode="auto">
          <a:xfrm>
            <a:off x="7898119" y="2985309"/>
            <a:ext cx="1268413" cy="1463675"/>
          </a:xfrm>
          <a:custGeom>
            <a:avLst/>
            <a:gdLst>
              <a:gd name="T0" fmla="*/ 2147483647 w 799"/>
              <a:gd name="T1" fmla="*/ 2147483647 h 922"/>
              <a:gd name="T2" fmla="*/ 2147483647 w 799"/>
              <a:gd name="T3" fmla="*/ 2147483647 h 922"/>
              <a:gd name="T4" fmla="*/ 2147483647 w 799"/>
              <a:gd name="T5" fmla="*/ 2147483647 h 922"/>
              <a:gd name="T6" fmla="*/ 2147483647 w 799"/>
              <a:gd name="T7" fmla="*/ 2147483647 h 922"/>
              <a:gd name="T8" fmla="*/ 2147483647 w 799"/>
              <a:gd name="T9" fmla="*/ 2147483647 h 922"/>
              <a:gd name="T10" fmla="*/ 2147483647 w 799"/>
              <a:gd name="T11" fmla="*/ 0 h 922"/>
              <a:gd name="T12" fmla="*/ 2147483647 w 799"/>
              <a:gd name="T13" fmla="*/ 2147483647 h 922"/>
              <a:gd name="T14" fmla="*/ 0 60000 65536"/>
              <a:gd name="T15" fmla="*/ 0 60000 65536"/>
              <a:gd name="T16" fmla="*/ 0 60000 65536"/>
              <a:gd name="T17" fmla="*/ 0 60000 65536"/>
              <a:gd name="T18" fmla="*/ 0 60000 65536"/>
              <a:gd name="T19" fmla="*/ 0 60000 65536"/>
              <a:gd name="T20" fmla="*/ 0 60000 65536"/>
              <a:gd name="T21" fmla="*/ 0 w 799"/>
              <a:gd name="T22" fmla="*/ 0 h 922"/>
              <a:gd name="T23" fmla="*/ 799 w 799"/>
              <a:gd name="T24" fmla="*/ 922 h 9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99" h="922">
                <a:moveTo>
                  <a:pt x="6" y="66"/>
                </a:moveTo>
                <a:cubicBezTo>
                  <a:pt x="13" y="117"/>
                  <a:pt x="234" y="314"/>
                  <a:pt x="341" y="446"/>
                </a:cubicBezTo>
                <a:cubicBezTo>
                  <a:pt x="448" y="578"/>
                  <a:pt x="577" y="794"/>
                  <a:pt x="648" y="858"/>
                </a:cubicBezTo>
                <a:cubicBezTo>
                  <a:pt x="719" y="922"/>
                  <a:pt x="799" y="912"/>
                  <a:pt x="768" y="828"/>
                </a:cubicBezTo>
                <a:cubicBezTo>
                  <a:pt x="737" y="744"/>
                  <a:pt x="581" y="492"/>
                  <a:pt x="463" y="354"/>
                </a:cubicBezTo>
                <a:cubicBezTo>
                  <a:pt x="345" y="216"/>
                  <a:pt x="136" y="48"/>
                  <a:pt x="60" y="0"/>
                </a:cubicBezTo>
                <a:cubicBezTo>
                  <a:pt x="25" y="47"/>
                  <a:pt x="0" y="15"/>
                  <a:pt x="6" y="66"/>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Freeform 3">
            <a:extLst>
              <a:ext uri="{FF2B5EF4-FFF2-40B4-BE49-F238E27FC236}">
                <a16:creationId xmlns:a16="http://schemas.microsoft.com/office/drawing/2014/main" id="{6488F527-6BB3-D24E-8C51-EEDC124AD307}"/>
              </a:ext>
            </a:extLst>
          </p:cNvPr>
          <p:cNvSpPr>
            <a:spLocks/>
          </p:cNvSpPr>
          <p:nvPr/>
        </p:nvSpPr>
        <p:spPr bwMode="auto">
          <a:xfrm>
            <a:off x="6699842" y="4496609"/>
            <a:ext cx="2098623" cy="361221"/>
          </a:xfrm>
          <a:custGeom>
            <a:avLst/>
            <a:gdLst>
              <a:gd name="T0" fmla="*/ 2147483647 w 1422"/>
              <a:gd name="T1" fmla="*/ 2147483647 h 206"/>
              <a:gd name="T2" fmla="*/ 2147483647 w 1422"/>
              <a:gd name="T3" fmla="*/ 2147483647 h 206"/>
              <a:gd name="T4" fmla="*/ 2147483647 w 1422"/>
              <a:gd name="T5" fmla="*/ 2147483647 h 206"/>
              <a:gd name="T6" fmla="*/ 2147483647 w 1422"/>
              <a:gd name="T7" fmla="*/ 2147483647 h 206"/>
              <a:gd name="T8" fmla="*/ 2147483647 w 1422"/>
              <a:gd name="T9" fmla="*/ 2147483647 h 206"/>
              <a:gd name="T10" fmla="*/ 2147483647 w 1422"/>
              <a:gd name="T11" fmla="*/ 2147483647 h 206"/>
              <a:gd name="T12" fmla="*/ 2147483647 w 1422"/>
              <a:gd name="T13" fmla="*/ 2147483647 h 206"/>
              <a:gd name="T14" fmla="*/ 0 60000 65536"/>
              <a:gd name="T15" fmla="*/ 0 60000 65536"/>
              <a:gd name="T16" fmla="*/ 0 60000 65536"/>
              <a:gd name="T17" fmla="*/ 0 60000 65536"/>
              <a:gd name="T18" fmla="*/ 0 60000 65536"/>
              <a:gd name="T19" fmla="*/ 0 60000 65536"/>
              <a:gd name="T20" fmla="*/ 0 60000 65536"/>
              <a:gd name="T21" fmla="*/ 0 w 1422"/>
              <a:gd name="T22" fmla="*/ 0 h 206"/>
              <a:gd name="T23" fmla="*/ 1422 w 1422"/>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2" h="206">
                <a:moveTo>
                  <a:pt x="42" y="176"/>
                </a:moveTo>
                <a:cubicBezTo>
                  <a:pt x="84" y="206"/>
                  <a:pt x="437" y="167"/>
                  <a:pt x="641" y="166"/>
                </a:cubicBezTo>
                <a:cubicBezTo>
                  <a:pt x="845" y="165"/>
                  <a:pt x="1153" y="192"/>
                  <a:pt x="1266" y="170"/>
                </a:cubicBezTo>
                <a:cubicBezTo>
                  <a:pt x="1379" y="148"/>
                  <a:pt x="1422" y="58"/>
                  <a:pt x="1320" y="32"/>
                </a:cubicBezTo>
                <a:cubicBezTo>
                  <a:pt x="1218" y="6"/>
                  <a:pt x="869" y="15"/>
                  <a:pt x="657" y="14"/>
                </a:cubicBezTo>
                <a:cubicBezTo>
                  <a:pt x="445" y="13"/>
                  <a:pt x="147" y="0"/>
                  <a:pt x="45" y="27"/>
                </a:cubicBezTo>
                <a:cubicBezTo>
                  <a:pt x="56" y="84"/>
                  <a:pt x="0" y="146"/>
                  <a:pt x="42" y="176"/>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Freeform 4">
            <a:extLst>
              <a:ext uri="{FF2B5EF4-FFF2-40B4-BE49-F238E27FC236}">
                <a16:creationId xmlns:a16="http://schemas.microsoft.com/office/drawing/2014/main" id="{BB5B858F-E6BD-CD40-8B14-32C4CBF3D8BB}"/>
              </a:ext>
            </a:extLst>
          </p:cNvPr>
          <p:cNvSpPr>
            <a:spLocks/>
          </p:cNvSpPr>
          <p:nvPr/>
        </p:nvSpPr>
        <p:spPr bwMode="auto">
          <a:xfrm>
            <a:off x="6345544" y="2909109"/>
            <a:ext cx="1158875" cy="1547813"/>
          </a:xfrm>
          <a:custGeom>
            <a:avLst/>
            <a:gdLst>
              <a:gd name="T0" fmla="*/ 2147483647 w 730"/>
              <a:gd name="T1" fmla="*/ 2147483647 h 975"/>
              <a:gd name="T2" fmla="*/ 2147483647 w 730"/>
              <a:gd name="T3" fmla="*/ 2147483647 h 975"/>
              <a:gd name="T4" fmla="*/ 2147483647 w 730"/>
              <a:gd name="T5" fmla="*/ 2147483647 h 975"/>
              <a:gd name="T6" fmla="*/ 2147483647 w 730"/>
              <a:gd name="T7" fmla="*/ 2147483647 h 975"/>
              <a:gd name="T8" fmla="*/ 2147483647 w 730"/>
              <a:gd name="T9" fmla="*/ 2147483647 h 975"/>
              <a:gd name="T10" fmla="*/ 0 w 730"/>
              <a:gd name="T11" fmla="*/ 2147483647 h 975"/>
              <a:gd name="T12" fmla="*/ 2147483647 w 730"/>
              <a:gd name="T13" fmla="*/ 2147483647 h 975"/>
              <a:gd name="T14" fmla="*/ 0 60000 65536"/>
              <a:gd name="T15" fmla="*/ 0 60000 65536"/>
              <a:gd name="T16" fmla="*/ 0 60000 65536"/>
              <a:gd name="T17" fmla="*/ 0 60000 65536"/>
              <a:gd name="T18" fmla="*/ 0 60000 65536"/>
              <a:gd name="T19" fmla="*/ 0 60000 65536"/>
              <a:gd name="T20" fmla="*/ 0 60000 65536"/>
              <a:gd name="T21" fmla="*/ 0 w 730"/>
              <a:gd name="T22" fmla="*/ 0 h 975"/>
              <a:gd name="T23" fmla="*/ 730 w 730"/>
              <a:gd name="T24" fmla="*/ 975 h 9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30" h="975">
                <a:moveTo>
                  <a:pt x="157" y="952"/>
                </a:moveTo>
                <a:cubicBezTo>
                  <a:pt x="272" y="930"/>
                  <a:pt x="357" y="644"/>
                  <a:pt x="462" y="498"/>
                </a:cubicBezTo>
                <a:cubicBezTo>
                  <a:pt x="554" y="363"/>
                  <a:pt x="686" y="220"/>
                  <a:pt x="708" y="144"/>
                </a:cubicBezTo>
                <a:cubicBezTo>
                  <a:pt x="730" y="68"/>
                  <a:pt x="654" y="0"/>
                  <a:pt x="594" y="42"/>
                </a:cubicBezTo>
                <a:cubicBezTo>
                  <a:pt x="534" y="84"/>
                  <a:pt x="447" y="253"/>
                  <a:pt x="348" y="396"/>
                </a:cubicBezTo>
                <a:cubicBezTo>
                  <a:pt x="249" y="539"/>
                  <a:pt x="32" y="807"/>
                  <a:pt x="0" y="900"/>
                </a:cubicBezTo>
                <a:cubicBezTo>
                  <a:pt x="53" y="924"/>
                  <a:pt x="43" y="975"/>
                  <a:pt x="157" y="952"/>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Freeform 5">
            <a:extLst>
              <a:ext uri="{FF2B5EF4-FFF2-40B4-BE49-F238E27FC236}">
                <a16:creationId xmlns:a16="http://schemas.microsoft.com/office/drawing/2014/main" id="{75589C7B-69B2-8940-9517-2C5A1E5A6E79}"/>
              </a:ext>
            </a:extLst>
          </p:cNvPr>
          <p:cNvSpPr>
            <a:spLocks/>
          </p:cNvSpPr>
          <p:nvPr/>
        </p:nvSpPr>
        <p:spPr bwMode="auto">
          <a:xfrm rot="5265760">
            <a:off x="7334817" y="866004"/>
            <a:ext cx="1078238" cy="2162175"/>
          </a:xfrm>
          <a:custGeom>
            <a:avLst/>
            <a:gdLst>
              <a:gd name="T0" fmla="*/ 2147483647 w 1223"/>
              <a:gd name="T1" fmla="*/ 2147483647 h 1291"/>
              <a:gd name="T2" fmla="*/ 2147483647 w 1223"/>
              <a:gd name="T3" fmla="*/ 2147483647 h 1291"/>
              <a:gd name="T4" fmla="*/ 2147483647 w 1223"/>
              <a:gd name="T5" fmla="*/ 2147483647 h 1291"/>
              <a:gd name="T6" fmla="*/ 2147483647 w 1223"/>
              <a:gd name="T7" fmla="*/ 2147483647 h 1291"/>
              <a:gd name="T8" fmla="*/ 2147483647 w 1223"/>
              <a:gd name="T9" fmla="*/ 2147483647 h 1291"/>
              <a:gd name="T10" fmla="*/ 2147483647 w 1223"/>
              <a:gd name="T11" fmla="*/ 2147483647 h 1291"/>
              <a:gd name="T12" fmla="*/ 2147483647 w 1223"/>
              <a:gd name="T13" fmla="*/ 2147483647 h 1291"/>
              <a:gd name="T14" fmla="*/ 2147483647 w 1223"/>
              <a:gd name="T15" fmla="*/ 2147483647 h 1291"/>
              <a:gd name="T16" fmla="*/ 2147483647 w 1223"/>
              <a:gd name="T17" fmla="*/ 2147483647 h 1291"/>
              <a:gd name="T18" fmla="*/ 2147483647 w 1223"/>
              <a:gd name="T19" fmla="*/ 2147483647 h 1291"/>
              <a:gd name="T20" fmla="*/ 2147483647 w 1223"/>
              <a:gd name="T21" fmla="*/ 2147483647 h 1291"/>
              <a:gd name="T22" fmla="*/ 2147483647 w 1223"/>
              <a:gd name="T23" fmla="*/ 2147483647 h 1291"/>
              <a:gd name="T24" fmla="*/ 2147483647 w 1223"/>
              <a:gd name="T25" fmla="*/ 2147483647 h 1291"/>
              <a:gd name="T26" fmla="*/ 2147483647 w 1223"/>
              <a:gd name="T27" fmla="*/ 2147483647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Line 14">
            <a:extLst>
              <a:ext uri="{FF2B5EF4-FFF2-40B4-BE49-F238E27FC236}">
                <a16:creationId xmlns:a16="http://schemas.microsoft.com/office/drawing/2014/main" id="{A27AACF9-29AB-1F42-A979-89DBCB8DCBAB}"/>
              </a:ext>
            </a:extLst>
          </p:cNvPr>
          <p:cNvSpPr>
            <a:spLocks noChangeShapeType="1"/>
          </p:cNvSpPr>
          <p:nvPr/>
        </p:nvSpPr>
        <p:spPr bwMode="auto">
          <a:xfrm flipH="1">
            <a:off x="7639357" y="1956609"/>
            <a:ext cx="3175" cy="5921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Text Box 15">
            <a:extLst>
              <a:ext uri="{FF2B5EF4-FFF2-40B4-BE49-F238E27FC236}">
                <a16:creationId xmlns:a16="http://schemas.microsoft.com/office/drawing/2014/main" id="{86ABE5DC-F743-3B4F-90D0-2B2BE524A3D1}"/>
              </a:ext>
            </a:extLst>
          </p:cNvPr>
          <p:cNvSpPr txBox="1">
            <a:spLocks noChangeArrowheads="1"/>
          </p:cNvSpPr>
          <p:nvPr/>
        </p:nvSpPr>
        <p:spPr bwMode="auto">
          <a:xfrm>
            <a:off x="6099456" y="140389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223.1.1.1</a:t>
            </a:r>
            <a:endParaRPr kumimoji="0" lang="en-US" altLang="en-US" sz="1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99" name="Rectangle 16">
            <a:extLst>
              <a:ext uri="{FF2B5EF4-FFF2-40B4-BE49-F238E27FC236}">
                <a16:creationId xmlns:a16="http://schemas.microsoft.com/office/drawing/2014/main" id="{8DA80CA3-4BFA-544E-B250-26C540FFA16B}"/>
              </a:ext>
            </a:extLst>
          </p:cNvPr>
          <p:cNvSpPr>
            <a:spLocks noChangeArrowheads="1"/>
          </p:cNvSpPr>
          <p:nvPr/>
        </p:nvSpPr>
        <p:spPr bwMode="auto">
          <a:xfrm>
            <a:off x="7474572" y="2218547"/>
            <a:ext cx="309562" cy="180975"/>
          </a:xfrm>
          <a:prstGeom prst="rect">
            <a:avLst/>
          </a:prstGeom>
          <a:solidFill>
            <a:srgbClr val="9CE0FA"/>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00" name="Text Box 17">
            <a:extLst>
              <a:ext uri="{FF2B5EF4-FFF2-40B4-BE49-F238E27FC236}">
                <a16:creationId xmlns:a16="http://schemas.microsoft.com/office/drawing/2014/main" id="{BE68A712-57FB-6F4C-A3FB-152525A06D14}"/>
              </a:ext>
            </a:extLst>
          </p:cNvPr>
          <p:cNvSpPr txBox="1">
            <a:spLocks noChangeArrowheads="1"/>
          </p:cNvSpPr>
          <p:nvPr/>
        </p:nvSpPr>
        <p:spPr bwMode="auto">
          <a:xfrm>
            <a:off x="7211846" y="2127679"/>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223.1.1.3</a:t>
            </a:r>
            <a:endParaRPr kumimoji="0" lang="en-US" altLang="en-US" sz="1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01" name="Text Box 18">
            <a:extLst>
              <a:ext uri="{FF2B5EF4-FFF2-40B4-BE49-F238E27FC236}">
                <a16:creationId xmlns:a16="http://schemas.microsoft.com/office/drawing/2014/main" id="{9676552A-43A0-714A-AEA1-0C4E2D4CA023}"/>
              </a:ext>
            </a:extLst>
          </p:cNvPr>
          <p:cNvSpPr txBox="1">
            <a:spLocks noChangeArrowheads="1"/>
          </p:cNvSpPr>
          <p:nvPr/>
        </p:nvSpPr>
        <p:spPr bwMode="auto">
          <a:xfrm>
            <a:off x="8486925" y="1514459"/>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223.1.1.4</a:t>
            </a:r>
            <a:endParaRPr kumimoji="0" lang="en-US" altLang="en-US" sz="1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02" name="Freeform 19">
            <a:extLst>
              <a:ext uri="{FF2B5EF4-FFF2-40B4-BE49-F238E27FC236}">
                <a16:creationId xmlns:a16="http://schemas.microsoft.com/office/drawing/2014/main" id="{CCFF2B55-E38D-3247-9770-7C4658805194}"/>
              </a:ext>
            </a:extLst>
          </p:cNvPr>
          <p:cNvSpPr>
            <a:spLocks/>
          </p:cNvSpPr>
          <p:nvPr/>
        </p:nvSpPr>
        <p:spPr bwMode="auto">
          <a:xfrm>
            <a:off x="5405744" y="4847609"/>
            <a:ext cx="1539875" cy="1070265"/>
          </a:xfrm>
          <a:custGeom>
            <a:avLst/>
            <a:gdLst>
              <a:gd name="T0" fmla="*/ 2147483647 w 970"/>
              <a:gd name="T1" fmla="*/ 2147483647 h 939"/>
              <a:gd name="T2" fmla="*/ 2147483647 w 970"/>
              <a:gd name="T3" fmla="*/ 2147483647 h 939"/>
              <a:gd name="T4" fmla="*/ 2147483647 w 970"/>
              <a:gd name="T5" fmla="*/ 2147483647 h 939"/>
              <a:gd name="T6" fmla="*/ 2147483647 w 970"/>
              <a:gd name="T7" fmla="*/ 2147483647 h 939"/>
              <a:gd name="T8" fmla="*/ 2147483647 w 970"/>
              <a:gd name="T9" fmla="*/ 2147483647 h 939"/>
              <a:gd name="T10" fmla="*/ 2147483647 w 970"/>
              <a:gd name="T11" fmla="*/ 2147483647 h 939"/>
              <a:gd name="T12" fmla="*/ 2147483647 w 970"/>
              <a:gd name="T13" fmla="*/ 2147483647 h 939"/>
              <a:gd name="T14" fmla="*/ 2147483647 w 970"/>
              <a:gd name="T15" fmla="*/ 2147483647 h 939"/>
              <a:gd name="T16" fmla="*/ 2147483647 w 970"/>
              <a:gd name="T17" fmla="*/ 2147483647 h 939"/>
              <a:gd name="T18" fmla="*/ 2147483647 w 970"/>
              <a:gd name="T19" fmla="*/ 2147483647 h 939"/>
              <a:gd name="T20" fmla="*/ 2147483647 w 970"/>
              <a:gd name="T21" fmla="*/ 2147483647 h 939"/>
              <a:gd name="T22" fmla="*/ 2147483647 w 970"/>
              <a:gd name="T23" fmla="*/ 2147483647 h 939"/>
              <a:gd name="T24" fmla="*/ 2147483647 w 970"/>
              <a:gd name="T25" fmla="*/ 2147483647 h 9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0"/>
              <a:gd name="T40" fmla="*/ 0 h 939"/>
              <a:gd name="T41" fmla="*/ 970 w 970"/>
              <a:gd name="T42" fmla="*/ 939 h 9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0" h="939">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Line 34">
            <a:extLst>
              <a:ext uri="{FF2B5EF4-FFF2-40B4-BE49-F238E27FC236}">
                <a16:creationId xmlns:a16="http://schemas.microsoft.com/office/drawing/2014/main" id="{5BEBE0C0-602D-CA47-91CB-81EACE7498F7}"/>
              </a:ext>
            </a:extLst>
          </p:cNvPr>
          <p:cNvSpPr>
            <a:spLocks noChangeShapeType="1"/>
          </p:cNvSpPr>
          <p:nvPr/>
        </p:nvSpPr>
        <p:spPr bwMode="auto">
          <a:xfrm>
            <a:off x="6161394" y="4833159"/>
            <a:ext cx="7938" cy="5619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7" name="Text Box 40">
            <a:extLst>
              <a:ext uri="{FF2B5EF4-FFF2-40B4-BE49-F238E27FC236}">
                <a16:creationId xmlns:a16="http://schemas.microsoft.com/office/drawing/2014/main" id="{EFBEBACC-6C23-394B-9616-85081FAC0AC6}"/>
              </a:ext>
            </a:extLst>
          </p:cNvPr>
          <p:cNvSpPr txBox="1">
            <a:spLocks noChangeArrowheads="1"/>
          </p:cNvSpPr>
          <p:nvPr/>
        </p:nvSpPr>
        <p:spPr bwMode="auto">
          <a:xfrm>
            <a:off x="6523633" y="5561966"/>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223.1.2.2</a:t>
            </a:r>
            <a:endParaRPr kumimoji="0" lang="en-US" altLang="en-US" sz="1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28" name="Rectangle 42">
            <a:extLst>
              <a:ext uri="{FF2B5EF4-FFF2-40B4-BE49-F238E27FC236}">
                <a16:creationId xmlns:a16="http://schemas.microsoft.com/office/drawing/2014/main" id="{4463C3B6-3442-A848-96F8-45BDEAD65EC7}"/>
              </a:ext>
            </a:extLst>
          </p:cNvPr>
          <p:cNvSpPr>
            <a:spLocks noChangeArrowheads="1"/>
          </p:cNvSpPr>
          <p:nvPr/>
        </p:nvSpPr>
        <p:spPr bwMode="auto">
          <a:xfrm>
            <a:off x="6109914" y="4958572"/>
            <a:ext cx="128587" cy="180975"/>
          </a:xfrm>
          <a:prstGeom prst="rect">
            <a:avLst/>
          </a:prstGeom>
          <a:solidFill>
            <a:srgbClr val="9CE0FA"/>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29" name="Text Box 43">
            <a:extLst>
              <a:ext uri="{FF2B5EF4-FFF2-40B4-BE49-F238E27FC236}">
                <a16:creationId xmlns:a16="http://schemas.microsoft.com/office/drawing/2014/main" id="{0DD50976-05F4-7849-BC93-4C4F6CC58AA1}"/>
              </a:ext>
            </a:extLst>
          </p:cNvPr>
          <p:cNvSpPr txBox="1">
            <a:spLocks noChangeArrowheads="1"/>
          </p:cNvSpPr>
          <p:nvPr/>
        </p:nvSpPr>
        <p:spPr bwMode="auto">
          <a:xfrm>
            <a:off x="5577277" y="4875981"/>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223.1.2.6</a:t>
            </a:r>
            <a:endParaRPr kumimoji="0" lang="en-US" altLang="en-US" sz="1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30" name="Freeform 45">
            <a:extLst>
              <a:ext uri="{FF2B5EF4-FFF2-40B4-BE49-F238E27FC236}">
                <a16:creationId xmlns:a16="http://schemas.microsoft.com/office/drawing/2014/main" id="{2242FC36-42F5-C242-B9D7-9C37B5FAD3AB}"/>
              </a:ext>
            </a:extLst>
          </p:cNvPr>
          <p:cNvSpPr>
            <a:spLocks/>
          </p:cNvSpPr>
          <p:nvPr/>
        </p:nvSpPr>
        <p:spPr bwMode="auto">
          <a:xfrm>
            <a:off x="8423582" y="4858944"/>
            <a:ext cx="1539875" cy="1129777"/>
          </a:xfrm>
          <a:custGeom>
            <a:avLst/>
            <a:gdLst>
              <a:gd name="T0" fmla="*/ 2147483647 w 970"/>
              <a:gd name="T1" fmla="*/ 2147483647 h 939"/>
              <a:gd name="T2" fmla="*/ 2147483647 w 970"/>
              <a:gd name="T3" fmla="*/ 2147483647 h 939"/>
              <a:gd name="T4" fmla="*/ 2147483647 w 970"/>
              <a:gd name="T5" fmla="*/ 2147483647 h 939"/>
              <a:gd name="T6" fmla="*/ 2147483647 w 970"/>
              <a:gd name="T7" fmla="*/ 2147483647 h 939"/>
              <a:gd name="T8" fmla="*/ 2147483647 w 970"/>
              <a:gd name="T9" fmla="*/ 2147483647 h 939"/>
              <a:gd name="T10" fmla="*/ 2147483647 w 970"/>
              <a:gd name="T11" fmla="*/ 2147483647 h 939"/>
              <a:gd name="T12" fmla="*/ 2147483647 w 970"/>
              <a:gd name="T13" fmla="*/ 2147483647 h 939"/>
              <a:gd name="T14" fmla="*/ 2147483647 w 970"/>
              <a:gd name="T15" fmla="*/ 2147483647 h 939"/>
              <a:gd name="T16" fmla="*/ 2147483647 w 970"/>
              <a:gd name="T17" fmla="*/ 2147483647 h 939"/>
              <a:gd name="T18" fmla="*/ 2147483647 w 970"/>
              <a:gd name="T19" fmla="*/ 2147483647 h 939"/>
              <a:gd name="T20" fmla="*/ 2147483647 w 970"/>
              <a:gd name="T21" fmla="*/ 2147483647 h 939"/>
              <a:gd name="T22" fmla="*/ 2147483647 w 970"/>
              <a:gd name="T23" fmla="*/ 2147483647 h 939"/>
              <a:gd name="T24" fmla="*/ 2147483647 w 970"/>
              <a:gd name="T25" fmla="*/ 2147483647 h 9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0"/>
              <a:gd name="T40" fmla="*/ 0 h 939"/>
              <a:gd name="T41" fmla="*/ 970 w 970"/>
              <a:gd name="T42" fmla="*/ 939 h 9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0" h="939">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9CE0FA"/>
          </a:solidFill>
          <a:ln>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1" name="Line 60">
            <a:extLst>
              <a:ext uri="{FF2B5EF4-FFF2-40B4-BE49-F238E27FC236}">
                <a16:creationId xmlns:a16="http://schemas.microsoft.com/office/drawing/2014/main" id="{6B24106E-72F9-F24A-B2D8-8555ACB90C47}"/>
              </a:ext>
            </a:extLst>
          </p:cNvPr>
          <p:cNvSpPr>
            <a:spLocks noChangeShapeType="1"/>
          </p:cNvSpPr>
          <p:nvPr/>
        </p:nvSpPr>
        <p:spPr bwMode="auto">
          <a:xfrm>
            <a:off x="9190344" y="4852209"/>
            <a:ext cx="1588" cy="5207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4" name="Text Box 66">
            <a:extLst>
              <a:ext uri="{FF2B5EF4-FFF2-40B4-BE49-F238E27FC236}">
                <a16:creationId xmlns:a16="http://schemas.microsoft.com/office/drawing/2014/main" id="{23AF778F-58D8-8A4E-9DBF-1A23C3456324}"/>
              </a:ext>
            </a:extLst>
          </p:cNvPr>
          <p:cNvSpPr txBox="1">
            <a:spLocks noChangeArrowheads="1"/>
          </p:cNvSpPr>
          <p:nvPr/>
        </p:nvSpPr>
        <p:spPr bwMode="auto">
          <a:xfrm>
            <a:off x="9708446" y="5757661"/>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223.1.3.2</a:t>
            </a:r>
            <a:endParaRPr kumimoji="0" lang="en-US" altLang="en-US" sz="1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35" name="Text Box 67">
            <a:extLst>
              <a:ext uri="{FF2B5EF4-FFF2-40B4-BE49-F238E27FC236}">
                <a16:creationId xmlns:a16="http://schemas.microsoft.com/office/drawing/2014/main" id="{C3593735-4F8F-8145-8D53-54EE001CC0EA}"/>
              </a:ext>
            </a:extLst>
          </p:cNvPr>
          <p:cNvSpPr txBox="1">
            <a:spLocks noChangeArrowheads="1"/>
          </p:cNvSpPr>
          <p:nvPr/>
        </p:nvSpPr>
        <p:spPr bwMode="auto">
          <a:xfrm>
            <a:off x="7937662" y="5659381"/>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223.1.3.1</a:t>
            </a:r>
            <a:endParaRPr kumimoji="0" lang="en-US" altLang="en-US" sz="1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36" name="Rectangle 68">
            <a:extLst>
              <a:ext uri="{FF2B5EF4-FFF2-40B4-BE49-F238E27FC236}">
                <a16:creationId xmlns:a16="http://schemas.microsoft.com/office/drawing/2014/main" id="{307F4518-61FD-6F49-B353-C72065084030}"/>
              </a:ext>
            </a:extLst>
          </p:cNvPr>
          <p:cNvSpPr>
            <a:spLocks noChangeArrowheads="1"/>
          </p:cNvSpPr>
          <p:nvPr/>
        </p:nvSpPr>
        <p:spPr bwMode="auto">
          <a:xfrm>
            <a:off x="9131607" y="4952222"/>
            <a:ext cx="128587" cy="180975"/>
          </a:xfrm>
          <a:prstGeom prst="rect">
            <a:avLst/>
          </a:prstGeom>
          <a:solidFill>
            <a:srgbClr val="9CE0FA"/>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37" name="Text Box 69">
            <a:extLst>
              <a:ext uri="{FF2B5EF4-FFF2-40B4-BE49-F238E27FC236}">
                <a16:creationId xmlns:a16="http://schemas.microsoft.com/office/drawing/2014/main" id="{886AD721-E620-3744-9A4F-14D911065EF9}"/>
              </a:ext>
            </a:extLst>
          </p:cNvPr>
          <p:cNvSpPr txBox="1">
            <a:spLocks noChangeArrowheads="1"/>
          </p:cNvSpPr>
          <p:nvPr/>
        </p:nvSpPr>
        <p:spPr bwMode="auto">
          <a:xfrm>
            <a:off x="8621888" y="4864398"/>
            <a:ext cx="106792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223.1.3.27</a:t>
            </a:r>
            <a:endParaRPr kumimoji="0" lang="en-US" altLang="en-US" sz="1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42" name="Text Box 86">
            <a:extLst>
              <a:ext uri="{FF2B5EF4-FFF2-40B4-BE49-F238E27FC236}">
                <a16:creationId xmlns:a16="http://schemas.microsoft.com/office/drawing/2014/main" id="{3F0DAD26-C5A6-A649-906B-10FDCAFAA6CE}"/>
              </a:ext>
            </a:extLst>
          </p:cNvPr>
          <p:cNvSpPr txBox="1">
            <a:spLocks noChangeArrowheads="1"/>
          </p:cNvSpPr>
          <p:nvPr/>
        </p:nvSpPr>
        <p:spPr bwMode="auto">
          <a:xfrm>
            <a:off x="7401232" y="55823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223.1.1.2</a:t>
            </a:r>
          </a:p>
        </p:txBody>
      </p:sp>
      <p:sp>
        <p:nvSpPr>
          <p:cNvPr id="143" name="Line 87">
            <a:extLst>
              <a:ext uri="{FF2B5EF4-FFF2-40B4-BE49-F238E27FC236}">
                <a16:creationId xmlns:a16="http://schemas.microsoft.com/office/drawing/2014/main" id="{F47550F3-7907-044F-86DE-F56147AC606E}"/>
              </a:ext>
            </a:extLst>
          </p:cNvPr>
          <p:cNvSpPr>
            <a:spLocks noChangeShapeType="1"/>
          </p:cNvSpPr>
          <p:nvPr/>
        </p:nvSpPr>
        <p:spPr bwMode="auto">
          <a:xfrm flipV="1">
            <a:off x="6374119" y="2928159"/>
            <a:ext cx="1114425" cy="15430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4" name="Line 88">
            <a:extLst>
              <a:ext uri="{FF2B5EF4-FFF2-40B4-BE49-F238E27FC236}">
                <a16:creationId xmlns:a16="http://schemas.microsoft.com/office/drawing/2014/main" id="{EE6A5D44-6552-2043-ACBE-3134891144FA}"/>
              </a:ext>
            </a:extLst>
          </p:cNvPr>
          <p:cNvSpPr>
            <a:spLocks noChangeShapeType="1"/>
          </p:cNvSpPr>
          <p:nvPr/>
        </p:nvSpPr>
        <p:spPr bwMode="auto">
          <a:xfrm flipH="1" flipV="1">
            <a:off x="7888594" y="2909109"/>
            <a:ext cx="1276350" cy="15430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Line 89">
            <a:extLst>
              <a:ext uri="{FF2B5EF4-FFF2-40B4-BE49-F238E27FC236}">
                <a16:creationId xmlns:a16="http://schemas.microsoft.com/office/drawing/2014/main" id="{CBC592C5-3F61-4843-8C7F-5AE59C480813}"/>
              </a:ext>
            </a:extLst>
          </p:cNvPr>
          <p:cNvSpPr>
            <a:spLocks noChangeShapeType="1"/>
          </p:cNvSpPr>
          <p:nvPr/>
        </p:nvSpPr>
        <p:spPr bwMode="auto">
          <a:xfrm flipH="1" flipV="1">
            <a:off x="6564619" y="4671234"/>
            <a:ext cx="2305050" cy="95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6" name="Text Box 90">
            <a:extLst>
              <a:ext uri="{FF2B5EF4-FFF2-40B4-BE49-F238E27FC236}">
                <a16:creationId xmlns:a16="http://schemas.microsoft.com/office/drawing/2014/main" id="{CFD1C51D-A458-6443-B0F5-946E54EC123E}"/>
              </a:ext>
            </a:extLst>
          </p:cNvPr>
          <p:cNvSpPr txBox="1">
            <a:spLocks noChangeArrowheads="1"/>
          </p:cNvSpPr>
          <p:nvPr/>
        </p:nvSpPr>
        <p:spPr bwMode="auto">
          <a:xfrm>
            <a:off x="7967969" y="282179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223.1.7.0</a:t>
            </a:r>
            <a:endParaRPr kumimoji="0" lang="en-US" altLang="en-US" sz="1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59" name="Text Box 91">
            <a:extLst>
              <a:ext uri="{FF2B5EF4-FFF2-40B4-BE49-F238E27FC236}">
                <a16:creationId xmlns:a16="http://schemas.microsoft.com/office/drawing/2014/main" id="{F8EF7741-B8E7-0B4C-A5A4-FDEF5DDBCF42}"/>
              </a:ext>
            </a:extLst>
          </p:cNvPr>
          <p:cNvSpPr txBox="1">
            <a:spLocks noChangeArrowheads="1"/>
          </p:cNvSpPr>
          <p:nvPr/>
        </p:nvSpPr>
        <p:spPr bwMode="auto">
          <a:xfrm>
            <a:off x="9044294" y="410767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223.1.7.1</a:t>
            </a:r>
            <a:endParaRPr kumimoji="0" lang="en-US" altLang="en-US" sz="1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60" name="Text Box 92">
            <a:extLst>
              <a:ext uri="{FF2B5EF4-FFF2-40B4-BE49-F238E27FC236}">
                <a16:creationId xmlns:a16="http://schemas.microsoft.com/office/drawing/2014/main" id="{F359ED7A-71A8-044C-9CEA-745EBF3D29A7}"/>
              </a:ext>
            </a:extLst>
          </p:cNvPr>
          <p:cNvSpPr txBox="1">
            <a:spLocks noChangeArrowheads="1"/>
          </p:cNvSpPr>
          <p:nvPr/>
        </p:nvSpPr>
        <p:spPr bwMode="auto">
          <a:xfrm>
            <a:off x="7806044" y="436484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223.1.8.0</a:t>
            </a:r>
            <a:endParaRPr kumimoji="0" lang="en-US" altLang="en-US" sz="1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61" name="Text Box 93">
            <a:extLst>
              <a:ext uri="{FF2B5EF4-FFF2-40B4-BE49-F238E27FC236}">
                <a16:creationId xmlns:a16="http://schemas.microsoft.com/office/drawing/2014/main" id="{DF8BBCE7-EB2F-F445-91D0-25BC1FEF2755}"/>
              </a:ext>
            </a:extLst>
          </p:cNvPr>
          <p:cNvSpPr txBox="1">
            <a:spLocks noChangeArrowheads="1"/>
          </p:cNvSpPr>
          <p:nvPr/>
        </p:nvSpPr>
        <p:spPr bwMode="auto">
          <a:xfrm>
            <a:off x="6558269" y="4364847"/>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223.1.8.1</a:t>
            </a:r>
            <a:endParaRPr kumimoji="0" lang="en-US" altLang="en-US" sz="1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62" name="Text Box 94">
            <a:extLst>
              <a:ext uri="{FF2B5EF4-FFF2-40B4-BE49-F238E27FC236}">
                <a16:creationId xmlns:a16="http://schemas.microsoft.com/office/drawing/2014/main" id="{BB95AD39-A2CC-3846-8811-C2F30E9624FC}"/>
              </a:ext>
            </a:extLst>
          </p:cNvPr>
          <p:cNvSpPr txBox="1">
            <a:spLocks noChangeArrowheads="1"/>
          </p:cNvSpPr>
          <p:nvPr/>
        </p:nvSpPr>
        <p:spPr bwMode="auto">
          <a:xfrm>
            <a:off x="5481944" y="406957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223.1.9.1</a:t>
            </a:r>
            <a:endParaRPr kumimoji="0" lang="en-US" altLang="en-US" sz="1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63" name="Text Box 95">
            <a:extLst>
              <a:ext uri="{FF2B5EF4-FFF2-40B4-BE49-F238E27FC236}">
                <a16:creationId xmlns:a16="http://schemas.microsoft.com/office/drawing/2014/main" id="{B3DB2C6D-56D0-A34E-9FEE-77AC692B732D}"/>
              </a:ext>
            </a:extLst>
          </p:cNvPr>
          <p:cNvSpPr txBox="1">
            <a:spLocks noChangeArrowheads="1"/>
          </p:cNvSpPr>
          <p:nvPr/>
        </p:nvSpPr>
        <p:spPr bwMode="auto">
          <a:xfrm>
            <a:off x="6348719" y="2831322"/>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223.1.9.2</a:t>
            </a:r>
            <a:endParaRPr kumimoji="0" lang="en-US" altLang="en-US" sz="1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7" name="Straight Connector 6">
            <a:extLst>
              <a:ext uri="{FF2B5EF4-FFF2-40B4-BE49-F238E27FC236}">
                <a16:creationId xmlns:a16="http://schemas.microsoft.com/office/drawing/2014/main" id="{522A0FD3-CBB5-2343-99A4-E0BB72F75639}"/>
              </a:ext>
            </a:extLst>
          </p:cNvPr>
          <p:cNvCxnSpPr>
            <a:cxnSpLocks/>
          </p:cNvCxnSpPr>
          <p:nvPr/>
        </p:nvCxnSpPr>
        <p:spPr>
          <a:xfrm>
            <a:off x="7907727" y="1333593"/>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3DAEE092-30DA-494C-AE90-7728B58690D0}"/>
              </a:ext>
            </a:extLst>
          </p:cNvPr>
          <p:cNvCxnSpPr>
            <a:cxnSpLocks/>
          </p:cNvCxnSpPr>
          <p:nvPr/>
        </p:nvCxnSpPr>
        <p:spPr>
          <a:xfrm>
            <a:off x="7077714" y="1391530"/>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D086C16F-8606-3B4A-BB18-E0F253FB3149}"/>
              </a:ext>
            </a:extLst>
          </p:cNvPr>
          <p:cNvCxnSpPr>
            <a:cxnSpLocks/>
          </p:cNvCxnSpPr>
          <p:nvPr/>
        </p:nvCxnSpPr>
        <p:spPr>
          <a:xfrm>
            <a:off x="8747817" y="1349966"/>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60106E0D-D297-8345-A153-BA8DF38B54B6}"/>
              </a:ext>
            </a:extLst>
          </p:cNvPr>
          <p:cNvCxnSpPr>
            <a:cxnSpLocks/>
          </p:cNvCxnSpPr>
          <p:nvPr/>
        </p:nvCxnSpPr>
        <p:spPr>
          <a:xfrm>
            <a:off x="9721099" y="5845766"/>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DBA2B390-640A-BF4F-B0C4-F7EEFDFF4607}"/>
              </a:ext>
            </a:extLst>
          </p:cNvPr>
          <p:cNvCxnSpPr>
            <a:cxnSpLocks/>
          </p:cNvCxnSpPr>
          <p:nvPr/>
        </p:nvCxnSpPr>
        <p:spPr>
          <a:xfrm>
            <a:off x="8855191" y="5831911"/>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52E8D2E3-F3B0-7C43-AED8-9F54D363C86C}"/>
              </a:ext>
            </a:extLst>
          </p:cNvPr>
          <p:cNvCxnSpPr>
            <a:cxnSpLocks/>
          </p:cNvCxnSpPr>
          <p:nvPr/>
        </p:nvCxnSpPr>
        <p:spPr>
          <a:xfrm>
            <a:off x="6527626" y="5717611"/>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291D6F8F-07FB-A848-ACDB-E5F5A82CB4D5}"/>
              </a:ext>
            </a:extLst>
          </p:cNvPr>
          <p:cNvCxnSpPr>
            <a:cxnSpLocks/>
          </p:cNvCxnSpPr>
          <p:nvPr/>
        </p:nvCxnSpPr>
        <p:spPr>
          <a:xfrm>
            <a:off x="5734453" y="5755711"/>
            <a:ext cx="0" cy="2229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64022FF-D8F0-934B-89EC-002E67A42DFB}"/>
              </a:ext>
            </a:extLst>
          </p:cNvPr>
          <p:cNvGrpSpPr/>
          <p:nvPr/>
        </p:nvGrpSpPr>
        <p:grpSpPr>
          <a:xfrm>
            <a:off x="5269942" y="831439"/>
            <a:ext cx="4571749" cy="5747039"/>
            <a:chOff x="3921589" y="800442"/>
            <a:chExt cx="4571749" cy="5747039"/>
          </a:xfrm>
        </p:grpSpPr>
        <p:grpSp>
          <p:nvGrpSpPr>
            <p:cNvPr id="193" name="Group 127">
              <a:extLst>
                <a:ext uri="{FF2B5EF4-FFF2-40B4-BE49-F238E27FC236}">
                  <a16:creationId xmlns:a16="http://schemas.microsoft.com/office/drawing/2014/main" id="{3F21DB98-90D0-2949-9B59-D897E6BF5357}"/>
                </a:ext>
              </a:extLst>
            </p:cNvPr>
            <p:cNvGrpSpPr>
              <a:grpSpLocks/>
            </p:cNvGrpSpPr>
            <p:nvPr/>
          </p:nvGrpSpPr>
          <p:grpSpPr bwMode="auto">
            <a:xfrm>
              <a:off x="6912267" y="813299"/>
              <a:ext cx="641350" cy="558800"/>
              <a:chOff x="-44" y="1473"/>
              <a:chExt cx="981" cy="1105"/>
            </a:xfrm>
          </p:grpSpPr>
          <p:pic>
            <p:nvPicPr>
              <p:cNvPr id="194" name="Picture 128" descr="desktop_computer_stylized_medium">
                <a:extLst>
                  <a:ext uri="{FF2B5EF4-FFF2-40B4-BE49-F238E27FC236}">
                    <a16:creationId xmlns:a16="http://schemas.microsoft.com/office/drawing/2014/main" id="{5FC686D7-8C0E-E148-B8A9-29C753654C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5" name="Freeform 129">
                <a:extLst>
                  <a:ext uri="{FF2B5EF4-FFF2-40B4-BE49-F238E27FC236}">
                    <a16:creationId xmlns:a16="http://schemas.microsoft.com/office/drawing/2014/main" id="{8C375592-43C5-A94A-A657-F109708E2BB5}"/>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96" name="Group 130">
              <a:extLst>
                <a:ext uri="{FF2B5EF4-FFF2-40B4-BE49-F238E27FC236}">
                  <a16:creationId xmlns:a16="http://schemas.microsoft.com/office/drawing/2014/main" id="{8531BDB7-6357-AB47-9D9A-95D2848E84D4}"/>
                </a:ext>
              </a:extLst>
            </p:cNvPr>
            <p:cNvGrpSpPr>
              <a:grpSpLocks/>
            </p:cNvGrpSpPr>
            <p:nvPr/>
          </p:nvGrpSpPr>
          <p:grpSpPr bwMode="auto">
            <a:xfrm>
              <a:off x="5243214" y="845876"/>
              <a:ext cx="641350" cy="558800"/>
              <a:chOff x="-44" y="1473"/>
              <a:chExt cx="981" cy="1105"/>
            </a:xfrm>
          </p:grpSpPr>
          <p:pic>
            <p:nvPicPr>
              <p:cNvPr id="197" name="Picture 131" descr="desktop_computer_stylized_medium">
                <a:extLst>
                  <a:ext uri="{FF2B5EF4-FFF2-40B4-BE49-F238E27FC236}">
                    <a16:creationId xmlns:a16="http://schemas.microsoft.com/office/drawing/2014/main" id="{9B95FBC6-FBA8-4B49-811F-87393B875A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8" name="Freeform 132">
                <a:extLst>
                  <a:ext uri="{FF2B5EF4-FFF2-40B4-BE49-F238E27FC236}">
                    <a16:creationId xmlns:a16="http://schemas.microsoft.com/office/drawing/2014/main" id="{76B731D4-AA0B-D349-9CC0-BDB7D625F4C2}"/>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99" name="Group 133">
              <a:extLst>
                <a:ext uri="{FF2B5EF4-FFF2-40B4-BE49-F238E27FC236}">
                  <a16:creationId xmlns:a16="http://schemas.microsoft.com/office/drawing/2014/main" id="{F1B2FB1F-1C2C-044F-AA04-C080F7D6B0EA}"/>
                </a:ext>
              </a:extLst>
            </p:cNvPr>
            <p:cNvGrpSpPr>
              <a:grpSpLocks/>
            </p:cNvGrpSpPr>
            <p:nvPr/>
          </p:nvGrpSpPr>
          <p:grpSpPr bwMode="auto">
            <a:xfrm>
              <a:off x="6075064" y="800442"/>
              <a:ext cx="641350" cy="558800"/>
              <a:chOff x="-44" y="1473"/>
              <a:chExt cx="981" cy="1105"/>
            </a:xfrm>
          </p:grpSpPr>
          <p:pic>
            <p:nvPicPr>
              <p:cNvPr id="200" name="Picture 134" descr="desktop_computer_stylized_medium">
                <a:extLst>
                  <a:ext uri="{FF2B5EF4-FFF2-40B4-BE49-F238E27FC236}">
                    <a16:creationId xmlns:a16="http://schemas.microsoft.com/office/drawing/2014/main" id="{02F3D829-91D0-0E4F-B7E3-C0BC51D9C0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1" name="Freeform 135">
                <a:extLst>
                  <a:ext uri="{FF2B5EF4-FFF2-40B4-BE49-F238E27FC236}">
                    <a16:creationId xmlns:a16="http://schemas.microsoft.com/office/drawing/2014/main" id="{6B0B3BAE-D159-F84A-8165-7BFC85DC5F78}"/>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4" name="Group 213">
              <a:extLst>
                <a:ext uri="{FF2B5EF4-FFF2-40B4-BE49-F238E27FC236}">
                  <a16:creationId xmlns:a16="http://schemas.microsoft.com/office/drawing/2014/main" id="{86EF1E37-3B49-0D40-87DC-F9FA89AFA2EF}"/>
                </a:ext>
              </a:extLst>
            </p:cNvPr>
            <p:cNvGrpSpPr/>
            <p:nvPr/>
          </p:nvGrpSpPr>
          <p:grpSpPr>
            <a:xfrm>
              <a:off x="5951096" y="2488367"/>
              <a:ext cx="764498" cy="449705"/>
              <a:chOff x="7493876" y="2774731"/>
              <a:chExt cx="1481958" cy="894622"/>
            </a:xfrm>
          </p:grpSpPr>
          <p:sp>
            <p:nvSpPr>
              <p:cNvPr id="215" name="Freeform 214">
                <a:extLst>
                  <a:ext uri="{FF2B5EF4-FFF2-40B4-BE49-F238E27FC236}">
                    <a16:creationId xmlns:a16="http://schemas.microsoft.com/office/drawing/2014/main" id="{40376F28-4749-CC48-A0CB-8B2AD034925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16" name="Oval 215">
                <a:extLst>
                  <a:ext uri="{FF2B5EF4-FFF2-40B4-BE49-F238E27FC236}">
                    <a16:creationId xmlns:a16="http://schemas.microsoft.com/office/drawing/2014/main" id="{256D0A85-CDF4-AC42-AF4B-37B50E409C6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17" name="Group 216">
                <a:extLst>
                  <a:ext uri="{FF2B5EF4-FFF2-40B4-BE49-F238E27FC236}">
                    <a16:creationId xmlns:a16="http://schemas.microsoft.com/office/drawing/2014/main" id="{683CD1C1-F412-7448-A299-0E99E8221D1A}"/>
                  </a:ext>
                </a:extLst>
              </p:cNvPr>
              <p:cNvGrpSpPr/>
              <p:nvPr/>
            </p:nvGrpSpPr>
            <p:grpSpPr>
              <a:xfrm>
                <a:off x="7713663" y="2848339"/>
                <a:ext cx="1042107" cy="425543"/>
                <a:chOff x="7786941" y="2884917"/>
                <a:chExt cx="897649" cy="353919"/>
              </a:xfrm>
            </p:grpSpPr>
            <p:sp>
              <p:nvSpPr>
                <p:cNvPr id="218" name="Freeform 217">
                  <a:extLst>
                    <a:ext uri="{FF2B5EF4-FFF2-40B4-BE49-F238E27FC236}">
                      <a16:creationId xmlns:a16="http://schemas.microsoft.com/office/drawing/2014/main" id="{80DC24D7-3D47-1D41-B777-C81C9EB9FCE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9" name="Freeform 218">
                  <a:extLst>
                    <a:ext uri="{FF2B5EF4-FFF2-40B4-BE49-F238E27FC236}">
                      <a16:creationId xmlns:a16="http://schemas.microsoft.com/office/drawing/2014/main" id="{B43B84E6-BB86-984B-B3B6-D9EB953A85B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0" name="Freeform 219">
                  <a:extLst>
                    <a:ext uri="{FF2B5EF4-FFF2-40B4-BE49-F238E27FC236}">
                      <a16:creationId xmlns:a16="http://schemas.microsoft.com/office/drawing/2014/main" id="{9C11C97D-F662-DC4F-BD97-5429CFC9C89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1" name="Freeform 220">
                  <a:extLst>
                    <a:ext uri="{FF2B5EF4-FFF2-40B4-BE49-F238E27FC236}">
                      <a16:creationId xmlns:a16="http://schemas.microsoft.com/office/drawing/2014/main" id="{0311A4A8-E188-654A-8B89-EAB3405BA60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22" name="Group 221">
              <a:extLst>
                <a:ext uri="{FF2B5EF4-FFF2-40B4-BE49-F238E27FC236}">
                  <a16:creationId xmlns:a16="http://schemas.microsoft.com/office/drawing/2014/main" id="{81584F37-BE6C-EA4B-971E-1912AA12BB25}"/>
                </a:ext>
              </a:extLst>
            </p:cNvPr>
            <p:cNvGrpSpPr/>
            <p:nvPr/>
          </p:nvGrpSpPr>
          <p:grpSpPr>
            <a:xfrm>
              <a:off x="7452610" y="4364636"/>
              <a:ext cx="764498" cy="449705"/>
              <a:chOff x="7493876" y="2774731"/>
              <a:chExt cx="1481958" cy="894622"/>
            </a:xfrm>
          </p:grpSpPr>
          <p:sp>
            <p:nvSpPr>
              <p:cNvPr id="223" name="Freeform 222">
                <a:extLst>
                  <a:ext uri="{FF2B5EF4-FFF2-40B4-BE49-F238E27FC236}">
                    <a16:creationId xmlns:a16="http://schemas.microsoft.com/office/drawing/2014/main" id="{31012971-DEA3-6845-AC13-A255CEA0240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24" name="Oval 223">
                <a:extLst>
                  <a:ext uri="{FF2B5EF4-FFF2-40B4-BE49-F238E27FC236}">
                    <a16:creationId xmlns:a16="http://schemas.microsoft.com/office/drawing/2014/main" id="{32543A2D-22B6-0649-AEEC-F06F4021DD3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25" name="Group 224">
                <a:extLst>
                  <a:ext uri="{FF2B5EF4-FFF2-40B4-BE49-F238E27FC236}">
                    <a16:creationId xmlns:a16="http://schemas.microsoft.com/office/drawing/2014/main" id="{7BEFF53D-0E6A-8646-ACAC-71283F133B87}"/>
                  </a:ext>
                </a:extLst>
              </p:cNvPr>
              <p:cNvGrpSpPr/>
              <p:nvPr/>
            </p:nvGrpSpPr>
            <p:grpSpPr>
              <a:xfrm>
                <a:off x="7713663" y="2848339"/>
                <a:ext cx="1042107" cy="425543"/>
                <a:chOff x="7786941" y="2884917"/>
                <a:chExt cx="897649" cy="353919"/>
              </a:xfrm>
            </p:grpSpPr>
            <p:sp>
              <p:nvSpPr>
                <p:cNvPr id="226" name="Freeform 225">
                  <a:extLst>
                    <a:ext uri="{FF2B5EF4-FFF2-40B4-BE49-F238E27FC236}">
                      <a16:creationId xmlns:a16="http://schemas.microsoft.com/office/drawing/2014/main" id="{04DABA4E-DEC2-D946-A0D0-F5C45FA6DC9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Freeform 226">
                  <a:extLst>
                    <a:ext uri="{FF2B5EF4-FFF2-40B4-BE49-F238E27FC236}">
                      <a16:creationId xmlns:a16="http://schemas.microsoft.com/office/drawing/2014/main" id="{47344229-14F7-4C43-8414-5F5AF377468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Freeform 227">
                  <a:extLst>
                    <a:ext uri="{FF2B5EF4-FFF2-40B4-BE49-F238E27FC236}">
                      <a16:creationId xmlns:a16="http://schemas.microsoft.com/office/drawing/2014/main" id="{87FA5A08-7A6B-CF46-930C-602D8BDBC5C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Freeform 228">
                  <a:extLst>
                    <a:ext uri="{FF2B5EF4-FFF2-40B4-BE49-F238E27FC236}">
                      <a16:creationId xmlns:a16="http://schemas.microsoft.com/office/drawing/2014/main" id="{E499445B-0DB0-3142-B183-CA66C970877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30" name="Group 229">
              <a:extLst>
                <a:ext uri="{FF2B5EF4-FFF2-40B4-BE49-F238E27FC236}">
                  <a16:creationId xmlns:a16="http://schemas.microsoft.com/office/drawing/2014/main" id="{F91C53FA-ABA6-6D43-BB65-60DBBCFEC5C7}"/>
                </a:ext>
              </a:extLst>
            </p:cNvPr>
            <p:cNvGrpSpPr/>
            <p:nvPr/>
          </p:nvGrpSpPr>
          <p:grpSpPr>
            <a:xfrm>
              <a:off x="4517036" y="4382125"/>
              <a:ext cx="764498" cy="449705"/>
              <a:chOff x="7493876" y="2774731"/>
              <a:chExt cx="1481958" cy="894622"/>
            </a:xfrm>
          </p:grpSpPr>
          <p:sp>
            <p:nvSpPr>
              <p:cNvPr id="231" name="Freeform 230">
                <a:extLst>
                  <a:ext uri="{FF2B5EF4-FFF2-40B4-BE49-F238E27FC236}">
                    <a16:creationId xmlns:a16="http://schemas.microsoft.com/office/drawing/2014/main" id="{3294910F-4CB9-CF45-8646-26DE97A22ED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32" name="Oval 231">
                <a:extLst>
                  <a:ext uri="{FF2B5EF4-FFF2-40B4-BE49-F238E27FC236}">
                    <a16:creationId xmlns:a16="http://schemas.microsoft.com/office/drawing/2014/main" id="{1316DC44-6A92-9B4B-9028-475050085E4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33" name="Group 232">
                <a:extLst>
                  <a:ext uri="{FF2B5EF4-FFF2-40B4-BE49-F238E27FC236}">
                    <a16:creationId xmlns:a16="http://schemas.microsoft.com/office/drawing/2014/main" id="{E4E7CEA9-1D4F-E545-90CA-F59A8B96693D}"/>
                  </a:ext>
                </a:extLst>
              </p:cNvPr>
              <p:cNvGrpSpPr/>
              <p:nvPr/>
            </p:nvGrpSpPr>
            <p:grpSpPr>
              <a:xfrm>
                <a:off x="7713663" y="2848339"/>
                <a:ext cx="1042107" cy="425543"/>
                <a:chOff x="7786941" y="2884917"/>
                <a:chExt cx="897649" cy="353919"/>
              </a:xfrm>
            </p:grpSpPr>
            <p:sp>
              <p:nvSpPr>
                <p:cNvPr id="234" name="Freeform 233">
                  <a:extLst>
                    <a:ext uri="{FF2B5EF4-FFF2-40B4-BE49-F238E27FC236}">
                      <a16:creationId xmlns:a16="http://schemas.microsoft.com/office/drawing/2014/main" id="{2B22DAA2-94E0-8D40-9ACC-D24ABE49BB2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5" name="Freeform 234">
                  <a:extLst>
                    <a:ext uri="{FF2B5EF4-FFF2-40B4-BE49-F238E27FC236}">
                      <a16:creationId xmlns:a16="http://schemas.microsoft.com/office/drawing/2014/main" id="{5BC674BD-4F28-8848-B1EE-7DEA5110F99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6" name="Freeform 235">
                  <a:extLst>
                    <a:ext uri="{FF2B5EF4-FFF2-40B4-BE49-F238E27FC236}">
                      <a16:creationId xmlns:a16="http://schemas.microsoft.com/office/drawing/2014/main" id="{D4EE57CB-32BD-2B45-8492-05F066B59A9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7" name="Freeform 236">
                  <a:extLst>
                    <a:ext uri="{FF2B5EF4-FFF2-40B4-BE49-F238E27FC236}">
                      <a16:creationId xmlns:a16="http://schemas.microsoft.com/office/drawing/2014/main" id="{A0F9C46B-BB97-4648-AFE1-934417BB3F9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02" name="Group 136">
              <a:extLst>
                <a:ext uri="{FF2B5EF4-FFF2-40B4-BE49-F238E27FC236}">
                  <a16:creationId xmlns:a16="http://schemas.microsoft.com/office/drawing/2014/main" id="{A46FE443-1481-3F46-AEC2-DE1A89401879}"/>
                </a:ext>
              </a:extLst>
            </p:cNvPr>
            <p:cNvGrpSpPr>
              <a:grpSpLocks/>
            </p:cNvGrpSpPr>
            <p:nvPr/>
          </p:nvGrpSpPr>
          <p:grpSpPr bwMode="auto">
            <a:xfrm>
              <a:off x="7851988" y="5988681"/>
              <a:ext cx="641350" cy="558800"/>
              <a:chOff x="-44" y="1473"/>
              <a:chExt cx="981" cy="1105"/>
            </a:xfrm>
          </p:grpSpPr>
          <p:pic>
            <p:nvPicPr>
              <p:cNvPr id="203" name="Picture 137" descr="desktop_computer_stylized_medium">
                <a:extLst>
                  <a:ext uri="{FF2B5EF4-FFF2-40B4-BE49-F238E27FC236}">
                    <a16:creationId xmlns:a16="http://schemas.microsoft.com/office/drawing/2014/main" id="{552CE2C0-13B7-9545-9F73-E88A13A25D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 name="Freeform 138">
                <a:extLst>
                  <a:ext uri="{FF2B5EF4-FFF2-40B4-BE49-F238E27FC236}">
                    <a16:creationId xmlns:a16="http://schemas.microsoft.com/office/drawing/2014/main" id="{EBDCE7D2-BE4A-B14C-92D1-68B5D3FE3971}"/>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05" name="Group 139">
              <a:extLst>
                <a:ext uri="{FF2B5EF4-FFF2-40B4-BE49-F238E27FC236}">
                  <a16:creationId xmlns:a16="http://schemas.microsoft.com/office/drawing/2014/main" id="{AAAA10F5-D477-E34B-B7B6-A846542864AE}"/>
                </a:ext>
              </a:extLst>
            </p:cNvPr>
            <p:cNvGrpSpPr>
              <a:grpSpLocks/>
            </p:cNvGrpSpPr>
            <p:nvPr/>
          </p:nvGrpSpPr>
          <p:grpSpPr bwMode="auto">
            <a:xfrm>
              <a:off x="6916190" y="5955947"/>
              <a:ext cx="641350" cy="558800"/>
              <a:chOff x="-44" y="1473"/>
              <a:chExt cx="981" cy="1105"/>
            </a:xfrm>
          </p:grpSpPr>
          <p:pic>
            <p:nvPicPr>
              <p:cNvPr id="206" name="Picture 140" descr="desktop_computer_stylized_medium">
                <a:extLst>
                  <a:ext uri="{FF2B5EF4-FFF2-40B4-BE49-F238E27FC236}">
                    <a16:creationId xmlns:a16="http://schemas.microsoft.com/office/drawing/2014/main" id="{ADD02C07-8622-9147-8C7E-716D0CC059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 name="Freeform 141">
                <a:extLst>
                  <a:ext uri="{FF2B5EF4-FFF2-40B4-BE49-F238E27FC236}">
                    <a16:creationId xmlns:a16="http://schemas.microsoft.com/office/drawing/2014/main" id="{0A2F9078-621E-234E-A8BD-CBD1C8FFD972}"/>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08" name="Group 142">
              <a:extLst>
                <a:ext uri="{FF2B5EF4-FFF2-40B4-BE49-F238E27FC236}">
                  <a16:creationId xmlns:a16="http://schemas.microsoft.com/office/drawing/2014/main" id="{0790C796-AECD-6C43-9AC1-A6A320775222}"/>
                </a:ext>
              </a:extLst>
            </p:cNvPr>
            <p:cNvGrpSpPr>
              <a:grpSpLocks/>
            </p:cNvGrpSpPr>
            <p:nvPr/>
          </p:nvGrpSpPr>
          <p:grpSpPr bwMode="auto">
            <a:xfrm>
              <a:off x="3921589" y="5865644"/>
              <a:ext cx="641350" cy="558800"/>
              <a:chOff x="-44" y="1473"/>
              <a:chExt cx="981" cy="1105"/>
            </a:xfrm>
          </p:grpSpPr>
          <p:pic>
            <p:nvPicPr>
              <p:cNvPr id="209" name="Picture 143" descr="desktop_computer_stylized_medium">
                <a:extLst>
                  <a:ext uri="{FF2B5EF4-FFF2-40B4-BE49-F238E27FC236}">
                    <a16:creationId xmlns:a16="http://schemas.microsoft.com/office/drawing/2014/main" id="{EC7F2E78-D630-0742-B3E6-A2B2A451C7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0" name="Freeform 144">
                <a:extLst>
                  <a:ext uri="{FF2B5EF4-FFF2-40B4-BE49-F238E27FC236}">
                    <a16:creationId xmlns:a16="http://schemas.microsoft.com/office/drawing/2014/main" id="{137BFC0D-B6D7-614D-8B13-BEC91ACB8C4F}"/>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1" name="Group 145">
              <a:extLst>
                <a:ext uri="{FF2B5EF4-FFF2-40B4-BE49-F238E27FC236}">
                  <a16:creationId xmlns:a16="http://schemas.microsoft.com/office/drawing/2014/main" id="{B7E1F2F7-7CD4-4E49-A5F4-F3F7ABB05BBC}"/>
                </a:ext>
              </a:extLst>
            </p:cNvPr>
            <p:cNvGrpSpPr>
              <a:grpSpLocks/>
            </p:cNvGrpSpPr>
            <p:nvPr/>
          </p:nvGrpSpPr>
          <p:grpSpPr bwMode="auto">
            <a:xfrm>
              <a:off x="4833534" y="5813400"/>
              <a:ext cx="641350" cy="558800"/>
              <a:chOff x="-44" y="1473"/>
              <a:chExt cx="981" cy="1105"/>
            </a:xfrm>
          </p:grpSpPr>
          <p:pic>
            <p:nvPicPr>
              <p:cNvPr id="212" name="Picture 146" descr="desktop_computer_stylized_medium">
                <a:extLst>
                  <a:ext uri="{FF2B5EF4-FFF2-40B4-BE49-F238E27FC236}">
                    <a16:creationId xmlns:a16="http://schemas.microsoft.com/office/drawing/2014/main" id="{33328068-9D28-A94E-854E-AA55BDA92A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3" name="Freeform 147">
                <a:extLst>
                  <a:ext uri="{FF2B5EF4-FFF2-40B4-BE49-F238E27FC236}">
                    <a16:creationId xmlns:a16="http://schemas.microsoft.com/office/drawing/2014/main" id="{E60C7BD3-8A82-504B-B81D-2FDDD4220B28}"/>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244" name="Text Box 41">
            <a:extLst>
              <a:ext uri="{FF2B5EF4-FFF2-40B4-BE49-F238E27FC236}">
                <a16:creationId xmlns:a16="http://schemas.microsoft.com/office/drawing/2014/main" id="{5DBB1AC4-8014-5E49-A935-8490AAA2EF64}"/>
              </a:ext>
            </a:extLst>
          </p:cNvPr>
          <p:cNvSpPr txBox="1">
            <a:spLocks noChangeArrowheads="1"/>
          </p:cNvSpPr>
          <p:nvPr/>
        </p:nvSpPr>
        <p:spPr bwMode="auto">
          <a:xfrm>
            <a:off x="4790324" y="5542214"/>
            <a:ext cx="96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223.1.2.1</a:t>
            </a:r>
            <a:endParaRPr kumimoji="0" lang="en-US" altLang="en-US" sz="18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16" name="Group 15">
            <a:extLst>
              <a:ext uri="{FF2B5EF4-FFF2-40B4-BE49-F238E27FC236}">
                <a16:creationId xmlns:a16="http://schemas.microsoft.com/office/drawing/2014/main" id="{658D420B-2797-1F49-A046-DBAA7356C19E}"/>
              </a:ext>
            </a:extLst>
          </p:cNvPr>
          <p:cNvGrpSpPr/>
          <p:nvPr/>
        </p:nvGrpSpPr>
        <p:grpSpPr>
          <a:xfrm>
            <a:off x="2970204" y="933306"/>
            <a:ext cx="9056493" cy="4702911"/>
            <a:chOff x="2970204" y="933306"/>
            <a:chExt cx="9056493" cy="4702911"/>
          </a:xfrm>
        </p:grpSpPr>
        <p:grpSp>
          <p:nvGrpSpPr>
            <p:cNvPr id="90" name="Group 89">
              <a:extLst>
                <a:ext uri="{FF2B5EF4-FFF2-40B4-BE49-F238E27FC236}">
                  <a16:creationId xmlns:a16="http://schemas.microsoft.com/office/drawing/2014/main" id="{480E4E41-341B-D44C-A65D-69A7E0B7DF8F}"/>
                </a:ext>
              </a:extLst>
            </p:cNvPr>
            <p:cNvGrpSpPr/>
            <p:nvPr/>
          </p:nvGrpSpPr>
          <p:grpSpPr>
            <a:xfrm>
              <a:off x="8152109" y="933306"/>
              <a:ext cx="3244327" cy="864497"/>
              <a:chOff x="6090834" y="607842"/>
              <a:chExt cx="3244327" cy="864497"/>
            </a:xfrm>
          </p:grpSpPr>
          <p:sp>
            <p:nvSpPr>
              <p:cNvPr id="91" name="Text Box 191">
                <a:extLst>
                  <a:ext uri="{FF2B5EF4-FFF2-40B4-BE49-F238E27FC236}">
                    <a16:creationId xmlns:a16="http://schemas.microsoft.com/office/drawing/2014/main" id="{D376C8BF-4E91-414E-99B4-9EDBBFFB07B7}"/>
                  </a:ext>
                </a:extLst>
              </p:cNvPr>
              <p:cNvSpPr txBox="1">
                <a:spLocks noChangeArrowheads="1"/>
              </p:cNvSpPr>
              <p:nvPr/>
            </p:nvSpPr>
            <p:spPr bwMode="auto">
              <a:xfrm>
                <a:off x="7255489" y="607842"/>
                <a:ext cx="20796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rPr>
                  <a:t>subnet 223.1.1/24</a:t>
                </a:r>
              </a:p>
            </p:txBody>
          </p:sp>
          <p:cxnSp>
            <p:nvCxnSpPr>
              <p:cNvPr id="92" name="Straight Connector 91">
                <a:extLst>
                  <a:ext uri="{FF2B5EF4-FFF2-40B4-BE49-F238E27FC236}">
                    <a16:creationId xmlns:a16="http://schemas.microsoft.com/office/drawing/2014/main" id="{A7F1EA1B-3CBF-2647-8FEC-4A2697C6D18C}"/>
                  </a:ext>
                </a:extLst>
              </p:cNvPr>
              <p:cNvCxnSpPr>
                <a:cxnSpLocks/>
              </p:cNvCxnSpPr>
              <p:nvPr/>
            </p:nvCxnSpPr>
            <p:spPr>
              <a:xfrm flipH="1">
                <a:off x="6090834" y="866887"/>
                <a:ext cx="1222333" cy="60545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95" name="Group 94">
              <a:extLst>
                <a:ext uri="{FF2B5EF4-FFF2-40B4-BE49-F238E27FC236}">
                  <a16:creationId xmlns:a16="http://schemas.microsoft.com/office/drawing/2014/main" id="{9318547F-F742-104D-9A1E-83C75E127CFF}"/>
                </a:ext>
              </a:extLst>
            </p:cNvPr>
            <p:cNvGrpSpPr/>
            <p:nvPr/>
          </p:nvGrpSpPr>
          <p:grpSpPr>
            <a:xfrm>
              <a:off x="8567981" y="2945502"/>
              <a:ext cx="2717381" cy="632023"/>
              <a:chOff x="6090835" y="840316"/>
              <a:chExt cx="2717381" cy="632023"/>
            </a:xfrm>
          </p:grpSpPr>
          <p:sp>
            <p:nvSpPr>
              <p:cNvPr id="96" name="Text Box 191">
                <a:extLst>
                  <a:ext uri="{FF2B5EF4-FFF2-40B4-BE49-F238E27FC236}">
                    <a16:creationId xmlns:a16="http://schemas.microsoft.com/office/drawing/2014/main" id="{BE0B33C0-E823-DF4A-9CD8-63EAD005BCBB}"/>
                  </a:ext>
                </a:extLst>
              </p:cNvPr>
              <p:cNvSpPr txBox="1">
                <a:spLocks noChangeArrowheads="1"/>
              </p:cNvSpPr>
              <p:nvPr/>
            </p:nvSpPr>
            <p:spPr bwMode="auto">
              <a:xfrm>
                <a:off x="6728544" y="840316"/>
                <a:ext cx="20796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rPr>
                  <a:t>subnet 223.1.7/24</a:t>
                </a:r>
              </a:p>
            </p:txBody>
          </p:sp>
          <p:cxnSp>
            <p:nvCxnSpPr>
              <p:cNvPr id="104" name="Straight Connector 103">
                <a:extLst>
                  <a:ext uri="{FF2B5EF4-FFF2-40B4-BE49-F238E27FC236}">
                    <a16:creationId xmlns:a16="http://schemas.microsoft.com/office/drawing/2014/main" id="{02A0B626-F390-4D4A-AF51-431DE14568C2}"/>
                  </a:ext>
                </a:extLst>
              </p:cNvPr>
              <p:cNvCxnSpPr>
                <a:cxnSpLocks/>
              </p:cNvCxnSpPr>
              <p:nvPr/>
            </p:nvCxnSpPr>
            <p:spPr>
              <a:xfrm flipH="1">
                <a:off x="6090835" y="1102963"/>
                <a:ext cx="700005" cy="36937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05" name="Group 104">
              <a:extLst>
                <a:ext uri="{FF2B5EF4-FFF2-40B4-BE49-F238E27FC236}">
                  <a16:creationId xmlns:a16="http://schemas.microsoft.com/office/drawing/2014/main" id="{18F4AFDD-E3C5-ED41-B6AB-FAA4C0538DA6}"/>
                </a:ext>
              </a:extLst>
            </p:cNvPr>
            <p:cNvGrpSpPr/>
            <p:nvPr/>
          </p:nvGrpSpPr>
          <p:grpSpPr>
            <a:xfrm>
              <a:off x="9262822" y="5019691"/>
              <a:ext cx="2763875" cy="616526"/>
              <a:chOff x="6090835" y="855813"/>
              <a:chExt cx="2763875" cy="616526"/>
            </a:xfrm>
          </p:grpSpPr>
          <p:sp>
            <p:nvSpPr>
              <p:cNvPr id="106" name="Text Box 191">
                <a:extLst>
                  <a:ext uri="{FF2B5EF4-FFF2-40B4-BE49-F238E27FC236}">
                    <a16:creationId xmlns:a16="http://schemas.microsoft.com/office/drawing/2014/main" id="{01FD5240-2EA2-0547-9E5A-DDECB3B6EBFE}"/>
                  </a:ext>
                </a:extLst>
              </p:cNvPr>
              <p:cNvSpPr txBox="1">
                <a:spLocks noChangeArrowheads="1"/>
              </p:cNvSpPr>
              <p:nvPr/>
            </p:nvSpPr>
            <p:spPr bwMode="auto">
              <a:xfrm>
                <a:off x="6775038" y="855813"/>
                <a:ext cx="20796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rPr>
                  <a:t>subnet 223.1.3/24</a:t>
                </a:r>
              </a:p>
            </p:txBody>
          </p:sp>
          <p:cxnSp>
            <p:nvCxnSpPr>
              <p:cNvPr id="107" name="Straight Connector 106">
                <a:extLst>
                  <a:ext uri="{FF2B5EF4-FFF2-40B4-BE49-F238E27FC236}">
                    <a16:creationId xmlns:a16="http://schemas.microsoft.com/office/drawing/2014/main" id="{E21AC0BF-50DA-6045-8CEE-DC950BF4CDD8}"/>
                  </a:ext>
                </a:extLst>
              </p:cNvPr>
              <p:cNvCxnSpPr>
                <a:cxnSpLocks/>
              </p:cNvCxnSpPr>
              <p:nvPr/>
            </p:nvCxnSpPr>
            <p:spPr>
              <a:xfrm flipH="1">
                <a:off x="6090835" y="1102963"/>
                <a:ext cx="700005" cy="36937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2C88727E-DE4C-2149-A9CB-D0081F154D0D}"/>
                </a:ext>
              </a:extLst>
            </p:cNvPr>
            <p:cNvGrpSpPr/>
            <p:nvPr/>
          </p:nvGrpSpPr>
          <p:grpSpPr>
            <a:xfrm>
              <a:off x="2970204" y="4924121"/>
              <a:ext cx="2681511" cy="616523"/>
              <a:chOff x="2350272" y="4955118"/>
              <a:chExt cx="2681511" cy="616523"/>
            </a:xfrm>
          </p:grpSpPr>
          <p:sp>
            <p:nvSpPr>
              <p:cNvPr id="109" name="Text Box 191">
                <a:extLst>
                  <a:ext uri="{FF2B5EF4-FFF2-40B4-BE49-F238E27FC236}">
                    <a16:creationId xmlns:a16="http://schemas.microsoft.com/office/drawing/2014/main" id="{A4D454C9-2377-2144-9568-DFFF47AB5F0B}"/>
                  </a:ext>
                </a:extLst>
              </p:cNvPr>
              <p:cNvSpPr txBox="1">
                <a:spLocks noChangeArrowheads="1"/>
              </p:cNvSpPr>
              <p:nvPr/>
            </p:nvSpPr>
            <p:spPr bwMode="auto">
              <a:xfrm>
                <a:off x="2350272" y="4955118"/>
                <a:ext cx="20796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rPr>
                  <a:t>subnet 223.1.2/24</a:t>
                </a:r>
              </a:p>
            </p:txBody>
          </p:sp>
          <p:cxnSp>
            <p:nvCxnSpPr>
              <p:cNvPr id="110" name="Straight Connector 109">
                <a:extLst>
                  <a:ext uri="{FF2B5EF4-FFF2-40B4-BE49-F238E27FC236}">
                    <a16:creationId xmlns:a16="http://schemas.microsoft.com/office/drawing/2014/main" id="{F83AE024-1D73-064A-BCF8-30317353EDD5}"/>
                  </a:ext>
                </a:extLst>
              </p:cNvPr>
              <p:cNvCxnSpPr>
                <a:cxnSpLocks/>
              </p:cNvCxnSpPr>
              <p:nvPr/>
            </p:nvCxnSpPr>
            <p:spPr>
              <a:xfrm>
                <a:off x="4331778" y="5202265"/>
                <a:ext cx="700005" cy="36937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11" name="Group 110">
              <a:extLst>
                <a:ext uri="{FF2B5EF4-FFF2-40B4-BE49-F238E27FC236}">
                  <a16:creationId xmlns:a16="http://schemas.microsoft.com/office/drawing/2014/main" id="{48E4C11D-BAC1-9542-9E0F-838420ECC0F9}"/>
                </a:ext>
              </a:extLst>
            </p:cNvPr>
            <p:cNvGrpSpPr/>
            <p:nvPr/>
          </p:nvGrpSpPr>
          <p:grpSpPr>
            <a:xfrm>
              <a:off x="4362467" y="3185728"/>
              <a:ext cx="2495532" cy="492537"/>
              <a:chOff x="2536251" y="5079104"/>
              <a:chExt cx="2495532" cy="492537"/>
            </a:xfrm>
          </p:grpSpPr>
          <p:sp>
            <p:nvSpPr>
              <p:cNvPr id="112" name="Text Box 191">
                <a:extLst>
                  <a:ext uri="{FF2B5EF4-FFF2-40B4-BE49-F238E27FC236}">
                    <a16:creationId xmlns:a16="http://schemas.microsoft.com/office/drawing/2014/main" id="{C1545E2A-91DA-6941-824C-18B5505C170C}"/>
                  </a:ext>
                </a:extLst>
              </p:cNvPr>
              <p:cNvSpPr txBox="1">
                <a:spLocks noChangeArrowheads="1"/>
              </p:cNvSpPr>
              <p:nvPr/>
            </p:nvSpPr>
            <p:spPr bwMode="auto">
              <a:xfrm>
                <a:off x="2536251" y="5079104"/>
                <a:ext cx="20796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rPr>
                  <a:t>subnet 223.1.9/24</a:t>
                </a:r>
              </a:p>
            </p:txBody>
          </p:sp>
          <p:cxnSp>
            <p:nvCxnSpPr>
              <p:cNvPr id="113" name="Straight Connector 112">
                <a:extLst>
                  <a:ext uri="{FF2B5EF4-FFF2-40B4-BE49-F238E27FC236}">
                    <a16:creationId xmlns:a16="http://schemas.microsoft.com/office/drawing/2014/main" id="{BDF0C53D-5034-4441-862A-8627EC8860A8}"/>
                  </a:ext>
                </a:extLst>
              </p:cNvPr>
              <p:cNvCxnSpPr>
                <a:cxnSpLocks/>
              </p:cNvCxnSpPr>
              <p:nvPr/>
            </p:nvCxnSpPr>
            <p:spPr>
              <a:xfrm>
                <a:off x="4559085" y="5349499"/>
                <a:ext cx="472698" cy="22214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2CB2CAF3-1397-8349-831B-5AFEFB9A7D54}"/>
                </a:ext>
              </a:extLst>
            </p:cNvPr>
            <p:cNvGrpSpPr/>
            <p:nvPr/>
          </p:nvGrpSpPr>
          <p:grpSpPr>
            <a:xfrm>
              <a:off x="6605504" y="4602997"/>
              <a:ext cx="2079672" cy="648084"/>
              <a:chOff x="1320582" y="5594888"/>
              <a:chExt cx="2079672" cy="648084"/>
            </a:xfrm>
          </p:grpSpPr>
          <p:sp>
            <p:nvSpPr>
              <p:cNvPr id="115" name="Text Box 191">
                <a:extLst>
                  <a:ext uri="{FF2B5EF4-FFF2-40B4-BE49-F238E27FC236}">
                    <a16:creationId xmlns:a16="http://schemas.microsoft.com/office/drawing/2014/main" id="{2DC2D22A-1CD2-634F-8976-C28F4B96CDB7}"/>
                  </a:ext>
                </a:extLst>
              </p:cNvPr>
              <p:cNvSpPr txBox="1">
                <a:spLocks noChangeArrowheads="1"/>
              </p:cNvSpPr>
              <p:nvPr/>
            </p:nvSpPr>
            <p:spPr bwMode="auto">
              <a:xfrm>
                <a:off x="1320582" y="5842862"/>
                <a:ext cx="20796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rPr>
                  <a:t>subnet 223.1.8/24</a:t>
                </a:r>
              </a:p>
            </p:txBody>
          </p:sp>
          <p:cxnSp>
            <p:nvCxnSpPr>
              <p:cNvPr id="14" name="Straight Connector 13">
                <a:extLst>
                  <a:ext uri="{FF2B5EF4-FFF2-40B4-BE49-F238E27FC236}">
                    <a16:creationId xmlns:a16="http://schemas.microsoft.com/office/drawing/2014/main" id="{33911C1C-F5CA-8741-A35F-BE8EE6DB2AE9}"/>
                  </a:ext>
                </a:extLst>
              </p:cNvPr>
              <p:cNvCxnSpPr/>
              <p:nvPr/>
            </p:nvCxnSpPr>
            <p:spPr>
              <a:xfrm flipV="1">
                <a:off x="2355742" y="5594888"/>
                <a:ext cx="0" cy="340963"/>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292674BA-818C-EA16-1131-4A531775DE9E}"/>
                  </a:ext>
                </a:extLst>
              </p14:cNvPr>
              <p14:cNvContentPartPr/>
              <p14:nvPr/>
            </p14:nvContentPartPr>
            <p14:xfrm>
              <a:off x="4744800" y="1468800"/>
              <a:ext cx="6086160" cy="4693680"/>
            </p14:xfrm>
          </p:contentPart>
        </mc:Choice>
        <mc:Fallback>
          <p:pic>
            <p:nvPicPr>
              <p:cNvPr id="4" name="Ink 3">
                <a:extLst>
                  <a:ext uri="{FF2B5EF4-FFF2-40B4-BE49-F238E27FC236}">
                    <a16:creationId xmlns:a16="http://schemas.microsoft.com/office/drawing/2014/main" id="{292674BA-818C-EA16-1131-4A531775DE9E}"/>
                  </a:ext>
                </a:extLst>
              </p:cNvPr>
              <p:cNvPicPr/>
              <p:nvPr/>
            </p:nvPicPr>
            <p:blipFill>
              <a:blip r:embed="rId5"/>
              <a:stretch>
                <a:fillRect/>
              </a:stretch>
            </p:blipFill>
            <p:spPr>
              <a:xfrm>
                <a:off x="4735440" y="1459440"/>
                <a:ext cx="6104880" cy="4712400"/>
              </a:xfrm>
              <a:prstGeom prst="rect">
                <a:avLst/>
              </a:prstGeom>
            </p:spPr>
          </p:pic>
        </mc:Fallback>
      </mc:AlternateContent>
    </p:spTree>
    <p:extLst>
      <p:ext uri="{BB962C8B-B14F-4D97-AF65-F5344CB8AC3E}">
        <p14:creationId xmlns:p14="http://schemas.microsoft.com/office/powerpoint/2010/main" val="943649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495029-4997-E3DF-6FC6-DD74A61C8DBA}"/>
              </a:ext>
            </a:extLst>
          </p:cNvPr>
          <p:cNvSpPr>
            <a:spLocks noGrp="1"/>
          </p:cNvSpPr>
          <p:nvPr>
            <p:ph type="title"/>
          </p:nvPr>
        </p:nvSpPr>
        <p:spPr/>
        <p:txBody>
          <a:bodyPr/>
          <a:lstStyle/>
          <a:p>
            <a:r>
              <a:rPr lang="en-US" dirty="0"/>
              <a:t>Why 4 dotted representation of IP addresses?</a:t>
            </a:r>
          </a:p>
        </p:txBody>
      </p:sp>
      <p:sp>
        <p:nvSpPr>
          <p:cNvPr id="2" name="Content Placeholder 1">
            <a:extLst>
              <a:ext uri="{FF2B5EF4-FFF2-40B4-BE49-F238E27FC236}">
                <a16:creationId xmlns:a16="http://schemas.microsoft.com/office/drawing/2014/main" id="{735A4C34-088E-6A6F-2A68-F312FE62F945}"/>
              </a:ext>
            </a:extLst>
          </p:cNvPr>
          <p:cNvSpPr>
            <a:spLocks noGrp="1"/>
          </p:cNvSpPr>
          <p:nvPr>
            <p:ph type="body" idx="1"/>
          </p:nvPr>
        </p:nvSpPr>
        <p:spPr>
          <a:xfrm>
            <a:off x="387709" y="1425662"/>
            <a:ext cx="11360800" cy="4555200"/>
          </a:xfrm>
        </p:spPr>
        <p:txBody>
          <a:bodyPr/>
          <a:lstStyle/>
          <a:p>
            <a:r>
              <a:rPr lang="en-US" dirty="0"/>
              <a:t>In the beginning, IP addresses were divided into 5 categories, called </a:t>
            </a:r>
            <a:r>
              <a:rPr lang="en-US" dirty="0">
                <a:solidFill>
                  <a:srgbClr val="FF0000"/>
                </a:solidFill>
              </a:rPr>
              <a:t>classful addressing</a:t>
            </a:r>
            <a:r>
              <a:rPr lang="en-US" dirty="0"/>
              <a:t> </a:t>
            </a:r>
          </a:p>
          <a:p>
            <a:pPr lvl="1"/>
            <a:r>
              <a:rPr lang="en-US" dirty="0"/>
              <a:t>Classes: A, B, C, D, and E</a:t>
            </a:r>
          </a:p>
        </p:txBody>
      </p:sp>
      <mc:AlternateContent xmlns:mc="http://schemas.openxmlformats.org/markup-compatibility/2006" xmlns:p14="http://schemas.microsoft.com/office/powerpoint/2010/main">
        <mc:Choice Requires="p14">
          <p:contentPart p14:bwMode="auto" r:id="rId3">
            <p14:nvContentPartPr>
              <p14:cNvPr id="70" name="Ink 69">
                <a:extLst>
                  <a:ext uri="{FF2B5EF4-FFF2-40B4-BE49-F238E27FC236}">
                    <a16:creationId xmlns:a16="http://schemas.microsoft.com/office/drawing/2014/main" id="{B59F12AA-6721-BCBB-82C5-83E5CF358809}"/>
                  </a:ext>
                </a:extLst>
              </p14:cNvPr>
              <p14:cNvContentPartPr/>
              <p14:nvPr/>
            </p14:nvContentPartPr>
            <p14:xfrm>
              <a:off x="1796018" y="3228418"/>
              <a:ext cx="3780000" cy="459360"/>
            </p14:xfrm>
          </p:contentPart>
        </mc:Choice>
        <mc:Fallback xmlns="">
          <p:pic>
            <p:nvPicPr>
              <p:cNvPr id="70" name="Ink 69">
                <a:extLst>
                  <a:ext uri="{FF2B5EF4-FFF2-40B4-BE49-F238E27FC236}">
                    <a16:creationId xmlns:a16="http://schemas.microsoft.com/office/drawing/2014/main" id="{B59F12AA-6721-BCBB-82C5-83E5CF358809}"/>
                  </a:ext>
                </a:extLst>
              </p:cNvPr>
              <p:cNvPicPr/>
              <p:nvPr/>
            </p:nvPicPr>
            <p:blipFill>
              <a:blip r:embed="rId4"/>
              <a:stretch>
                <a:fillRect/>
              </a:stretch>
            </p:blipFill>
            <p:spPr>
              <a:xfrm>
                <a:off x="1780537" y="3212938"/>
                <a:ext cx="3810603" cy="489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3" name="Ink 72">
                <a:extLst>
                  <a:ext uri="{FF2B5EF4-FFF2-40B4-BE49-F238E27FC236}">
                    <a16:creationId xmlns:a16="http://schemas.microsoft.com/office/drawing/2014/main" id="{6FA5BC22-5A5E-4573-C4D0-808FA8CC8722}"/>
                  </a:ext>
                </a:extLst>
              </p14:cNvPr>
              <p14:cNvContentPartPr/>
              <p14:nvPr/>
            </p14:nvContentPartPr>
            <p14:xfrm>
              <a:off x="1803938" y="3289618"/>
              <a:ext cx="3779640" cy="421200"/>
            </p14:xfrm>
          </p:contentPart>
        </mc:Choice>
        <mc:Fallback xmlns="">
          <p:pic>
            <p:nvPicPr>
              <p:cNvPr id="73" name="Ink 72">
                <a:extLst>
                  <a:ext uri="{FF2B5EF4-FFF2-40B4-BE49-F238E27FC236}">
                    <a16:creationId xmlns:a16="http://schemas.microsoft.com/office/drawing/2014/main" id="{6FA5BC22-5A5E-4573-C4D0-808FA8CC8722}"/>
                  </a:ext>
                </a:extLst>
              </p:cNvPr>
              <p:cNvPicPr/>
              <p:nvPr/>
            </p:nvPicPr>
            <p:blipFill>
              <a:blip r:embed="rId6"/>
              <a:stretch>
                <a:fillRect/>
              </a:stretch>
            </p:blipFill>
            <p:spPr>
              <a:xfrm>
                <a:off x="1788459" y="3274125"/>
                <a:ext cx="3810237" cy="451826"/>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6" name="Ink 75">
                <a:extLst>
                  <a:ext uri="{FF2B5EF4-FFF2-40B4-BE49-F238E27FC236}">
                    <a16:creationId xmlns:a16="http://schemas.microsoft.com/office/drawing/2014/main" id="{B2540DB6-445B-41CF-4A98-24FB1AD9EE03}"/>
                  </a:ext>
                </a:extLst>
              </p14:cNvPr>
              <p14:cNvContentPartPr/>
              <p14:nvPr/>
            </p14:nvContentPartPr>
            <p14:xfrm>
              <a:off x="1987538" y="3297178"/>
              <a:ext cx="268200" cy="459360"/>
            </p14:xfrm>
          </p:contentPart>
        </mc:Choice>
        <mc:Fallback xmlns="">
          <p:pic>
            <p:nvPicPr>
              <p:cNvPr id="76" name="Ink 75">
                <a:extLst>
                  <a:ext uri="{FF2B5EF4-FFF2-40B4-BE49-F238E27FC236}">
                    <a16:creationId xmlns:a16="http://schemas.microsoft.com/office/drawing/2014/main" id="{B2540DB6-445B-41CF-4A98-24FB1AD9EE03}"/>
                  </a:ext>
                </a:extLst>
              </p:cNvPr>
              <p:cNvPicPr/>
              <p:nvPr/>
            </p:nvPicPr>
            <p:blipFill>
              <a:blip r:embed="rId8"/>
              <a:stretch>
                <a:fillRect/>
              </a:stretch>
            </p:blipFill>
            <p:spPr>
              <a:xfrm>
                <a:off x="1972058" y="3281698"/>
                <a:ext cx="298800" cy="489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2" name="Ink 81">
                <a:extLst>
                  <a:ext uri="{FF2B5EF4-FFF2-40B4-BE49-F238E27FC236}">
                    <a16:creationId xmlns:a16="http://schemas.microsoft.com/office/drawing/2014/main" id="{54036AB5-525D-61CB-A765-993141D4B0AB}"/>
                  </a:ext>
                </a:extLst>
              </p14:cNvPr>
              <p14:cNvContentPartPr/>
              <p14:nvPr/>
            </p14:nvContentPartPr>
            <p14:xfrm>
              <a:off x="2385338" y="3235978"/>
              <a:ext cx="1132920" cy="497520"/>
            </p14:xfrm>
          </p:contentPart>
        </mc:Choice>
        <mc:Fallback xmlns="">
          <p:pic>
            <p:nvPicPr>
              <p:cNvPr id="82" name="Ink 81">
                <a:extLst>
                  <a:ext uri="{FF2B5EF4-FFF2-40B4-BE49-F238E27FC236}">
                    <a16:creationId xmlns:a16="http://schemas.microsoft.com/office/drawing/2014/main" id="{54036AB5-525D-61CB-A765-993141D4B0AB}"/>
                  </a:ext>
                </a:extLst>
              </p:cNvPr>
              <p:cNvPicPr/>
              <p:nvPr/>
            </p:nvPicPr>
            <p:blipFill>
              <a:blip r:embed="rId10"/>
              <a:stretch>
                <a:fillRect/>
              </a:stretch>
            </p:blipFill>
            <p:spPr>
              <a:xfrm>
                <a:off x="2369858" y="3220498"/>
                <a:ext cx="1163520" cy="5281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4" name="Ink 83">
                <a:extLst>
                  <a:ext uri="{FF2B5EF4-FFF2-40B4-BE49-F238E27FC236}">
                    <a16:creationId xmlns:a16="http://schemas.microsoft.com/office/drawing/2014/main" id="{E0F05DCB-EFF3-C293-8C64-E5CCA0435AE0}"/>
                  </a:ext>
                </a:extLst>
              </p14:cNvPr>
              <p14:cNvContentPartPr/>
              <p14:nvPr/>
            </p14:nvContentPartPr>
            <p14:xfrm>
              <a:off x="1803938" y="2991178"/>
              <a:ext cx="1660680" cy="183960"/>
            </p14:xfrm>
          </p:contentPart>
        </mc:Choice>
        <mc:Fallback xmlns="">
          <p:pic>
            <p:nvPicPr>
              <p:cNvPr id="84" name="Ink 83">
                <a:extLst>
                  <a:ext uri="{FF2B5EF4-FFF2-40B4-BE49-F238E27FC236}">
                    <a16:creationId xmlns:a16="http://schemas.microsoft.com/office/drawing/2014/main" id="{E0F05DCB-EFF3-C293-8C64-E5CCA0435AE0}"/>
                  </a:ext>
                </a:extLst>
              </p:cNvPr>
              <p:cNvPicPr/>
              <p:nvPr/>
            </p:nvPicPr>
            <p:blipFill>
              <a:blip r:embed="rId12"/>
              <a:stretch>
                <a:fillRect/>
              </a:stretch>
            </p:blipFill>
            <p:spPr>
              <a:xfrm>
                <a:off x="1788458" y="2975698"/>
                <a:ext cx="169128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5" name="Ink 84">
                <a:extLst>
                  <a:ext uri="{FF2B5EF4-FFF2-40B4-BE49-F238E27FC236}">
                    <a16:creationId xmlns:a16="http://schemas.microsoft.com/office/drawing/2014/main" id="{58C56D2F-C5E4-EFBC-BFE0-F52F38A81BA4}"/>
                  </a:ext>
                </a:extLst>
              </p14:cNvPr>
              <p14:cNvContentPartPr/>
              <p14:nvPr/>
            </p14:nvContentPartPr>
            <p14:xfrm>
              <a:off x="2010578" y="2784538"/>
              <a:ext cx="130320" cy="168840"/>
            </p14:xfrm>
          </p:contentPart>
        </mc:Choice>
        <mc:Fallback xmlns="">
          <p:pic>
            <p:nvPicPr>
              <p:cNvPr id="85" name="Ink 84">
                <a:extLst>
                  <a:ext uri="{FF2B5EF4-FFF2-40B4-BE49-F238E27FC236}">
                    <a16:creationId xmlns:a16="http://schemas.microsoft.com/office/drawing/2014/main" id="{58C56D2F-C5E4-EFBC-BFE0-F52F38A81BA4}"/>
                  </a:ext>
                </a:extLst>
              </p:cNvPr>
              <p:cNvPicPr/>
              <p:nvPr/>
            </p:nvPicPr>
            <p:blipFill>
              <a:blip r:embed="rId14"/>
              <a:stretch>
                <a:fillRect/>
              </a:stretch>
            </p:blipFill>
            <p:spPr>
              <a:xfrm>
                <a:off x="1995098" y="2769058"/>
                <a:ext cx="16092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86" name="Ink 85">
                <a:extLst>
                  <a:ext uri="{FF2B5EF4-FFF2-40B4-BE49-F238E27FC236}">
                    <a16:creationId xmlns:a16="http://schemas.microsoft.com/office/drawing/2014/main" id="{1E4F9874-B8F4-268E-0619-0668A575EDF1}"/>
                  </a:ext>
                </a:extLst>
              </p14:cNvPr>
              <p14:cNvContentPartPr/>
              <p14:nvPr/>
            </p14:nvContentPartPr>
            <p14:xfrm>
              <a:off x="2224778" y="2861218"/>
              <a:ext cx="84600" cy="7920"/>
            </p14:xfrm>
          </p:contentPart>
        </mc:Choice>
        <mc:Fallback xmlns="">
          <p:pic>
            <p:nvPicPr>
              <p:cNvPr id="86" name="Ink 85">
                <a:extLst>
                  <a:ext uri="{FF2B5EF4-FFF2-40B4-BE49-F238E27FC236}">
                    <a16:creationId xmlns:a16="http://schemas.microsoft.com/office/drawing/2014/main" id="{1E4F9874-B8F4-268E-0619-0668A575EDF1}"/>
                  </a:ext>
                </a:extLst>
              </p:cNvPr>
              <p:cNvPicPr/>
              <p:nvPr/>
            </p:nvPicPr>
            <p:blipFill>
              <a:blip r:embed="rId16"/>
              <a:stretch>
                <a:fillRect/>
              </a:stretch>
            </p:blipFill>
            <p:spPr>
              <a:xfrm>
                <a:off x="2209298" y="2845738"/>
                <a:ext cx="11520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87" name="Ink 86">
                <a:extLst>
                  <a:ext uri="{FF2B5EF4-FFF2-40B4-BE49-F238E27FC236}">
                    <a16:creationId xmlns:a16="http://schemas.microsoft.com/office/drawing/2014/main" id="{7A754A32-EFC6-5CB6-FAC9-B73B33CE36CD}"/>
                  </a:ext>
                </a:extLst>
              </p14:cNvPr>
              <p14:cNvContentPartPr/>
              <p14:nvPr/>
            </p14:nvContentPartPr>
            <p14:xfrm>
              <a:off x="2385338" y="2776978"/>
              <a:ext cx="482400" cy="183960"/>
            </p14:xfrm>
          </p:contentPart>
        </mc:Choice>
        <mc:Fallback xmlns="">
          <p:pic>
            <p:nvPicPr>
              <p:cNvPr id="87" name="Ink 86">
                <a:extLst>
                  <a:ext uri="{FF2B5EF4-FFF2-40B4-BE49-F238E27FC236}">
                    <a16:creationId xmlns:a16="http://schemas.microsoft.com/office/drawing/2014/main" id="{7A754A32-EFC6-5CB6-FAC9-B73B33CE36CD}"/>
                  </a:ext>
                </a:extLst>
              </p:cNvPr>
              <p:cNvPicPr/>
              <p:nvPr/>
            </p:nvPicPr>
            <p:blipFill>
              <a:blip r:embed="rId18"/>
              <a:stretch>
                <a:fillRect/>
              </a:stretch>
            </p:blipFill>
            <p:spPr>
              <a:xfrm>
                <a:off x="2369858" y="2761498"/>
                <a:ext cx="51300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88" name="Ink 87">
                <a:extLst>
                  <a:ext uri="{FF2B5EF4-FFF2-40B4-BE49-F238E27FC236}">
                    <a16:creationId xmlns:a16="http://schemas.microsoft.com/office/drawing/2014/main" id="{5FC814CA-E726-638F-18E9-5973907DA845}"/>
                  </a:ext>
                </a:extLst>
              </p14:cNvPr>
              <p14:cNvContentPartPr/>
              <p14:nvPr/>
            </p14:nvContentPartPr>
            <p14:xfrm>
              <a:off x="2683778" y="2807578"/>
              <a:ext cx="153360" cy="38520"/>
            </p14:xfrm>
          </p:contentPart>
        </mc:Choice>
        <mc:Fallback xmlns="">
          <p:pic>
            <p:nvPicPr>
              <p:cNvPr id="88" name="Ink 87">
                <a:extLst>
                  <a:ext uri="{FF2B5EF4-FFF2-40B4-BE49-F238E27FC236}">
                    <a16:creationId xmlns:a16="http://schemas.microsoft.com/office/drawing/2014/main" id="{5FC814CA-E726-638F-18E9-5973907DA845}"/>
                  </a:ext>
                </a:extLst>
              </p:cNvPr>
              <p:cNvPicPr/>
              <p:nvPr/>
            </p:nvPicPr>
            <p:blipFill>
              <a:blip r:embed="rId20"/>
              <a:stretch>
                <a:fillRect/>
              </a:stretch>
            </p:blipFill>
            <p:spPr>
              <a:xfrm>
                <a:off x="2668298" y="2792098"/>
                <a:ext cx="18396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89" name="Ink 88">
                <a:extLst>
                  <a:ext uri="{FF2B5EF4-FFF2-40B4-BE49-F238E27FC236}">
                    <a16:creationId xmlns:a16="http://schemas.microsoft.com/office/drawing/2014/main" id="{004F7735-5BEC-03F1-102F-2185CBEA3468}"/>
                  </a:ext>
                </a:extLst>
              </p14:cNvPr>
              <p14:cNvContentPartPr/>
              <p14:nvPr/>
            </p14:nvContentPartPr>
            <p14:xfrm>
              <a:off x="3540578" y="3052378"/>
              <a:ext cx="2027880" cy="183960"/>
            </p14:xfrm>
          </p:contentPart>
        </mc:Choice>
        <mc:Fallback xmlns="">
          <p:pic>
            <p:nvPicPr>
              <p:cNvPr id="89" name="Ink 88">
                <a:extLst>
                  <a:ext uri="{FF2B5EF4-FFF2-40B4-BE49-F238E27FC236}">
                    <a16:creationId xmlns:a16="http://schemas.microsoft.com/office/drawing/2014/main" id="{004F7735-5BEC-03F1-102F-2185CBEA3468}"/>
                  </a:ext>
                </a:extLst>
              </p:cNvPr>
              <p:cNvPicPr/>
              <p:nvPr/>
            </p:nvPicPr>
            <p:blipFill>
              <a:blip r:embed="rId22"/>
              <a:stretch>
                <a:fillRect/>
              </a:stretch>
            </p:blipFill>
            <p:spPr>
              <a:xfrm>
                <a:off x="3525098" y="3036898"/>
                <a:ext cx="205848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90" name="Ink 89">
                <a:extLst>
                  <a:ext uri="{FF2B5EF4-FFF2-40B4-BE49-F238E27FC236}">
                    <a16:creationId xmlns:a16="http://schemas.microsoft.com/office/drawing/2014/main" id="{7B118E66-AF68-D330-9633-214D86C00843}"/>
                  </a:ext>
                </a:extLst>
              </p14:cNvPr>
              <p14:cNvContentPartPr/>
              <p14:nvPr/>
            </p14:nvContentPartPr>
            <p14:xfrm>
              <a:off x="3846578" y="2807578"/>
              <a:ext cx="207000" cy="153360"/>
            </p14:xfrm>
          </p:contentPart>
        </mc:Choice>
        <mc:Fallback xmlns="">
          <p:pic>
            <p:nvPicPr>
              <p:cNvPr id="90" name="Ink 89">
                <a:extLst>
                  <a:ext uri="{FF2B5EF4-FFF2-40B4-BE49-F238E27FC236}">
                    <a16:creationId xmlns:a16="http://schemas.microsoft.com/office/drawing/2014/main" id="{7B118E66-AF68-D330-9633-214D86C00843}"/>
                  </a:ext>
                </a:extLst>
              </p:cNvPr>
              <p:cNvPicPr/>
              <p:nvPr/>
            </p:nvPicPr>
            <p:blipFill>
              <a:blip r:embed="rId24"/>
              <a:stretch>
                <a:fillRect/>
              </a:stretch>
            </p:blipFill>
            <p:spPr>
              <a:xfrm>
                <a:off x="3831098" y="2792098"/>
                <a:ext cx="23760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91" name="Ink 90">
                <a:extLst>
                  <a:ext uri="{FF2B5EF4-FFF2-40B4-BE49-F238E27FC236}">
                    <a16:creationId xmlns:a16="http://schemas.microsoft.com/office/drawing/2014/main" id="{D5689F1F-49CE-5435-4F61-F56DE8C29D04}"/>
                  </a:ext>
                </a:extLst>
              </p14:cNvPr>
              <p14:cNvContentPartPr/>
              <p14:nvPr/>
            </p14:nvContentPartPr>
            <p14:xfrm>
              <a:off x="4022618" y="2776978"/>
              <a:ext cx="138240" cy="230040"/>
            </p14:xfrm>
          </p:contentPart>
        </mc:Choice>
        <mc:Fallback xmlns="">
          <p:pic>
            <p:nvPicPr>
              <p:cNvPr id="91" name="Ink 90">
                <a:extLst>
                  <a:ext uri="{FF2B5EF4-FFF2-40B4-BE49-F238E27FC236}">
                    <a16:creationId xmlns:a16="http://schemas.microsoft.com/office/drawing/2014/main" id="{D5689F1F-49CE-5435-4F61-F56DE8C29D04}"/>
                  </a:ext>
                </a:extLst>
              </p:cNvPr>
              <p:cNvPicPr/>
              <p:nvPr/>
            </p:nvPicPr>
            <p:blipFill>
              <a:blip r:embed="rId26"/>
              <a:stretch>
                <a:fillRect/>
              </a:stretch>
            </p:blipFill>
            <p:spPr>
              <a:xfrm>
                <a:off x="4007138" y="2761474"/>
                <a:ext cx="168840" cy="260688"/>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92" name="Ink 91">
                <a:extLst>
                  <a:ext uri="{FF2B5EF4-FFF2-40B4-BE49-F238E27FC236}">
                    <a16:creationId xmlns:a16="http://schemas.microsoft.com/office/drawing/2014/main" id="{755C0BC4-F62D-EA76-E047-2D2D86B4B072}"/>
                  </a:ext>
                </a:extLst>
              </p14:cNvPr>
              <p14:cNvContentPartPr/>
              <p14:nvPr/>
            </p14:nvContentPartPr>
            <p14:xfrm>
              <a:off x="4259498" y="2807578"/>
              <a:ext cx="489960" cy="183960"/>
            </p14:xfrm>
          </p:contentPart>
        </mc:Choice>
        <mc:Fallback xmlns="">
          <p:pic>
            <p:nvPicPr>
              <p:cNvPr id="92" name="Ink 91">
                <a:extLst>
                  <a:ext uri="{FF2B5EF4-FFF2-40B4-BE49-F238E27FC236}">
                    <a16:creationId xmlns:a16="http://schemas.microsoft.com/office/drawing/2014/main" id="{755C0BC4-F62D-EA76-E047-2D2D86B4B072}"/>
                  </a:ext>
                </a:extLst>
              </p:cNvPr>
              <p:cNvPicPr/>
              <p:nvPr/>
            </p:nvPicPr>
            <p:blipFill>
              <a:blip r:embed="rId28"/>
              <a:stretch>
                <a:fillRect/>
              </a:stretch>
            </p:blipFill>
            <p:spPr>
              <a:xfrm>
                <a:off x="4244018" y="2792098"/>
                <a:ext cx="52056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93" name="Ink 92">
                <a:extLst>
                  <a:ext uri="{FF2B5EF4-FFF2-40B4-BE49-F238E27FC236}">
                    <a16:creationId xmlns:a16="http://schemas.microsoft.com/office/drawing/2014/main" id="{42F111F8-41A4-7026-71C4-BB013B726328}"/>
                  </a:ext>
                </a:extLst>
              </p14:cNvPr>
              <p14:cNvContentPartPr/>
              <p14:nvPr/>
            </p14:nvContentPartPr>
            <p14:xfrm>
              <a:off x="4519778" y="2853658"/>
              <a:ext cx="130320" cy="30960"/>
            </p14:xfrm>
          </p:contentPart>
        </mc:Choice>
        <mc:Fallback xmlns="">
          <p:pic>
            <p:nvPicPr>
              <p:cNvPr id="93" name="Ink 92">
                <a:extLst>
                  <a:ext uri="{FF2B5EF4-FFF2-40B4-BE49-F238E27FC236}">
                    <a16:creationId xmlns:a16="http://schemas.microsoft.com/office/drawing/2014/main" id="{42F111F8-41A4-7026-71C4-BB013B726328}"/>
                  </a:ext>
                </a:extLst>
              </p:cNvPr>
              <p:cNvPicPr/>
              <p:nvPr/>
            </p:nvPicPr>
            <p:blipFill>
              <a:blip r:embed="rId30"/>
              <a:stretch>
                <a:fillRect/>
              </a:stretch>
            </p:blipFill>
            <p:spPr>
              <a:xfrm>
                <a:off x="4504298" y="2838178"/>
                <a:ext cx="16092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94" name="Ink 93">
                <a:extLst>
                  <a:ext uri="{FF2B5EF4-FFF2-40B4-BE49-F238E27FC236}">
                    <a16:creationId xmlns:a16="http://schemas.microsoft.com/office/drawing/2014/main" id="{77E356CA-4752-79F6-4570-E525023A7596}"/>
                  </a:ext>
                </a:extLst>
              </p14:cNvPr>
              <p14:cNvContentPartPr/>
              <p14:nvPr/>
            </p14:nvContentPartPr>
            <p14:xfrm>
              <a:off x="4382258" y="2811178"/>
              <a:ext cx="46440" cy="35280"/>
            </p14:xfrm>
          </p:contentPart>
        </mc:Choice>
        <mc:Fallback xmlns="">
          <p:pic>
            <p:nvPicPr>
              <p:cNvPr id="94" name="Ink 93">
                <a:extLst>
                  <a:ext uri="{FF2B5EF4-FFF2-40B4-BE49-F238E27FC236}">
                    <a16:creationId xmlns:a16="http://schemas.microsoft.com/office/drawing/2014/main" id="{77E356CA-4752-79F6-4570-E525023A7596}"/>
                  </a:ext>
                </a:extLst>
              </p:cNvPr>
              <p:cNvPicPr/>
              <p:nvPr/>
            </p:nvPicPr>
            <p:blipFill>
              <a:blip r:embed="rId32"/>
              <a:stretch>
                <a:fillRect/>
              </a:stretch>
            </p:blipFill>
            <p:spPr>
              <a:xfrm>
                <a:off x="4366778" y="2795698"/>
                <a:ext cx="7704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99" name="Ink 98">
                <a:extLst>
                  <a:ext uri="{FF2B5EF4-FFF2-40B4-BE49-F238E27FC236}">
                    <a16:creationId xmlns:a16="http://schemas.microsoft.com/office/drawing/2014/main" id="{99DC481D-AFE9-49C4-112C-99B067A924B9}"/>
                  </a:ext>
                </a:extLst>
              </p14:cNvPr>
              <p14:cNvContentPartPr/>
              <p14:nvPr/>
            </p14:nvContentPartPr>
            <p14:xfrm>
              <a:off x="5812898" y="3129058"/>
              <a:ext cx="153360" cy="199080"/>
            </p14:xfrm>
          </p:contentPart>
        </mc:Choice>
        <mc:Fallback xmlns="">
          <p:pic>
            <p:nvPicPr>
              <p:cNvPr id="99" name="Ink 98">
                <a:extLst>
                  <a:ext uri="{FF2B5EF4-FFF2-40B4-BE49-F238E27FC236}">
                    <a16:creationId xmlns:a16="http://schemas.microsoft.com/office/drawing/2014/main" id="{99DC481D-AFE9-49C4-112C-99B067A924B9}"/>
                  </a:ext>
                </a:extLst>
              </p:cNvPr>
              <p:cNvPicPr/>
              <p:nvPr/>
            </p:nvPicPr>
            <p:blipFill>
              <a:blip r:embed="rId34"/>
              <a:stretch>
                <a:fillRect/>
              </a:stretch>
            </p:blipFill>
            <p:spPr>
              <a:xfrm>
                <a:off x="5797418" y="3113606"/>
                <a:ext cx="183960" cy="229625"/>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06" name="Ink 105">
                <a:extLst>
                  <a:ext uri="{FF2B5EF4-FFF2-40B4-BE49-F238E27FC236}">
                    <a16:creationId xmlns:a16="http://schemas.microsoft.com/office/drawing/2014/main" id="{05876FF7-679C-9C3D-6AE5-6106397BCB03}"/>
                  </a:ext>
                </a:extLst>
              </p14:cNvPr>
              <p14:cNvContentPartPr/>
              <p14:nvPr/>
            </p14:nvContentPartPr>
            <p14:xfrm>
              <a:off x="6049778" y="3121498"/>
              <a:ext cx="735120" cy="229680"/>
            </p14:xfrm>
          </p:contentPart>
        </mc:Choice>
        <mc:Fallback xmlns="">
          <p:pic>
            <p:nvPicPr>
              <p:cNvPr id="106" name="Ink 105">
                <a:extLst>
                  <a:ext uri="{FF2B5EF4-FFF2-40B4-BE49-F238E27FC236}">
                    <a16:creationId xmlns:a16="http://schemas.microsoft.com/office/drawing/2014/main" id="{05876FF7-679C-9C3D-6AE5-6106397BCB03}"/>
                  </a:ext>
                </a:extLst>
              </p:cNvPr>
              <p:cNvPicPr/>
              <p:nvPr/>
            </p:nvPicPr>
            <p:blipFill>
              <a:blip r:embed="rId36"/>
              <a:stretch>
                <a:fillRect/>
              </a:stretch>
            </p:blipFill>
            <p:spPr>
              <a:xfrm>
                <a:off x="6034290" y="3106042"/>
                <a:ext cx="765735" cy="260232"/>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26" name="Ink 125">
                <a:extLst>
                  <a:ext uri="{FF2B5EF4-FFF2-40B4-BE49-F238E27FC236}">
                    <a16:creationId xmlns:a16="http://schemas.microsoft.com/office/drawing/2014/main" id="{FC5DD2BC-5DB7-824A-250F-0D4B9B06D10E}"/>
                  </a:ext>
                </a:extLst>
              </p14:cNvPr>
              <p14:cNvContentPartPr/>
              <p14:nvPr/>
            </p14:nvContentPartPr>
            <p14:xfrm>
              <a:off x="5804978" y="3419578"/>
              <a:ext cx="2303640" cy="245160"/>
            </p14:xfrm>
          </p:contentPart>
        </mc:Choice>
        <mc:Fallback xmlns="">
          <p:pic>
            <p:nvPicPr>
              <p:cNvPr id="126" name="Ink 125">
                <a:extLst>
                  <a:ext uri="{FF2B5EF4-FFF2-40B4-BE49-F238E27FC236}">
                    <a16:creationId xmlns:a16="http://schemas.microsoft.com/office/drawing/2014/main" id="{FC5DD2BC-5DB7-824A-250F-0D4B9B06D10E}"/>
                  </a:ext>
                </a:extLst>
              </p:cNvPr>
              <p:cNvPicPr/>
              <p:nvPr/>
            </p:nvPicPr>
            <p:blipFill>
              <a:blip r:embed="rId38"/>
              <a:stretch>
                <a:fillRect/>
              </a:stretch>
            </p:blipFill>
            <p:spPr>
              <a:xfrm>
                <a:off x="5789496" y="3404098"/>
                <a:ext cx="2334245"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27" name="Ink 126">
                <a:extLst>
                  <a:ext uri="{FF2B5EF4-FFF2-40B4-BE49-F238E27FC236}">
                    <a16:creationId xmlns:a16="http://schemas.microsoft.com/office/drawing/2014/main" id="{7F6C5FBE-B8B9-A3CF-767B-B8BCEABAE67C}"/>
                  </a:ext>
                </a:extLst>
              </p14:cNvPr>
              <p14:cNvContentPartPr/>
              <p14:nvPr/>
            </p14:nvContentPartPr>
            <p14:xfrm>
              <a:off x="6922058" y="3098458"/>
              <a:ext cx="245160" cy="199440"/>
            </p14:xfrm>
          </p:contentPart>
        </mc:Choice>
        <mc:Fallback xmlns="">
          <p:pic>
            <p:nvPicPr>
              <p:cNvPr id="127" name="Ink 126">
                <a:extLst>
                  <a:ext uri="{FF2B5EF4-FFF2-40B4-BE49-F238E27FC236}">
                    <a16:creationId xmlns:a16="http://schemas.microsoft.com/office/drawing/2014/main" id="{7F6C5FBE-B8B9-A3CF-767B-B8BCEABAE67C}"/>
                  </a:ext>
                </a:extLst>
              </p:cNvPr>
              <p:cNvPicPr/>
              <p:nvPr/>
            </p:nvPicPr>
            <p:blipFill>
              <a:blip r:embed="rId40"/>
              <a:stretch>
                <a:fillRect/>
              </a:stretch>
            </p:blipFill>
            <p:spPr>
              <a:xfrm>
                <a:off x="6906578" y="3082978"/>
                <a:ext cx="27576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28" name="Ink 127">
                <a:extLst>
                  <a:ext uri="{FF2B5EF4-FFF2-40B4-BE49-F238E27FC236}">
                    <a16:creationId xmlns:a16="http://schemas.microsoft.com/office/drawing/2014/main" id="{5FCEB394-D462-E86D-9529-31F0EC97B8CD}"/>
                  </a:ext>
                </a:extLst>
              </p14:cNvPr>
              <p14:cNvContentPartPr/>
              <p14:nvPr/>
            </p14:nvContentPartPr>
            <p14:xfrm>
              <a:off x="1803938" y="4054618"/>
              <a:ext cx="38520" cy="336960"/>
            </p14:xfrm>
          </p:contentPart>
        </mc:Choice>
        <mc:Fallback xmlns="">
          <p:pic>
            <p:nvPicPr>
              <p:cNvPr id="128" name="Ink 127">
                <a:extLst>
                  <a:ext uri="{FF2B5EF4-FFF2-40B4-BE49-F238E27FC236}">
                    <a16:creationId xmlns:a16="http://schemas.microsoft.com/office/drawing/2014/main" id="{5FCEB394-D462-E86D-9529-31F0EC97B8CD}"/>
                  </a:ext>
                </a:extLst>
              </p:cNvPr>
              <p:cNvPicPr/>
              <p:nvPr/>
            </p:nvPicPr>
            <p:blipFill>
              <a:blip r:embed="rId42"/>
              <a:stretch>
                <a:fillRect/>
              </a:stretch>
            </p:blipFill>
            <p:spPr>
              <a:xfrm>
                <a:off x="1788458" y="4039138"/>
                <a:ext cx="69120" cy="3675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35" name="Ink 134">
                <a:extLst>
                  <a:ext uri="{FF2B5EF4-FFF2-40B4-BE49-F238E27FC236}">
                    <a16:creationId xmlns:a16="http://schemas.microsoft.com/office/drawing/2014/main" id="{E917124C-10E8-5828-6703-462AA9CAA44A}"/>
                  </a:ext>
                </a:extLst>
              </p14:cNvPr>
              <p14:cNvContentPartPr/>
              <p14:nvPr/>
            </p14:nvContentPartPr>
            <p14:xfrm>
              <a:off x="1788458" y="4047058"/>
              <a:ext cx="3756960" cy="574200"/>
            </p14:xfrm>
          </p:contentPart>
        </mc:Choice>
        <mc:Fallback xmlns="">
          <p:pic>
            <p:nvPicPr>
              <p:cNvPr id="135" name="Ink 134">
                <a:extLst>
                  <a:ext uri="{FF2B5EF4-FFF2-40B4-BE49-F238E27FC236}">
                    <a16:creationId xmlns:a16="http://schemas.microsoft.com/office/drawing/2014/main" id="{E917124C-10E8-5828-6703-462AA9CAA44A}"/>
                  </a:ext>
                </a:extLst>
              </p:cNvPr>
              <p:cNvPicPr/>
              <p:nvPr/>
            </p:nvPicPr>
            <p:blipFill>
              <a:blip r:embed="rId44"/>
              <a:stretch>
                <a:fillRect/>
              </a:stretch>
            </p:blipFill>
            <p:spPr>
              <a:xfrm>
                <a:off x="1772977" y="4031568"/>
                <a:ext cx="3787563" cy="604819"/>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39" name="Ink 138">
                <a:extLst>
                  <a:ext uri="{FF2B5EF4-FFF2-40B4-BE49-F238E27FC236}">
                    <a16:creationId xmlns:a16="http://schemas.microsoft.com/office/drawing/2014/main" id="{DBB9D5A2-1DD3-CC06-3CE0-3344315E6974}"/>
                  </a:ext>
                </a:extLst>
              </p14:cNvPr>
              <p14:cNvContentPartPr/>
              <p14:nvPr/>
            </p14:nvContentPartPr>
            <p14:xfrm>
              <a:off x="2446538" y="4139218"/>
              <a:ext cx="972000" cy="191520"/>
            </p14:xfrm>
          </p:contentPart>
        </mc:Choice>
        <mc:Fallback xmlns="">
          <p:pic>
            <p:nvPicPr>
              <p:cNvPr id="139" name="Ink 138">
                <a:extLst>
                  <a:ext uri="{FF2B5EF4-FFF2-40B4-BE49-F238E27FC236}">
                    <a16:creationId xmlns:a16="http://schemas.microsoft.com/office/drawing/2014/main" id="{DBB9D5A2-1DD3-CC06-3CE0-3344315E6974}"/>
                  </a:ext>
                </a:extLst>
              </p:cNvPr>
              <p:cNvPicPr/>
              <p:nvPr/>
            </p:nvPicPr>
            <p:blipFill>
              <a:blip r:embed="rId46"/>
              <a:stretch>
                <a:fillRect/>
              </a:stretch>
            </p:blipFill>
            <p:spPr>
              <a:xfrm>
                <a:off x="2431058" y="4123738"/>
                <a:ext cx="100260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43" name="Ink 142">
                <a:extLst>
                  <a:ext uri="{FF2B5EF4-FFF2-40B4-BE49-F238E27FC236}">
                    <a16:creationId xmlns:a16="http://schemas.microsoft.com/office/drawing/2014/main" id="{6CC91ADB-03C7-E4F8-6663-4E92EC3C784A}"/>
                  </a:ext>
                </a:extLst>
              </p14:cNvPr>
              <p14:cNvContentPartPr/>
              <p14:nvPr/>
            </p14:nvContentPartPr>
            <p14:xfrm>
              <a:off x="3716618" y="3725578"/>
              <a:ext cx="1668240" cy="344880"/>
            </p14:xfrm>
          </p:contentPart>
        </mc:Choice>
        <mc:Fallback xmlns="">
          <p:pic>
            <p:nvPicPr>
              <p:cNvPr id="143" name="Ink 142">
                <a:extLst>
                  <a:ext uri="{FF2B5EF4-FFF2-40B4-BE49-F238E27FC236}">
                    <a16:creationId xmlns:a16="http://schemas.microsoft.com/office/drawing/2014/main" id="{6CC91ADB-03C7-E4F8-6663-4E92EC3C784A}"/>
                  </a:ext>
                </a:extLst>
              </p:cNvPr>
              <p:cNvPicPr/>
              <p:nvPr/>
            </p:nvPicPr>
            <p:blipFill>
              <a:blip r:embed="rId48"/>
              <a:stretch>
                <a:fillRect/>
              </a:stretch>
            </p:blipFill>
            <p:spPr>
              <a:xfrm>
                <a:off x="3701138" y="3710082"/>
                <a:ext cx="1698840" cy="375512"/>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47" name="Ink 146">
                <a:extLst>
                  <a:ext uri="{FF2B5EF4-FFF2-40B4-BE49-F238E27FC236}">
                    <a16:creationId xmlns:a16="http://schemas.microsoft.com/office/drawing/2014/main" id="{92965853-88D8-5DA5-AC0B-FED6A222518C}"/>
                  </a:ext>
                </a:extLst>
              </p14:cNvPr>
              <p14:cNvContentPartPr/>
              <p14:nvPr/>
            </p14:nvContentPartPr>
            <p14:xfrm>
              <a:off x="1803938" y="3772378"/>
              <a:ext cx="1790640" cy="336240"/>
            </p14:xfrm>
          </p:contentPart>
        </mc:Choice>
        <mc:Fallback xmlns="">
          <p:pic>
            <p:nvPicPr>
              <p:cNvPr id="147" name="Ink 146">
                <a:extLst>
                  <a:ext uri="{FF2B5EF4-FFF2-40B4-BE49-F238E27FC236}">
                    <a16:creationId xmlns:a16="http://schemas.microsoft.com/office/drawing/2014/main" id="{92965853-88D8-5DA5-AC0B-FED6A222518C}"/>
                  </a:ext>
                </a:extLst>
              </p:cNvPr>
              <p:cNvPicPr/>
              <p:nvPr/>
            </p:nvPicPr>
            <p:blipFill>
              <a:blip r:embed="rId50"/>
              <a:stretch>
                <a:fillRect/>
              </a:stretch>
            </p:blipFill>
            <p:spPr>
              <a:xfrm>
                <a:off x="1788458" y="3756898"/>
                <a:ext cx="182124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52" name="Ink 151">
                <a:extLst>
                  <a:ext uri="{FF2B5EF4-FFF2-40B4-BE49-F238E27FC236}">
                    <a16:creationId xmlns:a16="http://schemas.microsoft.com/office/drawing/2014/main" id="{26AEB697-DBAF-6B61-1A92-136406640CAF}"/>
                  </a:ext>
                </a:extLst>
              </p14:cNvPr>
              <p14:cNvContentPartPr/>
              <p14:nvPr/>
            </p14:nvContentPartPr>
            <p14:xfrm>
              <a:off x="5736218" y="4054618"/>
              <a:ext cx="421200" cy="199440"/>
            </p14:xfrm>
          </p:contentPart>
        </mc:Choice>
        <mc:Fallback xmlns="">
          <p:pic>
            <p:nvPicPr>
              <p:cNvPr id="152" name="Ink 151">
                <a:extLst>
                  <a:ext uri="{FF2B5EF4-FFF2-40B4-BE49-F238E27FC236}">
                    <a16:creationId xmlns:a16="http://schemas.microsoft.com/office/drawing/2014/main" id="{26AEB697-DBAF-6B61-1A92-136406640CAF}"/>
                  </a:ext>
                </a:extLst>
              </p:cNvPr>
              <p:cNvPicPr/>
              <p:nvPr/>
            </p:nvPicPr>
            <p:blipFill>
              <a:blip r:embed="rId52"/>
              <a:stretch>
                <a:fillRect/>
              </a:stretch>
            </p:blipFill>
            <p:spPr>
              <a:xfrm>
                <a:off x="5720725" y="4039110"/>
                <a:ext cx="451826" cy="230095"/>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56" name="Ink 155">
                <a:extLst>
                  <a:ext uri="{FF2B5EF4-FFF2-40B4-BE49-F238E27FC236}">
                    <a16:creationId xmlns:a16="http://schemas.microsoft.com/office/drawing/2014/main" id="{C3D21163-634D-1A34-0D50-9D358957E743}"/>
                  </a:ext>
                </a:extLst>
              </p14:cNvPr>
              <p14:cNvContentPartPr/>
              <p14:nvPr/>
            </p14:nvContentPartPr>
            <p14:xfrm>
              <a:off x="6577898" y="4024378"/>
              <a:ext cx="115200" cy="191520"/>
            </p14:xfrm>
          </p:contentPart>
        </mc:Choice>
        <mc:Fallback xmlns="">
          <p:pic>
            <p:nvPicPr>
              <p:cNvPr id="156" name="Ink 155">
                <a:extLst>
                  <a:ext uri="{FF2B5EF4-FFF2-40B4-BE49-F238E27FC236}">
                    <a16:creationId xmlns:a16="http://schemas.microsoft.com/office/drawing/2014/main" id="{C3D21163-634D-1A34-0D50-9D358957E743}"/>
                  </a:ext>
                </a:extLst>
              </p:cNvPr>
              <p:cNvPicPr/>
              <p:nvPr/>
            </p:nvPicPr>
            <p:blipFill>
              <a:blip r:embed="rId54"/>
              <a:stretch>
                <a:fillRect/>
              </a:stretch>
            </p:blipFill>
            <p:spPr>
              <a:xfrm>
                <a:off x="6562418" y="4008898"/>
                <a:ext cx="14580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68" name="Ink 167">
                <a:extLst>
                  <a:ext uri="{FF2B5EF4-FFF2-40B4-BE49-F238E27FC236}">
                    <a16:creationId xmlns:a16="http://schemas.microsoft.com/office/drawing/2014/main" id="{40E82CB0-A3EE-0E34-C184-FB9CF4613139}"/>
                  </a:ext>
                </a:extLst>
              </p14:cNvPr>
              <p14:cNvContentPartPr/>
              <p14:nvPr/>
            </p14:nvContentPartPr>
            <p14:xfrm>
              <a:off x="5766818" y="4291858"/>
              <a:ext cx="1269360" cy="344520"/>
            </p14:xfrm>
          </p:contentPart>
        </mc:Choice>
        <mc:Fallback xmlns="">
          <p:pic>
            <p:nvPicPr>
              <p:cNvPr id="168" name="Ink 167">
                <a:extLst>
                  <a:ext uri="{FF2B5EF4-FFF2-40B4-BE49-F238E27FC236}">
                    <a16:creationId xmlns:a16="http://schemas.microsoft.com/office/drawing/2014/main" id="{40E82CB0-A3EE-0E34-C184-FB9CF4613139}"/>
                  </a:ext>
                </a:extLst>
              </p:cNvPr>
              <p:cNvPicPr/>
              <p:nvPr/>
            </p:nvPicPr>
            <p:blipFill>
              <a:blip r:embed="rId56"/>
              <a:stretch>
                <a:fillRect/>
              </a:stretch>
            </p:blipFill>
            <p:spPr>
              <a:xfrm>
                <a:off x="5751338" y="4276378"/>
                <a:ext cx="1299960" cy="3751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72" name="Ink 171">
                <a:extLst>
                  <a:ext uri="{FF2B5EF4-FFF2-40B4-BE49-F238E27FC236}">
                    <a16:creationId xmlns:a16="http://schemas.microsoft.com/office/drawing/2014/main" id="{0C68545C-5A1A-CA73-7853-618695F74987}"/>
                  </a:ext>
                </a:extLst>
              </p14:cNvPr>
              <p14:cNvContentPartPr/>
              <p14:nvPr/>
            </p14:nvContentPartPr>
            <p14:xfrm>
              <a:off x="1115258" y="3312658"/>
              <a:ext cx="168840" cy="222120"/>
            </p14:xfrm>
          </p:contentPart>
        </mc:Choice>
        <mc:Fallback xmlns="">
          <p:pic>
            <p:nvPicPr>
              <p:cNvPr id="172" name="Ink 171">
                <a:extLst>
                  <a:ext uri="{FF2B5EF4-FFF2-40B4-BE49-F238E27FC236}">
                    <a16:creationId xmlns:a16="http://schemas.microsoft.com/office/drawing/2014/main" id="{0C68545C-5A1A-CA73-7853-618695F74987}"/>
                  </a:ext>
                </a:extLst>
              </p:cNvPr>
              <p:cNvPicPr/>
              <p:nvPr/>
            </p:nvPicPr>
            <p:blipFill>
              <a:blip r:embed="rId58"/>
              <a:stretch>
                <a:fillRect/>
              </a:stretch>
            </p:blipFill>
            <p:spPr>
              <a:xfrm>
                <a:off x="1099745" y="3297203"/>
                <a:ext cx="199505" cy="25267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75" name="Ink 174">
                <a:extLst>
                  <a:ext uri="{FF2B5EF4-FFF2-40B4-BE49-F238E27FC236}">
                    <a16:creationId xmlns:a16="http://schemas.microsoft.com/office/drawing/2014/main" id="{42E92CA9-EFD3-D87B-9687-82FCEF23F634}"/>
                  </a:ext>
                </a:extLst>
              </p14:cNvPr>
              <p14:cNvContentPartPr/>
              <p14:nvPr/>
            </p14:nvContentPartPr>
            <p14:xfrm>
              <a:off x="1154498" y="4169458"/>
              <a:ext cx="190800" cy="268200"/>
            </p14:xfrm>
          </p:contentPart>
        </mc:Choice>
        <mc:Fallback xmlns="">
          <p:pic>
            <p:nvPicPr>
              <p:cNvPr id="175" name="Ink 174">
                <a:extLst>
                  <a:ext uri="{FF2B5EF4-FFF2-40B4-BE49-F238E27FC236}">
                    <a16:creationId xmlns:a16="http://schemas.microsoft.com/office/drawing/2014/main" id="{42E92CA9-EFD3-D87B-9687-82FCEF23F634}"/>
                  </a:ext>
                </a:extLst>
              </p:cNvPr>
              <p:cNvPicPr/>
              <p:nvPr/>
            </p:nvPicPr>
            <p:blipFill>
              <a:blip r:embed="rId60"/>
              <a:stretch>
                <a:fillRect/>
              </a:stretch>
            </p:blipFill>
            <p:spPr>
              <a:xfrm>
                <a:off x="1139018" y="4153957"/>
                <a:ext cx="221400" cy="298841"/>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76" name="Ink 175">
                <a:extLst>
                  <a:ext uri="{FF2B5EF4-FFF2-40B4-BE49-F238E27FC236}">
                    <a16:creationId xmlns:a16="http://schemas.microsoft.com/office/drawing/2014/main" id="{2A2D97E9-8F13-2B17-CF88-BC6954CC0929}"/>
                  </a:ext>
                </a:extLst>
              </p14:cNvPr>
              <p14:cNvContentPartPr/>
              <p14:nvPr/>
            </p14:nvContentPartPr>
            <p14:xfrm>
              <a:off x="1842098" y="4919338"/>
              <a:ext cx="15840" cy="306360"/>
            </p14:xfrm>
          </p:contentPart>
        </mc:Choice>
        <mc:Fallback xmlns="">
          <p:pic>
            <p:nvPicPr>
              <p:cNvPr id="176" name="Ink 175">
                <a:extLst>
                  <a:ext uri="{FF2B5EF4-FFF2-40B4-BE49-F238E27FC236}">
                    <a16:creationId xmlns:a16="http://schemas.microsoft.com/office/drawing/2014/main" id="{2A2D97E9-8F13-2B17-CF88-BC6954CC0929}"/>
                  </a:ext>
                </a:extLst>
              </p:cNvPr>
              <p:cNvPicPr/>
              <p:nvPr/>
            </p:nvPicPr>
            <p:blipFill>
              <a:blip r:embed="rId62"/>
              <a:stretch>
                <a:fillRect/>
              </a:stretch>
            </p:blipFill>
            <p:spPr>
              <a:xfrm>
                <a:off x="1826618" y="4903858"/>
                <a:ext cx="46440" cy="3369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79" name="Ink 178">
                <a:extLst>
                  <a:ext uri="{FF2B5EF4-FFF2-40B4-BE49-F238E27FC236}">
                    <a16:creationId xmlns:a16="http://schemas.microsoft.com/office/drawing/2014/main" id="{9C7A8F87-D9B6-CBCB-68A5-A7B4EF59020C}"/>
                  </a:ext>
                </a:extLst>
              </p14:cNvPr>
              <p14:cNvContentPartPr/>
              <p14:nvPr/>
            </p14:nvContentPartPr>
            <p14:xfrm>
              <a:off x="1834538" y="4865698"/>
              <a:ext cx="3649680" cy="505440"/>
            </p14:xfrm>
          </p:contentPart>
        </mc:Choice>
        <mc:Fallback xmlns="">
          <p:pic>
            <p:nvPicPr>
              <p:cNvPr id="179" name="Ink 178">
                <a:extLst>
                  <a:ext uri="{FF2B5EF4-FFF2-40B4-BE49-F238E27FC236}">
                    <a16:creationId xmlns:a16="http://schemas.microsoft.com/office/drawing/2014/main" id="{9C7A8F87-D9B6-CBCB-68A5-A7B4EF59020C}"/>
                  </a:ext>
                </a:extLst>
              </p:cNvPr>
              <p:cNvPicPr/>
              <p:nvPr/>
            </p:nvPicPr>
            <p:blipFill>
              <a:blip r:embed="rId64"/>
              <a:stretch>
                <a:fillRect/>
              </a:stretch>
            </p:blipFill>
            <p:spPr>
              <a:xfrm>
                <a:off x="1819058" y="4850218"/>
                <a:ext cx="3680280" cy="5360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80" name="Ink 179">
                <a:extLst>
                  <a:ext uri="{FF2B5EF4-FFF2-40B4-BE49-F238E27FC236}">
                    <a16:creationId xmlns:a16="http://schemas.microsoft.com/office/drawing/2014/main" id="{8566A6B8-EE76-007A-8EDD-170713C49AF8}"/>
                  </a:ext>
                </a:extLst>
              </p14:cNvPr>
              <p14:cNvContentPartPr/>
              <p14:nvPr/>
            </p14:nvContentPartPr>
            <p14:xfrm>
              <a:off x="2140538" y="5011138"/>
              <a:ext cx="15840" cy="153360"/>
            </p14:xfrm>
          </p:contentPart>
        </mc:Choice>
        <mc:Fallback xmlns="">
          <p:pic>
            <p:nvPicPr>
              <p:cNvPr id="180" name="Ink 179">
                <a:extLst>
                  <a:ext uri="{FF2B5EF4-FFF2-40B4-BE49-F238E27FC236}">
                    <a16:creationId xmlns:a16="http://schemas.microsoft.com/office/drawing/2014/main" id="{8566A6B8-EE76-007A-8EDD-170713C49AF8}"/>
                  </a:ext>
                </a:extLst>
              </p:cNvPr>
              <p:cNvPicPr/>
              <p:nvPr/>
            </p:nvPicPr>
            <p:blipFill>
              <a:blip r:embed="rId66"/>
              <a:stretch>
                <a:fillRect/>
              </a:stretch>
            </p:blipFill>
            <p:spPr>
              <a:xfrm>
                <a:off x="2125058" y="4995658"/>
                <a:ext cx="4644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86" name="Ink 185">
                <a:extLst>
                  <a:ext uri="{FF2B5EF4-FFF2-40B4-BE49-F238E27FC236}">
                    <a16:creationId xmlns:a16="http://schemas.microsoft.com/office/drawing/2014/main" id="{80DCB44C-53EC-A88D-6E36-187C8DE9860C}"/>
                  </a:ext>
                </a:extLst>
              </p14:cNvPr>
              <p14:cNvContentPartPr/>
              <p14:nvPr/>
            </p14:nvContentPartPr>
            <p14:xfrm>
              <a:off x="2304698" y="4926538"/>
              <a:ext cx="1542240" cy="367920"/>
            </p14:xfrm>
          </p:contentPart>
        </mc:Choice>
        <mc:Fallback xmlns="">
          <p:pic>
            <p:nvPicPr>
              <p:cNvPr id="186" name="Ink 185">
                <a:extLst>
                  <a:ext uri="{FF2B5EF4-FFF2-40B4-BE49-F238E27FC236}">
                    <a16:creationId xmlns:a16="http://schemas.microsoft.com/office/drawing/2014/main" id="{80DCB44C-53EC-A88D-6E36-187C8DE9860C}"/>
                  </a:ext>
                </a:extLst>
              </p:cNvPr>
              <p:cNvPicPr/>
              <p:nvPr/>
            </p:nvPicPr>
            <p:blipFill>
              <a:blip r:embed="rId68"/>
              <a:stretch>
                <a:fillRect/>
              </a:stretch>
            </p:blipFill>
            <p:spPr>
              <a:xfrm>
                <a:off x="2289218" y="4911058"/>
                <a:ext cx="157284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87" name="Ink 186">
                <a:extLst>
                  <a:ext uri="{FF2B5EF4-FFF2-40B4-BE49-F238E27FC236}">
                    <a16:creationId xmlns:a16="http://schemas.microsoft.com/office/drawing/2014/main" id="{721341AB-3D5C-A65E-A096-B06BCD9B8960}"/>
                  </a:ext>
                </a:extLst>
              </p14:cNvPr>
              <p14:cNvContentPartPr/>
              <p14:nvPr/>
            </p14:nvContentPartPr>
            <p14:xfrm>
              <a:off x="1214618" y="4957498"/>
              <a:ext cx="130320" cy="230040"/>
            </p14:xfrm>
          </p:contentPart>
        </mc:Choice>
        <mc:Fallback xmlns="">
          <p:pic>
            <p:nvPicPr>
              <p:cNvPr id="187" name="Ink 186">
                <a:extLst>
                  <a:ext uri="{FF2B5EF4-FFF2-40B4-BE49-F238E27FC236}">
                    <a16:creationId xmlns:a16="http://schemas.microsoft.com/office/drawing/2014/main" id="{721341AB-3D5C-A65E-A096-B06BCD9B8960}"/>
                  </a:ext>
                </a:extLst>
              </p:cNvPr>
              <p:cNvPicPr/>
              <p:nvPr/>
            </p:nvPicPr>
            <p:blipFill>
              <a:blip r:embed="rId70"/>
              <a:stretch>
                <a:fillRect/>
              </a:stretch>
            </p:blipFill>
            <p:spPr>
              <a:xfrm>
                <a:off x="1199138" y="4942018"/>
                <a:ext cx="16092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92" name="Ink 191">
                <a:extLst>
                  <a:ext uri="{FF2B5EF4-FFF2-40B4-BE49-F238E27FC236}">
                    <a16:creationId xmlns:a16="http://schemas.microsoft.com/office/drawing/2014/main" id="{CE8E23D1-5CEB-CB64-E0D5-8B560B2054C7}"/>
                  </a:ext>
                </a:extLst>
              </p14:cNvPr>
              <p14:cNvContentPartPr/>
              <p14:nvPr/>
            </p14:nvContentPartPr>
            <p14:xfrm>
              <a:off x="5682578" y="4896298"/>
              <a:ext cx="413640" cy="183960"/>
            </p14:xfrm>
          </p:contentPart>
        </mc:Choice>
        <mc:Fallback xmlns="">
          <p:pic>
            <p:nvPicPr>
              <p:cNvPr id="192" name="Ink 191">
                <a:extLst>
                  <a:ext uri="{FF2B5EF4-FFF2-40B4-BE49-F238E27FC236}">
                    <a16:creationId xmlns:a16="http://schemas.microsoft.com/office/drawing/2014/main" id="{CE8E23D1-5CEB-CB64-E0D5-8B560B2054C7}"/>
                  </a:ext>
                </a:extLst>
              </p:cNvPr>
              <p:cNvPicPr/>
              <p:nvPr/>
            </p:nvPicPr>
            <p:blipFill>
              <a:blip r:embed="rId72"/>
              <a:stretch>
                <a:fillRect/>
              </a:stretch>
            </p:blipFill>
            <p:spPr>
              <a:xfrm>
                <a:off x="5667085" y="4880818"/>
                <a:ext cx="444267"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201" name="Ink 200">
                <a:extLst>
                  <a:ext uri="{FF2B5EF4-FFF2-40B4-BE49-F238E27FC236}">
                    <a16:creationId xmlns:a16="http://schemas.microsoft.com/office/drawing/2014/main" id="{4936487F-6754-22B1-6319-A7363CEEFB1F}"/>
                  </a:ext>
                </a:extLst>
              </p14:cNvPr>
              <p14:cNvContentPartPr/>
              <p14:nvPr/>
            </p14:nvContentPartPr>
            <p14:xfrm>
              <a:off x="5636858" y="5194738"/>
              <a:ext cx="558720" cy="199080"/>
            </p14:xfrm>
          </p:contentPart>
        </mc:Choice>
        <mc:Fallback xmlns="">
          <p:pic>
            <p:nvPicPr>
              <p:cNvPr id="201" name="Ink 200">
                <a:extLst>
                  <a:ext uri="{FF2B5EF4-FFF2-40B4-BE49-F238E27FC236}">
                    <a16:creationId xmlns:a16="http://schemas.microsoft.com/office/drawing/2014/main" id="{4936487F-6754-22B1-6319-A7363CEEFB1F}"/>
                  </a:ext>
                </a:extLst>
              </p:cNvPr>
              <p:cNvPicPr/>
              <p:nvPr/>
            </p:nvPicPr>
            <p:blipFill>
              <a:blip r:embed="rId74"/>
              <a:stretch>
                <a:fillRect/>
              </a:stretch>
            </p:blipFill>
            <p:spPr>
              <a:xfrm>
                <a:off x="5621388" y="5179286"/>
                <a:ext cx="589300" cy="229625"/>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205" name="Ink 204">
                <a:extLst>
                  <a:ext uri="{FF2B5EF4-FFF2-40B4-BE49-F238E27FC236}">
                    <a16:creationId xmlns:a16="http://schemas.microsoft.com/office/drawing/2014/main" id="{1EC5E104-ED0F-E407-4179-5FC0E1EB960D}"/>
                  </a:ext>
                </a:extLst>
              </p14:cNvPr>
              <p14:cNvContentPartPr/>
              <p14:nvPr/>
            </p14:nvContentPartPr>
            <p14:xfrm>
              <a:off x="6302498" y="5232898"/>
              <a:ext cx="421200" cy="199440"/>
            </p14:xfrm>
          </p:contentPart>
        </mc:Choice>
        <mc:Fallback xmlns="">
          <p:pic>
            <p:nvPicPr>
              <p:cNvPr id="205" name="Ink 204">
                <a:extLst>
                  <a:ext uri="{FF2B5EF4-FFF2-40B4-BE49-F238E27FC236}">
                    <a16:creationId xmlns:a16="http://schemas.microsoft.com/office/drawing/2014/main" id="{1EC5E104-ED0F-E407-4179-5FC0E1EB960D}"/>
                  </a:ext>
                </a:extLst>
              </p:cNvPr>
              <p:cNvPicPr/>
              <p:nvPr/>
            </p:nvPicPr>
            <p:blipFill>
              <a:blip r:embed="rId76"/>
              <a:stretch>
                <a:fillRect/>
              </a:stretch>
            </p:blipFill>
            <p:spPr>
              <a:xfrm>
                <a:off x="6287018" y="5217390"/>
                <a:ext cx="451800" cy="230095"/>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206" name="Ink 205">
                <a:extLst>
                  <a:ext uri="{FF2B5EF4-FFF2-40B4-BE49-F238E27FC236}">
                    <a16:creationId xmlns:a16="http://schemas.microsoft.com/office/drawing/2014/main" id="{6EA062E7-F1A9-40C2-3130-57010FE8D54D}"/>
                  </a:ext>
                </a:extLst>
              </p14:cNvPr>
              <p14:cNvContentPartPr/>
              <p14:nvPr/>
            </p14:nvContentPartPr>
            <p14:xfrm>
              <a:off x="6210698" y="4054618"/>
              <a:ext cx="84600" cy="160920"/>
            </p14:xfrm>
          </p:contentPart>
        </mc:Choice>
        <mc:Fallback xmlns="">
          <p:pic>
            <p:nvPicPr>
              <p:cNvPr id="206" name="Ink 205">
                <a:extLst>
                  <a:ext uri="{FF2B5EF4-FFF2-40B4-BE49-F238E27FC236}">
                    <a16:creationId xmlns:a16="http://schemas.microsoft.com/office/drawing/2014/main" id="{6EA062E7-F1A9-40C2-3130-57010FE8D54D}"/>
                  </a:ext>
                </a:extLst>
              </p:cNvPr>
              <p:cNvPicPr/>
              <p:nvPr/>
            </p:nvPicPr>
            <p:blipFill>
              <a:blip r:embed="rId78"/>
              <a:stretch>
                <a:fillRect/>
              </a:stretch>
            </p:blipFill>
            <p:spPr>
              <a:xfrm>
                <a:off x="6195218" y="4039138"/>
                <a:ext cx="11520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213" name="Ink 212">
                <a:extLst>
                  <a:ext uri="{FF2B5EF4-FFF2-40B4-BE49-F238E27FC236}">
                    <a16:creationId xmlns:a16="http://schemas.microsoft.com/office/drawing/2014/main" id="{641C6533-1741-F628-E013-A20D156816B4}"/>
                  </a:ext>
                </a:extLst>
              </p14:cNvPr>
              <p14:cNvContentPartPr/>
              <p14:nvPr/>
            </p14:nvContentPartPr>
            <p14:xfrm>
              <a:off x="6195218" y="4773898"/>
              <a:ext cx="887760" cy="290160"/>
            </p14:xfrm>
          </p:contentPart>
        </mc:Choice>
        <mc:Fallback xmlns="">
          <p:pic>
            <p:nvPicPr>
              <p:cNvPr id="213" name="Ink 212">
                <a:extLst>
                  <a:ext uri="{FF2B5EF4-FFF2-40B4-BE49-F238E27FC236}">
                    <a16:creationId xmlns:a16="http://schemas.microsoft.com/office/drawing/2014/main" id="{641C6533-1741-F628-E013-A20D156816B4}"/>
                  </a:ext>
                </a:extLst>
              </p:cNvPr>
              <p:cNvPicPr/>
              <p:nvPr/>
            </p:nvPicPr>
            <p:blipFill>
              <a:blip r:embed="rId80"/>
              <a:stretch>
                <a:fillRect/>
              </a:stretch>
            </p:blipFill>
            <p:spPr>
              <a:xfrm>
                <a:off x="6179738" y="4758437"/>
                <a:ext cx="918360" cy="320722"/>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216" name="Ink 215">
                <a:extLst>
                  <a:ext uri="{FF2B5EF4-FFF2-40B4-BE49-F238E27FC236}">
                    <a16:creationId xmlns:a16="http://schemas.microsoft.com/office/drawing/2014/main" id="{12A4F754-19DF-5496-E69C-801618188837}"/>
                  </a:ext>
                </a:extLst>
              </p14:cNvPr>
              <p14:cNvContentPartPr/>
              <p14:nvPr/>
            </p14:nvContentPartPr>
            <p14:xfrm>
              <a:off x="6623618" y="5255938"/>
              <a:ext cx="184320" cy="153360"/>
            </p14:xfrm>
          </p:contentPart>
        </mc:Choice>
        <mc:Fallback xmlns="">
          <p:pic>
            <p:nvPicPr>
              <p:cNvPr id="216" name="Ink 215">
                <a:extLst>
                  <a:ext uri="{FF2B5EF4-FFF2-40B4-BE49-F238E27FC236}">
                    <a16:creationId xmlns:a16="http://schemas.microsoft.com/office/drawing/2014/main" id="{12A4F754-19DF-5496-E69C-801618188837}"/>
                  </a:ext>
                </a:extLst>
              </p:cNvPr>
              <p:cNvPicPr/>
              <p:nvPr/>
            </p:nvPicPr>
            <p:blipFill>
              <a:blip r:embed="rId82"/>
              <a:stretch>
                <a:fillRect/>
              </a:stretch>
            </p:blipFill>
            <p:spPr>
              <a:xfrm>
                <a:off x="6608108" y="5240458"/>
                <a:ext cx="21498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223" name="Ink 222">
                <a:extLst>
                  <a:ext uri="{FF2B5EF4-FFF2-40B4-BE49-F238E27FC236}">
                    <a16:creationId xmlns:a16="http://schemas.microsoft.com/office/drawing/2014/main" id="{D57CD1F6-0785-D106-6919-96ABE93C698D}"/>
                  </a:ext>
                </a:extLst>
              </p14:cNvPr>
              <p14:cNvContentPartPr/>
              <p14:nvPr/>
            </p14:nvContentPartPr>
            <p14:xfrm>
              <a:off x="6891458" y="5102938"/>
              <a:ext cx="918360" cy="360000"/>
            </p14:xfrm>
          </p:contentPart>
        </mc:Choice>
        <mc:Fallback xmlns="">
          <p:pic>
            <p:nvPicPr>
              <p:cNvPr id="223" name="Ink 222">
                <a:extLst>
                  <a:ext uri="{FF2B5EF4-FFF2-40B4-BE49-F238E27FC236}">
                    <a16:creationId xmlns:a16="http://schemas.microsoft.com/office/drawing/2014/main" id="{D57CD1F6-0785-D106-6919-96ABE93C698D}"/>
                  </a:ext>
                </a:extLst>
              </p:cNvPr>
              <p:cNvPicPr/>
              <p:nvPr/>
            </p:nvPicPr>
            <p:blipFill>
              <a:blip r:embed="rId84"/>
              <a:stretch>
                <a:fillRect/>
              </a:stretch>
            </p:blipFill>
            <p:spPr>
              <a:xfrm>
                <a:off x="6875978" y="5087458"/>
                <a:ext cx="948960" cy="3906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4" name="Ink 3">
                <a:extLst>
                  <a:ext uri="{FF2B5EF4-FFF2-40B4-BE49-F238E27FC236}">
                    <a16:creationId xmlns:a16="http://schemas.microsoft.com/office/drawing/2014/main" id="{81BAA868-5F5D-32F4-FD9F-26BC1F77F67F}"/>
                  </a:ext>
                </a:extLst>
              </p14:cNvPr>
              <p14:cNvContentPartPr/>
              <p14:nvPr/>
            </p14:nvContentPartPr>
            <p14:xfrm>
              <a:off x="3831098" y="4077658"/>
              <a:ext cx="38520" cy="474840"/>
            </p14:xfrm>
          </p:contentPart>
        </mc:Choice>
        <mc:Fallback xmlns="">
          <p:pic>
            <p:nvPicPr>
              <p:cNvPr id="4" name="Ink 3">
                <a:extLst>
                  <a:ext uri="{FF2B5EF4-FFF2-40B4-BE49-F238E27FC236}">
                    <a16:creationId xmlns:a16="http://schemas.microsoft.com/office/drawing/2014/main" id="{81BAA868-5F5D-32F4-FD9F-26BC1F77F67F}"/>
                  </a:ext>
                </a:extLst>
              </p:cNvPr>
              <p:cNvPicPr/>
              <p:nvPr/>
            </p:nvPicPr>
            <p:blipFill>
              <a:blip r:embed="rId88"/>
              <a:stretch>
                <a:fillRect/>
              </a:stretch>
            </p:blipFill>
            <p:spPr>
              <a:xfrm>
                <a:off x="3815618" y="4062166"/>
                <a:ext cx="69120" cy="505463"/>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 name="Ink 4">
                <a:extLst>
                  <a:ext uri="{FF2B5EF4-FFF2-40B4-BE49-F238E27FC236}">
                    <a16:creationId xmlns:a16="http://schemas.microsoft.com/office/drawing/2014/main" id="{60A07534-E96E-2506-8BC0-D5D4B495CB67}"/>
                  </a:ext>
                </a:extLst>
              </p14:cNvPr>
              <p14:cNvContentPartPr/>
              <p14:nvPr/>
            </p14:nvContentPartPr>
            <p14:xfrm>
              <a:off x="4512218" y="4858138"/>
              <a:ext cx="115200" cy="520560"/>
            </p14:xfrm>
          </p:contentPart>
        </mc:Choice>
        <mc:Fallback xmlns="">
          <p:pic>
            <p:nvPicPr>
              <p:cNvPr id="5" name="Ink 4">
                <a:extLst>
                  <a:ext uri="{FF2B5EF4-FFF2-40B4-BE49-F238E27FC236}">
                    <a16:creationId xmlns:a16="http://schemas.microsoft.com/office/drawing/2014/main" id="{60A07534-E96E-2506-8BC0-D5D4B495CB67}"/>
                  </a:ext>
                </a:extLst>
              </p:cNvPr>
              <p:cNvPicPr/>
              <p:nvPr/>
            </p:nvPicPr>
            <p:blipFill>
              <a:blip r:embed="rId90"/>
              <a:stretch>
                <a:fillRect/>
              </a:stretch>
            </p:blipFill>
            <p:spPr>
              <a:xfrm>
                <a:off x="4496738" y="4842658"/>
                <a:ext cx="145800" cy="551160"/>
              </a:xfrm>
              <a:prstGeom prst="rect">
                <a:avLst/>
              </a:prstGeom>
            </p:spPr>
          </p:pic>
        </mc:Fallback>
      </mc:AlternateContent>
      <p:sp>
        <p:nvSpPr>
          <p:cNvPr id="6" name="TextBox 5">
            <a:extLst>
              <a:ext uri="{FF2B5EF4-FFF2-40B4-BE49-F238E27FC236}">
                <a16:creationId xmlns:a16="http://schemas.microsoft.com/office/drawing/2014/main" id="{00450B15-382F-07CF-9DC9-6505C8DCFB50}"/>
              </a:ext>
            </a:extLst>
          </p:cNvPr>
          <p:cNvSpPr txBox="1"/>
          <p:nvPr/>
        </p:nvSpPr>
        <p:spPr>
          <a:xfrm>
            <a:off x="7931891" y="2404362"/>
            <a:ext cx="3749541" cy="646331"/>
          </a:xfrm>
          <a:prstGeom prst="rect">
            <a:avLst/>
          </a:prstGeom>
          <a:noFill/>
        </p:spPr>
        <p:txBody>
          <a:bodyPr wrap="square" rtlCol="0">
            <a:spAutoFit/>
          </a:bodyPr>
          <a:lstStyle/>
          <a:p>
            <a:r>
              <a:rPr lang="en-US" b="1" i="1" dirty="0">
                <a:solidFill>
                  <a:srgbClr val="FF0000"/>
                </a:solidFill>
              </a:rPr>
              <a:t>Advantages: </a:t>
            </a:r>
            <a:r>
              <a:rPr lang="en-US" b="1" dirty="0"/>
              <a:t>Hierarchical routing</a:t>
            </a:r>
          </a:p>
          <a:p>
            <a:endParaRPr lang="en-US" b="1" dirty="0"/>
          </a:p>
        </p:txBody>
      </p:sp>
      <mc:AlternateContent xmlns:mc="http://schemas.openxmlformats.org/markup-compatibility/2006" xmlns:p14="http://schemas.microsoft.com/office/powerpoint/2010/main">
        <mc:Choice Requires="p14">
          <p:contentPart p14:bwMode="auto" r:id="rId91">
            <p14:nvContentPartPr>
              <p14:cNvPr id="13" name="Ink 12">
                <a:extLst>
                  <a:ext uri="{FF2B5EF4-FFF2-40B4-BE49-F238E27FC236}">
                    <a16:creationId xmlns:a16="http://schemas.microsoft.com/office/drawing/2014/main" id="{C5540F99-D2CA-46B1-4A3F-8CD13D03BE9B}"/>
                  </a:ext>
                </a:extLst>
              </p14:cNvPr>
              <p14:cNvContentPartPr/>
              <p14:nvPr/>
            </p14:nvContentPartPr>
            <p14:xfrm>
              <a:off x="6351890" y="3937637"/>
              <a:ext cx="158400" cy="405720"/>
            </p14:xfrm>
          </p:contentPart>
        </mc:Choice>
        <mc:Fallback xmlns="">
          <p:pic>
            <p:nvPicPr>
              <p:cNvPr id="13" name="Ink 12">
                <a:extLst>
                  <a:ext uri="{FF2B5EF4-FFF2-40B4-BE49-F238E27FC236}">
                    <a16:creationId xmlns:a16="http://schemas.microsoft.com/office/drawing/2014/main" id="{C5540F99-D2CA-46B1-4A3F-8CD13D03BE9B}"/>
                  </a:ext>
                </a:extLst>
              </p:cNvPr>
              <p:cNvPicPr/>
              <p:nvPr/>
            </p:nvPicPr>
            <p:blipFill>
              <a:blip r:embed="rId96"/>
              <a:stretch>
                <a:fillRect/>
              </a:stretch>
            </p:blipFill>
            <p:spPr>
              <a:xfrm>
                <a:off x="6336410" y="3922157"/>
                <a:ext cx="189000" cy="43632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7" name="Ink 6">
                <a:extLst>
                  <a:ext uri="{FF2B5EF4-FFF2-40B4-BE49-F238E27FC236}">
                    <a16:creationId xmlns:a16="http://schemas.microsoft.com/office/drawing/2014/main" id="{51E4B6A7-4531-833D-69D1-24A39D4AEE53}"/>
                  </a:ext>
                </a:extLst>
              </p14:cNvPr>
              <p14:cNvContentPartPr/>
              <p14:nvPr/>
            </p14:nvContentPartPr>
            <p14:xfrm>
              <a:off x="1162080" y="158760"/>
              <a:ext cx="10595520" cy="6551280"/>
            </p14:xfrm>
          </p:contentPart>
        </mc:Choice>
        <mc:Fallback>
          <p:pic>
            <p:nvPicPr>
              <p:cNvPr id="7" name="Ink 6">
                <a:extLst>
                  <a:ext uri="{FF2B5EF4-FFF2-40B4-BE49-F238E27FC236}">
                    <a16:creationId xmlns:a16="http://schemas.microsoft.com/office/drawing/2014/main" id="{51E4B6A7-4531-833D-69D1-24A39D4AEE53}"/>
                  </a:ext>
                </a:extLst>
              </p:cNvPr>
              <p:cNvPicPr/>
              <p:nvPr/>
            </p:nvPicPr>
            <p:blipFill>
              <a:blip r:embed="rId98"/>
              <a:stretch>
                <a:fillRect/>
              </a:stretch>
            </p:blipFill>
            <p:spPr>
              <a:xfrm>
                <a:off x="1152720" y="149400"/>
                <a:ext cx="10614240" cy="6570000"/>
              </a:xfrm>
              <a:prstGeom prst="rect">
                <a:avLst/>
              </a:prstGeom>
            </p:spPr>
          </p:pic>
        </mc:Fallback>
      </mc:AlternateContent>
    </p:spTree>
    <p:extLst>
      <p:ext uri="{BB962C8B-B14F-4D97-AF65-F5344CB8AC3E}">
        <p14:creationId xmlns:p14="http://schemas.microsoft.com/office/powerpoint/2010/main" val="2064905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2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2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3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3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4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4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5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5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6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7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7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7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7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80"/>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8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87"/>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92"/>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201"/>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05"/>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06"/>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213"/>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216"/>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223"/>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4"/>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E965E4E-487D-3A94-B8B4-69F4552036CB}"/>
              </a:ext>
            </a:extLst>
          </p:cNvPr>
          <p:cNvSpPr>
            <a:spLocks noGrp="1"/>
          </p:cNvSpPr>
          <p:nvPr>
            <p:ph type="title"/>
          </p:nvPr>
        </p:nvSpPr>
        <p:spPr/>
        <p:txBody>
          <a:bodyPr/>
          <a:lstStyle/>
          <a:p>
            <a:r>
              <a:rPr lang="en-US"/>
              <a:t>Limitations of Classful Addressing</a:t>
            </a:r>
          </a:p>
        </p:txBody>
      </p:sp>
      <p:sp>
        <p:nvSpPr>
          <p:cNvPr id="2" name="Content Placeholder 1">
            <a:extLst>
              <a:ext uri="{FF2B5EF4-FFF2-40B4-BE49-F238E27FC236}">
                <a16:creationId xmlns:a16="http://schemas.microsoft.com/office/drawing/2014/main" id="{7BBAC925-6C97-DDA7-5233-6D4B8017F0DF}"/>
              </a:ext>
            </a:extLst>
          </p:cNvPr>
          <p:cNvSpPr>
            <a:spLocks noGrp="1"/>
          </p:cNvSpPr>
          <p:nvPr>
            <p:ph type="body" idx="1"/>
          </p:nvPr>
        </p:nvSpPr>
        <p:spPr/>
        <p:txBody>
          <a:bodyPr>
            <a:normAutofit/>
          </a:bodyPr>
          <a:lstStyle/>
          <a:p>
            <a:pPr>
              <a:buChar char="•"/>
            </a:pPr>
            <a:r>
              <a:rPr lang="en-US" dirty="0"/>
              <a:t>Wastage of IP address space due to fixed class sizes</a:t>
            </a:r>
          </a:p>
          <a:p>
            <a:pPr>
              <a:buChar char="•"/>
            </a:pPr>
            <a:endParaRPr lang="en-US" dirty="0"/>
          </a:p>
          <a:p>
            <a:pPr>
              <a:buChar char="•"/>
            </a:pPr>
            <a:r>
              <a:rPr lang="en-US" dirty="0"/>
              <a:t>Large routing tables increase router overhead</a:t>
            </a:r>
          </a:p>
          <a:p>
            <a:pPr>
              <a:buChar char="•"/>
            </a:pPr>
            <a:endParaRPr lang="en-US" dirty="0"/>
          </a:p>
          <a:p>
            <a:pPr>
              <a:buChar char="•"/>
            </a:pPr>
            <a:r>
              <a:rPr lang="en-US" dirty="0"/>
              <a:t>Inflexible — only three class sizes (A, B, C) available</a:t>
            </a:r>
          </a:p>
          <a:p>
            <a:pPr>
              <a:buChar char="•"/>
            </a:pPr>
            <a:endParaRPr lang="en-US" dirty="0"/>
          </a:p>
          <a:p>
            <a:pPr>
              <a:buChar char="•"/>
            </a:pPr>
            <a:r>
              <a:rPr lang="en-US" dirty="0"/>
              <a:t>Accelerated exhaustion of the IPv4 address space</a:t>
            </a:r>
          </a:p>
          <a:p>
            <a:pPr marL="152396" indent="0">
              <a:buNone/>
            </a:pPr>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77B9AF0-8227-5487-479A-2660999FB79B}"/>
                  </a:ext>
                </a:extLst>
              </p14:cNvPr>
              <p14:cNvContentPartPr/>
              <p14:nvPr/>
            </p14:nvContentPartPr>
            <p14:xfrm>
              <a:off x="2472480" y="1013400"/>
              <a:ext cx="8051400" cy="2021400"/>
            </p14:xfrm>
          </p:contentPart>
        </mc:Choice>
        <mc:Fallback>
          <p:pic>
            <p:nvPicPr>
              <p:cNvPr id="4" name="Ink 3">
                <a:extLst>
                  <a:ext uri="{FF2B5EF4-FFF2-40B4-BE49-F238E27FC236}">
                    <a16:creationId xmlns:a16="http://schemas.microsoft.com/office/drawing/2014/main" id="{F77B9AF0-8227-5487-479A-2660999FB79B}"/>
                  </a:ext>
                </a:extLst>
              </p:cNvPr>
              <p:cNvPicPr/>
              <p:nvPr/>
            </p:nvPicPr>
            <p:blipFill>
              <a:blip r:embed="rId3"/>
              <a:stretch>
                <a:fillRect/>
              </a:stretch>
            </p:blipFill>
            <p:spPr>
              <a:xfrm>
                <a:off x="2463120" y="1004040"/>
                <a:ext cx="8070120" cy="2040120"/>
              </a:xfrm>
              <a:prstGeom prst="rect">
                <a:avLst/>
              </a:prstGeom>
            </p:spPr>
          </p:pic>
        </mc:Fallback>
      </mc:AlternateContent>
    </p:spTree>
    <p:extLst>
      <p:ext uri="{BB962C8B-B14F-4D97-AF65-F5344CB8AC3E}">
        <p14:creationId xmlns:p14="http://schemas.microsoft.com/office/powerpoint/2010/main" val="2732153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C4B71B-AC26-EFD3-C383-58E7949FEB12}"/>
              </a:ext>
            </a:extLst>
          </p:cNvPr>
          <p:cNvSpPr>
            <a:spLocks noGrp="1"/>
          </p:cNvSpPr>
          <p:nvPr>
            <p:ph type="title"/>
          </p:nvPr>
        </p:nvSpPr>
        <p:spPr/>
        <p:txBody>
          <a:bodyPr/>
          <a:lstStyle/>
          <a:p>
            <a:r>
              <a:rPr lang="en-US"/>
              <a:t>Example: IP Addresses of two AS </a:t>
            </a:r>
          </a:p>
        </p:txBody>
      </p:sp>
      <p:pic>
        <p:nvPicPr>
          <p:cNvPr id="5" name="Content Placeholder 4" descr="A screenshot of a web page&#10;&#10;Description automatically generated">
            <a:extLst>
              <a:ext uri="{FF2B5EF4-FFF2-40B4-BE49-F238E27FC236}">
                <a16:creationId xmlns:a16="http://schemas.microsoft.com/office/drawing/2014/main" id="{7C41B95F-EED6-8B3F-429C-84B712FD088F}"/>
              </a:ext>
            </a:extLst>
          </p:cNvPr>
          <p:cNvPicPr>
            <a:picLocks noGrp="1" noChangeAspect="1"/>
          </p:cNvPicPr>
          <p:nvPr>
            <p:ph idx="4294967295"/>
          </p:nvPr>
        </p:nvPicPr>
        <p:blipFill>
          <a:blip r:embed="rId2"/>
          <a:stretch>
            <a:fillRect/>
          </a:stretch>
        </p:blipFill>
        <p:spPr>
          <a:xfrm>
            <a:off x="7070725" y="1882775"/>
            <a:ext cx="5121275" cy="3817938"/>
          </a:xfrm>
        </p:spPr>
      </p:pic>
      <p:pic>
        <p:nvPicPr>
          <p:cNvPr id="7" name="Picture 6" descr="A screenshot of a computer&#10;&#10;Description automatically generated">
            <a:extLst>
              <a:ext uri="{FF2B5EF4-FFF2-40B4-BE49-F238E27FC236}">
                <a16:creationId xmlns:a16="http://schemas.microsoft.com/office/drawing/2014/main" id="{AF1F9C16-F8F4-9C7C-E0F4-B63BB4E15CB8}"/>
              </a:ext>
            </a:extLst>
          </p:cNvPr>
          <p:cNvPicPr>
            <a:picLocks noChangeAspect="1"/>
          </p:cNvPicPr>
          <p:nvPr/>
        </p:nvPicPr>
        <p:blipFill>
          <a:blip r:embed="rId3"/>
          <a:stretch>
            <a:fillRect/>
          </a:stretch>
        </p:blipFill>
        <p:spPr>
          <a:xfrm>
            <a:off x="197127" y="1875082"/>
            <a:ext cx="4678612" cy="3619948"/>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11CC5966-E8E1-F1FE-8EA3-88337F2D4093}"/>
                  </a:ext>
                </a:extLst>
              </p14:cNvPr>
              <p14:cNvContentPartPr/>
              <p14:nvPr/>
            </p14:nvContentPartPr>
            <p14:xfrm>
              <a:off x="3511440" y="3408480"/>
              <a:ext cx="7651800" cy="343440"/>
            </p14:xfrm>
          </p:contentPart>
        </mc:Choice>
        <mc:Fallback>
          <p:pic>
            <p:nvPicPr>
              <p:cNvPr id="2" name="Ink 1">
                <a:extLst>
                  <a:ext uri="{FF2B5EF4-FFF2-40B4-BE49-F238E27FC236}">
                    <a16:creationId xmlns:a16="http://schemas.microsoft.com/office/drawing/2014/main" id="{11CC5966-E8E1-F1FE-8EA3-88337F2D4093}"/>
                  </a:ext>
                </a:extLst>
              </p:cNvPr>
              <p:cNvPicPr/>
              <p:nvPr/>
            </p:nvPicPr>
            <p:blipFill>
              <a:blip r:embed="rId5"/>
              <a:stretch>
                <a:fillRect/>
              </a:stretch>
            </p:blipFill>
            <p:spPr>
              <a:xfrm>
                <a:off x="3502080" y="3399120"/>
                <a:ext cx="7670520" cy="362160"/>
              </a:xfrm>
              <a:prstGeom prst="rect">
                <a:avLst/>
              </a:prstGeom>
            </p:spPr>
          </p:pic>
        </mc:Fallback>
      </mc:AlternateContent>
    </p:spTree>
    <p:extLst>
      <p:ext uri="{BB962C8B-B14F-4D97-AF65-F5344CB8AC3E}">
        <p14:creationId xmlns:p14="http://schemas.microsoft.com/office/powerpoint/2010/main" val="3052312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p:txBody>
          <a:bodyPr/>
          <a:lstStyle/>
          <a:p>
            <a:pPr marL="352425" lvl="0" indent="-222250">
              <a:spcBef>
                <a:spcPts val="1000"/>
              </a:spcBef>
              <a:buClr>
                <a:srgbClr val="0000A3"/>
              </a:buClr>
              <a:buSzTx/>
              <a:defRPr/>
            </a:pPr>
            <a:r>
              <a:rPr lang="en-US" b="0" dirty="0">
                <a:solidFill>
                  <a:schemeClr val="bg1"/>
                </a:solidFill>
                <a:latin typeface="Calibri" panose="020F0502020204030204"/>
              </a:rPr>
              <a:t>CIDR: Classless </a:t>
            </a:r>
            <a:r>
              <a:rPr lang="en-US" b="0" dirty="0" err="1">
                <a:solidFill>
                  <a:schemeClr val="bg1"/>
                </a:solidFill>
                <a:latin typeface="Calibri" panose="020F0502020204030204"/>
              </a:rPr>
              <a:t>InterDomain</a:t>
            </a:r>
            <a:r>
              <a:rPr lang="en-US" b="0" dirty="0">
                <a:solidFill>
                  <a:schemeClr val="bg1"/>
                </a:solidFill>
                <a:latin typeface="Calibri" panose="020F0502020204030204"/>
              </a:rPr>
              <a:t> Routing </a:t>
            </a:r>
            <a:r>
              <a:rPr lang="en-US" sz="2000" b="0" dirty="0">
                <a:solidFill>
                  <a:schemeClr val="bg1"/>
                </a:solidFill>
                <a:latin typeface="Calibri" panose="020F0502020204030204"/>
              </a:rPr>
              <a:t>(pronounced “cider”)</a:t>
            </a:r>
            <a:endParaRPr lang="en-US" b="0" dirty="0">
              <a:solidFill>
                <a:schemeClr val="bg1"/>
              </a:solidFill>
              <a:latin typeface="Calibri" panose="020F0502020204030204"/>
            </a:endParaRPr>
          </a:p>
        </p:txBody>
      </p:sp>
      <p:sp>
        <p:nvSpPr>
          <p:cNvPr id="81" name="Rectangle 3">
            <a:extLst>
              <a:ext uri="{FF2B5EF4-FFF2-40B4-BE49-F238E27FC236}">
                <a16:creationId xmlns:a16="http://schemas.microsoft.com/office/drawing/2014/main" id="{6B160A08-0872-E943-930F-3549C899DA74}"/>
              </a:ext>
            </a:extLst>
          </p:cNvPr>
          <p:cNvSpPr txBox="1">
            <a:spLocks noChangeArrowheads="1"/>
          </p:cNvSpPr>
          <p:nvPr/>
        </p:nvSpPr>
        <p:spPr>
          <a:xfrm>
            <a:off x="415600" y="1210520"/>
            <a:ext cx="11096157" cy="207806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subnet portion of address of arbitrary length</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address format: </a:t>
            </a:r>
            <a:r>
              <a:rPr kumimoji="0" lang="en-US" sz="3200" b="0" i="0" u="none" strike="noStrike" kern="1200" cap="none" spc="0" normalizeH="0" baseline="0" noProof="0" dirty="0" err="1">
                <a:ln>
                  <a:noFill/>
                </a:ln>
                <a:solidFill>
                  <a:srgbClr val="CC0000"/>
                </a:solidFill>
                <a:effectLst/>
                <a:uLnTx/>
                <a:uFillTx/>
                <a:latin typeface="Calibri" panose="020F0502020204030204"/>
                <a:ea typeface="+mn-ea"/>
                <a:cs typeface="+mn-cs"/>
              </a:rPr>
              <a:t>a.b.c.d</a:t>
            </a:r>
            <a:r>
              <a:rPr kumimoji="0" lang="en-US" sz="3200" b="0" i="0" u="none" strike="noStrike" kern="1200" cap="none" spc="0" normalizeH="0" baseline="0" noProof="0" dirty="0">
                <a:ln>
                  <a:noFill/>
                </a:ln>
                <a:solidFill>
                  <a:srgbClr val="CC0000"/>
                </a:solidFill>
                <a:effectLst/>
                <a:uLnTx/>
                <a:uFillTx/>
                <a:latin typeface="Calibri" panose="020F0502020204030204"/>
                <a:ea typeface="+mn-ea"/>
                <a:cs typeface="+mn-cs"/>
              </a:rPr>
              <a:t>/x</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where x is # bits in subnet portion of address</a:t>
            </a:r>
          </a:p>
          <a:p>
            <a:pPr marL="582613" marR="0" lvl="1" indent="-233363"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altLang="en-US" sz="28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p:txBody>
      </p:sp>
      <p:grpSp>
        <p:nvGrpSpPr>
          <p:cNvPr id="2" name="Group 1">
            <a:extLst>
              <a:ext uri="{FF2B5EF4-FFF2-40B4-BE49-F238E27FC236}">
                <a16:creationId xmlns:a16="http://schemas.microsoft.com/office/drawing/2014/main" id="{24BFDBCB-D833-424E-B896-ECF456E857A6}"/>
              </a:ext>
            </a:extLst>
          </p:cNvPr>
          <p:cNvGrpSpPr/>
          <p:nvPr/>
        </p:nvGrpSpPr>
        <p:grpSpPr>
          <a:xfrm>
            <a:off x="3242716" y="3863272"/>
            <a:ext cx="6124575" cy="1624012"/>
            <a:chOff x="3242716" y="3863272"/>
            <a:chExt cx="6124575" cy="1624012"/>
          </a:xfrm>
        </p:grpSpPr>
        <p:sp>
          <p:nvSpPr>
            <p:cNvPr id="71" name="Text Box 5">
              <a:extLst>
                <a:ext uri="{FF2B5EF4-FFF2-40B4-BE49-F238E27FC236}">
                  <a16:creationId xmlns:a16="http://schemas.microsoft.com/office/drawing/2014/main" id="{DF99B885-3705-9D49-B24E-90392B9185F9}"/>
                </a:ext>
              </a:extLst>
            </p:cNvPr>
            <p:cNvSpPr txBox="1">
              <a:spLocks noChangeArrowheads="1"/>
            </p:cNvSpPr>
            <p:nvPr/>
          </p:nvSpPr>
          <p:spPr bwMode="auto">
            <a:xfrm>
              <a:off x="3242716" y="4444297"/>
              <a:ext cx="6124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000099"/>
                  </a:solidFill>
                  <a:effectLst/>
                  <a:uLnTx/>
                  <a:uFillTx/>
                  <a:latin typeface="Arial" panose="020B0604020202020204" pitchFamily="34" charset="0"/>
                  <a:ea typeface="ＭＳ Ｐゴシック" panose="020B0600070205080204" pitchFamily="34" charset="-128"/>
                  <a:cs typeface="+mn-cs"/>
                </a:rPr>
                <a:t>11001000  00010111  0001000</a:t>
              </a:r>
              <a:r>
                <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0  00000000</a:t>
              </a:r>
              <a:endParaRPr kumimoji="0" lang="en-US" altLang="en-US" sz="24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84" name="Text Box 6">
              <a:extLst>
                <a:ext uri="{FF2B5EF4-FFF2-40B4-BE49-F238E27FC236}">
                  <a16:creationId xmlns:a16="http://schemas.microsoft.com/office/drawing/2014/main" id="{53AC14AD-B9EE-554E-9932-48BD3C8AF40F}"/>
                </a:ext>
              </a:extLst>
            </p:cNvPr>
            <p:cNvSpPr txBox="1">
              <a:spLocks noChangeArrowheads="1"/>
            </p:cNvSpPr>
            <p:nvPr/>
          </p:nvSpPr>
          <p:spPr bwMode="auto">
            <a:xfrm>
              <a:off x="4904829" y="3899784"/>
              <a:ext cx="869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rgbClr val="000099"/>
                  </a:solidFill>
                  <a:effectLst/>
                  <a:uLnTx/>
                  <a:uFillTx/>
                  <a:latin typeface="Arial" panose="020B0604020202020204" pitchFamily="34" charset="0"/>
                  <a:ea typeface="ＭＳ Ｐゴシック" panose="020B0600070205080204" pitchFamily="34" charset="-128"/>
                  <a:cs typeface="+mn-cs"/>
                </a:rPr>
                <a:t>subnet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rgbClr val="000099"/>
                  </a:solidFill>
                  <a:effectLst/>
                  <a:uLnTx/>
                  <a:uFillTx/>
                  <a:latin typeface="Arial" panose="020B0604020202020204" pitchFamily="34" charset="0"/>
                  <a:ea typeface="ＭＳ Ｐゴシック" panose="020B0600070205080204" pitchFamily="34" charset="-128"/>
                  <a:cs typeface="+mn-cs"/>
                </a:rPr>
                <a:t>part</a:t>
              </a:r>
            </a:p>
          </p:txBody>
        </p:sp>
        <p:sp>
          <p:nvSpPr>
            <p:cNvPr id="85" name="Text Box 7">
              <a:extLst>
                <a:ext uri="{FF2B5EF4-FFF2-40B4-BE49-F238E27FC236}">
                  <a16:creationId xmlns:a16="http://schemas.microsoft.com/office/drawing/2014/main" id="{A9661791-FEB7-4F4F-86F8-6CFB4289ACA7}"/>
                </a:ext>
              </a:extLst>
            </p:cNvPr>
            <p:cNvSpPr txBox="1">
              <a:spLocks noChangeArrowheads="1"/>
            </p:cNvSpPr>
            <p:nvPr/>
          </p:nvSpPr>
          <p:spPr bwMode="auto">
            <a:xfrm>
              <a:off x="8184604" y="3863272"/>
              <a:ext cx="615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host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part</a:t>
              </a:r>
            </a:p>
          </p:txBody>
        </p:sp>
        <p:sp>
          <p:nvSpPr>
            <p:cNvPr id="89" name="Line 8">
              <a:extLst>
                <a:ext uri="{FF2B5EF4-FFF2-40B4-BE49-F238E27FC236}">
                  <a16:creationId xmlns:a16="http://schemas.microsoft.com/office/drawing/2014/main" id="{3951CC4F-1C7E-7149-9A31-48715C63D9A3}"/>
                </a:ext>
              </a:extLst>
            </p:cNvPr>
            <p:cNvSpPr>
              <a:spLocks noChangeShapeType="1"/>
            </p:cNvSpPr>
            <p:nvPr/>
          </p:nvSpPr>
          <p:spPr bwMode="auto">
            <a:xfrm>
              <a:off x="5911304" y="4209347"/>
              <a:ext cx="1620837" cy="0"/>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Line 11">
              <a:extLst>
                <a:ext uri="{FF2B5EF4-FFF2-40B4-BE49-F238E27FC236}">
                  <a16:creationId xmlns:a16="http://schemas.microsoft.com/office/drawing/2014/main" id="{CD44A653-71EC-9D4E-A7F3-98231B2666D0}"/>
                </a:ext>
              </a:extLst>
            </p:cNvPr>
            <p:cNvSpPr>
              <a:spLocks noChangeShapeType="1"/>
            </p:cNvSpPr>
            <p:nvPr/>
          </p:nvSpPr>
          <p:spPr bwMode="auto">
            <a:xfrm flipV="1">
              <a:off x="8702129" y="4198234"/>
              <a:ext cx="59531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Text Box 12">
              <a:extLst>
                <a:ext uri="{FF2B5EF4-FFF2-40B4-BE49-F238E27FC236}">
                  <a16:creationId xmlns:a16="http://schemas.microsoft.com/office/drawing/2014/main" id="{D9A9A07F-569F-3443-AEE2-00A164A4D8F4}"/>
                </a:ext>
              </a:extLst>
            </p:cNvPr>
            <p:cNvSpPr txBox="1">
              <a:spLocks noChangeArrowheads="1"/>
            </p:cNvSpPr>
            <p:nvPr/>
          </p:nvSpPr>
          <p:spPr bwMode="auto">
            <a:xfrm>
              <a:off x="5179466" y="5030084"/>
              <a:ext cx="2219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200.23.16.0/23</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97" name="Line 14">
              <a:extLst>
                <a:ext uri="{FF2B5EF4-FFF2-40B4-BE49-F238E27FC236}">
                  <a16:creationId xmlns:a16="http://schemas.microsoft.com/office/drawing/2014/main" id="{2DDD0515-22AD-7341-9655-745249D5C35B}"/>
                </a:ext>
              </a:extLst>
            </p:cNvPr>
            <p:cNvSpPr>
              <a:spLocks noChangeShapeType="1"/>
            </p:cNvSpPr>
            <p:nvPr/>
          </p:nvSpPr>
          <p:spPr bwMode="auto">
            <a:xfrm flipH="1">
              <a:off x="3312566" y="4199822"/>
              <a:ext cx="1438275" cy="0"/>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Line 15">
              <a:extLst>
                <a:ext uri="{FF2B5EF4-FFF2-40B4-BE49-F238E27FC236}">
                  <a16:creationId xmlns:a16="http://schemas.microsoft.com/office/drawing/2014/main" id="{EE979EFA-8152-E542-864B-818BC9C3940D}"/>
                </a:ext>
              </a:extLst>
            </p:cNvPr>
            <p:cNvSpPr>
              <a:spLocks noChangeShapeType="1"/>
            </p:cNvSpPr>
            <p:nvPr/>
          </p:nvSpPr>
          <p:spPr bwMode="auto">
            <a:xfrm flipH="1">
              <a:off x="7571829" y="4210934"/>
              <a:ext cx="6477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ADA6ABFE-099B-F217-1832-F87DB73F6F94}"/>
                  </a:ext>
                </a:extLst>
              </p14:cNvPr>
              <p14:cNvContentPartPr/>
              <p14:nvPr/>
            </p14:nvContentPartPr>
            <p14:xfrm>
              <a:off x="502200" y="61560"/>
              <a:ext cx="11495880" cy="6689160"/>
            </p14:xfrm>
          </p:contentPart>
        </mc:Choice>
        <mc:Fallback>
          <p:pic>
            <p:nvPicPr>
              <p:cNvPr id="4" name="Ink 3">
                <a:extLst>
                  <a:ext uri="{FF2B5EF4-FFF2-40B4-BE49-F238E27FC236}">
                    <a16:creationId xmlns:a16="http://schemas.microsoft.com/office/drawing/2014/main" id="{ADA6ABFE-099B-F217-1832-F87DB73F6F94}"/>
                  </a:ext>
                </a:extLst>
              </p:cNvPr>
              <p:cNvPicPr/>
              <p:nvPr/>
            </p:nvPicPr>
            <p:blipFill>
              <a:blip r:embed="rId4"/>
              <a:stretch>
                <a:fillRect/>
              </a:stretch>
            </p:blipFill>
            <p:spPr>
              <a:xfrm>
                <a:off x="492840" y="52200"/>
                <a:ext cx="11514600" cy="6707880"/>
              </a:xfrm>
              <a:prstGeom prst="rect">
                <a:avLst/>
              </a:prstGeom>
            </p:spPr>
          </p:pic>
        </mc:Fallback>
      </mc:AlternateContent>
    </p:spTree>
    <p:extLst>
      <p:ext uri="{BB962C8B-B14F-4D97-AF65-F5344CB8AC3E}">
        <p14:creationId xmlns:p14="http://schemas.microsoft.com/office/powerpoint/2010/main" val="157376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6750B5-073A-5464-A977-D8498C0FD9CA}"/>
              </a:ext>
            </a:extLst>
          </p:cNvPr>
          <p:cNvSpPr>
            <a:spLocks noGrp="1"/>
          </p:cNvSpPr>
          <p:nvPr>
            <p:ph type="title"/>
          </p:nvPr>
        </p:nvSpPr>
        <p:spPr/>
        <p:txBody>
          <a:bodyPr/>
          <a:lstStyle/>
          <a:p>
            <a:r>
              <a:rPr lang="en-US"/>
              <a:t>Inter-AS routing</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CFB7BF8-3FCF-1B56-4BAE-0CA3DA1C8A04}"/>
                  </a:ext>
                </a:extLst>
              </p14:cNvPr>
              <p14:cNvContentPartPr/>
              <p14:nvPr/>
            </p14:nvContentPartPr>
            <p14:xfrm>
              <a:off x="2186258" y="1848046"/>
              <a:ext cx="2111760" cy="1446480"/>
            </p14:xfrm>
          </p:contentPart>
        </mc:Choice>
        <mc:Fallback>
          <p:pic>
            <p:nvPicPr>
              <p:cNvPr id="4" name="Ink 3">
                <a:extLst>
                  <a:ext uri="{FF2B5EF4-FFF2-40B4-BE49-F238E27FC236}">
                    <a16:creationId xmlns:a16="http://schemas.microsoft.com/office/drawing/2014/main" id="{7CFB7BF8-3FCF-1B56-4BAE-0CA3DA1C8A04}"/>
                  </a:ext>
                </a:extLst>
              </p:cNvPr>
              <p:cNvPicPr/>
              <p:nvPr/>
            </p:nvPicPr>
            <p:blipFill>
              <a:blip r:embed="rId3"/>
              <a:stretch>
                <a:fillRect/>
              </a:stretch>
            </p:blipFill>
            <p:spPr>
              <a:xfrm>
                <a:off x="2170778" y="1832562"/>
                <a:ext cx="2142360" cy="1477088"/>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0" name="Ink 9">
                <a:extLst>
                  <a:ext uri="{FF2B5EF4-FFF2-40B4-BE49-F238E27FC236}">
                    <a16:creationId xmlns:a16="http://schemas.microsoft.com/office/drawing/2014/main" id="{0EEF8D04-956C-591F-79A8-62BD3DDC2992}"/>
                  </a:ext>
                </a:extLst>
              </p14:cNvPr>
              <p14:cNvContentPartPr/>
              <p14:nvPr/>
            </p14:nvContentPartPr>
            <p14:xfrm>
              <a:off x="2706458" y="3538966"/>
              <a:ext cx="566640" cy="290160"/>
            </p14:xfrm>
          </p:contentPart>
        </mc:Choice>
        <mc:Fallback>
          <p:pic>
            <p:nvPicPr>
              <p:cNvPr id="10" name="Ink 9">
                <a:extLst>
                  <a:ext uri="{FF2B5EF4-FFF2-40B4-BE49-F238E27FC236}">
                    <a16:creationId xmlns:a16="http://schemas.microsoft.com/office/drawing/2014/main" id="{0EEF8D04-956C-591F-79A8-62BD3DDC2992}"/>
                  </a:ext>
                </a:extLst>
              </p:cNvPr>
              <p:cNvPicPr/>
              <p:nvPr/>
            </p:nvPicPr>
            <p:blipFill>
              <a:blip r:embed="rId5"/>
              <a:stretch>
                <a:fillRect/>
              </a:stretch>
            </p:blipFill>
            <p:spPr>
              <a:xfrm>
                <a:off x="2690978" y="3523505"/>
                <a:ext cx="597240" cy="320722"/>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6" name="Ink 25">
                <a:extLst>
                  <a:ext uri="{FF2B5EF4-FFF2-40B4-BE49-F238E27FC236}">
                    <a16:creationId xmlns:a16="http://schemas.microsoft.com/office/drawing/2014/main" id="{078A6501-9137-612C-096F-C08090927296}"/>
                  </a:ext>
                </a:extLst>
              </p14:cNvPr>
              <p14:cNvContentPartPr/>
              <p14:nvPr/>
            </p14:nvContentPartPr>
            <p14:xfrm>
              <a:off x="4321058" y="1129126"/>
              <a:ext cx="5967360" cy="3205800"/>
            </p14:xfrm>
          </p:contentPart>
        </mc:Choice>
        <mc:Fallback>
          <p:pic>
            <p:nvPicPr>
              <p:cNvPr id="26" name="Ink 25">
                <a:extLst>
                  <a:ext uri="{FF2B5EF4-FFF2-40B4-BE49-F238E27FC236}">
                    <a16:creationId xmlns:a16="http://schemas.microsoft.com/office/drawing/2014/main" id="{078A6501-9137-612C-096F-C08090927296}"/>
                  </a:ext>
                </a:extLst>
              </p:cNvPr>
              <p:cNvPicPr/>
              <p:nvPr/>
            </p:nvPicPr>
            <p:blipFill>
              <a:blip r:embed="rId7"/>
              <a:stretch>
                <a:fillRect/>
              </a:stretch>
            </p:blipFill>
            <p:spPr>
              <a:xfrm>
                <a:off x="4305579" y="1113646"/>
                <a:ext cx="5997958" cy="32364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2" name="Ink 31">
                <a:extLst>
                  <a:ext uri="{FF2B5EF4-FFF2-40B4-BE49-F238E27FC236}">
                    <a16:creationId xmlns:a16="http://schemas.microsoft.com/office/drawing/2014/main" id="{B7DD336D-768D-00ED-3013-27C029B1763C}"/>
                  </a:ext>
                </a:extLst>
              </p14:cNvPr>
              <p14:cNvContentPartPr/>
              <p14:nvPr/>
            </p14:nvContentPartPr>
            <p14:xfrm>
              <a:off x="9230192" y="3202754"/>
              <a:ext cx="542520" cy="412200"/>
            </p14:xfrm>
          </p:contentPart>
        </mc:Choice>
        <mc:Fallback>
          <p:pic>
            <p:nvPicPr>
              <p:cNvPr id="32" name="Ink 31">
                <a:extLst>
                  <a:ext uri="{FF2B5EF4-FFF2-40B4-BE49-F238E27FC236}">
                    <a16:creationId xmlns:a16="http://schemas.microsoft.com/office/drawing/2014/main" id="{B7DD336D-768D-00ED-3013-27C029B1763C}"/>
                  </a:ext>
                </a:extLst>
              </p:cNvPr>
              <p:cNvPicPr/>
              <p:nvPr/>
            </p:nvPicPr>
            <p:blipFill>
              <a:blip r:embed="rId9"/>
              <a:stretch>
                <a:fillRect/>
              </a:stretch>
            </p:blipFill>
            <p:spPr>
              <a:xfrm>
                <a:off x="9214722" y="3187274"/>
                <a:ext cx="573100" cy="442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6" name="Ink 35">
                <a:extLst>
                  <a:ext uri="{FF2B5EF4-FFF2-40B4-BE49-F238E27FC236}">
                    <a16:creationId xmlns:a16="http://schemas.microsoft.com/office/drawing/2014/main" id="{EAA6D841-DA31-6B02-2975-EA6C5E74D4EC}"/>
                  </a:ext>
                </a:extLst>
              </p14:cNvPr>
              <p14:cNvContentPartPr/>
              <p14:nvPr/>
            </p14:nvContentPartPr>
            <p14:xfrm>
              <a:off x="9732392" y="3463754"/>
              <a:ext cx="944640" cy="563040"/>
            </p14:xfrm>
          </p:contentPart>
        </mc:Choice>
        <mc:Fallback>
          <p:pic>
            <p:nvPicPr>
              <p:cNvPr id="36" name="Ink 35">
                <a:extLst>
                  <a:ext uri="{FF2B5EF4-FFF2-40B4-BE49-F238E27FC236}">
                    <a16:creationId xmlns:a16="http://schemas.microsoft.com/office/drawing/2014/main" id="{EAA6D841-DA31-6B02-2975-EA6C5E74D4EC}"/>
                  </a:ext>
                </a:extLst>
              </p:cNvPr>
              <p:cNvPicPr/>
              <p:nvPr/>
            </p:nvPicPr>
            <p:blipFill>
              <a:blip r:embed="rId11"/>
              <a:stretch>
                <a:fillRect/>
              </a:stretch>
            </p:blipFill>
            <p:spPr>
              <a:xfrm>
                <a:off x="9716912" y="3448274"/>
                <a:ext cx="975240" cy="5936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42" name="Ink 41">
                <a:extLst>
                  <a:ext uri="{FF2B5EF4-FFF2-40B4-BE49-F238E27FC236}">
                    <a16:creationId xmlns:a16="http://schemas.microsoft.com/office/drawing/2014/main" id="{42E7A0D9-F3B7-A8EA-28F3-3A9ACD74B708}"/>
                  </a:ext>
                </a:extLst>
              </p14:cNvPr>
              <p14:cNvContentPartPr/>
              <p14:nvPr/>
            </p14:nvContentPartPr>
            <p14:xfrm>
              <a:off x="1344392" y="2619914"/>
              <a:ext cx="1697760" cy="1185840"/>
            </p14:xfrm>
          </p:contentPart>
        </mc:Choice>
        <mc:Fallback>
          <p:pic>
            <p:nvPicPr>
              <p:cNvPr id="42" name="Ink 41">
                <a:extLst>
                  <a:ext uri="{FF2B5EF4-FFF2-40B4-BE49-F238E27FC236}">
                    <a16:creationId xmlns:a16="http://schemas.microsoft.com/office/drawing/2014/main" id="{42E7A0D9-F3B7-A8EA-28F3-3A9ACD74B708}"/>
                  </a:ext>
                </a:extLst>
              </p:cNvPr>
              <p:cNvPicPr/>
              <p:nvPr/>
            </p:nvPicPr>
            <p:blipFill>
              <a:blip r:embed="rId13"/>
              <a:stretch>
                <a:fillRect/>
              </a:stretch>
            </p:blipFill>
            <p:spPr>
              <a:xfrm>
                <a:off x="1328915" y="2604434"/>
                <a:ext cx="1728354" cy="12164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51" name="Ink 50">
                <a:extLst>
                  <a:ext uri="{FF2B5EF4-FFF2-40B4-BE49-F238E27FC236}">
                    <a16:creationId xmlns:a16="http://schemas.microsoft.com/office/drawing/2014/main" id="{0A2CD6C2-0B24-9E92-39BB-D416FFAE7C46}"/>
                  </a:ext>
                </a:extLst>
              </p14:cNvPr>
              <p14:cNvContentPartPr/>
              <p14:nvPr/>
            </p14:nvContentPartPr>
            <p14:xfrm>
              <a:off x="5010992" y="1876874"/>
              <a:ext cx="653040" cy="402120"/>
            </p14:xfrm>
          </p:contentPart>
        </mc:Choice>
        <mc:Fallback>
          <p:pic>
            <p:nvPicPr>
              <p:cNvPr id="51" name="Ink 50">
                <a:extLst>
                  <a:ext uri="{FF2B5EF4-FFF2-40B4-BE49-F238E27FC236}">
                    <a16:creationId xmlns:a16="http://schemas.microsoft.com/office/drawing/2014/main" id="{0A2CD6C2-0B24-9E92-39BB-D416FFAE7C46}"/>
                  </a:ext>
                </a:extLst>
              </p:cNvPr>
              <p:cNvPicPr/>
              <p:nvPr/>
            </p:nvPicPr>
            <p:blipFill>
              <a:blip r:embed="rId15"/>
              <a:stretch>
                <a:fillRect/>
              </a:stretch>
            </p:blipFill>
            <p:spPr>
              <a:xfrm>
                <a:off x="4995521" y="1861394"/>
                <a:ext cx="683623" cy="4327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52" name="Ink 51">
                <a:extLst>
                  <a:ext uri="{FF2B5EF4-FFF2-40B4-BE49-F238E27FC236}">
                    <a16:creationId xmlns:a16="http://schemas.microsoft.com/office/drawing/2014/main" id="{9F8C94FA-559C-1040-F12C-9E5A91637A3B}"/>
                  </a:ext>
                </a:extLst>
              </p14:cNvPr>
              <p14:cNvContentPartPr/>
              <p14:nvPr/>
            </p14:nvContentPartPr>
            <p14:xfrm>
              <a:off x="3805352" y="2370074"/>
              <a:ext cx="492480" cy="401040"/>
            </p14:xfrm>
          </p:contentPart>
        </mc:Choice>
        <mc:Fallback>
          <p:pic>
            <p:nvPicPr>
              <p:cNvPr id="52" name="Ink 51">
                <a:extLst>
                  <a:ext uri="{FF2B5EF4-FFF2-40B4-BE49-F238E27FC236}">
                    <a16:creationId xmlns:a16="http://schemas.microsoft.com/office/drawing/2014/main" id="{9F8C94FA-559C-1040-F12C-9E5A91637A3B}"/>
                  </a:ext>
                </a:extLst>
              </p:cNvPr>
              <p:cNvPicPr/>
              <p:nvPr/>
            </p:nvPicPr>
            <p:blipFill>
              <a:blip r:embed="rId17"/>
              <a:stretch>
                <a:fillRect/>
              </a:stretch>
            </p:blipFill>
            <p:spPr>
              <a:xfrm>
                <a:off x="3789872" y="2354608"/>
                <a:ext cx="523080" cy="431613"/>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58" name="Ink 57">
                <a:extLst>
                  <a:ext uri="{FF2B5EF4-FFF2-40B4-BE49-F238E27FC236}">
                    <a16:creationId xmlns:a16="http://schemas.microsoft.com/office/drawing/2014/main" id="{221FCB59-F53D-EF6B-6883-6ACF62CDD1E7}"/>
                  </a:ext>
                </a:extLst>
              </p14:cNvPr>
              <p14:cNvContentPartPr/>
              <p14:nvPr/>
            </p14:nvContentPartPr>
            <p14:xfrm>
              <a:off x="8436392" y="2600114"/>
              <a:ext cx="422280" cy="462600"/>
            </p14:xfrm>
          </p:contentPart>
        </mc:Choice>
        <mc:Fallback>
          <p:pic>
            <p:nvPicPr>
              <p:cNvPr id="58" name="Ink 57">
                <a:extLst>
                  <a:ext uri="{FF2B5EF4-FFF2-40B4-BE49-F238E27FC236}">
                    <a16:creationId xmlns:a16="http://schemas.microsoft.com/office/drawing/2014/main" id="{221FCB59-F53D-EF6B-6883-6ACF62CDD1E7}"/>
                  </a:ext>
                </a:extLst>
              </p:cNvPr>
              <p:cNvPicPr/>
              <p:nvPr/>
            </p:nvPicPr>
            <p:blipFill>
              <a:blip r:embed="rId19"/>
              <a:stretch>
                <a:fillRect/>
              </a:stretch>
            </p:blipFill>
            <p:spPr>
              <a:xfrm>
                <a:off x="8420912" y="2584634"/>
                <a:ext cx="452880" cy="4932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61" name="Ink 60">
                <a:extLst>
                  <a:ext uri="{FF2B5EF4-FFF2-40B4-BE49-F238E27FC236}">
                    <a16:creationId xmlns:a16="http://schemas.microsoft.com/office/drawing/2014/main" id="{B3AE92CD-04D2-231E-2AB3-90DEC9192E16}"/>
                  </a:ext>
                </a:extLst>
              </p14:cNvPr>
              <p14:cNvContentPartPr/>
              <p14:nvPr/>
            </p14:nvContentPartPr>
            <p14:xfrm>
              <a:off x="6819272" y="1816394"/>
              <a:ext cx="442440" cy="371880"/>
            </p14:xfrm>
          </p:contentPart>
        </mc:Choice>
        <mc:Fallback>
          <p:pic>
            <p:nvPicPr>
              <p:cNvPr id="61" name="Ink 60">
                <a:extLst>
                  <a:ext uri="{FF2B5EF4-FFF2-40B4-BE49-F238E27FC236}">
                    <a16:creationId xmlns:a16="http://schemas.microsoft.com/office/drawing/2014/main" id="{B3AE92CD-04D2-231E-2AB3-90DEC9192E16}"/>
                  </a:ext>
                </a:extLst>
              </p:cNvPr>
              <p:cNvPicPr/>
              <p:nvPr/>
            </p:nvPicPr>
            <p:blipFill>
              <a:blip r:embed="rId21"/>
              <a:stretch>
                <a:fillRect/>
              </a:stretch>
            </p:blipFill>
            <p:spPr>
              <a:xfrm>
                <a:off x="6803792" y="1800914"/>
                <a:ext cx="473040" cy="402480"/>
              </a:xfrm>
              <a:prstGeom prst="rect">
                <a:avLst/>
              </a:prstGeom>
            </p:spPr>
          </p:pic>
        </mc:Fallback>
      </mc:AlternateContent>
      <p:sp>
        <p:nvSpPr>
          <p:cNvPr id="8" name="TextBox 7">
            <a:extLst>
              <a:ext uri="{FF2B5EF4-FFF2-40B4-BE49-F238E27FC236}">
                <a16:creationId xmlns:a16="http://schemas.microsoft.com/office/drawing/2014/main" id="{EF7F4C38-8291-3C22-2F2E-5CE7E1D308E6}"/>
              </a:ext>
            </a:extLst>
          </p:cNvPr>
          <p:cNvSpPr txBox="1"/>
          <p:nvPr/>
        </p:nvSpPr>
        <p:spPr>
          <a:xfrm>
            <a:off x="1657684" y="4086887"/>
            <a:ext cx="5161588" cy="400110"/>
          </a:xfrm>
          <a:prstGeom prst="rect">
            <a:avLst/>
          </a:prstGeom>
          <a:noFill/>
        </p:spPr>
        <p:txBody>
          <a:bodyPr wrap="square" rtlCol="0">
            <a:spAutoFit/>
          </a:bodyPr>
          <a:lstStyle/>
          <a:p>
            <a:r>
              <a:rPr lang="en-US" sz="2000" i="1" dirty="0">
                <a:solidFill>
                  <a:srgbClr val="FF0000"/>
                </a:solidFill>
              </a:rPr>
              <a:t>How does Internet route packet from x to y?</a:t>
            </a:r>
          </a:p>
        </p:txBody>
      </p:sp>
      <p:sp>
        <p:nvSpPr>
          <p:cNvPr id="9" name="TextBox 8">
            <a:extLst>
              <a:ext uri="{FF2B5EF4-FFF2-40B4-BE49-F238E27FC236}">
                <a16:creationId xmlns:a16="http://schemas.microsoft.com/office/drawing/2014/main" id="{F7203E17-482B-0D9D-9842-CAF65152A18E}"/>
              </a:ext>
            </a:extLst>
          </p:cNvPr>
          <p:cNvSpPr txBox="1"/>
          <p:nvPr/>
        </p:nvSpPr>
        <p:spPr>
          <a:xfrm>
            <a:off x="1456599" y="4840490"/>
            <a:ext cx="5161588" cy="1015663"/>
          </a:xfrm>
          <a:prstGeom prst="rect">
            <a:avLst/>
          </a:prstGeom>
          <a:noFill/>
        </p:spPr>
        <p:txBody>
          <a:bodyPr wrap="square" rtlCol="0">
            <a:spAutoFit/>
          </a:bodyPr>
          <a:lstStyle/>
          <a:p>
            <a:r>
              <a:rPr lang="en-US" sz="2000" dirty="0"/>
              <a:t>What are the requirements for inter-AS routing?</a:t>
            </a:r>
          </a:p>
          <a:p>
            <a:pPr marL="342900" indent="-342900">
              <a:buFontTx/>
              <a:buChar char="-"/>
            </a:pPr>
            <a:r>
              <a:rPr lang="en-US" sz="2000" dirty="0"/>
              <a:t>Common addressing scheme</a:t>
            </a:r>
          </a:p>
          <a:p>
            <a:pPr marL="342900" indent="-342900">
              <a:buFontTx/>
              <a:buChar char="-"/>
            </a:pPr>
            <a:r>
              <a:rPr lang="en-US" sz="2000" b="1" dirty="0"/>
              <a:t>Common routing protocol</a:t>
            </a:r>
          </a:p>
        </p:txBody>
      </p:sp>
    </p:spTree>
    <p:extLst>
      <p:ext uri="{BB962C8B-B14F-4D97-AF65-F5344CB8AC3E}">
        <p14:creationId xmlns:p14="http://schemas.microsoft.com/office/powerpoint/2010/main" val="3645301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E58ED7-62E2-2642-BB6A-E4AB185BFC3C}"/>
              </a:ext>
            </a:extLst>
          </p:cNvPr>
          <p:cNvSpPr>
            <a:spLocks noGrp="1"/>
          </p:cNvSpPr>
          <p:nvPr>
            <p:ph type="title"/>
          </p:nvPr>
        </p:nvSpPr>
        <p:spPr/>
        <p:txBody>
          <a:bodyPr/>
          <a:lstStyle/>
          <a:p>
            <a:r>
              <a:rPr lang="en-US" dirty="0"/>
              <a:t>Internet inter-AS routing</a:t>
            </a:r>
          </a:p>
        </p:txBody>
      </p:sp>
      <p:sp>
        <p:nvSpPr>
          <p:cNvPr id="7" name="Content Placeholder 6">
            <a:extLst>
              <a:ext uri="{FF2B5EF4-FFF2-40B4-BE49-F238E27FC236}">
                <a16:creationId xmlns:a16="http://schemas.microsoft.com/office/drawing/2014/main" id="{5507B360-8633-344E-8C84-B4DA39DA217E}"/>
              </a:ext>
            </a:extLst>
          </p:cNvPr>
          <p:cNvSpPr>
            <a:spLocks noGrp="1"/>
          </p:cNvSpPr>
          <p:nvPr>
            <p:ph type="body" idx="1"/>
          </p:nvPr>
        </p:nvSpPr>
        <p:spPr>
          <a:xfrm>
            <a:off x="622339" y="3897330"/>
            <a:ext cx="12150516" cy="4555200"/>
          </a:xfrm>
        </p:spPr>
        <p:txBody>
          <a:bodyPr>
            <a:normAutofit/>
          </a:bodyPr>
          <a:lstStyle/>
          <a:p>
            <a:pPr marL="285750" indent="-285750" eaLnBrk="0" fontAlgn="base" hangingPunct="0">
              <a:lnSpc>
                <a:spcPct val="85000"/>
              </a:lnSpc>
              <a:spcBef>
                <a:spcPct val="20000"/>
              </a:spcBef>
              <a:spcAft>
                <a:spcPct val="0"/>
              </a:spcAft>
              <a:buClr>
                <a:srgbClr val="000099"/>
              </a:buClr>
              <a:buSzPct val="100000"/>
              <a:buFont typeface="Wingdings" charset="2"/>
              <a:buChar char="§"/>
            </a:pPr>
            <a:r>
              <a:rPr lang="en-US" kern="0" dirty="0">
                <a:solidFill>
                  <a:srgbClr val="CC0000"/>
                </a:solidFill>
                <a:ea typeface="ＭＳ Ｐゴシック" charset="0"/>
              </a:rPr>
              <a:t>Can we use link-state or distance-vector?</a:t>
            </a:r>
          </a:p>
          <a:p>
            <a:pPr marL="742950" indent="-285750" eaLnBrk="0" fontAlgn="base" hangingPunct="0">
              <a:lnSpc>
                <a:spcPct val="85000"/>
              </a:lnSpc>
              <a:spcBef>
                <a:spcPct val="20000"/>
              </a:spcBef>
              <a:spcAft>
                <a:spcPct val="0"/>
              </a:spcAft>
              <a:buClr>
                <a:srgbClr val="000099"/>
              </a:buClr>
              <a:buSzPct val="100000"/>
              <a:buFont typeface="Arial" charset="0"/>
              <a:buChar char="–"/>
            </a:pPr>
            <a:r>
              <a:rPr lang="en-US" kern="0" dirty="0">
                <a:solidFill>
                  <a:srgbClr val="000000"/>
                </a:solidFill>
                <a:ea typeface="ＭＳ Ｐゴシック" charset="0"/>
              </a:rPr>
              <a:t>scale: millions of destinations/routers</a:t>
            </a:r>
          </a:p>
          <a:p>
            <a:pPr marL="742950" indent="-285750" eaLnBrk="0" fontAlgn="base" hangingPunct="0">
              <a:lnSpc>
                <a:spcPct val="85000"/>
              </a:lnSpc>
              <a:spcBef>
                <a:spcPct val="20000"/>
              </a:spcBef>
              <a:spcAft>
                <a:spcPct val="0"/>
              </a:spcAft>
              <a:buClr>
                <a:srgbClr val="000099"/>
              </a:buClr>
              <a:buSzPct val="100000"/>
              <a:buFont typeface="Arial" charset="0"/>
              <a:buChar char="–"/>
            </a:pPr>
            <a:r>
              <a:rPr lang="en-US" kern="0" dirty="0">
                <a:solidFill>
                  <a:srgbClr val="000000"/>
                </a:solidFill>
                <a:ea typeface="ＭＳ Ｐゴシック" charset="0"/>
              </a:rPr>
              <a:t>autonomy: ASes don’t want to expose internal topology</a:t>
            </a:r>
          </a:p>
          <a:p>
            <a:pPr marL="742950" indent="-285750" eaLnBrk="0" fontAlgn="base" hangingPunct="0">
              <a:lnSpc>
                <a:spcPct val="85000"/>
              </a:lnSpc>
              <a:spcBef>
                <a:spcPct val="20000"/>
              </a:spcBef>
              <a:spcAft>
                <a:spcPct val="0"/>
              </a:spcAft>
              <a:buClr>
                <a:srgbClr val="000099"/>
              </a:buClr>
              <a:buSzPct val="100000"/>
              <a:buFont typeface="Arial" charset="0"/>
              <a:buChar char="–"/>
            </a:pPr>
            <a:r>
              <a:rPr lang="en-US" kern="0" dirty="0">
                <a:solidFill>
                  <a:srgbClr val="000000"/>
                </a:solidFill>
                <a:ea typeface="ＭＳ Ｐゴシック" charset="0"/>
              </a:rPr>
              <a:t>policy: each AS wants to control how traffic is routed through it</a:t>
            </a:r>
          </a:p>
          <a:p>
            <a:pPr marL="285750" indent="-285750" eaLnBrk="0" fontAlgn="base" hangingPunct="0">
              <a:lnSpc>
                <a:spcPct val="85000"/>
              </a:lnSpc>
              <a:spcBef>
                <a:spcPct val="20000"/>
              </a:spcBef>
              <a:spcAft>
                <a:spcPct val="0"/>
              </a:spcAft>
              <a:buClr>
                <a:srgbClr val="000099"/>
              </a:buClr>
              <a:buSzPct val="100000"/>
              <a:buFont typeface="Wingdings" charset="2"/>
              <a:buChar char="§"/>
            </a:pPr>
            <a:r>
              <a:rPr lang="en-US" kern="0" dirty="0">
                <a:solidFill>
                  <a:srgbClr val="CC0000"/>
                </a:solidFill>
                <a:ea typeface="ＭＳ Ｐゴシック" charset="0"/>
              </a:rPr>
              <a:t>BGP (Border Gateway Protocol):</a:t>
            </a:r>
            <a:r>
              <a:rPr lang="en-US" kern="0" dirty="0">
                <a:solidFill>
                  <a:srgbClr val="000000"/>
                </a:solidFill>
                <a:ea typeface="ＭＳ Ｐゴシック" charset="0"/>
              </a:rPr>
              <a:t> </a:t>
            </a:r>
            <a:r>
              <a:rPr lang="en-US" i="1" kern="0" dirty="0">
                <a:solidFill>
                  <a:srgbClr val="000000"/>
                </a:solidFill>
                <a:ea typeface="ＭＳ Ｐゴシック" charset="0"/>
              </a:rPr>
              <a:t>the</a:t>
            </a:r>
            <a:r>
              <a:rPr lang="en-US" kern="0" dirty="0">
                <a:solidFill>
                  <a:srgbClr val="000000"/>
                </a:solidFill>
                <a:ea typeface="ＭＳ Ｐゴシック" charset="0"/>
              </a:rPr>
              <a:t> de facto inter-domain routing protocol</a:t>
            </a:r>
          </a:p>
        </p:txBody>
      </p:sp>
      <p:sp>
        <p:nvSpPr>
          <p:cNvPr id="10" name="Freeform 2">
            <a:extLst>
              <a:ext uri="{FF2B5EF4-FFF2-40B4-BE49-F238E27FC236}">
                <a16:creationId xmlns:a16="http://schemas.microsoft.com/office/drawing/2014/main" id="{C6AF8616-528F-F43B-C798-9FBCAE37962F}"/>
              </a:ext>
            </a:extLst>
          </p:cNvPr>
          <p:cNvSpPr>
            <a:spLocks/>
          </p:cNvSpPr>
          <p:nvPr/>
        </p:nvSpPr>
        <p:spPr bwMode="auto">
          <a:xfrm>
            <a:off x="2074294" y="1770326"/>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0"/>
            </a:endParaRPr>
          </a:p>
        </p:txBody>
      </p:sp>
      <p:grpSp>
        <p:nvGrpSpPr>
          <p:cNvPr id="11" name="Group 10">
            <a:extLst>
              <a:ext uri="{FF2B5EF4-FFF2-40B4-BE49-F238E27FC236}">
                <a16:creationId xmlns:a16="http://schemas.microsoft.com/office/drawing/2014/main" id="{99A1A953-DE55-B15E-4912-826C300DB392}"/>
              </a:ext>
            </a:extLst>
          </p:cNvPr>
          <p:cNvGrpSpPr/>
          <p:nvPr/>
        </p:nvGrpSpPr>
        <p:grpSpPr>
          <a:xfrm>
            <a:off x="3212455" y="1921188"/>
            <a:ext cx="565150" cy="369332"/>
            <a:chOff x="1736090" y="2873352"/>
            <a:chExt cx="565150" cy="369332"/>
          </a:xfrm>
        </p:grpSpPr>
        <p:grpSp>
          <p:nvGrpSpPr>
            <p:cNvPr id="12" name="Group 327">
              <a:extLst>
                <a:ext uri="{FF2B5EF4-FFF2-40B4-BE49-F238E27FC236}">
                  <a16:creationId xmlns:a16="http://schemas.microsoft.com/office/drawing/2014/main" id="{A7A53102-E40F-B588-71CA-738B2283810C}"/>
                </a:ext>
              </a:extLst>
            </p:cNvPr>
            <p:cNvGrpSpPr>
              <a:grpSpLocks/>
            </p:cNvGrpSpPr>
            <p:nvPr/>
          </p:nvGrpSpPr>
          <p:grpSpPr bwMode="auto">
            <a:xfrm>
              <a:off x="1736090" y="2893762"/>
              <a:ext cx="565150" cy="292100"/>
              <a:chOff x="1871277" y="1576300"/>
              <a:chExt cx="1128371" cy="437861"/>
            </a:xfrm>
          </p:grpSpPr>
          <p:sp>
            <p:nvSpPr>
              <p:cNvPr id="16" name="Oval 15">
                <a:extLst>
                  <a:ext uri="{FF2B5EF4-FFF2-40B4-BE49-F238E27FC236}">
                    <a16:creationId xmlns:a16="http://schemas.microsoft.com/office/drawing/2014/main" id="{4FB1B006-EB17-A7AF-5B46-C443189A8EAB}"/>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7" name="Rectangle 16">
                <a:extLst>
                  <a:ext uri="{FF2B5EF4-FFF2-40B4-BE49-F238E27FC236}">
                    <a16:creationId xmlns:a16="http://schemas.microsoft.com/office/drawing/2014/main" id="{D3B8B7ED-B477-3403-DAB6-CF2F6AB94744}"/>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8" name="Oval 17">
                <a:extLst>
                  <a:ext uri="{FF2B5EF4-FFF2-40B4-BE49-F238E27FC236}">
                    <a16:creationId xmlns:a16="http://schemas.microsoft.com/office/drawing/2014/main" id="{261CC673-BC74-131E-028A-7D2029B9217D}"/>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9" name="Freeform 18">
                <a:extLst>
                  <a:ext uri="{FF2B5EF4-FFF2-40B4-BE49-F238E27FC236}">
                    <a16:creationId xmlns:a16="http://schemas.microsoft.com/office/drawing/2014/main" id="{2DC4E215-2947-FF75-054D-BB9ACC126D6C}"/>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0" name="Freeform 19">
                <a:extLst>
                  <a:ext uri="{FF2B5EF4-FFF2-40B4-BE49-F238E27FC236}">
                    <a16:creationId xmlns:a16="http://schemas.microsoft.com/office/drawing/2014/main" id="{F60A9C98-5F6C-590F-6E8F-A48D832EA8C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1" name="Freeform 20">
                <a:extLst>
                  <a:ext uri="{FF2B5EF4-FFF2-40B4-BE49-F238E27FC236}">
                    <a16:creationId xmlns:a16="http://schemas.microsoft.com/office/drawing/2014/main" id="{AE9CDE19-E6D5-1EA7-F856-F4E652D7897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2" name="Freeform 21">
                <a:extLst>
                  <a:ext uri="{FF2B5EF4-FFF2-40B4-BE49-F238E27FC236}">
                    <a16:creationId xmlns:a16="http://schemas.microsoft.com/office/drawing/2014/main" id="{18810A7A-7D67-9AB0-B66E-63D295D14935}"/>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23" name="Straight Connector 22">
                <a:extLst>
                  <a:ext uri="{FF2B5EF4-FFF2-40B4-BE49-F238E27FC236}">
                    <a16:creationId xmlns:a16="http://schemas.microsoft.com/office/drawing/2014/main" id="{C5AF2D93-E395-E4BC-4C4B-9075175A3AFC}"/>
                  </a:ext>
                </a:extLst>
              </p:cNvPr>
              <p:cNvCxnSpPr>
                <a:endCxn id="1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24" name="Straight Connector 23">
                <a:extLst>
                  <a:ext uri="{FF2B5EF4-FFF2-40B4-BE49-F238E27FC236}">
                    <a16:creationId xmlns:a16="http://schemas.microsoft.com/office/drawing/2014/main" id="{C0C5167F-003A-1BAA-2969-361CBBF0492E}"/>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3" name="Group 12">
              <a:extLst>
                <a:ext uri="{FF2B5EF4-FFF2-40B4-BE49-F238E27FC236}">
                  <a16:creationId xmlns:a16="http://schemas.microsoft.com/office/drawing/2014/main" id="{6E125D63-EA03-090F-C2B5-22D7587D8640}"/>
                </a:ext>
              </a:extLst>
            </p:cNvPr>
            <p:cNvGrpSpPr/>
            <p:nvPr/>
          </p:nvGrpSpPr>
          <p:grpSpPr>
            <a:xfrm>
              <a:off x="1770362" y="2873352"/>
              <a:ext cx="441422" cy="369332"/>
              <a:chOff x="667045" y="1708643"/>
              <a:chExt cx="441422" cy="369332"/>
            </a:xfrm>
          </p:grpSpPr>
          <p:sp>
            <p:nvSpPr>
              <p:cNvPr id="14" name="Oval 13">
                <a:extLst>
                  <a:ext uri="{FF2B5EF4-FFF2-40B4-BE49-F238E27FC236}">
                    <a16:creationId xmlns:a16="http://schemas.microsoft.com/office/drawing/2014/main" id="{91F1E5BC-96DD-39DA-70F4-F4274E5E0EE8}"/>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5" name="TextBox 14">
                <a:extLst>
                  <a:ext uri="{FF2B5EF4-FFF2-40B4-BE49-F238E27FC236}">
                    <a16:creationId xmlns:a16="http://schemas.microsoft.com/office/drawing/2014/main" id="{FC15DA17-29E1-8101-A407-0ECC6D480707}"/>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1b</a:t>
                </a:r>
              </a:p>
            </p:txBody>
          </p:sp>
        </p:grpSp>
      </p:grpSp>
      <p:grpSp>
        <p:nvGrpSpPr>
          <p:cNvPr id="25" name="Group 24">
            <a:extLst>
              <a:ext uri="{FF2B5EF4-FFF2-40B4-BE49-F238E27FC236}">
                <a16:creationId xmlns:a16="http://schemas.microsoft.com/office/drawing/2014/main" id="{600E6AA5-3760-A8FA-CC44-9503C7D7F602}"/>
              </a:ext>
            </a:extLst>
          </p:cNvPr>
          <p:cNvGrpSpPr/>
          <p:nvPr/>
        </p:nvGrpSpPr>
        <p:grpSpPr>
          <a:xfrm>
            <a:off x="3216685" y="3142505"/>
            <a:ext cx="565150" cy="369332"/>
            <a:chOff x="1736090" y="2873352"/>
            <a:chExt cx="565150" cy="369332"/>
          </a:xfrm>
        </p:grpSpPr>
        <p:grpSp>
          <p:nvGrpSpPr>
            <p:cNvPr id="26" name="Group 327">
              <a:extLst>
                <a:ext uri="{FF2B5EF4-FFF2-40B4-BE49-F238E27FC236}">
                  <a16:creationId xmlns:a16="http://schemas.microsoft.com/office/drawing/2014/main" id="{1544FF6E-3D86-2DAB-BE7D-E561D0AA27DD}"/>
                </a:ext>
              </a:extLst>
            </p:cNvPr>
            <p:cNvGrpSpPr>
              <a:grpSpLocks/>
            </p:cNvGrpSpPr>
            <p:nvPr/>
          </p:nvGrpSpPr>
          <p:grpSpPr bwMode="auto">
            <a:xfrm>
              <a:off x="1736090" y="2893762"/>
              <a:ext cx="565150" cy="292100"/>
              <a:chOff x="1871277" y="1576300"/>
              <a:chExt cx="1128371" cy="437861"/>
            </a:xfrm>
          </p:grpSpPr>
          <p:sp>
            <p:nvSpPr>
              <p:cNvPr id="30" name="Oval 29">
                <a:extLst>
                  <a:ext uri="{FF2B5EF4-FFF2-40B4-BE49-F238E27FC236}">
                    <a16:creationId xmlns:a16="http://schemas.microsoft.com/office/drawing/2014/main" id="{2005D0E4-8E93-732E-2BE6-583EB1615CA6}"/>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1" name="Rectangle 30">
                <a:extLst>
                  <a:ext uri="{FF2B5EF4-FFF2-40B4-BE49-F238E27FC236}">
                    <a16:creationId xmlns:a16="http://schemas.microsoft.com/office/drawing/2014/main" id="{279455A4-904B-1943-CF36-5771AEC0F96B}"/>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2" name="Oval 31">
                <a:extLst>
                  <a:ext uri="{FF2B5EF4-FFF2-40B4-BE49-F238E27FC236}">
                    <a16:creationId xmlns:a16="http://schemas.microsoft.com/office/drawing/2014/main" id="{92E5F527-A8BE-8EF0-E521-6C9EFE5EC3BD}"/>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3" name="Freeform 32">
                <a:extLst>
                  <a:ext uri="{FF2B5EF4-FFF2-40B4-BE49-F238E27FC236}">
                    <a16:creationId xmlns:a16="http://schemas.microsoft.com/office/drawing/2014/main" id="{A5ADE8F2-5E3B-7025-6435-2341122B97CD}"/>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 name="Freeform 33">
                <a:extLst>
                  <a:ext uri="{FF2B5EF4-FFF2-40B4-BE49-F238E27FC236}">
                    <a16:creationId xmlns:a16="http://schemas.microsoft.com/office/drawing/2014/main" id="{4A683620-41CE-D52C-B637-AB0B821D1D4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 name="Freeform 34">
                <a:extLst>
                  <a:ext uri="{FF2B5EF4-FFF2-40B4-BE49-F238E27FC236}">
                    <a16:creationId xmlns:a16="http://schemas.microsoft.com/office/drawing/2014/main" id="{1774E026-2CBB-C215-65D2-EEFDD63939EE}"/>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 name="Freeform 35">
                <a:extLst>
                  <a:ext uri="{FF2B5EF4-FFF2-40B4-BE49-F238E27FC236}">
                    <a16:creationId xmlns:a16="http://schemas.microsoft.com/office/drawing/2014/main" id="{1C5CD2C4-2B12-9113-D407-F0F7CD045CC7}"/>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7" name="Straight Connector 36">
                <a:extLst>
                  <a:ext uri="{FF2B5EF4-FFF2-40B4-BE49-F238E27FC236}">
                    <a16:creationId xmlns:a16="http://schemas.microsoft.com/office/drawing/2014/main" id="{9A06D150-86DE-536A-720D-2C2F5DC3E118}"/>
                  </a:ext>
                </a:extLst>
              </p:cNvPr>
              <p:cNvCxnSpPr>
                <a:endCxn id="3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8" name="Straight Connector 37">
                <a:extLst>
                  <a:ext uri="{FF2B5EF4-FFF2-40B4-BE49-F238E27FC236}">
                    <a16:creationId xmlns:a16="http://schemas.microsoft.com/office/drawing/2014/main" id="{58682EA2-6BB5-98BD-86A5-D247F3A383CF}"/>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27" name="Group 26">
              <a:extLst>
                <a:ext uri="{FF2B5EF4-FFF2-40B4-BE49-F238E27FC236}">
                  <a16:creationId xmlns:a16="http://schemas.microsoft.com/office/drawing/2014/main" id="{06FB37ED-399E-6CBD-ECFC-018215CD90D9}"/>
                </a:ext>
              </a:extLst>
            </p:cNvPr>
            <p:cNvGrpSpPr/>
            <p:nvPr/>
          </p:nvGrpSpPr>
          <p:grpSpPr>
            <a:xfrm>
              <a:off x="1770362" y="2873352"/>
              <a:ext cx="441422" cy="369332"/>
              <a:chOff x="667045" y="1708643"/>
              <a:chExt cx="441422" cy="369332"/>
            </a:xfrm>
          </p:grpSpPr>
          <p:sp>
            <p:nvSpPr>
              <p:cNvPr id="28" name="Oval 27">
                <a:extLst>
                  <a:ext uri="{FF2B5EF4-FFF2-40B4-BE49-F238E27FC236}">
                    <a16:creationId xmlns:a16="http://schemas.microsoft.com/office/drawing/2014/main" id="{C234A4D5-14BE-469E-E518-406A4CD582B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9" name="TextBox 28">
                <a:extLst>
                  <a:ext uri="{FF2B5EF4-FFF2-40B4-BE49-F238E27FC236}">
                    <a16:creationId xmlns:a16="http://schemas.microsoft.com/office/drawing/2014/main" id="{F56DC37B-357D-AF28-7539-62528F639951}"/>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1d</a:t>
                </a:r>
              </a:p>
            </p:txBody>
          </p:sp>
        </p:grpSp>
      </p:grpSp>
      <p:grpSp>
        <p:nvGrpSpPr>
          <p:cNvPr id="39" name="Group 38">
            <a:extLst>
              <a:ext uri="{FF2B5EF4-FFF2-40B4-BE49-F238E27FC236}">
                <a16:creationId xmlns:a16="http://schemas.microsoft.com/office/drawing/2014/main" id="{585CF858-BAEE-B8A7-E36B-349985860161}"/>
              </a:ext>
            </a:extLst>
          </p:cNvPr>
          <p:cNvGrpSpPr/>
          <p:nvPr/>
        </p:nvGrpSpPr>
        <p:grpSpPr>
          <a:xfrm>
            <a:off x="4078171" y="2532908"/>
            <a:ext cx="565150" cy="369332"/>
            <a:chOff x="1736090" y="2873352"/>
            <a:chExt cx="565150" cy="369332"/>
          </a:xfrm>
        </p:grpSpPr>
        <p:grpSp>
          <p:nvGrpSpPr>
            <p:cNvPr id="40" name="Group 327">
              <a:extLst>
                <a:ext uri="{FF2B5EF4-FFF2-40B4-BE49-F238E27FC236}">
                  <a16:creationId xmlns:a16="http://schemas.microsoft.com/office/drawing/2014/main" id="{315374A7-35F7-B093-AB82-F5F338D3B0C6}"/>
                </a:ext>
              </a:extLst>
            </p:cNvPr>
            <p:cNvGrpSpPr>
              <a:grpSpLocks/>
            </p:cNvGrpSpPr>
            <p:nvPr/>
          </p:nvGrpSpPr>
          <p:grpSpPr bwMode="auto">
            <a:xfrm>
              <a:off x="1736090" y="2893762"/>
              <a:ext cx="565150" cy="292100"/>
              <a:chOff x="1871277" y="1576300"/>
              <a:chExt cx="1128371" cy="437861"/>
            </a:xfrm>
          </p:grpSpPr>
          <p:sp>
            <p:nvSpPr>
              <p:cNvPr id="44" name="Oval 43">
                <a:extLst>
                  <a:ext uri="{FF2B5EF4-FFF2-40B4-BE49-F238E27FC236}">
                    <a16:creationId xmlns:a16="http://schemas.microsoft.com/office/drawing/2014/main" id="{37C36592-448C-B709-C498-D41FDB3B92C8}"/>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5" name="Rectangle 44">
                <a:extLst>
                  <a:ext uri="{FF2B5EF4-FFF2-40B4-BE49-F238E27FC236}">
                    <a16:creationId xmlns:a16="http://schemas.microsoft.com/office/drawing/2014/main" id="{4E3E4CDD-8EE2-4BEA-99D5-006E12ACCB67}"/>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 name="Oval 45">
                <a:extLst>
                  <a:ext uri="{FF2B5EF4-FFF2-40B4-BE49-F238E27FC236}">
                    <a16:creationId xmlns:a16="http://schemas.microsoft.com/office/drawing/2014/main" id="{CB277B26-844F-B2B7-BA3F-66A32E562DFB}"/>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7" name="Freeform 46">
                <a:extLst>
                  <a:ext uri="{FF2B5EF4-FFF2-40B4-BE49-F238E27FC236}">
                    <a16:creationId xmlns:a16="http://schemas.microsoft.com/office/drawing/2014/main" id="{0B4523C7-66D0-0083-38F5-546039D7AEA5}"/>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 name="Freeform 47">
                <a:extLst>
                  <a:ext uri="{FF2B5EF4-FFF2-40B4-BE49-F238E27FC236}">
                    <a16:creationId xmlns:a16="http://schemas.microsoft.com/office/drawing/2014/main" id="{EE104665-8F2E-8F78-4573-89BB6E642804}"/>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 name="Freeform 48">
                <a:extLst>
                  <a:ext uri="{FF2B5EF4-FFF2-40B4-BE49-F238E27FC236}">
                    <a16:creationId xmlns:a16="http://schemas.microsoft.com/office/drawing/2014/main" id="{7FE3FDE4-1B20-A668-3E09-2B6B3E33D29F}"/>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 name="Freeform 49">
                <a:extLst>
                  <a:ext uri="{FF2B5EF4-FFF2-40B4-BE49-F238E27FC236}">
                    <a16:creationId xmlns:a16="http://schemas.microsoft.com/office/drawing/2014/main" id="{D5C7A523-1B45-CEBB-2D0C-A6363884ADBF}"/>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1" name="Straight Connector 50">
                <a:extLst>
                  <a:ext uri="{FF2B5EF4-FFF2-40B4-BE49-F238E27FC236}">
                    <a16:creationId xmlns:a16="http://schemas.microsoft.com/office/drawing/2014/main" id="{764358AC-3AF4-425F-0B45-E90BACA1D4D4}"/>
                  </a:ext>
                </a:extLst>
              </p:cNvPr>
              <p:cNvCxnSpPr>
                <a:endCxn id="4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2" name="Straight Connector 51">
                <a:extLst>
                  <a:ext uri="{FF2B5EF4-FFF2-40B4-BE49-F238E27FC236}">
                    <a16:creationId xmlns:a16="http://schemas.microsoft.com/office/drawing/2014/main" id="{6739216A-FC63-B615-2766-6A1C6A3833EE}"/>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1" name="Group 40">
              <a:extLst>
                <a:ext uri="{FF2B5EF4-FFF2-40B4-BE49-F238E27FC236}">
                  <a16:creationId xmlns:a16="http://schemas.microsoft.com/office/drawing/2014/main" id="{01882CF6-CCA9-9FE5-6789-3F82E8CC2BA2}"/>
                </a:ext>
              </a:extLst>
            </p:cNvPr>
            <p:cNvGrpSpPr/>
            <p:nvPr/>
          </p:nvGrpSpPr>
          <p:grpSpPr>
            <a:xfrm>
              <a:off x="1770362" y="2873352"/>
              <a:ext cx="428460" cy="369332"/>
              <a:chOff x="667045" y="1708643"/>
              <a:chExt cx="428460" cy="369332"/>
            </a:xfrm>
          </p:grpSpPr>
          <p:sp>
            <p:nvSpPr>
              <p:cNvPr id="42" name="Oval 41">
                <a:extLst>
                  <a:ext uri="{FF2B5EF4-FFF2-40B4-BE49-F238E27FC236}">
                    <a16:creationId xmlns:a16="http://schemas.microsoft.com/office/drawing/2014/main" id="{781C7199-74A1-8A41-93C1-9F3952BA2AA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3" name="TextBox 42">
                <a:extLst>
                  <a:ext uri="{FF2B5EF4-FFF2-40B4-BE49-F238E27FC236}">
                    <a16:creationId xmlns:a16="http://schemas.microsoft.com/office/drawing/2014/main" id="{F728423B-4494-7D19-A71A-0886BA0F3272}"/>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1c</a:t>
                </a:r>
              </a:p>
            </p:txBody>
          </p:sp>
        </p:grpSp>
      </p:grpSp>
      <p:grpSp>
        <p:nvGrpSpPr>
          <p:cNvPr id="53" name="Group 52">
            <a:extLst>
              <a:ext uri="{FF2B5EF4-FFF2-40B4-BE49-F238E27FC236}">
                <a16:creationId xmlns:a16="http://schemas.microsoft.com/office/drawing/2014/main" id="{B282A3EE-2759-5A40-F7A9-692ACAC4008C}"/>
              </a:ext>
            </a:extLst>
          </p:cNvPr>
          <p:cNvGrpSpPr/>
          <p:nvPr/>
        </p:nvGrpSpPr>
        <p:grpSpPr>
          <a:xfrm>
            <a:off x="2309696" y="2526555"/>
            <a:ext cx="565150" cy="369332"/>
            <a:chOff x="1736090" y="2873352"/>
            <a:chExt cx="565150" cy="369332"/>
          </a:xfrm>
        </p:grpSpPr>
        <p:grpSp>
          <p:nvGrpSpPr>
            <p:cNvPr id="54" name="Group 327">
              <a:extLst>
                <a:ext uri="{FF2B5EF4-FFF2-40B4-BE49-F238E27FC236}">
                  <a16:creationId xmlns:a16="http://schemas.microsoft.com/office/drawing/2014/main" id="{0090D636-DB80-E31B-BD4A-DE31AD2342F9}"/>
                </a:ext>
              </a:extLst>
            </p:cNvPr>
            <p:cNvGrpSpPr>
              <a:grpSpLocks/>
            </p:cNvGrpSpPr>
            <p:nvPr/>
          </p:nvGrpSpPr>
          <p:grpSpPr bwMode="auto">
            <a:xfrm>
              <a:off x="1736090" y="2893762"/>
              <a:ext cx="565150" cy="292100"/>
              <a:chOff x="1871277" y="1576300"/>
              <a:chExt cx="1128371" cy="437861"/>
            </a:xfrm>
          </p:grpSpPr>
          <p:sp>
            <p:nvSpPr>
              <p:cNvPr id="58" name="Oval 57">
                <a:extLst>
                  <a:ext uri="{FF2B5EF4-FFF2-40B4-BE49-F238E27FC236}">
                    <a16:creationId xmlns:a16="http://schemas.microsoft.com/office/drawing/2014/main" id="{D6C9BFF5-4AB0-55D3-C890-76A7E24994D0}"/>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9" name="Rectangle 58">
                <a:extLst>
                  <a:ext uri="{FF2B5EF4-FFF2-40B4-BE49-F238E27FC236}">
                    <a16:creationId xmlns:a16="http://schemas.microsoft.com/office/drawing/2014/main" id="{262A3091-7E0F-AA01-EBEB-DF741E8FE929}"/>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0" name="Oval 59">
                <a:extLst>
                  <a:ext uri="{FF2B5EF4-FFF2-40B4-BE49-F238E27FC236}">
                    <a16:creationId xmlns:a16="http://schemas.microsoft.com/office/drawing/2014/main" id="{F1930412-C0F6-1DC9-FD1D-7A21B3DC715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61" name="Freeform 60">
                <a:extLst>
                  <a:ext uri="{FF2B5EF4-FFF2-40B4-BE49-F238E27FC236}">
                    <a16:creationId xmlns:a16="http://schemas.microsoft.com/office/drawing/2014/main" id="{47AF34A3-DE0E-A713-D99B-544CAAE66453}"/>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2" name="Freeform 61">
                <a:extLst>
                  <a:ext uri="{FF2B5EF4-FFF2-40B4-BE49-F238E27FC236}">
                    <a16:creationId xmlns:a16="http://schemas.microsoft.com/office/drawing/2014/main" id="{7CBE81A8-D85A-3FE3-9DE8-3AB7401E328C}"/>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3" name="Freeform 62">
                <a:extLst>
                  <a:ext uri="{FF2B5EF4-FFF2-40B4-BE49-F238E27FC236}">
                    <a16:creationId xmlns:a16="http://schemas.microsoft.com/office/drawing/2014/main" id="{CC8BB29D-7A19-6BAD-CD4C-E4967C7DE5F3}"/>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64" name="Freeform 63">
                <a:extLst>
                  <a:ext uri="{FF2B5EF4-FFF2-40B4-BE49-F238E27FC236}">
                    <a16:creationId xmlns:a16="http://schemas.microsoft.com/office/drawing/2014/main" id="{70059FD1-68DF-C71D-AE9A-5FCA359D027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65" name="Straight Connector 64">
                <a:extLst>
                  <a:ext uri="{FF2B5EF4-FFF2-40B4-BE49-F238E27FC236}">
                    <a16:creationId xmlns:a16="http://schemas.microsoft.com/office/drawing/2014/main" id="{D5B11B8B-4222-9FAE-89CB-7468DFCE3025}"/>
                  </a:ext>
                </a:extLst>
              </p:cNvPr>
              <p:cNvCxnSpPr>
                <a:endCxn id="60"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66" name="Straight Connector 65">
                <a:extLst>
                  <a:ext uri="{FF2B5EF4-FFF2-40B4-BE49-F238E27FC236}">
                    <a16:creationId xmlns:a16="http://schemas.microsoft.com/office/drawing/2014/main" id="{A1B0FAE6-CF63-66BD-377A-909B60DBF671}"/>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5" name="Group 54">
              <a:extLst>
                <a:ext uri="{FF2B5EF4-FFF2-40B4-BE49-F238E27FC236}">
                  <a16:creationId xmlns:a16="http://schemas.microsoft.com/office/drawing/2014/main" id="{D9654E70-8FC5-BDD4-69F3-6C2056DDEC72}"/>
                </a:ext>
              </a:extLst>
            </p:cNvPr>
            <p:cNvGrpSpPr/>
            <p:nvPr/>
          </p:nvGrpSpPr>
          <p:grpSpPr>
            <a:xfrm>
              <a:off x="1770362" y="2873352"/>
              <a:ext cx="441422" cy="369332"/>
              <a:chOff x="667045" y="1708643"/>
              <a:chExt cx="441422" cy="369332"/>
            </a:xfrm>
          </p:grpSpPr>
          <p:sp>
            <p:nvSpPr>
              <p:cNvPr id="56" name="Oval 55">
                <a:extLst>
                  <a:ext uri="{FF2B5EF4-FFF2-40B4-BE49-F238E27FC236}">
                    <a16:creationId xmlns:a16="http://schemas.microsoft.com/office/drawing/2014/main" id="{BA72F609-F0EA-18AF-6671-77963E8121B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7" name="TextBox 56">
                <a:extLst>
                  <a:ext uri="{FF2B5EF4-FFF2-40B4-BE49-F238E27FC236}">
                    <a16:creationId xmlns:a16="http://schemas.microsoft.com/office/drawing/2014/main" id="{0719E07B-1DE2-31A9-910A-2BEFFB2AB4A3}"/>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a:t>
                </a:r>
              </a:p>
            </p:txBody>
          </p:sp>
        </p:grpSp>
      </p:grpSp>
      <p:cxnSp>
        <p:nvCxnSpPr>
          <p:cNvPr id="67" name="Straight Connector 66">
            <a:extLst>
              <a:ext uri="{FF2B5EF4-FFF2-40B4-BE49-F238E27FC236}">
                <a16:creationId xmlns:a16="http://schemas.microsoft.com/office/drawing/2014/main" id="{47C13EB3-17CD-58DF-7F85-8BE433EC7ACE}"/>
              </a:ext>
            </a:extLst>
          </p:cNvPr>
          <p:cNvCxnSpPr>
            <a:stCxn id="15" idx="2"/>
            <a:endCxn id="29" idx="0"/>
          </p:cNvCxnSpPr>
          <p:nvPr/>
        </p:nvCxnSpPr>
        <p:spPr bwMode="auto">
          <a:xfrm>
            <a:off x="3467438" y="2290520"/>
            <a:ext cx="4230" cy="851985"/>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68" name="Straight Connector 67">
            <a:extLst>
              <a:ext uri="{FF2B5EF4-FFF2-40B4-BE49-F238E27FC236}">
                <a16:creationId xmlns:a16="http://schemas.microsoft.com/office/drawing/2014/main" id="{E26FF994-D5CC-0F4E-3143-774B347D162F}"/>
              </a:ext>
            </a:extLst>
          </p:cNvPr>
          <p:cNvCxnSpPr/>
          <p:nvPr/>
        </p:nvCxnSpPr>
        <p:spPr bwMode="auto">
          <a:xfrm>
            <a:off x="2883842" y="2696457"/>
            <a:ext cx="1204913" cy="6353"/>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69" name="Straight Connector 68">
            <a:extLst>
              <a:ext uri="{FF2B5EF4-FFF2-40B4-BE49-F238E27FC236}">
                <a16:creationId xmlns:a16="http://schemas.microsoft.com/office/drawing/2014/main" id="{58B7E5CA-F30F-97D0-0A07-52187CD6399E}"/>
              </a:ext>
            </a:extLst>
          </p:cNvPr>
          <p:cNvCxnSpPr>
            <a:stCxn id="16" idx="7"/>
          </p:cNvCxnSpPr>
          <p:nvPr/>
        </p:nvCxnSpPr>
        <p:spPr bwMode="auto">
          <a:xfrm>
            <a:off x="3695073" y="2202313"/>
            <a:ext cx="480042" cy="369773"/>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70" name="Straight Connector 69">
            <a:extLst>
              <a:ext uri="{FF2B5EF4-FFF2-40B4-BE49-F238E27FC236}">
                <a16:creationId xmlns:a16="http://schemas.microsoft.com/office/drawing/2014/main" id="{30F080F9-C063-24DE-180D-7DC3772FAF70}"/>
              </a:ext>
            </a:extLst>
          </p:cNvPr>
          <p:cNvCxnSpPr/>
          <p:nvPr/>
        </p:nvCxnSpPr>
        <p:spPr bwMode="auto">
          <a:xfrm>
            <a:off x="2776438" y="2834140"/>
            <a:ext cx="477927" cy="357071"/>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71" name="Straight Connector 70">
            <a:extLst>
              <a:ext uri="{FF2B5EF4-FFF2-40B4-BE49-F238E27FC236}">
                <a16:creationId xmlns:a16="http://schemas.microsoft.com/office/drawing/2014/main" id="{F5C376BF-EF33-F25D-5A69-A2105A1F3B3A}"/>
              </a:ext>
            </a:extLst>
          </p:cNvPr>
          <p:cNvCxnSpPr/>
          <p:nvPr/>
        </p:nvCxnSpPr>
        <p:spPr bwMode="auto">
          <a:xfrm flipH="1">
            <a:off x="3672407" y="2831378"/>
            <a:ext cx="508002" cy="349250"/>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72" name="Straight Connector 71">
            <a:extLst>
              <a:ext uri="{FF2B5EF4-FFF2-40B4-BE49-F238E27FC236}">
                <a16:creationId xmlns:a16="http://schemas.microsoft.com/office/drawing/2014/main" id="{965B985A-28AA-9512-34A1-DF6F8F7D3315}"/>
              </a:ext>
            </a:extLst>
          </p:cNvPr>
          <p:cNvCxnSpPr/>
          <p:nvPr/>
        </p:nvCxnSpPr>
        <p:spPr bwMode="auto">
          <a:xfrm flipH="1">
            <a:off x="2763918" y="2214782"/>
            <a:ext cx="508002" cy="349250"/>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nvGrpSpPr>
          <p:cNvPr id="73" name="Group 72">
            <a:extLst>
              <a:ext uri="{FF2B5EF4-FFF2-40B4-BE49-F238E27FC236}">
                <a16:creationId xmlns:a16="http://schemas.microsoft.com/office/drawing/2014/main" id="{FA386641-2076-7B5E-237F-9E2954E9A835}"/>
              </a:ext>
            </a:extLst>
          </p:cNvPr>
          <p:cNvGrpSpPr/>
          <p:nvPr/>
        </p:nvGrpSpPr>
        <p:grpSpPr>
          <a:xfrm>
            <a:off x="4683136" y="985769"/>
            <a:ext cx="2712783" cy="1853712"/>
            <a:chOff x="-2170772" y="2784954"/>
            <a:chExt cx="2712783" cy="1853712"/>
          </a:xfrm>
        </p:grpSpPr>
        <p:sp>
          <p:nvSpPr>
            <p:cNvPr id="74" name="Freeform 2">
              <a:extLst>
                <a:ext uri="{FF2B5EF4-FFF2-40B4-BE49-F238E27FC236}">
                  <a16:creationId xmlns:a16="http://schemas.microsoft.com/office/drawing/2014/main" id="{B191D159-319D-65DD-65A4-A5ACED3B8AF8}"/>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75" name="Group 74">
              <a:extLst>
                <a:ext uri="{FF2B5EF4-FFF2-40B4-BE49-F238E27FC236}">
                  <a16:creationId xmlns:a16="http://schemas.microsoft.com/office/drawing/2014/main" id="{47C772E8-2AC5-F82A-CC09-B9A0AC26139D}"/>
                </a:ext>
              </a:extLst>
            </p:cNvPr>
            <p:cNvGrpSpPr/>
            <p:nvPr/>
          </p:nvGrpSpPr>
          <p:grpSpPr>
            <a:xfrm>
              <a:off x="-1935370" y="2935816"/>
              <a:ext cx="2333625" cy="1590649"/>
              <a:chOff x="833331" y="2873352"/>
              <a:chExt cx="2333625" cy="1590649"/>
            </a:xfrm>
          </p:grpSpPr>
          <p:grpSp>
            <p:nvGrpSpPr>
              <p:cNvPr id="76" name="Group 75">
                <a:extLst>
                  <a:ext uri="{FF2B5EF4-FFF2-40B4-BE49-F238E27FC236}">
                    <a16:creationId xmlns:a16="http://schemas.microsoft.com/office/drawing/2014/main" id="{A7153898-483F-588F-1C45-FD9204D3D6C7}"/>
                  </a:ext>
                </a:extLst>
              </p:cNvPr>
              <p:cNvGrpSpPr/>
              <p:nvPr/>
            </p:nvGrpSpPr>
            <p:grpSpPr>
              <a:xfrm>
                <a:off x="1736090" y="2873352"/>
                <a:ext cx="565150" cy="369332"/>
                <a:chOff x="1736090" y="2873352"/>
                <a:chExt cx="565150" cy="369332"/>
              </a:xfrm>
            </p:grpSpPr>
            <p:grpSp>
              <p:nvGrpSpPr>
                <p:cNvPr id="125" name="Group 327">
                  <a:extLst>
                    <a:ext uri="{FF2B5EF4-FFF2-40B4-BE49-F238E27FC236}">
                      <a16:creationId xmlns:a16="http://schemas.microsoft.com/office/drawing/2014/main" id="{6B0CC7B7-DECA-298E-F9F4-1851493106C2}"/>
                    </a:ext>
                  </a:extLst>
                </p:cNvPr>
                <p:cNvGrpSpPr>
                  <a:grpSpLocks/>
                </p:cNvGrpSpPr>
                <p:nvPr/>
              </p:nvGrpSpPr>
              <p:grpSpPr bwMode="auto">
                <a:xfrm>
                  <a:off x="1736090" y="2893762"/>
                  <a:ext cx="565150" cy="292100"/>
                  <a:chOff x="1871277" y="1576300"/>
                  <a:chExt cx="1128371" cy="437861"/>
                </a:xfrm>
              </p:grpSpPr>
              <p:sp>
                <p:nvSpPr>
                  <p:cNvPr id="129" name="Oval 128">
                    <a:extLst>
                      <a:ext uri="{FF2B5EF4-FFF2-40B4-BE49-F238E27FC236}">
                        <a16:creationId xmlns:a16="http://schemas.microsoft.com/office/drawing/2014/main" id="{6D4899A2-931D-60BC-F7C2-79DCE1A9485D}"/>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30" name="Rectangle 129">
                    <a:extLst>
                      <a:ext uri="{FF2B5EF4-FFF2-40B4-BE49-F238E27FC236}">
                        <a16:creationId xmlns:a16="http://schemas.microsoft.com/office/drawing/2014/main" id="{207874DB-3BBF-F41D-A6B3-4DADAEE6FCF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31" name="Oval 130">
                    <a:extLst>
                      <a:ext uri="{FF2B5EF4-FFF2-40B4-BE49-F238E27FC236}">
                        <a16:creationId xmlns:a16="http://schemas.microsoft.com/office/drawing/2014/main" id="{AE4232BE-FDB5-2B86-961B-E1E6FE31BD87}"/>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32" name="Freeform 131">
                    <a:extLst>
                      <a:ext uri="{FF2B5EF4-FFF2-40B4-BE49-F238E27FC236}">
                        <a16:creationId xmlns:a16="http://schemas.microsoft.com/office/drawing/2014/main" id="{C5C66F36-C674-DADF-CD16-8DDB2C0975CA}"/>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33" name="Freeform 132">
                    <a:extLst>
                      <a:ext uri="{FF2B5EF4-FFF2-40B4-BE49-F238E27FC236}">
                        <a16:creationId xmlns:a16="http://schemas.microsoft.com/office/drawing/2014/main" id="{525ABD5A-DA5F-DB70-34CA-39C4E535C1CC}"/>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34" name="Freeform 133">
                    <a:extLst>
                      <a:ext uri="{FF2B5EF4-FFF2-40B4-BE49-F238E27FC236}">
                        <a16:creationId xmlns:a16="http://schemas.microsoft.com/office/drawing/2014/main" id="{3EEBBE38-079E-9391-3EB1-917DCCCEC8C4}"/>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35" name="Freeform 134">
                    <a:extLst>
                      <a:ext uri="{FF2B5EF4-FFF2-40B4-BE49-F238E27FC236}">
                        <a16:creationId xmlns:a16="http://schemas.microsoft.com/office/drawing/2014/main" id="{00218EA8-E5B7-60A0-835D-A5AF5DA0D6DC}"/>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36" name="Straight Connector 135">
                    <a:extLst>
                      <a:ext uri="{FF2B5EF4-FFF2-40B4-BE49-F238E27FC236}">
                        <a16:creationId xmlns:a16="http://schemas.microsoft.com/office/drawing/2014/main" id="{D31CC6E5-CF8A-48AD-A690-FA17C289C7AE}"/>
                      </a:ext>
                    </a:extLst>
                  </p:cNvPr>
                  <p:cNvCxnSpPr>
                    <a:endCxn id="13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37" name="Straight Connector 136">
                    <a:extLst>
                      <a:ext uri="{FF2B5EF4-FFF2-40B4-BE49-F238E27FC236}">
                        <a16:creationId xmlns:a16="http://schemas.microsoft.com/office/drawing/2014/main" id="{45206C33-C009-0DC6-FE02-E62C0AA24F76}"/>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26" name="Group 125">
                  <a:extLst>
                    <a:ext uri="{FF2B5EF4-FFF2-40B4-BE49-F238E27FC236}">
                      <a16:creationId xmlns:a16="http://schemas.microsoft.com/office/drawing/2014/main" id="{A16C7964-8A46-6B9E-4658-AFE270C46DD4}"/>
                    </a:ext>
                  </a:extLst>
                </p:cNvPr>
                <p:cNvGrpSpPr/>
                <p:nvPr/>
              </p:nvGrpSpPr>
              <p:grpSpPr>
                <a:xfrm>
                  <a:off x="1770362" y="2873352"/>
                  <a:ext cx="441422" cy="369332"/>
                  <a:chOff x="667045" y="1708643"/>
                  <a:chExt cx="441422" cy="369332"/>
                </a:xfrm>
              </p:grpSpPr>
              <p:sp>
                <p:nvSpPr>
                  <p:cNvPr id="127" name="Oval 126">
                    <a:extLst>
                      <a:ext uri="{FF2B5EF4-FFF2-40B4-BE49-F238E27FC236}">
                        <a16:creationId xmlns:a16="http://schemas.microsoft.com/office/drawing/2014/main" id="{B24B08F7-DFC3-0235-4737-78393DEA4077}"/>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28" name="TextBox 127">
                    <a:extLst>
                      <a:ext uri="{FF2B5EF4-FFF2-40B4-BE49-F238E27FC236}">
                        <a16:creationId xmlns:a16="http://schemas.microsoft.com/office/drawing/2014/main" id="{E9F01AA5-5C77-2C6A-DF33-AC2DA7C21C96}"/>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2b</a:t>
                    </a:r>
                  </a:p>
                </p:txBody>
              </p:sp>
            </p:grpSp>
          </p:grpSp>
          <p:grpSp>
            <p:nvGrpSpPr>
              <p:cNvPr id="77" name="Group 76">
                <a:extLst>
                  <a:ext uri="{FF2B5EF4-FFF2-40B4-BE49-F238E27FC236}">
                    <a16:creationId xmlns:a16="http://schemas.microsoft.com/office/drawing/2014/main" id="{DA448F0F-0CDB-9B72-4229-F5B860072B19}"/>
                  </a:ext>
                </a:extLst>
              </p:cNvPr>
              <p:cNvGrpSpPr/>
              <p:nvPr/>
            </p:nvGrpSpPr>
            <p:grpSpPr>
              <a:xfrm>
                <a:off x="1740320" y="4094669"/>
                <a:ext cx="565150" cy="369332"/>
                <a:chOff x="1736090" y="2873352"/>
                <a:chExt cx="565150" cy="369332"/>
              </a:xfrm>
            </p:grpSpPr>
            <p:grpSp>
              <p:nvGrpSpPr>
                <p:cNvPr id="112" name="Group 327">
                  <a:extLst>
                    <a:ext uri="{FF2B5EF4-FFF2-40B4-BE49-F238E27FC236}">
                      <a16:creationId xmlns:a16="http://schemas.microsoft.com/office/drawing/2014/main" id="{CB446881-47E6-686E-3F9D-F489ED380C29}"/>
                    </a:ext>
                  </a:extLst>
                </p:cNvPr>
                <p:cNvGrpSpPr>
                  <a:grpSpLocks/>
                </p:cNvGrpSpPr>
                <p:nvPr/>
              </p:nvGrpSpPr>
              <p:grpSpPr bwMode="auto">
                <a:xfrm>
                  <a:off x="1736090" y="2893762"/>
                  <a:ext cx="565150" cy="292100"/>
                  <a:chOff x="1871277" y="1576300"/>
                  <a:chExt cx="1128371" cy="437861"/>
                </a:xfrm>
              </p:grpSpPr>
              <p:sp>
                <p:nvSpPr>
                  <p:cNvPr id="116" name="Oval 115">
                    <a:extLst>
                      <a:ext uri="{FF2B5EF4-FFF2-40B4-BE49-F238E27FC236}">
                        <a16:creationId xmlns:a16="http://schemas.microsoft.com/office/drawing/2014/main" id="{B3A76EF3-A7EB-1B05-2FB3-EBD90709D76B}"/>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17" name="Rectangle 116">
                    <a:extLst>
                      <a:ext uri="{FF2B5EF4-FFF2-40B4-BE49-F238E27FC236}">
                        <a16:creationId xmlns:a16="http://schemas.microsoft.com/office/drawing/2014/main" id="{ECB1A2F8-7F6E-AA8C-580E-5263BB0F415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8" name="Oval 117">
                    <a:extLst>
                      <a:ext uri="{FF2B5EF4-FFF2-40B4-BE49-F238E27FC236}">
                        <a16:creationId xmlns:a16="http://schemas.microsoft.com/office/drawing/2014/main" id="{860B74E2-1721-957A-246A-B8FBA31BEB9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19" name="Freeform 118">
                    <a:extLst>
                      <a:ext uri="{FF2B5EF4-FFF2-40B4-BE49-F238E27FC236}">
                        <a16:creationId xmlns:a16="http://schemas.microsoft.com/office/drawing/2014/main" id="{47BF7F98-E002-B28C-0DF0-075BAD3C2BA7}"/>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20" name="Freeform 119">
                    <a:extLst>
                      <a:ext uri="{FF2B5EF4-FFF2-40B4-BE49-F238E27FC236}">
                        <a16:creationId xmlns:a16="http://schemas.microsoft.com/office/drawing/2014/main" id="{6D1D8491-B665-D585-A0E0-82FEB143CFE8}"/>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21" name="Freeform 120">
                    <a:extLst>
                      <a:ext uri="{FF2B5EF4-FFF2-40B4-BE49-F238E27FC236}">
                        <a16:creationId xmlns:a16="http://schemas.microsoft.com/office/drawing/2014/main" id="{F5DB9D6A-B14B-085C-272E-FAC9A36A7890}"/>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22" name="Freeform 121">
                    <a:extLst>
                      <a:ext uri="{FF2B5EF4-FFF2-40B4-BE49-F238E27FC236}">
                        <a16:creationId xmlns:a16="http://schemas.microsoft.com/office/drawing/2014/main" id="{20C046EC-8C98-4BF7-05BE-BA49BE8F7A15}"/>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23" name="Straight Connector 122">
                    <a:extLst>
                      <a:ext uri="{FF2B5EF4-FFF2-40B4-BE49-F238E27FC236}">
                        <a16:creationId xmlns:a16="http://schemas.microsoft.com/office/drawing/2014/main" id="{26F09135-18D1-8325-78C1-FA3C1EA1959D}"/>
                      </a:ext>
                    </a:extLst>
                  </p:cNvPr>
                  <p:cNvCxnSpPr>
                    <a:endCxn id="11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24" name="Straight Connector 123">
                    <a:extLst>
                      <a:ext uri="{FF2B5EF4-FFF2-40B4-BE49-F238E27FC236}">
                        <a16:creationId xmlns:a16="http://schemas.microsoft.com/office/drawing/2014/main" id="{8FA9DC9C-A6BA-D7B0-D937-81D0AC0CEDA1}"/>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13" name="Group 112">
                  <a:extLst>
                    <a:ext uri="{FF2B5EF4-FFF2-40B4-BE49-F238E27FC236}">
                      <a16:creationId xmlns:a16="http://schemas.microsoft.com/office/drawing/2014/main" id="{FB7069A5-7446-2604-C7AB-66A7F0797871}"/>
                    </a:ext>
                  </a:extLst>
                </p:cNvPr>
                <p:cNvGrpSpPr/>
                <p:nvPr/>
              </p:nvGrpSpPr>
              <p:grpSpPr>
                <a:xfrm>
                  <a:off x="1770362" y="2873352"/>
                  <a:ext cx="441422" cy="369332"/>
                  <a:chOff x="667045" y="1708643"/>
                  <a:chExt cx="441422" cy="369332"/>
                </a:xfrm>
              </p:grpSpPr>
              <p:sp>
                <p:nvSpPr>
                  <p:cNvPr id="114" name="Oval 113">
                    <a:extLst>
                      <a:ext uri="{FF2B5EF4-FFF2-40B4-BE49-F238E27FC236}">
                        <a16:creationId xmlns:a16="http://schemas.microsoft.com/office/drawing/2014/main" id="{78E7ED2F-C5CA-50DF-4EF8-D1E9295D839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5" name="TextBox 114">
                    <a:extLst>
                      <a:ext uri="{FF2B5EF4-FFF2-40B4-BE49-F238E27FC236}">
                        <a16:creationId xmlns:a16="http://schemas.microsoft.com/office/drawing/2014/main" id="{1262D1CC-2A52-3E14-9B58-9FE3B1364F3D}"/>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2d</a:t>
                    </a:r>
                  </a:p>
                </p:txBody>
              </p:sp>
            </p:grpSp>
          </p:grpSp>
          <p:grpSp>
            <p:nvGrpSpPr>
              <p:cNvPr id="78" name="Group 77">
                <a:extLst>
                  <a:ext uri="{FF2B5EF4-FFF2-40B4-BE49-F238E27FC236}">
                    <a16:creationId xmlns:a16="http://schemas.microsoft.com/office/drawing/2014/main" id="{66253441-8818-DAFF-8A7B-66F5B132D45B}"/>
                  </a:ext>
                </a:extLst>
              </p:cNvPr>
              <p:cNvGrpSpPr/>
              <p:nvPr/>
            </p:nvGrpSpPr>
            <p:grpSpPr>
              <a:xfrm>
                <a:off x="2601806" y="3485072"/>
                <a:ext cx="565150" cy="369332"/>
                <a:chOff x="1736090" y="2873352"/>
                <a:chExt cx="565150" cy="369332"/>
              </a:xfrm>
            </p:grpSpPr>
            <p:grpSp>
              <p:nvGrpSpPr>
                <p:cNvPr id="99" name="Group 327">
                  <a:extLst>
                    <a:ext uri="{FF2B5EF4-FFF2-40B4-BE49-F238E27FC236}">
                      <a16:creationId xmlns:a16="http://schemas.microsoft.com/office/drawing/2014/main" id="{9520964C-C6B4-7228-5763-33C118CE75CA}"/>
                    </a:ext>
                  </a:extLst>
                </p:cNvPr>
                <p:cNvGrpSpPr>
                  <a:grpSpLocks/>
                </p:cNvGrpSpPr>
                <p:nvPr/>
              </p:nvGrpSpPr>
              <p:grpSpPr bwMode="auto">
                <a:xfrm>
                  <a:off x="1736090" y="2893762"/>
                  <a:ext cx="565150" cy="292100"/>
                  <a:chOff x="1871277" y="1576300"/>
                  <a:chExt cx="1128371" cy="437861"/>
                </a:xfrm>
              </p:grpSpPr>
              <p:sp>
                <p:nvSpPr>
                  <p:cNvPr id="103" name="Oval 102">
                    <a:extLst>
                      <a:ext uri="{FF2B5EF4-FFF2-40B4-BE49-F238E27FC236}">
                        <a16:creationId xmlns:a16="http://schemas.microsoft.com/office/drawing/2014/main" id="{2CFC67AA-E8AE-C187-06EE-B99D36C29BE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4" name="Rectangle 103">
                    <a:extLst>
                      <a:ext uri="{FF2B5EF4-FFF2-40B4-BE49-F238E27FC236}">
                        <a16:creationId xmlns:a16="http://schemas.microsoft.com/office/drawing/2014/main" id="{4BE82059-8272-D627-8154-0D75DB9D693D}"/>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5" name="Oval 104">
                    <a:extLst>
                      <a:ext uri="{FF2B5EF4-FFF2-40B4-BE49-F238E27FC236}">
                        <a16:creationId xmlns:a16="http://schemas.microsoft.com/office/drawing/2014/main" id="{7203C8BC-0113-1F28-E844-3BF0CD6BB125}"/>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6" name="Freeform 105">
                    <a:extLst>
                      <a:ext uri="{FF2B5EF4-FFF2-40B4-BE49-F238E27FC236}">
                        <a16:creationId xmlns:a16="http://schemas.microsoft.com/office/drawing/2014/main" id="{560B3D99-941F-7E33-F8BB-885548A09D67}"/>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7" name="Freeform 106">
                    <a:extLst>
                      <a:ext uri="{FF2B5EF4-FFF2-40B4-BE49-F238E27FC236}">
                        <a16:creationId xmlns:a16="http://schemas.microsoft.com/office/drawing/2014/main" id="{3321079F-4DB3-D074-3A89-D35C9423E8E4}"/>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 name="Freeform 107">
                    <a:extLst>
                      <a:ext uri="{FF2B5EF4-FFF2-40B4-BE49-F238E27FC236}">
                        <a16:creationId xmlns:a16="http://schemas.microsoft.com/office/drawing/2014/main" id="{B77706DE-78E8-4D02-1A0B-F9CCE7D197E4}"/>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9" name="Freeform 108">
                    <a:extLst>
                      <a:ext uri="{FF2B5EF4-FFF2-40B4-BE49-F238E27FC236}">
                        <a16:creationId xmlns:a16="http://schemas.microsoft.com/office/drawing/2014/main" id="{3C89A543-6A21-4D6F-232E-32665FA417D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10" name="Straight Connector 109">
                    <a:extLst>
                      <a:ext uri="{FF2B5EF4-FFF2-40B4-BE49-F238E27FC236}">
                        <a16:creationId xmlns:a16="http://schemas.microsoft.com/office/drawing/2014/main" id="{EED55516-23C3-9176-67DC-434A1245A4C3}"/>
                      </a:ext>
                    </a:extLst>
                  </p:cNvPr>
                  <p:cNvCxnSpPr>
                    <a:endCxn id="105"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11" name="Straight Connector 110">
                    <a:extLst>
                      <a:ext uri="{FF2B5EF4-FFF2-40B4-BE49-F238E27FC236}">
                        <a16:creationId xmlns:a16="http://schemas.microsoft.com/office/drawing/2014/main" id="{7C0E3DAB-375A-C336-E16E-3B07070095E7}"/>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0" name="Group 99">
                  <a:extLst>
                    <a:ext uri="{FF2B5EF4-FFF2-40B4-BE49-F238E27FC236}">
                      <a16:creationId xmlns:a16="http://schemas.microsoft.com/office/drawing/2014/main" id="{C300BE65-CED7-37BC-2D7E-36D0A5FC8C6E}"/>
                    </a:ext>
                  </a:extLst>
                </p:cNvPr>
                <p:cNvGrpSpPr/>
                <p:nvPr/>
              </p:nvGrpSpPr>
              <p:grpSpPr>
                <a:xfrm>
                  <a:off x="1770362" y="2873352"/>
                  <a:ext cx="428460" cy="369332"/>
                  <a:chOff x="667045" y="1708643"/>
                  <a:chExt cx="428460" cy="369332"/>
                </a:xfrm>
              </p:grpSpPr>
              <p:sp>
                <p:nvSpPr>
                  <p:cNvPr id="101" name="Oval 100">
                    <a:extLst>
                      <a:ext uri="{FF2B5EF4-FFF2-40B4-BE49-F238E27FC236}">
                        <a16:creationId xmlns:a16="http://schemas.microsoft.com/office/drawing/2014/main" id="{920238B2-4640-FC9D-8EBB-818A458629CD}"/>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 name="TextBox 101">
                    <a:extLst>
                      <a:ext uri="{FF2B5EF4-FFF2-40B4-BE49-F238E27FC236}">
                        <a16:creationId xmlns:a16="http://schemas.microsoft.com/office/drawing/2014/main" id="{9E2F6364-E8EC-F47E-21C0-E6100CEE5DCF}"/>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2c</a:t>
                    </a:r>
                  </a:p>
                </p:txBody>
              </p:sp>
            </p:grpSp>
          </p:grpSp>
          <p:grpSp>
            <p:nvGrpSpPr>
              <p:cNvPr id="79" name="Group 78">
                <a:extLst>
                  <a:ext uri="{FF2B5EF4-FFF2-40B4-BE49-F238E27FC236}">
                    <a16:creationId xmlns:a16="http://schemas.microsoft.com/office/drawing/2014/main" id="{559B8154-F297-6520-4C54-E3474A7B1D4D}"/>
                  </a:ext>
                </a:extLst>
              </p:cNvPr>
              <p:cNvGrpSpPr/>
              <p:nvPr/>
            </p:nvGrpSpPr>
            <p:grpSpPr>
              <a:xfrm>
                <a:off x="833331" y="3478719"/>
                <a:ext cx="565150" cy="369332"/>
                <a:chOff x="1736090" y="2873352"/>
                <a:chExt cx="565150" cy="369332"/>
              </a:xfrm>
            </p:grpSpPr>
            <p:grpSp>
              <p:nvGrpSpPr>
                <p:cNvPr id="86" name="Group 327">
                  <a:extLst>
                    <a:ext uri="{FF2B5EF4-FFF2-40B4-BE49-F238E27FC236}">
                      <a16:creationId xmlns:a16="http://schemas.microsoft.com/office/drawing/2014/main" id="{FDA4D547-C7A0-9DAA-9ABA-9F5E3B3738B3}"/>
                    </a:ext>
                  </a:extLst>
                </p:cNvPr>
                <p:cNvGrpSpPr>
                  <a:grpSpLocks/>
                </p:cNvGrpSpPr>
                <p:nvPr/>
              </p:nvGrpSpPr>
              <p:grpSpPr bwMode="auto">
                <a:xfrm>
                  <a:off x="1736090" y="2893762"/>
                  <a:ext cx="565150" cy="292100"/>
                  <a:chOff x="1871277" y="1576300"/>
                  <a:chExt cx="1128371" cy="437861"/>
                </a:xfrm>
              </p:grpSpPr>
              <p:sp>
                <p:nvSpPr>
                  <p:cNvPr id="90" name="Oval 89">
                    <a:extLst>
                      <a:ext uri="{FF2B5EF4-FFF2-40B4-BE49-F238E27FC236}">
                        <a16:creationId xmlns:a16="http://schemas.microsoft.com/office/drawing/2014/main" id="{BBE0EAE0-B9FA-6EEA-4253-13107E5C2C5D}"/>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1" name="Rectangle 90">
                    <a:extLst>
                      <a:ext uri="{FF2B5EF4-FFF2-40B4-BE49-F238E27FC236}">
                        <a16:creationId xmlns:a16="http://schemas.microsoft.com/office/drawing/2014/main" id="{0BA36C26-6E8D-4DAE-8D23-1A994BCE0B33}"/>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 name="Oval 91">
                    <a:extLst>
                      <a:ext uri="{FF2B5EF4-FFF2-40B4-BE49-F238E27FC236}">
                        <a16:creationId xmlns:a16="http://schemas.microsoft.com/office/drawing/2014/main" id="{210A6B47-C41D-7ABF-69A3-A95E2F855E86}"/>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3" name="Freeform 92">
                    <a:extLst>
                      <a:ext uri="{FF2B5EF4-FFF2-40B4-BE49-F238E27FC236}">
                        <a16:creationId xmlns:a16="http://schemas.microsoft.com/office/drawing/2014/main" id="{4D006D6E-C679-FBAB-8349-3B2081B294EF}"/>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4" name="Freeform 93">
                    <a:extLst>
                      <a:ext uri="{FF2B5EF4-FFF2-40B4-BE49-F238E27FC236}">
                        <a16:creationId xmlns:a16="http://schemas.microsoft.com/office/drawing/2014/main" id="{D3E48A55-64E8-2A79-2EF4-171D286EBEC6}"/>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 name="Freeform 94">
                    <a:extLst>
                      <a:ext uri="{FF2B5EF4-FFF2-40B4-BE49-F238E27FC236}">
                        <a16:creationId xmlns:a16="http://schemas.microsoft.com/office/drawing/2014/main" id="{7BCF1524-FA9D-48BB-A50B-F1F3C6DAB525}"/>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6" name="Freeform 95">
                    <a:extLst>
                      <a:ext uri="{FF2B5EF4-FFF2-40B4-BE49-F238E27FC236}">
                        <a16:creationId xmlns:a16="http://schemas.microsoft.com/office/drawing/2014/main" id="{2684C1B1-F4AA-AD8B-1FE6-1BAA9B25E6BF}"/>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7" name="Straight Connector 96">
                    <a:extLst>
                      <a:ext uri="{FF2B5EF4-FFF2-40B4-BE49-F238E27FC236}">
                        <a16:creationId xmlns:a16="http://schemas.microsoft.com/office/drawing/2014/main" id="{235AF4DC-B53A-1210-157E-6E31C53E0557}"/>
                      </a:ext>
                    </a:extLst>
                  </p:cNvPr>
                  <p:cNvCxnSpPr>
                    <a:endCxn id="9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8" name="Straight Connector 97">
                    <a:extLst>
                      <a:ext uri="{FF2B5EF4-FFF2-40B4-BE49-F238E27FC236}">
                        <a16:creationId xmlns:a16="http://schemas.microsoft.com/office/drawing/2014/main" id="{298B49B1-709B-6AFB-6B50-D07BE2CA3037}"/>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7" name="Group 86">
                  <a:extLst>
                    <a:ext uri="{FF2B5EF4-FFF2-40B4-BE49-F238E27FC236}">
                      <a16:creationId xmlns:a16="http://schemas.microsoft.com/office/drawing/2014/main" id="{B57F8923-4BE2-6548-7952-8B6FF802B27C}"/>
                    </a:ext>
                  </a:extLst>
                </p:cNvPr>
                <p:cNvGrpSpPr/>
                <p:nvPr/>
              </p:nvGrpSpPr>
              <p:grpSpPr>
                <a:xfrm>
                  <a:off x="1770362" y="2873352"/>
                  <a:ext cx="441422" cy="369332"/>
                  <a:chOff x="667045" y="1708643"/>
                  <a:chExt cx="441422" cy="369332"/>
                </a:xfrm>
              </p:grpSpPr>
              <p:sp>
                <p:nvSpPr>
                  <p:cNvPr id="88" name="Oval 87">
                    <a:extLst>
                      <a:ext uri="{FF2B5EF4-FFF2-40B4-BE49-F238E27FC236}">
                        <a16:creationId xmlns:a16="http://schemas.microsoft.com/office/drawing/2014/main" id="{5633B546-2F7B-992B-E40B-61CB520FDCFD}"/>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9" name="TextBox 88">
                    <a:extLst>
                      <a:ext uri="{FF2B5EF4-FFF2-40B4-BE49-F238E27FC236}">
                        <a16:creationId xmlns:a16="http://schemas.microsoft.com/office/drawing/2014/main" id="{49DE572E-DB42-5BF8-1D6C-FD9387E5351D}"/>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charset="0"/>
                        <a:ea typeface="ＭＳ Ｐゴシック" charset="0"/>
                      </a:rPr>
                      <a:t>2a</a:t>
                    </a:r>
                  </a:p>
                </p:txBody>
              </p:sp>
            </p:grpSp>
          </p:grpSp>
          <p:cxnSp>
            <p:nvCxnSpPr>
              <p:cNvPr id="80" name="Straight Connector 79">
                <a:extLst>
                  <a:ext uri="{FF2B5EF4-FFF2-40B4-BE49-F238E27FC236}">
                    <a16:creationId xmlns:a16="http://schemas.microsoft.com/office/drawing/2014/main" id="{2AA988F4-2C11-F68D-151A-C9C2407C8AB4}"/>
                  </a:ext>
                </a:extLst>
              </p:cNvPr>
              <p:cNvCxnSpPr>
                <a:stCxn id="128" idx="2"/>
                <a:endCxn id="115" idx="0"/>
              </p:cNvCxnSpPr>
              <p:nvPr/>
            </p:nvCxnSpPr>
            <p:spPr bwMode="auto">
              <a:xfrm>
                <a:off x="1991073" y="3242684"/>
                <a:ext cx="4230" cy="851985"/>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81" name="Straight Connector 80">
                <a:extLst>
                  <a:ext uri="{FF2B5EF4-FFF2-40B4-BE49-F238E27FC236}">
                    <a16:creationId xmlns:a16="http://schemas.microsoft.com/office/drawing/2014/main" id="{B0EA2B5E-FDC6-08D0-B34F-C1BAB8970E43}"/>
                  </a:ext>
                </a:extLst>
              </p:cNvPr>
              <p:cNvCxnSpPr/>
              <p:nvPr/>
            </p:nvCxnSpPr>
            <p:spPr bwMode="auto">
              <a:xfrm>
                <a:off x="1407477" y="3648621"/>
                <a:ext cx="1204913" cy="6353"/>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82" name="Straight Connector 81">
                <a:extLst>
                  <a:ext uri="{FF2B5EF4-FFF2-40B4-BE49-F238E27FC236}">
                    <a16:creationId xmlns:a16="http://schemas.microsoft.com/office/drawing/2014/main" id="{49951926-5AAD-9BAB-FAD5-C2BD101982A4}"/>
                  </a:ext>
                </a:extLst>
              </p:cNvPr>
              <p:cNvCxnSpPr>
                <a:stCxn id="129" idx="7"/>
              </p:cNvCxnSpPr>
              <p:nvPr/>
            </p:nvCxnSpPr>
            <p:spPr bwMode="auto">
              <a:xfrm>
                <a:off x="2218708" y="3154477"/>
                <a:ext cx="480042" cy="369773"/>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83" name="Straight Connector 82">
                <a:extLst>
                  <a:ext uri="{FF2B5EF4-FFF2-40B4-BE49-F238E27FC236}">
                    <a16:creationId xmlns:a16="http://schemas.microsoft.com/office/drawing/2014/main" id="{80F869DD-1DAA-832B-B90F-F3C66E23020A}"/>
                  </a:ext>
                </a:extLst>
              </p:cNvPr>
              <p:cNvCxnSpPr/>
              <p:nvPr/>
            </p:nvCxnSpPr>
            <p:spPr bwMode="auto">
              <a:xfrm>
                <a:off x="1300073" y="3786304"/>
                <a:ext cx="477927" cy="357071"/>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84" name="Straight Connector 83">
                <a:extLst>
                  <a:ext uri="{FF2B5EF4-FFF2-40B4-BE49-F238E27FC236}">
                    <a16:creationId xmlns:a16="http://schemas.microsoft.com/office/drawing/2014/main" id="{50B0B827-FF55-3748-0F49-C4DFBA9544E7}"/>
                  </a:ext>
                </a:extLst>
              </p:cNvPr>
              <p:cNvCxnSpPr/>
              <p:nvPr/>
            </p:nvCxnSpPr>
            <p:spPr bwMode="auto">
              <a:xfrm flipH="1">
                <a:off x="2196042" y="3783542"/>
                <a:ext cx="508002" cy="349250"/>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85" name="Straight Connector 84">
                <a:extLst>
                  <a:ext uri="{FF2B5EF4-FFF2-40B4-BE49-F238E27FC236}">
                    <a16:creationId xmlns:a16="http://schemas.microsoft.com/office/drawing/2014/main" id="{F83AE030-5CD8-5568-218C-1A5EF87BD2FD}"/>
                  </a:ext>
                </a:extLst>
              </p:cNvPr>
              <p:cNvCxnSpPr/>
              <p:nvPr/>
            </p:nvCxnSpPr>
            <p:spPr bwMode="auto">
              <a:xfrm flipH="1">
                <a:off x="1287553" y="3166946"/>
                <a:ext cx="508002" cy="349250"/>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grpSp>
      <p:grpSp>
        <p:nvGrpSpPr>
          <p:cNvPr id="138" name="Group 137">
            <a:extLst>
              <a:ext uri="{FF2B5EF4-FFF2-40B4-BE49-F238E27FC236}">
                <a16:creationId xmlns:a16="http://schemas.microsoft.com/office/drawing/2014/main" id="{4530B541-9821-D0EB-EEC3-1E3B52DA00DC}"/>
              </a:ext>
            </a:extLst>
          </p:cNvPr>
          <p:cNvGrpSpPr/>
          <p:nvPr/>
        </p:nvGrpSpPr>
        <p:grpSpPr>
          <a:xfrm>
            <a:off x="7317657" y="1744686"/>
            <a:ext cx="2712783" cy="1853712"/>
            <a:chOff x="-2170772" y="2784954"/>
            <a:chExt cx="2712783" cy="1853712"/>
          </a:xfrm>
        </p:grpSpPr>
        <p:sp>
          <p:nvSpPr>
            <p:cNvPr id="139" name="Freeform 2">
              <a:extLst>
                <a:ext uri="{FF2B5EF4-FFF2-40B4-BE49-F238E27FC236}">
                  <a16:creationId xmlns:a16="http://schemas.microsoft.com/office/drawing/2014/main" id="{139BEF69-38AE-596E-60F8-5A085ECB470D}"/>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40" name="Group 139">
              <a:extLst>
                <a:ext uri="{FF2B5EF4-FFF2-40B4-BE49-F238E27FC236}">
                  <a16:creationId xmlns:a16="http://schemas.microsoft.com/office/drawing/2014/main" id="{91740DFF-21B2-AA7A-BDFD-6E96E78A0610}"/>
                </a:ext>
              </a:extLst>
            </p:cNvPr>
            <p:cNvGrpSpPr/>
            <p:nvPr/>
          </p:nvGrpSpPr>
          <p:grpSpPr>
            <a:xfrm>
              <a:off x="-1935370" y="2935816"/>
              <a:ext cx="2333625" cy="1590649"/>
              <a:chOff x="833331" y="2873352"/>
              <a:chExt cx="2333625" cy="1590649"/>
            </a:xfrm>
          </p:grpSpPr>
          <p:grpSp>
            <p:nvGrpSpPr>
              <p:cNvPr id="141" name="Group 140">
                <a:extLst>
                  <a:ext uri="{FF2B5EF4-FFF2-40B4-BE49-F238E27FC236}">
                    <a16:creationId xmlns:a16="http://schemas.microsoft.com/office/drawing/2014/main" id="{436277DD-A5D8-8DDB-A786-DA955CC462D1}"/>
                  </a:ext>
                </a:extLst>
              </p:cNvPr>
              <p:cNvGrpSpPr/>
              <p:nvPr/>
            </p:nvGrpSpPr>
            <p:grpSpPr>
              <a:xfrm>
                <a:off x="1736090" y="2873352"/>
                <a:ext cx="565150" cy="369332"/>
                <a:chOff x="1736090" y="2873352"/>
                <a:chExt cx="565150" cy="369332"/>
              </a:xfrm>
            </p:grpSpPr>
            <p:grpSp>
              <p:nvGrpSpPr>
                <p:cNvPr id="190" name="Group 327">
                  <a:extLst>
                    <a:ext uri="{FF2B5EF4-FFF2-40B4-BE49-F238E27FC236}">
                      <a16:creationId xmlns:a16="http://schemas.microsoft.com/office/drawing/2014/main" id="{6C49AE7F-B584-6E2F-80B9-7A951BBFA60E}"/>
                    </a:ext>
                  </a:extLst>
                </p:cNvPr>
                <p:cNvGrpSpPr>
                  <a:grpSpLocks/>
                </p:cNvGrpSpPr>
                <p:nvPr/>
              </p:nvGrpSpPr>
              <p:grpSpPr bwMode="auto">
                <a:xfrm>
                  <a:off x="1736090" y="2893762"/>
                  <a:ext cx="565150" cy="292100"/>
                  <a:chOff x="1871277" y="1576300"/>
                  <a:chExt cx="1128371" cy="437861"/>
                </a:xfrm>
              </p:grpSpPr>
              <p:sp>
                <p:nvSpPr>
                  <p:cNvPr id="194" name="Oval 193">
                    <a:extLst>
                      <a:ext uri="{FF2B5EF4-FFF2-40B4-BE49-F238E27FC236}">
                        <a16:creationId xmlns:a16="http://schemas.microsoft.com/office/drawing/2014/main" id="{E1F0F808-C684-22AA-B0B1-4DA2465B05E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95" name="Rectangle 194">
                    <a:extLst>
                      <a:ext uri="{FF2B5EF4-FFF2-40B4-BE49-F238E27FC236}">
                        <a16:creationId xmlns:a16="http://schemas.microsoft.com/office/drawing/2014/main" id="{0247861E-BD34-21BC-5C4B-1EFA59268E8B}"/>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96" name="Oval 195">
                    <a:extLst>
                      <a:ext uri="{FF2B5EF4-FFF2-40B4-BE49-F238E27FC236}">
                        <a16:creationId xmlns:a16="http://schemas.microsoft.com/office/drawing/2014/main" id="{E0AE55AD-CC5E-A139-485E-4619F0926C4B}"/>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97" name="Freeform 196">
                    <a:extLst>
                      <a:ext uri="{FF2B5EF4-FFF2-40B4-BE49-F238E27FC236}">
                        <a16:creationId xmlns:a16="http://schemas.microsoft.com/office/drawing/2014/main" id="{AFC0C49C-AA0A-AF27-5448-2E6DC81E1902}"/>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98" name="Freeform 197">
                    <a:extLst>
                      <a:ext uri="{FF2B5EF4-FFF2-40B4-BE49-F238E27FC236}">
                        <a16:creationId xmlns:a16="http://schemas.microsoft.com/office/drawing/2014/main" id="{8B18DDFE-88BB-D096-2DD6-413B30FB0DDD}"/>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99" name="Freeform 198">
                    <a:extLst>
                      <a:ext uri="{FF2B5EF4-FFF2-40B4-BE49-F238E27FC236}">
                        <a16:creationId xmlns:a16="http://schemas.microsoft.com/office/drawing/2014/main" id="{A85DA851-7868-B3EC-CEC0-EF4207C9660B}"/>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00" name="Freeform 199">
                    <a:extLst>
                      <a:ext uri="{FF2B5EF4-FFF2-40B4-BE49-F238E27FC236}">
                        <a16:creationId xmlns:a16="http://schemas.microsoft.com/office/drawing/2014/main" id="{01DE571F-912E-AD74-FE30-3C6614DB0036}"/>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201" name="Straight Connector 200">
                    <a:extLst>
                      <a:ext uri="{FF2B5EF4-FFF2-40B4-BE49-F238E27FC236}">
                        <a16:creationId xmlns:a16="http://schemas.microsoft.com/office/drawing/2014/main" id="{D45484BD-EB88-47B8-B16E-BD9E3D340E2B}"/>
                      </a:ext>
                    </a:extLst>
                  </p:cNvPr>
                  <p:cNvCxnSpPr>
                    <a:endCxn id="19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202" name="Straight Connector 201">
                    <a:extLst>
                      <a:ext uri="{FF2B5EF4-FFF2-40B4-BE49-F238E27FC236}">
                        <a16:creationId xmlns:a16="http://schemas.microsoft.com/office/drawing/2014/main" id="{A0173123-D17E-CA12-9512-0D300F95FECF}"/>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91" name="Group 190">
                  <a:extLst>
                    <a:ext uri="{FF2B5EF4-FFF2-40B4-BE49-F238E27FC236}">
                      <a16:creationId xmlns:a16="http://schemas.microsoft.com/office/drawing/2014/main" id="{2386B465-8248-247E-C6C0-AA0BCEC86421}"/>
                    </a:ext>
                  </a:extLst>
                </p:cNvPr>
                <p:cNvGrpSpPr/>
                <p:nvPr/>
              </p:nvGrpSpPr>
              <p:grpSpPr>
                <a:xfrm>
                  <a:off x="1770362" y="2873352"/>
                  <a:ext cx="441422" cy="369332"/>
                  <a:chOff x="667045" y="1708643"/>
                  <a:chExt cx="441422" cy="369332"/>
                </a:xfrm>
              </p:grpSpPr>
              <p:sp>
                <p:nvSpPr>
                  <p:cNvPr id="192" name="Oval 191">
                    <a:extLst>
                      <a:ext uri="{FF2B5EF4-FFF2-40B4-BE49-F238E27FC236}">
                        <a16:creationId xmlns:a16="http://schemas.microsoft.com/office/drawing/2014/main" id="{52BC82AC-9DA6-7C48-6053-3ED163A38B58}"/>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93" name="TextBox 192">
                    <a:extLst>
                      <a:ext uri="{FF2B5EF4-FFF2-40B4-BE49-F238E27FC236}">
                        <a16:creationId xmlns:a16="http://schemas.microsoft.com/office/drawing/2014/main" id="{3BF02186-9C95-A7A5-8321-2E62BFAAC0E5}"/>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3b</a:t>
                    </a:r>
                  </a:p>
                </p:txBody>
              </p:sp>
            </p:grpSp>
          </p:grpSp>
          <p:grpSp>
            <p:nvGrpSpPr>
              <p:cNvPr id="142" name="Group 141">
                <a:extLst>
                  <a:ext uri="{FF2B5EF4-FFF2-40B4-BE49-F238E27FC236}">
                    <a16:creationId xmlns:a16="http://schemas.microsoft.com/office/drawing/2014/main" id="{F417262E-074B-76DD-5472-2E62AC67E22C}"/>
                  </a:ext>
                </a:extLst>
              </p:cNvPr>
              <p:cNvGrpSpPr/>
              <p:nvPr/>
            </p:nvGrpSpPr>
            <p:grpSpPr>
              <a:xfrm>
                <a:off x="1740320" y="4094669"/>
                <a:ext cx="565150" cy="369332"/>
                <a:chOff x="1736090" y="2873352"/>
                <a:chExt cx="565150" cy="369332"/>
              </a:xfrm>
            </p:grpSpPr>
            <p:grpSp>
              <p:nvGrpSpPr>
                <p:cNvPr id="177" name="Group 327">
                  <a:extLst>
                    <a:ext uri="{FF2B5EF4-FFF2-40B4-BE49-F238E27FC236}">
                      <a16:creationId xmlns:a16="http://schemas.microsoft.com/office/drawing/2014/main" id="{6A0F4A56-3C37-FBDA-823B-979ED86DE562}"/>
                    </a:ext>
                  </a:extLst>
                </p:cNvPr>
                <p:cNvGrpSpPr>
                  <a:grpSpLocks/>
                </p:cNvGrpSpPr>
                <p:nvPr/>
              </p:nvGrpSpPr>
              <p:grpSpPr bwMode="auto">
                <a:xfrm>
                  <a:off x="1736090" y="2893762"/>
                  <a:ext cx="565150" cy="292100"/>
                  <a:chOff x="1871277" y="1576300"/>
                  <a:chExt cx="1128371" cy="437861"/>
                </a:xfrm>
              </p:grpSpPr>
              <p:sp>
                <p:nvSpPr>
                  <p:cNvPr id="181" name="Oval 180">
                    <a:extLst>
                      <a:ext uri="{FF2B5EF4-FFF2-40B4-BE49-F238E27FC236}">
                        <a16:creationId xmlns:a16="http://schemas.microsoft.com/office/drawing/2014/main" id="{F6CFBC9E-29C1-A949-D299-F9C2C4925970}"/>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82" name="Rectangle 181">
                    <a:extLst>
                      <a:ext uri="{FF2B5EF4-FFF2-40B4-BE49-F238E27FC236}">
                        <a16:creationId xmlns:a16="http://schemas.microsoft.com/office/drawing/2014/main" id="{2809D619-70A7-711C-1B10-C23100B04D7F}"/>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83" name="Oval 182">
                    <a:extLst>
                      <a:ext uri="{FF2B5EF4-FFF2-40B4-BE49-F238E27FC236}">
                        <a16:creationId xmlns:a16="http://schemas.microsoft.com/office/drawing/2014/main" id="{0FCA790F-66C7-7A41-EA3D-7E2C86FF814A}"/>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84" name="Freeform 183">
                    <a:extLst>
                      <a:ext uri="{FF2B5EF4-FFF2-40B4-BE49-F238E27FC236}">
                        <a16:creationId xmlns:a16="http://schemas.microsoft.com/office/drawing/2014/main" id="{AEA5D365-E182-3BD9-E897-0F4EB936863B}"/>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85" name="Freeform 184">
                    <a:extLst>
                      <a:ext uri="{FF2B5EF4-FFF2-40B4-BE49-F238E27FC236}">
                        <a16:creationId xmlns:a16="http://schemas.microsoft.com/office/drawing/2014/main" id="{E8B22883-3BF9-0EFB-2BFE-229C11D2B3C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86" name="Freeform 185">
                    <a:extLst>
                      <a:ext uri="{FF2B5EF4-FFF2-40B4-BE49-F238E27FC236}">
                        <a16:creationId xmlns:a16="http://schemas.microsoft.com/office/drawing/2014/main" id="{15111F86-9738-AE35-0BD3-5B0E7EB44638}"/>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87" name="Freeform 186">
                    <a:extLst>
                      <a:ext uri="{FF2B5EF4-FFF2-40B4-BE49-F238E27FC236}">
                        <a16:creationId xmlns:a16="http://schemas.microsoft.com/office/drawing/2014/main" id="{2742AEB0-1622-972B-1963-0C43F4632809}"/>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88" name="Straight Connector 187">
                    <a:extLst>
                      <a:ext uri="{FF2B5EF4-FFF2-40B4-BE49-F238E27FC236}">
                        <a16:creationId xmlns:a16="http://schemas.microsoft.com/office/drawing/2014/main" id="{2E93FD18-A308-6CE0-FD60-A0D6CE228228}"/>
                      </a:ext>
                    </a:extLst>
                  </p:cNvPr>
                  <p:cNvCxnSpPr>
                    <a:endCxn id="183"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89" name="Straight Connector 188">
                    <a:extLst>
                      <a:ext uri="{FF2B5EF4-FFF2-40B4-BE49-F238E27FC236}">
                        <a16:creationId xmlns:a16="http://schemas.microsoft.com/office/drawing/2014/main" id="{98CBFBE3-0F63-EB97-8233-A7853027E17F}"/>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78" name="Group 177">
                  <a:extLst>
                    <a:ext uri="{FF2B5EF4-FFF2-40B4-BE49-F238E27FC236}">
                      <a16:creationId xmlns:a16="http://schemas.microsoft.com/office/drawing/2014/main" id="{84B2FC48-19E2-182D-6210-7C185D4DE80A}"/>
                    </a:ext>
                  </a:extLst>
                </p:cNvPr>
                <p:cNvGrpSpPr/>
                <p:nvPr/>
              </p:nvGrpSpPr>
              <p:grpSpPr>
                <a:xfrm>
                  <a:off x="1770362" y="2873352"/>
                  <a:ext cx="441422" cy="369332"/>
                  <a:chOff x="667045" y="1708643"/>
                  <a:chExt cx="441422" cy="369332"/>
                </a:xfrm>
              </p:grpSpPr>
              <p:sp>
                <p:nvSpPr>
                  <p:cNvPr id="179" name="Oval 178">
                    <a:extLst>
                      <a:ext uri="{FF2B5EF4-FFF2-40B4-BE49-F238E27FC236}">
                        <a16:creationId xmlns:a16="http://schemas.microsoft.com/office/drawing/2014/main" id="{1DC3E1C0-A691-582A-0E24-3C2DDBD7A3F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80" name="TextBox 179">
                    <a:extLst>
                      <a:ext uri="{FF2B5EF4-FFF2-40B4-BE49-F238E27FC236}">
                        <a16:creationId xmlns:a16="http://schemas.microsoft.com/office/drawing/2014/main" id="{7FE277FB-A2D9-8D2A-C49D-F332EFCB27A3}"/>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3d</a:t>
                    </a:r>
                  </a:p>
                </p:txBody>
              </p:sp>
            </p:grpSp>
          </p:grpSp>
          <p:grpSp>
            <p:nvGrpSpPr>
              <p:cNvPr id="143" name="Group 142">
                <a:extLst>
                  <a:ext uri="{FF2B5EF4-FFF2-40B4-BE49-F238E27FC236}">
                    <a16:creationId xmlns:a16="http://schemas.microsoft.com/office/drawing/2014/main" id="{57146C87-AECD-E3A5-32CC-B94FC90CEE7A}"/>
                  </a:ext>
                </a:extLst>
              </p:cNvPr>
              <p:cNvGrpSpPr/>
              <p:nvPr/>
            </p:nvGrpSpPr>
            <p:grpSpPr>
              <a:xfrm>
                <a:off x="2601806" y="3485072"/>
                <a:ext cx="565150" cy="369332"/>
                <a:chOff x="1736090" y="2873352"/>
                <a:chExt cx="565150" cy="369332"/>
              </a:xfrm>
            </p:grpSpPr>
            <p:grpSp>
              <p:nvGrpSpPr>
                <p:cNvPr id="164" name="Group 327">
                  <a:extLst>
                    <a:ext uri="{FF2B5EF4-FFF2-40B4-BE49-F238E27FC236}">
                      <a16:creationId xmlns:a16="http://schemas.microsoft.com/office/drawing/2014/main" id="{21AE2552-F811-2397-DC90-8B7B19FFEAA9}"/>
                    </a:ext>
                  </a:extLst>
                </p:cNvPr>
                <p:cNvGrpSpPr>
                  <a:grpSpLocks/>
                </p:cNvGrpSpPr>
                <p:nvPr/>
              </p:nvGrpSpPr>
              <p:grpSpPr bwMode="auto">
                <a:xfrm>
                  <a:off x="1736090" y="2893762"/>
                  <a:ext cx="565150" cy="292100"/>
                  <a:chOff x="1871277" y="1576300"/>
                  <a:chExt cx="1128371" cy="437861"/>
                </a:xfrm>
              </p:grpSpPr>
              <p:sp>
                <p:nvSpPr>
                  <p:cNvPr id="168" name="Oval 167">
                    <a:extLst>
                      <a:ext uri="{FF2B5EF4-FFF2-40B4-BE49-F238E27FC236}">
                        <a16:creationId xmlns:a16="http://schemas.microsoft.com/office/drawing/2014/main" id="{1031717A-22CF-B4C6-BD94-0A261E1BA551}"/>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69" name="Rectangle 168">
                    <a:extLst>
                      <a:ext uri="{FF2B5EF4-FFF2-40B4-BE49-F238E27FC236}">
                        <a16:creationId xmlns:a16="http://schemas.microsoft.com/office/drawing/2014/main" id="{D7826623-8F75-7DEF-B38A-1CE1C993047F}"/>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70" name="Oval 169">
                    <a:extLst>
                      <a:ext uri="{FF2B5EF4-FFF2-40B4-BE49-F238E27FC236}">
                        <a16:creationId xmlns:a16="http://schemas.microsoft.com/office/drawing/2014/main" id="{C08B931F-2008-57F2-1ACB-A73052E08F1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71" name="Freeform 170">
                    <a:extLst>
                      <a:ext uri="{FF2B5EF4-FFF2-40B4-BE49-F238E27FC236}">
                        <a16:creationId xmlns:a16="http://schemas.microsoft.com/office/drawing/2014/main" id="{56792A60-4BC7-2FC9-CB9C-ECFC7F658B4F}"/>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72" name="Freeform 171">
                    <a:extLst>
                      <a:ext uri="{FF2B5EF4-FFF2-40B4-BE49-F238E27FC236}">
                        <a16:creationId xmlns:a16="http://schemas.microsoft.com/office/drawing/2014/main" id="{99B38222-C07D-8F4E-A4D0-4D7271651FCF}"/>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73" name="Freeform 172">
                    <a:extLst>
                      <a:ext uri="{FF2B5EF4-FFF2-40B4-BE49-F238E27FC236}">
                        <a16:creationId xmlns:a16="http://schemas.microsoft.com/office/drawing/2014/main" id="{60BFD22F-849F-403F-FC45-A6649A7DB99B}"/>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74" name="Freeform 173">
                    <a:extLst>
                      <a:ext uri="{FF2B5EF4-FFF2-40B4-BE49-F238E27FC236}">
                        <a16:creationId xmlns:a16="http://schemas.microsoft.com/office/drawing/2014/main" id="{39A53F89-266D-E1C4-7723-418875F102E8}"/>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75" name="Straight Connector 174">
                    <a:extLst>
                      <a:ext uri="{FF2B5EF4-FFF2-40B4-BE49-F238E27FC236}">
                        <a16:creationId xmlns:a16="http://schemas.microsoft.com/office/drawing/2014/main" id="{C8C51731-9955-C33D-5CA5-AC23197BB7AB}"/>
                      </a:ext>
                    </a:extLst>
                  </p:cNvPr>
                  <p:cNvCxnSpPr>
                    <a:endCxn id="170"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76" name="Straight Connector 175">
                    <a:extLst>
                      <a:ext uri="{FF2B5EF4-FFF2-40B4-BE49-F238E27FC236}">
                        <a16:creationId xmlns:a16="http://schemas.microsoft.com/office/drawing/2014/main" id="{1A212B03-8D6A-5C56-9CB2-1F91D08BAD4B}"/>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65" name="Group 164">
                  <a:extLst>
                    <a:ext uri="{FF2B5EF4-FFF2-40B4-BE49-F238E27FC236}">
                      <a16:creationId xmlns:a16="http://schemas.microsoft.com/office/drawing/2014/main" id="{A97C7ACF-B113-343C-1004-571C579A8D61}"/>
                    </a:ext>
                  </a:extLst>
                </p:cNvPr>
                <p:cNvGrpSpPr/>
                <p:nvPr/>
              </p:nvGrpSpPr>
              <p:grpSpPr>
                <a:xfrm>
                  <a:off x="1770362" y="2873352"/>
                  <a:ext cx="428460" cy="369332"/>
                  <a:chOff x="667045" y="1708643"/>
                  <a:chExt cx="428460" cy="369332"/>
                </a:xfrm>
              </p:grpSpPr>
              <p:sp>
                <p:nvSpPr>
                  <p:cNvPr id="166" name="Oval 165">
                    <a:extLst>
                      <a:ext uri="{FF2B5EF4-FFF2-40B4-BE49-F238E27FC236}">
                        <a16:creationId xmlns:a16="http://schemas.microsoft.com/office/drawing/2014/main" id="{6176385C-0697-D3A0-4697-AF36E0025DAB}"/>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67" name="TextBox 166">
                    <a:extLst>
                      <a:ext uri="{FF2B5EF4-FFF2-40B4-BE49-F238E27FC236}">
                        <a16:creationId xmlns:a16="http://schemas.microsoft.com/office/drawing/2014/main" id="{28FC90BA-B172-2F4B-9E5B-BA611470A6B2}"/>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3c</a:t>
                    </a:r>
                  </a:p>
                </p:txBody>
              </p:sp>
            </p:grpSp>
          </p:grpSp>
          <p:grpSp>
            <p:nvGrpSpPr>
              <p:cNvPr id="144" name="Group 143">
                <a:extLst>
                  <a:ext uri="{FF2B5EF4-FFF2-40B4-BE49-F238E27FC236}">
                    <a16:creationId xmlns:a16="http://schemas.microsoft.com/office/drawing/2014/main" id="{698AAC11-97C5-DF62-0F07-A840849F3EAA}"/>
                  </a:ext>
                </a:extLst>
              </p:cNvPr>
              <p:cNvGrpSpPr/>
              <p:nvPr/>
            </p:nvGrpSpPr>
            <p:grpSpPr>
              <a:xfrm>
                <a:off x="833331" y="3478719"/>
                <a:ext cx="565150" cy="369332"/>
                <a:chOff x="1736090" y="2873352"/>
                <a:chExt cx="565150" cy="369332"/>
              </a:xfrm>
            </p:grpSpPr>
            <p:grpSp>
              <p:nvGrpSpPr>
                <p:cNvPr id="151" name="Group 327">
                  <a:extLst>
                    <a:ext uri="{FF2B5EF4-FFF2-40B4-BE49-F238E27FC236}">
                      <a16:creationId xmlns:a16="http://schemas.microsoft.com/office/drawing/2014/main" id="{0499FE89-856F-2C57-2017-F916D105E9AE}"/>
                    </a:ext>
                  </a:extLst>
                </p:cNvPr>
                <p:cNvGrpSpPr>
                  <a:grpSpLocks/>
                </p:cNvGrpSpPr>
                <p:nvPr/>
              </p:nvGrpSpPr>
              <p:grpSpPr bwMode="auto">
                <a:xfrm>
                  <a:off x="1736090" y="2893762"/>
                  <a:ext cx="565150" cy="292100"/>
                  <a:chOff x="1871277" y="1576300"/>
                  <a:chExt cx="1128371" cy="437861"/>
                </a:xfrm>
              </p:grpSpPr>
              <p:sp>
                <p:nvSpPr>
                  <p:cNvPr id="155" name="Oval 154">
                    <a:extLst>
                      <a:ext uri="{FF2B5EF4-FFF2-40B4-BE49-F238E27FC236}">
                        <a16:creationId xmlns:a16="http://schemas.microsoft.com/office/drawing/2014/main" id="{00B62938-92CB-1BE7-4126-38649D43AB0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56" name="Rectangle 155">
                    <a:extLst>
                      <a:ext uri="{FF2B5EF4-FFF2-40B4-BE49-F238E27FC236}">
                        <a16:creationId xmlns:a16="http://schemas.microsoft.com/office/drawing/2014/main" id="{FE895EDD-3991-9258-DA2D-4C17DA2D7454}"/>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57" name="Oval 156">
                    <a:extLst>
                      <a:ext uri="{FF2B5EF4-FFF2-40B4-BE49-F238E27FC236}">
                        <a16:creationId xmlns:a16="http://schemas.microsoft.com/office/drawing/2014/main" id="{52E31DFA-A728-17F7-1F3B-C9FA18F52AD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58" name="Freeform 157">
                    <a:extLst>
                      <a:ext uri="{FF2B5EF4-FFF2-40B4-BE49-F238E27FC236}">
                        <a16:creationId xmlns:a16="http://schemas.microsoft.com/office/drawing/2014/main" id="{DC5CC7D4-0E20-7290-EBEE-D32BE1CCEDDD}"/>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59" name="Freeform 158">
                    <a:extLst>
                      <a:ext uri="{FF2B5EF4-FFF2-40B4-BE49-F238E27FC236}">
                        <a16:creationId xmlns:a16="http://schemas.microsoft.com/office/drawing/2014/main" id="{8E15F7C4-A9BC-2372-C81D-2D29AD1F963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60" name="Freeform 159">
                    <a:extLst>
                      <a:ext uri="{FF2B5EF4-FFF2-40B4-BE49-F238E27FC236}">
                        <a16:creationId xmlns:a16="http://schemas.microsoft.com/office/drawing/2014/main" id="{38272B20-908C-7845-D9A6-301987AA2A3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61" name="Freeform 160">
                    <a:extLst>
                      <a:ext uri="{FF2B5EF4-FFF2-40B4-BE49-F238E27FC236}">
                        <a16:creationId xmlns:a16="http://schemas.microsoft.com/office/drawing/2014/main" id="{E57D1BB8-F790-AD4E-288C-A9A9871174EF}"/>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62" name="Straight Connector 161">
                    <a:extLst>
                      <a:ext uri="{FF2B5EF4-FFF2-40B4-BE49-F238E27FC236}">
                        <a16:creationId xmlns:a16="http://schemas.microsoft.com/office/drawing/2014/main" id="{FD55C2A8-4E52-5F50-BAD9-F79C86927AE5}"/>
                      </a:ext>
                    </a:extLst>
                  </p:cNvPr>
                  <p:cNvCxnSpPr>
                    <a:endCxn id="157"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63" name="Straight Connector 162">
                    <a:extLst>
                      <a:ext uri="{FF2B5EF4-FFF2-40B4-BE49-F238E27FC236}">
                        <a16:creationId xmlns:a16="http://schemas.microsoft.com/office/drawing/2014/main" id="{4F2BBC88-A784-BD5D-00D4-54048871713C}"/>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52" name="Group 151">
                  <a:extLst>
                    <a:ext uri="{FF2B5EF4-FFF2-40B4-BE49-F238E27FC236}">
                      <a16:creationId xmlns:a16="http://schemas.microsoft.com/office/drawing/2014/main" id="{B45EF37D-BA28-3CD9-6430-3C49DBA15D01}"/>
                    </a:ext>
                  </a:extLst>
                </p:cNvPr>
                <p:cNvGrpSpPr/>
                <p:nvPr/>
              </p:nvGrpSpPr>
              <p:grpSpPr>
                <a:xfrm>
                  <a:off x="1770362" y="2873352"/>
                  <a:ext cx="441422" cy="369332"/>
                  <a:chOff x="667045" y="1708643"/>
                  <a:chExt cx="441422" cy="369332"/>
                </a:xfrm>
              </p:grpSpPr>
              <p:sp>
                <p:nvSpPr>
                  <p:cNvPr id="153" name="Oval 152">
                    <a:extLst>
                      <a:ext uri="{FF2B5EF4-FFF2-40B4-BE49-F238E27FC236}">
                        <a16:creationId xmlns:a16="http://schemas.microsoft.com/office/drawing/2014/main" id="{F20F2E6A-2C19-102E-128D-3DBDE36AE917}"/>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54" name="TextBox 153">
                    <a:extLst>
                      <a:ext uri="{FF2B5EF4-FFF2-40B4-BE49-F238E27FC236}">
                        <a16:creationId xmlns:a16="http://schemas.microsoft.com/office/drawing/2014/main" id="{E9AA7879-0159-84BB-8ADE-2CED6BA15635}"/>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a:t>
                    </a:r>
                  </a:p>
                </p:txBody>
              </p:sp>
            </p:grpSp>
          </p:grpSp>
          <p:cxnSp>
            <p:nvCxnSpPr>
              <p:cNvPr id="145" name="Straight Connector 144">
                <a:extLst>
                  <a:ext uri="{FF2B5EF4-FFF2-40B4-BE49-F238E27FC236}">
                    <a16:creationId xmlns:a16="http://schemas.microsoft.com/office/drawing/2014/main" id="{ECF2268D-9E0A-C6E9-3E9D-DAFCE90D2B54}"/>
                  </a:ext>
                </a:extLst>
              </p:cNvPr>
              <p:cNvCxnSpPr>
                <a:stCxn id="193" idx="2"/>
                <a:endCxn id="180" idx="0"/>
              </p:cNvCxnSpPr>
              <p:nvPr/>
            </p:nvCxnSpPr>
            <p:spPr bwMode="auto">
              <a:xfrm>
                <a:off x="1991073" y="3242684"/>
                <a:ext cx="4230" cy="851985"/>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6" name="Straight Connector 145">
                <a:extLst>
                  <a:ext uri="{FF2B5EF4-FFF2-40B4-BE49-F238E27FC236}">
                    <a16:creationId xmlns:a16="http://schemas.microsoft.com/office/drawing/2014/main" id="{57034A66-F384-E121-9C41-6F2074DC2F3A}"/>
                  </a:ext>
                </a:extLst>
              </p:cNvPr>
              <p:cNvCxnSpPr/>
              <p:nvPr/>
            </p:nvCxnSpPr>
            <p:spPr bwMode="auto">
              <a:xfrm>
                <a:off x="1407477" y="3648621"/>
                <a:ext cx="1204913" cy="6353"/>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7" name="Straight Connector 146">
                <a:extLst>
                  <a:ext uri="{FF2B5EF4-FFF2-40B4-BE49-F238E27FC236}">
                    <a16:creationId xmlns:a16="http://schemas.microsoft.com/office/drawing/2014/main" id="{1E537843-2B86-00EE-C3A6-2BEE35EA77CC}"/>
                  </a:ext>
                </a:extLst>
              </p:cNvPr>
              <p:cNvCxnSpPr>
                <a:stCxn id="194" idx="7"/>
              </p:cNvCxnSpPr>
              <p:nvPr/>
            </p:nvCxnSpPr>
            <p:spPr bwMode="auto">
              <a:xfrm>
                <a:off x="2218708" y="3154477"/>
                <a:ext cx="480042" cy="369773"/>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8" name="Straight Connector 147">
                <a:extLst>
                  <a:ext uri="{FF2B5EF4-FFF2-40B4-BE49-F238E27FC236}">
                    <a16:creationId xmlns:a16="http://schemas.microsoft.com/office/drawing/2014/main" id="{908BB648-B4AB-2D74-01EF-D3FD2C504D6C}"/>
                  </a:ext>
                </a:extLst>
              </p:cNvPr>
              <p:cNvCxnSpPr/>
              <p:nvPr/>
            </p:nvCxnSpPr>
            <p:spPr bwMode="auto">
              <a:xfrm>
                <a:off x="1300073" y="3786304"/>
                <a:ext cx="477927" cy="357071"/>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9" name="Straight Connector 148">
                <a:extLst>
                  <a:ext uri="{FF2B5EF4-FFF2-40B4-BE49-F238E27FC236}">
                    <a16:creationId xmlns:a16="http://schemas.microsoft.com/office/drawing/2014/main" id="{343DC22C-6A1C-4FB3-C381-A53044A13CDA}"/>
                  </a:ext>
                </a:extLst>
              </p:cNvPr>
              <p:cNvCxnSpPr/>
              <p:nvPr/>
            </p:nvCxnSpPr>
            <p:spPr bwMode="auto">
              <a:xfrm flipH="1">
                <a:off x="2196042" y="3783542"/>
                <a:ext cx="508002" cy="349250"/>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50" name="Straight Connector 149">
                <a:extLst>
                  <a:ext uri="{FF2B5EF4-FFF2-40B4-BE49-F238E27FC236}">
                    <a16:creationId xmlns:a16="http://schemas.microsoft.com/office/drawing/2014/main" id="{45031132-9B20-397F-A2A4-30B7CEECA665}"/>
                  </a:ext>
                </a:extLst>
              </p:cNvPr>
              <p:cNvCxnSpPr/>
              <p:nvPr/>
            </p:nvCxnSpPr>
            <p:spPr bwMode="auto">
              <a:xfrm flipH="1">
                <a:off x="1287553" y="3166946"/>
                <a:ext cx="508002" cy="349250"/>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grpSp>
      <p:cxnSp>
        <p:nvCxnSpPr>
          <p:cNvPr id="203" name="Straight Connector 202">
            <a:extLst>
              <a:ext uri="{FF2B5EF4-FFF2-40B4-BE49-F238E27FC236}">
                <a16:creationId xmlns:a16="http://schemas.microsoft.com/office/drawing/2014/main" id="{741BC087-3710-E0E6-4A8B-0A54C1F015A8}"/>
              </a:ext>
            </a:extLst>
          </p:cNvPr>
          <p:cNvCxnSpPr/>
          <p:nvPr/>
        </p:nvCxnSpPr>
        <p:spPr bwMode="auto">
          <a:xfrm flipH="1">
            <a:off x="4536338" y="2045275"/>
            <a:ext cx="495463" cy="495451"/>
          </a:xfrm>
          <a:prstGeom prst="line">
            <a:avLst/>
          </a:prstGeom>
          <a:solidFill>
            <a:srgbClr val="00CC99"/>
          </a:solidFill>
          <a:ln w="38100" cap="flat" cmpd="sng" algn="ctr">
            <a:solidFill>
              <a:srgbClr val="CC000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04" name="Straight Connector 203">
            <a:extLst>
              <a:ext uri="{FF2B5EF4-FFF2-40B4-BE49-F238E27FC236}">
                <a16:creationId xmlns:a16="http://schemas.microsoft.com/office/drawing/2014/main" id="{C782028E-CD63-DBC7-8987-D090D78649E1}"/>
              </a:ext>
            </a:extLst>
          </p:cNvPr>
          <p:cNvCxnSpPr>
            <a:endCxn id="103" idx="7"/>
          </p:cNvCxnSpPr>
          <p:nvPr/>
        </p:nvCxnSpPr>
        <p:spPr bwMode="auto">
          <a:xfrm flipH="1" flipV="1">
            <a:off x="7169631" y="2029476"/>
            <a:ext cx="498946" cy="573893"/>
          </a:xfrm>
          <a:prstGeom prst="line">
            <a:avLst/>
          </a:prstGeom>
          <a:solidFill>
            <a:srgbClr val="00CC99"/>
          </a:solidFill>
          <a:ln w="38100" cap="flat" cmpd="sng" algn="ctr">
            <a:solidFill>
              <a:srgbClr val="CC000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205" name="TextBox 204">
            <a:extLst>
              <a:ext uri="{FF2B5EF4-FFF2-40B4-BE49-F238E27FC236}">
                <a16:creationId xmlns:a16="http://schemas.microsoft.com/office/drawing/2014/main" id="{58704566-F2E3-C92E-E4CB-DC0834BDFAA3}"/>
              </a:ext>
            </a:extLst>
          </p:cNvPr>
          <p:cNvSpPr txBox="1"/>
          <p:nvPr/>
        </p:nvSpPr>
        <p:spPr>
          <a:xfrm>
            <a:off x="5750590" y="2948062"/>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2</a:t>
            </a:r>
          </a:p>
        </p:txBody>
      </p:sp>
      <p:sp>
        <p:nvSpPr>
          <p:cNvPr id="206" name="TextBox 205">
            <a:extLst>
              <a:ext uri="{FF2B5EF4-FFF2-40B4-BE49-F238E27FC236}">
                <a16:creationId xmlns:a16="http://schemas.microsoft.com/office/drawing/2014/main" id="{BF71637D-650D-16DD-886E-EBB3A863A46E}"/>
              </a:ext>
            </a:extLst>
          </p:cNvPr>
          <p:cNvSpPr txBox="1"/>
          <p:nvPr/>
        </p:nvSpPr>
        <p:spPr>
          <a:xfrm>
            <a:off x="9178457" y="1503271"/>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3</a:t>
            </a:r>
          </a:p>
        </p:txBody>
      </p:sp>
      <p:sp>
        <p:nvSpPr>
          <p:cNvPr id="207" name="TextBox 206">
            <a:extLst>
              <a:ext uri="{FF2B5EF4-FFF2-40B4-BE49-F238E27FC236}">
                <a16:creationId xmlns:a16="http://schemas.microsoft.com/office/drawing/2014/main" id="{AB286571-6764-D7F0-41CB-E0803AC8D164}"/>
              </a:ext>
            </a:extLst>
          </p:cNvPr>
          <p:cNvSpPr txBox="1"/>
          <p:nvPr/>
        </p:nvSpPr>
        <p:spPr>
          <a:xfrm>
            <a:off x="2677153" y="1285800"/>
            <a:ext cx="753532" cy="400110"/>
          </a:xfrm>
          <a:prstGeom prst="rect">
            <a:avLst/>
          </a:prstGeom>
          <a:noFill/>
        </p:spPr>
        <p:txBody>
          <a:bodyPr wrap="none" rtlCol="0">
            <a:spAutoFit/>
          </a:bodyPr>
          <a:lstStyle/>
          <a:p>
            <a:pPr eaLnBrk="0" fontAlgn="base" hangingPunct="0">
              <a:spcBef>
                <a:spcPct val="0"/>
              </a:spcBef>
              <a:spcAft>
                <a:spcPct val="0"/>
              </a:spcAft>
            </a:pPr>
            <a:r>
              <a:rPr lang="en-US" sz="2000" dirty="0">
                <a:solidFill>
                  <a:srgbClr val="000090"/>
                </a:solidFill>
                <a:latin typeface="Arial" charset="0"/>
                <a:ea typeface="ＭＳ Ｐゴシック" charset="0"/>
              </a:rPr>
              <a:t>AS 1</a:t>
            </a:r>
          </a:p>
        </p:txBody>
      </p:sp>
      <mc:AlternateContent xmlns:mc="http://schemas.openxmlformats.org/markup-compatibility/2006" xmlns:p14="http://schemas.microsoft.com/office/powerpoint/2010/main">
        <mc:Choice Requires="p14">
          <p:contentPart p14:bwMode="auto" r:id="rId3">
            <p14:nvContentPartPr>
              <p14:cNvPr id="377" name="Ink 376">
                <a:extLst>
                  <a:ext uri="{FF2B5EF4-FFF2-40B4-BE49-F238E27FC236}">
                    <a16:creationId xmlns:a16="http://schemas.microsoft.com/office/drawing/2014/main" id="{D93C73CD-E68C-4A4B-3685-FEDE0956D20F}"/>
                  </a:ext>
                </a:extLst>
              </p14:cNvPr>
              <p14:cNvContentPartPr/>
              <p14:nvPr/>
            </p14:nvContentPartPr>
            <p14:xfrm>
              <a:off x="2786773" y="3124441"/>
              <a:ext cx="313920" cy="268200"/>
            </p14:xfrm>
          </p:contentPart>
        </mc:Choice>
        <mc:Fallback xmlns="">
          <p:pic>
            <p:nvPicPr>
              <p:cNvPr id="377" name="Ink 376">
                <a:extLst>
                  <a:ext uri="{FF2B5EF4-FFF2-40B4-BE49-F238E27FC236}">
                    <a16:creationId xmlns:a16="http://schemas.microsoft.com/office/drawing/2014/main" id="{D93C73CD-E68C-4A4B-3685-FEDE0956D20F}"/>
                  </a:ext>
                </a:extLst>
              </p:cNvPr>
              <p:cNvPicPr/>
              <p:nvPr/>
            </p:nvPicPr>
            <p:blipFill>
              <a:blip r:embed="rId4"/>
              <a:stretch>
                <a:fillRect/>
              </a:stretch>
            </p:blipFill>
            <p:spPr>
              <a:xfrm>
                <a:off x="2771311" y="3108961"/>
                <a:ext cx="344485" cy="2988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B5EDF73E-15D7-2440-DECC-7FF44F798235}"/>
                  </a:ext>
                </a:extLst>
              </p14:cNvPr>
              <p14:cNvContentPartPr/>
              <p14:nvPr/>
            </p14:nvContentPartPr>
            <p14:xfrm>
              <a:off x="77040" y="5169600"/>
              <a:ext cx="2370240" cy="788040"/>
            </p14:xfrm>
          </p:contentPart>
        </mc:Choice>
        <mc:Fallback>
          <p:pic>
            <p:nvPicPr>
              <p:cNvPr id="2" name="Ink 1">
                <a:extLst>
                  <a:ext uri="{FF2B5EF4-FFF2-40B4-BE49-F238E27FC236}">
                    <a16:creationId xmlns:a16="http://schemas.microsoft.com/office/drawing/2014/main" id="{B5EDF73E-15D7-2440-DECC-7FF44F798235}"/>
                  </a:ext>
                </a:extLst>
              </p:cNvPr>
              <p:cNvPicPr/>
              <p:nvPr/>
            </p:nvPicPr>
            <p:blipFill>
              <a:blip r:embed="rId6"/>
              <a:stretch>
                <a:fillRect/>
              </a:stretch>
            </p:blipFill>
            <p:spPr>
              <a:xfrm>
                <a:off x="67680" y="5160240"/>
                <a:ext cx="2388960" cy="806760"/>
              </a:xfrm>
              <a:prstGeom prst="rect">
                <a:avLst/>
              </a:prstGeom>
            </p:spPr>
          </p:pic>
        </mc:Fallback>
      </mc:AlternateContent>
    </p:spTree>
    <p:extLst>
      <p:ext uri="{BB962C8B-B14F-4D97-AF65-F5344CB8AC3E}">
        <p14:creationId xmlns:p14="http://schemas.microsoft.com/office/powerpoint/2010/main" val="823374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2A6E4-3A46-4509-D388-35E65990986C}"/>
              </a:ext>
            </a:extLst>
          </p:cNvPr>
          <p:cNvSpPr>
            <a:spLocks noGrp="1"/>
          </p:cNvSpPr>
          <p:nvPr>
            <p:ph type="title"/>
          </p:nvPr>
        </p:nvSpPr>
        <p:spPr/>
        <p:txBody>
          <a:bodyPr/>
          <a:lstStyle/>
          <a:p>
            <a:r>
              <a:rPr lang="en-US" dirty="0"/>
              <a:t>What is Border Gateway Protocol (BGP)</a:t>
            </a:r>
          </a:p>
        </p:txBody>
      </p:sp>
      <p:sp>
        <p:nvSpPr>
          <p:cNvPr id="3" name="Text Placeholder 2">
            <a:extLst>
              <a:ext uri="{FF2B5EF4-FFF2-40B4-BE49-F238E27FC236}">
                <a16:creationId xmlns:a16="http://schemas.microsoft.com/office/drawing/2014/main" id="{A2783E4B-3C62-C791-9D60-E8307570766D}"/>
              </a:ext>
            </a:extLst>
          </p:cNvPr>
          <p:cNvSpPr>
            <a:spLocks noGrp="1"/>
          </p:cNvSpPr>
          <p:nvPr>
            <p:ph type="body" idx="1"/>
          </p:nvPr>
        </p:nvSpPr>
        <p:spPr>
          <a:xfrm>
            <a:off x="415600" y="3975043"/>
            <a:ext cx="11360800" cy="2116790"/>
          </a:xfrm>
        </p:spPr>
        <p:txBody>
          <a:bodyPr>
            <a:normAutofit fontScale="92500" lnSpcReduction="10000"/>
          </a:bodyPr>
          <a:lstStyle/>
          <a:p>
            <a:r>
              <a:rPr lang="en-US" dirty="0"/>
              <a:t>Each AS has one or more speakers that advertise BGP routes</a:t>
            </a:r>
          </a:p>
          <a:p>
            <a:r>
              <a:rPr lang="en-US" dirty="0"/>
              <a:t>BGP routers communicate via TCP for reliable delivery</a:t>
            </a:r>
          </a:p>
          <a:p>
            <a:r>
              <a:rPr lang="en-US" dirty="0"/>
              <a:t>Advertisements are of the form: </a:t>
            </a:r>
            <a:r>
              <a:rPr lang="en-US" i="1" dirty="0"/>
              <a:t>If you send packets to me, I can send them to 82.128.0.0/9 through the path AS4123, AS1045, AS9</a:t>
            </a:r>
          </a:p>
          <a:p>
            <a:pPr lvl="1"/>
            <a:r>
              <a:rPr lang="en-US" dirty="0"/>
              <a:t>Two important attributes: AS-PATH and NEXT-HOP</a:t>
            </a:r>
          </a:p>
          <a:p>
            <a:pPr lvl="1"/>
            <a:r>
              <a:rPr lang="en-US" dirty="0">
                <a:solidFill>
                  <a:srgbClr val="C00000"/>
                </a:solidFill>
              </a:rPr>
              <a:t>path vector </a:t>
            </a:r>
            <a:r>
              <a:rPr lang="en-US" dirty="0"/>
              <a:t>protocol</a:t>
            </a:r>
          </a:p>
          <a:p>
            <a:pPr lvl="1"/>
            <a:endParaRPr lang="en-US" i="1" dirty="0"/>
          </a:p>
        </p:txBody>
      </p:sp>
      <p:sp>
        <p:nvSpPr>
          <p:cNvPr id="4" name="Freeform 2">
            <a:extLst>
              <a:ext uri="{FF2B5EF4-FFF2-40B4-BE49-F238E27FC236}">
                <a16:creationId xmlns:a16="http://schemas.microsoft.com/office/drawing/2014/main" id="{1595C583-35DB-30F4-9CAB-1C886814E730}"/>
              </a:ext>
            </a:extLst>
          </p:cNvPr>
          <p:cNvSpPr>
            <a:spLocks/>
          </p:cNvSpPr>
          <p:nvPr/>
        </p:nvSpPr>
        <p:spPr bwMode="auto">
          <a:xfrm>
            <a:off x="2074294" y="1770326"/>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0"/>
            </a:endParaRPr>
          </a:p>
        </p:txBody>
      </p:sp>
      <p:grpSp>
        <p:nvGrpSpPr>
          <p:cNvPr id="5" name="Group 4">
            <a:extLst>
              <a:ext uri="{FF2B5EF4-FFF2-40B4-BE49-F238E27FC236}">
                <a16:creationId xmlns:a16="http://schemas.microsoft.com/office/drawing/2014/main" id="{D1F50C15-13D8-70ED-BC7F-375D25958B23}"/>
              </a:ext>
            </a:extLst>
          </p:cNvPr>
          <p:cNvGrpSpPr/>
          <p:nvPr/>
        </p:nvGrpSpPr>
        <p:grpSpPr>
          <a:xfrm>
            <a:off x="3212455" y="1921188"/>
            <a:ext cx="565150" cy="369332"/>
            <a:chOff x="1736090" y="2873352"/>
            <a:chExt cx="565150" cy="369332"/>
          </a:xfrm>
        </p:grpSpPr>
        <p:grpSp>
          <p:nvGrpSpPr>
            <p:cNvPr id="6" name="Group 327">
              <a:extLst>
                <a:ext uri="{FF2B5EF4-FFF2-40B4-BE49-F238E27FC236}">
                  <a16:creationId xmlns:a16="http://schemas.microsoft.com/office/drawing/2014/main" id="{A1636D49-D8E7-9133-F882-1D32DF06CEFE}"/>
                </a:ext>
              </a:extLst>
            </p:cNvPr>
            <p:cNvGrpSpPr>
              <a:grpSpLocks/>
            </p:cNvGrpSpPr>
            <p:nvPr/>
          </p:nvGrpSpPr>
          <p:grpSpPr bwMode="auto">
            <a:xfrm>
              <a:off x="1736090" y="2893762"/>
              <a:ext cx="565150" cy="292100"/>
              <a:chOff x="1871277" y="1576300"/>
              <a:chExt cx="1128371" cy="437861"/>
            </a:xfrm>
          </p:grpSpPr>
          <p:sp>
            <p:nvSpPr>
              <p:cNvPr id="10" name="Oval 9">
                <a:extLst>
                  <a:ext uri="{FF2B5EF4-FFF2-40B4-BE49-F238E27FC236}">
                    <a16:creationId xmlns:a16="http://schemas.microsoft.com/office/drawing/2014/main" id="{0E8DD6EE-636A-4266-F6C4-54AD6FA79694}"/>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1" name="Rectangle 10">
                <a:extLst>
                  <a:ext uri="{FF2B5EF4-FFF2-40B4-BE49-F238E27FC236}">
                    <a16:creationId xmlns:a16="http://schemas.microsoft.com/office/drawing/2014/main" id="{038C2851-E61A-9096-52D6-E259BB1187ED}"/>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2" name="Oval 11">
                <a:extLst>
                  <a:ext uri="{FF2B5EF4-FFF2-40B4-BE49-F238E27FC236}">
                    <a16:creationId xmlns:a16="http://schemas.microsoft.com/office/drawing/2014/main" id="{139A3FC6-2BB8-669C-92EA-CF7F9ADFDC8C}"/>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3" name="Freeform 12">
                <a:extLst>
                  <a:ext uri="{FF2B5EF4-FFF2-40B4-BE49-F238E27FC236}">
                    <a16:creationId xmlns:a16="http://schemas.microsoft.com/office/drawing/2014/main" id="{6DC8D815-52FA-DA5C-F33E-4907C15D2C06}"/>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4" name="Freeform 13">
                <a:extLst>
                  <a:ext uri="{FF2B5EF4-FFF2-40B4-BE49-F238E27FC236}">
                    <a16:creationId xmlns:a16="http://schemas.microsoft.com/office/drawing/2014/main" id="{5D3EF6EC-470F-F3E9-72C3-7CCC0BFE48F7}"/>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5" name="Freeform 14">
                <a:extLst>
                  <a:ext uri="{FF2B5EF4-FFF2-40B4-BE49-F238E27FC236}">
                    <a16:creationId xmlns:a16="http://schemas.microsoft.com/office/drawing/2014/main" id="{487B1FB8-B7F6-3E3F-6AEA-36A9881EFCD9}"/>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6" name="Freeform 15">
                <a:extLst>
                  <a:ext uri="{FF2B5EF4-FFF2-40B4-BE49-F238E27FC236}">
                    <a16:creationId xmlns:a16="http://schemas.microsoft.com/office/drawing/2014/main" id="{CD9601BF-F434-9FE6-6B67-AB2BFF2360D4}"/>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7" name="Straight Connector 16">
                <a:extLst>
                  <a:ext uri="{FF2B5EF4-FFF2-40B4-BE49-F238E27FC236}">
                    <a16:creationId xmlns:a16="http://schemas.microsoft.com/office/drawing/2014/main" id="{4833D17C-5BCE-0675-9D28-FE543C302914}"/>
                  </a:ext>
                </a:extLst>
              </p:cNvPr>
              <p:cNvCxnSpPr>
                <a:endCxn id="1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8" name="Straight Connector 17">
                <a:extLst>
                  <a:ext uri="{FF2B5EF4-FFF2-40B4-BE49-F238E27FC236}">
                    <a16:creationId xmlns:a16="http://schemas.microsoft.com/office/drawing/2014/main" id="{63A6AB32-D1EE-EA36-49AB-64C27BEBDAC9}"/>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7" name="Group 6">
              <a:extLst>
                <a:ext uri="{FF2B5EF4-FFF2-40B4-BE49-F238E27FC236}">
                  <a16:creationId xmlns:a16="http://schemas.microsoft.com/office/drawing/2014/main" id="{EEA2C4A0-9EBB-4A89-1916-C792550D6913}"/>
                </a:ext>
              </a:extLst>
            </p:cNvPr>
            <p:cNvGrpSpPr/>
            <p:nvPr/>
          </p:nvGrpSpPr>
          <p:grpSpPr>
            <a:xfrm>
              <a:off x="1770362" y="2873352"/>
              <a:ext cx="441422" cy="369332"/>
              <a:chOff x="667045" y="1708643"/>
              <a:chExt cx="441422" cy="369332"/>
            </a:xfrm>
          </p:grpSpPr>
          <p:sp>
            <p:nvSpPr>
              <p:cNvPr id="8" name="Oval 7">
                <a:extLst>
                  <a:ext uri="{FF2B5EF4-FFF2-40B4-BE49-F238E27FC236}">
                    <a16:creationId xmlns:a16="http://schemas.microsoft.com/office/drawing/2014/main" id="{A8AB4809-74F1-B598-5C10-2135ED0B43C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 name="TextBox 8">
                <a:extLst>
                  <a:ext uri="{FF2B5EF4-FFF2-40B4-BE49-F238E27FC236}">
                    <a16:creationId xmlns:a16="http://schemas.microsoft.com/office/drawing/2014/main" id="{38070E4D-76AC-134F-86C9-201E43429912}"/>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1b</a:t>
                </a:r>
              </a:p>
            </p:txBody>
          </p:sp>
        </p:grpSp>
      </p:grpSp>
      <p:grpSp>
        <p:nvGrpSpPr>
          <p:cNvPr id="19" name="Group 18">
            <a:extLst>
              <a:ext uri="{FF2B5EF4-FFF2-40B4-BE49-F238E27FC236}">
                <a16:creationId xmlns:a16="http://schemas.microsoft.com/office/drawing/2014/main" id="{FC00DB00-D840-C6A7-A847-5EBA564FA079}"/>
              </a:ext>
            </a:extLst>
          </p:cNvPr>
          <p:cNvGrpSpPr/>
          <p:nvPr/>
        </p:nvGrpSpPr>
        <p:grpSpPr>
          <a:xfrm>
            <a:off x="3216685" y="3142505"/>
            <a:ext cx="565150" cy="369332"/>
            <a:chOff x="1736090" y="2873352"/>
            <a:chExt cx="565150" cy="369332"/>
          </a:xfrm>
        </p:grpSpPr>
        <p:grpSp>
          <p:nvGrpSpPr>
            <p:cNvPr id="20" name="Group 327">
              <a:extLst>
                <a:ext uri="{FF2B5EF4-FFF2-40B4-BE49-F238E27FC236}">
                  <a16:creationId xmlns:a16="http://schemas.microsoft.com/office/drawing/2014/main" id="{A8E792D2-D146-458E-0D6E-41896C754E6F}"/>
                </a:ext>
              </a:extLst>
            </p:cNvPr>
            <p:cNvGrpSpPr>
              <a:grpSpLocks/>
            </p:cNvGrpSpPr>
            <p:nvPr/>
          </p:nvGrpSpPr>
          <p:grpSpPr bwMode="auto">
            <a:xfrm>
              <a:off x="1736090" y="2893762"/>
              <a:ext cx="565150" cy="292100"/>
              <a:chOff x="1871277" y="1576300"/>
              <a:chExt cx="1128371" cy="437861"/>
            </a:xfrm>
          </p:grpSpPr>
          <p:sp>
            <p:nvSpPr>
              <p:cNvPr id="24" name="Oval 23">
                <a:extLst>
                  <a:ext uri="{FF2B5EF4-FFF2-40B4-BE49-F238E27FC236}">
                    <a16:creationId xmlns:a16="http://schemas.microsoft.com/office/drawing/2014/main" id="{A6D21488-77B8-6BAC-49F3-246B6C8191D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25" name="Rectangle 24">
                <a:extLst>
                  <a:ext uri="{FF2B5EF4-FFF2-40B4-BE49-F238E27FC236}">
                    <a16:creationId xmlns:a16="http://schemas.microsoft.com/office/drawing/2014/main" id="{164862C9-004B-895E-66C0-F2362788536D}"/>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6" name="Oval 25">
                <a:extLst>
                  <a:ext uri="{FF2B5EF4-FFF2-40B4-BE49-F238E27FC236}">
                    <a16:creationId xmlns:a16="http://schemas.microsoft.com/office/drawing/2014/main" id="{DCE2847F-C31F-C9B3-D521-5A6AAB2F6D2B}"/>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27" name="Freeform 26">
                <a:extLst>
                  <a:ext uri="{FF2B5EF4-FFF2-40B4-BE49-F238E27FC236}">
                    <a16:creationId xmlns:a16="http://schemas.microsoft.com/office/drawing/2014/main" id="{9508450F-D8FB-39BC-50C5-4A63EEA5C43A}"/>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8" name="Freeform 27">
                <a:extLst>
                  <a:ext uri="{FF2B5EF4-FFF2-40B4-BE49-F238E27FC236}">
                    <a16:creationId xmlns:a16="http://schemas.microsoft.com/office/drawing/2014/main" id="{6FCB81B5-D25E-A3BA-17C6-6EF6DA1CCA5C}"/>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9" name="Freeform 28">
                <a:extLst>
                  <a:ext uri="{FF2B5EF4-FFF2-40B4-BE49-F238E27FC236}">
                    <a16:creationId xmlns:a16="http://schemas.microsoft.com/office/drawing/2014/main" id="{802DE204-ADD2-EB28-647C-1D429B966298}"/>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0" name="Freeform 29">
                <a:extLst>
                  <a:ext uri="{FF2B5EF4-FFF2-40B4-BE49-F238E27FC236}">
                    <a16:creationId xmlns:a16="http://schemas.microsoft.com/office/drawing/2014/main" id="{BA2899B7-2798-6514-7B21-922EA01391D0}"/>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1" name="Straight Connector 30">
                <a:extLst>
                  <a:ext uri="{FF2B5EF4-FFF2-40B4-BE49-F238E27FC236}">
                    <a16:creationId xmlns:a16="http://schemas.microsoft.com/office/drawing/2014/main" id="{368F2880-1857-D99B-E9F4-AAF0C475EB74}"/>
                  </a:ext>
                </a:extLst>
              </p:cNvPr>
              <p:cNvCxnSpPr>
                <a:endCxn id="2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2" name="Straight Connector 31">
                <a:extLst>
                  <a:ext uri="{FF2B5EF4-FFF2-40B4-BE49-F238E27FC236}">
                    <a16:creationId xmlns:a16="http://schemas.microsoft.com/office/drawing/2014/main" id="{75724E7D-79A3-83DC-331A-9E31D36C3E5E}"/>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21" name="Group 20">
              <a:extLst>
                <a:ext uri="{FF2B5EF4-FFF2-40B4-BE49-F238E27FC236}">
                  <a16:creationId xmlns:a16="http://schemas.microsoft.com/office/drawing/2014/main" id="{9350FF26-8A0F-587A-1DF7-71C4A32EFF3D}"/>
                </a:ext>
              </a:extLst>
            </p:cNvPr>
            <p:cNvGrpSpPr/>
            <p:nvPr/>
          </p:nvGrpSpPr>
          <p:grpSpPr>
            <a:xfrm>
              <a:off x="1770362" y="2873352"/>
              <a:ext cx="441422" cy="369332"/>
              <a:chOff x="667045" y="1708643"/>
              <a:chExt cx="441422" cy="369332"/>
            </a:xfrm>
          </p:grpSpPr>
          <p:sp>
            <p:nvSpPr>
              <p:cNvPr id="22" name="Oval 21">
                <a:extLst>
                  <a:ext uri="{FF2B5EF4-FFF2-40B4-BE49-F238E27FC236}">
                    <a16:creationId xmlns:a16="http://schemas.microsoft.com/office/drawing/2014/main" id="{B0E83624-6443-5481-EDD5-362C2DF1EFE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3" name="TextBox 22">
                <a:extLst>
                  <a:ext uri="{FF2B5EF4-FFF2-40B4-BE49-F238E27FC236}">
                    <a16:creationId xmlns:a16="http://schemas.microsoft.com/office/drawing/2014/main" id="{78E069B5-9D1A-A004-24FE-0B2B0DD7196A}"/>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1d</a:t>
                </a:r>
              </a:p>
            </p:txBody>
          </p:sp>
        </p:grpSp>
      </p:grpSp>
      <p:grpSp>
        <p:nvGrpSpPr>
          <p:cNvPr id="33" name="Group 32">
            <a:extLst>
              <a:ext uri="{FF2B5EF4-FFF2-40B4-BE49-F238E27FC236}">
                <a16:creationId xmlns:a16="http://schemas.microsoft.com/office/drawing/2014/main" id="{EFEA58E5-44CE-D5B6-E197-ADD995E3A49D}"/>
              </a:ext>
            </a:extLst>
          </p:cNvPr>
          <p:cNvGrpSpPr/>
          <p:nvPr/>
        </p:nvGrpSpPr>
        <p:grpSpPr>
          <a:xfrm>
            <a:off x="4078171" y="2532908"/>
            <a:ext cx="565150" cy="369332"/>
            <a:chOff x="1736090" y="2873352"/>
            <a:chExt cx="565150" cy="369332"/>
          </a:xfrm>
        </p:grpSpPr>
        <p:grpSp>
          <p:nvGrpSpPr>
            <p:cNvPr id="34" name="Group 327">
              <a:extLst>
                <a:ext uri="{FF2B5EF4-FFF2-40B4-BE49-F238E27FC236}">
                  <a16:creationId xmlns:a16="http://schemas.microsoft.com/office/drawing/2014/main" id="{585142D3-FCBB-4D52-3E4D-20B8922FDF54}"/>
                </a:ext>
              </a:extLst>
            </p:cNvPr>
            <p:cNvGrpSpPr>
              <a:grpSpLocks/>
            </p:cNvGrpSpPr>
            <p:nvPr/>
          </p:nvGrpSpPr>
          <p:grpSpPr bwMode="auto">
            <a:xfrm>
              <a:off x="1736090" y="2893762"/>
              <a:ext cx="565150" cy="292100"/>
              <a:chOff x="1871277" y="1576300"/>
              <a:chExt cx="1128371" cy="437861"/>
            </a:xfrm>
          </p:grpSpPr>
          <p:sp>
            <p:nvSpPr>
              <p:cNvPr id="38" name="Oval 37">
                <a:extLst>
                  <a:ext uri="{FF2B5EF4-FFF2-40B4-BE49-F238E27FC236}">
                    <a16:creationId xmlns:a16="http://schemas.microsoft.com/office/drawing/2014/main" id="{B14C025E-E938-D8D1-97F7-0C57B601C9D8}"/>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9" name="Rectangle 38">
                <a:extLst>
                  <a:ext uri="{FF2B5EF4-FFF2-40B4-BE49-F238E27FC236}">
                    <a16:creationId xmlns:a16="http://schemas.microsoft.com/office/drawing/2014/main" id="{DA82A8B3-69D6-742A-ED9B-C10408F22E0E}"/>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 name="Oval 39">
                <a:extLst>
                  <a:ext uri="{FF2B5EF4-FFF2-40B4-BE49-F238E27FC236}">
                    <a16:creationId xmlns:a16="http://schemas.microsoft.com/office/drawing/2014/main" id="{E9A6278D-E0AC-303E-995B-8B10594C4410}"/>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1" name="Freeform 40">
                <a:extLst>
                  <a:ext uri="{FF2B5EF4-FFF2-40B4-BE49-F238E27FC236}">
                    <a16:creationId xmlns:a16="http://schemas.microsoft.com/office/drawing/2014/main" id="{956F336E-0879-09BA-D8AB-875091A33DCF}"/>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 name="Freeform 41">
                <a:extLst>
                  <a:ext uri="{FF2B5EF4-FFF2-40B4-BE49-F238E27FC236}">
                    <a16:creationId xmlns:a16="http://schemas.microsoft.com/office/drawing/2014/main" id="{15E9DAA9-0304-8204-9D35-35258F74E4C0}"/>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3" name="Freeform 42">
                <a:extLst>
                  <a:ext uri="{FF2B5EF4-FFF2-40B4-BE49-F238E27FC236}">
                    <a16:creationId xmlns:a16="http://schemas.microsoft.com/office/drawing/2014/main" id="{182244E3-930A-3AA9-D129-465D5AF7F13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4" name="Freeform 43">
                <a:extLst>
                  <a:ext uri="{FF2B5EF4-FFF2-40B4-BE49-F238E27FC236}">
                    <a16:creationId xmlns:a16="http://schemas.microsoft.com/office/drawing/2014/main" id="{E8554190-1A86-DF64-7FE6-DCF98A5C248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5" name="Straight Connector 44">
                <a:extLst>
                  <a:ext uri="{FF2B5EF4-FFF2-40B4-BE49-F238E27FC236}">
                    <a16:creationId xmlns:a16="http://schemas.microsoft.com/office/drawing/2014/main" id="{22E66C68-160B-CF9F-611B-5211DDB74D99}"/>
                  </a:ext>
                </a:extLst>
              </p:cNvPr>
              <p:cNvCxnSpPr>
                <a:endCxn id="40"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6" name="Straight Connector 45">
                <a:extLst>
                  <a:ext uri="{FF2B5EF4-FFF2-40B4-BE49-F238E27FC236}">
                    <a16:creationId xmlns:a16="http://schemas.microsoft.com/office/drawing/2014/main" id="{BD71D513-EFA9-D038-76B8-43DB3302C35D}"/>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5" name="Group 34">
              <a:extLst>
                <a:ext uri="{FF2B5EF4-FFF2-40B4-BE49-F238E27FC236}">
                  <a16:creationId xmlns:a16="http://schemas.microsoft.com/office/drawing/2014/main" id="{8AD331A0-8DD4-542A-184F-C09EBCB2DE70}"/>
                </a:ext>
              </a:extLst>
            </p:cNvPr>
            <p:cNvGrpSpPr/>
            <p:nvPr/>
          </p:nvGrpSpPr>
          <p:grpSpPr>
            <a:xfrm>
              <a:off x="1770362" y="2873352"/>
              <a:ext cx="428460" cy="369332"/>
              <a:chOff x="667045" y="1708643"/>
              <a:chExt cx="428460" cy="369332"/>
            </a:xfrm>
          </p:grpSpPr>
          <p:sp>
            <p:nvSpPr>
              <p:cNvPr id="36" name="Oval 35">
                <a:extLst>
                  <a:ext uri="{FF2B5EF4-FFF2-40B4-BE49-F238E27FC236}">
                    <a16:creationId xmlns:a16="http://schemas.microsoft.com/office/drawing/2014/main" id="{E7E128CE-A460-BE98-97A6-3B16AB6C38F1}"/>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 name="TextBox 36">
                <a:extLst>
                  <a:ext uri="{FF2B5EF4-FFF2-40B4-BE49-F238E27FC236}">
                    <a16:creationId xmlns:a16="http://schemas.microsoft.com/office/drawing/2014/main" id="{F638AC4E-0989-E8F8-6E59-7DB252D390AB}"/>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1c</a:t>
                </a:r>
              </a:p>
            </p:txBody>
          </p:sp>
        </p:grpSp>
      </p:grpSp>
      <p:grpSp>
        <p:nvGrpSpPr>
          <p:cNvPr id="47" name="Group 46">
            <a:extLst>
              <a:ext uri="{FF2B5EF4-FFF2-40B4-BE49-F238E27FC236}">
                <a16:creationId xmlns:a16="http://schemas.microsoft.com/office/drawing/2014/main" id="{1D1F890B-9DEB-5D19-5C5B-167F7945BA4A}"/>
              </a:ext>
            </a:extLst>
          </p:cNvPr>
          <p:cNvGrpSpPr/>
          <p:nvPr/>
        </p:nvGrpSpPr>
        <p:grpSpPr>
          <a:xfrm>
            <a:off x="2309696" y="2526555"/>
            <a:ext cx="565150" cy="369332"/>
            <a:chOff x="1736090" y="2873352"/>
            <a:chExt cx="565150" cy="369332"/>
          </a:xfrm>
        </p:grpSpPr>
        <p:grpSp>
          <p:nvGrpSpPr>
            <p:cNvPr id="48" name="Group 327">
              <a:extLst>
                <a:ext uri="{FF2B5EF4-FFF2-40B4-BE49-F238E27FC236}">
                  <a16:creationId xmlns:a16="http://schemas.microsoft.com/office/drawing/2014/main" id="{724E4518-73BA-7946-7FFC-8AB65201DD0B}"/>
                </a:ext>
              </a:extLst>
            </p:cNvPr>
            <p:cNvGrpSpPr>
              <a:grpSpLocks/>
            </p:cNvGrpSpPr>
            <p:nvPr/>
          </p:nvGrpSpPr>
          <p:grpSpPr bwMode="auto">
            <a:xfrm>
              <a:off x="1736090" y="2893762"/>
              <a:ext cx="565150" cy="292100"/>
              <a:chOff x="1871277" y="1576300"/>
              <a:chExt cx="1128371" cy="437861"/>
            </a:xfrm>
          </p:grpSpPr>
          <p:sp>
            <p:nvSpPr>
              <p:cNvPr id="52" name="Oval 51">
                <a:extLst>
                  <a:ext uri="{FF2B5EF4-FFF2-40B4-BE49-F238E27FC236}">
                    <a16:creationId xmlns:a16="http://schemas.microsoft.com/office/drawing/2014/main" id="{B9A78424-2734-E9C1-826D-B96A5D29CC7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3" name="Rectangle 52">
                <a:extLst>
                  <a:ext uri="{FF2B5EF4-FFF2-40B4-BE49-F238E27FC236}">
                    <a16:creationId xmlns:a16="http://schemas.microsoft.com/office/drawing/2014/main" id="{3200FA3F-0350-4B44-4EC4-6625664A9DF3}"/>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 name="Oval 53">
                <a:extLst>
                  <a:ext uri="{FF2B5EF4-FFF2-40B4-BE49-F238E27FC236}">
                    <a16:creationId xmlns:a16="http://schemas.microsoft.com/office/drawing/2014/main" id="{FB9EBA9E-6C52-0F07-F841-9FF890CB65E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5" name="Freeform 54">
                <a:extLst>
                  <a:ext uri="{FF2B5EF4-FFF2-40B4-BE49-F238E27FC236}">
                    <a16:creationId xmlns:a16="http://schemas.microsoft.com/office/drawing/2014/main" id="{ED2A3DD5-5A0A-B05F-1B4A-4DD4573AC83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 name="Freeform 55">
                <a:extLst>
                  <a:ext uri="{FF2B5EF4-FFF2-40B4-BE49-F238E27FC236}">
                    <a16:creationId xmlns:a16="http://schemas.microsoft.com/office/drawing/2014/main" id="{4FDF329D-AD3D-5C4A-191A-F368A1BB85D0}"/>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7" name="Freeform 56">
                <a:extLst>
                  <a:ext uri="{FF2B5EF4-FFF2-40B4-BE49-F238E27FC236}">
                    <a16:creationId xmlns:a16="http://schemas.microsoft.com/office/drawing/2014/main" id="{9FBD44F4-9FD1-1FAA-7F6F-FAE69FCB26C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8" name="Freeform 57">
                <a:extLst>
                  <a:ext uri="{FF2B5EF4-FFF2-40B4-BE49-F238E27FC236}">
                    <a16:creationId xmlns:a16="http://schemas.microsoft.com/office/drawing/2014/main" id="{7A196116-C661-0D7E-2F11-E0BF4C760183}"/>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9" name="Straight Connector 58">
                <a:extLst>
                  <a:ext uri="{FF2B5EF4-FFF2-40B4-BE49-F238E27FC236}">
                    <a16:creationId xmlns:a16="http://schemas.microsoft.com/office/drawing/2014/main" id="{63A212D3-A448-7F8A-1373-F7996C536C77}"/>
                  </a:ext>
                </a:extLst>
              </p:cNvPr>
              <p:cNvCxnSpPr>
                <a:endCxn id="5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60" name="Straight Connector 59">
                <a:extLst>
                  <a:ext uri="{FF2B5EF4-FFF2-40B4-BE49-F238E27FC236}">
                    <a16:creationId xmlns:a16="http://schemas.microsoft.com/office/drawing/2014/main" id="{56486262-227F-654B-3095-02110FF73758}"/>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9" name="Group 48">
              <a:extLst>
                <a:ext uri="{FF2B5EF4-FFF2-40B4-BE49-F238E27FC236}">
                  <a16:creationId xmlns:a16="http://schemas.microsoft.com/office/drawing/2014/main" id="{AB4188BC-0AF6-749B-7C79-EBB3F39A508A}"/>
                </a:ext>
              </a:extLst>
            </p:cNvPr>
            <p:cNvGrpSpPr/>
            <p:nvPr/>
          </p:nvGrpSpPr>
          <p:grpSpPr>
            <a:xfrm>
              <a:off x="1770362" y="2873352"/>
              <a:ext cx="441422" cy="369332"/>
              <a:chOff x="667045" y="1708643"/>
              <a:chExt cx="441422" cy="369332"/>
            </a:xfrm>
          </p:grpSpPr>
          <p:sp>
            <p:nvSpPr>
              <p:cNvPr id="50" name="Oval 49">
                <a:extLst>
                  <a:ext uri="{FF2B5EF4-FFF2-40B4-BE49-F238E27FC236}">
                    <a16:creationId xmlns:a16="http://schemas.microsoft.com/office/drawing/2014/main" id="{7A534C8F-43FC-7F18-EBC2-FEA0C2B1CB67}"/>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1" name="TextBox 50">
                <a:extLst>
                  <a:ext uri="{FF2B5EF4-FFF2-40B4-BE49-F238E27FC236}">
                    <a16:creationId xmlns:a16="http://schemas.microsoft.com/office/drawing/2014/main" id="{37BB56C3-2F8E-C9F9-F1FF-53D35003FF25}"/>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a:t>
                </a:r>
              </a:p>
            </p:txBody>
          </p:sp>
        </p:grpSp>
      </p:grpSp>
      <p:cxnSp>
        <p:nvCxnSpPr>
          <p:cNvPr id="61" name="Straight Connector 60">
            <a:extLst>
              <a:ext uri="{FF2B5EF4-FFF2-40B4-BE49-F238E27FC236}">
                <a16:creationId xmlns:a16="http://schemas.microsoft.com/office/drawing/2014/main" id="{7AEB83B2-3F8C-1BBB-50B8-AA23AE22FDC6}"/>
              </a:ext>
            </a:extLst>
          </p:cNvPr>
          <p:cNvCxnSpPr>
            <a:stCxn id="9" idx="2"/>
            <a:endCxn id="23" idx="0"/>
          </p:cNvCxnSpPr>
          <p:nvPr/>
        </p:nvCxnSpPr>
        <p:spPr bwMode="auto">
          <a:xfrm>
            <a:off x="3467438" y="2290520"/>
            <a:ext cx="4230" cy="851985"/>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62" name="Straight Connector 61">
            <a:extLst>
              <a:ext uri="{FF2B5EF4-FFF2-40B4-BE49-F238E27FC236}">
                <a16:creationId xmlns:a16="http://schemas.microsoft.com/office/drawing/2014/main" id="{762C8BE5-4852-92AD-44AC-47990224706A}"/>
              </a:ext>
            </a:extLst>
          </p:cNvPr>
          <p:cNvCxnSpPr/>
          <p:nvPr/>
        </p:nvCxnSpPr>
        <p:spPr bwMode="auto">
          <a:xfrm>
            <a:off x="2883842" y="2696457"/>
            <a:ext cx="1204913" cy="6353"/>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63" name="Straight Connector 62">
            <a:extLst>
              <a:ext uri="{FF2B5EF4-FFF2-40B4-BE49-F238E27FC236}">
                <a16:creationId xmlns:a16="http://schemas.microsoft.com/office/drawing/2014/main" id="{9E6E9DF5-C095-B880-EB9B-39C10CC7BD92}"/>
              </a:ext>
            </a:extLst>
          </p:cNvPr>
          <p:cNvCxnSpPr>
            <a:stCxn id="10" idx="7"/>
          </p:cNvCxnSpPr>
          <p:nvPr/>
        </p:nvCxnSpPr>
        <p:spPr bwMode="auto">
          <a:xfrm>
            <a:off x="3695073" y="2202313"/>
            <a:ext cx="480042" cy="369773"/>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64" name="Straight Connector 63">
            <a:extLst>
              <a:ext uri="{FF2B5EF4-FFF2-40B4-BE49-F238E27FC236}">
                <a16:creationId xmlns:a16="http://schemas.microsoft.com/office/drawing/2014/main" id="{AE276BE1-903C-A421-D12A-969D06041334}"/>
              </a:ext>
            </a:extLst>
          </p:cNvPr>
          <p:cNvCxnSpPr/>
          <p:nvPr/>
        </p:nvCxnSpPr>
        <p:spPr bwMode="auto">
          <a:xfrm>
            <a:off x="2776438" y="2834140"/>
            <a:ext cx="477927" cy="357071"/>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65" name="Straight Connector 64">
            <a:extLst>
              <a:ext uri="{FF2B5EF4-FFF2-40B4-BE49-F238E27FC236}">
                <a16:creationId xmlns:a16="http://schemas.microsoft.com/office/drawing/2014/main" id="{CE1E61D8-9440-F4FF-98F7-29A89BE04963}"/>
              </a:ext>
            </a:extLst>
          </p:cNvPr>
          <p:cNvCxnSpPr/>
          <p:nvPr/>
        </p:nvCxnSpPr>
        <p:spPr bwMode="auto">
          <a:xfrm flipH="1">
            <a:off x="3672407" y="2831378"/>
            <a:ext cx="508002" cy="349250"/>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66" name="Straight Connector 65">
            <a:extLst>
              <a:ext uri="{FF2B5EF4-FFF2-40B4-BE49-F238E27FC236}">
                <a16:creationId xmlns:a16="http://schemas.microsoft.com/office/drawing/2014/main" id="{239DC510-9DF9-6724-C42F-9D9717DBFC8E}"/>
              </a:ext>
            </a:extLst>
          </p:cNvPr>
          <p:cNvCxnSpPr/>
          <p:nvPr/>
        </p:nvCxnSpPr>
        <p:spPr bwMode="auto">
          <a:xfrm flipH="1">
            <a:off x="2763918" y="2214782"/>
            <a:ext cx="508002" cy="349250"/>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nvGrpSpPr>
          <p:cNvPr id="67" name="Group 66">
            <a:extLst>
              <a:ext uri="{FF2B5EF4-FFF2-40B4-BE49-F238E27FC236}">
                <a16:creationId xmlns:a16="http://schemas.microsoft.com/office/drawing/2014/main" id="{6B490855-E695-C2BD-8DE9-6B26FF4DB041}"/>
              </a:ext>
            </a:extLst>
          </p:cNvPr>
          <p:cNvGrpSpPr/>
          <p:nvPr/>
        </p:nvGrpSpPr>
        <p:grpSpPr>
          <a:xfrm>
            <a:off x="4683136" y="985769"/>
            <a:ext cx="2712783" cy="1853712"/>
            <a:chOff x="-2170772" y="2784954"/>
            <a:chExt cx="2712783" cy="1853712"/>
          </a:xfrm>
        </p:grpSpPr>
        <p:sp>
          <p:nvSpPr>
            <p:cNvPr id="68" name="Freeform 2">
              <a:extLst>
                <a:ext uri="{FF2B5EF4-FFF2-40B4-BE49-F238E27FC236}">
                  <a16:creationId xmlns:a16="http://schemas.microsoft.com/office/drawing/2014/main" id="{A17861E9-B899-1469-00BE-7B20F469550F}"/>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69" name="Group 68">
              <a:extLst>
                <a:ext uri="{FF2B5EF4-FFF2-40B4-BE49-F238E27FC236}">
                  <a16:creationId xmlns:a16="http://schemas.microsoft.com/office/drawing/2014/main" id="{F14C131A-46BE-6EFB-0581-5B163B737DCE}"/>
                </a:ext>
              </a:extLst>
            </p:cNvPr>
            <p:cNvGrpSpPr/>
            <p:nvPr/>
          </p:nvGrpSpPr>
          <p:grpSpPr>
            <a:xfrm>
              <a:off x="-1935370" y="2935816"/>
              <a:ext cx="2333625" cy="1590649"/>
              <a:chOff x="833331" y="2873352"/>
              <a:chExt cx="2333625" cy="1590649"/>
            </a:xfrm>
          </p:grpSpPr>
          <p:grpSp>
            <p:nvGrpSpPr>
              <p:cNvPr id="70" name="Group 69">
                <a:extLst>
                  <a:ext uri="{FF2B5EF4-FFF2-40B4-BE49-F238E27FC236}">
                    <a16:creationId xmlns:a16="http://schemas.microsoft.com/office/drawing/2014/main" id="{05815686-FA53-B331-2D94-76336595EDD2}"/>
                  </a:ext>
                </a:extLst>
              </p:cNvPr>
              <p:cNvGrpSpPr/>
              <p:nvPr/>
            </p:nvGrpSpPr>
            <p:grpSpPr>
              <a:xfrm>
                <a:off x="1736090" y="2873352"/>
                <a:ext cx="565150" cy="369332"/>
                <a:chOff x="1736090" y="2873352"/>
                <a:chExt cx="565150" cy="369332"/>
              </a:xfrm>
            </p:grpSpPr>
            <p:grpSp>
              <p:nvGrpSpPr>
                <p:cNvPr id="119" name="Group 327">
                  <a:extLst>
                    <a:ext uri="{FF2B5EF4-FFF2-40B4-BE49-F238E27FC236}">
                      <a16:creationId xmlns:a16="http://schemas.microsoft.com/office/drawing/2014/main" id="{6C14A277-C204-EF0E-894B-53D07F362102}"/>
                    </a:ext>
                  </a:extLst>
                </p:cNvPr>
                <p:cNvGrpSpPr>
                  <a:grpSpLocks/>
                </p:cNvGrpSpPr>
                <p:nvPr/>
              </p:nvGrpSpPr>
              <p:grpSpPr bwMode="auto">
                <a:xfrm>
                  <a:off x="1736090" y="2893762"/>
                  <a:ext cx="565150" cy="292100"/>
                  <a:chOff x="1871277" y="1576300"/>
                  <a:chExt cx="1128371" cy="437861"/>
                </a:xfrm>
              </p:grpSpPr>
              <p:sp>
                <p:nvSpPr>
                  <p:cNvPr id="123" name="Oval 122">
                    <a:extLst>
                      <a:ext uri="{FF2B5EF4-FFF2-40B4-BE49-F238E27FC236}">
                        <a16:creationId xmlns:a16="http://schemas.microsoft.com/office/drawing/2014/main" id="{D3099E11-7CEB-FF11-FE1B-6CCF380DB6CD}"/>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24" name="Rectangle 123">
                    <a:extLst>
                      <a:ext uri="{FF2B5EF4-FFF2-40B4-BE49-F238E27FC236}">
                        <a16:creationId xmlns:a16="http://schemas.microsoft.com/office/drawing/2014/main" id="{9467B963-92C6-EE6F-EBE6-6453FD63B4B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25" name="Oval 124">
                    <a:extLst>
                      <a:ext uri="{FF2B5EF4-FFF2-40B4-BE49-F238E27FC236}">
                        <a16:creationId xmlns:a16="http://schemas.microsoft.com/office/drawing/2014/main" id="{28DA10CF-9111-0489-F871-87896BA66861}"/>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26" name="Freeform 125">
                    <a:extLst>
                      <a:ext uri="{FF2B5EF4-FFF2-40B4-BE49-F238E27FC236}">
                        <a16:creationId xmlns:a16="http://schemas.microsoft.com/office/drawing/2014/main" id="{73B8BA96-5F3D-5AD7-AD39-2C12DB5FC336}"/>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27" name="Freeform 126">
                    <a:extLst>
                      <a:ext uri="{FF2B5EF4-FFF2-40B4-BE49-F238E27FC236}">
                        <a16:creationId xmlns:a16="http://schemas.microsoft.com/office/drawing/2014/main" id="{A048F377-F1E6-D63B-7FA6-32FE2CE20A8F}"/>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28" name="Freeform 127">
                    <a:extLst>
                      <a:ext uri="{FF2B5EF4-FFF2-40B4-BE49-F238E27FC236}">
                        <a16:creationId xmlns:a16="http://schemas.microsoft.com/office/drawing/2014/main" id="{FA7DE7A7-C249-A732-9911-2D43505B4FDB}"/>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29" name="Freeform 128">
                    <a:extLst>
                      <a:ext uri="{FF2B5EF4-FFF2-40B4-BE49-F238E27FC236}">
                        <a16:creationId xmlns:a16="http://schemas.microsoft.com/office/drawing/2014/main" id="{4F5EFB8D-F06C-9E3B-0ED2-2D57ABFBA287}"/>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30" name="Straight Connector 129">
                    <a:extLst>
                      <a:ext uri="{FF2B5EF4-FFF2-40B4-BE49-F238E27FC236}">
                        <a16:creationId xmlns:a16="http://schemas.microsoft.com/office/drawing/2014/main" id="{E4882070-AF2D-A24A-5215-88884D2D6431}"/>
                      </a:ext>
                    </a:extLst>
                  </p:cNvPr>
                  <p:cNvCxnSpPr>
                    <a:endCxn id="125"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31" name="Straight Connector 130">
                    <a:extLst>
                      <a:ext uri="{FF2B5EF4-FFF2-40B4-BE49-F238E27FC236}">
                        <a16:creationId xmlns:a16="http://schemas.microsoft.com/office/drawing/2014/main" id="{52579C5F-4A3A-D839-D140-848A773ADA9A}"/>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20" name="Group 119">
                  <a:extLst>
                    <a:ext uri="{FF2B5EF4-FFF2-40B4-BE49-F238E27FC236}">
                      <a16:creationId xmlns:a16="http://schemas.microsoft.com/office/drawing/2014/main" id="{31260084-0270-4769-4C28-DA11D75D93DB}"/>
                    </a:ext>
                  </a:extLst>
                </p:cNvPr>
                <p:cNvGrpSpPr/>
                <p:nvPr/>
              </p:nvGrpSpPr>
              <p:grpSpPr>
                <a:xfrm>
                  <a:off x="1770362" y="2873352"/>
                  <a:ext cx="441422" cy="369332"/>
                  <a:chOff x="667045" y="1708643"/>
                  <a:chExt cx="441422" cy="369332"/>
                </a:xfrm>
              </p:grpSpPr>
              <p:sp>
                <p:nvSpPr>
                  <p:cNvPr id="121" name="Oval 120">
                    <a:extLst>
                      <a:ext uri="{FF2B5EF4-FFF2-40B4-BE49-F238E27FC236}">
                        <a16:creationId xmlns:a16="http://schemas.microsoft.com/office/drawing/2014/main" id="{B1230880-E9DE-E59B-43CC-0330E7C791E7}"/>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22" name="TextBox 121">
                    <a:extLst>
                      <a:ext uri="{FF2B5EF4-FFF2-40B4-BE49-F238E27FC236}">
                        <a16:creationId xmlns:a16="http://schemas.microsoft.com/office/drawing/2014/main" id="{F6E3D6F0-1436-72ED-1819-AC08AB73E524}"/>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2b</a:t>
                    </a:r>
                  </a:p>
                </p:txBody>
              </p:sp>
            </p:grpSp>
          </p:grpSp>
          <p:grpSp>
            <p:nvGrpSpPr>
              <p:cNvPr id="71" name="Group 70">
                <a:extLst>
                  <a:ext uri="{FF2B5EF4-FFF2-40B4-BE49-F238E27FC236}">
                    <a16:creationId xmlns:a16="http://schemas.microsoft.com/office/drawing/2014/main" id="{C8BFDA18-3A81-0F14-CDAD-57EDF5FB832E}"/>
                  </a:ext>
                </a:extLst>
              </p:cNvPr>
              <p:cNvGrpSpPr/>
              <p:nvPr/>
            </p:nvGrpSpPr>
            <p:grpSpPr>
              <a:xfrm>
                <a:off x="1740320" y="4094669"/>
                <a:ext cx="565150" cy="369332"/>
                <a:chOff x="1736090" y="2873352"/>
                <a:chExt cx="565150" cy="369332"/>
              </a:xfrm>
            </p:grpSpPr>
            <p:grpSp>
              <p:nvGrpSpPr>
                <p:cNvPr id="106" name="Group 327">
                  <a:extLst>
                    <a:ext uri="{FF2B5EF4-FFF2-40B4-BE49-F238E27FC236}">
                      <a16:creationId xmlns:a16="http://schemas.microsoft.com/office/drawing/2014/main" id="{719AE9BB-D37E-FA29-B9FF-30E96011836B}"/>
                    </a:ext>
                  </a:extLst>
                </p:cNvPr>
                <p:cNvGrpSpPr>
                  <a:grpSpLocks/>
                </p:cNvGrpSpPr>
                <p:nvPr/>
              </p:nvGrpSpPr>
              <p:grpSpPr bwMode="auto">
                <a:xfrm>
                  <a:off x="1736090" y="2893762"/>
                  <a:ext cx="565150" cy="292100"/>
                  <a:chOff x="1871277" y="1576300"/>
                  <a:chExt cx="1128371" cy="437861"/>
                </a:xfrm>
              </p:grpSpPr>
              <p:sp>
                <p:nvSpPr>
                  <p:cNvPr id="110" name="Oval 109">
                    <a:extLst>
                      <a:ext uri="{FF2B5EF4-FFF2-40B4-BE49-F238E27FC236}">
                        <a16:creationId xmlns:a16="http://schemas.microsoft.com/office/drawing/2014/main" id="{3F07CC1F-ED84-5882-BE0D-4348FD7F24E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11" name="Rectangle 110">
                    <a:extLst>
                      <a:ext uri="{FF2B5EF4-FFF2-40B4-BE49-F238E27FC236}">
                        <a16:creationId xmlns:a16="http://schemas.microsoft.com/office/drawing/2014/main" id="{9F70D6A5-22B2-6DE1-AD23-7E794D34E662}"/>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2" name="Oval 111">
                    <a:extLst>
                      <a:ext uri="{FF2B5EF4-FFF2-40B4-BE49-F238E27FC236}">
                        <a16:creationId xmlns:a16="http://schemas.microsoft.com/office/drawing/2014/main" id="{758E8465-F5CC-851F-028B-383919C830D2}"/>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13" name="Freeform 112">
                    <a:extLst>
                      <a:ext uri="{FF2B5EF4-FFF2-40B4-BE49-F238E27FC236}">
                        <a16:creationId xmlns:a16="http://schemas.microsoft.com/office/drawing/2014/main" id="{A00A2D52-71D0-9506-7769-8C6CE62E5E08}"/>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4" name="Freeform 113">
                    <a:extLst>
                      <a:ext uri="{FF2B5EF4-FFF2-40B4-BE49-F238E27FC236}">
                        <a16:creationId xmlns:a16="http://schemas.microsoft.com/office/drawing/2014/main" id="{E91F80D3-330D-971E-DC36-A14E8524FF59}"/>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5" name="Freeform 114">
                    <a:extLst>
                      <a:ext uri="{FF2B5EF4-FFF2-40B4-BE49-F238E27FC236}">
                        <a16:creationId xmlns:a16="http://schemas.microsoft.com/office/drawing/2014/main" id="{F780D42C-1E9D-941E-2B78-938BC38BE003}"/>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6" name="Freeform 115">
                    <a:extLst>
                      <a:ext uri="{FF2B5EF4-FFF2-40B4-BE49-F238E27FC236}">
                        <a16:creationId xmlns:a16="http://schemas.microsoft.com/office/drawing/2014/main" id="{0FF405D8-9EDD-C1B9-4A90-DCB7B43E6528}"/>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17" name="Straight Connector 116">
                    <a:extLst>
                      <a:ext uri="{FF2B5EF4-FFF2-40B4-BE49-F238E27FC236}">
                        <a16:creationId xmlns:a16="http://schemas.microsoft.com/office/drawing/2014/main" id="{02FC686D-8A83-2D26-7234-0C14D0267868}"/>
                      </a:ext>
                    </a:extLst>
                  </p:cNvPr>
                  <p:cNvCxnSpPr>
                    <a:endCxn id="11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18" name="Straight Connector 117">
                    <a:extLst>
                      <a:ext uri="{FF2B5EF4-FFF2-40B4-BE49-F238E27FC236}">
                        <a16:creationId xmlns:a16="http://schemas.microsoft.com/office/drawing/2014/main" id="{A27C7EBF-60DC-BD20-74ED-67E96840324C}"/>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07" name="Group 106">
                  <a:extLst>
                    <a:ext uri="{FF2B5EF4-FFF2-40B4-BE49-F238E27FC236}">
                      <a16:creationId xmlns:a16="http://schemas.microsoft.com/office/drawing/2014/main" id="{76E7681E-6B92-290B-BF5F-020F68A43F26}"/>
                    </a:ext>
                  </a:extLst>
                </p:cNvPr>
                <p:cNvGrpSpPr/>
                <p:nvPr/>
              </p:nvGrpSpPr>
              <p:grpSpPr>
                <a:xfrm>
                  <a:off x="1770362" y="2873352"/>
                  <a:ext cx="441422" cy="369332"/>
                  <a:chOff x="667045" y="1708643"/>
                  <a:chExt cx="441422" cy="369332"/>
                </a:xfrm>
              </p:grpSpPr>
              <p:sp>
                <p:nvSpPr>
                  <p:cNvPr id="108" name="Oval 107">
                    <a:extLst>
                      <a:ext uri="{FF2B5EF4-FFF2-40B4-BE49-F238E27FC236}">
                        <a16:creationId xmlns:a16="http://schemas.microsoft.com/office/drawing/2014/main" id="{E58866BD-13BA-46E4-7643-4CE4586EECCC}"/>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9" name="TextBox 108">
                    <a:extLst>
                      <a:ext uri="{FF2B5EF4-FFF2-40B4-BE49-F238E27FC236}">
                        <a16:creationId xmlns:a16="http://schemas.microsoft.com/office/drawing/2014/main" id="{085D97CF-8749-30D8-0093-F2103C4E06FA}"/>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2d</a:t>
                    </a:r>
                  </a:p>
                </p:txBody>
              </p:sp>
            </p:grpSp>
          </p:grpSp>
          <p:grpSp>
            <p:nvGrpSpPr>
              <p:cNvPr id="72" name="Group 71">
                <a:extLst>
                  <a:ext uri="{FF2B5EF4-FFF2-40B4-BE49-F238E27FC236}">
                    <a16:creationId xmlns:a16="http://schemas.microsoft.com/office/drawing/2014/main" id="{B6D4C6AF-AC59-4D48-0C0B-E66DF9D2C2DD}"/>
                  </a:ext>
                </a:extLst>
              </p:cNvPr>
              <p:cNvGrpSpPr/>
              <p:nvPr/>
            </p:nvGrpSpPr>
            <p:grpSpPr>
              <a:xfrm>
                <a:off x="2601806" y="3485072"/>
                <a:ext cx="565150" cy="369332"/>
                <a:chOff x="1736090" y="2873352"/>
                <a:chExt cx="565150" cy="369332"/>
              </a:xfrm>
            </p:grpSpPr>
            <p:grpSp>
              <p:nvGrpSpPr>
                <p:cNvPr id="93" name="Group 327">
                  <a:extLst>
                    <a:ext uri="{FF2B5EF4-FFF2-40B4-BE49-F238E27FC236}">
                      <a16:creationId xmlns:a16="http://schemas.microsoft.com/office/drawing/2014/main" id="{E5BAB26D-9FC3-F196-C7E8-8D40676BE6F6}"/>
                    </a:ext>
                  </a:extLst>
                </p:cNvPr>
                <p:cNvGrpSpPr>
                  <a:grpSpLocks/>
                </p:cNvGrpSpPr>
                <p:nvPr/>
              </p:nvGrpSpPr>
              <p:grpSpPr bwMode="auto">
                <a:xfrm>
                  <a:off x="1736090" y="2893762"/>
                  <a:ext cx="565150" cy="292100"/>
                  <a:chOff x="1871277" y="1576300"/>
                  <a:chExt cx="1128371" cy="437861"/>
                </a:xfrm>
              </p:grpSpPr>
              <p:sp>
                <p:nvSpPr>
                  <p:cNvPr id="97" name="Oval 96">
                    <a:extLst>
                      <a:ext uri="{FF2B5EF4-FFF2-40B4-BE49-F238E27FC236}">
                        <a16:creationId xmlns:a16="http://schemas.microsoft.com/office/drawing/2014/main" id="{A7A0F228-B762-88C5-E702-A6D80108513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8" name="Rectangle 97">
                    <a:extLst>
                      <a:ext uri="{FF2B5EF4-FFF2-40B4-BE49-F238E27FC236}">
                        <a16:creationId xmlns:a16="http://schemas.microsoft.com/office/drawing/2014/main" id="{0F26B782-4306-EFF8-D0A3-263304B2CA59}"/>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 name="Oval 98">
                    <a:extLst>
                      <a:ext uri="{FF2B5EF4-FFF2-40B4-BE49-F238E27FC236}">
                        <a16:creationId xmlns:a16="http://schemas.microsoft.com/office/drawing/2014/main" id="{FCF0DD2C-9E11-6357-8A68-6F55853AFE89}"/>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00" name="Freeform 99">
                    <a:extLst>
                      <a:ext uri="{FF2B5EF4-FFF2-40B4-BE49-F238E27FC236}">
                        <a16:creationId xmlns:a16="http://schemas.microsoft.com/office/drawing/2014/main" id="{938796CD-6A32-B849-5DBF-15B24C78E261}"/>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1" name="Freeform 100">
                    <a:extLst>
                      <a:ext uri="{FF2B5EF4-FFF2-40B4-BE49-F238E27FC236}">
                        <a16:creationId xmlns:a16="http://schemas.microsoft.com/office/drawing/2014/main" id="{894BAF3B-5FB1-CA6A-C3E1-5ECB2D9FD99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 name="Freeform 101">
                    <a:extLst>
                      <a:ext uri="{FF2B5EF4-FFF2-40B4-BE49-F238E27FC236}">
                        <a16:creationId xmlns:a16="http://schemas.microsoft.com/office/drawing/2014/main" id="{54FF246D-81F7-3AFA-34F8-0C231CF268A8}"/>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3" name="Freeform 102">
                    <a:extLst>
                      <a:ext uri="{FF2B5EF4-FFF2-40B4-BE49-F238E27FC236}">
                        <a16:creationId xmlns:a16="http://schemas.microsoft.com/office/drawing/2014/main" id="{DC9ECB3C-FD3E-87EA-F6B6-18BB1F89DEBF}"/>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4" name="Straight Connector 103">
                    <a:extLst>
                      <a:ext uri="{FF2B5EF4-FFF2-40B4-BE49-F238E27FC236}">
                        <a16:creationId xmlns:a16="http://schemas.microsoft.com/office/drawing/2014/main" id="{8F9193E1-4E43-35A4-D1E3-297D0877632B}"/>
                      </a:ext>
                    </a:extLst>
                  </p:cNvPr>
                  <p:cNvCxnSpPr>
                    <a:endCxn id="9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05" name="Straight Connector 104">
                    <a:extLst>
                      <a:ext uri="{FF2B5EF4-FFF2-40B4-BE49-F238E27FC236}">
                        <a16:creationId xmlns:a16="http://schemas.microsoft.com/office/drawing/2014/main" id="{FDD0CED4-C5A8-E48A-9504-59ADC2BEFFC1}"/>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4" name="Group 93">
                  <a:extLst>
                    <a:ext uri="{FF2B5EF4-FFF2-40B4-BE49-F238E27FC236}">
                      <a16:creationId xmlns:a16="http://schemas.microsoft.com/office/drawing/2014/main" id="{9321E296-E5F4-35BE-5D0C-A422ACE61838}"/>
                    </a:ext>
                  </a:extLst>
                </p:cNvPr>
                <p:cNvGrpSpPr/>
                <p:nvPr/>
              </p:nvGrpSpPr>
              <p:grpSpPr>
                <a:xfrm>
                  <a:off x="1770362" y="2873352"/>
                  <a:ext cx="428460" cy="369332"/>
                  <a:chOff x="667045" y="1708643"/>
                  <a:chExt cx="428460" cy="369332"/>
                </a:xfrm>
              </p:grpSpPr>
              <p:sp>
                <p:nvSpPr>
                  <p:cNvPr id="95" name="Oval 94">
                    <a:extLst>
                      <a:ext uri="{FF2B5EF4-FFF2-40B4-BE49-F238E27FC236}">
                        <a16:creationId xmlns:a16="http://schemas.microsoft.com/office/drawing/2014/main" id="{B75F2A5B-85E0-935E-681B-71CCFBCE18D9}"/>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6" name="TextBox 95">
                    <a:extLst>
                      <a:ext uri="{FF2B5EF4-FFF2-40B4-BE49-F238E27FC236}">
                        <a16:creationId xmlns:a16="http://schemas.microsoft.com/office/drawing/2014/main" id="{949D768E-3591-8601-2A3E-695647E6075D}"/>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2c</a:t>
                    </a:r>
                  </a:p>
                </p:txBody>
              </p:sp>
            </p:grpSp>
          </p:grpSp>
          <p:grpSp>
            <p:nvGrpSpPr>
              <p:cNvPr id="73" name="Group 72">
                <a:extLst>
                  <a:ext uri="{FF2B5EF4-FFF2-40B4-BE49-F238E27FC236}">
                    <a16:creationId xmlns:a16="http://schemas.microsoft.com/office/drawing/2014/main" id="{FE936E97-62ED-FA5F-5EB2-4D806EE05272}"/>
                  </a:ext>
                </a:extLst>
              </p:cNvPr>
              <p:cNvGrpSpPr/>
              <p:nvPr/>
            </p:nvGrpSpPr>
            <p:grpSpPr>
              <a:xfrm>
                <a:off x="833331" y="3478719"/>
                <a:ext cx="565150" cy="369332"/>
                <a:chOff x="1736090" y="2873352"/>
                <a:chExt cx="565150" cy="369332"/>
              </a:xfrm>
            </p:grpSpPr>
            <p:grpSp>
              <p:nvGrpSpPr>
                <p:cNvPr id="80" name="Group 327">
                  <a:extLst>
                    <a:ext uri="{FF2B5EF4-FFF2-40B4-BE49-F238E27FC236}">
                      <a16:creationId xmlns:a16="http://schemas.microsoft.com/office/drawing/2014/main" id="{EB4D8BDE-1924-6942-8A00-EBFD83F1FF86}"/>
                    </a:ext>
                  </a:extLst>
                </p:cNvPr>
                <p:cNvGrpSpPr>
                  <a:grpSpLocks/>
                </p:cNvGrpSpPr>
                <p:nvPr/>
              </p:nvGrpSpPr>
              <p:grpSpPr bwMode="auto">
                <a:xfrm>
                  <a:off x="1736090" y="2893762"/>
                  <a:ext cx="565150" cy="292100"/>
                  <a:chOff x="1871277" y="1576300"/>
                  <a:chExt cx="1128371" cy="437861"/>
                </a:xfrm>
              </p:grpSpPr>
              <p:sp>
                <p:nvSpPr>
                  <p:cNvPr id="84" name="Oval 83">
                    <a:extLst>
                      <a:ext uri="{FF2B5EF4-FFF2-40B4-BE49-F238E27FC236}">
                        <a16:creationId xmlns:a16="http://schemas.microsoft.com/office/drawing/2014/main" id="{AA6FE9FC-4CCC-9D65-D411-1873DDAA32B8}"/>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5" name="Rectangle 84">
                    <a:extLst>
                      <a:ext uri="{FF2B5EF4-FFF2-40B4-BE49-F238E27FC236}">
                        <a16:creationId xmlns:a16="http://schemas.microsoft.com/office/drawing/2014/main" id="{C08F43DB-E880-4901-331D-4001F15FB355}"/>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6" name="Oval 85">
                    <a:extLst>
                      <a:ext uri="{FF2B5EF4-FFF2-40B4-BE49-F238E27FC236}">
                        <a16:creationId xmlns:a16="http://schemas.microsoft.com/office/drawing/2014/main" id="{A395C269-9BC6-8FBB-6A7D-06C421C2ADD9}"/>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7" name="Freeform 86">
                    <a:extLst>
                      <a:ext uri="{FF2B5EF4-FFF2-40B4-BE49-F238E27FC236}">
                        <a16:creationId xmlns:a16="http://schemas.microsoft.com/office/drawing/2014/main" id="{028DFEA7-4249-2C98-1964-0994F97862C8}"/>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8" name="Freeform 87">
                    <a:extLst>
                      <a:ext uri="{FF2B5EF4-FFF2-40B4-BE49-F238E27FC236}">
                        <a16:creationId xmlns:a16="http://schemas.microsoft.com/office/drawing/2014/main" id="{1ADDE8CA-E031-CFB3-5AE6-73CCC9BA031F}"/>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9" name="Freeform 88">
                    <a:extLst>
                      <a:ext uri="{FF2B5EF4-FFF2-40B4-BE49-F238E27FC236}">
                        <a16:creationId xmlns:a16="http://schemas.microsoft.com/office/drawing/2014/main" id="{B8529CA5-606A-484F-75EC-997C389A60EA}"/>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0" name="Freeform 89">
                    <a:extLst>
                      <a:ext uri="{FF2B5EF4-FFF2-40B4-BE49-F238E27FC236}">
                        <a16:creationId xmlns:a16="http://schemas.microsoft.com/office/drawing/2014/main" id="{F9B0B83C-3752-B62F-D0BE-50C5AD9383B4}"/>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1" name="Straight Connector 90">
                    <a:extLst>
                      <a:ext uri="{FF2B5EF4-FFF2-40B4-BE49-F238E27FC236}">
                        <a16:creationId xmlns:a16="http://schemas.microsoft.com/office/drawing/2014/main" id="{3409B17B-753B-10E5-4F88-67E185AB93F1}"/>
                      </a:ext>
                    </a:extLst>
                  </p:cNvPr>
                  <p:cNvCxnSpPr>
                    <a:endCxn id="8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2" name="Straight Connector 91">
                    <a:extLst>
                      <a:ext uri="{FF2B5EF4-FFF2-40B4-BE49-F238E27FC236}">
                        <a16:creationId xmlns:a16="http://schemas.microsoft.com/office/drawing/2014/main" id="{D6491249-4BAB-FE6C-AD1A-90C736BBDE9D}"/>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1" name="Group 80">
                  <a:extLst>
                    <a:ext uri="{FF2B5EF4-FFF2-40B4-BE49-F238E27FC236}">
                      <a16:creationId xmlns:a16="http://schemas.microsoft.com/office/drawing/2014/main" id="{DD6A5101-0B1B-C9C9-412D-02343D403774}"/>
                    </a:ext>
                  </a:extLst>
                </p:cNvPr>
                <p:cNvGrpSpPr/>
                <p:nvPr/>
              </p:nvGrpSpPr>
              <p:grpSpPr>
                <a:xfrm>
                  <a:off x="1770362" y="2873352"/>
                  <a:ext cx="441422" cy="369332"/>
                  <a:chOff x="667045" y="1708643"/>
                  <a:chExt cx="441422" cy="369332"/>
                </a:xfrm>
              </p:grpSpPr>
              <p:sp>
                <p:nvSpPr>
                  <p:cNvPr id="82" name="Oval 81">
                    <a:extLst>
                      <a:ext uri="{FF2B5EF4-FFF2-40B4-BE49-F238E27FC236}">
                        <a16:creationId xmlns:a16="http://schemas.microsoft.com/office/drawing/2014/main" id="{723EBFDE-B050-6036-E206-AA39C58040A2}"/>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3" name="TextBox 82">
                    <a:extLst>
                      <a:ext uri="{FF2B5EF4-FFF2-40B4-BE49-F238E27FC236}">
                        <a16:creationId xmlns:a16="http://schemas.microsoft.com/office/drawing/2014/main" id="{78541BE4-6A50-5965-F476-DAB49014C54B}"/>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charset="0"/>
                        <a:ea typeface="ＭＳ Ｐゴシック" charset="0"/>
                      </a:rPr>
                      <a:t>2a</a:t>
                    </a:r>
                  </a:p>
                </p:txBody>
              </p:sp>
            </p:grpSp>
          </p:grpSp>
          <p:cxnSp>
            <p:nvCxnSpPr>
              <p:cNvPr id="74" name="Straight Connector 73">
                <a:extLst>
                  <a:ext uri="{FF2B5EF4-FFF2-40B4-BE49-F238E27FC236}">
                    <a16:creationId xmlns:a16="http://schemas.microsoft.com/office/drawing/2014/main" id="{CECB6B62-F64C-6E5F-C2E3-F47BEEE2365E}"/>
                  </a:ext>
                </a:extLst>
              </p:cNvPr>
              <p:cNvCxnSpPr>
                <a:stCxn id="122" idx="2"/>
                <a:endCxn id="109" idx="0"/>
              </p:cNvCxnSpPr>
              <p:nvPr/>
            </p:nvCxnSpPr>
            <p:spPr bwMode="auto">
              <a:xfrm>
                <a:off x="1991073" y="3242684"/>
                <a:ext cx="4230" cy="851985"/>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75" name="Straight Connector 74">
                <a:extLst>
                  <a:ext uri="{FF2B5EF4-FFF2-40B4-BE49-F238E27FC236}">
                    <a16:creationId xmlns:a16="http://schemas.microsoft.com/office/drawing/2014/main" id="{FBAB1239-E185-2C48-E772-0A009A0274DE}"/>
                  </a:ext>
                </a:extLst>
              </p:cNvPr>
              <p:cNvCxnSpPr/>
              <p:nvPr/>
            </p:nvCxnSpPr>
            <p:spPr bwMode="auto">
              <a:xfrm>
                <a:off x="1407477" y="3648621"/>
                <a:ext cx="1204913" cy="6353"/>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76" name="Straight Connector 75">
                <a:extLst>
                  <a:ext uri="{FF2B5EF4-FFF2-40B4-BE49-F238E27FC236}">
                    <a16:creationId xmlns:a16="http://schemas.microsoft.com/office/drawing/2014/main" id="{519D7589-997B-CB53-2391-1FEBEDC905B5}"/>
                  </a:ext>
                </a:extLst>
              </p:cNvPr>
              <p:cNvCxnSpPr>
                <a:stCxn id="123" idx="7"/>
              </p:cNvCxnSpPr>
              <p:nvPr/>
            </p:nvCxnSpPr>
            <p:spPr bwMode="auto">
              <a:xfrm>
                <a:off x="2218708" y="3154477"/>
                <a:ext cx="480042" cy="369773"/>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77" name="Straight Connector 76">
                <a:extLst>
                  <a:ext uri="{FF2B5EF4-FFF2-40B4-BE49-F238E27FC236}">
                    <a16:creationId xmlns:a16="http://schemas.microsoft.com/office/drawing/2014/main" id="{D8A1234B-3B9C-B750-ADAB-C0B48A169B36}"/>
                  </a:ext>
                </a:extLst>
              </p:cNvPr>
              <p:cNvCxnSpPr/>
              <p:nvPr/>
            </p:nvCxnSpPr>
            <p:spPr bwMode="auto">
              <a:xfrm>
                <a:off x="1300073" y="3786304"/>
                <a:ext cx="477927" cy="357071"/>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78" name="Straight Connector 77">
                <a:extLst>
                  <a:ext uri="{FF2B5EF4-FFF2-40B4-BE49-F238E27FC236}">
                    <a16:creationId xmlns:a16="http://schemas.microsoft.com/office/drawing/2014/main" id="{5AB748B9-33B8-9D37-69DE-6A520C890EF0}"/>
                  </a:ext>
                </a:extLst>
              </p:cNvPr>
              <p:cNvCxnSpPr/>
              <p:nvPr/>
            </p:nvCxnSpPr>
            <p:spPr bwMode="auto">
              <a:xfrm flipH="1">
                <a:off x="2196042" y="3783542"/>
                <a:ext cx="508002" cy="349250"/>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79" name="Straight Connector 78">
                <a:extLst>
                  <a:ext uri="{FF2B5EF4-FFF2-40B4-BE49-F238E27FC236}">
                    <a16:creationId xmlns:a16="http://schemas.microsoft.com/office/drawing/2014/main" id="{1239DAB1-EAA4-A668-11D0-010872EE7AE1}"/>
                  </a:ext>
                </a:extLst>
              </p:cNvPr>
              <p:cNvCxnSpPr/>
              <p:nvPr/>
            </p:nvCxnSpPr>
            <p:spPr bwMode="auto">
              <a:xfrm flipH="1">
                <a:off x="1287553" y="3166946"/>
                <a:ext cx="508002" cy="349250"/>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grpSp>
      <p:grpSp>
        <p:nvGrpSpPr>
          <p:cNvPr id="132" name="Group 131">
            <a:extLst>
              <a:ext uri="{FF2B5EF4-FFF2-40B4-BE49-F238E27FC236}">
                <a16:creationId xmlns:a16="http://schemas.microsoft.com/office/drawing/2014/main" id="{813A625D-8D3A-1857-F1D8-04AF4349D750}"/>
              </a:ext>
            </a:extLst>
          </p:cNvPr>
          <p:cNvGrpSpPr/>
          <p:nvPr/>
        </p:nvGrpSpPr>
        <p:grpSpPr>
          <a:xfrm>
            <a:off x="7317657" y="1744686"/>
            <a:ext cx="2712783" cy="1853712"/>
            <a:chOff x="-2170772" y="2784954"/>
            <a:chExt cx="2712783" cy="1853712"/>
          </a:xfrm>
        </p:grpSpPr>
        <p:sp>
          <p:nvSpPr>
            <p:cNvPr id="133" name="Freeform 2">
              <a:extLst>
                <a:ext uri="{FF2B5EF4-FFF2-40B4-BE49-F238E27FC236}">
                  <a16:creationId xmlns:a16="http://schemas.microsoft.com/office/drawing/2014/main" id="{48493264-FDDC-95C2-21B5-D9602D05F4E6}"/>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34" name="Group 133">
              <a:extLst>
                <a:ext uri="{FF2B5EF4-FFF2-40B4-BE49-F238E27FC236}">
                  <a16:creationId xmlns:a16="http://schemas.microsoft.com/office/drawing/2014/main" id="{CE6029FA-E6DD-E7C5-D5CA-C62AFAC219A9}"/>
                </a:ext>
              </a:extLst>
            </p:cNvPr>
            <p:cNvGrpSpPr/>
            <p:nvPr/>
          </p:nvGrpSpPr>
          <p:grpSpPr>
            <a:xfrm>
              <a:off x="-1935370" y="2935816"/>
              <a:ext cx="2333625" cy="1590649"/>
              <a:chOff x="833331" y="2873352"/>
              <a:chExt cx="2333625" cy="1590649"/>
            </a:xfrm>
          </p:grpSpPr>
          <p:grpSp>
            <p:nvGrpSpPr>
              <p:cNvPr id="135" name="Group 134">
                <a:extLst>
                  <a:ext uri="{FF2B5EF4-FFF2-40B4-BE49-F238E27FC236}">
                    <a16:creationId xmlns:a16="http://schemas.microsoft.com/office/drawing/2014/main" id="{2DEDD19A-405A-6D5C-6AFA-AB95F930DA37}"/>
                  </a:ext>
                </a:extLst>
              </p:cNvPr>
              <p:cNvGrpSpPr/>
              <p:nvPr/>
            </p:nvGrpSpPr>
            <p:grpSpPr>
              <a:xfrm>
                <a:off x="1736090" y="2873352"/>
                <a:ext cx="565150" cy="369332"/>
                <a:chOff x="1736090" y="2873352"/>
                <a:chExt cx="565150" cy="369332"/>
              </a:xfrm>
            </p:grpSpPr>
            <p:grpSp>
              <p:nvGrpSpPr>
                <p:cNvPr id="184" name="Group 327">
                  <a:extLst>
                    <a:ext uri="{FF2B5EF4-FFF2-40B4-BE49-F238E27FC236}">
                      <a16:creationId xmlns:a16="http://schemas.microsoft.com/office/drawing/2014/main" id="{09F85D3C-53CD-FC0A-1528-5F86D58DA397}"/>
                    </a:ext>
                  </a:extLst>
                </p:cNvPr>
                <p:cNvGrpSpPr>
                  <a:grpSpLocks/>
                </p:cNvGrpSpPr>
                <p:nvPr/>
              </p:nvGrpSpPr>
              <p:grpSpPr bwMode="auto">
                <a:xfrm>
                  <a:off x="1736090" y="2893762"/>
                  <a:ext cx="565150" cy="292100"/>
                  <a:chOff x="1871277" y="1576300"/>
                  <a:chExt cx="1128371" cy="437861"/>
                </a:xfrm>
              </p:grpSpPr>
              <p:sp>
                <p:nvSpPr>
                  <p:cNvPr id="188" name="Oval 187">
                    <a:extLst>
                      <a:ext uri="{FF2B5EF4-FFF2-40B4-BE49-F238E27FC236}">
                        <a16:creationId xmlns:a16="http://schemas.microsoft.com/office/drawing/2014/main" id="{BBBB198F-6525-AFD5-797D-09E53B92767B}"/>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89" name="Rectangle 188">
                    <a:extLst>
                      <a:ext uri="{FF2B5EF4-FFF2-40B4-BE49-F238E27FC236}">
                        <a16:creationId xmlns:a16="http://schemas.microsoft.com/office/drawing/2014/main" id="{9D3016EB-201D-CC76-B8DB-E720E8367D49}"/>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90" name="Oval 189">
                    <a:extLst>
                      <a:ext uri="{FF2B5EF4-FFF2-40B4-BE49-F238E27FC236}">
                        <a16:creationId xmlns:a16="http://schemas.microsoft.com/office/drawing/2014/main" id="{9C7136E8-6B81-11FF-6660-EE5F90858726}"/>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91" name="Freeform 190">
                    <a:extLst>
                      <a:ext uri="{FF2B5EF4-FFF2-40B4-BE49-F238E27FC236}">
                        <a16:creationId xmlns:a16="http://schemas.microsoft.com/office/drawing/2014/main" id="{73CB8E81-FEF6-5ECC-8731-01B3D15BFC34}"/>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92" name="Freeform 191">
                    <a:extLst>
                      <a:ext uri="{FF2B5EF4-FFF2-40B4-BE49-F238E27FC236}">
                        <a16:creationId xmlns:a16="http://schemas.microsoft.com/office/drawing/2014/main" id="{C2CF99B9-A3DC-4FA7-AF49-0CC5A0E85DDB}"/>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93" name="Freeform 192">
                    <a:extLst>
                      <a:ext uri="{FF2B5EF4-FFF2-40B4-BE49-F238E27FC236}">
                        <a16:creationId xmlns:a16="http://schemas.microsoft.com/office/drawing/2014/main" id="{C440B565-B14F-3062-69E9-5FC01A142FC4}"/>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94" name="Freeform 193">
                    <a:extLst>
                      <a:ext uri="{FF2B5EF4-FFF2-40B4-BE49-F238E27FC236}">
                        <a16:creationId xmlns:a16="http://schemas.microsoft.com/office/drawing/2014/main" id="{3B7DFDAB-D567-9498-6053-3F471896E360}"/>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95" name="Straight Connector 194">
                    <a:extLst>
                      <a:ext uri="{FF2B5EF4-FFF2-40B4-BE49-F238E27FC236}">
                        <a16:creationId xmlns:a16="http://schemas.microsoft.com/office/drawing/2014/main" id="{6E1530E4-521C-2F73-32DA-1C8929936850}"/>
                      </a:ext>
                    </a:extLst>
                  </p:cNvPr>
                  <p:cNvCxnSpPr>
                    <a:endCxn id="190"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96" name="Straight Connector 195">
                    <a:extLst>
                      <a:ext uri="{FF2B5EF4-FFF2-40B4-BE49-F238E27FC236}">
                        <a16:creationId xmlns:a16="http://schemas.microsoft.com/office/drawing/2014/main" id="{265ED1BE-56ED-C6CE-4E3E-6C123042D318}"/>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85" name="Group 184">
                  <a:extLst>
                    <a:ext uri="{FF2B5EF4-FFF2-40B4-BE49-F238E27FC236}">
                      <a16:creationId xmlns:a16="http://schemas.microsoft.com/office/drawing/2014/main" id="{5914F486-6DA3-DE48-10FC-F4DA511A93E3}"/>
                    </a:ext>
                  </a:extLst>
                </p:cNvPr>
                <p:cNvGrpSpPr/>
                <p:nvPr/>
              </p:nvGrpSpPr>
              <p:grpSpPr>
                <a:xfrm>
                  <a:off x="1770362" y="2873352"/>
                  <a:ext cx="441422" cy="369332"/>
                  <a:chOff x="667045" y="1708643"/>
                  <a:chExt cx="441422" cy="369332"/>
                </a:xfrm>
              </p:grpSpPr>
              <p:sp>
                <p:nvSpPr>
                  <p:cNvPr id="186" name="Oval 185">
                    <a:extLst>
                      <a:ext uri="{FF2B5EF4-FFF2-40B4-BE49-F238E27FC236}">
                        <a16:creationId xmlns:a16="http://schemas.microsoft.com/office/drawing/2014/main" id="{0580E33B-57F0-DE42-FCBA-8DBE284044C5}"/>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87" name="TextBox 186">
                    <a:extLst>
                      <a:ext uri="{FF2B5EF4-FFF2-40B4-BE49-F238E27FC236}">
                        <a16:creationId xmlns:a16="http://schemas.microsoft.com/office/drawing/2014/main" id="{CB48AB2D-98EC-151C-518D-3E646E8B3B4A}"/>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3b</a:t>
                    </a:r>
                  </a:p>
                </p:txBody>
              </p:sp>
            </p:grpSp>
          </p:grpSp>
          <p:grpSp>
            <p:nvGrpSpPr>
              <p:cNvPr id="136" name="Group 135">
                <a:extLst>
                  <a:ext uri="{FF2B5EF4-FFF2-40B4-BE49-F238E27FC236}">
                    <a16:creationId xmlns:a16="http://schemas.microsoft.com/office/drawing/2014/main" id="{6C45FB0E-678F-D8F4-9027-48F9D9176253}"/>
                  </a:ext>
                </a:extLst>
              </p:cNvPr>
              <p:cNvGrpSpPr/>
              <p:nvPr/>
            </p:nvGrpSpPr>
            <p:grpSpPr>
              <a:xfrm>
                <a:off x="1740320" y="4094669"/>
                <a:ext cx="565150" cy="369332"/>
                <a:chOff x="1736090" y="2873352"/>
                <a:chExt cx="565150" cy="369332"/>
              </a:xfrm>
            </p:grpSpPr>
            <p:grpSp>
              <p:nvGrpSpPr>
                <p:cNvPr id="171" name="Group 327">
                  <a:extLst>
                    <a:ext uri="{FF2B5EF4-FFF2-40B4-BE49-F238E27FC236}">
                      <a16:creationId xmlns:a16="http://schemas.microsoft.com/office/drawing/2014/main" id="{7A2E81BB-56B4-0E4E-55D1-815B754825B0}"/>
                    </a:ext>
                  </a:extLst>
                </p:cNvPr>
                <p:cNvGrpSpPr>
                  <a:grpSpLocks/>
                </p:cNvGrpSpPr>
                <p:nvPr/>
              </p:nvGrpSpPr>
              <p:grpSpPr bwMode="auto">
                <a:xfrm>
                  <a:off x="1736090" y="2893762"/>
                  <a:ext cx="565150" cy="292100"/>
                  <a:chOff x="1871277" y="1576300"/>
                  <a:chExt cx="1128371" cy="437861"/>
                </a:xfrm>
              </p:grpSpPr>
              <p:sp>
                <p:nvSpPr>
                  <p:cNvPr id="175" name="Oval 174">
                    <a:extLst>
                      <a:ext uri="{FF2B5EF4-FFF2-40B4-BE49-F238E27FC236}">
                        <a16:creationId xmlns:a16="http://schemas.microsoft.com/office/drawing/2014/main" id="{B061E80D-1E2F-1C40-D41A-46F00787E254}"/>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76" name="Rectangle 175">
                    <a:extLst>
                      <a:ext uri="{FF2B5EF4-FFF2-40B4-BE49-F238E27FC236}">
                        <a16:creationId xmlns:a16="http://schemas.microsoft.com/office/drawing/2014/main" id="{D985109E-6FFF-7BB6-49E7-6AC698CE6780}"/>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77" name="Oval 176">
                    <a:extLst>
                      <a:ext uri="{FF2B5EF4-FFF2-40B4-BE49-F238E27FC236}">
                        <a16:creationId xmlns:a16="http://schemas.microsoft.com/office/drawing/2014/main" id="{33E89A2E-86A3-888B-06E1-A85B343257AE}"/>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78" name="Freeform 177">
                    <a:extLst>
                      <a:ext uri="{FF2B5EF4-FFF2-40B4-BE49-F238E27FC236}">
                        <a16:creationId xmlns:a16="http://schemas.microsoft.com/office/drawing/2014/main" id="{2F11A581-1201-D6A4-A32B-E85F8FEAA07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79" name="Freeform 178">
                    <a:extLst>
                      <a:ext uri="{FF2B5EF4-FFF2-40B4-BE49-F238E27FC236}">
                        <a16:creationId xmlns:a16="http://schemas.microsoft.com/office/drawing/2014/main" id="{41A15B5D-ADC7-33FD-D70A-6BDB4C87DD16}"/>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80" name="Freeform 179">
                    <a:extLst>
                      <a:ext uri="{FF2B5EF4-FFF2-40B4-BE49-F238E27FC236}">
                        <a16:creationId xmlns:a16="http://schemas.microsoft.com/office/drawing/2014/main" id="{6843F2E3-1EB9-BA02-1B23-D827CE83E579}"/>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81" name="Freeform 180">
                    <a:extLst>
                      <a:ext uri="{FF2B5EF4-FFF2-40B4-BE49-F238E27FC236}">
                        <a16:creationId xmlns:a16="http://schemas.microsoft.com/office/drawing/2014/main" id="{6270352A-2042-0D29-2712-1973A48DDF12}"/>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82" name="Straight Connector 181">
                    <a:extLst>
                      <a:ext uri="{FF2B5EF4-FFF2-40B4-BE49-F238E27FC236}">
                        <a16:creationId xmlns:a16="http://schemas.microsoft.com/office/drawing/2014/main" id="{AF8F1E4B-294E-08ED-1CFE-02EA73C53BBB}"/>
                      </a:ext>
                    </a:extLst>
                  </p:cNvPr>
                  <p:cNvCxnSpPr>
                    <a:endCxn id="177"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83" name="Straight Connector 182">
                    <a:extLst>
                      <a:ext uri="{FF2B5EF4-FFF2-40B4-BE49-F238E27FC236}">
                        <a16:creationId xmlns:a16="http://schemas.microsoft.com/office/drawing/2014/main" id="{63E6AB36-9047-64DE-E125-1A6BCB5BF1D2}"/>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72" name="Group 171">
                  <a:extLst>
                    <a:ext uri="{FF2B5EF4-FFF2-40B4-BE49-F238E27FC236}">
                      <a16:creationId xmlns:a16="http://schemas.microsoft.com/office/drawing/2014/main" id="{8CF65F1E-0441-D991-108F-5398A11903A6}"/>
                    </a:ext>
                  </a:extLst>
                </p:cNvPr>
                <p:cNvGrpSpPr/>
                <p:nvPr/>
              </p:nvGrpSpPr>
              <p:grpSpPr>
                <a:xfrm>
                  <a:off x="1770362" y="2873352"/>
                  <a:ext cx="441422" cy="369332"/>
                  <a:chOff x="667045" y="1708643"/>
                  <a:chExt cx="441422" cy="369332"/>
                </a:xfrm>
              </p:grpSpPr>
              <p:sp>
                <p:nvSpPr>
                  <p:cNvPr id="173" name="Oval 172">
                    <a:extLst>
                      <a:ext uri="{FF2B5EF4-FFF2-40B4-BE49-F238E27FC236}">
                        <a16:creationId xmlns:a16="http://schemas.microsoft.com/office/drawing/2014/main" id="{40CE09AA-E4BF-6EA2-09C8-4E49F83EBFC8}"/>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74" name="TextBox 173">
                    <a:extLst>
                      <a:ext uri="{FF2B5EF4-FFF2-40B4-BE49-F238E27FC236}">
                        <a16:creationId xmlns:a16="http://schemas.microsoft.com/office/drawing/2014/main" id="{D815CF8F-8B9E-8A38-058C-6E412CBFD87C}"/>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3d</a:t>
                    </a:r>
                  </a:p>
                </p:txBody>
              </p:sp>
            </p:grpSp>
          </p:grpSp>
          <p:grpSp>
            <p:nvGrpSpPr>
              <p:cNvPr id="137" name="Group 136">
                <a:extLst>
                  <a:ext uri="{FF2B5EF4-FFF2-40B4-BE49-F238E27FC236}">
                    <a16:creationId xmlns:a16="http://schemas.microsoft.com/office/drawing/2014/main" id="{3D71F82A-554C-0118-26D9-66DA49E0A75D}"/>
                  </a:ext>
                </a:extLst>
              </p:cNvPr>
              <p:cNvGrpSpPr/>
              <p:nvPr/>
            </p:nvGrpSpPr>
            <p:grpSpPr>
              <a:xfrm>
                <a:off x="2601806" y="3485072"/>
                <a:ext cx="565150" cy="369332"/>
                <a:chOff x="1736090" y="2873352"/>
                <a:chExt cx="565150" cy="369332"/>
              </a:xfrm>
            </p:grpSpPr>
            <p:grpSp>
              <p:nvGrpSpPr>
                <p:cNvPr id="158" name="Group 327">
                  <a:extLst>
                    <a:ext uri="{FF2B5EF4-FFF2-40B4-BE49-F238E27FC236}">
                      <a16:creationId xmlns:a16="http://schemas.microsoft.com/office/drawing/2014/main" id="{0A30B264-77E2-5B34-F4D9-E0D9453DC67B}"/>
                    </a:ext>
                  </a:extLst>
                </p:cNvPr>
                <p:cNvGrpSpPr>
                  <a:grpSpLocks/>
                </p:cNvGrpSpPr>
                <p:nvPr/>
              </p:nvGrpSpPr>
              <p:grpSpPr bwMode="auto">
                <a:xfrm>
                  <a:off x="1736090" y="2893762"/>
                  <a:ext cx="565150" cy="292100"/>
                  <a:chOff x="1871277" y="1576300"/>
                  <a:chExt cx="1128371" cy="437861"/>
                </a:xfrm>
              </p:grpSpPr>
              <p:sp>
                <p:nvSpPr>
                  <p:cNvPr id="162" name="Oval 161">
                    <a:extLst>
                      <a:ext uri="{FF2B5EF4-FFF2-40B4-BE49-F238E27FC236}">
                        <a16:creationId xmlns:a16="http://schemas.microsoft.com/office/drawing/2014/main" id="{9192495B-5478-0EBB-70B7-121C957D8D33}"/>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63" name="Rectangle 162">
                    <a:extLst>
                      <a:ext uri="{FF2B5EF4-FFF2-40B4-BE49-F238E27FC236}">
                        <a16:creationId xmlns:a16="http://schemas.microsoft.com/office/drawing/2014/main" id="{1DA0366E-0736-E8EA-25A1-D32C4DAC7EF2}"/>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64" name="Oval 163">
                    <a:extLst>
                      <a:ext uri="{FF2B5EF4-FFF2-40B4-BE49-F238E27FC236}">
                        <a16:creationId xmlns:a16="http://schemas.microsoft.com/office/drawing/2014/main" id="{E7C6C960-FC02-5714-7AEA-4703D3AD66D2}"/>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65" name="Freeform 164">
                    <a:extLst>
                      <a:ext uri="{FF2B5EF4-FFF2-40B4-BE49-F238E27FC236}">
                        <a16:creationId xmlns:a16="http://schemas.microsoft.com/office/drawing/2014/main" id="{544765C0-228E-F012-8087-A000F059120F}"/>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66" name="Freeform 165">
                    <a:extLst>
                      <a:ext uri="{FF2B5EF4-FFF2-40B4-BE49-F238E27FC236}">
                        <a16:creationId xmlns:a16="http://schemas.microsoft.com/office/drawing/2014/main" id="{826E64FD-F652-B426-D2A7-4822F509283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67" name="Freeform 166">
                    <a:extLst>
                      <a:ext uri="{FF2B5EF4-FFF2-40B4-BE49-F238E27FC236}">
                        <a16:creationId xmlns:a16="http://schemas.microsoft.com/office/drawing/2014/main" id="{0CBEB3F8-23AB-98D1-DAD2-D5A26C23B2B3}"/>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68" name="Freeform 167">
                    <a:extLst>
                      <a:ext uri="{FF2B5EF4-FFF2-40B4-BE49-F238E27FC236}">
                        <a16:creationId xmlns:a16="http://schemas.microsoft.com/office/drawing/2014/main" id="{5849C1B8-D288-2780-736B-7DF244EB26DC}"/>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69" name="Straight Connector 168">
                    <a:extLst>
                      <a:ext uri="{FF2B5EF4-FFF2-40B4-BE49-F238E27FC236}">
                        <a16:creationId xmlns:a16="http://schemas.microsoft.com/office/drawing/2014/main" id="{D4F2219F-FE44-3C5E-DFD2-9001720B8CBE}"/>
                      </a:ext>
                    </a:extLst>
                  </p:cNvPr>
                  <p:cNvCxnSpPr>
                    <a:endCxn id="16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70" name="Straight Connector 169">
                    <a:extLst>
                      <a:ext uri="{FF2B5EF4-FFF2-40B4-BE49-F238E27FC236}">
                        <a16:creationId xmlns:a16="http://schemas.microsoft.com/office/drawing/2014/main" id="{7739D39F-865B-6ECC-5EAC-B7B05C6642D7}"/>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59" name="Group 158">
                  <a:extLst>
                    <a:ext uri="{FF2B5EF4-FFF2-40B4-BE49-F238E27FC236}">
                      <a16:creationId xmlns:a16="http://schemas.microsoft.com/office/drawing/2014/main" id="{141242F9-66C5-F103-F9D0-D3F426BAA41F}"/>
                    </a:ext>
                  </a:extLst>
                </p:cNvPr>
                <p:cNvGrpSpPr/>
                <p:nvPr/>
              </p:nvGrpSpPr>
              <p:grpSpPr>
                <a:xfrm>
                  <a:off x="1770362" y="2873352"/>
                  <a:ext cx="428460" cy="369332"/>
                  <a:chOff x="667045" y="1708643"/>
                  <a:chExt cx="428460" cy="369332"/>
                </a:xfrm>
              </p:grpSpPr>
              <p:sp>
                <p:nvSpPr>
                  <p:cNvPr id="160" name="Oval 159">
                    <a:extLst>
                      <a:ext uri="{FF2B5EF4-FFF2-40B4-BE49-F238E27FC236}">
                        <a16:creationId xmlns:a16="http://schemas.microsoft.com/office/drawing/2014/main" id="{85CF4FEA-01F1-AB0A-61C5-CC2413747349}"/>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61" name="TextBox 160">
                    <a:extLst>
                      <a:ext uri="{FF2B5EF4-FFF2-40B4-BE49-F238E27FC236}">
                        <a16:creationId xmlns:a16="http://schemas.microsoft.com/office/drawing/2014/main" id="{0C632346-E3D5-6A0F-41FE-30C6E40C9058}"/>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3c</a:t>
                    </a:r>
                  </a:p>
                </p:txBody>
              </p:sp>
            </p:grpSp>
          </p:grpSp>
          <p:grpSp>
            <p:nvGrpSpPr>
              <p:cNvPr id="138" name="Group 137">
                <a:extLst>
                  <a:ext uri="{FF2B5EF4-FFF2-40B4-BE49-F238E27FC236}">
                    <a16:creationId xmlns:a16="http://schemas.microsoft.com/office/drawing/2014/main" id="{2A78A4C1-6C7C-3E97-2076-538248FDD5EA}"/>
                  </a:ext>
                </a:extLst>
              </p:cNvPr>
              <p:cNvGrpSpPr/>
              <p:nvPr/>
            </p:nvGrpSpPr>
            <p:grpSpPr>
              <a:xfrm>
                <a:off x="833331" y="3478719"/>
                <a:ext cx="565150" cy="369332"/>
                <a:chOff x="1736090" y="2873352"/>
                <a:chExt cx="565150" cy="369332"/>
              </a:xfrm>
            </p:grpSpPr>
            <p:grpSp>
              <p:nvGrpSpPr>
                <p:cNvPr id="145" name="Group 327">
                  <a:extLst>
                    <a:ext uri="{FF2B5EF4-FFF2-40B4-BE49-F238E27FC236}">
                      <a16:creationId xmlns:a16="http://schemas.microsoft.com/office/drawing/2014/main" id="{25B36E1B-592F-2097-6C18-1ABE24DC6DFE}"/>
                    </a:ext>
                  </a:extLst>
                </p:cNvPr>
                <p:cNvGrpSpPr>
                  <a:grpSpLocks/>
                </p:cNvGrpSpPr>
                <p:nvPr/>
              </p:nvGrpSpPr>
              <p:grpSpPr bwMode="auto">
                <a:xfrm>
                  <a:off x="1736090" y="2893762"/>
                  <a:ext cx="565150" cy="292100"/>
                  <a:chOff x="1871277" y="1576300"/>
                  <a:chExt cx="1128371" cy="437861"/>
                </a:xfrm>
              </p:grpSpPr>
              <p:sp>
                <p:nvSpPr>
                  <p:cNvPr id="149" name="Oval 148">
                    <a:extLst>
                      <a:ext uri="{FF2B5EF4-FFF2-40B4-BE49-F238E27FC236}">
                        <a16:creationId xmlns:a16="http://schemas.microsoft.com/office/drawing/2014/main" id="{512C3E43-E1C2-7D1D-91ED-F93A334EAF81}"/>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50" name="Rectangle 149">
                    <a:extLst>
                      <a:ext uri="{FF2B5EF4-FFF2-40B4-BE49-F238E27FC236}">
                        <a16:creationId xmlns:a16="http://schemas.microsoft.com/office/drawing/2014/main" id="{2E54DFFF-DB2D-5A7A-7164-AE1E427055EC}"/>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51" name="Oval 150">
                    <a:extLst>
                      <a:ext uri="{FF2B5EF4-FFF2-40B4-BE49-F238E27FC236}">
                        <a16:creationId xmlns:a16="http://schemas.microsoft.com/office/drawing/2014/main" id="{B386D67A-D86C-B710-169B-07D0F01A330C}"/>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152" name="Freeform 151">
                    <a:extLst>
                      <a:ext uri="{FF2B5EF4-FFF2-40B4-BE49-F238E27FC236}">
                        <a16:creationId xmlns:a16="http://schemas.microsoft.com/office/drawing/2014/main" id="{89501129-8E63-0FA0-F566-1A0DA73065B9}"/>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53" name="Freeform 152">
                    <a:extLst>
                      <a:ext uri="{FF2B5EF4-FFF2-40B4-BE49-F238E27FC236}">
                        <a16:creationId xmlns:a16="http://schemas.microsoft.com/office/drawing/2014/main" id="{7E5B8AFA-BB94-AE03-7A36-D11B1A3246EB}"/>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54" name="Freeform 153">
                    <a:extLst>
                      <a:ext uri="{FF2B5EF4-FFF2-40B4-BE49-F238E27FC236}">
                        <a16:creationId xmlns:a16="http://schemas.microsoft.com/office/drawing/2014/main" id="{3BC49AA1-D98B-94D9-4CC6-60C35462517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55" name="Freeform 154">
                    <a:extLst>
                      <a:ext uri="{FF2B5EF4-FFF2-40B4-BE49-F238E27FC236}">
                        <a16:creationId xmlns:a16="http://schemas.microsoft.com/office/drawing/2014/main" id="{F0366140-0C0C-2D38-CFAD-EF0127287BC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56" name="Straight Connector 155">
                    <a:extLst>
                      <a:ext uri="{FF2B5EF4-FFF2-40B4-BE49-F238E27FC236}">
                        <a16:creationId xmlns:a16="http://schemas.microsoft.com/office/drawing/2014/main" id="{B8B392BB-12E3-8075-0B8E-0EB40A55B79F}"/>
                      </a:ext>
                    </a:extLst>
                  </p:cNvPr>
                  <p:cNvCxnSpPr>
                    <a:endCxn id="15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157" name="Straight Connector 156">
                    <a:extLst>
                      <a:ext uri="{FF2B5EF4-FFF2-40B4-BE49-F238E27FC236}">
                        <a16:creationId xmlns:a16="http://schemas.microsoft.com/office/drawing/2014/main" id="{C98627DD-8B2E-DA20-AF29-9ED6B10AD608}"/>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146" name="Group 145">
                  <a:extLst>
                    <a:ext uri="{FF2B5EF4-FFF2-40B4-BE49-F238E27FC236}">
                      <a16:creationId xmlns:a16="http://schemas.microsoft.com/office/drawing/2014/main" id="{F7249470-D107-3CF6-D936-595FE0E978BE}"/>
                    </a:ext>
                  </a:extLst>
                </p:cNvPr>
                <p:cNvGrpSpPr/>
                <p:nvPr/>
              </p:nvGrpSpPr>
              <p:grpSpPr>
                <a:xfrm>
                  <a:off x="1770362" y="2873352"/>
                  <a:ext cx="441422" cy="369332"/>
                  <a:chOff x="667045" y="1708643"/>
                  <a:chExt cx="441422" cy="369332"/>
                </a:xfrm>
              </p:grpSpPr>
              <p:sp>
                <p:nvSpPr>
                  <p:cNvPr id="147" name="Oval 146">
                    <a:extLst>
                      <a:ext uri="{FF2B5EF4-FFF2-40B4-BE49-F238E27FC236}">
                        <a16:creationId xmlns:a16="http://schemas.microsoft.com/office/drawing/2014/main" id="{A3A18AAB-01D2-E013-4B49-9ACD5E2C5BA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48" name="TextBox 147">
                    <a:extLst>
                      <a:ext uri="{FF2B5EF4-FFF2-40B4-BE49-F238E27FC236}">
                        <a16:creationId xmlns:a16="http://schemas.microsoft.com/office/drawing/2014/main" id="{77BE65A8-FC60-B1CB-0D07-18F7C212FFE1}"/>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a:t>
                    </a:r>
                  </a:p>
                </p:txBody>
              </p:sp>
            </p:grpSp>
          </p:grpSp>
          <p:cxnSp>
            <p:nvCxnSpPr>
              <p:cNvPr id="139" name="Straight Connector 138">
                <a:extLst>
                  <a:ext uri="{FF2B5EF4-FFF2-40B4-BE49-F238E27FC236}">
                    <a16:creationId xmlns:a16="http://schemas.microsoft.com/office/drawing/2014/main" id="{64C21C87-BE1D-26D6-C83F-328289B62C5D}"/>
                  </a:ext>
                </a:extLst>
              </p:cNvPr>
              <p:cNvCxnSpPr>
                <a:stCxn id="187" idx="2"/>
                <a:endCxn id="174" idx="0"/>
              </p:cNvCxnSpPr>
              <p:nvPr/>
            </p:nvCxnSpPr>
            <p:spPr bwMode="auto">
              <a:xfrm>
                <a:off x="1991073" y="3242684"/>
                <a:ext cx="4230" cy="851985"/>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0" name="Straight Connector 139">
                <a:extLst>
                  <a:ext uri="{FF2B5EF4-FFF2-40B4-BE49-F238E27FC236}">
                    <a16:creationId xmlns:a16="http://schemas.microsoft.com/office/drawing/2014/main" id="{5F884153-F872-ED5F-A127-B28897914D11}"/>
                  </a:ext>
                </a:extLst>
              </p:cNvPr>
              <p:cNvCxnSpPr/>
              <p:nvPr/>
            </p:nvCxnSpPr>
            <p:spPr bwMode="auto">
              <a:xfrm>
                <a:off x="1407477" y="3648621"/>
                <a:ext cx="1204913" cy="6353"/>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1" name="Straight Connector 140">
                <a:extLst>
                  <a:ext uri="{FF2B5EF4-FFF2-40B4-BE49-F238E27FC236}">
                    <a16:creationId xmlns:a16="http://schemas.microsoft.com/office/drawing/2014/main" id="{E1CA978D-8975-550D-FE3D-293F5ABCEC96}"/>
                  </a:ext>
                </a:extLst>
              </p:cNvPr>
              <p:cNvCxnSpPr>
                <a:stCxn id="188" idx="7"/>
              </p:cNvCxnSpPr>
              <p:nvPr/>
            </p:nvCxnSpPr>
            <p:spPr bwMode="auto">
              <a:xfrm>
                <a:off x="2218708" y="3154477"/>
                <a:ext cx="480042" cy="369773"/>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2" name="Straight Connector 141">
                <a:extLst>
                  <a:ext uri="{FF2B5EF4-FFF2-40B4-BE49-F238E27FC236}">
                    <a16:creationId xmlns:a16="http://schemas.microsoft.com/office/drawing/2014/main" id="{D877F7BB-6CD7-26D5-975E-250AA3E687C4}"/>
                  </a:ext>
                </a:extLst>
              </p:cNvPr>
              <p:cNvCxnSpPr/>
              <p:nvPr/>
            </p:nvCxnSpPr>
            <p:spPr bwMode="auto">
              <a:xfrm>
                <a:off x="1300073" y="3786304"/>
                <a:ext cx="477927" cy="357071"/>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3" name="Straight Connector 142">
                <a:extLst>
                  <a:ext uri="{FF2B5EF4-FFF2-40B4-BE49-F238E27FC236}">
                    <a16:creationId xmlns:a16="http://schemas.microsoft.com/office/drawing/2014/main" id="{805D9167-F752-A5E2-4165-A1D8DA6ED6EE}"/>
                  </a:ext>
                </a:extLst>
              </p:cNvPr>
              <p:cNvCxnSpPr/>
              <p:nvPr/>
            </p:nvCxnSpPr>
            <p:spPr bwMode="auto">
              <a:xfrm flipH="1">
                <a:off x="2196042" y="3783542"/>
                <a:ext cx="508002" cy="349250"/>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4" name="Straight Connector 143">
                <a:extLst>
                  <a:ext uri="{FF2B5EF4-FFF2-40B4-BE49-F238E27FC236}">
                    <a16:creationId xmlns:a16="http://schemas.microsoft.com/office/drawing/2014/main" id="{AF57C59B-88B8-59A7-9686-CC2CEE57FBEA}"/>
                  </a:ext>
                </a:extLst>
              </p:cNvPr>
              <p:cNvCxnSpPr/>
              <p:nvPr/>
            </p:nvCxnSpPr>
            <p:spPr bwMode="auto">
              <a:xfrm flipH="1">
                <a:off x="1287553" y="3166946"/>
                <a:ext cx="508002" cy="349250"/>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grpSp>
      <p:cxnSp>
        <p:nvCxnSpPr>
          <p:cNvPr id="197" name="Straight Connector 196">
            <a:extLst>
              <a:ext uri="{FF2B5EF4-FFF2-40B4-BE49-F238E27FC236}">
                <a16:creationId xmlns:a16="http://schemas.microsoft.com/office/drawing/2014/main" id="{2F62C19E-0259-0C46-1E19-F7D7484F0041}"/>
              </a:ext>
            </a:extLst>
          </p:cNvPr>
          <p:cNvCxnSpPr/>
          <p:nvPr/>
        </p:nvCxnSpPr>
        <p:spPr bwMode="auto">
          <a:xfrm flipH="1">
            <a:off x="4536338" y="2045275"/>
            <a:ext cx="495463" cy="495451"/>
          </a:xfrm>
          <a:prstGeom prst="line">
            <a:avLst/>
          </a:prstGeom>
          <a:solidFill>
            <a:srgbClr val="00CC99"/>
          </a:solidFill>
          <a:ln w="38100" cap="flat" cmpd="sng" algn="ctr">
            <a:solidFill>
              <a:srgbClr val="CC000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98" name="Straight Connector 197">
            <a:extLst>
              <a:ext uri="{FF2B5EF4-FFF2-40B4-BE49-F238E27FC236}">
                <a16:creationId xmlns:a16="http://schemas.microsoft.com/office/drawing/2014/main" id="{78411738-BC23-C562-3543-73CBED213207}"/>
              </a:ext>
            </a:extLst>
          </p:cNvPr>
          <p:cNvCxnSpPr>
            <a:endCxn id="97" idx="7"/>
          </p:cNvCxnSpPr>
          <p:nvPr/>
        </p:nvCxnSpPr>
        <p:spPr bwMode="auto">
          <a:xfrm flipH="1" flipV="1">
            <a:off x="7169631" y="2029476"/>
            <a:ext cx="498946" cy="573893"/>
          </a:xfrm>
          <a:prstGeom prst="line">
            <a:avLst/>
          </a:prstGeom>
          <a:solidFill>
            <a:srgbClr val="00CC99"/>
          </a:solidFill>
          <a:ln w="38100" cap="flat" cmpd="sng" algn="ctr">
            <a:solidFill>
              <a:srgbClr val="CC000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99" name="TextBox 198">
            <a:extLst>
              <a:ext uri="{FF2B5EF4-FFF2-40B4-BE49-F238E27FC236}">
                <a16:creationId xmlns:a16="http://schemas.microsoft.com/office/drawing/2014/main" id="{E66CD289-81A4-5655-14C8-99D3C6D14355}"/>
              </a:ext>
            </a:extLst>
          </p:cNvPr>
          <p:cNvSpPr txBox="1"/>
          <p:nvPr/>
        </p:nvSpPr>
        <p:spPr>
          <a:xfrm>
            <a:off x="5750590" y="2948062"/>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2</a:t>
            </a:r>
          </a:p>
        </p:txBody>
      </p:sp>
      <p:sp>
        <p:nvSpPr>
          <p:cNvPr id="200" name="TextBox 199">
            <a:extLst>
              <a:ext uri="{FF2B5EF4-FFF2-40B4-BE49-F238E27FC236}">
                <a16:creationId xmlns:a16="http://schemas.microsoft.com/office/drawing/2014/main" id="{4F3F6700-797C-C6AB-A568-C9F5126F559E}"/>
              </a:ext>
            </a:extLst>
          </p:cNvPr>
          <p:cNvSpPr txBox="1"/>
          <p:nvPr/>
        </p:nvSpPr>
        <p:spPr>
          <a:xfrm>
            <a:off x="9178457" y="1503271"/>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3</a:t>
            </a:r>
          </a:p>
        </p:txBody>
      </p:sp>
      <p:sp>
        <p:nvSpPr>
          <p:cNvPr id="201" name="TextBox 200">
            <a:extLst>
              <a:ext uri="{FF2B5EF4-FFF2-40B4-BE49-F238E27FC236}">
                <a16:creationId xmlns:a16="http://schemas.microsoft.com/office/drawing/2014/main" id="{0436725F-2798-30F0-9767-3ABCF4F5E2BE}"/>
              </a:ext>
            </a:extLst>
          </p:cNvPr>
          <p:cNvSpPr txBox="1"/>
          <p:nvPr/>
        </p:nvSpPr>
        <p:spPr>
          <a:xfrm>
            <a:off x="2677153" y="1285800"/>
            <a:ext cx="753532" cy="400110"/>
          </a:xfrm>
          <a:prstGeom prst="rect">
            <a:avLst/>
          </a:prstGeom>
          <a:noFill/>
        </p:spPr>
        <p:txBody>
          <a:bodyPr wrap="none" rtlCol="0">
            <a:spAutoFit/>
          </a:bodyPr>
          <a:lstStyle/>
          <a:p>
            <a:pPr eaLnBrk="0" fontAlgn="base" hangingPunct="0">
              <a:spcBef>
                <a:spcPct val="0"/>
              </a:spcBef>
              <a:spcAft>
                <a:spcPct val="0"/>
              </a:spcAft>
            </a:pPr>
            <a:r>
              <a:rPr lang="en-US" sz="2000" dirty="0">
                <a:solidFill>
                  <a:srgbClr val="000090"/>
                </a:solidFill>
                <a:latin typeface="Arial" charset="0"/>
                <a:ea typeface="ＭＳ Ｐゴシック" charset="0"/>
              </a:rPr>
              <a:t>AS 1</a:t>
            </a:r>
          </a:p>
        </p:txBody>
      </p:sp>
      <mc:AlternateContent xmlns:mc="http://schemas.openxmlformats.org/markup-compatibility/2006" xmlns:p14="http://schemas.microsoft.com/office/powerpoint/2010/main">
        <mc:Choice Requires="p14">
          <p:contentPart p14:bwMode="auto" r:id="rId2">
            <p14:nvContentPartPr>
              <p14:cNvPr id="202" name="Ink 201">
                <a:extLst>
                  <a:ext uri="{FF2B5EF4-FFF2-40B4-BE49-F238E27FC236}">
                    <a16:creationId xmlns:a16="http://schemas.microsoft.com/office/drawing/2014/main" id="{43003428-1564-9603-7FCD-618112C7C32D}"/>
                  </a:ext>
                </a:extLst>
              </p14:cNvPr>
              <p14:cNvContentPartPr/>
              <p14:nvPr/>
            </p14:nvContentPartPr>
            <p14:xfrm>
              <a:off x="2786773" y="3124441"/>
              <a:ext cx="313920" cy="268200"/>
            </p14:xfrm>
          </p:contentPart>
        </mc:Choice>
        <mc:Fallback xmlns="">
          <p:pic>
            <p:nvPicPr>
              <p:cNvPr id="202" name="Ink 201">
                <a:extLst>
                  <a:ext uri="{FF2B5EF4-FFF2-40B4-BE49-F238E27FC236}">
                    <a16:creationId xmlns:a16="http://schemas.microsoft.com/office/drawing/2014/main" id="{43003428-1564-9603-7FCD-618112C7C32D}"/>
                  </a:ext>
                </a:extLst>
              </p:cNvPr>
              <p:cNvPicPr/>
              <p:nvPr/>
            </p:nvPicPr>
            <p:blipFill>
              <a:blip r:embed="rId3"/>
              <a:stretch>
                <a:fillRect/>
              </a:stretch>
            </p:blipFill>
            <p:spPr>
              <a:xfrm>
                <a:off x="2771311" y="3108961"/>
                <a:ext cx="344485" cy="2988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03" name="Ink 202">
                <a:extLst>
                  <a:ext uri="{FF2B5EF4-FFF2-40B4-BE49-F238E27FC236}">
                    <a16:creationId xmlns:a16="http://schemas.microsoft.com/office/drawing/2014/main" id="{338B56FF-5356-799F-B1EB-F38836259C46}"/>
                  </a:ext>
                </a:extLst>
              </p14:cNvPr>
              <p14:cNvContentPartPr/>
              <p14:nvPr/>
            </p14:nvContentPartPr>
            <p14:xfrm>
              <a:off x="174240" y="957600"/>
              <a:ext cx="11772720" cy="4672440"/>
            </p14:xfrm>
          </p:contentPart>
        </mc:Choice>
        <mc:Fallback>
          <p:pic>
            <p:nvPicPr>
              <p:cNvPr id="203" name="Ink 202">
                <a:extLst>
                  <a:ext uri="{FF2B5EF4-FFF2-40B4-BE49-F238E27FC236}">
                    <a16:creationId xmlns:a16="http://schemas.microsoft.com/office/drawing/2014/main" id="{338B56FF-5356-799F-B1EB-F38836259C46}"/>
                  </a:ext>
                </a:extLst>
              </p:cNvPr>
              <p:cNvPicPr/>
              <p:nvPr/>
            </p:nvPicPr>
            <p:blipFill>
              <a:blip r:embed="rId5"/>
              <a:stretch>
                <a:fillRect/>
              </a:stretch>
            </p:blipFill>
            <p:spPr>
              <a:xfrm>
                <a:off x="164880" y="948240"/>
                <a:ext cx="11791440" cy="4691160"/>
              </a:xfrm>
              <a:prstGeom prst="rect">
                <a:avLst/>
              </a:prstGeom>
            </p:spPr>
          </p:pic>
        </mc:Fallback>
      </mc:AlternateContent>
    </p:spTree>
    <p:extLst>
      <p:ext uri="{BB962C8B-B14F-4D97-AF65-F5344CB8AC3E}">
        <p14:creationId xmlns:p14="http://schemas.microsoft.com/office/powerpoint/2010/main" val="1473551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A990F-1E72-6B7A-7F17-BF06D41FB5C5}"/>
              </a:ext>
            </a:extLst>
          </p:cNvPr>
          <p:cNvSpPr>
            <a:spLocks noGrp="1"/>
          </p:cNvSpPr>
          <p:nvPr>
            <p:ph type="title"/>
          </p:nvPr>
        </p:nvSpPr>
        <p:spPr/>
        <p:txBody>
          <a:bodyPr/>
          <a:lstStyle/>
          <a:p>
            <a:r>
              <a:rPr lang="en-US" dirty="0"/>
              <a:t>BGP Example</a:t>
            </a:r>
          </a:p>
        </p:txBody>
      </p:sp>
      <p:pic>
        <p:nvPicPr>
          <p:cNvPr id="5" name="Picture 4">
            <a:extLst>
              <a:ext uri="{FF2B5EF4-FFF2-40B4-BE49-F238E27FC236}">
                <a16:creationId xmlns:a16="http://schemas.microsoft.com/office/drawing/2014/main" id="{D4A0969B-609E-FCA2-4056-ED2089A3FC7B}"/>
              </a:ext>
            </a:extLst>
          </p:cNvPr>
          <p:cNvPicPr>
            <a:picLocks noChangeAspect="1"/>
          </p:cNvPicPr>
          <p:nvPr/>
        </p:nvPicPr>
        <p:blipFill>
          <a:blip r:embed="rId2"/>
          <a:stretch>
            <a:fillRect/>
          </a:stretch>
        </p:blipFill>
        <p:spPr>
          <a:xfrm>
            <a:off x="4972399" y="1708306"/>
            <a:ext cx="6470141" cy="3441388"/>
          </a:xfrm>
          <a:prstGeom prst="rect">
            <a:avLst/>
          </a:prstGeom>
        </p:spPr>
      </p:pic>
      <p:sp>
        <p:nvSpPr>
          <p:cNvPr id="7" name="TextBox 6">
            <a:extLst>
              <a:ext uri="{FF2B5EF4-FFF2-40B4-BE49-F238E27FC236}">
                <a16:creationId xmlns:a16="http://schemas.microsoft.com/office/drawing/2014/main" id="{C3807E2A-D71B-3ABE-8854-137B8811CA8A}"/>
              </a:ext>
            </a:extLst>
          </p:cNvPr>
          <p:cNvSpPr txBox="1"/>
          <p:nvPr/>
        </p:nvSpPr>
        <p:spPr>
          <a:xfrm>
            <a:off x="514074" y="1314411"/>
            <a:ext cx="4705040" cy="5016758"/>
          </a:xfrm>
          <a:prstGeom prst="rect">
            <a:avLst/>
          </a:prstGeom>
          <a:noFill/>
        </p:spPr>
        <p:txBody>
          <a:bodyPr wrap="square">
            <a:spAutoFit/>
          </a:bodyPr>
          <a:lstStyle/>
          <a:p>
            <a:pPr marL="285750" indent="-285750">
              <a:buFont typeface="Arial" panose="020B0604020202020204" pitchFamily="34" charset="0"/>
              <a:buChar char="•"/>
            </a:pPr>
            <a:r>
              <a:rPr lang="en-US" sz="2000" dirty="0" err="1"/>
              <a:t>ASes</a:t>
            </a:r>
            <a:r>
              <a:rPr lang="en-US" sz="2000" dirty="0"/>
              <a:t> advertise routes to each other</a:t>
            </a:r>
          </a:p>
          <a:p>
            <a:r>
              <a:rPr lang="en-US" sz="2000" dirty="0"/>
              <a:t> </a:t>
            </a:r>
          </a:p>
          <a:p>
            <a:pPr marL="285750" indent="-285750">
              <a:buFont typeface="Arial" panose="020B0604020202020204" pitchFamily="34" charset="0"/>
              <a:buChar char="•"/>
            </a:pPr>
            <a:r>
              <a:rPr lang="en-US" sz="2000" dirty="0"/>
              <a:t>An AS may have received multiple advertisements to the same IP address</a:t>
            </a:r>
          </a:p>
          <a:p>
            <a:endParaRPr lang="en-US" sz="2000" dirty="0"/>
          </a:p>
          <a:p>
            <a:pPr marL="285750" indent="-285750">
              <a:buFont typeface="Arial" panose="020B0604020202020204" pitchFamily="34" charset="0"/>
              <a:buChar char="•"/>
            </a:pPr>
            <a:r>
              <a:rPr lang="en-US" sz="2000" dirty="0"/>
              <a:t>Once it has picked a route, it starts sending packets over that route and advertises the others and withdraws previous routes if any</a:t>
            </a:r>
          </a:p>
          <a:p>
            <a:endParaRPr lang="en-US" sz="2000" dirty="0"/>
          </a:p>
          <a:p>
            <a:pPr marL="285750" indent="-285750">
              <a:buFont typeface="Arial" panose="020B0604020202020204" pitchFamily="34" charset="0"/>
              <a:buChar char="•"/>
            </a:pPr>
            <a:r>
              <a:rPr lang="en-US" sz="2000" dirty="0"/>
              <a:t>To a given AS B, AS A will advertise only one route to any prefix X. Exception is if the </a:t>
            </a:r>
            <a:r>
              <a:rPr lang="en-US" sz="2000" dirty="0" err="1"/>
              <a:t>ASes</a:t>
            </a:r>
            <a:r>
              <a:rPr lang="en-US" sz="2000" dirty="0"/>
              <a:t> are connected via multiple routers, in which case it can send one advertisement per connection point</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5252C02B-1CD8-CB01-5BE3-658CEA6B6361}"/>
                  </a:ext>
                </a:extLst>
              </p14:cNvPr>
              <p14:cNvContentPartPr/>
              <p14:nvPr/>
            </p14:nvContentPartPr>
            <p14:xfrm>
              <a:off x="4361040" y="148320"/>
              <a:ext cx="6331680" cy="6382440"/>
            </p14:xfrm>
          </p:contentPart>
        </mc:Choice>
        <mc:Fallback>
          <p:pic>
            <p:nvPicPr>
              <p:cNvPr id="3" name="Ink 2">
                <a:extLst>
                  <a:ext uri="{FF2B5EF4-FFF2-40B4-BE49-F238E27FC236}">
                    <a16:creationId xmlns:a16="http://schemas.microsoft.com/office/drawing/2014/main" id="{5252C02B-1CD8-CB01-5BE3-658CEA6B6361}"/>
                  </a:ext>
                </a:extLst>
              </p:cNvPr>
              <p:cNvPicPr/>
              <p:nvPr/>
            </p:nvPicPr>
            <p:blipFill>
              <a:blip r:embed="rId4"/>
              <a:stretch>
                <a:fillRect/>
              </a:stretch>
            </p:blipFill>
            <p:spPr>
              <a:xfrm>
                <a:off x="4351680" y="138960"/>
                <a:ext cx="6350400" cy="6401160"/>
              </a:xfrm>
              <a:prstGeom prst="rect">
                <a:avLst/>
              </a:prstGeom>
            </p:spPr>
          </p:pic>
        </mc:Fallback>
      </mc:AlternateContent>
    </p:spTree>
    <p:extLst>
      <p:ext uri="{BB962C8B-B14F-4D97-AF65-F5344CB8AC3E}">
        <p14:creationId xmlns:p14="http://schemas.microsoft.com/office/powerpoint/2010/main" val="2905502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A990F-1E72-6B7A-7F17-BF06D41FB5C5}"/>
              </a:ext>
            </a:extLst>
          </p:cNvPr>
          <p:cNvSpPr>
            <a:spLocks noGrp="1"/>
          </p:cNvSpPr>
          <p:nvPr>
            <p:ph type="title"/>
          </p:nvPr>
        </p:nvSpPr>
        <p:spPr/>
        <p:txBody>
          <a:bodyPr/>
          <a:lstStyle/>
          <a:p>
            <a:r>
              <a:rPr lang="en-US" dirty="0"/>
              <a:t>BGP Example</a:t>
            </a:r>
          </a:p>
        </p:txBody>
      </p:sp>
      <p:pic>
        <p:nvPicPr>
          <p:cNvPr id="5" name="Picture 4">
            <a:extLst>
              <a:ext uri="{FF2B5EF4-FFF2-40B4-BE49-F238E27FC236}">
                <a16:creationId xmlns:a16="http://schemas.microsoft.com/office/drawing/2014/main" id="{D4A0969B-609E-FCA2-4056-ED2089A3FC7B}"/>
              </a:ext>
            </a:extLst>
          </p:cNvPr>
          <p:cNvPicPr>
            <a:picLocks noChangeAspect="1"/>
          </p:cNvPicPr>
          <p:nvPr/>
        </p:nvPicPr>
        <p:blipFill>
          <a:blip r:embed="rId2"/>
          <a:stretch>
            <a:fillRect/>
          </a:stretch>
        </p:blipFill>
        <p:spPr>
          <a:xfrm>
            <a:off x="4972399" y="1708306"/>
            <a:ext cx="6470141" cy="3441388"/>
          </a:xfrm>
          <a:prstGeom prst="rect">
            <a:avLst/>
          </a:prstGeom>
        </p:spPr>
      </p:pic>
      <p:sp>
        <p:nvSpPr>
          <p:cNvPr id="7" name="TextBox 6">
            <a:extLst>
              <a:ext uri="{FF2B5EF4-FFF2-40B4-BE49-F238E27FC236}">
                <a16:creationId xmlns:a16="http://schemas.microsoft.com/office/drawing/2014/main" id="{C3807E2A-D71B-3ABE-8854-137B8811CA8A}"/>
              </a:ext>
            </a:extLst>
          </p:cNvPr>
          <p:cNvSpPr txBox="1"/>
          <p:nvPr/>
        </p:nvSpPr>
        <p:spPr>
          <a:xfrm>
            <a:off x="514074" y="1314411"/>
            <a:ext cx="4705040" cy="5016758"/>
          </a:xfrm>
          <a:prstGeom prst="rect">
            <a:avLst/>
          </a:prstGeom>
          <a:noFill/>
        </p:spPr>
        <p:txBody>
          <a:bodyPr wrap="square">
            <a:spAutoFit/>
          </a:bodyPr>
          <a:lstStyle/>
          <a:p>
            <a:pPr marL="285750" indent="-285750">
              <a:buFont typeface="Arial" panose="020B0604020202020204" pitchFamily="34" charset="0"/>
              <a:buChar char="•"/>
            </a:pPr>
            <a:r>
              <a:rPr lang="en-US" sz="2000" dirty="0" err="1"/>
              <a:t>ASes</a:t>
            </a:r>
            <a:r>
              <a:rPr lang="en-US" sz="2000" dirty="0"/>
              <a:t> advertise routes to each other</a:t>
            </a:r>
          </a:p>
          <a:p>
            <a:r>
              <a:rPr lang="en-US" sz="2000" dirty="0"/>
              <a:t> </a:t>
            </a:r>
          </a:p>
          <a:p>
            <a:pPr marL="285750" indent="-285750">
              <a:buFont typeface="Arial" panose="020B0604020202020204" pitchFamily="34" charset="0"/>
              <a:buChar char="•"/>
            </a:pPr>
            <a:r>
              <a:rPr lang="en-US" sz="2000" dirty="0"/>
              <a:t>An AS may have received multiple advertisements to the same IP address</a:t>
            </a:r>
          </a:p>
          <a:p>
            <a:endParaRPr lang="en-US" sz="2000" dirty="0"/>
          </a:p>
          <a:p>
            <a:pPr marL="285750" indent="-285750">
              <a:buFont typeface="Arial" panose="020B0604020202020204" pitchFamily="34" charset="0"/>
              <a:buChar char="•"/>
            </a:pPr>
            <a:r>
              <a:rPr lang="en-US" sz="2000" dirty="0"/>
              <a:t>Once it has picked a route, it starts sending packets over that route and advertises the others and withdraws previous routes if any</a:t>
            </a:r>
          </a:p>
          <a:p>
            <a:endParaRPr lang="en-US" sz="2000" dirty="0"/>
          </a:p>
          <a:p>
            <a:pPr marL="285750" indent="-285750">
              <a:buFont typeface="Arial" panose="020B0604020202020204" pitchFamily="34" charset="0"/>
              <a:buChar char="•"/>
            </a:pPr>
            <a:r>
              <a:rPr lang="en-US" sz="2000" dirty="0"/>
              <a:t>To a given AS B, AS A will advertise only one route to any prefix X. Exception is if the </a:t>
            </a:r>
            <a:r>
              <a:rPr lang="en-US" sz="2000" dirty="0" err="1"/>
              <a:t>ASes</a:t>
            </a:r>
            <a:r>
              <a:rPr lang="en-US" sz="2000" dirty="0"/>
              <a:t> are connected via multiple routers, in which case it can send one advertisement per connection point</a:t>
            </a:r>
          </a:p>
        </p:txBody>
      </p:sp>
    </p:spTree>
    <p:extLst>
      <p:ext uri="{BB962C8B-B14F-4D97-AF65-F5344CB8AC3E}">
        <p14:creationId xmlns:p14="http://schemas.microsoft.com/office/powerpoint/2010/main" val="2102208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E3278-2400-BC19-FC34-CC63745D4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04D70-9114-D32B-D53E-FD6252C01926}"/>
              </a:ext>
            </a:extLst>
          </p:cNvPr>
          <p:cNvSpPr>
            <a:spLocks noGrp="1"/>
          </p:cNvSpPr>
          <p:nvPr>
            <p:ph type="title"/>
          </p:nvPr>
        </p:nvSpPr>
        <p:spPr/>
        <p:txBody>
          <a:bodyPr/>
          <a:lstStyle/>
          <a:p>
            <a:r>
              <a:rPr lang="en-US" dirty="0"/>
              <a:t>BGP Example: What if there is a loop in the network?</a:t>
            </a:r>
          </a:p>
        </p:txBody>
      </p:sp>
      <p:pic>
        <p:nvPicPr>
          <p:cNvPr id="4" name="Picture 3">
            <a:extLst>
              <a:ext uri="{FF2B5EF4-FFF2-40B4-BE49-F238E27FC236}">
                <a16:creationId xmlns:a16="http://schemas.microsoft.com/office/drawing/2014/main" id="{8F56B5FD-01DD-1E52-4D73-78262FDA15AF}"/>
              </a:ext>
            </a:extLst>
          </p:cNvPr>
          <p:cNvPicPr>
            <a:picLocks noChangeAspect="1"/>
          </p:cNvPicPr>
          <p:nvPr/>
        </p:nvPicPr>
        <p:blipFill>
          <a:blip r:embed="rId2"/>
          <a:stretch>
            <a:fillRect/>
          </a:stretch>
        </p:blipFill>
        <p:spPr>
          <a:xfrm>
            <a:off x="1689003" y="1593851"/>
            <a:ext cx="8059908" cy="4324585"/>
          </a:xfrm>
          <a:prstGeom prst="rect">
            <a:avLst/>
          </a:prstGeom>
        </p:spPr>
      </p:pic>
    </p:spTree>
    <p:extLst>
      <p:ext uri="{BB962C8B-B14F-4D97-AF65-F5344CB8AC3E}">
        <p14:creationId xmlns:p14="http://schemas.microsoft.com/office/powerpoint/2010/main" val="4186991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1" name="Group 230">
            <a:extLst>
              <a:ext uri="{FF2B5EF4-FFF2-40B4-BE49-F238E27FC236}">
                <a16:creationId xmlns:a16="http://schemas.microsoft.com/office/drawing/2014/main" id="{F0AA8416-2A13-9841-830D-36339E62435B}"/>
              </a:ext>
            </a:extLst>
          </p:cNvPr>
          <p:cNvGrpSpPr/>
          <p:nvPr/>
        </p:nvGrpSpPr>
        <p:grpSpPr>
          <a:xfrm>
            <a:off x="2993331" y="2659614"/>
            <a:ext cx="1261444" cy="642543"/>
            <a:chOff x="2241770" y="2684666"/>
            <a:chExt cx="1261444" cy="642543"/>
          </a:xfrm>
        </p:grpSpPr>
        <p:sp>
          <p:nvSpPr>
            <p:cNvPr id="232" name="Text Box 119">
              <a:extLst>
                <a:ext uri="{FF2B5EF4-FFF2-40B4-BE49-F238E27FC236}">
                  <a16:creationId xmlns:a16="http://schemas.microsoft.com/office/drawing/2014/main" id="{923BE177-E2E4-8A48-9459-31E94732588B}"/>
                </a:ext>
              </a:extLst>
            </p:cNvPr>
            <p:cNvSpPr txBox="1">
              <a:spLocks noChangeArrowheads="1"/>
            </p:cNvSpPr>
            <p:nvPr/>
          </p:nvSpPr>
          <p:spPr bwMode="auto">
            <a:xfrm>
              <a:off x="2241770" y="3019432"/>
              <a:ext cx="12601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nSpc>
                  <a:spcPct val="85000"/>
                </a:lnSpc>
              </a:pPr>
              <a:r>
                <a:rPr lang="en-US" sz="1600" i="1">
                  <a:solidFill>
                    <a:srgbClr val="C00000"/>
                  </a:solidFill>
                </a:rPr>
                <a:t>AS2,AS3,X </a:t>
              </a:r>
            </a:p>
          </p:txBody>
        </p:sp>
        <p:sp>
          <p:nvSpPr>
            <p:cNvPr id="233" name="AutoShape 118">
              <a:extLst>
                <a:ext uri="{FF2B5EF4-FFF2-40B4-BE49-F238E27FC236}">
                  <a16:creationId xmlns:a16="http://schemas.microsoft.com/office/drawing/2014/main" id="{92B03788-407A-084E-8682-283C69D5DF3C}"/>
                </a:ext>
              </a:extLst>
            </p:cNvPr>
            <p:cNvSpPr>
              <a:spLocks noChangeArrowheads="1"/>
            </p:cNvSpPr>
            <p:nvPr/>
          </p:nvSpPr>
          <p:spPr bwMode="auto">
            <a:xfrm rot="1968210">
              <a:off x="2734864" y="2684666"/>
              <a:ext cx="768350" cy="276225"/>
            </a:xfrm>
            <a:prstGeom prst="leftArrow">
              <a:avLst>
                <a:gd name="adj1" fmla="val 50000"/>
                <a:gd name="adj2" fmla="val 69540"/>
              </a:avLst>
            </a:prstGeom>
            <a:gradFill rotWithShape="1">
              <a:gsLst>
                <a:gs pos="0">
                  <a:srgbClr val="C00000"/>
                </a:gs>
                <a:gs pos="100000">
                  <a:schemeClr val="bg1"/>
                </a:gs>
              </a:gsLst>
              <a:lin ang="0" scaled="1"/>
            </a:gra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grpSp>
      <p:sp>
        <p:nvSpPr>
          <p:cNvPr id="240" name="Rectangle 4">
            <a:extLst>
              <a:ext uri="{FF2B5EF4-FFF2-40B4-BE49-F238E27FC236}">
                <a16:creationId xmlns:a16="http://schemas.microsoft.com/office/drawing/2014/main" id="{2232FF8D-4FEF-E645-B7EA-CC7B2BF547BD}"/>
              </a:ext>
            </a:extLst>
          </p:cNvPr>
          <p:cNvSpPr txBox="1">
            <a:spLocks noChangeArrowheads="1"/>
          </p:cNvSpPr>
          <p:nvPr/>
        </p:nvSpPr>
        <p:spPr>
          <a:xfrm>
            <a:off x="1364685" y="4805597"/>
            <a:ext cx="8505825" cy="55195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3688" indent="-293688">
              <a:lnSpc>
                <a:spcPts val="2140"/>
              </a:lnSpc>
            </a:pPr>
            <a:r>
              <a:rPr lang="en-US" sz="2400"/>
              <a:t>AS</a:t>
            </a:r>
            <a:r>
              <a:rPr lang="en-US" sz="2400">
                <a:cs typeface="Arial"/>
              </a:rPr>
              <a:t>1</a:t>
            </a:r>
            <a:r>
              <a:rPr lang="en-US" sz="2400"/>
              <a:t> gateway router</a:t>
            </a:r>
            <a:r>
              <a:rPr lang="en-US" sz="2400">
                <a:cs typeface="Arial"/>
              </a:rPr>
              <a:t> 1c </a:t>
            </a:r>
            <a:r>
              <a:rPr lang="en-US" sz="2400"/>
              <a:t>learns path </a:t>
            </a:r>
            <a:r>
              <a:rPr lang="en-US" sz="2400" i="1">
                <a:solidFill>
                  <a:srgbClr val="CC0000"/>
                </a:solidFill>
              </a:rPr>
              <a:t>AS2,AS3,X </a:t>
            </a:r>
            <a:r>
              <a:rPr lang="en-US" sz="2400"/>
              <a:t>from 2a</a:t>
            </a:r>
          </a:p>
          <a:p>
            <a:endParaRPr lang="en-US" sz="2000"/>
          </a:p>
        </p:txBody>
      </p:sp>
      <p:sp>
        <p:nvSpPr>
          <p:cNvPr id="241" name="Rectangle 4">
            <a:extLst>
              <a:ext uri="{FF2B5EF4-FFF2-40B4-BE49-F238E27FC236}">
                <a16:creationId xmlns:a16="http://schemas.microsoft.com/office/drawing/2014/main" id="{1171B6FB-5E1B-8F47-BD5F-BCBFDC275C38}"/>
              </a:ext>
            </a:extLst>
          </p:cNvPr>
          <p:cNvSpPr txBox="1">
            <a:spLocks noChangeArrowheads="1"/>
          </p:cNvSpPr>
          <p:nvPr/>
        </p:nvSpPr>
        <p:spPr bwMode="auto">
          <a:xfrm>
            <a:off x="1142010" y="4352301"/>
            <a:ext cx="9918472" cy="5754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0" indent="0">
              <a:lnSpc>
                <a:spcPts val="2140"/>
              </a:lnSpc>
              <a:buNone/>
            </a:pPr>
            <a:r>
              <a:rPr lang="en-US"/>
              <a:t>gateway router may learn about </a:t>
            </a:r>
            <a:r>
              <a:rPr lang="en-US">
                <a:solidFill>
                  <a:srgbClr val="000090"/>
                </a:solidFill>
              </a:rPr>
              <a:t>multiple</a:t>
            </a:r>
            <a:r>
              <a:rPr lang="en-US"/>
              <a:t> paths to destination:</a:t>
            </a:r>
          </a:p>
        </p:txBody>
      </p:sp>
      <p:grpSp>
        <p:nvGrpSpPr>
          <p:cNvPr id="242" name="Group 241">
            <a:extLst>
              <a:ext uri="{FF2B5EF4-FFF2-40B4-BE49-F238E27FC236}">
                <a16:creationId xmlns:a16="http://schemas.microsoft.com/office/drawing/2014/main" id="{6E588378-AB3C-7643-8B8F-7696DC3EA767}"/>
              </a:ext>
            </a:extLst>
          </p:cNvPr>
          <p:cNvGrpSpPr/>
          <p:nvPr/>
        </p:nvGrpSpPr>
        <p:grpSpPr>
          <a:xfrm>
            <a:off x="1970966" y="1952535"/>
            <a:ext cx="1118837" cy="826267"/>
            <a:chOff x="4052000" y="2820739"/>
            <a:chExt cx="1118837" cy="826267"/>
          </a:xfrm>
        </p:grpSpPr>
        <p:cxnSp>
          <p:nvCxnSpPr>
            <p:cNvPr id="243" name="Straight Arrow Connector 242">
              <a:extLst>
                <a:ext uri="{FF2B5EF4-FFF2-40B4-BE49-F238E27FC236}">
                  <a16:creationId xmlns:a16="http://schemas.microsoft.com/office/drawing/2014/main" id="{8788AB24-E49A-9D42-9746-5F1AC923F508}"/>
                </a:ext>
              </a:extLst>
            </p:cNvPr>
            <p:cNvCxnSpPr/>
            <p:nvPr/>
          </p:nvCxnSpPr>
          <p:spPr bwMode="auto">
            <a:xfrm flipH="1" flipV="1">
              <a:off x="4769093" y="2820739"/>
              <a:ext cx="401744" cy="302376"/>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44" name="Straight Arrow Connector 243">
              <a:extLst>
                <a:ext uri="{FF2B5EF4-FFF2-40B4-BE49-F238E27FC236}">
                  <a16:creationId xmlns:a16="http://schemas.microsoft.com/office/drawing/2014/main" id="{A73C5C13-0DA1-CE4C-AAB8-6132C6E0D889}"/>
                </a:ext>
              </a:extLst>
            </p:cNvPr>
            <p:cNvCxnSpPr/>
            <p:nvPr/>
          </p:nvCxnSpPr>
          <p:spPr bwMode="auto">
            <a:xfrm flipH="1" flipV="1">
              <a:off x="4052000" y="3192229"/>
              <a:ext cx="1059565" cy="14171"/>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45" name="Straight Arrow Connector 244">
              <a:extLst>
                <a:ext uri="{FF2B5EF4-FFF2-40B4-BE49-F238E27FC236}">
                  <a16:creationId xmlns:a16="http://schemas.microsoft.com/office/drawing/2014/main" id="{70F16FA1-A20C-4948-9683-F7720A00EE52}"/>
                </a:ext>
              </a:extLst>
            </p:cNvPr>
            <p:cNvCxnSpPr/>
            <p:nvPr/>
          </p:nvCxnSpPr>
          <p:spPr bwMode="auto">
            <a:xfrm flipH="1">
              <a:off x="4748700" y="3344630"/>
              <a:ext cx="401744" cy="302376"/>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grpSp>
        <p:nvGrpSpPr>
          <p:cNvPr id="246" name="Group 245">
            <a:extLst>
              <a:ext uri="{FF2B5EF4-FFF2-40B4-BE49-F238E27FC236}">
                <a16:creationId xmlns:a16="http://schemas.microsoft.com/office/drawing/2014/main" id="{CB6EBD89-7C58-E647-8259-C3CC0DA3FBFE}"/>
              </a:ext>
            </a:extLst>
          </p:cNvPr>
          <p:cNvGrpSpPr/>
          <p:nvPr/>
        </p:nvGrpSpPr>
        <p:grpSpPr>
          <a:xfrm>
            <a:off x="3743662" y="1671430"/>
            <a:ext cx="928664" cy="573008"/>
            <a:chOff x="4482698" y="1658905"/>
            <a:chExt cx="928664" cy="573008"/>
          </a:xfrm>
        </p:grpSpPr>
        <p:sp>
          <p:nvSpPr>
            <p:cNvPr id="247" name="AutoShape 118">
              <a:extLst>
                <a:ext uri="{FF2B5EF4-FFF2-40B4-BE49-F238E27FC236}">
                  <a16:creationId xmlns:a16="http://schemas.microsoft.com/office/drawing/2014/main" id="{C4DDF1A3-A046-ED42-ACAC-5927DA6AC10C}"/>
                </a:ext>
              </a:extLst>
            </p:cNvPr>
            <p:cNvSpPr>
              <a:spLocks noChangeArrowheads="1"/>
            </p:cNvSpPr>
            <p:nvPr/>
          </p:nvSpPr>
          <p:spPr bwMode="auto">
            <a:xfrm rot="21210880">
              <a:off x="4643012" y="1955688"/>
              <a:ext cx="768350" cy="276225"/>
            </a:xfrm>
            <a:prstGeom prst="leftArrow">
              <a:avLst>
                <a:gd name="adj1" fmla="val 50000"/>
                <a:gd name="adj2" fmla="val 69540"/>
              </a:avLst>
            </a:prstGeom>
            <a:gradFill rotWithShape="1">
              <a:gsLst>
                <a:gs pos="0">
                  <a:srgbClr val="C00000"/>
                </a:gs>
                <a:gs pos="100000">
                  <a:schemeClr val="bg1"/>
                </a:gs>
              </a:gsLst>
              <a:lin ang="0" scaled="1"/>
            </a:gra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sp>
          <p:nvSpPr>
            <p:cNvPr id="248" name="TextBox 247">
              <a:extLst>
                <a:ext uri="{FF2B5EF4-FFF2-40B4-BE49-F238E27FC236}">
                  <a16:creationId xmlns:a16="http://schemas.microsoft.com/office/drawing/2014/main" id="{DC604320-3281-9C46-A4A2-C7947827CBE2}"/>
                </a:ext>
              </a:extLst>
            </p:cNvPr>
            <p:cNvSpPr txBox="1"/>
            <p:nvPr/>
          </p:nvSpPr>
          <p:spPr>
            <a:xfrm>
              <a:off x="4482698" y="1658905"/>
              <a:ext cx="764953" cy="338554"/>
            </a:xfrm>
            <a:prstGeom prst="rect">
              <a:avLst/>
            </a:prstGeom>
            <a:noFill/>
          </p:spPr>
          <p:txBody>
            <a:bodyPr wrap="none" rtlCol="0">
              <a:spAutoFit/>
            </a:bodyPr>
            <a:lstStyle/>
            <a:p>
              <a:r>
                <a:rPr lang="en-US" sz="1600" i="1">
                  <a:solidFill>
                    <a:srgbClr val="C00000"/>
                  </a:solidFill>
                  <a:latin typeface="Arial" panose="020B0604020202020204" pitchFamily="34" charset="0"/>
                  <a:cs typeface="Arial" panose="020B0604020202020204" pitchFamily="34" charset="0"/>
                </a:rPr>
                <a:t>AS3,X</a:t>
              </a:r>
            </a:p>
          </p:txBody>
        </p:sp>
      </p:grpSp>
      <p:sp>
        <p:nvSpPr>
          <p:cNvPr id="249" name="Rectangle 4">
            <a:extLst>
              <a:ext uri="{FF2B5EF4-FFF2-40B4-BE49-F238E27FC236}">
                <a16:creationId xmlns:a16="http://schemas.microsoft.com/office/drawing/2014/main" id="{9CBAC322-337C-3E44-8C65-5E8EE0E1464C}"/>
              </a:ext>
            </a:extLst>
          </p:cNvPr>
          <p:cNvSpPr txBox="1">
            <a:spLocks noChangeArrowheads="1"/>
          </p:cNvSpPr>
          <p:nvPr/>
        </p:nvSpPr>
        <p:spPr bwMode="auto">
          <a:xfrm>
            <a:off x="1399857" y="5223019"/>
            <a:ext cx="8505825" cy="5519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293688" indent="-293688">
              <a:lnSpc>
                <a:spcPts val="2140"/>
              </a:lnSpc>
            </a:pPr>
            <a:r>
              <a:rPr lang="en-US" sz="2400"/>
              <a:t>AS</a:t>
            </a:r>
            <a:r>
              <a:rPr lang="en-US" sz="2400">
                <a:cs typeface="Arial"/>
              </a:rPr>
              <a:t>1</a:t>
            </a:r>
            <a:r>
              <a:rPr lang="en-US" sz="2400"/>
              <a:t> gateway router</a:t>
            </a:r>
            <a:r>
              <a:rPr lang="en-US" sz="2400">
                <a:cs typeface="Arial"/>
              </a:rPr>
              <a:t> 1c </a:t>
            </a:r>
            <a:r>
              <a:rPr lang="en-US" sz="2400"/>
              <a:t>learns path </a:t>
            </a:r>
            <a:r>
              <a:rPr lang="en-US" sz="2400" i="1">
                <a:solidFill>
                  <a:srgbClr val="CC0000"/>
                </a:solidFill>
              </a:rPr>
              <a:t>AS3,X </a:t>
            </a:r>
            <a:r>
              <a:rPr lang="en-US" sz="2400"/>
              <a:t>from 3a</a:t>
            </a:r>
          </a:p>
          <a:p>
            <a:endParaRPr lang="en-US" sz="2000"/>
          </a:p>
        </p:txBody>
      </p:sp>
      <p:sp>
        <p:nvSpPr>
          <p:cNvPr id="250" name="Rectangle 4">
            <a:extLst>
              <a:ext uri="{FF2B5EF4-FFF2-40B4-BE49-F238E27FC236}">
                <a16:creationId xmlns:a16="http://schemas.microsoft.com/office/drawing/2014/main" id="{7F2AB41F-063B-474A-B02C-593081D74EC7}"/>
              </a:ext>
            </a:extLst>
          </p:cNvPr>
          <p:cNvSpPr txBox="1">
            <a:spLocks noChangeArrowheads="1"/>
          </p:cNvSpPr>
          <p:nvPr/>
        </p:nvSpPr>
        <p:spPr bwMode="auto">
          <a:xfrm>
            <a:off x="1415491" y="5540232"/>
            <a:ext cx="10521813" cy="10287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293688" indent="-293688">
              <a:lnSpc>
                <a:spcPct val="100000"/>
              </a:lnSpc>
            </a:pPr>
            <a:r>
              <a:rPr lang="en-US" sz="2400"/>
              <a:t>How does AS1 decide which is the best path? </a:t>
            </a:r>
          </a:p>
          <a:p>
            <a:pPr>
              <a:lnSpc>
                <a:spcPct val="100000"/>
              </a:lnSpc>
            </a:pPr>
            <a:endParaRPr lang="en-US" sz="2000"/>
          </a:p>
        </p:txBody>
      </p:sp>
      <p:grpSp>
        <p:nvGrpSpPr>
          <p:cNvPr id="335" name="Group 117">
            <a:extLst>
              <a:ext uri="{FF2B5EF4-FFF2-40B4-BE49-F238E27FC236}">
                <a16:creationId xmlns:a16="http://schemas.microsoft.com/office/drawing/2014/main" id="{499578B2-9337-6441-BD75-B09C9CAC1963}"/>
              </a:ext>
            </a:extLst>
          </p:cNvPr>
          <p:cNvGrpSpPr>
            <a:grpSpLocks/>
          </p:cNvGrpSpPr>
          <p:nvPr/>
        </p:nvGrpSpPr>
        <p:grpSpPr bwMode="auto">
          <a:xfrm>
            <a:off x="7038891" y="2604083"/>
            <a:ext cx="1290638" cy="481013"/>
            <a:chOff x="2282" y="2446"/>
            <a:chExt cx="813" cy="303"/>
          </a:xfrm>
        </p:grpSpPr>
        <p:sp>
          <p:nvSpPr>
            <p:cNvPr id="336" name="AutoShape 118">
              <a:extLst>
                <a:ext uri="{FF2B5EF4-FFF2-40B4-BE49-F238E27FC236}">
                  <a16:creationId xmlns:a16="http://schemas.microsoft.com/office/drawing/2014/main" id="{87CF43BB-9638-1849-BCC0-3D8B346AB96B}"/>
                </a:ext>
              </a:extLst>
            </p:cNvPr>
            <p:cNvSpPr>
              <a:spLocks noChangeArrowheads="1"/>
            </p:cNvSpPr>
            <p:nvPr/>
          </p:nvSpPr>
          <p:spPr bwMode="auto">
            <a:xfrm rot="19396893">
              <a:off x="2282" y="2446"/>
              <a:ext cx="484" cy="163"/>
            </a:xfrm>
            <a:prstGeom prst="leftArrow">
              <a:avLst>
                <a:gd name="adj1" fmla="val 50000"/>
                <a:gd name="adj2" fmla="val 69540"/>
              </a:avLst>
            </a:prstGeom>
            <a:gradFill rotWithShape="1">
              <a:gsLst>
                <a:gs pos="0">
                  <a:srgbClr val="C00000"/>
                </a:gs>
                <a:gs pos="100000">
                  <a:srgbClr val="FFFFFF"/>
                </a:gs>
              </a:gsLst>
              <a:lin ang="0" scaled="1"/>
            </a:gra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37" name="Text Box 119">
              <a:extLst>
                <a:ext uri="{FF2B5EF4-FFF2-40B4-BE49-F238E27FC236}">
                  <a16:creationId xmlns:a16="http://schemas.microsoft.com/office/drawing/2014/main" id="{F6316E17-9D4A-514F-B9C2-2CE5C2F0F227}"/>
                </a:ext>
              </a:extLst>
            </p:cNvPr>
            <p:cNvSpPr txBox="1">
              <a:spLocks noChangeArrowheads="1"/>
            </p:cNvSpPr>
            <p:nvPr/>
          </p:nvSpPr>
          <p:spPr bwMode="auto">
            <a:xfrm>
              <a:off x="2496" y="2559"/>
              <a:ext cx="599" cy="1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85000"/>
                </a:lnSpc>
                <a:spcBef>
                  <a:spcPct val="0"/>
                </a:spcBef>
                <a:spcAft>
                  <a:spcPct val="0"/>
                </a:spcAft>
                <a:buClrTx/>
                <a:buSzTx/>
                <a:buFontTx/>
                <a:buNone/>
                <a:tabLst/>
                <a:defRPr/>
              </a:pPr>
              <a:r>
                <a:rPr kumimoji="0" lang="en-US" sz="1600" b="0" i="1" u="none" strike="noStrike" kern="0" cap="none" spc="0" normalizeH="0" baseline="0" noProof="0">
                  <a:ln>
                    <a:noFill/>
                  </a:ln>
                  <a:solidFill>
                    <a:srgbClr val="C00000"/>
                  </a:solidFill>
                  <a:effectLst/>
                  <a:uLnTx/>
                  <a:uFillTx/>
                  <a:latin typeface="Arial" charset="0"/>
                  <a:ea typeface="ＭＳ Ｐゴシック" charset="0"/>
                </a:rPr>
                <a:t>AS3, X</a:t>
              </a:r>
            </a:p>
          </p:txBody>
        </p:sp>
      </p:grpSp>
      <p:grpSp>
        <p:nvGrpSpPr>
          <p:cNvPr id="224" name="Group 223">
            <a:extLst>
              <a:ext uri="{FF2B5EF4-FFF2-40B4-BE49-F238E27FC236}">
                <a16:creationId xmlns:a16="http://schemas.microsoft.com/office/drawing/2014/main" id="{C8C59A59-1D76-C647-A251-D4088B013D8A}"/>
              </a:ext>
            </a:extLst>
          </p:cNvPr>
          <p:cNvGrpSpPr/>
          <p:nvPr/>
        </p:nvGrpSpPr>
        <p:grpSpPr>
          <a:xfrm>
            <a:off x="1113403" y="1064076"/>
            <a:ext cx="9801110" cy="2876474"/>
            <a:chOff x="1113403" y="1064076"/>
            <a:chExt cx="9801110" cy="2876474"/>
          </a:xfrm>
        </p:grpSpPr>
        <p:grpSp>
          <p:nvGrpSpPr>
            <p:cNvPr id="356" name="Group 355">
              <a:extLst>
                <a:ext uri="{FF2B5EF4-FFF2-40B4-BE49-F238E27FC236}">
                  <a16:creationId xmlns:a16="http://schemas.microsoft.com/office/drawing/2014/main" id="{5E8C95F8-7B0C-AE45-8FF2-737D4CDC3B01}"/>
                </a:ext>
              </a:extLst>
            </p:cNvPr>
            <p:cNvGrpSpPr/>
            <p:nvPr/>
          </p:nvGrpSpPr>
          <p:grpSpPr>
            <a:xfrm>
              <a:off x="1113403" y="1064076"/>
              <a:ext cx="9801110" cy="2876474"/>
              <a:chOff x="1426553" y="3694542"/>
              <a:chExt cx="9801110" cy="2876474"/>
            </a:xfrm>
          </p:grpSpPr>
          <p:grpSp>
            <p:nvGrpSpPr>
              <p:cNvPr id="357" name="Group 356">
                <a:extLst>
                  <a:ext uri="{FF2B5EF4-FFF2-40B4-BE49-F238E27FC236}">
                    <a16:creationId xmlns:a16="http://schemas.microsoft.com/office/drawing/2014/main" id="{0A451CF8-BF7F-4D44-A41E-DFD92B55911F}"/>
                  </a:ext>
                </a:extLst>
              </p:cNvPr>
              <p:cNvGrpSpPr/>
              <p:nvPr/>
            </p:nvGrpSpPr>
            <p:grpSpPr>
              <a:xfrm>
                <a:off x="1426553" y="3694542"/>
                <a:ext cx="9249542" cy="2876474"/>
                <a:chOff x="1426553" y="3694542"/>
                <a:chExt cx="9249542" cy="2876474"/>
              </a:xfrm>
            </p:grpSpPr>
            <p:grpSp>
              <p:nvGrpSpPr>
                <p:cNvPr id="375" name="Group 374">
                  <a:extLst>
                    <a:ext uri="{FF2B5EF4-FFF2-40B4-BE49-F238E27FC236}">
                      <a16:creationId xmlns:a16="http://schemas.microsoft.com/office/drawing/2014/main" id="{F970A349-418F-4E41-AA61-FFEE40ECDFB0}"/>
                    </a:ext>
                  </a:extLst>
                </p:cNvPr>
                <p:cNvGrpSpPr/>
                <p:nvPr/>
              </p:nvGrpSpPr>
              <p:grpSpPr>
                <a:xfrm>
                  <a:off x="4625977" y="4850481"/>
                  <a:ext cx="2545688" cy="1720535"/>
                  <a:chOff x="4625977" y="4850481"/>
                  <a:chExt cx="2545688" cy="1720535"/>
                </a:xfrm>
              </p:grpSpPr>
              <p:grpSp>
                <p:nvGrpSpPr>
                  <p:cNvPr id="509" name="Group 508">
                    <a:extLst>
                      <a:ext uri="{FF2B5EF4-FFF2-40B4-BE49-F238E27FC236}">
                        <a16:creationId xmlns:a16="http://schemas.microsoft.com/office/drawing/2014/main" id="{0C9FE3FE-A24D-894D-A22E-F47844E43413}"/>
                      </a:ext>
                    </a:extLst>
                  </p:cNvPr>
                  <p:cNvGrpSpPr/>
                  <p:nvPr/>
                </p:nvGrpSpPr>
                <p:grpSpPr>
                  <a:xfrm>
                    <a:off x="4625977" y="4850481"/>
                    <a:ext cx="2545688" cy="1720535"/>
                    <a:chOff x="-2170772" y="2784954"/>
                    <a:chExt cx="2712783" cy="1853712"/>
                  </a:xfrm>
                </p:grpSpPr>
                <p:sp>
                  <p:nvSpPr>
                    <p:cNvPr id="511" name="Freeform 2">
                      <a:extLst>
                        <a:ext uri="{FF2B5EF4-FFF2-40B4-BE49-F238E27FC236}">
                          <a16:creationId xmlns:a16="http://schemas.microsoft.com/office/drawing/2014/main" id="{016A1667-F58D-654E-A107-D60F5494527F}"/>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512" name="Group 511">
                      <a:extLst>
                        <a:ext uri="{FF2B5EF4-FFF2-40B4-BE49-F238E27FC236}">
                          <a16:creationId xmlns:a16="http://schemas.microsoft.com/office/drawing/2014/main" id="{44AABC2A-53FF-EF4C-BC04-E89F477E4CD6}"/>
                        </a:ext>
                      </a:extLst>
                    </p:cNvPr>
                    <p:cNvGrpSpPr/>
                    <p:nvPr/>
                  </p:nvGrpSpPr>
                  <p:grpSpPr>
                    <a:xfrm>
                      <a:off x="-1935370" y="2935816"/>
                      <a:ext cx="2333625" cy="1590649"/>
                      <a:chOff x="833331" y="2873352"/>
                      <a:chExt cx="2333625" cy="1590649"/>
                    </a:xfrm>
                  </p:grpSpPr>
                  <p:grpSp>
                    <p:nvGrpSpPr>
                      <p:cNvPr id="513" name="Group 512">
                        <a:extLst>
                          <a:ext uri="{FF2B5EF4-FFF2-40B4-BE49-F238E27FC236}">
                            <a16:creationId xmlns:a16="http://schemas.microsoft.com/office/drawing/2014/main" id="{42AF9E26-B2A8-DC47-AB56-C4444313A6D8}"/>
                          </a:ext>
                        </a:extLst>
                      </p:cNvPr>
                      <p:cNvGrpSpPr/>
                      <p:nvPr/>
                    </p:nvGrpSpPr>
                    <p:grpSpPr>
                      <a:xfrm>
                        <a:off x="1736090" y="2873352"/>
                        <a:ext cx="565150" cy="369332"/>
                        <a:chOff x="1736090" y="2873352"/>
                        <a:chExt cx="565150" cy="369332"/>
                      </a:xfrm>
                    </p:grpSpPr>
                    <p:grpSp>
                      <p:nvGrpSpPr>
                        <p:cNvPr id="559" name="Group 327">
                          <a:extLst>
                            <a:ext uri="{FF2B5EF4-FFF2-40B4-BE49-F238E27FC236}">
                              <a16:creationId xmlns:a16="http://schemas.microsoft.com/office/drawing/2014/main" id="{B2651D17-134F-7C41-A454-18C3536D6950}"/>
                            </a:ext>
                          </a:extLst>
                        </p:cNvPr>
                        <p:cNvGrpSpPr>
                          <a:grpSpLocks/>
                        </p:cNvGrpSpPr>
                        <p:nvPr/>
                      </p:nvGrpSpPr>
                      <p:grpSpPr bwMode="auto">
                        <a:xfrm>
                          <a:off x="1736090" y="2893762"/>
                          <a:ext cx="565150" cy="292100"/>
                          <a:chOff x="1871277" y="1576300"/>
                          <a:chExt cx="1128371" cy="437861"/>
                        </a:xfrm>
                      </p:grpSpPr>
                      <p:sp>
                        <p:nvSpPr>
                          <p:cNvPr id="563" name="Oval 562">
                            <a:extLst>
                              <a:ext uri="{FF2B5EF4-FFF2-40B4-BE49-F238E27FC236}">
                                <a16:creationId xmlns:a16="http://schemas.microsoft.com/office/drawing/2014/main" id="{81D3716B-D087-834C-A6F7-F26A40F4DE4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64" name="Rectangle 563">
                            <a:extLst>
                              <a:ext uri="{FF2B5EF4-FFF2-40B4-BE49-F238E27FC236}">
                                <a16:creationId xmlns:a16="http://schemas.microsoft.com/office/drawing/2014/main" id="{13F26CC8-2D1B-9641-AAD0-7C844C8488AC}"/>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5" name="Oval 564">
                            <a:extLst>
                              <a:ext uri="{FF2B5EF4-FFF2-40B4-BE49-F238E27FC236}">
                                <a16:creationId xmlns:a16="http://schemas.microsoft.com/office/drawing/2014/main" id="{4527F589-3947-6543-BF37-FE188711458D}"/>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66" name="Freeform 565">
                            <a:extLst>
                              <a:ext uri="{FF2B5EF4-FFF2-40B4-BE49-F238E27FC236}">
                                <a16:creationId xmlns:a16="http://schemas.microsoft.com/office/drawing/2014/main" id="{69214495-72A1-3D4E-8277-1590777C2E1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7" name="Freeform 566">
                            <a:extLst>
                              <a:ext uri="{FF2B5EF4-FFF2-40B4-BE49-F238E27FC236}">
                                <a16:creationId xmlns:a16="http://schemas.microsoft.com/office/drawing/2014/main" id="{FA34739F-7785-904A-91D7-6AAE7B343DA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8" name="Freeform 567">
                            <a:extLst>
                              <a:ext uri="{FF2B5EF4-FFF2-40B4-BE49-F238E27FC236}">
                                <a16:creationId xmlns:a16="http://schemas.microsoft.com/office/drawing/2014/main" id="{08C1BAB0-BEC6-D245-A60D-07387DB865AB}"/>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9" name="Freeform 568">
                            <a:extLst>
                              <a:ext uri="{FF2B5EF4-FFF2-40B4-BE49-F238E27FC236}">
                                <a16:creationId xmlns:a16="http://schemas.microsoft.com/office/drawing/2014/main" id="{D7F49E55-8034-8742-8472-7D0077FE19ED}"/>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70" name="Straight Connector 569">
                            <a:extLst>
                              <a:ext uri="{FF2B5EF4-FFF2-40B4-BE49-F238E27FC236}">
                                <a16:creationId xmlns:a16="http://schemas.microsoft.com/office/drawing/2014/main" id="{073D7C33-2AC1-784F-A285-B683AEF9AE76}"/>
                              </a:ext>
                            </a:extLst>
                          </p:cNvPr>
                          <p:cNvCxnSpPr>
                            <a:endCxn id="565"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71" name="Straight Connector 570">
                            <a:extLst>
                              <a:ext uri="{FF2B5EF4-FFF2-40B4-BE49-F238E27FC236}">
                                <a16:creationId xmlns:a16="http://schemas.microsoft.com/office/drawing/2014/main" id="{5FEE905D-B09A-B448-B0BC-D0B7F0437185}"/>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60" name="Group 559">
                          <a:extLst>
                            <a:ext uri="{FF2B5EF4-FFF2-40B4-BE49-F238E27FC236}">
                              <a16:creationId xmlns:a16="http://schemas.microsoft.com/office/drawing/2014/main" id="{A3E0F0AA-FB05-D342-AFA8-09D7D632A6A2}"/>
                            </a:ext>
                          </a:extLst>
                        </p:cNvPr>
                        <p:cNvGrpSpPr/>
                        <p:nvPr/>
                      </p:nvGrpSpPr>
                      <p:grpSpPr>
                        <a:xfrm>
                          <a:off x="1770362" y="2873352"/>
                          <a:ext cx="441422" cy="369332"/>
                          <a:chOff x="667045" y="1708643"/>
                          <a:chExt cx="441422" cy="369332"/>
                        </a:xfrm>
                      </p:grpSpPr>
                      <p:sp>
                        <p:nvSpPr>
                          <p:cNvPr id="561" name="Oval 560">
                            <a:extLst>
                              <a:ext uri="{FF2B5EF4-FFF2-40B4-BE49-F238E27FC236}">
                                <a16:creationId xmlns:a16="http://schemas.microsoft.com/office/drawing/2014/main" id="{3C93E73B-53BE-4C47-86B5-DD9DAB0CC74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62" name="TextBox 561">
                            <a:extLst>
                              <a:ext uri="{FF2B5EF4-FFF2-40B4-BE49-F238E27FC236}">
                                <a16:creationId xmlns:a16="http://schemas.microsoft.com/office/drawing/2014/main" id="{A65FA9FA-4EC6-DD46-A5A0-21BBF6B69142}"/>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2b</a:t>
                            </a:r>
                          </a:p>
                        </p:txBody>
                      </p:sp>
                    </p:grpSp>
                  </p:grpSp>
                  <p:grpSp>
                    <p:nvGrpSpPr>
                      <p:cNvPr id="514" name="Group 513">
                        <a:extLst>
                          <a:ext uri="{FF2B5EF4-FFF2-40B4-BE49-F238E27FC236}">
                            <a16:creationId xmlns:a16="http://schemas.microsoft.com/office/drawing/2014/main" id="{50429747-57EE-4F42-97FA-CEA2BF951193}"/>
                          </a:ext>
                        </a:extLst>
                      </p:cNvPr>
                      <p:cNvGrpSpPr/>
                      <p:nvPr/>
                    </p:nvGrpSpPr>
                    <p:grpSpPr>
                      <a:xfrm>
                        <a:off x="1740320" y="4094669"/>
                        <a:ext cx="565150" cy="369332"/>
                        <a:chOff x="1736090" y="2873352"/>
                        <a:chExt cx="565150" cy="369332"/>
                      </a:xfrm>
                    </p:grpSpPr>
                    <p:grpSp>
                      <p:nvGrpSpPr>
                        <p:cNvPr id="546" name="Group 327">
                          <a:extLst>
                            <a:ext uri="{FF2B5EF4-FFF2-40B4-BE49-F238E27FC236}">
                              <a16:creationId xmlns:a16="http://schemas.microsoft.com/office/drawing/2014/main" id="{A536345E-51CD-834E-A0E8-89E5B9E9F86B}"/>
                            </a:ext>
                          </a:extLst>
                        </p:cNvPr>
                        <p:cNvGrpSpPr>
                          <a:grpSpLocks/>
                        </p:cNvGrpSpPr>
                        <p:nvPr/>
                      </p:nvGrpSpPr>
                      <p:grpSpPr bwMode="auto">
                        <a:xfrm>
                          <a:off x="1736090" y="2893762"/>
                          <a:ext cx="565150" cy="292100"/>
                          <a:chOff x="1871277" y="1576300"/>
                          <a:chExt cx="1128371" cy="437861"/>
                        </a:xfrm>
                      </p:grpSpPr>
                      <p:sp>
                        <p:nvSpPr>
                          <p:cNvPr id="550" name="Oval 549">
                            <a:extLst>
                              <a:ext uri="{FF2B5EF4-FFF2-40B4-BE49-F238E27FC236}">
                                <a16:creationId xmlns:a16="http://schemas.microsoft.com/office/drawing/2014/main" id="{B8D29417-1B63-AA46-9A7E-C51D4C1B11AD}"/>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51" name="Rectangle 550">
                            <a:extLst>
                              <a:ext uri="{FF2B5EF4-FFF2-40B4-BE49-F238E27FC236}">
                                <a16:creationId xmlns:a16="http://schemas.microsoft.com/office/drawing/2014/main" id="{9C6CDDD5-00DE-AB4D-B974-9E0D049F5A24}"/>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52" name="Oval 551">
                            <a:extLst>
                              <a:ext uri="{FF2B5EF4-FFF2-40B4-BE49-F238E27FC236}">
                                <a16:creationId xmlns:a16="http://schemas.microsoft.com/office/drawing/2014/main" id="{0ABD4266-725C-F441-B6B3-1F91F88CA72D}"/>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53" name="Freeform 552">
                            <a:extLst>
                              <a:ext uri="{FF2B5EF4-FFF2-40B4-BE49-F238E27FC236}">
                                <a16:creationId xmlns:a16="http://schemas.microsoft.com/office/drawing/2014/main" id="{2F208CEC-0496-AB4C-AD63-40561F051B19}"/>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54" name="Freeform 553">
                            <a:extLst>
                              <a:ext uri="{FF2B5EF4-FFF2-40B4-BE49-F238E27FC236}">
                                <a16:creationId xmlns:a16="http://schemas.microsoft.com/office/drawing/2014/main" id="{D2FB1508-1203-3343-A69B-59985BCA028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55" name="Freeform 554">
                            <a:extLst>
                              <a:ext uri="{FF2B5EF4-FFF2-40B4-BE49-F238E27FC236}">
                                <a16:creationId xmlns:a16="http://schemas.microsoft.com/office/drawing/2014/main" id="{38F03371-FC38-2441-ABD6-0CF48B087149}"/>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56" name="Freeform 555">
                            <a:extLst>
                              <a:ext uri="{FF2B5EF4-FFF2-40B4-BE49-F238E27FC236}">
                                <a16:creationId xmlns:a16="http://schemas.microsoft.com/office/drawing/2014/main" id="{80F205FF-90D5-2E4D-A442-5EE9CCEF123D}"/>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57" name="Straight Connector 556">
                            <a:extLst>
                              <a:ext uri="{FF2B5EF4-FFF2-40B4-BE49-F238E27FC236}">
                                <a16:creationId xmlns:a16="http://schemas.microsoft.com/office/drawing/2014/main" id="{075C28BF-5135-0141-8C80-85DD6D39B93D}"/>
                              </a:ext>
                            </a:extLst>
                          </p:cNvPr>
                          <p:cNvCxnSpPr>
                            <a:endCxn id="55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58" name="Straight Connector 557">
                            <a:extLst>
                              <a:ext uri="{FF2B5EF4-FFF2-40B4-BE49-F238E27FC236}">
                                <a16:creationId xmlns:a16="http://schemas.microsoft.com/office/drawing/2014/main" id="{E410C2EB-D29D-E144-B280-458AE3064128}"/>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47" name="Group 546">
                          <a:extLst>
                            <a:ext uri="{FF2B5EF4-FFF2-40B4-BE49-F238E27FC236}">
                              <a16:creationId xmlns:a16="http://schemas.microsoft.com/office/drawing/2014/main" id="{6176E4A3-EF88-8540-AE96-4DD527DA7E8D}"/>
                            </a:ext>
                          </a:extLst>
                        </p:cNvPr>
                        <p:cNvGrpSpPr/>
                        <p:nvPr/>
                      </p:nvGrpSpPr>
                      <p:grpSpPr>
                        <a:xfrm>
                          <a:off x="1770362" y="2873352"/>
                          <a:ext cx="441422" cy="369332"/>
                          <a:chOff x="667045" y="1708643"/>
                          <a:chExt cx="441422" cy="369332"/>
                        </a:xfrm>
                      </p:grpSpPr>
                      <p:sp>
                        <p:nvSpPr>
                          <p:cNvPr id="548" name="Oval 547">
                            <a:extLst>
                              <a:ext uri="{FF2B5EF4-FFF2-40B4-BE49-F238E27FC236}">
                                <a16:creationId xmlns:a16="http://schemas.microsoft.com/office/drawing/2014/main" id="{C3117250-2456-0646-AB43-ADCE1F339113}"/>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9" name="TextBox 548">
                            <a:extLst>
                              <a:ext uri="{FF2B5EF4-FFF2-40B4-BE49-F238E27FC236}">
                                <a16:creationId xmlns:a16="http://schemas.microsoft.com/office/drawing/2014/main" id="{E047A69C-7403-DF4E-A1A7-624D22C2112D}"/>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2d</a:t>
                            </a:r>
                          </a:p>
                        </p:txBody>
                      </p:sp>
                    </p:grpSp>
                  </p:grpSp>
                  <p:grpSp>
                    <p:nvGrpSpPr>
                      <p:cNvPr id="515" name="Group 514">
                        <a:extLst>
                          <a:ext uri="{FF2B5EF4-FFF2-40B4-BE49-F238E27FC236}">
                            <a16:creationId xmlns:a16="http://schemas.microsoft.com/office/drawing/2014/main" id="{FC0279C2-7FD0-B74B-B64D-2FF299FBEDE5}"/>
                          </a:ext>
                        </a:extLst>
                      </p:cNvPr>
                      <p:cNvGrpSpPr/>
                      <p:nvPr/>
                    </p:nvGrpSpPr>
                    <p:grpSpPr>
                      <a:xfrm>
                        <a:off x="2601806" y="3485072"/>
                        <a:ext cx="565150" cy="369332"/>
                        <a:chOff x="1736090" y="2873352"/>
                        <a:chExt cx="565150" cy="369332"/>
                      </a:xfrm>
                    </p:grpSpPr>
                    <p:grpSp>
                      <p:nvGrpSpPr>
                        <p:cNvPr id="533" name="Group 327">
                          <a:extLst>
                            <a:ext uri="{FF2B5EF4-FFF2-40B4-BE49-F238E27FC236}">
                              <a16:creationId xmlns:a16="http://schemas.microsoft.com/office/drawing/2014/main" id="{F948C3A4-3265-BA42-969F-C7E69AFDF7E4}"/>
                            </a:ext>
                          </a:extLst>
                        </p:cNvPr>
                        <p:cNvGrpSpPr>
                          <a:grpSpLocks/>
                        </p:cNvGrpSpPr>
                        <p:nvPr/>
                      </p:nvGrpSpPr>
                      <p:grpSpPr bwMode="auto">
                        <a:xfrm>
                          <a:off x="1736090" y="2893762"/>
                          <a:ext cx="565150" cy="292100"/>
                          <a:chOff x="1871277" y="1576300"/>
                          <a:chExt cx="1128371" cy="437861"/>
                        </a:xfrm>
                      </p:grpSpPr>
                      <p:sp>
                        <p:nvSpPr>
                          <p:cNvPr id="537" name="Oval 536">
                            <a:extLst>
                              <a:ext uri="{FF2B5EF4-FFF2-40B4-BE49-F238E27FC236}">
                                <a16:creationId xmlns:a16="http://schemas.microsoft.com/office/drawing/2014/main" id="{1D795A91-7837-7F44-8B1F-C51234B9E5CA}"/>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38" name="Rectangle 537">
                            <a:extLst>
                              <a:ext uri="{FF2B5EF4-FFF2-40B4-BE49-F238E27FC236}">
                                <a16:creationId xmlns:a16="http://schemas.microsoft.com/office/drawing/2014/main" id="{B706ABA8-AA1E-B242-9860-E06E1C4300F2}"/>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39" name="Oval 538">
                            <a:extLst>
                              <a:ext uri="{FF2B5EF4-FFF2-40B4-BE49-F238E27FC236}">
                                <a16:creationId xmlns:a16="http://schemas.microsoft.com/office/drawing/2014/main" id="{27FA3B8E-0B4D-7243-A3A4-F127623D38F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40" name="Freeform 539">
                            <a:extLst>
                              <a:ext uri="{FF2B5EF4-FFF2-40B4-BE49-F238E27FC236}">
                                <a16:creationId xmlns:a16="http://schemas.microsoft.com/office/drawing/2014/main" id="{5993A5CA-41C7-3742-94CC-9CABF7DA17C2}"/>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1" name="Freeform 540">
                            <a:extLst>
                              <a:ext uri="{FF2B5EF4-FFF2-40B4-BE49-F238E27FC236}">
                                <a16:creationId xmlns:a16="http://schemas.microsoft.com/office/drawing/2014/main" id="{32DFB537-8A90-1446-B40C-54BC340411E9}"/>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2" name="Freeform 541">
                            <a:extLst>
                              <a:ext uri="{FF2B5EF4-FFF2-40B4-BE49-F238E27FC236}">
                                <a16:creationId xmlns:a16="http://schemas.microsoft.com/office/drawing/2014/main" id="{3E8B8B41-0D5A-C640-8D93-5004F9D3824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43" name="Freeform 542">
                            <a:extLst>
                              <a:ext uri="{FF2B5EF4-FFF2-40B4-BE49-F238E27FC236}">
                                <a16:creationId xmlns:a16="http://schemas.microsoft.com/office/drawing/2014/main" id="{86C81773-EA1F-AF4D-B700-C7A9FDF02826}"/>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44" name="Straight Connector 543">
                            <a:extLst>
                              <a:ext uri="{FF2B5EF4-FFF2-40B4-BE49-F238E27FC236}">
                                <a16:creationId xmlns:a16="http://schemas.microsoft.com/office/drawing/2014/main" id="{15346C86-E76A-1E47-8035-0352885F09C1}"/>
                              </a:ext>
                            </a:extLst>
                          </p:cNvPr>
                          <p:cNvCxnSpPr>
                            <a:endCxn id="53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45" name="Straight Connector 544">
                            <a:extLst>
                              <a:ext uri="{FF2B5EF4-FFF2-40B4-BE49-F238E27FC236}">
                                <a16:creationId xmlns:a16="http://schemas.microsoft.com/office/drawing/2014/main" id="{CAF86B4D-D68C-F747-9FE0-43805F641DFF}"/>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34" name="Group 533">
                          <a:extLst>
                            <a:ext uri="{FF2B5EF4-FFF2-40B4-BE49-F238E27FC236}">
                              <a16:creationId xmlns:a16="http://schemas.microsoft.com/office/drawing/2014/main" id="{E37EFE80-9F97-0844-BD93-2E44A9B2D0E6}"/>
                            </a:ext>
                          </a:extLst>
                        </p:cNvPr>
                        <p:cNvGrpSpPr/>
                        <p:nvPr/>
                      </p:nvGrpSpPr>
                      <p:grpSpPr>
                        <a:xfrm>
                          <a:off x="1770362" y="2873352"/>
                          <a:ext cx="428460" cy="369332"/>
                          <a:chOff x="667045" y="1708643"/>
                          <a:chExt cx="428460" cy="369332"/>
                        </a:xfrm>
                      </p:grpSpPr>
                      <p:sp>
                        <p:nvSpPr>
                          <p:cNvPr id="535" name="Oval 534">
                            <a:extLst>
                              <a:ext uri="{FF2B5EF4-FFF2-40B4-BE49-F238E27FC236}">
                                <a16:creationId xmlns:a16="http://schemas.microsoft.com/office/drawing/2014/main" id="{6DD890D1-DF34-A948-ABA3-C837DB2A9F03}"/>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36" name="TextBox 535">
                            <a:extLst>
                              <a:ext uri="{FF2B5EF4-FFF2-40B4-BE49-F238E27FC236}">
                                <a16:creationId xmlns:a16="http://schemas.microsoft.com/office/drawing/2014/main" id="{DF984F8E-69BD-884E-9859-C44ECEF41BA5}"/>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2c</a:t>
                            </a:r>
                          </a:p>
                        </p:txBody>
                      </p:sp>
                    </p:grpSp>
                  </p:grpSp>
                  <p:grpSp>
                    <p:nvGrpSpPr>
                      <p:cNvPr id="516" name="Group 515">
                        <a:extLst>
                          <a:ext uri="{FF2B5EF4-FFF2-40B4-BE49-F238E27FC236}">
                            <a16:creationId xmlns:a16="http://schemas.microsoft.com/office/drawing/2014/main" id="{20274897-8FE7-1941-BF44-1DE7F1B52F39}"/>
                          </a:ext>
                        </a:extLst>
                      </p:cNvPr>
                      <p:cNvGrpSpPr/>
                      <p:nvPr/>
                    </p:nvGrpSpPr>
                    <p:grpSpPr>
                      <a:xfrm>
                        <a:off x="833331" y="3478719"/>
                        <a:ext cx="565150" cy="369332"/>
                        <a:chOff x="1736090" y="2873352"/>
                        <a:chExt cx="565150" cy="369332"/>
                      </a:xfrm>
                    </p:grpSpPr>
                    <p:grpSp>
                      <p:nvGrpSpPr>
                        <p:cNvPr id="520" name="Group 327">
                          <a:extLst>
                            <a:ext uri="{FF2B5EF4-FFF2-40B4-BE49-F238E27FC236}">
                              <a16:creationId xmlns:a16="http://schemas.microsoft.com/office/drawing/2014/main" id="{C7F49367-3026-BC4F-A11B-0264CDD2A41A}"/>
                            </a:ext>
                          </a:extLst>
                        </p:cNvPr>
                        <p:cNvGrpSpPr>
                          <a:grpSpLocks/>
                        </p:cNvGrpSpPr>
                        <p:nvPr/>
                      </p:nvGrpSpPr>
                      <p:grpSpPr bwMode="auto">
                        <a:xfrm>
                          <a:off x="1736090" y="2893762"/>
                          <a:ext cx="565150" cy="292100"/>
                          <a:chOff x="1871277" y="1576300"/>
                          <a:chExt cx="1128371" cy="437861"/>
                        </a:xfrm>
                      </p:grpSpPr>
                      <p:sp>
                        <p:nvSpPr>
                          <p:cNvPr id="524" name="Oval 523">
                            <a:extLst>
                              <a:ext uri="{FF2B5EF4-FFF2-40B4-BE49-F238E27FC236}">
                                <a16:creationId xmlns:a16="http://schemas.microsoft.com/office/drawing/2014/main" id="{9E51182E-FDBD-B243-926F-E43F220EB5B1}"/>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25" name="Rectangle 524">
                            <a:extLst>
                              <a:ext uri="{FF2B5EF4-FFF2-40B4-BE49-F238E27FC236}">
                                <a16:creationId xmlns:a16="http://schemas.microsoft.com/office/drawing/2014/main" id="{D0D4111A-AB32-9146-97FF-617E35EDF21C}"/>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26" name="Oval 525">
                            <a:extLst>
                              <a:ext uri="{FF2B5EF4-FFF2-40B4-BE49-F238E27FC236}">
                                <a16:creationId xmlns:a16="http://schemas.microsoft.com/office/drawing/2014/main" id="{B373851A-F2F3-2D4E-B660-2E4CD9D5491C}"/>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27" name="Freeform 526">
                            <a:extLst>
                              <a:ext uri="{FF2B5EF4-FFF2-40B4-BE49-F238E27FC236}">
                                <a16:creationId xmlns:a16="http://schemas.microsoft.com/office/drawing/2014/main" id="{3DADCA02-998A-D44A-8F8C-9A3DEE2B74B0}"/>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28" name="Freeform 527">
                            <a:extLst>
                              <a:ext uri="{FF2B5EF4-FFF2-40B4-BE49-F238E27FC236}">
                                <a16:creationId xmlns:a16="http://schemas.microsoft.com/office/drawing/2014/main" id="{C90C008E-75B3-D143-B094-BA9CBCE5797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29" name="Freeform 528">
                            <a:extLst>
                              <a:ext uri="{FF2B5EF4-FFF2-40B4-BE49-F238E27FC236}">
                                <a16:creationId xmlns:a16="http://schemas.microsoft.com/office/drawing/2014/main" id="{648326CE-C060-D341-B3E6-FC9CC0DD4034}"/>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30" name="Freeform 529">
                            <a:extLst>
                              <a:ext uri="{FF2B5EF4-FFF2-40B4-BE49-F238E27FC236}">
                                <a16:creationId xmlns:a16="http://schemas.microsoft.com/office/drawing/2014/main" id="{8EE44440-6746-8C44-97CB-CDF8DD7E2615}"/>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31" name="Straight Connector 530">
                            <a:extLst>
                              <a:ext uri="{FF2B5EF4-FFF2-40B4-BE49-F238E27FC236}">
                                <a16:creationId xmlns:a16="http://schemas.microsoft.com/office/drawing/2014/main" id="{FE62CAB4-B1C2-AD49-A340-2EA4788D06DD}"/>
                              </a:ext>
                            </a:extLst>
                          </p:cNvPr>
                          <p:cNvCxnSpPr>
                            <a:endCxn id="52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32" name="Straight Connector 531">
                            <a:extLst>
                              <a:ext uri="{FF2B5EF4-FFF2-40B4-BE49-F238E27FC236}">
                                <a16:creationId xmlns:a16="http://schemas.microsoft.com/office/drawing/2014/main" id="{F7364D87-B2B7-3643-9F82-4BF3CE371FE3}"/>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521" name="Group 520">
                          <a:extLst>
                            <a:ext uri="{FF2B5EF4-FFF2-40B4-BE49-F238E27FC236}">
                              <a16:creationId xmlns:a16="http://schemas.microsoft.com/office/drawing/2014/main" id="{8ECC9CBE-DF63-5A40-86DE-E2E9BD937840}"/>
                            </a:ext>
                          </a:extLst>
                        </p:cNvPr>
                        <p:cNvGrpSpPr/>
                        <p:nvPr/>
                      </p:nvGrpSpPr>
                      <p:grpSpPr>
                        <a:xfrm>
                          <a:off x="1770362" y="2873352"/>
                          <a:ext cx="441422" cy="369332"/>
                          <a:chOff x="667045" y="1708643"/>
                          <a:chExt cx="441422" cy="369332"/>
                        </a:xfrm>
                      </p:grpSpPr>
                      <p:sp>
                        <p:nvSpPr>
                          <p:cNvPr id="522" name="Oval 521">
                            <a:extLst>
                              <a:ext uri="{FF2B5EF4-FFF2-40B4-BE49-F238E27FC236}">
                                <a16:creationId xmlns:a16="http://schemas.microsoft.com/office/drawing/2014/main" id="{0CDEE2F2-8242-8141-9B83-8BE09A32F19C}"/>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23" name="TextBox 522">
                            <a:extLst>
                              <a:ext uri="{FF2B5EF4-FFF2-40B4-BE49-F238E27FC236}">
                                <a16:creationId xmlns:a16="http://schemas.microsoft.com/office/drawing/2014/main" id="{318D9B16-F131-684E-AE5E-6C1E8B2C5C51}"/>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a:t>
                            </a:r>
                          </a:p>
                        </p:txBody>
                      </p:sp>
                    </p:grpSp>
                  </p:grpSp>
                  <p:cxnSp>
                    <p:nvCxnSpPr>
                      <p:cNvPr id="517" name="Straight Connector 516">
                        <a:extLst>
                          <a:ext uri="{FF2B5EF4-FFF2-40B4-BE49-F238E27FC236}">
                            <a16:creationId xmlns:a16="http://schemas.microsoft.com/office/drawing/2014/main" id="{9043E748-587D-0D4D-9B1C-0477F0F2BAA3}"/>
                          </a:ext>
                        </a:extLst>
                      </p:cNvPr>
                      <p:cNvCxnSpPr>
                        <a:stCxn id="563"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518" name="Straight Connector 517">
                        <a:extLst>
                          <a:ext uri="{FF2B5EF4-FFF2-40B4-BE49-F238E27FC236}">
                            <a16:creationId xmlns:a16="http://schemas.microsoft.com/office/drawing/2014/main" id="{05B9B5D8-C17A-F544-868C-A61D71295632}"/>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519" name="Straight Connector 518">
                        <a:extLst>
                          <a:ext uri="{FF2B5EF4-FFF2-40B4-BE49-F238E27FC236}">
                            <a16:creationId xmlns:a16="http://schemas.microsoft.com/office/drawing/2014/main" id="{881DF9FC-4E33-134B-B4FA-1799254C2509}"/>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grpSp>
              <p:sp>
                <p:nvSpPr>
                  <p:cNvPr id="510" name="TextBox 509">
                    <a:extLst>
                      <a:ext uri="{FF2B5EF4-FFF2-40B4-BE49-F238E27FC236}">
                        <a16:creationId xmlns:a16="http://schemas.microsoft.com/office/drawing/2014/main" id="{26352676-76E7-5047-BF1E-B8AED459D93D}"/>
                      </a:ext>
                    </a:extLst>
                  </p:cNvPr>
                  <p:cNvSpPr txBox="1"/>
                  <p:nvPr/>
                </p:nvSpPr>
                <p:spPr>
                  <a:xfrm>
                    <a:off x="4833576" y="4910165"/>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2</a:t>
                    </a:r>
                  </a:p>
                </p:txBody>
              </p:sp>
            </p:grpSp>
            <p:grpSp>
              <p:nvGrpSpPr>
                <p:cNvPr id="376" name="Group 375">
                  <a:extLst>
                    <a:ext uri="{FF2B5EF4-FFF2-40B4-BE49-F238E27FC236}">
                      <a16:creationId xmlns:a16="http://schemas.microsoft.com/office/drawing/2014/main" id="{D52910EB-6DF4-A345-B018-76354C869296}"/>
                    </a:ext>
                  </a:extLst>
                </p:cNvPr>
                <p:cNvGrpSpPr/>
                <p:nvPr/>
              </p:nvGrpSpPr>
              <p:grpSpPr>
                <a:xfrm>
                  <a:off x="8100574" y="3694542"/>
                  <a:ext cx="2575521" cy="1672516"/>
                  <a:chOff x="8100574" y="3694542"/>
                  <a:chExt cx="2575521" cy="1672516"/>
                </a:xfrm>
              </p:grpSpPr>
              <p:sp>
                <p:nvSpPr>
                  <p:cNvPr id="444" name="Freeform 2">
                    <a:extLst>
                      <a:ext uri="{FF2B5EF4-FFF2-40B4-BE49-F238E27FC236}">
                        <a16:creationId xmlns:a16="http://schemas.microsoft.com/office/drawing/2014/main" id="{7F9B141F-5ED9-D74E-B5A0-FE8BB0EB3599}"/>
                      </a:ext>
                    </a:extLst>
                  </p:cNvPr>
                  <p:cNvSpPr>
                    <a:spLocks/>
                  </p:cNvSpPr>
                  <p:nvPr/>
                </p:nvSpPr>
                <p:spPr bwMode="auto">
                  <a:xfrm>
                    <a:off x="8100574" y="3694542"/>
                    <a:ext cx="2575521" cy="1672516"/>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0"/>
                    </a:endParaRPr>
                  </a:p>
                </p:txBody>
              </p:sp>
              <p:grpSp>
                <p:nvGrpSpPr>
                  <p:cNvPr id="445" name="Group 444">
                    <a:extLst>
                      <a:ext uri="{FF2B5EF4-FFF2-40B4-BE49-F238E27FC236}">
                        <a16:creationId xmlns:a16="http://schemas.microsoft.com/office/drawing/2014/main" id="{D1B99423-64AD-B947-8422-98F732C26FB9}"/>
                      </a:ext>
                    </a:extLst>
                  </p:cNvPr>
                  <p:cNvGrpSpPr/>
                  <p:nvPr/>
                </p:nvGrpSpPr>
                <p:grpSpPr>
                  <a:xfrm>
                    <a:off x="8136838" y="3735782"/>
                    <a:ext cx="2402775" cy="1530043"/>
                    <a:chOff x="8136838" y="3735782"/>
                    <a:chExt cx="2402775" cy="1530043"/>
                  </a:xfrm>
                </p:grpSpPr>
                <p:grpSp>
                  <p:nvGrpSpPr>
                    <p:cNvPr id="446" name="Group 445">
                      <a:extLst>
                        <a:ext uri="{FF2B5EF4-FFF2-40B4-BE49-F238E27FC236}">
                          <a16:creationId xmlns:a16="http://schemas.microsoft.com/office/drawing/2014/main" id="{72A7E1F7-E846-3147-AA53-CF1D84DD87C4}"/>
                        </a:ext>
                      </a:extLst>
                    </p:cNvPr>
                    <p:cNvGrpSpPr/>
                    <p:nvPr/>
                  </p:nvGrpSpPr>
                  <p:grpSpPr>
                    <a:xfrm>
                      <a:off x="8324065" y="3830658"/>
                      <a:ext cx="2215548" cy="1435167"/>
                      <a:chOff x="833331" y="2873352"/>
                      <a:chExt cx="2333625" cy="1590649"/>
                    </a:xfrm>
                  </p:grpSpPr>
                  <p:grpSp>
                    <p:nvGrpSpPr>
                      <p:cNvPr id="448" name="Group 447">
                        <a:extLst>
                          <a:ext uri="{FF2B5EF4-FFF2-40B4-BE49-F238E27FC236}">
                            <a16:creationId xmlns:a16="http://schemas.microsoft.com/office/drawing/2014/main" id="{AF49ADF0-6850-0A43-A5CE-5ACE79889D92}"/>
                          </a:ext>
                        </a:extLst>
                      </p:cNvPr>
                      <p:cNvGrpSpPr/>
                      <p:nvPr/>
                    </p:nvGrpSpPr>
                    <p:grpSpPr>
                      <a:xfrm>
                        <a:off x="1736090" y="2873352"/>
                        <a:ext cx="565150" cy="369332"/>
                        <a:chOff x="1736090" y="2873352"/>
                        <a:chExt cx="565150" cy="369332"/>
                      </a:xfrm>
                    </p:grpSpPr>
                    <p:grpSp>
                      <p:nvGrpSpPr>
                        <p:cNvPr id="496" name="Group 327">
                          <a:extLst>
                            <a:ext uri="{FF2B5EF4-FFF2-40B4-BE49-F238E27FC236}">
                              <a16:creationId xmlns:a16="http://schemas.microsoft.com/office/drawing/2014/main" id="{FF88E2DF-E2E4-3347-A865-D1B335201367}"/>
                            </a:ext>
                          </a:extLst>
                        </p:cNvPr>
                        <p:cNvGrpSpPr>
                          <a:grpSpLocks/>
                        </p:cNvGrpSpPr>
                        <p:nvPr/>
                      </p:nvGrpSpPr>
                      <p:grpSpPr bwMode="auto">
                        <a:xfrm>
                          <a:off x="1736090" y="2893762"/>
                          <a:ext cx="565150" cy="292100"/>
                          <a:chOff x="1871277" y="1576300"/>
                          <a:chExt cx="1128371" cy="437861"/>
                        </a:xfrm>
                      </p:grpSpPr>
                      <p:sp>
                        <p:nvSpPr>
                          <p:cNvPr id="500" name="Oval 499">
                            <a:extLst>
                              <a:ext uri="{FF2B5EF4-FFF2-40B4-BE49-F238E27FC236}">
                                <a16:creationId xmlns:a16="http://schemas.microsoft.com/office/drawing/2014/main" id="{F51867D5-088D-1141-BDDA-0DF96997E1F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01" name="Rectangle 500">
                            <a:extLst>
                              <a:ext uri="{FF2B5EF4-FFF2-40B4-BE49-F238E27FC236}">
                                <a16:creationId xmlns:a16="http://schemas.microsoft.com/office/drawing/2014/main" id="{9EB2A545-9E2E-2D4E-BCBC-74A6D06D42F7}"/>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2" name="Oval 501">
                            <a:extLst>
                              <a:ext uri="{FF2B5EF4-FFF2-40B4-BE49-F238E27FC236}">
                                <a16:creationId xmlns:a16="http://schemas.microsoft.com/office/drawing/2014/main" id="{375E6326-5638-D948-AF4C-5B244F6C6700}"/>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503" name="Freeform 502">
                            <a:extLst>
                              <a:ext uri="{FF2B5EF4-FFF2-40B4-BE49-F238E27FC236}">
                                <a16:creationId xmlns:a16="http://schemas.microsoft.com/office/drawing/2014/main" id="{8A73FC0C-576A-DA45-AD12-AF0A55037712}"/>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4" name="Freeform 503">
                            <a:extLst>
                              <a:ext uri="{FF2B5EF4-FFF2-40B4-BE49-F238E27FC236}">
                                <a16:creationId xmlns:a16="http://schemas.microsoft.com/office/drawing/2014/main" id="{F6DD9D1A-2B6B-3D4A-9962-4ABB842FAB6C}"/>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5" name="Freeform 504">
                            <a:extLst>
                              <a:ext uri="{FF2B5EF4-FFF2-40B4-BE49-F238E27FC236}">
                                <a16:creationId xmlns:a16="http://schemas.microsoft.com/office/drawing/2014/main" id="{AC2C32F0-D575-744F-BB94-26AF3779C1D8}"/>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06" name="Freeform 505">
                            <a:extLst>
                              <a:ext uri="{FF2B5EF4-FFF2-40B4-BE49-F238E27FC236}">
                                <a16:creationId xmlns:a16="http://schemas.microsoft.com/office/drawing/2014/main" id="{7BE6460D-2974-684B-9BBA-CDE242AE328E}"/>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507" name="Straight Connector 506">
                            <a:extLst>
                              <a:ext uri="{FF2B5EF4-FFF2-40B4-BE49-F238E27FC236}">
                                <a16:creationId xmlns:a16="http://schemas.microsoft.com/office/drawing/2014/main" id="{4DFA001C-CD4C-9D4A-BCF7-EB9E9094C4D9}"/>
                              </a:ext>
                            </a:extLst>
                          </p:cNvPr>
                          <p:cNvCxnSpPr>
                            <a:endCxn id="50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508" name="Straight Connector 507">
                            <a:extLst>
                              <a:ext uri="{FF2B5EF4-FFF2-40B4-BE49-F238E27FC236}">
                                <a16:creationId xmlns:a16="http://schemas.microsoft.com/office/drawing/2014/main" id="{21C1F585-9089-CD48-AAF8-8B25080D3081}"/>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97" name="Group 496">
                          <a:extLst>
                            <a:ext uri="{FF2B5EF4-FFF2-40B4-BE49-F238E27FC236}">
                              <a16:creationId xmlns:a16="http://schemas.microsoft.com/office/drawing/2014/main" id="{013A9D3F-66C6-5646-B65B-07D59E2B508D}"/>
                            </a:ext>
                          </a:extLst>
                        </p:cNvPr>
                        <p:cNvGrpSpPr/>
                        <p:nvPr/>
                      </p:nvGrpSpPr>
                      <p:grpSpPr>
                        <a:xfrm>
                          <a:off x="1770362" y="2873352"/>
                          <a:ext cx="441422" cy="369332"/>
                          <a:chOff x="667045" y="1708643"/>
                          <a:chExt cx="441422" cy="369332"/>
                        </a:xfrm>
                      </p:grpSpPr>
                      <p:sp>
                        <p:nvSpPr>
                          <p:cNvPr id="498" name="Oval 497">
                            <a:extLst>
                              <a:ext uri="{FF2B5EF4-FFF2-40B4-BE49-F238E27FC236}">
                                <a16:creationId xmlns:a16="http://schemas.microsoft.com/office/drawing/2014/main" id="{A588D1D2-2231-6B4F-A3C7-ADA7F2CBC0D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9" name="TextBox 498">
                            <a:extLst>
                              <a:ext uri="{FF2B5EF4-FFF2-40B4-BE49-F238E27FC236}">
                                <a16:creationId xmlns:a16="http://schemas.microsoft.com/office/drawing/2014/main" id="{45B327ED-98AE-A442-88E5-0F179F128913}"/>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3b</a:t>
                            </a:r>
                          </a:p>
                        </p:txBody>
                      </p:sp>
                    </p:grpSp>
                  </p:grpSp>
                  <p:grpSp>
                    <p:nvGrpSpPr>
                      <p:cNvPr id="449" name="Group 448">
                        <a:extLst>
                          <a:ext uri="{FF2B5EF4-FFF2-40B4-BE49-F238E27FC236}">
                            <a16:creationId xmlns:a16="http://schemas.microsoft.com/office/drawing/2014/main" id="{5BA1A9CB-4572-0041-BCD8-760991F2EE1B}"/>
                          </a:ext>
                        </a:extLst>
                      </p:cNvPr>
                      <p:cNvGrpSpPr/>
                      <p:nvPr/>
                    </p:nvGrpSpPr>
                    <p:grpSpPr>
                      <a:xfrm>
                        <a:off x="1740320" y="4094669"/>
                        <a:ext cx="565150" cy="369332"/>
                        <a:chOff x="1736090" y="2873352"/>
                        <a:chExt cx="565150" cy="369332"/>
                      </a:xfrm>
                    </p:grpSpPr>
                    <p:grpSp>
                      <p:nvGrpSpPr>
                        <p:cNvPr id="483" name="Group 327">
                          <a:extLst>
                            <a:ext uri="{FF2B5EF4-FFF2-40B4-BE49-F238E27FC236}">
                              <a16:creationId xmlns:a16="http://schemas.microsoft.com/office/drawing/2014/main" id="{D1877304-D615-C347-B696-1E4EC738AEBE}"/>
                            </a:ext>
                          </a:extLst>
                        </p:cNvPr>
                        <p:cNvGrpSpPr>
                          <a:grpSpLocks/>
                        </p:cNvGrpSpPr>
                        <p:nvPr/>
                      </p:nvGrpSpPr>
                      <p:grpSpPr bwMode="auto">
                        <a:xfrm>
                          <a:off x="1736090" y="2893762"/>
                          <a:ext cx="565150" cy="292100"/>
                          <a:chOff x="1871277" y="1576300"/>
                          <a:chExt cx="1128371" cy="437861"/>
                        </a:xfrm>
                      </p:grpSpPr>
                      <p:sp>
                        <p:nvSpPr>
                          <p:cNvPr id="487" name="Oval 486">
                            <a:extLst>
                              <a:ext uri="{FF2B5EF4-FFF2-40B4-BE49-F238E27FC236}">
                                <a16:creationId xmlns:a16="http://schemas.microsoft.com/office/drawing/2014/main" id="{FCA8E024-D75B-384E-B7DE-7AA5FE622EE0}"/>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88" name="Rectangle 487">
                            <a:extLst>
                              <a:ext uri="{FF2B5EF4-FFF2-40B4-BE49-F238E27FC236}">
                                <a16:creationId xmlns:a16="http://schemas.microsoft.com/office/drawing/2014/main" id="{1897CA4E-9A6C-1D4E-9C09-D042B4FE2ED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9" name="Oval 488">
                            <a:extLst>
                              <a:ext uri="{FF2B5EF4-FFF2-40B4-BE49-F238E27FC236}">
                                <a16:creationId xmlns:a16="http://schemas.microsoft.com/office/drawing/2014/main" id="{3F099347-419A-394D-9F67-D4250F5636E7}"/>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90" name="Freeform 489">
                            <a:extLst>
                              <a:ext uri="{FF2B5EF4-FFF2-40B4-BE49-F238E27FC236}">
                                <a16:creationId xmlns:a16="http://schemas.microsoft.com/office/drawing/2014/main" id="{C08F2D49-1160-D048-A1C9-03F61662E764}"/>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1" name="Freeform 490">
                            <a:extLst>
                              <a:ext uri="{FF2B5EF4-FFF2-40B4-BE49-F238E27FC236}">
                                <a16:creationId xmlns:a16="http://schemas.microsoft.com/office/drawing/2014/main" id="{2D027160-BA02-2C4F-97A9-79D0DE23545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2" name="Freeform 491">
                            <a:extLst>
                              <a:ext uri="{FF2B5EF4-FFF2-40B4-BE49-F238E27FC236}">
                                <a16:creationId xmlns:a16="http://schemas.microsoft.com/office/drawing/2014/main" id="{32BA6728-F88C-834C-A843-CEDCFCAE3CD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3" name="Freeform 492">
                            <a:extLst>
                              <a:ext uri="{FF2B5EF4-FFF2-40B4-BE49-F238E27FC236}">
                                <a16:creationId xmlns:a16="http://schemas.microsoft.com/office/drawing/2014/main" id="{076DA2A8-99C5-1649-A5B8-AA30FDD3E905}"/>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94" name="Straight Connector 493">
                            <a:extLst>
                              <a:ext uri="{FF2B5EF4-FFF2-40B4-BE49-F238E27FC236}">
                                <a16:creationId xmlns:a16="http://schemas.microsoft.com/office/drawing/2014/main" id="{EA9EAAD1-1702-AB4D-8E87-C9B32BEEDA17}"/>
                              </a:ext>
                            </a:extLst>
                          </p:cNvPr>
                          <p:cNvCxnSpPr>
                            <a:endCxn id="48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95" name="Straight Connector 494">
                            <a:extLst>
                              <a:ext uri="{FF2B5EF4-FFF2-40B4-BE49-F238E27FC236}">
                                <a16:creationId xmlns:a16="http://schemas.microsoft.com/office/drawing/2014/main" id="{9CB75121-AE50-0241-BCE4-1BCDA5F5D305}"/>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84" name="Group 483">
                          <a:extLst>
                            <a:ext uri="{FF2B5EF4-FFF2-40B4-BE49-F238E27FC236}">
                              <a16:creationId xmlns:a16="http://schemas.microsoft.com/office/drawing/2014/main" id="{3F071658-01EE-2C48-AC20-F60B38FE6422}"/>
                            </a:ext>
                          </a:extLst>
                        </p:cNvPr>
                        <p:cNvGrpSpPr/>
                        <p:nvPr/>
                      </p:nvGrpSpPr>
                      <p:grpSpPr>
                        <a:xfrm>
                          <a:off x="1770362" y="2873352"/>
                          <a:ext cx="441422" cy="369332"/>
                          <a:chOff x="667045" y="1708643"/>
                          <a:chExt cx="441422" cy="369332"/>
                        </a:xfrm>
                      </p:grpSpPr>
                      <p:sp>
                        <p:nvSpPr>
                          <p:cNvPr id="485" name="Oval 484">
                            <a:extLst>
                              <a:ext uri="{FF2B5EF4-FFF2-40B4-BE49-F238E27FC236}">
                                <a16:creationId xmlns:a16="http://schemas.microsoft.com/office/drawing/2014/main" id="{51633682-08D4-3741-8ACB-6CAE184258D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6" name="TextBox 485">
                            <a:extLst>
                              <a:ext uri="{FF2B5EF4-FFF2-40B4-BE49-F238E27FC236}">
                                <a16:creationId xmlns:a16="http://schemas.microsoft.com/office/drawing/2014/main" id="{E3CB6253-020C-2441-8C1C-0D4F587E6E36}"/>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3d</a:t>
                            </a:r>
                          </a:p>
                        </p:txBody>
                      </p:sp>
                    </p:grpSp>
                  </p:grpSp>
                  <p:grpSp>
                    <p:nvGrpSpPr>
                      <p:cNvPr id="450" name="Group 449">
                        <a:extLst>
                          <a:ext uri="{FF2B5EF4-FFF2-40B4-BE49-F238E27FC236}">
                            <a16:creationId xmlns:a16="http://schemas.microsoft.com/office/drawing/2014/main" id="{125DBCFC-7BA2-F144-A0F0-508397DB0188}"/>
                          </a:ext>
                        </a:extLst>
                      </p:cNvPr>
                      <p:cNvGrpSpPr/>
                      <p:nvPr/>
                    </p:nvGrpSpPr>
                    <p:grpSpPr>
                      <a:xfrm>
                        <a:off x="2601806" y="3485072"/>
                        <a:ext cx="565150" cy="369332"/>
                        <a:chOff x="1736090" y="2873352"/>
                        <a:chExt cx="565150" cy="369332"/>
                      </a:xfrm>
                    </p:grpSpPr>
                    <p:grpSp>
                      <p:nvGrpSpPr>
                        <p:cNvPr id="470" name="Group 327">
                          <a:extLst>
                            <a:ext uri="{FF2B5EF4-FFF2-40B4-BE49-F238E27FC236}">
                              <a16:creationId xmlns:a16="http://schemas.microsoft.com/office/drawing/2014/main" id="{34285CF6-D3AC-094E-8607-8E5A25980259}"/>
                            </a:ext>
                          </a:extLst>
                        </p:cNvPr>
                        <p:cNvGrpSpPr>
                          <a:grpSpLocks/>
                        </p:cNvGrpSpPr>
                        <p:nvPr/>
                      </p:nvGrpSpPr>
                      <p:grpSpPr bwMode="auto">
                        <a:xfrm>
                          <a:off x="1736090" y="2893762"/>
                          <a:ext cx="565150" cy="292100"/>
                          <a:chOff x="1871277" y="1576300"/>
                          <a:chExt cx="1128371" cy="437861"/>
                        </a:xfrm>
                      </p:grpSpPr>
                      <p:sp>
                        <p:nvSpPr>
                          <p:cNvPr id="474" name="Oval 473">
                            <a:extLst>
                              <a:ext uri="{FF2B5EF4-FFF2-40B4-BE49-F238E27FC236}">
                                <a16:creationId xmlns:a16="http://schemas.microsoft.com/office/drawing/2014/main" id="{3B349897-1CEA-A94C-A653-306D765FA40A}"/>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75" name="Rectangle 474">
                            <a:extLst>
                              <a:ext uri="{FF2B5EF4-FFF2-40B4-BE49-F238E27FC236}">
                                <a16:creationId xmlns:a16="http://schemas.microsoft.com/office/drawing/2014/main" id="{F69BAC22-0491-F446-A4FA-4F95C6B0F3D5}"/>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6" name="Oval 475">
                            <a:extLst>
                              <a:ext uri="{FF2B5EF4-FFF2-40B4-BE49-F238E27FC236}">
                                <a16:creationId xmlns:a16="http://schemas.microsoft.com/office/drawing/2014/main" id="{C00F3DA7-8E3F-9547-BE97-F58D95EC59BD}"/>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77" name="Freeform 476">
                            <a:extLst>
                              <a:ext uri="{FF2B5EF4-FFF2-40B4-BE49-F238E27FC236}">
                                <a16:creationId xmlns:a16="http://schemas.microsoft.com/office/drawing/2014/main" id="{BF4644EF-DDFF-8D49-9FD0-2F7B3C29BC6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8" name="Freeform 477">
                            <a:extLst>
                              <a:ext uri="{FF2B5EF4-FFF2-40B4-BE49-F238E27FC236}">
                                <a16:creationId xmlns:a16="http://schemas.microsoft.com/office/drawing/2014/main" id="{EECCB299-4CD3-234D-AFCE-A2A331EA1346}"/>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9" name="Freeform 478">
                            <a:extLst>
                              <a:ext uri="{FF2B5EF4-FFF2-40B4-BE49-F238E27FC236}">
                                <a16:creationId xmlns:a16="http://schemas.microsoft.com/office/drawing/2014/main" id="{7540398D-98A6-9A4C-A028-C839F9C9515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80" name="Freeform 479">
                            <a:extLst>
                              <a:ext uri="{FF2B5EF4-FFF2-40B4-BE49-F238E27FC236}">
                                <a16:creationId xmlns:a16="http://schemas.microsoft.com/office/drawing/2014/main" id="{11019135-4FCC-0344-AC3D-721648028E41}"/>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81" name="Straight Connector 480">
                            <a:extLst>
                              <a:ext uri="{FF2B5EF4-FFF2-40B4-BE49-F238E27FC236}">
                                <a16:creationId xmlns:a16="http://schemas.microsoft.com/office/drawing/2014/main" id="{5C03F5EB-3AFC-4543-B2EB-4052B79EB773}"/>
                              </a:ext>
                            </a:extLst>
                          </p:cNvPr>
                          <p:cNvCxnSpPr>
                            <a:endCxn id="47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82" name="Straight Connector 481">
                            <a:extLst>
                              <a:ext uri="{FF2B5EF4-FFF2-40B4-BE49-F238E27FC236}">
                                <a16:creationId xmlns:a16="http://schemas.microsoft.com/office/drawing/2014/main" id="{50EEA529-2E3B-0A4B-9DFF-EA2E08C6C057}"/>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71" name="Group 470">
                          <a:extLst>
                            <a:ext uri="{FF2B5EF4-FFF2-40B4-BE49-F238E27FC236}">
                              <a16:creationId xmlns:a16="http://schemas.microsoft.com/office/drawing/2014/main" id="{101A36BB-F1C4-5D47-B75D-03B9E2E4054E}"/>
                            </a:ext>
                          </a:extLst>
                        </p:cNvPr>
                        <p:cNvGrpSpPr/>
                        <p:nvPr/>
                      </p:nvGrpSpPr>
                      <p:grpSpPr>
                        <a:xfrm>
                          <a:off x="1770362" y="2873352"/>
                          <a:ext cx="428460" cy="369332"/>
                          <a:chOff x="667045" y="1708643"/>
                          <a:chExt cx="428460" cy="369332"/>
                        </a:xfrm>
                      </p:grpSpPr>
                      <p:sp>
                        <p:nvSpPr>
                          <p:cNvPr id="472" name="Oval 471">
                            <a:extLst>
                              <a:ext uri="{FF2B5EF4-FFF2-40B4-BE49-F238E27FC236}">
                                <a16:creationId xmlns:a16="http://schemas.microsoft.com/office/drawing/2014/main" id="{DDF0E856-753E-FF40-89EE-E40AEF7160C2}"/>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73" name="TextBox 472">
                            <a:extLst>
                              <a:ext uri="{FF2B5EF4-FFF2-40B4-BE49-F238E27FC236}">
                                <a16:creationId xmlns:a16="http://schemas.microsoft.com/office/drawing/2014/main" id="{C4BB44D7-7187-A143-ACE4-AF7AA08F6019}"/>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3c</a:t>
                            </a:r>
                          </a:p>
                        </p:txBody>
                      </p:sp>
                    </p:grpSp>
                  </p:grpSp>
                  <p:grpSp>
                    <p:nvGrpSpPr>
                      <p:cNvPr id="451" name="Group 450">
                        <a:extLst>
                          <a:ext uri="{FF2B5EF4-FFF2-40B4-BE49-F238E27FC236}">
                            <a16:creationId xmlns:a16="http://schemas.microsoft.com/office/drawing/2014/main" id="{5FF824A3-CA23-7641-9C4D-F4D836BA239C}"/>
                          </a:ext>
                        </a:extLst>
                      </p:cNvPr>
                      <p:cNvGrpSpPr/>
                      <p:nvPr/>
                    </p:nvGrpSpPr>
                    <p:grpSpPr>
                      <a:xfrm>
                        <a:off x="833331" y="3478719"/>
                        <a:ext cx="565150" cy="369332"/>
                        <a:chOff x="1736090" y="2873352"/>
                        <a:chExt cx="565150" cy="369332"/>
                      </a:xfrm>
                    </p:grpSpPr>
                    <p:grpSp>
                      <p:nvGrpSpPr>
                        <p:cNvPr id="457" name="Group 327">
                          <a:extLst>
                            <a:ext uri="{FF2B5EF4-FFF2-40B4-BE49-F238E27FC236}">
                              <a16:creationId xmlns:a16="http://schemas.microsoft.com/office/drawing/2014/main" id="{5D84546C-2908-A44F-86F0-14845830BE8E}"/>
                            </a:ext>
                          </a:extLst>
                        </p:cNvPr>
                        <p:cNvGrpSpPr>
                          <a:grpSpLocks/>
                        </p:cNvGrpSpPr>
                        <p:nvPr/>
                      </p:nvGrpSpPr>
                      <p:grpSpPr bwMode="auto">
                        <a:xfrm>
                          <a:off x="1736090" y="2893762"/>
                          <a:ext cx="565150" cy="292100"/>
                          <a:chOff x="1871277" y="1576300"/>
                          <a:chExt cx="1128371" cy="437861"/>
                        </a:xfrm>
                      </p:grpSpPr>
                      <p:sp>
                        <p:nvSpPr>
                          <p:cNvPr id="461" name="Oval 460">
                            <a:extLst>
                              <a:ext uri="{FF2B5EF4-FFF2-40B4-BE49-F238E27FC236}">
                                <a16:creationId xmlns:a16="http://schemas.microsoft.com/office/drawing/2014/main" id="{2378F29F-8CA4-2546-BAAE-ECF6F0E37057}"/>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62" name="Rectangle 461">
                            <a:extLst>
                              <a:ext uri="{FF2B5EF4-FFF2-40B4-BE49-F238E27FC236}">
                                <a16:creationId xmlns:a16="http://schemas.microsoft.com/office/drawing/2014/main" id="{4875D8E7-03DA-A244-B2C1-CE3E3E973395}"/>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3" name="Oval 462">
                            <a:extLst>
                              <a:ext uri="{FF2B5EF4-FFF2-40B4-BE49-F238E27FC236}">
                                <a16:creationId xmlns:a16="http://schemas.microsoft.com/office/drawing/2014/main" id="{69C4F070-9AD8-B349-8D3A-A7A5BA73CF00}"/>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64" name="Freeform 463">
                            <a:extLst>
                              <a:ext uri="{FF2B5EF4-FFF2-40B4-BE49-F238E27FC236}">
                                <a16:creationId xmlns:a16="http://schemas.microsoft.com/office/drawing/2014/main" id="{859F95D0-8F88-AF45-A522-FBF8009BB874}"/>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5" name="Freeform 464">
                            <a:extLst>
                              <a:ext uri="{FF2B5EF4-FFF2-40B4-BE49-F238E27FC236}">
                                <a16:creationId xmlns:a16="http://schemas.microsoft.com/office/drawing/2014/main" id="{C5D63CE0-DA37-6941-85D1-1E9AF858D126}"/>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6" name="Freeform 465">
                            <a:extLst>
                              <a:ext uri="{FF2B5EF4-FFF2-40B4-BE49-F238E27FC236}">
                                <a16:creationId xmlns:a16="http://schemas.microsoft.com/office/drawing/2014/main" id="{05B6304E-219D-8C4C-933C-F74A50ADB90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7" name="Freeform 466">
                            <a:extLst>
                              <a:ext uri="{FF2B5EF4-FFF2-40B4-BE49-F238E27FC236}">
                                <a16:creationId xmlns:a16="http://schemas.microsoft.com/office/drawing/2014/main" id="{7A1C8338-E034-6F46-9CFA-19E29E6DB9CE}"/>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68" name="Straight Connector 467">
                            <a:extLst>
                              <a:ext uri="{FF2B5EF4-FFF2-40B4-BE49-F238E27FC236}">
                                <a16:creationId xmlns:a16="http://schemas.microsoft.com/office/drawing/2014/main" id="{D01B141C-E8C1-5F43-9AB4-C8F47DB27ABC}"/>
                              </a:ext>
                            </a:extLst>
                          </p:cNvPr>
                          <p:cNvCxnSpPr>
                            <a:endCxn id="463"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69" name="Straight Connector 468">
                            <a:extLst>
                              <a:ext uri="{FF2B5EF4-FFF2-40B4-BE49-F238E27FC236}">
                                <a16:creationId xmlns:a16="http://schemas.microsoft.com/office/drawing/2014/main" id="{C76D3549-4A99-A14A-9266-5C811EF2C96F}"/>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58" name="Group 457">
                          <a:extLst>
                            <a:ext uri="{FF2B5EF4-FFF2-40B4-BE49-F238E27FC236}">
                              <a16:creationId xmlns:a16="http://schemas.microsoft.com/office/drawing/2014/main" id="{50D34317-A86E-BD4A-B0A0-94B68B4DE33A}"/>
                            </a:ext>
                          </a:extLst>
                        </p:cNvPr>
                        <p:cNvGrpSpPr/>
                        <p:nvPr/>
                      </p:nvGrpSpPr>
                      <p:grpSpPr>
                        <a:xfrm>
                          <a:off x="1770362" y="2873352"/>
                          <a:ext cx="441422" cy="369332"/>
                          <a:chOff x="667045" y="1708643"/>
                          <a:chExt cx="441422" cy="369332"/>
                        </a:xfrm>
                      </p:grpSpPr>
                      <p:sp>
                        <p:nvSpPr>
                          <p:cNvPr id="459" name="Oval 458">
                            <a:extLst>
                              <a:ext uri="{FF2B5EF4-FFF2-40B4-BE49-F238E27FC236}">
                                <a16:creationId xmlns:a16="http://schemas.microsoft.com/office/drawing/2014/main" id="{955898AE-9FB9-D145-99C3-AA5FE491F62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0" name="TextBox 459">
                            <a:extLst>
                              <a:ext uri="{FF2B5EF4-FFF2-40B4-BE49-F238E27FC236}">
                                <a16:creationId xmlns:a16="http://schemas.microsoft.com/office/drawing/2014/main" id="{FDC8D372-267E-834E-B2AD-E3D0477ABC3D}"/>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a:t>
                            </a:r>
                          </a:p>
                        </p:txBody>
                      </p:sp>
                    </p:grpSp>
                  </p:grpSp>
                  <p:cxnSp>
                    <p:nvCxnSpPr>
                      <p:cNvPr id="452" name="Straight Connector 451">
                        <a:extLst>
                          <a:ext uri="{FF2B5EF4-FFF2-40B4-BE49-F238E27FC236}">
                            <a16:creationId xmlns:a16="http://schemas.microsoft.com/office/drawing/2014/main" id="{76BB832D-E2AD-9B4A-B2CA-006ACDF19252}"/>
                          </a:ext>
                        </a:extLst>
                      </p:cNvPr>
                      <p:cNvCxnSpPr>
                        <a:stCxn id="499" idx="2"/>
                        <a:endCxn id="486" idx="0"/>
                      </p:cNvCxnSpPr>
                      <p:nvPr/>
                    </p:nvCxnSpPr>
                    <p:spPr bwMode="auto">
                      <a:xfrm>
                        <a:off x="1991073" y="3242684"/>
                        <a:ext cx="4230" cy="851985"/>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453" name="Straight Connector 452">
                        <a:extLst>
                          <a:ext uri="{FF2B5EF4-FFF2-40B4-BE49-F238E27FC236}">
                            <a16:creationId xmlns:a16="http://schemas.microsoft.com/office/drawing/2014/main" id="{B3B0C02C-7ED9-2141-817E-0BD07EFA2441}"/>
                          </a:ext>
                        </a:extLst>
                      </p:cNvPr>
                      <p:cNvCxnSpPr/>
                      <p:nvPr/>
                    </p:nvCxnSpPr>
                    <p:spPr bwMode="auto">
                      <a:xfrm>
                        <a:off x="1407477" y="3648621"/>
                        <a:ext cx="1204913" cy="635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454" name="Straight Connector 453">
                        <a:extLst>
                          <a:ext uri="{FF2B5EF4-FFF2-40B4-BE49-F238E27FC236}">
                            <a16:creationId xmlns:a16="http://schemas.microsoft.com/office/drawing/2014/main" id="{4555DBD5-470B-6741-9718-42247FE55249}"/>
                          </a:ext>
                        </a:extLst>
                      </p:cNvPr>
                      <p:cNvCxnSpPr>
                        <a:stCxn id="500"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455" name="Straight Connector 454">
                        <a:extLst>
                          <a:ext uri="{FF2B5EF4-FFF2-40B4-BE49-F238E27FC236}">
                            <a16:creationId xmlns:a16="http://schemas.microsoft.com/office/drawing/2014/main" id="{C8445FE4-D43A-0F43-A2B9-579310EA2C4F}"/>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456" name="Straight Connector 455">
                        <a:extLst>
                          <a:ext uri="{FF2B5EF4-FFF2-40B4-BE49-F238E27FC236}">
                            <a16:creationId xmlns:a16="http://schemas.microsoft.com/office/drawing/2014/main" id="{255E9653-31F2-2749-A41F-6F972A8AEFF9}"/>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sp>
                  <p:nvSpPr>
                    <p:cNvPr id="447" name="TextBox 446">
                      <a:extLst>
                        <a:ext uri="{FF2B5EF4-FFF2-40B4-BE49-F238E27FC236}">
                          <a16:creationId xmlns:a16="http://schemas.microsoft.com/office/drawing/2014/main" id="{235FB037-F7EE-DE49-97E8-683209B5D495}"/>
                        </a:ext>
                      </a:extLst>
                    </p:cNvPr>
                    <p:cNvSpPr txBox="1"/>
                    <p:nvPr/>
                  </p:nvSpPr>
                  <p:spPr>
                    <a:xfrm>
                      <a:off x="8136838" y="3735782"/>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3</a:t>
                      </a:r>
                    </a:p>
                  </p:txBody>
                </p:sp>
              </p:grpSp>
            </p:grpSp>
            <p:grpSp>
              <p:nvGrpSpPr>
                <p:cNvPr id="377" name="Group 376">
                  <a:extLst>
                    <a:ext uri="{FF2B5EF4-FFF2-40B4-BE49-F238E27FC236}">
                      <a16:creationId xmlns:a16="http://schemas.microsoft.com/office/drawing/2014/main" id="{216FE367-F524-D446-BD8E-161F28E81098}"/>
                    </a:ext>
                  </a:extLst>
                </p:cNvPr>
                <p:cNvGrpSpPr/>
                <p:nvPr/>
              </p:nvGrpSpPr>
              <p:grpSpPr>
                <a:xfrm>
                  <a:off x="1426553" y="4136253"/>
                  <a:ext cx="3452487" cy="1719017"/>
                  <a:chOff x="1426553" y="4136253"/>
                  <a:chExt cx="3452487" cy="1719017"/>
                </a:xfrm>
              </p:grpSpPr>
              <p:grpSp>
                <p:nvGrpSpPr>
                  <p:cNvPr id="379" name="Group 378">
                    <a:extLst>
                      <a:ext uri="{FF2B5EF4-FFF2-40B4-BE49-F238E27FC236}">
                        <a16:creationId xmlns:a16="http://schemas.microsoft.com/office/drawing/2014/main" id="{DA335CF7-6A44-CD42-BB9B-0F2E679F9021}"/>
                      </a:ext>
                    </a:extLst>
                  </p:cNvPr>
                  <p:cNvGrpSpPr/>
                  <p:nvPr/>
                </p:nvGrpSpPr>
                <p:grpSpPr>
                  <a:xfrm>
                    <a:off x="1426553" y="4136253"/>
                    <a:ext cx="2557336" cy="1719017"/>
                    <a:chOff x="-2170772" y="2784954"/>
                    <a:chExt cx="2712783" cy="1853712"/>
                  </a:xfrm>
                </p:grpSpPr>
                <p:sp>
                  <p:nvSpPr>
                    <p:cNvPr id="382" name="Freeform 2">
                      <a:extLst>
                        <a:ext uri="{FF2B5EF4-FFF2-40B4-BE49-F238E27FC236}">
                          <a16:creationId xmlns:a16="http://schemas.microsoft.com/office/drawing/2014/main" id="{62629CF7-F1C0-394C-847B-14D3503FA27C}"/>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383" name="Group 382">
                      <a:extLst>
                        <a:ext uri="{FF2B5EF4-FFF2-40B4-BE49-F238E27FC236}">
                          <a16:creationId xmlns:a16="http://schemas.microsoft.com/office/drawing/2014/main" id="{5BDEBA52-B2AE-C249-B4E1-A1EA54386646}"/>
                        </a:ext>
                      </a:extLst>
                    </p:cNvPr>
                    <p:cNvGrpSpPr/>
                    <p:nvPr/>
                  </p:nvGrpSpPr>
                  <p:grpSpPr>
                    <a:xfrm>
                      <a:off x="-1935370" y="2935816"/>
                      <a:ext cx="2333625" cy="1590649"/>
                      <a:chOff x="833331" y="2873352"/>
                      <a:chExt cx="2333625" cy="1590649"/>
                    </a:xfrm>
                  </p:grpSpPr>
                  <p:grpSp>
                    <p:nvGrpSpPr>
                      <p:cNvPr id="384" name="Group 383">
                        <a:extLst>
                          <a:ext uri="{FF2B5EF4-FFF2-40B4-BE49-F238E27FC236}">
                            <a16:creationId xmlns:a16="http://schemas.microsoft.com/office/drawing/2014/main" id="{3AC0C204-2B48-AC4E-A396-049FBC6756C5}"/>
                          </a:ext>
                        </a:extLst>
                      </p:cNvPr>
                      <p:cNvGrpSpPr/>
                      <p:nvPr/>
                    </p:nvGrpSpPr>
                    <p:grpSpPr>
                      <a:xfrm>
                        <a:off x="1736090" y="2873352"/>
                        <a:ext cx="565150" cy="369332"/>
                        <a:chOff x="1736090" y="2873352"/>
                        <a:chExt cx="565150" cy="369332"/>
                      </a:xfrm>
                    </p:grpSpPr>
                    <p:grpSp>
                      <p:nvGrpSpPr>
                        <p:cNvPr id="431" name="Group 327">
                          <a:extLst>
                            <a:ext uri="{FF2B5EF4-FFF2-40B4-BE49-F238E27FC236}">
                              <a16:creationId xmlns:a16="http://schemas.microsoft.com/office/drawing/2014/main" id="{E8BC624A-2794-404A-9871-CDAC172056FC}"/>
                            </a:ext>
                          </a:extLst>
                        </p:cNvPr>
                        <p:cNvGrpSpPr>
                          <a:grpSpLocks/>
                        </p:cNvGrpSpPr>
                        <p:nvPr/>
                      </p:nvGrpSpPr>
                      <p:grpSpPr bwMode="auto">
                        <a:xfrm>
                          <a:off x="1736090" y="2893762"/>
                          <a:ext cx="565150" cy="292100"/>
                          <a:chOff x="1871277" y="1576300"/>
                          <a:chExt cx="1128371" cy="437861"/>
                        </a:xfrm>
                      </p:grpSpPr>
                      <p:sp>
                        <p:nvSpPr>
                          <p:cNvPr id="435" name="Oval 434">
                            <a:extLst>
                              <a:ext uri="{FF2B5EF4-FFF2-40B4-BE49-F238E27FC236}">
                                <a16:creationId xmlns:a16="http://schemas.microsoft.com/office/drawing/2014/main" id="{0F604F89-DD7D-A045-BAD3-BC0FEE5E57DC}"/>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36" name="Rectangle 435">
                            <a:extLst>
                              <a:ext uri="{FF2B5EF4-FFF2-40B4-BE49-F238E27FC236}">
                                <a16:creationId xmlns:a16="http://schemas.microsoft.com/office/drawing/2014/main" id="{9827A131-2F59-A34C-9AE3-85E42F0DCC01}"/>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37" name="Oval 436">
                            <a:extLst>
                              <a:ext uri="{FF2B5EF4-FFF2-40B4-BE49-F238E27FC236}">
                                <a16:creationId xmlns:a16="http://schemas.microsoft.com/office/drawing/2014/main" id="{0C6DC914-779E-5242-821C-14DADB3D08B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38" name="Freeform 437">
                            <a:extLst>
                              <a:ext uri="{FF2B5EF4-FFF2-40B4-BE49-F238E27FC236}">
                                <a16:creationId xmlns:a16="http://schemas.microsoft.com/office/drawing/2014/main" id="{2F342371-6C85-3742-9DED-DAE6130F8165}"/>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39" name="Freeform 438">
                            <a:extLst>
                              <a:ext uri="{FF2B5EF4-FFF2-40B4-BE49-F238E27FC236}">
                                <a16:creationId xmlns:a16="http://schemas.microsoft.com/office/drawing/2014/main" id="{D4644009-EC8B-F847-A36B-128CBA181D98}"/>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40" name="Freeform 439">
                            <a:extLst>
                              <a:ext uri="{FF2B5EF4-FFF2-40B4-BE49-F238E27FC236}">
                                <a16:creationId xmlns:a16="http://schemas.microsoft.com/office/drawing/2014/main" id="{17CA9A1B-B7B6-9845-8DF4-B2275030ECB3}"/>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41" name="Freeform 440">
                            <a:extLst>
                              <a:ext uri="{FF2B5EF4-FFF2-40B4-BE49-F238E27FC236}">
                                <a16:creationId xmlns:a16="http://schemas.microsoft.com/office/drawing/2014/main" id="{ACE63F56-80B5-204F-90A2-8DAD52431FE0}"/>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42" name="Straight Connector 441">
                            <a:extLst>
                              <a:ext uri="{FF2B5EF4-FFF2-40B4-BE49-F238E27FC236}">
                                <a16:creationId xmlns:a16="http://schemas.microsoft.com/office/drawing/2014/main" id="{ED95AA96-123A-1A43-8D1D-A05D32BEF70D}"/>
                              </a:ext>
                            </a:extLst>
                          </p:cNvPr>
                          <p:cNvCxnSpPr>
                            <a:endCxn id="437"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43" name="Straight Connector 442">
                            <a:extLst>
                              <a:ext uri="{FF2B5EF4-FFF2-40B4-BE49-F238E27FC236}">
                                <a16:creationId xmlns:a16="http://schemas.microsoft.com/office/drawing/2014/main" id="{A2B69F17-16A9-1444-ABE7-3EC6094FFB56}"/>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32" name="Group 431">
                          <a:extLst>
                            <a:ext uri="{FF2B5EF4-FFF2-40B4-BE49-F238E27FC236}">
                              <a16:creationId xmlns:a16="http://schemas.microsoft.com/office/drawing/2014/main" id="{1589E35C-1627-3344-8D4D-6F8581BFE0D3}"/>
                            </a:ext>
                          </a:extLst>
                        </p:cNvPr>
                        <p:cNvGrpSpPr/>
                        <p:nvPr/>
                      </p:nvGrpSpPr>
                      <p:grpSpPr>
                        <a:xfrm>
                          <a:off x="1770362" y="2873352"/>
                          <a:ext cx="441422" cy="369332"/>
                          <a:chOff x="667045" y="1708643"/>
                          <a:chExt cx="441422" cy="369332"/>
                        </a:xfrm>
                      </p:grpSpPr>
                      <p:sp>
                        <p:nvSpPr>
                          <p:cNvPr id="433" name="Oval 432">
                            <a:extLst>
                              <a:ext uri="{FF2B5EF4-FFF2-40B4-BE49-F238E27FC236}">
                                <a16:creationId xmlns:a16="http://schemas.microsoft.com/office/drawing/2014/main" id="{A3138503-1D2C-6D4E-A5B3-A54E769C81F7}"/>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34" name="TextBox 433">
                            <a:extLst>
                              <a:ext uri="{FF2B5EF4-FFF2-40B4-BE49-F238E27FC236}">
                                <a16:creationId xmlns:a16="http://schemas.microsoft.com/office/drawing/2014/main" id="{E3EF62D6-4FBE-AB47-AB76-AE3F2CE79468}"/>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1b</a:t>
                            </a:r>
                          </a:p>
                        </p:txBody>
                      </p:sp>
                    </p:grpSp>
                  </p:grpSp>
                  <p:grpSp>
                    <p:nvGrpSpPr>
                      <p:cNvPr id="385" name="Group 384">
                        <a:extLst>
                          <a:ext uri="{FF2B5EF4-FFF2-40B4-BE49-F238E27FC236}">
                            <a16:creationId xmlns:a16="http://schemas.microsoft.com/office/drawing/2014/main" id="{1E55935A-5B0A-FE4E-99A2-D8E7E254FB11}"/>
                          </a:ext>
                        </a:extLst>
                      </p:cNvPr>
                      <p:cNvGrpSpPr/>
                      <p:nvPr/>
                    </p:nvGrpSpPr>
                    <p:grpSpPr>
                      <a:xfrm>
                        <a:off x="1740320" y="4094669"/>
                        <a:ext cx="565150" cy="369332"/>
                        <a:chOff x="1736090" y="2873352"/>
                        <a:chExt cx="565150" cy="369332"/>
                      </a:xfrm>
                    </p:grpSpPr>
                    <p:grpSp>
                      <p:nvGrpSpPr>
                        <p:cNvPr id="418" name="Group 327">
                          <a:extLst>
                            <a:ext uri="{FF2B5EF4-FFF2-40B4-BE49-F238E27FC236}">
                              <a16:creationId xmlns:a16="http://schemas.microsoft.com/office/drawing/2014/main" id="{DEF1C0C5-9451-4F4C-94CF-C202129105E8}"/>
                            </a:ext>
                          </a:extLst>
                        </p:cNvPr>
                        <p:cNvGrpSpPr>
                          <a:grpSpLocks/>
                        </p:cNvGrpSpPr>
                        <p:nvPr/>
                      </p:nvGrpSpPr>
                      <p:grpSpPr bwMode="auto">
                        <a:xfrm>
                          <a:off x="1736090" y="2893762"/>
                          <a:ext cx="565150" cy="292100"/>
                          <a:chOff x="1871277" y="1576300"/>
                          <a:chExt cx="1128371" cy="437861"/>
                        </a:xfrm>
                      </p:grpSpPr>
                      <p:sp>
                        <p:nvSpPr>
                          <p:cNvPr id="422" name="Oval 421">
                            <a:extLst>
                              <a:ext uri="{FF2B5EF4-FFF2-40B4-BE49-F238E27FC236}">
                                <a16:creationId xmlns:a16="http://schemas.microsoft.com/office/drawing/2014/main" id="{F11C5FA4-D940-8243-BCF2-FABEDD3B3E84}"/>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23" name="Rectangle 422">
                            <a:extLst>
                              <a:ext uri="{FF2B5EF4-FFF2-40B4-BE49-F238E27FC236}">
                                <a16:creationId xmlns:a16="http://schemas.microsoft.com/office/drawing/2014/main" id="{1043D97B-B3FA-C641-8E63-1BBE28A3555B}"/>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4" name="Oval 423">
                            <a:extLst>
                              <a:ext uri="{FF2B5EF4-FFF2-40B4-BE49-F238E27FC236}">
                                <a16:creationId xmlns:a16="http://schemas.microsoft.com/office/drawing/2014/main" id="{390272B7-C7A3-5B41-94CF-25024E0B8E67}"/>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25" name="Freeform 424">
                            <a:extLst>
                              <a:ext uri="{FF2B5EF4-FFF2-40B4-BE49-F238E27FC236}">
                                <a16:creationId xmlns:a16="http://schemas.microsoft.com/office/drawing/2014/main" id="{BE4118E9-D687-DD4E-BE70-1FC7947EF0A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6" name="Freeform 425">
                            <a:extLst>
                              <a:ext uri="{FF2B5EF4-FFF2-40B4-BE49-F238E27FC236}">
                                <a16:creationId xmlns:a16="http://schemas.microsoft.com/office/drawing/2014/main" id="{FBACD517-9531-A64C-9DB7-12D72129163D}"/>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7" name="Freeform 426">
                            <a:extLst>
                              <a:ext uri="{FF2B5EF4-FFF2-40B4-BE49-F238E27FC236}">
                                <a16:creationId xmlns:a16="http://schemas.microsoft.com/office/drawing/2014/main" id="{11675EED-9A93-C142-83E1-9FD24FE6110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8" name="Freeform 427">
                            <a:extLst>
                              <a:ext uri="{FF2B5EF4-FFF2-40B4-BE49-F238E27FC236}">
                                <a16:creationId xmlns:a16="http://schemas.microsoft.com/office/drawing/2014/main" id="{50FE7B61-4724-BB48-8CA2-C94A3D4E9616}"/>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29" name="Straight Connector 428">
                            <a:extLst>
                              <a:ext uri="{FF2B5EF4-FFF2-40B4-BE49-F238E27FC236}">
                                <a16:creationId xmlns:a16="http://schemas.microsoft.com/office/drawing/2014/main" id="{A0B7C404-0D5D-AB4D-99BB-4E3E117D4D84}"/>
                              </a:ext>
                            </a:extLst>
                          </p:cNvPr>
                          <p:cNvCxnSpPr>
                            <a:endCxn id="42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30" name="Straight Connector 429">
                            <a:extLst>
                              <a:ext uri="{FF2B5EF4-FFF2-40B4-BE49-F238E27FC236}">
                                <a16:creationId xmlns:a16="http://schemas.microsoft.com/office/drawing/2014/main" id="{45B743E2-CDB9-1B4D-8B0F-CDB27E3E657E}"/>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19" name="Group 418">
                          <a:extLst>
                            <a:ext uri="{FF2B5EF4-FFF2-40B4-BE49-F238E27FC236}">
                              <a16:creationId xmlns:a16="http://schemas.microsoft.com/office/drawing/2014/main" id="{D4D9B8F6-1D1C-EB42-B66E-1861DABD9104}"/>
                            </a:ext>
                          </a:extLst>
                        </p:cNvPr>
                        <p:cNvGrpSpPr/>
                        <p:nvPr/>
                      </p:nvGrpSpPr>
                      <p:grpSpPr>
                        <a:xfrm>
                          <a:off x="1770362" y="2873352"/>
                          <a:ext cx="441422" cy="369332"/>
                          <a:chOff x="667045" y="1708643"/>
                          <a:chExt cx="441422" cy="369332"/>
                        </a:xfrm>
                      </p:grpSpPr>
                      <p:sp>
                        <p:nvSpPr>
                          <p:cNvPr id="420" name="Oval 419">
                            <a:extLst>
                              <a:ext uri="{FF2B5EF4-FFF2-40B4-BE49-F238E27FC236}">
                                <a16:creationId xmlns:a16="http://schemas.microsoft.com/office/drawing/2014/main" id="{45636873-8949-C64E-B8AC-D659456BD435}"/>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21" name="TextBox 420">
                            <a:extLst>
                              <a:ext uri="{FF2B5EF4-FFF2-40B4-BE49-F238E27FC236}">
                                <a16:creationId xmlns:a16="http://schemas.microsoft.com/office/drawing/2014/main" id="{1E3661C3-F545-8248-A65C-8765C235CF9A}"/>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1d</a:t>
                            </a:r>
                          </a:p>
                        </p:txBody>
                      </p:sp>
                    </p:grpSp>
                  </p:grpSp>
                  <p:grpSp>
                    <p:nvGrpSpPr>
                      <p:cNvPr id="386" name="Group 385">
                        <a:extLst>
                          <a:ext uri="{FF2B5EF4-FFF2-40B4-BE49-F238E27FC236}">
                            <a16:creationId xmlns:a16="http://schemas.microsoft.com/office/drawing/2014/main" id="{E1D20916-4852-3F44-A035-3C94996D387A}"/>
                          </a:ext>
                        </a:extLst>
                      </p:cNvPr>
                      <p:cNvGrpSpPr/>
                      <p:nvPr/>
                    </p:nvGrpSpPr>
                    <p:grpSpPr>
                      <a:xfrm>
                        <a:off x="2601806" y="3485072"/>
                        <a:ext cx="565150" cy="369332"/>
                        <a:chOff x="1736090" y="2873352"/>
                        <a:chExt cx="565150" cy="369332"/>
                      </a:xfrm>
                    </p:grpSpPr>
                    <p:grpSp>
                      <p:nvGrpSpPr>
                        <p:cNvPr id="405" name="Group 327">
                          <a:extLst>
                            <a:ext uri="{FF2B5EF4-FFF2-40B4-BE49-F238E27FC236}">
                              <a16:creationId xmlns:a16="http://schemas.microsoft.com/office/drawing/2014/main" id="{5927A8F5-BEE8-C747-BE07-13461F8200B6}"/>
                            </a:ext>
                          </a:extLst>
                        </p:cNvPr>
                        <p:cNvGrpSpPr>
                          <a:grpSpLocks/>
                        </p:cNvGrpSpPr>
                        <p:nvPr/>
                      </p:nvGrpSpPr>
                      <p:grpSpPr bwMode="auto">
                        <a:xfrm>
                          <a:off x="1736090" y="2893762"/>
                          <a:ext cx="565150" cy="292100"/>
                          <a:chOff x="1871277" y="1576300"/>
                          <a:chExt cx="1128371" cy="437861"/>
                        </a:xfrm>
                      </p:grpSpPr>
                      <p:sp>
                        <p:nvSpPr>
                          <p:cNvPr id="409" name="Oval 408">
                            <a:extLst>
                              <a:ext uri="{FF2B5EF4-FFF2-40B4-BE49-F238E27FC236}">
                                <a16:creationId xmlns:a16="http://schemas.microsoft.com/office/drawing/2014/main" id="{3A77506B-029D-F741-9106-2D0BDFAA8FC7}"/>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10" name="Rectangle 409">
                            <a:extLst>
                              <a:ext uri="{FF2B5EF4-FFF2-40B4-BE49-F238E27FC236}">
                                <a16:creationId xmlns:a16="http://schemas.microsoft.com/office/drawing/2014/main" id="{5B7A8252-00ED-EE41-BC3F-4B29A5DC6571}"/>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1" name="Oval 410">
                            <a:extLst>
                              <a:ext uri="{FF2B5EF4-FFF2-40B4-BE49-F238E27FC236}">
                                <a16:creationId xmlns:a16="http://schemas.microsoft.com/office/drawing/2014/main" id="{B0BF4CE9-FD63-C842-A605-86FE5AA2434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12" name="Freeform 411">
                            <a:extLst>
                              <a:ext uri="{FF2B5EF4-FFF2-40B4-BE49-F238E27FC236}">
                                <a16:creationId xmlns:a16="http://schemas.microsoft.com/office/drawing/2014/main" id="{093DE816-A834-344B-A35C-53AEDBC3ECDB}"/>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3" name="Freeform 412">
                            <a:extLst>
                              <a:ext uri="{FF2B5EF4-FFF2-40B4-BE49-F238E27FC236}">
                                <a16:creationId xmlns:a16="http://schemas.microsoft.com/office/drawing/2014/main" id="{C7091647-4973-6947-BB99-37777F8F6559}"/>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4" name="Freeform 413">
                            <a:extLst>
                              <a:ext uri="{FF2B5EF4-FFF2-40B4-BE49-F238E27FC236}">
                                <a16:creationId xmlns:a16="http://schemas.microsoft.com/office/drawing/2014/main" id="{2A9361F8-200B-E444-8DE8-C416151A979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5" name="Freeform 414">
                            <a:extLst>
                              <a:ext uri="{FF2B5EF4-FFF2-40B4-BE49-F238E27FC236}">
                                <a16:creationId xmlns:a16="http://schemas.microsoft.com/office/drawing/2014/main" id="{36722064-1EFB-0C46-8683-19449CE963DA}"/>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16" name="Straight Connector 415">
                            <a:extLst>
                              <a:ext uri="{FF2B5EF4-FFF2-40B4-BE49-F238E27FC236}">
                                <a16:creationId xmlns:a16="http://schemas.microsoft.com/office/drawing/2014/main" id="{0089421A-D8EB-0245-AAC3-98CEA2438B41}"/>
                              </a:ext>
                            </a:extLst>
                          </p:cNvPr>
                          <p:cNvCxnSpPr>
                            <a:endCxn id="41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17" name="Straight Connector 416">
                            <a:extLst>
                              <a:ext uri="{FF2B5EF4-FFF2-40B4-BE49-F238E27FC236}">
                                <a16:creationId xmlns:a16="http://schemas.microsoft.com/office/drawing/2014/main" id="{0FEF70FB-C7B5-824A-ACC5-EFEF26372987}"/>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06" name="Group 405">
                          <a:extLst>
                            <a:ext uri="{FF2B5EF4-FFF2-40B4-BE49-F238E27FC236}">
                              <a16:creationId xmlns:a16="http://schemas.microsoft.com/office/drawing/2014/main" id="{CC53F093-34E0-AD44-AAAC-E81D1710459D}"/>
                            </a:ext>
                          </a:extLst>
                        </p:cNvPr>
                        <p:cNvGrpSpPr/>
                        <p:nvPr/>
                      </p:nvGrpSpPr>
                      <p:grpSpPr>
                        <a:xfrm>
                          <a:off x="1770362" y="2873352"/>
                          <a:ext cx="428460" cy="369332"/>
                          <a:chOff x="667045" y="1708643"/>
                          <a:chExt cx="428460" cy="369332"/>
                        </a:xfrm>
                      </p:grpSpPr>
                      <p:sp>
                        <p:nvSpPr>
                          <p:cNvPr id="407" name="Oval 406">
                            <a:extLst>
                              <a:ext uri="{FF2B5EF4-FFF2-40B4-BE49-F238E27FC236}">
                                <a16:creationId xmlns:a16="http://schemas.microsoft.com/office/drawing/2014/main" id="{71EEFB54-B047-B04C-8E06-E12B839F070E}"/>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8" name="TextBox 407">
                            <a:extLst>
                              <a:ext uri="{FF2B5EF4-FFF2-40B4-BE49-F238E27FC236}">
                                <a16:creationId xmlns:a16="http://schemas.microsoft.com/office/drawing/2014/main" id="{41045F33-103E-394D-8CDC-466F17D0530E}"/>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1c</a:t>
                            </a:r>
                          </a:p>
                        </p:txBody>
                      </p:sp>
                    </p:grpSp>
                  </p:grpSp>
                  <p:grpSp>
                    <p:nvGrpSpPr>
                      <p:cNvPr id="387" name="Group 386">
                        <a:extLst>
                          <a:ext uri="{FF2B5EF4-FFF2-40B4-BE49-F238E27FC236}">
                            <a16:creationId xmlns:a16="http://schemas.microsoft.com/office/drawing/2014/main" id="{CF9FAB3E-89D0-E141-A8FA-54F95FB91439}"/>
                          </a:ext>
                        </a:extLst>
                      </p:cNvPr>
                      <p:cNvGrpSpPr/>
                      <p:nvPr/>
                    </p:nvGrpSpPr>
                    <p:grpSpPr>
                      <a:xfrm>
                        <a:off x="833331" y="3478719"/>
                        <a:ext cx="565150" cy="369332"/>
                        <a:chOff x="1736090" y="2873352"/>
                        <a:chExt cx="565150" cy="369332"/>
                      </a:xfrm>
                    </p:grpSpPr>
                    <p:grpSp>
                      <p:nvGrpSpPr>
                        <p:cNvPr id="392" name="Group 327">
                          <a:extLst>
                            <a:ext uri="{FF2B5EF4-FFF2-40B4-BE49-F238E27FC236}">
                              <a16:creationId xmlns:a16="http://schemas.microsoft.com/office/drawing/2014/main" id="{EF1D9DAA-152F-3B43-A5E6-5832E4693684}"/>
                            </a:ext>
                          </a:extLst>
                        </p:cNvPr>
                        <p:cNvGrpSpPr>
                          <a:grpSpLocks/>
                        </p:cNvGrpSpPr>
                        <p:nvPr/>
                      </p:nvGrpSpPr>
                      <p:grpSpPr bwMode="auto">
                        <a:xfrm>
                          <a:off x="1736090" y="2893762"/>
                          <a:ext cx="565150" cy="292100"/>
                          <a:chOff x="1871277" y="1576300"/>
                          <a:chExt cx="1128371" cy="437861"/>
                        </a:xfrm>
                      </p:grpSpPr>
                      <p:sp>
                        <p:nvSpPr>
                          <p:cNvPr id="396" name="Oval 395">
                            <a:extLst>
                              <a:ext uri="{FF2B5EF4-FFF2-40B4-BE49-F238E27FC236}">
                                <a16:creationId xmlns:a16="http://schemas.microsoft.com/office/drawing/2014/main" id="{7D4F535B-8429-F641-B6A0-346953CBA37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97" name="Rectangle 396">
                            <a:extLst>
                              <a:ext uri="{FF2B5EF4-FFF2-40B4-BE49-F238E27FC236}">
                                <a16:creationId xmlns:a16="http://schemas.microsoft.com/office/drawing/2014/main" id="{41766DC7-3FA8-5240-A389-76F4A17894D1}"/>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8" name="Oval 397">
                            <a:extLst>
                              <a:ext uri="{FF2B5EF4-FFF2-40B4-BE49-F238E27FC236}">
                                <a16:creationId xmlns:a16="http://schemas.microsoft.com/office/drawing/2014/main" id="{5F4EAFA3-31D1-3444-B1D3-53FD0EF8E3FE}"/>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99" name="Freeform 398">
                            <a:extLst>
                              <a:ext uri="{FF2B5EF4-FFF2-40B4-BE49-F238E27FC236}">
                                <a16:creationId xmlns:a16="http://schemas.microsoft.com/office/drawing/2014/main" id="{152902E8-334A-2B42-9BA6-AF188C53F52D}"/>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0" name="Freeform 399">
                            <a:extLst>
                              <a:ext uri="{FF2B5EF4-FFF2-40B4-BE49-F238E27FC236}">
                                <a16:creationId xmlns:a16="http://schemas.microsoft.com/office/drawing/2014/main" id="{4DC2C0EF-9A47-6247-B211-492C383FB3D5}"/>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1" name="Freeform 400">
                            <a:extLst>
                              <a:ext uri="{FF2B5EF4-FFF2-40B4-BE49-F238E27FC236}">
                                <a16:creationId xmlns:a16="http://schemas.microsoft.com/office/drawing/2014/main" id="{32FC7147-0118-BE4F-8F42-5C7789528400}"/>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2" name="Freeform 401">
                            <a:extLst>
                              <a:ext uri="{FF2B5EF4-FFF2-40B4-BE49-F238E27FC236}">
                                <a16:creationId xmlns:a16="http://schemas.microsoft.com/office/drawing/2014/main" id="{AFDECA8E-8DAC-AF4F-A7A8-9F326DB99B34}"/>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03" name="Straight Connector 402">
                            <a:extLst>
                              <a:ext uri="{FF2B5EF4-FFF2-40B4-BE49-F238E27FC236}">
                                <a16:creationId xmlns:a16="http://schemas.microsoft.com/office/drawing/2014/main" id="{9FF59317-BCD5-D042-8296-2B2D746766D3}"/>
                              </a:ext>
                            </a:extLst>
                          </p:cNvPr>
                          <p:cNvCxnSpPr>
                            <a:endCxn id="39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04" name="Straight Connector 403">
                            <a:extLst>
                              <a:ext uri="{FF2B5EF4-FFF2-40B4-BE49-F238E27FC236}">
                                <a16:creationId xmlns:a16="http://schemas.microsoft.com/office/drawing/2014/main" id="{3DCFF513-F1EC-864D-8830-1468ED1B523E}"/>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93" name="Group 392">
                          <a:extLst>
                            <a:ext uri="{FF2B5EF4-FFF2-40B4-BE49-F238E27FC236}">
                              <a16:creationId xmlns:a16="http://schemas.microsoft.com/office/drawing/2014/main" id="{886C351E-30BA-DF49-A85F-DD9707A366BD}"/>
                            </a:ext>
                          </a:extLst>
                        </p:cNvPr>
                        <p:cNvGrpSpPr/>
                        <p:nvPr/>
                      </p:nvGrpSpPr>
                      <p:grpSpPr>
                        <a:xfrm>
                          <a:off x="1770362" y="2873352"/>
                          <a:ext cx="441422" cy="369332"/>
                          <a:chOff x="667045" y="1708643"/>
                          <a:chExt cx="441422" cy="369332"/>
                        </a:xfrm>
                      </p:grpSpPr>
                      <p:sp>
                        <p:nvSpPr>
                          <p:cNvPr id="394" name="Oval 393">
                            <a:extLst>
                              <a:ext uri="{FF2B5EF4-FFF2-40B4-BE49-F238E27FC236}">
                                <a16:creationId xmlns:a16="http://schemas.microsoft.com/office/drawing/2014/main" id="{D4B291B3-1CC1-B94F-B091-84A1939A53A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5" name="TextBox 394">
                            <a:extLst>
                              <a:ext uri="{FF2B5EF4-FFF2-40B4-BE49-F238E27FC236}">
                                <a16:creationId xmlns:a16="http://schemas.microsoft.com/office/drawing/2014/main" id="{B03C5213-0B5E-8743-8495-AB951B1DED80}"/>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a:t>
                            </a:r>
                          </a:p>
                        </p:txBody>
                      </p:sp>
                    </p:grpSp>
                  </p:grpSp>
                  <p:cxnSp>
                    <p:nvCxnSpPr>
                      <p:cNvPr id="388" name="Straight Connector 387">
                        <a:extLst>
                          <a:ext uri="{FF2B5EF4-FFF2-40B4-BE49-F238E27FC236}">
                            <a16:creationId xmlns:a16="http://schemas.microsoft.com/office/drawing/2014/main" id="{1FAD6D31-07E5-6C4A-B4E5-D06E206DB0C1}"/>
                          </a:ext>
                        </a:extLst>
                      </p:cNvPr>
                      <p:cNvCxnSpPr>
                        <a:stCxn id="435"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89" name="Straight Connector 388">
                        <a:extLst>
                          <a:ext uri="{FF2B5EF4-FFF2-40B4-BE49-F238E27FC236}">
                            <a16:creationId xmlns:a16="http://schemas.microsoft.com/office/drawing/2014/main" id="{84D21707-F898-DA49-ADF6-D789CB7063B5}"/>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90" name="Straight Connector 389">
                        <a:extLst>
                          <a:ext uri="{FF2B5EF4-FFF2-40B4-BE49-F238E27FC236}">
                            <a16:creationId xmlns:a16="http://schemas.microsoft.com/office/drawing/2014/main" id="{3175D0AB-5DDF-E944-BC89-7F96A181FECD}"/>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91" name="Straight Connector 390">
                        <a:extLst>
                          <a:ext uri="{FF2B5EF4-FFF2-40B4-BE49-F238E27FC236}">
                            <a16:creationId xmlns:a16="http://schemas.microsoft.com/office/drawing/2014/main" id="{910A80D2-6B7C-3244-9790-5492E4C5AD6A}"/>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grpSp>
              <p:sp>
                <p:nvSpPr>
                  <p:cNvPr id="380" name="TextBox 379">
                    <a:extLst>
                      <a:ext uri="{FF2B5EF4-FFF2-40B4-BE49-F238E27FC236}">
                        <a16:creationId xmlns:a16="http://schemas.microsoft.com/office/drawing/2014/main" id="{8653EAA8-8A1D-E142-933A-15274733651B}"/>
                      </a:ext>
                    </a:extLst>
                  </p:cNvPr>
                  <p:cNvSpPr txBox="1"/>
                  <p:nvPr/>
                </p:nvSpPr>
                <p:spPr>
                  <a:xfrm>
                    <a:off x="1430686" y="4247082"/>
                    <a:ext cx="753532" cy="400110"/>
                  </a:xfrm>
                  <a:prstGeom prst="rect">
                    <a:avLst/>
                  </a:prstGeom>
                  <a:noFill/>
                </p:spPr>
                <p:txBody>
                  <a:bodyPr wrap="squar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1</a:t>
                    </a:r>
                  </a:p>
                </p:txBody>
              </p:sp>
              <p:cxnSp>
                <p:nvCxnSpPr>
                  <p:cNvPr id="381" name="Straight Connector 380">
                    <a:extLst>
                      <a:ext uri="{FF2B5EF4-FFF2-40B4-BE49-F238E27FC236}">
                        <a16:creationId xmlns:a16="http://schemas.microsoft.com/office/drawing/2014/main" id="{9F8FC446-700F-E64A-81CE-83BA83C51543}"/>
                      </a:ext>
                    </a:extLst>
                  </p:cNvPr>
                  <p:cNvCxnSpPr>
                    <a:cxnSpLocks/>
                    <a:stCxn id="523" idx="1"/>
                  </p:cNvCxnSpPr>
                  <p:nvPr/>
                </p:nvCxnSpPr>
                <p:spPr bwMode="auto">
                  <a:xfrm flipH="1" flipV="1">
                    <a:off x="3848374" y="5024787"/>
                    <a:ext cx="1030666" cy="698992"/>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cxnSp>
              <p:nvCxnSpPr>
                <p:cNvPr id="378" name="Straight Connector 377">
                  <a:extLst>
                    <a:ext uri="{FF2B5EF4-FFF2-40B4-BE49-F238E27FC236}">
                      <a16:creationId xmlns:a16="http://schemas.microsoft.com/office/drawing/2014/main" id="{60758C44-1362-5E4A-A82A-1279B011F30E}"/>
                    </a:ext>
                  </a:extLst>
                </p:cNvPr>
                <p:cNvCxnSpPr>
                  <a:cxnSpLocks/>
                  <a:stCxn id="539" idx="5"/>
                  <a:endCxn id="460" idx="1"/>
                </p:cNvCxnSpPr>
                <p:nvPr/>
              </p:nvCxnSpPr>
              <p:spPr bwMode="auto">
                <a:xfrm flipV="1">
                  <a:off x="6957825" y="4543468"/>
                  <a:ext cx="1398778" cy="1062884"/>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grpSp>
            <p:nvGrpSpPr>
              <p:cNvPr id="358" name="Group 357">
                <a:extLst>
                  <a:ext uri="{FF2B5EF4-FFF2-40B4-BE49-F238E27FC236}">
                    <a16:creationId xmlns:a16="http://schemas.microsoft.com/office/drawing/2014/main" id="{115B6435-BC3A-344B-BFFA-7A1AA86CEE5D}"/>
                  </a:ext>
                </a:extLst>
              </p:cNvPr>
              <p:cNvGrpSpPr/>
              <p:nvPr/>
            </p:nvGrpSpPr>
            <p:grpSpPr>
              <a:xfrm>
                <a:off x="9525929" y="4809915"/>
                <a:ext cx="1701734" cy="616172"/>
                <a:chOff x="6935906" y="5482318"/>
                <a:chExt cx="1701734" cy="616172"/>
              </a:xfrm>
            </p:grpSpPr>
            <p:grpSp>
              <p:nvGrpSpPr>
                <p:cNvPr id="359" name="Group 358">
                  <a:extLst>
                    <a:ext uri="{FF2B5EF4-FFF2-40B4-BE49-F238E27FC236}">
                      <a16:creationId xmlns:a16="http://schemas.microsoft.com/office/drawing/2014/main" id="{FE70586D-E550-E647-AD46-064B43BBD151}"/>
                    </a:ext>
                  </a:extLst>
                </p:cNvPr>
                <p:cNvGrpSpPr/>
                <p:nvPr/>
              </p:nvGrpSpPr>
              <p:grpSpPr>
                <a:xfrm>
                  <a:off x="6935906" y="5482318"/>
                  <a:ext cx="1701734" cy="616172"/>
                  <a:chOff x="6808463" y="5108795"/>
                  <a:chExt cx="1701734" cy="616172"/>
                </a:xfrm>
              </p:grpSpPr>
              <p:sp>
                <p:nvSpPr>
                  <p:cNvPr id="361" name="Freeform 2">
                    <a:extLst>
                      <a:ext uri="{FF2B5EF4-FFF2-40B4-BE49-F238E27FC236}">
                        <a16:creationId xmlns:a16="http://schemas.microsoft.com/office/drawing/2014/main" id="{18082CBB-F3E3-724E-95BE-DB64A1600A42}"/>
                      </a:ext>
                    </a:extLst>
                  </p:cNvPr>
                  <p:cNvSpPr>
                    <a:spLocks/>
                  </p:cNvSpPr>
                  <p:nvPr/>
                </p:nvSpPr>
                <p:spPr bwMode="auto">
                  <a:xfrm>
                    <a:off x="6808463" y="5108795"/>
                    <a:ext cx="1701734" cy="61617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 w 9959"/>
                      <a:gd name="connsiteY0" fmla="*/ 5593 h 11352"/>
                      <a:gd name="connsiteX1" fmla="*/ 1089 w 9959"/>
                      <a:gd name="connsiteY1" fmla="*/ 469 h 11352"/>
                      <a:gd name="connsiteX2" fmla="*/ 4845 w 9959"/>
                      <a:gd name="connsiteY2" fmla="*/ 561 h 11352"/>
                      <a:gd name="connsiteX3" fmla="*/ 8027 w 9959"/>
                      <a:gd name="connsiteY3" fmla="*/ 3370 h 11352"/>
                      <a:gd name="connsiteX4" fmla="*/ 9955 w 9959"/>
                      <a:gd name="connsiteY4" fmla="*/ 5970 h 11352"/>
                      <a:gd name="connsiteX5" fmla="*/ 8435 w 9959"/>
                      <a:gd name="connsiteY5" fmla="*/ 7863 h 11352"/>
                      <a:gd name="connsiteX6" fmla="*/ 5161 w 9959"/>
                      <a:gd name="connsiteY6" fmla="*/ 11352 h 11352"/>
                      <a:gd name="connsiteX7" fmla="*/ 2712 w 9959"/>
                      <a:gd name="connsiteY7" fmla="*/ 8240 h 11352"/>
                      <a:gd name="connsiteX8" fmla="*/ 1334 w 9959"/>
                      <a:gd name="connsiteY8" fmla="*/ 7922 h 11352"/>
                      <a:gd name="connsiteX9" fmla="*/ 4 w 9959"/>
                      <a:gd name="connsiteY9" fmla="*/ 5593 h 11352"/>
                      <a:gd name="connsiteX0" fmla="*/ 0 w 11223"/>
                      <a:gd name="connsiteY0" fmla="*/ 3835 h 9929"/>
                      <a:gd name="connsiteX1" fmla="*/ 2316 w 11223"/>
                      <a:gd name="connsiteY1" fmla="*/ 342 h 9929"/>
                      <a:gd name="connsiteX2" fmla="*/ 6088 w 11223"/>
                      <a:gd name="connsiteY2" fmla="*/ 423 h 9929"/>
                      <a:gd name="connsiteX3" fmla="*/ 9283 w 11223"/>
                      <a:gd name="connsiteY3" fmla="*/ 2898 h 9929"/>
                      <a:gd name="connsiteX4" fmla="*/ 11219 w 11223"/>
                      <a:gd name="connsiteY4" fmla="*/ 5188 h 9929"/>
                      <a:gd name="connsiteX5" fmla="*/ 9693 w 11223"/>
                      <a:gd name="connsiteY5" fmla="*/ 6856 h 9929"/>
                      <a:gd name="connsiteX6" fmla="*/ 6405 w 11223"/>
                      <a:gd name="connsiteY6" fmla="*/ 9929 h 9929"/>
                      <a:gd name="connsiteX7" fmla="*/ 3946 w 11223"/>
                      <a:gd name="connsiteY7" fmla="*/ 7188 h 9929"/>
                      <a:gd name="connsiteX8" fmla="*/ 2562 w 11223"/>
                      <a:gd name="connsiteY8" fmla="*/ 6908 h 9929"/>
                      <a:gd name="connsiteX9" fmla="*/ 0 w 11223"/>
                      <a:gd name="connsiteY9" fmla="*/ 3835 h 9929"/>
                      <a:gd name="connsiteX0" fmla="*/ 0 w 9999"/>
                      <a:gd name="connsiteY0" fmla="*/ 3862 h 10000"/>
                      <a:gd name="connsiteX1" fmla="*/ 2064 w 9999"/>
                      <a:gd name="connsiteY1" fmla="*/ 344 h 10000"/>
                      <a:gd name="connsiteX2" fmla="*/ 5425 w 9999"/>
                      <a:gd name="connsiteY2" fmla="*/ 426 h 10000"/>
                      <a:gd name="connsiteX3" fmla="*/ 8271 w 9999"/>
                      <a:gd name="connsiteY3" fmla="*/ 2919 h 10000"/>
                      <a:gd name="connsiteX4" fmla="*/ 9996 w 9999"/>
                      <a:gd name="connsiteY4" fmla="*/ 5225 h 10000"/>
                      <a:gd name="connsiteX5" fmla="*/ 8637 w 9999"/>
                      <a:gd name="connsiteY5" fmla="*/ 6905 h 10000"/>
                      <a:gd name="connsiteX6" fmla="*/ 5707 w 9999"/>
                      <a:gd name="connsiteY6" fmla="*/ 10000 h 10000"/>
                      <a:gd name="connsiteX7" fmla="*/ 2283 w 9999"/>
                      <a:gd name="connsiteY7" fmla="*/ 6957 h 10000"/>
                      <a:gd name="connsiteX8" fmla="*/ 0 w 9999"/>
                      <a:gd name="connsiteY8" fmla="*/ 3862 h 10000"/>
                      <a:gd name="connsiteX0" fmla="*/ 124 w 10124"/>
                      <a:gd name="connsiteY0" fmla="*/ 3862 h 10000"/>
                      <a:gd name="connsiteX1" fmla="*/ 2188 w 10124"/>
                      <a:gd name="connsiteY1" fmla="*/ 344 h 10000"/>
                      <a:gd name="connsiteX2" fmla="*/ 5550 w 10124"/>
                      <a:gd name="connsiteY2" fmla="*/ 426 h 10000"/>
                      <a:gd name="connsiteX3" fmla="*/ 8396 w 10124"/>
                      <a:gd name="connsiteY3" fmla="*/ 2919 h 10000"/>
                      <a:gd name="connsiteX4" fmla="*/ 10121 w 10124"/>
                      <a:gd name="connsiteY4" fmla="*/ 5225 h 10000"/>
                      <a:gd name="connsiteX5" fmla="*/ 8762 w 10124"/>
                      <a:gd name="connsiteY5" fmla="*/ 6905 h 10000"/>
                      <a:gd name="connsiteX6" fmla="*/ 5832 w 10124"/>
                      <a:gd name="connsiteY6" fmla="*/ 10000 h 10000"/>
                      <a:gd name="connsiteX7" fmla="*/ 124 w 10124"/>
                      <a:gd name="connsiteY7" fmla="*/ 3862 h 10000"/>
                      <a:gd name="connsiteX0" fmla="*/ 43 w 10045"/>
                      <a:gd name="connsiteY0" fmla="*/ 3862 h 6912"/>
                      <a:gd name="connsiteX1" fmla="*/ 2107 w 10045"/>
                      <a:gd name="connsiteY1" fmla="*/ 344 h 6912"/>
                      <a:gd name="connsiteX2" fmla="*/ 5469 w 10045"/>
                      <a:gd name="connsiteY2" fmla="*/ 426 h 6912"/>
                      <a:gd name="connsiteX3" fmla="*/ 8315 w 10045"/>
                      <a:gd name="connsiteY3" fmla="*/ 2919 h 6912"/>
                      <a:gd name="connsiteX4" fmla="*/ 10040 w 10045"/>
                      <a:gd name="connsiteY4" fmla="*/ 5225 h 6912"/>
                      <a:gd name="connsiteX5" fmla="*/ 8681 w 10045"/>
                      <a:gd name="connsiteY5" fmla="*/ 6905 h 6912"/>
                      <a:gd name="connsiteX6" fmla="*/ 3967 w 10045"/>
                      <a:gd name="connsiteY6" fmla="*/ 5885 h 6912"/>
                      <a:gd name="connsiteX7" fmla="*/ 43 w 10045"/>
                      <a:gd name="connsiteY7" fmla="*/ 3862 h 6912"/>
                      <a:gd name="connsiteX0" fmla="*/ 47 w 10004"/>
                      <a:gd name="connsiteY0" fmla="*/ 5106 h 9519"/>
                      <a:gd name="connsiteX1" fmla="*/ 2102 w 10004"/>
                      <a:gd name="connsiteY1" fmla="*/ 17 h 9519"/>
                      <a:gd name="connsiteX2" fmla="*/ 6651 w 10004"/>
                      <a:gd name="connsiteY2" fmla="*/ 3484 h 9519"/>
                      <a:gd name="connsiteX3" fmla="*/ 8282 w 10004"/>
                      <a:gd name="connsiteY3" fmla="*/ 3742 h 9519"/>
                      <a:gd name="connsiteX4" fmla="*/ 9999 w 10004"/>
                      <a:gd name="connsiteY4" fmla="*/ 7078 h 9519"/>
                      <a:gd name="connsiteX5" fmla="*/ 8646 w 10004"/>
                      <a:gd name="connsiteY5" fmla="*/ 9509 h 9519"/>
                      <a:gd name="connsiteX6" fmla="*/ 3953 w 10004"/>
                      <a:gd name="connsiteY6" fmla="*/ 8033 h 9519"/>
                      <a:gd name="connsiteX7" fmla="*/ 47 w 10004"/>
                      <a:gd name="connsiteY7" fmla="*/ 5106 h 9519"/>
                      <a:gd name="connsiteX0" fmla="*/ 43 w 9996"/>
                      <a:gd name="connsiteY0" fmla="*/ 6232 h 10868"/>
                      <a:gd name="connsiteX1" fmla="*/ 2097 w 9996"/>
                      <a:gd name="connsiteY1" fmla="*/ 886 h 10868"/>
                      <a:gd name="connsiteX2" fmla="*/ 5642 w 9996"/>
                      <a:gd name="connsiteY2" fmla="*/ 385 h 10868"/>
                      <a:gd name="connsiteX3" fmla="*/ 8275 w 9996"/>
                      <a:gd name="connsiteY3" fmla="*/ 4799 h 10868"/>
                      <a:gd name="connsiteX4" fmla="*/ 9991 w 9996"/>
                      <a:gd name="connsiteY4" fmla="*/ 8304 h 10868"/>
                      <a:gd name="connsiteX5" fmla="*/ 8639 w 9996"/>
                      <a:gd name="connsiteY5" fmla="*/ 10857 h 10868"/>
                      <a:gd name="connsiteX6" fmla="*/ 3947 w 9996"/>
                      <a:gd name="connsiteY6" fmla="*/ 9307 h 10868"/>
                      <a:gd name="connsiteX7" fmla="*/ 43 w 9996"/>
                      <a:gd name="connsiteY7" fmla="*/ 6232 h 10868"/>
                      <a:gd name="connsiteX0" fmla="*/ 43 w 10004"/>
                      <a:gd name="connsiteY0" fmla="*/ 5543 h 9809"/>
                      <a:gd name="connsiteX1" fmla="*/ 2098 w 10004"/>
                      <a:gd name="connsiteY1" fmla="*/ 624 h 9809"/>
                      <a:gd name="connsiteX2" fmla="*/ 5644 w 10004"/>
                      <a:gd name="connsiteY2" fmla="*/ 163 h 9809"/>
                      <a:gd name="connsiteX3" fmla="*/ 8163 w 10004"/>
                      <a:gd name="connsiteY3" fmla="*/ 1492 h 9809"/>
                      <a:gd name="connsiteX4" fmla="*/ 9995 w 10004"/>
                      <a:gd name="connsiteY4" fmla="*/ 7450 h 9809"/>
                      <a:gd name="connsiteX5" fmla="*/ 8642 w 10004"/>
                      <a:gd name="connsiteY5" fmla="*/ 9799 h 9809"/>
                      <a:gd name="connsiteX6" fmla="*/ 3949 w 10004"/>
                      <a:gd name="connsiteY6" fmla="*/ 8373 h 9809"/>
                      <a:gd name="connsiteX7" fmla="*/ 43 w 10004"/>
                      <a:gd name="connsiteY7" fmla="*/ 5543 h 9809"/>
                      <a:gd name="connsiteX0" fmla="*/ 43 w 8950"/>
                      <a:gd name="connsiteY0" fmla="*/ 5651 h 10081"/>
                      <a:gd name="connsiteX1" fmla="*/ 2097 w 8950"/>
                      <a:gd name="connsiteY1" fmla="*/ 636 h 10081"/>
                      <a:gd name="connsiteX2" fmla="*/ 5642 w 8950"/>
                      <a:gd name="connsiteY2" fmla="*/ 166 h 10081"/>
                      <a:gd name="connsiteX3" fmla="*/ 8160 w 8950"/>
                      <a:gd name="connsiteY3" fmla="*/ 1521 h 10081"/>
                      <a:gd name="connsiteX4" fmla="*/ 8473 w 8950"/>
                      <a:gd name="connsiteY4" fmla="*/ 5322 h 10081"/>
                      <a:gd name="connsiteX5" fmla="*/ 8639 w 8950"/>
                      <a:gd name="connsiteY5" fmla="*/ 9990 h 10081"/>
                      <a:gd name="connsiteX6" fmla="*/ 3947 w 8950"/>
                      <a:gd name="connsiteY6" fmla="*/ 8536 h 10081"/>
                      <a:gd name="connsiteX7" fmla="*/ 43 w 8950"/>
                      <a:gd name="connsiteY7" fmla="*/ 5651 h 10081"/>
                      <a:gd name="connsiteX0" fmla="*/ 48 w 9651"/>
                      <a:gd name="connsiteY0" fmla="*/ 5606 h 8648"/>
                      <a:gd name="connsiteX1" fmla="*/ 2343 w 9651"/>
                      <a:gd name="connsiteY1" fmla="*/ 631 h 8648"/>
                      <a:gd name="connsiteX2" fmla="*/ 6304 w 9651"/>
                      <a:gd name="connsiteY2" fmla="*/ 165 h 8648"/>
                      <a:gd name="connsiteX3" fmla="*/ 9117 w 9651"/>
                      <a:gd name="connsiteY3" fmla="*/ 1509 h 8648"/>
                      <a:gd name="connsiteX4" fmla="*/ 9467 w 9651"/>
                      <a:gd name="connsiteY4" fmla="*/ 5279 h 8648"/>
                      <a:gd name="connsiteX5" fmla="*/ 6997 w 9651"/>
                      <a:gd name="connsiteY5" fmla="*/ 8019 h 8648"/>
                      <a:gd name="connsiteX6" fmla="*/ 4410 w 9651"/>
                      <a:gd name="connsiteY6" fmla="*/ 8467 h 8648"/>
                      <a:gd name="connsiteX7" fmla="*/ 48 w 9651"/>
                      <a:gd name="connsiteY7" fmla="*/ 5606 h 8648"/>
                      <a:gd name="connsiteX0" fmla="*/ 41 w 9991"/>
                      <a:gd name="connsiteY0" fmla="*/ 6482 h 9316"/>
                      <a:gd name="connsiteX1" fmla="*/ 2419 w 9991"/>
                      <a:gd name="connsiteY1" fmla="*/ 730 h 9316"/>
                      <a:gd name="connsiteX2" fmla="*/ 6523 w 9991"/>
                      <a:gd name="connsiteY2" fmla="*/ 191 h 9316"/>
                      <a:gd name="connsiteX3" fmla="*/ 9438 w 9991"/>
                      <a:gd name="connsiteY3" fmla="*/ 1745 h 9316"/>
                      <a:gd name="connsiteX4" fmla="*/ 9800 w 9991"/>
                      <a:gd name="connsiteY4" fmla="*/ 6104 h 9316"/>
                      <a:gd name="connsiteX5" fmla="*/ 7241 w 9991"/>
                      <a:gd name="connsiteY5" fmla="*/ 9273 h 9316"/>
                      <a:gd name="connsiteX6" fmla="*/ 1411 w 9991"/>
                      <a:gd name="connsiteY6" fmla="*/ 7856 h 9316"/>
                      <a:gd name="connsiteX7" fmla="*/ 41 w 9991"/>
                      <a:gd name="connsiteY7" fmla="*/ 6482 h 9316"/>
                      <a:gd name="connsiteX0" fmla="*/ 19 w 10708"/>
                      <a:gd name="connsiteY0" fmla="*/ 7721 h 10038"/>
                      <a:gd name="connsiteX1" fmla="*/ 3129 w 10708"/>
                      <a:gd name="connsiteY1" fmla="*/ 825 h 10038"/>
                      <a:gd name="connsiteX2" fmla="*/ 7237 w 10708"/>
                      <a:gd name="connsiteY2" fmla="*/ 246 h 10038"/>
                      <a:gd name="connsiteX3" fmla="*/ 10155 w 10708"/>
                      <a:gd name="connsiteY3" fmla="*/ 1914 h 10038"/>
                      <a:gd name="connsiteX4" fmla="*/ 10517 w 10708"/>
                      <a:gd name="connsiteY4" fmla="*/ 6593 h 10038"/>
                      <a:gd name="connsiteX5" fmla="*/ 7956 w 10708"/>
                      <a:gd name="connsiteY5" fmla="*/ 9995 h 10038"/>
                      <a:gd name="connsiteX6" fmla="*/ 2120 w 10708"/>
                      <a:gd name="connsiteY6" fmla="*/ 8474 h 10038"/>
                      <a:gd name="connsiteX7" fmla="*/ 19 w 10708"/>
                      <a:gd name="connsiteY7" fmla="*/ 7721 h 10038"/>
                      <a:gd name="connsiteX0" fmla="*/ 359 w 11048"/>
                      <a:gd name="connsiteY0" fmla="*/ 7721 h 10038"/>
                      <a:gd name="connsiteX1" fmla="*/ 3469 w 11048"/>
                      <a:gd name="connsiteY1" fmla="*/ 825 h 10038"/>
                      <a:gd name="connsiteX2" fmla="*/ 7577 w 11048"/>
                      <a:gd name="connsiteY2" fmla="*/ 246 h 10038"/>
                      <a:gd name="connsiteX3" fmla="*/ 10495 w 11048"/>
                      <a:gd name="connsiteY3" fmla="*/ 1914 h 10038"/>
                      <a:gd name="connsiteX4" fmla="*/ 10857 w 11048"/>
                      <a:gd name="connsiteY4" fmla="*/ 6593 h 10038"/>
                      <a:gd name="connsiteX5" fmla="*/ 8296 w 11048"/>
                      <a:gd name="connsiteY5" fmla="*/ 9995 h 10038"/>
                      <a:gd name="connsiteX6" fmla="*/ 2460 w 11048"/>
                      <a:gd name="connsiteY6" fmla="*/ 8474 h 10038"/>
                      <a:gd name="connsiteX7" fmla="*/ 359 w 11048"/>
                      <a:gd name="connsiteY7" fmla="*/ 7721 h 10038"/>
                      <a:gd name="connsiteX0" fmla="*/ 359 w 11048"/>
                      <a:gd name="connsiteY0" fmla="*/ 8392 h 10075"/>
                      <a:gd name="connsiteX1" fmla="*/ 3469 w 11048"/>
                      <a:gd name="connsiteY1" fmla="*/ 864 h 10075"/>
                      <a:gd name="connsiteX2" fmla="*/ 7577 w 11048"/>
                      <a:gd name="connsiteY2" fmla="*/ 285 h 10075"/>
                      <a:gd name="connsiteX3" fmla="*/ 10495 w 11048"/>
                      <a:gd name="connsiteY3" fmla="*/ 1953 h 10075"/>
                      <a:gd name="connsiteX4" fmla="*/ 10857 w 11048"/>
                      <a:gd name="connsiteY4" fmla="*/ 6632 h 10075"/>
                      <a:gd name="connsiteX5" fmla="*/ 8296 w 11048"/>
                      <a:gd name="connsiteY5" fmla="*/ 10034 h 10075"/>
                      <a:gd name="connsiteX6" fmla="*/ 2460 w 11048"/>
                      <a:gd name="connsiteY6" fmla="*/ 8513 h 10075"/>
                      <a:gd name="connsiteX7" fmla="*/ 359 w 11048"/>
                      <a:gd name="connsiteY7" fmla="*/ 8392 h 10075"/>
                      <a:gd name="connsiteX0" fmla="*/ 371 w 11060"/>
                      <a:gd name="connsiteY0" fmla="*/ 8392 h 10075"/>
                      <a:gd name="connsiteX1" fmla="*/ 3481 w 11060"/>
                      <a:gd name="connsiteY1" fmla="*/ 864 h 10075"/>
                      <a:gd name="connsiteX2" fmla="*/ 7589 w 11060"/>
                      <a:gd name="connsiteY2" fmla="*/ 285 h 10075"/>
                      <a:gd name="connsiteX3" fmla="*/ 10507 w 11060"/>
                      <a:gd name="connsiteY3" fmla="*/ 1953 h 10075"/>
                      <a:gd name="connsiteX4" fmla="*/ 10869 w 11060"/>
                      <a:gd name="connsiteY4" fmla="*/ 6632 h 10075"/>
                      <a:gd name="connsiteX5" fmla="*/ 8308 w 11060"/>
                      <a:gd name="connsiteY5" fmla="*/ 10034 h 10075"/>
                      <a:gd name="connsiteX6" fmla="*/ 2472 w 11060"/>
                      <a:gd name="connsiteY6" fmla="*/ 8513 h 10075"/>
                      <a:gd name="connsiteX7" fmla="*/ 371 w 11060"/>
                      <a:gd name="connsiteY7" fmla="*/ 8392 h 10075"/>
                      <a:gd name="connsiteX0" fmla="*/ 54 w 10743"/>
                      <a:gd name="connsiteY0" fmla="*/ 9468 h 11151"/>
                      <a:gd name="connsiteX1" fmla="*/ 4027 w 10743"/>
                      <a:gd name="connsiteY1" fmla="*/ 495 h 11151"/>
                      <a:gd name="connsiteX2" fmla="*/ 7272 w 10743"/>
                      <a:gd name="connsiteY2" fmla="*/ 1361 h 11151"/>
                      <a:gd name="connsiteX3" fmla="*/ 10190 w 10743"/>
                      <a:gd name="connsiteY3" fmla="*/ 3029 h 11151"/>
                      <a:gd name="connsiteX4" fmla="*/ 10552 w 10743"/>
                      <a:gd name="connsiteY4" fmla="*/ 7708 h 11151"/>
                      <a:gd name="connsiteX5" fmla="*/ 7991 w 10743"/>
                      <a:gd name="connsiteY5" fmla="*/ 11110 h 11151"/>
                      <a:gd name="connsiteX6" fmla="*/ 2155 w 10743"/>
                      <a:gd name="connsiteY6" fmla="*/ 9589 h 11151"/>
                      <a:gd name="connsiteX7" fmla="*/ 54 w 10743"/>
                      <a:gd name="connsiteY7" fmla="*/ 9468 h 11151"/>
                      <a:gd name="connsiteX0" fmla="*/ 54 w 10743"/>
                      <a:gd name="connsiteY0" fmla="*/ 9506 h 11189"/>
                      <a:gd name="connsiteX1" fmla="*/ 4027 w 10743"/>
                      <a:gd name="connsiteY1" fmla="*/ 533 h 11189"/>
                      <a:gd name="connsiteX2" fmla="*/ 7272 w 10743"/>
                      <a:gd name="connsiteY2" fmla="*/ 1399 h 11189"/>
                      <a:gd name="connsiteX3" fmla="*/ 10190 w 10743"/>
                      <a:gd name="connsiteY3" fmla="*/ 3067 h 11189"/>
                      <a:gd name="connsiteX4" fmla="*/ 10552 w 10743"/>
                      <a:gd name="connsiteY4" fmla="*/ 7746 h 11189"/>
                      <a:gd name="connsiteX5" fmla="*/ 7991 w 10743"/>
                      <a:gd name="connsiteY5" fmla="*/ 11148 h 11189"/>
                      <a:gd name="connsiteX6" fmla="*/ 2155 w 10743"/>
                      <a:gd name="connsiteY6" fmla="*/ 9627 h 11189"/>
                      <a:gd name="connsiteX7" fmla="*/ 54 w 10743"/>
                      <a:gd name="connsiteY7" fmla="*/ 9506 h 11189"/>
                      <a:gd name="connsiteX0" fmla="*/ 40 w 11293"/>
                      <a:gd name="connsiteY0" fmla="*/ 9082 h 11127"/>
                      <a:gd name="connsiteX1" fmla="*/ 4577 w 11293"/>
                      <a:gd name="connsiteY1" fmla="*/ 470 h 11127"/>
                      <a:gd name="connsiteX2" fmla="*/ 7822 w 11293"/>
                      <a:gd name="connsiteY2" fmla="*/ 1336 h 11127"/>
                      <a:gd name="connsiteX3" fmla="*/ 10740 w 11293"/>
                      <a:gd name="connsiteY3" fmla="*/ 3004 h 11127"/>
                      <a:gd name="connsiteX4" fmla="*/ 11102 w 11293"/>
                      <a:gd name="connsiteY4" fmla="*/ 7683 h 11127"/>
                      <a:gd name="connsiteX5" fmla="*/ 8541 w 11293"/>
                      <a:gd name="connsiteY5" fmla="*/ 11085 h 11127"/>
                      <a:gd name="connsiteX6" fmla="*/ 2705 w 11293"/>
                      <a:gd name="connsiteY6" fmla="*/ 9564 h 11127"/>
                      <a:gd name="connsiteX7" fmla="*/ 40 w 11293"/>
                      <a:gd name="connsiteY7" fmla="*/ 9082 h 1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3" h="11127">
                        <a:moveTo>
                          <a:pt x="40" y="9082"/>
                        </a:moveTo>
                        <a:cubicBezTo>
                          <a:pt x="352" y="7566"/>
                          <a:pt x="3280" y="1761"/>
                          <a:pt x="4577" y="470"/>
                        </a:cubicBezTo>
                        <a:cubicBezTo>
                          <a:pt x="5874" y="-821"/>
                          <a:pt x="6795" y="914"/>
                          <a:pt x="7822" y="1336"/>
                        </a:cubicBezTo>
                        <a:cubicBezTo>
                          <a:pt x="8849" y="1758"/>
                          <a:pt x="10193" y="1947"/>
                          <a:pt x="10740" y="3004"/>
                        </a:cubicBezTo>
                        <a:cubicBezTo>
                          <a:pt x="11287" y="4061"/>
                          <a:pt x="11468" y="6337"/>
                          <a:pt x="11102" y="7683"/>
                        </a:cubicBezTo>
                        <a:cubicBezTo>
                          <a:pt x="10736" y="9030"/>
                          <a:pt x="9940" y="10771"/>
                          <a:pt x="8541" y="11085"/>
                        </a:cubicBezTo>
                        <a:cubicBezTo>
                          <a:pt x="7141" y="11398"/>
                          <a:pt x="4122" y="9898"/>
                          <a:pt x="2705" y="9564"/>
                        </a:cubicBezTo>
                        <a:cubicBezTo>
                          <a:pt x="1288" y="9230"/>
                          <a:pt x="-272" y="10598"/>
                          <a:pt x="40" y="9082"/>
                        </a:cubicBezTo>
                        <a:close/>
                      </a:path>
                    </a:pathLst>
                  </a:custGeom>
                  <a:solidFill>
                    <a:srgbClr val="9CE0FA"/>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362" name="Group 327">
                    <a:extLst>
                      <a:ext uri="{FF2B5EF4-FFF2-40B4-BE49-F238E27FC236}">
                        <a16:creationId xmlns:a16="http://schemas.microsoft.com/office/drawing/2014/main" id="{5B406A2C-ABA8-084A-9596-936179933241}"/>
                      </a:ext>
                    </a:extLst>
                  </p:cNvPr>
                  <p:cNvGrpSpPr>
                    <a:grpSpLocks/>
                  </p:cNvGrpSpPr>
                  <p:nvPr/>
                </p:nvGrpSpPr>
                <p:grpSpPr bwMode="auto">
                  <a:xfrm>
                    <a:off x="7908175" y="5241780"/>
                    <a:ext cx="536554" cy="263548"/>
                    <a:chOff x="1871277" y="1576300"/>
                    <a:chExt cx="1128371" cy="437861"/>
                  </a:xfrm>
                </p:grpSpPr>
                <p:sp>
                  <p:nvSpPr>
                    <p:cNvPr id="366" name="Oval 365">
                      <a:extLst>
                        <a:ext uri="{FF2B5EF4-FFF2-40B4-BE49-F238E27FC236}">
                          <a16:creationId xmlns:a16="http://schemas.microsoft.com/office/drawing/2014/main" id="{39FC7CDD-91D7-FF44-B916-78088DE675C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67" name="Rectangle 366">
                      <a:extLst>
                        <a:ext uri="{FF2B5EF4-FFF2-40B4-BE49-F238E27FC236}">
                          <a16:creationId xmlns:a16="http://schemas.microsoft.com/office/drawing/2014/main" id="{A080E9B6-A37A-044C-A833-E7F1E0233B0E}"/>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8" name="Oval 367">
                      <a:extLst>
                        <a:ext uri="{FF2B5EF4-FFF2-40B4-BE49-F238E27FC236}">
                          <a16:creationId xmlns:a16="http://schemas.microsoft.com/office/drawing/2014/main" id="{14A74E6C-0FCA-E749-86E8-EE93E2BEF92F}"/>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69" name="Freeform 368">
                      <a:extLst>
                        <a:ext uri="{FF2B5EF4-FFF2-40B4-BE49-F238E27FC236}">
                          <a16:creationId xmlns:a16="http://schemas.microsoft.com/office/drawing/2014/main" id="{9F9BDD36-691A-E144-B65E-1F4CB601737F}"/>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0" name="Freeform 369">
                      <a:extLst>
                        <a:ext uri="{FF2B5EF4-FFF2-40B4-BE49-F238E27FC236}">
                          <a16:creationId xmlns:a16="http://schemas.microsoft.com/office/drawing/2014/main" id="{0B2530CD-DBD0-FA45-836C-9AB9E06564B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1" name="Freeform 370">
                      <a:extLst>
                        <a:ext uri="{FF2B5EF4-FFF2-40B4-BE49-F238E27FC236}">
                          <a16:creationId xmlns:a16="http://schemas.microsoft.com/office/drawing/2014/main" id="{3595C9D1-2901-184D-A963-958CAB68BDA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2" name="Freeform 371">
                      <a:extLst>
                        <a:ext uri="{FF2B5EF4-FFF2-40B4-BE49-F238E27FC236}">
                          <a16:creationId xmlns:a16="http://schemas.microsoft.com/office/drawing/2014/main" id="{0A2F7FCA-3D9A-B842-B550-A9E8284929C0}"/>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73" name="Straight Connector 372">
                      <a:extLst>
                        <a:ext uri="{FF2B5EF4-FFF2-40B4-BE49-F238E27FC236}">
                          <a16:creationId xmlns:a16="http://schemas.microsoft.com/office/drawing/2014/main" id="{89A20473-B361-5949-83B2-2F0577111864}"/>
                        </a:ext>
                      </a:extLst>
                    </p:cNvPr>
                    <p:cNvCxnSpPr>
                      <a:endCxn id="36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74" name="Straight Connector 373">
                      <a:extLst>
                        <a:ext uri="{FF2B5EF4-FFF2-40B4-BE49-F238E27FC236}">
                          <a16:creationId xmlns:a16="http://schemas.microsoft.com/office/drawing/2014/main" id="{90860BE3-3974-E745-8C7F-38607816CAA4}"/>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63" name="Group 362">
                    <a:extLst>
                      <a:ext uri="{FF2B5EF4-FFF2-40B4-BE49-F238E27FC236}">
                        <a16:creationId xmlns:a16="http://schemas.microsoft.com/office/drawing/2014/main" id="{2003A570-A32D-6B45-8339-609AA01FD40F}"/>
                      </a:ext>
                    </a:extLst>
                  </p:cNvPr>
                  <p:cNvGrpSpPr/>
                  <p:nvPr/>
                </p:nvGrpSpPr>
                <p:grpSpPr>
                  <a:xfrm>
                    <a:off x="7876581" y="5223365"/>
                    <a:ext cx="466894" cy="369332"/>
                    <a:chOff x="599495" y="1708643"/>
                    <a:chExt cx="491778" cy="409344"/>
                  </a:xfrm>
                </p:grpSpPr>
                <p:sp>
                  <p:nvSpPr>
                    <p:cNvPr id="364" name="Oval 363">
                      <a:extLst>
                        <a:ext uri="{FF2B5EF4-FFF2-40B4-BE49-F238E27FC236}">
                          <a16:creationId xmlns:a16="http://schemas.microsoft.com/office/drawing/2014/main" id="{15965660-1CBF-3444-A652-4E7C3B982A65}"/>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5" name="TextBox 364">
                      <a:extLst>
                        <a:ext uri="{FF2B5EF4-FFF2-40B4-BE49-F238E27FC236}">
                          <a16:creationId xmlns:a16="http://schemas.microsoft.com/office/drawing/2014/main" id="{FCA1E01E-CAF4-5B4C-898F-4D5EFFEA0145}"/>
                        </a:ext>
                      </a:extLst>
                    </p:cNvPr>
                    <p:cNvSpPr txBox="1"/>
                    <p:nvPr/>
                  </p:nvSpPr>
                  <p:spPr>
                    <a:xfrm>
                      <a:off x="599495" y="1708643"/>
                      <a:ext cx="491778" cy="409344"/>
                    </a:xfrm>
                    <a:prstGeom prst="rect">
                      <a:avLst/>
                    </a:prstGeom>
                    <a:noFill/>
                  </p:spPr>
                  <p:txBody>
                    <a:bodyPr wrap="non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  X</a:t>
                      </a:r>
                    </a:p>
                  </p:txBody>
                </p:sp>
              </p:grpSp>
            </p:grpSp>
            <p:cxnSp>
              <p:nvCxnSpPr>
                <p:cNvPr id="360" name="Straight Connector 359">
                  <a:extLst>
                    <a:ext uri="{FF2B5EF4-FFF2-40B4-BE49-F238E27FC236}">
                      <a16:creationId xmlns:a16="http://schemas.microsoft.com/office/drawing/2014/main" id="{AA520213-7841-F244-A739-93A10DDB840E}"/>
                    </a:ext>
                  </a:extLst>
                </p:cNvPr>
                <p:cNvCxnSpPr/>
                <p:nvPr/>
              </p:nvCxnSpPr>
              <p:spPr bwMode="auto">
                <a:xfrm flipH="1">
                  <a:off x="7158742" y="5764030"/>
                  <a:ext cx="870024" cy="9999"/>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grpSp>
        <p:cxnSp>
          <p:nvCxnSpPr>
            <p:cNvPr id="338" name="Straight Connector 337">
              <a:extLst>
                <a:ext uri="{FF2B5EF4-FFF2-40B4-BE49-F238E27FC236}">
                  <a16:creationId xmlns:a16="http://schemas.microsoft.com/office/drawing/2014/main" id="{7B5F4AAD-1676-DE46-9374-3849783B3490}"/>
                </a:ext>
              </a:extLst>
            </p:cNvPr>
            <p:cNvCxnSpPr>
              <a:cxnSpLocks/>
            </p:cNvCxnSpPr>
            <p:nvPr/>
          </p:nvCxnSpPr>
          <p:spPr bwMode="auto">
            <a:xfrm flipV="1">
              <a:off x="3540307" y="1929008"/>
              <a:ext cx="4451299" cy="422665"/>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grpSp>
        <p:nvGrpSpPr>
          <p:cNvPr id="239" name="Group 238">
            <a:extLst>
              <a:ext uri="{FF2B5EF4-FFF2-40B4-BE49-F238E27FC236}">
                <a16:creationId xmlns:a16="http://schemas.microsoft.com/office/drawing/2014/main" id="{C548851F-680B-D545-9271-741E53DFFC88}"/>
              </a:ext>
            </a:extLst>
          </p:cNvPr>
          <p:cNvGrpSpPr/>
          <p:nvPr/>
        </p:nvGrpSpPr>
        <p:grpSpPr>
          <a:xfrm>
            <a:off x="1833953" y="1965173"/>
            <a:ext cx="1118837" cy="826267"/>
            <a:chOff x="4052000" y="2820739"/>
            <a:chExt cx="1118837" cy="826267"/>
          </a:xfrm>
        </p:grpSpPr>
        <p:cxnSp>
          <p:nvCxnSpPr>
            <p:cNvPr id="251" name="Straight Arrow Connector 250">
              <a:extLst>
                <a:ext uri="{FF2B5EF4-FFF2-40B4-BE49-F238E27FC236}">
                  <a16:creationId xmlns:a16="http://schemas.microsoft.com/office/drawing/2014/main" id="{C2C3A3C7-5D27-3244-9114-4FD4A6CFDE62}"/>
                </a:ext>
              </a:extLst>
            </p:cNvPr>
            <p:cNvCxnSpPr/>
            <p:nvPr/>
          </p:nvCxnSpPr>
          <p:spPr bwMode="auto">
            <a:xfrm flipH="1" flipV="1">
              <a:off x="4769093" y="2820739"/>
              <a:ext cx="401744" cy="302376"/>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52" name="Straight Arrow Connector 251">
              <a:extLst>
                <a:ext uri="{FF2B5EF4-FFF2-40B4-BE49-F238E27FC236}">
                  <a16:creationId xmlns:a16="http://schemas.microsoft.com/office/drawing/2014/main" id="{A43E81FE-9362-C342-9329-16CA170975F9}"/>
                </a:ext>
              </a:extLst>
            </p:cNvPr>
            <p:cNvCxnSpPr/>
            <p:nvPr/>
          </p:nvCxnSpPr>
          <p:spPr bwMode="auto">
            <a:xfrm flipH="1" flipV="1">
              <a:off x="4052000" y="3192229"/>
              <a:ext cx="1059565" cy="14171"/>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53" name="Straight Arrow Connector 252">
              <a:extLst>
                <a:ext uri="{FF2B5EF4-FFF2-40B4-BE49-F238E27FC236}">
                  <a16:creationId xmlns:a16="http://schemas.microsoft.com/office/drawing/2014/main" id="{9FDC4FBB-AECF-7140-BFCB-0E0EF44FE98A}"/>
                </a:ext>
              </a:extLst>
            </p:cNvPr>
            <p:cNvCxnSpPr/>
            <p:nvPr/>
          </p:nvCxnSpPr>
          <p:spPr bwMode="auto">
            <a:xfrm flipH="1">
              <a:off x="4748700" y="3344630"/>
              <a:ext cx="401744" cy="302376"/>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sp>
        <p:nvSpPr>
          <p:cNvPr id="8" name="Title 5">
            <a:extLst>
              <a:ext uri="{FF2B5EF4-FFF2-40B4-BE49-F238E27FC236}">
                <a16:creationId xmlns:a16="http://schemas.microsoft.com/office/drawing/2014/main" id="{4F2D8B6E-E303-7C52-0E04-1F80133269D7}"/>
              </a:ext>
            </a:extLst>
          </p:cNvPr>
          <p:cNvSpPr>
            <a:spLocks noGrp="1"/>
          </p:cNvSpPr>
          <p:nvPr>
            <p:ph type="title"/>
          </p:nvPr>
        </p:nvSpPr>
        <p:spPr/>
        <p:txBody>
          <a:bodyPr/>
          <a:lstStyle/>
          <a:p>
            <a:r>
              <a:rPr lang="en-US"/>
              <a:t>BGP path advertisement: multiple paths</a:t>
            </a:r>
          </a:p>
        </p:txBody>
      </p:sp>
    </p:spTree>
    <p:extLst>
      <p:ext uri="{BB962C8B-B14F-4D97-AF65-F5344CB8AC3E}">
        <p14:creationId xmlns:p14="http://schemas.microsoft.com/office/powerpoint/2010/main" val="2077659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35"/>
                                        </p:tgtEl>
                                        <p:attrNameLst>
                                          <p:attrName>style.visibility</p:attrName>
                                        </p:attrNameLst>
                                      </p:cBhvr>
                                      <p:to>
                                        <p:strVal val="visible"/>
                                      </p:to>
                                    </p:set>
                                    <p:animEffect transition="in" filter="wipe(right)">
                                      <p:cBhvr>
                                        <p:cTn id="7" dur="1000"/>
                                        <p:tgtEl>
                                          <p:spTgt spid="335"/>
                                        </p:tgtEl>
                                      </p:cBhvr>
                                    </p:animEffect>
                                  </p:childTnLst>
                                </p:cTn>
                              </p:par>
                            </p:childTnLst>
                          </p:cTn>
                        </p:par>
                        <p:par>
                          <p:cTn id="8" fill="hold">
                            <p:stCondLst>
                              <p:cond delay="1000"/>
                            </p:stCondLst>
                            <p:childTnLst>
                              <p:par>
                                <p:cTn id="9" presetID="22" presetClass="entr" presetSubtype="2" fill="hold" nodeType="afterEffect">
                                  <p:stCondLst>
                                    <p:cond delay="0"/>
                                  </p:stCondLst>
                                  <p:childTnLst>
                                    <p:set>
                                      <p:cBhvr>
                                        <p:cTn id="10" dur="1" fill="hold">
                                          <p:stCondLst>
                                            <p:cond delay="0"/>
                                          </p:stCondLst>
                                        </p:cTn>
                                        <p:tgtEl>
                                          <p:spTgt spid="231"/>
                                        </p:tgtEl>
                                        <p:attrNameLst>
                                          <p:attrName>style.visibility</p:attrName>
                                        </p:attrNameLst>
                                      </p:cBhvr>
                                      <p:to>
                                        <p:strVal val="visible"/>
                                      </p:to>
                                    </p:set>
                                    <p:animEffect transition="in" filter="wipe(right)">
                                      <p:cBhvr>
                                        <p:cTn id="11" dur="1000"/>
                                        <p:tgtEl>
                                          <p:spTgt spid="231"/>
                                        </p:tgtEl>
                                      </p:cBhvr>
                                    </p:animEffect>
                                  </p:childTnLst>
                                </p:cTn>
                              </p:par>
                            </p:childTnLst>
                          </p:cTn>
                        </p:par>
                        <p:par>
                          <p:cTn id="12" fill="hold">
                            <p:stCondLst>
                              <p:cond delay="2000"/>
                            </p:stCondLst>
                            <p:childTnLst>
                              <p:par>
                                <p:cTn id="13" presetID="9" presetClass="entr" presetSubtype="0" fill="hold" nodeType="afterEffect">
                                  <p:stCondLst>
                                    <p:cond delay="0"/>
                                  </p:stCondLst>
                                  <p:childTnLst>
                                    <p:set>
                                      <p:cBhvr>
                                        <p:cTn id="14" dur="1" fill="hold">
                                          <p:stCondLst>
                                            <p:cond delay="0"/>
                                          </p:stCondLst>
                                        </p:cTn>
                                        <p:tgtEl>
                                          <p:spTgt spid="240">
                                            <p:txEl>
                                              <p:pRg st="0" end="0"/>
                                            </p:txEl>
                                          </p:spTgt>
                                        </p:tgtEl>
                                        <p:attrNameLst>
                                          <p:attrName>style.visibility</p:attrName>
                                        </p:attrNameLst>
                                      </p:cBhvr>
                                      <p:to>
                                        <p:strVal val="visible"/>
                                      </p:to>
                                    </p:set>
                                    <p:animEffect transition="in" filter="dissolve">
                                      <p:cBhvr>
                                        <p:cTn id="15" dur="500"/>
                                        <p:tgtEl>
                                          <p:spTgt spid="240">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246"/>
                                        </p:tgtEl>
                                        <p:attrNameLst>
                                          <p:attrName>style.visibility</p:attrName>
                                        </p:attrNameLst>
                                      </p:cBhvr>
                                      <p:to>
                                        <p:strVal val="visible"/>
                                      </p:to>
                                    </p:set>
                                    <p:animEffect transition="in" filter="wipe(right)">
                                      <p:cBhvr>
                                        <p:cTn id="20" dur="1000"/>
                                        <p:tgtEl>
                                          <p:spTgt spid="246"/>
                                        </p:tgtEl>
                                      </p:cBhvr>
                                    </p:animEffect>
                                  </p:childTnLst>
                                </p:cTn>
                              </p:par>
                            </p:childTnLst>
                          </p:cTn>
                        </p:par>
                        <p:par>
                          <p:cTn id="21" fill="hold">
                            <p:stCondLst>
                              <p:cond delay="1000"/>
                            </p:stCondLst>
                            <p:childTnLst>
                              <p:par>
                                <p:cTn id="22" presetID="9" presetClass="entr" presetSubtype="0" fill="hold" grpId="0" nodeType="afterEffect">
                                  <p:stCondLst>
                                    <p:cond delay="0"/>
                                  </p:stCondLst>
                                  <p:childTnLst>
                                    <p:set>
                                      <p:cBhvr>
                                        <p:cTn id="23" dur="1" fill="hold">
                                          <p:stCondLst>
                                            <p:cond delay="0"/>
                                          </p:stCondLst>
                                        </p:cTn>
                                        <p:tgtEl>
                                          <p:spTgt spid="249"/>
                                        </p:tgtEl>
                                        <p:attrNameLst>
                                          <p:attrName>style.visibility</p:attrName>
                                        </p:attrNameLst>
                                      </p:cBhvr>
                                      <p:to>
                                        <p:strVal val="visible"/>
                                      </p:to>
                                    </p:set>
                                    <p:animEffect transition="in" filter="dissolve">
                                      <p:cBhvr>
                                        <p:cTn id="24" dur="500"/>
                                        <p:tgtEl>
                                          <p:spTgt spid="249"/>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250"/>
                                        </p:tgtEl>
                                        <p:attrNameLst>
                                          <p:attrName>style.visibility</p:attrName>
                                        </p:attrNameLst>
                                      </p:cBhvr>
                                      <p:to>
                                        <p:strVal val="visible"/>
                                      </p:to>
                                    </p:set>
                                    <p:animEffect transition="in" filter="dissolve">
                                      <p:cBhvr>
                                        <p:cTn id="29" dur="500"/>
                                        <p:tgtEl>
                                          <p:spTgt spid="250"/>
                                        </p:tgtEl>
                                      </p:cBhvr>
                                    </p:animEffect>
                                  </p:childTnLst>
                                </p:cTn>
                              </p:par>
                            </p:childTnLst>
                          </p:cTn>
                        </p:par>
                        <p:par>
                          <p:cTn id="30" fill="hold">
                            <p:stCondLst>
                              <p:cond delay="500"/>
                            </p:stCondLst>
                            <p:childTnLst>
                              <p:par>
                                <p:cTn id="31" presetID="22" presetClass="entr" presetSubtype="2" fill="hold" nodeType="afterEffect">
                                  <p:stCondLst>
                                    <p:cond delay="0"/>
                                  </p:stCondLst>
                                  <p:childTnLst>
                                    <p:set>
                                      <p:cBhvr>
                                        <p:cTn id="32" dur="1" fill="hold">
                                          <p:stCondLst>
                                            <p:cond delay="0"/>
                                          </p:stCondLst>
                                        </p:cTn>
                                        <p:tgtEl>
                                          <p:spTgt spid="242"/>
                                        </p:tgtEl>
                                        <p:attrNameLst>
                                          <p:attrName>style.visibility</p:attrName>
                                        </p:attrNameLst>
                                      </p:cBhvr>
                                      <p:to>
                                        <p:strVal val="visible"/>
                                      </p:to>
                                    </p:set>
                                    <p:animEffect transition="in" filter="wipe(right)">
                                      <p:cBhvr>
                                        <p:cTn id="33" dur="500"/>
                                        <p:tgtEl>
                                          <p:spTgt spid="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 grpId="0"/>
      <p:bldP spid="25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3757F8-F0E5-BC39-27E4-3F4AD9638E21}"/>
              </a:ext>
            </a:extLst>
          </p:cNvPr>
          <p:cNvSpPr>
            <a:spLocks noGrp="1"/>
          </p:cNvSpPr>
          <p:nvPr>
            <p:ph type="title"/>
          </p:nvPr>
        </p:nvSpPr>
        <p:spPr/>
        <p:txBody>
          <a:bodyPr/>
          <a:lstStyle/>
          <a:p>
            <a:r>
              <a:rPr lang="en-US"/>
              <a:t>Inter-AS Routing: Policies</a:t>
            </a:r>
          </a:p>
        </p:txBody>
      </p:sp>
      <p:sp>
        <p:nvSpPr>
          <p:cNvPr id="2" name="Content Placeholder 1">
            <a:extLst>
              <a:ext uri="{FF2B5EF4-FFF2-40B4-BE49-F238E27FC236}">
                <a16:creationId xmlns:a16="http://schemas.microsoft.com/office/drawing/2014/main" id="{DD8B0DC0-2B7A-FC40-48A1-D8805978A1F4}"/>
              </a:ext>
            </a:extLst>
          </p:cNvPr>
          <p:cNvSpPr>
            <a:spLocks noGrp="1"/>
          </p:cNvSpPr>
          <p:nvPr>
            <p:ph type="body" idx="1"/>
          </p:nvPr>
        </p:nvSpPr>
        <p:spPr/>
        <p:txBody>
          <a:bodyPr/>
          <a:lstStyle/>
          <a:p>
            <a:r>
              <a:rPr lang="en-US" i="1" dirty="0"/>
              <a:t>No transit traffic through certain </a:t>
            </a:r>
            <a:r>
              <a:rPr lang="en-US" i="1" dirty="0" err="1"/>
              <a:t>ASes</a:t>
            </a:r>
            <a:endParaRPr lang="en-US" i="1" dirty="0"/>
          </a:p>
          <a:p>
            <a:r>
              <a:rPr lang="en-US" i="1" dirty="0"/>
              <a:t>Never put China on a route starting from Ministry of </a:t>
            </a:r>
            <a:r>
              <a:rPr lang="en-US" i="1" dirty="0" err="1"/>
              <a:t>Defence</a:t>
            </a:r>
            <a:endParaRPr lang="en-US" i="1" dirty="0"/>
          </a:p>
          <a:p>
            <a:r>
              <a:rPr lang="en-US" i="1" dirty="0"/>
              <a:t>Do not use Singapore to get from India to Maldives</a:t>
            </a:r>
          </a:p>
          <a:p>
            <a:r>
              <a:rPr lang="en-US" i="1" dirty="0"/>
              <a:t>Traffic starting or ending at Google should not transit through Microsoft</a:t>
            </a:r>
          </a:p>
          <a:p>
            <a:r>
              <a:rPr lang="en-US" i="1" dirty="0"/>
              <a:t>Don’t share information about this peering link to other routers</a:t>
            </a:r>
          </a:p>
          <a:p>
            <a:endParaRPr lang="en-US" dirty="0"/>
          </a:p>
        </p:txBody>
      </p:sp>
      <p:sp>
        <p:nvSpPr>
          <p:cNvPr id="4" name="TextBox 3">
            <a:extLst>
              <a:ext uri="{FF2B5EF4-FFF2-40B4-BE49-F238E27FC236}">
                <a16:creationId xmlns:a16="http://schemas.microsoft.com/office/drawing/2014/main" id="{9E14784D-B743-45A0-D239-0EC620FE0EE5}"/>
              </a:ext>
            </a:extLst>
          </p:cNvPr>
          <p:cNvSpPr txBox="1"/>
          <p:nvPr/>
        </p:nvSpPr>
        <p:spPr>
          <a:xfrm>
            <a:off x="1112107" y="4905632"/>
            <a:ext cx="6892410" cy="461665"/>
          </a:xfrm>
          <a:prstGeom prst="rect">
            <a:avLst/>
          </a:prstGeom>
          <a:noFill/>
        </p:spPr>
        <p:txBody>
          <a:bodyPr wrap="square" rtlCol="0">
            <a:spAutoFit/>
          </a:bodyPr>
          <a:lstStyle/>
          <a:p>
            <a:r>
              <a:rPr lang="en-US" sz="2400" b="1" i="1" dirty="0">
                <a:solidFill>
                  <a:srgbClr val="FF0000"/>
                </a:solidFill>
              </a:rPr>
              <a:t>Set local preference on BGP routes</a:t>
            </a:r>
          </a:p>
        </p:txBody>
      </p:sp>
    </p:spTree>
    <p:extLst>
      <p:ext uri="{BB962C8B-B14F-4D97-AF65-F5344CB8AC3E}">
        <p14:creationId xmlns:p14="http://schemas.microsoft.com/office/powerpoint/2010/main" val="133859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9" name="Group 708">
            <a:extLst>
              <a:ext uri="{FF2B5EF4-FFF2-40B4-BE49-F238E27FC236}">
                <a16:creationId xmlns:a16="http://schemas.microsoft.com/office/drawing/2014/main" id="{1F41E039-69B1-C84B-A231-87568310385C}"/>
              </a:ext>
            </a:extLst>
          </p:cNvPr>
          <p:cNvGrpSpPr/>
          <p:nvPr/>
        </p:nvGrpSpPr>
        <p:grpSpPr>
          <a:xfrm>
            <a:off x="1163507" y="1064076"/>
            <a:ext cx="9801110" cy="2876474"/>
            <a:chOff x="1113403" y="1064076"/>
            <a:chExt cx="9801110" cy="2876474"/>
          </a:xfrm>
        </p:grpSpPr>
        <p:grpSp>
          <p:nvGrpSpPr>
            <p:cNvPr id="710" name="Group 709">
              <a:extLst>
                <a:ext uri="{FF2B5EF4-FFF2-40B4-BE49-F238E27FC236}">
                  <a16:creationId xmlns:a16="http://schemas.microsoft.com/office/drawing/2014/main" id="{358F421E-8ED0-8E45-B17C-02ACEF578637}"/>
                </a:ext>
              </a:extLst>
            </p:cNvPr>
            <p:cNvGrpSpPr/>
            <p:nvPr/>
          </p:nvGrpSpPr>
          <p:grpSpPr>
            <a:xfrm>
              <a:off x="1113403" y="1064076"/>
              <a:ext cx="9801110" cy="2876474"/>
              <a:chOff x="1426553" y="3694542"/>
              <a:chExt cx="9801110" cy="2876474"/>
            </a:xfrm>
          </p:grpSpPr>
          <p:grpSp>
            <p:nvGrpSpPr>
              <p:cNvPr id="712" name="Group 711">
                <a:extLst>
                  <a:ext uri="{FF2B5EF4-FFF2-40B4-BE49-F238E27FC236}">
                    <a16:creationId xmlns:a16="http://schemas.microsoft.com/office/drawing/2014/main" id="{1BC421A3-D5D4-D44E-B01C-625A8BEB17CB}"/>
                  </a:ext>
                </a:extLst>
              </p:cNvPr>
              <p:cNvGrpSpPr/>
              <p:nvPr/>
            </p:nvGrpSpPr>
            <p:grpSpPr>
              <a:xfrm>
                <a:off x="1426553" y="3694542"/>
                <a:ext cx="9249542" cy="2876474"/>
                <a:chOff x="1426553" y="3694542"/>
                <a:chExt cx="9249542" cy="2876474"/>
              </a:xfrm>
            </p:grpSpPr>
            <p:grpSp>
              <p:nvGrpSpPr>
                <p:cNvPr id="730" name="Group 729">
                  <a:extLst>
                    <a:ext uri="{FF2B5EF4-FFF2-40B4-BE49-F238E27FC236}">
                      <a16:creationId xmlns:a16="http://schemas.microsoft.com/office/drawing/2014/main" id="{ABD7D0B3-FF50-7F41-A3A6-44EAF38A4B70}"/>
                    </a:ext>
                  </a:extLst>
                </p:cNvPr>
                <p:cNvGrpSpPr/>
                <p:nvPr/>
              </p:nvGrpSpPr>
              <p:grpSpPr>
                <a:xfrm>
                  <a:off x="4625977" y="4850481"/>
                  <a:ext cx="2545688" cy="1720535"/>
                  <a:chOff x="4625977" y="4850481"/>
                  <a:chExt cx="2545688" cy="1720535"/>
                </a:xfrm>
              </p:grpSpPr>
              <p:grpSp>
                <p:nvGrpSpPr>
                  <p:cNvPr id="864" name="Group 863">
                    <a:extLst>
                      <a:ext uri="{FF2B5EF4-FFF2-40B4-BE49-F238E27FC236}">
                        <a16:creationId xmlns:a16="http://schemas.microsoft.com/office/drawing/2014/main" id="{DD424EE1-85A8-444D-A8D1-7D38FAD08860}"/>
                      </a:ext>
                    </a:extLst>
                  </p:cNvPr>
                  <p:cNvGrpSpPr/>
                  <p:nvPr/>
                </p:nvGrpSpPr>
                <p:grpSpPr>
                  <a:xfrm>
                    <a:off x="4625977" y="4850481"/>
                    <a:ext cx="2545688" cy="1720535"/>
                    <a:chOff x="-2170772" y="2784954"/>
                    <a:chExt cx="2712783" cy="1853712"/>
                  </a:xfrm>
                </p:grpSpPr>
                <p:sp>
                  <p:nvSpPr>
                    <p:cNvPr id="866" name="Freeform 2">
                      <a:extLst>
                        <a:ext uri="{FF2B5EF4-FFF2-40B4-BE49-F238E27FC236}">
                          <a16:creationId xmlns:a16="http://schemas.microsoft.com/office/drawing/2014/main" id="{A08F267F-4261-B94D-A420-8BAFE1C906D9}"/>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867" name="Group 866">
                      <a:extLst>
                        <a:ext uri="{FF2B5EF4-FFF2-40B4-BE49-F238E27FC236}">
                          <a16:creationId xmlns:a16="http://schemas.microsoft.com/office/drawing/2014/main" id="{6C152276-B4D4-DD40-9914-32913FAF7494}"/>
                        </a:ext>
                      </a:extLst>
                    </p:cNvPr>
                    <p:cNvGrpSpPr/>
                    <p:nvPr/>
                  </p:nvGrpSpPr>
                  <p:grpSpPr>
                    <a:xfrm>
                      <a:off x="-1935370" y="2935816"/>
                      <a:ext cx="2333625" cy="1590649"/>
                      <a:chOff x="833331" y="2873352"/>
                      <a:chExt cx="2333625" cy="1590649"/>
                    </a:xfrm>
                  </p:grpSpPr>
                  <p:grpSp>
                    <p:nvGrpSpPr>
                      <p:cNvPr id="868" name="Group 867">
                        <a:extLst>
                          <a:ext uri="{FF2B5EF4-FFF2-40B4-BE49-F238E27FC236}">
                            <a16:creationId xmlns:a16="http://schemas.microsoft.com/office/drawing/2014/main" id="{984DD8A4-E214-7F4B-90A9-8295BFEB5C28}"/>
                          </a:ext>
                        </a:extLst>
                      </p:cNvPr>
                      <p:cNvGrpSpPr/>
                      <p:nvPr/>
                    </p:nvGrpSpPr>
                    <p:grpSpPr>
                      <a:xfrm>
                        <a:off x="1736090" y="2873352"/>
                        <a:ext cx="565150" cy="369332"/>
                        <a:chOff x="1736090" y="2873352"/>
                        <a:chExt cx="565150" cy="369332"/>
                      </a:xfrm>
                    </p:grpSpPr>
                    <p:grpSp>
                      <p:nvGrpSpPr>
                        <p:cNvPr id="914" name="Group 327">
                          <a:extLst>
                            <a:ext uri="{FF2B5EF4-FFF2-40B4-BE49-F238E27FC236}">
                              <a16:creationId xmlns:a16="http://schemas.microsoft.com/office/drawing/2014/main" id="{16416F8E-73DA-7E44-A2E1-11F9A389B401}"/>
                            </a:ext>
                          </a:extLst>
                        </p:cNvPr>
                        <p:cNvGrpSpPr>
                          <a:grpSpLocks/>
                        </p:cNvGrpSpPr>
                        <p:nvPr/>
                      </p:nvGrpSpPr>
                      <p:grpSpPr bwMode="auto">
                        <a:xfrm>
                          <a:off x="1736090" y="2893762"/>
                          <a:ext cx="565150" cy="292100"/>
                          <a:chOff x="1871277" y="1576300"/>
                          <a:chExt cx="1128371" cy="437861"/>
                        </a:xfrm>
                      </p:grpSpPr>
                      <p:sp>
                        <p:nvSpPr>
                          <p:cNvPr id="918" name="Oval 917">
                            <a:extLst>
                              <a:ext uri="{FF2B5EF4-FFF2-40B4-BE49-F238E27FC236}">
                                <a16:creationId xmlns:a16="http://schemas.microsoft.com/office/drawing/2014/main" id="{45F6DB6D-85EE-CF48-AC13-61C36E83062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19" name="Rectangle 918">
                            <a:extLst>
                              <a:ext uri="{FF2B5EF4-FFF2-40B4-BE49-F238E27FC236}">
                                <a16:creationId xmlns:a16="http://schemas.microsoft.com/office/drawing/2014/main" id="{3A14DF77-624B-E44E-87A5-E8B586AC4880}"/>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0" name="Oval 919">
                            <a:extLst>
                              <a:ext uri="{FF2B5EF4-FFF2-40B4-BE49-F238E27FC236}">
                                <a16:creationId xmlns:a16="http://schemas.microsoft.com/office/drawing/2014/main" id="{C264CA65-7553-FD42-9C26-EB736D772FB4}"/>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21" name="Freeform 920">
                            <a:extLst>
                              <a:ext uri="{FF2B5EF4-FFF2-40B4-BE49-F238E27FC236}">
                                <a16:creationId xmlns:a16="http://schemas.microsoft.com/office/drawing/2014/main" id="{9D17FB0D-D5F8-D24E-A415-30E6C2573D30}"/>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2" name="Freeform 921">
                            <a:extLst>
                              <a:ext uri="{FF2B5EF4-FFF2-40B4-BE49-F238E27FC236}">
                                <a16:creationId xmlns:a16="http://schemas.microsoft.com/office/drawing/2014/main" id="{F9A51000-975B-EB40-8B99-2B6B64AC2436}"/>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3" name="Freeform 922">
                            <a:extLst>
                              <a:ext uri="{FF2B5EF4-FFF2-40B4-BE49-F238E27FC236}">
                                <a16:creationId xmlns:a16="http://schemas.microsoft.com/office/drawing/2014/main" id="{CBF9A2EE-5BAF-6347-8868-546C1DA662E5}"/>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4" name="Freeform 923">
                            <a:extLst>
                              <a:ext uri="{FF2B5EF4-FFF2-40B4-BE49-F238E27FC236}">
                                <a16:creationId xmlns:a16="http://schemas.microsoft.com/office/drawing/2014/main" id="{66A8568D-930B-A144-96E9-3A6098D46662}"/>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25" name="Straight Connector 924">
                            <a:extLst>
                              <a:ext uri="{FF2B5EF4-FFF2-40B4-BE49-F238E27FC236}">
                                <a16:creationId xmlns:a16="http://schemas.microsoft.com/office/drawing/2014/main" id="{B45965DA-8119-F346-B78B-95D8507549C3}"/>
                              </a:ext>
                            </a:extLst>
                          </p:cNvPr>
                          <p:cNvCxnSpPr>
                            <a:endCxn id="920"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26" name="Straight Connector 925">
                            <a:extLst>
                              <a:ext uri="{FF2B5EF4-FFF2-40B4-BE49-F238E27FC236}">
                                <a16:creationId xmlns:a16="http://schemas.microsoft.com/office/drawing/2014/main" id="{358648E1-B6D7-BB4E-B30C-0ABC3A20459F}"/>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15" name="Group 914">
                          <a:extLst>
                            <a:ext uri="{FF2B5EF4-FFF2-40B4-BE49-F238E27FC236}">
                              <a16:creationId xmlns:a16="http://schemas.microsoft.com/office/drawing/2014/main" id="{6E3FD144-ACD9-8B46-8DFA-31013DF10219}"/>
                            </a:ext>
                          </a:extLst>
                        </p:cNvPr>
                        <p:cNvGrpSpPr/>
                        <p:nvPr/>
                      </p:nvGrpSpPr>
                      <p:grpSpPr>
                        <a:xfrm>
                          <a:off x="1770362" y="2873352"/>
                          <a:ext cx="441422" cy="369332"/>
                          <a:chOff x="667045" y="1708643"/>
                          <a:chExt cx="441422" cy="369332"/>
                        </a:xfrm>
                      </p:grpSpPr>
                      <p:sp>
                        <p:nvSpPr>
                          <p:cNvPr id="916" name="Oval 915">
                            <a:extLst>
                              <a:ext uri="{FF2B5EF4-FFF2-40B4-BE49-F238E27FC236}">
                                <a16:creationId xmlns:a16="http://schemas.microsoft.com/office/drawing/2014/main" id="{521E7560-3C19-5445-8F40-2B5FD84E923A}"/>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7" name="TextBox 916">
                            <a:extLst>
                              <a:ext uri="{FF2B5EF4-FFF2-40B4-BE49-F238E27FC236}">
                                <a16:creationId xmlns:a16="http://schemas.microsoft.com/office/drawing/2014/main" id="{6CC18FED-8C8E-6746-82C1-76A1B1E31A06}"/>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2b</a:t>
                            </a:r>
                          </a:p>
                        </p:txBody>
                      </p:sp>
                    </p:grpSp>
                  </p:grpSp>
                  <p:grpSp>
                    <p:nvGrpSpPr>
                      <p:cNvPr id="869" name="Group 868">
                        <a:extLst>
                          <a:ext uri="{FF2B5EF4-FFF2-40B4-BE49-F238E27FC236}">
                            <a16:creationId xmlns:a16="http://schemas.microsoft.com/office/drawing/2014/main" id="{24CDA961-8A3C-1A4A-87FF-9ED829FB0BB9}"/>
                          </a:ext>
                        </a:extLst>
                      </p:cNvPr>
                      <p:cNvGrpSpPr/>
                      <p:nvPr/>
                    </p:nvGrpSpPr>
                    <p:grpSpPr>
                      <a:xfrm>
                        <a:off x="1740320" y="4094669"/>
                        <a:ext cx="565150" cy="369332"/>
                        <a:chOff x="1736090" y="2873352"/>
                        <a:chExt cx="565150" cy="369332"/>
                      </a:xfrm>
                    </p:grpSpPr>
                    <p:grpSp>
                      <p:nvGrpSpPr>
                        <p:cNvPr id="901" name="Group 327">
                          <a:extLst>
                            <a:ext uri="{FF2B5EF4-FFF2-40B4-BE49-F238E27FC236}">
                              <a16:creationId xmlns:a16="http://schemas.microsoft.com/office/drawing/2014/main" id="{FBB55B34-4F76-4F45-A2E1-FE6143EE8638}"/>
                            </a:ext>
                          </a:extLst>
                        </p:cNvPr>
                        <p:cNvGrpSpPr>
                          <a:grpSpLocks/>
                        </p:cNvGrpSpPr>
                        <p:nvPr/>
                      </p:nvGrpSpPr>
                      <p:grpSpPr bwMode="auto">
                        <a:xfrm>
                          <a:off x="1736090" y="2893762"/>
                          <a:ext cx="565150" cy="292100"/>
                          <a:chOff x="1871277" y="1576300"/>
                          <a:chExt cx="1128371" cy="437861"/>
                        </a:xfrm>
                      </p:grpSpPr>
                      <p:sp>
                        <p:nvSpPr>
                          <p:cNvPr id="905" name="Oval 904">
                            <a:extLst>
                              <a:ext uri="{FF2B5EF4-FFF2-40B4-BE49-F238E27FC236}">
                                <a16:creationId xmlns:a16="http://schemas.microsoft.com/office/drawing/2014/main" id="{9C6C507D-6C63-294A-B3E6-403FABD134BF}"/>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06" name="Rectangle 905">
                            <a:extLst>
                              <a:ext uri="{FF2B5EF4-FFF2-40B4-BE49-F238E27FC236}">
                                <a16:creationId xmlns:a16="http://schemas.microsoft.com/office/drawing/2014/main" id="{9E22BB70-F61E-D04A-A519-1D0AF342067F}"/>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07" name="Oval 906">
                            <a:extLst>
                              <a:ext uri="{FF2B5EF4-FFF2-40B4-BE49-F238E27FC236}">
                                <a16:creationId xmlns:a16="http://schemas.microsoft.com/office/drawing/2014/main" id="{D1104472-DC58-0E48-A05B-CA908F609B9F}"/>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908" name="Freeform 907">
                            <a:extLst>
                              <a:ext uri="{FF2B5EF4-FFF2-40B4-BE49-F238E27FC236}">
                                <a16:creationId xmlns:a16="http://schemas.microsoft.com/office/drawing/2014/main" id="{DEA263ED-CEC5-DA4F-B4B0-51403C49CE08}"/>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09" name="Freeform 908">
                            <a:extLst>
                              <a:ext uri="{FF2B5EF4-FFF2-40B4-BE49-F238E27FC236}">
                                <a16:creationId xmlns:a16="http://schemas.microsoft.com/office/drawing/2014/main" id="{397C235E-CDFA-4049-BB15-744CA4F76114}"/>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0" name="Freeform 909">
                            <a:extLst>
                              <a:ext uri="{FF2B5EF4-FFF2-40B4-BE49-F238E27FC236}">
                                <a16:creationId xmlns:a16="http://schemas.microsoft.com/office/drawing/2014/main" id="{FCD39440-5B9B-7746-A7C3-024B9988D5C9}"/>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11" name="Freeform 910">
                            <a:extLst>
                              <a:ext uri="{FF2B5EF4-FFF2-40B4-BE49-F238E27FC236}">
                                <a16:creationId xmlns:a16="http://schemas.microsoft.com/office/drawing/2014/main" id="{6BC1008D-C639-2946-B788-616DC1D442E1}"/>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12" name="Straight Connector 911">
                            <a:extLst>
                              <a:ext uri="{FF2B5EF4-FFF2-40B4-BE49-F238E27FC236}">
                                <a16:creationId xmlns:a16="http://schemas.microsoft.com/office/drawing/2014/main" id="{52AF9C52-A2A0-DB45-B6D1-87BCCD857535}"/>
                              </a:ext>
                            </a:extLst>
                          </p:cNvPr>
                          <p:cNvCxnSpPr>
                            <a:endCxn id="907"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13" name="Straight Connector 912">
                            <a:extLst>
                              <a:ext uri="{FF2B5EF4-FFF2-40B4-BE49-F238E27FC236}">
                                <a16:creationId xmlns:a16="http://schemas.microsoft.com/office/drawing/2014/main" id="{3045BEB5-088F-4041-BC9C-FC9418665394}"/>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902" name="Group 901">
                          <a:extLst>
                            <a:ext uri="{FF2B5EF4-FFF2-40B4-BE49-F238E27FC236}">
                              <a16:creationId xmlns:a16="http://schemas.microsoft.com/office/drawing/2014/main" id="{2A51E43C-BAA7-0042-8AAA-798AC7449271}"/>
                            </a:ext>
                          </a:extLst>
                        </p:cNvPr>
                        <p:cNvGrpSpPr/>
                        <p:nvPr/>
                      </p:nvGrpSpPr>
                      <p:grpSpPr>
                        <a:xfrm>
                          <a:off x="1770362" y="2873352"/>
                          <a:ext cx="441422" cy="369332"/>
                          <a:chOff x="667045" y="1708643"/>
                          <a:chExt cx="441422" cy="369332"/>
                        </a:xfrm>
                      </p:grpSpPr>
                      <p:sp>
                        <p:nvSpPr>
                          <p:cNvPr id="903" name="Oval 902">
                            <a:extLst>
                              <a:ext uri="{FF2B5EF4-FFF2-40B4-BE49-F238E27FC236}">
                                <a16:creationId xmlns:a16="http://schemas.microsoft.com/office/drawing/2014/main" id="{50FB2868-EF79-8146-9629-D6ED30AF39B2}"/>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04" name="TextBox 903">
                            <a:extLst>
                              <a:ext uri="{FF2B5EF4-FFF2-40B4-BE49-F238E27FC236}">
                                <a16:creationId xmlns:a16="http://schemas.microsoft.com/office/drawing/2014/main" id="{BF56E4DD-3E9B-734D-A27A-A1D220E3D2EA}"/>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2d</a:t>
                            </a:r>
                          </a:p>
                        </p:txBody>
                      </p:sp>
                    </p:grpSp>
                  </p:grpSp>
                  <p:grpSp>
                    <p:nvGrpSpPr>
                      <p:cNvPr id="870" name="Group 869">
                        <a:extLst>
                          <a:ext uri="{FF2B5EF4-FFF2-40B4-BE49-F238E27FC236}">
                            <a16:creationId xmlns:a16="http://schemas.microsoft.com/office/drawing/2014/main" id="{D438F4A2-E4FF-7F41-B86F-D77DCC378D3C}"/>
                          </a:ext>
                        </a:extLst>
                      </p:cNvPr>
                      <p:cNvGrpSpPr/>
                      <p:nvPr/>
                    </p:nvGrpSpPr>
                    <p:grpSpPr>
                      <a:xfrm>
                        <a:off x="2601806" y="3485072"/>
                        <a:ext cx="565150" cy="369332"/>
                        <a:chOff x="1736090" y="2873352"/>
                        <a:chExt cx="565150" cy="369332"/>
                      </a:xfrm>
                    </p:grpSpPr>
                    <p:grpSp>
                      <p:nvGrpSpPr>
                        <p:cNvPr id="888" name="Group 327">
                          <a:extLst>
                            <a:ext uri="{FF2B5EF4-FFF2-40B4-BE49-F238E27FC236}">
                              <a16:creationId xmlns:a16="http://schemas.microsoft.com/office/drawing/2014/main" id="{8C7E775C-1367-9049-B5AD-A39C7DC7FCC5}"/>
                            </a:ext>
                          </a:extLst>
                        </p:cNvPr>
                        <p:cNvGrpSpPr>
                          <a:grpSpLocks/>
                        </p:cNvGrpSpPr>
                        <p:nvPr/>
                      </p:nvGrpSpPr>
                      <p:grpSpPr bwMode="auto">
                        <a:xfrm>
                          <a:off x="1736090" y="2893762"/>
                          <a:ext cx="565150" cy="292100"/>
                          <a:chOff x="1871277" y="1576300"/>
                          <a:chExt cx="1128371" cy="437861"/>
                        </a:xfrm>
                      </p:grpSpPr>
                      <p:sp>
                        <p:nvSpPr>
                          <p:cNvPr id="892" name="Oval 891">
                            <a:extLst>
                              <a:ext uri="{FF2B5EF4-FFF2-40B4-BE49-F238E27FC236}">
                                <a16:creationId xmlns:a16="http://schemas.microsoft.com/office/drawing/2014/main" id="{0599E5C5-DAA9-0242-9F3C-91363C5B82BB}"/>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93" name="Rectangle 892">
                            <a:extLst>
                              <a:ext uri="{FF2B5EF4-FFF2-40B4-BE49-F238E27FC236}">
                                <a16:creationId xmlns:a16="http://schemas.microsoft.com/office/drawing/2014/main" id="{97711880-E256-7746-83DE-1059E47DA5FD}"/>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94" name="Oval 893">
                            <a:extLst>
                              <a:ext uri="{FF2B5EF4-FFF2-40B4-BE49-F238E27FC236}">
                                <a16:creationId xmlns:a16="http://schemas.microsoft.com/office/drawing/2014/main" id="{0F65D2F0-AA32-2143-A1DA-1FB3459451D1}"/>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95" name="Freeform 894">
                            <a:extLst>
                              <a:ext uri="{FF2B5EF4-FFF2-40B4-BE49-F238E27FC236}">
                                <a16:creationId xmlns:a16="http://schemas.microsoft.com/office/drawing/2014/main" id="{7F060615-5429-5F4F-8931-4F3531FAC56D}"/>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96" name="Freeform 895">
                            <a:extLst>
                              <a:ext uri="{FF2B5EF4-FFF2-40B4-BE49-F238E27FC236}">
                                <a16:creationId xmlns:a16="http://schemas.microsoft.com/office/drawing/2014/main" id="{0227F0D2-46F1-DD48-99E9-CCE7B0B163B6}"/>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97" name="Freeform 896">
                            <a:extLst>
                              <a:ext uri="{FF2B5EF4-FFF2-40B4-BE49-F238E27FC236}">
                                <a16:creationId xmlns:a16="http://schemas.microsoft.com/office/drawing/2014/main" id="{B2AE2C46-5E54-B949-B61D-DDDAF1F92C3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98" name="Freeform 897">
                            <a:extLst>
                              <a:ext uri="{FF2B5EF4-FFF2-40B4-BE49-F238E27FC236}">
                                <a16:creationId xmlns:a16="http://schemas.microsoft.com/office/drawing/2014/main" id="{E62940AD-612B-3640-8ED1-AFA8A7AEC6A0}"/>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899" name="Straight Connector 898">
                            <a:extLst>
                              <a:ext uri="{FF2B5EF4-FFF2-40B4-BE49-F238E27FC236}">
                                <a16:creationId xmlns:a16="http://schemas.microsoft.com/office/drawing/2014/main" id="{C783DA74-AC98-084E-8C9B-9A40409A8290}"/>
                              </a:ext>
                            </a:extLst>
                          </p:cNvPr>
                          <p:cNvCxnSpPr>
                            <a:endCxn id="89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900" name="Straight Connector 899">
                            <a:extLst>
                              <a:ext uri="{FF2B5EF4-FFF2-40B4-BE49-F238E27FC236}">
                                <a16:creationId xmlns:a16="http://schemas.microsoft.com/office/drawing/2014/main" id="{FCA5460F-9A86-9E48-A6D1-6448FEB282CB}"/>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89" name="Group 888">
                          <a:extLst>
                            <a:ext uri="{FF2B5EF4-FFF2-40B4-BE49-F238E27FC236}">
                              <a16:creationId xmlns:a16="http://schemas.microsoft.com/office/drawing/2014/main" id="{418A8BBE-82F4-0447-8BAD-72DBA791E424}"/>
                            </a:ext>
                          </a:extLst>
                        </p:cNvPr>
                        <p:cNvGrpSpPr/>
                        <p:nvPr/>
                      </p:nvGrpSpPr>
                      <p:grpSpPr>
                        <a:xfrm>
                          <a:off x="1770362" y="2873352"/>
                          <a:ext cx="428460" cy="369332"/>
                          <a:chOff x="667045" y="1708643"/>
                          <a:chExt cx="428460" cy="369332"/>
                        </a:xfrm>
                      </p:grpSpPr>
                      <p:sp>
                        <p:nvSpPr>
                          <p:cNvPr id="890" name="Oval 889">
                            <a:extLst>
                              <a:ext uri="{FF2B5EF4-FFF2-40B4-BE49-F238E27FC236}">
                                <a16:creationId xmlns:a16="http://schemas.microsoft.com/office/drawing/2014/main" id="{68C1CC24-1322-304B-AA91-1A45B88054C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91" name="TextBox 890">
                            <a:extLst>
                              <a:ext uri="{FF2B5EF4-FFF2-40B4-BE49-F238E27FC236}">
                                <a16:creationId xmlns:a16="http://schemas.microsoft.com/office/drawing/2014/main" id="{3736B38C-24F8-7F45-A7AB-38AF3A9B596A}"/>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2c</a:t>
                            </a:r>
                          </a:p>
                        </p:txBody>
                      </p:sp>
                    </p:grpSp>
                  </p:grpSp>
                  <p:grpSp>
                    <p:nvGrpSpPr>
                      <p:cNvPr id="871" name="Group 870">
                        <a:extLst>
                          <a:ext uri="{FF2B5EF4-FFF2-40B4-BE49-F238E27FC236}">
                            <a16:creationId xmlns:a16="http://schemas.microsoft.com/office/drawing/2014/main" id="{2C74275F-BBFE-6447-843A-7EC70E8CD1D1}"/>
                          </a:ext>
                        </a:extLst>
                      </p:cNvPr>
                      <p:cNvGrpSpPr/>
                      <p:nvPr/>
                    </p:nvGrpSpPr>
                    <p:grpSpPr>
                      <a:xfrm>
                        <a:off x="833331" y="3478719"/>
                        <a:ext cx="565150" cy="369332"/>
                        <a:chOff x="1736090" y="2873352"/>
                        <a:chExt cx="565150" cy="369332"/>
                      </a:xfrm>
                    </p:grpSpPr>
                    <p:grpSp>
                      <p:nvGrpSpPr>
                        <p:cNvPr id="875" name="Group 327">
                          <a:extLst>
                            <a:ext uri="{FF2B5EF4-FFF2-40B4-BE49-F238E27FC236}">
                              <a16:creationId xmlns:a16="http://schemas.microsoft.com/office/drawing/2014/main" id="{D0AE3EC0-5AED-5C42-A3E9-2B6A4F31A3D5}"/>
                            </a:ext>
                          </a:extLst>
                        </p:cNvPr>
                        <p:cNvGrpSpPr>
                          <a:grpSpLocks/>
                        </p:cNvGrpSpPr>
                        <p:nvPr/>
                      </p:nvGrpSpPr>
                      <p:grpSpPr bwMode="auto">
                        <a:xfrm>
                          <a:off x="1736090" y="2893762"/>
                          <a:ext cx="565150" cy="292100"/>
                          <a:chOff x="1871277" y="1576300"/>
                          <a:chExt cx="1128371" cy="437861"/>
                        </a:xfrm>
                      </p:grpSpPr>
                      <p:sp>
                        <p:nvSpPr>
                          <p:cNvPr id="879" name="Oval 878">
                            <a:extLst>
                              <a:ext uri="{FF2B5EF4-FFF2-40B4-BE49-F238E27FC236}">
                                <a16:creationId xmlns:a16="http://schemas.microsoft.com/office/drawing/2014/main" id="{6A1C7C0B-D9BE-5B47-BAEA-4ECE7B460324}"/>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80" name="Rectangle 879">
                            <a:extLst>
                              <a:ext uri="{FF2B5EF4-FFF2-40B4-BE49-F238E27FC236}">
                                <a16:creationId xmlns:a16="http://schemas.microsoft.com/office/drawing/2014/main" id="{FC785F69-7AC5-DD41-9551-7E83D1AEAC3E}"/>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81" name="Oval 880">
                            <a:extLst>
                              <a:ext uri="{FF2B5EF4-FFF2-40B4-BE49-F238E27FC236}">
                                <a16:creationId xmlns:a16="http://schemas.microsoft.com/office/drawing/2014/main" id="{B93AB64D-3B6F-C24C-83B6-D356C7CDB590}"/>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82" name="Freeform 881">
                            <a:extLst>
                              <a:ext uri="{FF2B5EF4-FFF2-40B4-BE49-F238E27FC236}">
                                <a16:creationId xmlns:a16="http://schemas.microsoft.com/office/drawing/2014/main" id="{41809955-8183-3142-B344-7571F9E26B27}"/>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83" name="Freeform 882">
                            <a:extLst>
                              <a:ext uri="{FF2B5EF4-FFF2-40B4-BE49-F238E27FC236}">
                                <a16:creationId xmlns:a16="http://schemas.microsoft.com/office/drawing/2014/main" id="{C8469625-6E06-9845-8260-D6163EBF6C64}"/>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84" name="Freeform 883">
                            <a:extLst>
                              <a:ext uri="{FF2B5EF4-FFF2-40B4-BE49-F238E27FC236}">
                                <a16:creationId xmlns:a16="http://schemas.microsoft.com/office/drawing/2014/main" id="{136A834D-35D4-0D44-942B-5144B62D80AC}"/>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85" name="Freeform 884">
                            <a:extLst>
                              <a:ext uri="{FF2B5EF4-FFF2-40B4-BE49-F238E27FC236}">
                                <a16:creationId xmlns:a16="http://schemas.microsoft.com/office/drawing/2014/main" id="{B9D90F43-3AD5-FF4B-BA60-21F0FEAC3691}"/>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886" name="Straight Connector 885">
                            <a:extLst>
                              <a:ext uri="{FF2B5EF4-FFF2-40B4-BE49-F238E27FC236}">
                                <a16:creationId xmlns:a16="http://schemas.microsoft.com/office/drawing/2014/main" id="{7F23707A-76AD-2347-B654-9F3BCB3429D2}"/>
                              </a:ext>
                            </a:extLst>
                          </p:cNvPr>
                          <p:cNvCxnSpPr>
                            <a:endCxn id="88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887" name="Straight Connector 886">
                            <a:extLst>
                              <a:ext uri="{FF2B5EF4-FFF2-40B4-BE49-F238E27FC236}">
                                <a16:creationId xmlns:a16="http://schemas.microsoft.com/office/drawing/2014/main" id="{9F19899B-1A48-7049-8FFC-A709621ECD1E}"/>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76" name="Group 875">
                          <a:extLst>
                            <a:ext uri="{FF2B5EF4-FFF2-40B4-BE49-F238E27FC236}">
                              <a16:creationId xmlns:a16="http://schemas.microsoft.com/office/drawing/2014/main" id="{7BBC5130-A420-2445-99B2-7B8D78F70D8C}"/>
                            </a:ext>
                          </a:extLst>
                        </p:cNvPr>
                        <p:cNvGrpSpPr/>
                        <p:nvPr/>
                      </p:nvGrpSpPr>
                      <p:grpSpPr>
                        <a:xfrm>
                          <a:off x="1770362" y="2873352"/>
                          <a:ext cx="441422" cy="369332"/>
                          <a:chOff x="667045" y="1708643"/>
                          <a:chExt cx="441422" cy="369332"/>
                        </a:xfrm>
                      </p:grpSpPr>
                      <p:sp>
                        <p:nvSpPr>
                          <p:cNvPr id="877" name="Oval 876">
                            <a:extLst>
                              <a:ext uri="{FF2B5EF4-FFF2-40B4-BE49-F238E27FC236}">
                                <a16:creationId xmlns:a16="http://schemas.microsoft.com/office/drawing/2014/main" id="{4A4979ED-9DB5-5B43-B1BD-990D4B3E3B84}"/>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78" name="TextBox 877">
                            <a:extLst>
                              <a:ext uri="{FF2B5EF4-FFF2-40B4-BE49-F238E27FC236}">
                                <a16:creationId xmlns:a16="http://schemas.microsoft.com/office/drawing/2014/main" id="{C37287CE-B17F-944D-9D74-B45F5DB31878}"/>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a:t>
                            </a:r>
                          </a:p>
                        </p:txBody>
                      </p:sp>
                    </p:grpSp>
                  </p:grpSp>
                  <p:cxnSp>
                    <p:nvCxnSpPr>
                      <p:cNvPr id="872" name="Straight Connector 871">
                        <a:extLst>
                          <a:ext uri="{FF2B5EF4-FFF2-40B4-BE49-F238E27FC236}">
                            <a16:creationId xmlns:a16="http://schemas.microsoft.com/office/drawing/2014/main" id="{53A5BF8E-8026-7544-B095-2B0810EC45C7}"/>
                          </a:ext>
                        </a:extLst>
                      </p:cNvPr>
                      <p:cNvCxnSpPr>
                        <a:stCxn id="918"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873" name="Straight Connector 872">
                        <a:extLst>
                          <a:ext uri="{FF2B5EF4-FFF2-40B4-BE49-F238E27FC236}">
                            <a16:creationId xmlns:a16="http://schemas.microsoft.com/office/drawing/2014/main" id="{ACB55289-44C7-324C-BFC9-1ED03EFCF8F9}"/>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874" name="Straight Connector 873">
                        <a:extLst>
                          <a:ext uri="{FF2B5EF4-FFF2-40B4-BE49-F238E27FC236}">
                            <a16:creationId xmlns:a16="http://schemas.microsoft.com/office/drawing/2014/main" id="{1EC0EB31-5ADC-0C48-AFEC-E9E36690E86E}"/>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grpSp>
              <p:sp>
                <p:nvSpPr>
                  <p:cNvPr id="865" name="TextBox 864">
                    <a:extLst>
                      <a:ext uri="{FF2B5EF4-FFF2-40B4-BE49-F238E27FC236}">
                        <a16:creationId xmlns:a16="http://schemas.microsoft.com/office/drawing/2014/main" id="{7C5DA395-36E1-DD47-882C-C99275A9433C}"/>
                      </a:ext>
                    </a:extLst>
                  </p:cNvPr>
                  <p:cNvSpPr txBox="1"/>
                  <p:nvPr/>
                </p:nvSpPr>
                <p:spPr>
                  <a:xfrm>
                    <a:off x="4833576" y="4910165"/>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2</a:t>
                    </a:r>
                  </a:p>
                </p:txBody>
              </p:sp>
            </p:grpSp>
            <p:grpSp>
              <p:nvGrpSpPr>
                <p:cNvPr id="731" name="Group 730">
                  <a:extLst>
                    <a:ext uri="{FF2B5EF4-FFF2-40B4-BE49-F238E27FC236}">
                      <a16:creationId xmlns:a16="http://schemas.microsoft.com/office/drawing/2014/main" id="{0C916CC7-B4E3-6E47-B4D4-FF966179F5F8}"/>
                    </a:ext>
                  </a:extLst>
                </p:cNvPr>
                <p:cNvGrpSpPr/>
                <p:nvPr/>
              </p:nvGrpSpPr>
              <p:grpSpPr>
                <a:xfrm>
                  <a:off x="8100574" y="3694542"/>
                  <a:ext cx="2575521" cy="1672516"/>
                  <a:chOff x="8100574" y="3694542"/>
                  <a:chExt cx="2575521" cy="1672516"/>
                </a:xfrm>
              </p:grpSpPr>
              <p:sp>
                <p:nvSpPr>
                  <p:cNvPr id="799" name="Freeform 2">
                    <a:extLst>
                      <a:ext uri="{FF2B5EF4-FFF2-40B4-BE49-F238E27FC236}">
                        <a16:creationId xmlns:a16="http://schemas.microsoft.com/office/drawing/2014/main" id="{C9F1C8EF-9CA0-DF4E-BF7B-98289E3B0EAD}"/>
                      </a:ext>
                    </a:extLst>
                  </p:cNvPr>
                  <p:cNvSpPr>
                    <a:spLocks/>
                  </p:cNvSpPr>
                  <p:nvPr/>
                </p:nvSpPr>
                <p:spPr bwMode="auto">
                  <a:xfrm>
                    <a:off x="8100574" y="3694542"/>
                    <a:ext cx="2575521" cy="1672516"/>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0"/>
                    </a:endParaRPr>
                  </a:p>
                </p:txBody>
              </p:sp>
              <p:grpSp>
                <p:nvGrpSpPr>
                  <p:cNvPr id="800" name="Group 799">
                    <a:extLst>
                      <a:ext uri="{FF2B5EF4-FFF2-40B4-BE49-F238E27FC236}">
                        <a16:creationId xmlns:a16="http://schemas.microsoft.com/office/drawing/2014/main" id="{326D4158-E78D-4546-871D-E05C73E9AA2C}"/>
                      </a:ext>
                    </a:extLst>
                  </p:cNvPr>
                  <p:cNvGrpSpPr/>
                  <p:nvPr/>
                </p:nvGrpSpPr>
                <p:grpSpPr>
                  <a:xfrm>
                    <a:off x="8136838" y="3735782"/>
                    <a:ext cx="2402775" cy="1530043"/>
                    <a:chOff x="8136838" y="3735782"/>
                    <a:chExt cx="2402775" cy="1530043"/>
                  </a:xfrm>
                </p:grpSpPr>
                <p:grpSp>
                  <p:nvGrpSpPr>
                    <p:cNvPr id="801" name="Group 800">
                      <a:extLst>
                        <a:ext uri="{FF2B5EF4-FFF2-40B4-BE49-F238E27FC236}">
                          <a16:creationId xmlns:a16="http://schemas.microsoft.com/office/drawing/2014/main" id="{AC187CFF-80D8-C74D-B9E1-7BF4C1B951FF}"/>
                        </a:ext>
                      </a:extLst>
                    </p:cNvPr>
                    <p:cNvGrpSpPr/>
                    <p:nvPr/>
                  </p:nvGrpSpPr>
                  <p:grpSpPr>
                    <a:xfrm>
                      <a:off x="8324065" y="3830658"/>
                      <a:ext cx="2215548" cy="1435167"/>
                      <a:chOff x="833331" y="2873352"/>
                      <a:chExt cx="2333625" cy="1590649"/>
                    </a:xfrm>
                  </p:grpSpPr>
                  <p:grpSp>
                    <p:nvGrpSpPr>
                      <p:cNvPr id="803" name="Group 802">
                        <a:extLst>
                          <a:ext uri="{FF2B5EF4-FFF2-40B4-BE49-F238E27FC236}">
                            <a16:creationId xmlns:a16="http://schemas.microsoft.com/office/drawing/2014/main" id="{CB08FB85-D943-144F-B125-69A1C14B73A0}"/>
                          </a:ext>
                        </a:extLst>
                      </p:cNvPr>
                      <p:cNvGrpSpPr/>
                      <p:nvPr/>
                    </p:nvGrpSpPr>
                    <p:grpSpPr>
                      <a:xfrm>
                        <a:off x="1736090" y="2873352"/>
                        <a:ext cx="565150" cy="369332"/>
                        <a:chOff x="1736090" y="2873352"/>
                        <a:chExt cx="565150" cy="369332"/>
                      </a:xfrm>
                    </p:grpSpPr>
                    <p:grpSp>
                      <p:nvGrpSpPr>
                        <p:cNvPr id="851" name="Group 327">
                          <a:extLst>
                            <a:ext uri="{FF2B5EF4-FFF2-40B4-BE49-F238E27FC236}">
                              <a16:creationId xmlns:a16="http://schemas.microsoft.com/office/drawing/2014/main" id="{2B8FE84F-C44F-EA4C-A549-35EA36422370}"/>
                            </a:ext>
                          </a:extLst>
                        </p:cNvPr>
                        <p:cNvGrpSpPr>
                          <a:grpSpLocks/>
                        </p:cNvGrpSpPr>
                        <p:nvPr/>
                      </p:nvGrpSpPr>
                      <p:grpSpPr bwMode="auto">
                        <a:xfrm>
                          <a:off x="1736090" y="2893762"/>
                          <a:ext cx="565150" cy="292100"/>
                          <a:chOff x="1871277" y="1576300"/>
                          <a:chExt cx="1128371" cy="437861"/>
                        </a:xfrm>
                      </p:grpSpPr>
                      <p:sp>
                        <p:nvSpPr>
                          <p:cNvPr id="855" name="Oval 854">
                            <a:extLst>
                              <a:ext uri="{FF2B5EF4-FFF2-40B4-BE49-F238E27FC236}">
                                <a16:creationId xmlns:a16="http://schemas.microsoft.com/office/drawing/2014/main" id="{AE2BBEA1-8076-5645-86CE-C5805362D83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56" name="Rectangle 855">
                            <a:extLst>
                              <a:ext uri="{FF2B5EF4-FFF2-40B4-BE49-F238E27FC236}">
                                <a16:creationId xmlns:a16="http://schemas.microsoft.com/office/drawing/2014/main" id="{B8A5768D-3F4A-7C4D-878E-9B015CD110BD}"/>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57" name="Oval 856">
                            <a:extLst>
                              <a:ext uri="{FF2B5EF4-FFF2-40B4-BE49-F238E27FC236}">
                                <a16:creationId xmlns:a16="http://schemas.microsoft.com/office/drawing/2014/main" id="{6BD7EA63-23AB-0241-9C6E-B4354EAF50F6}"/>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58" name="Freeform 857">
                            <a:extLst>
                              <a:ext uri="{FF2B5EF4-FFF2-40B4-BE49-F238E27FC236}">
                                <a16:creationId xmlns:a16="http://schemas.microsoft.com/office/drawing/2014/main" id="{0AF22987-4194-544D-A544-71116358FA66}"/>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59" name="Freeform 858">
                            <a:extLst>
                              <a:ext uri="{FF2B5EF4-FFF2-40B4-BE49-F238E27FC236}">
                                <a16:creationId xmlns:a16="http://schemas.microsoft.com/office/drawing/2014/main" id="{4CED5FED-05FD-9D48-A262-AE91D9D25F10}"/>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60" name="Freeform 859">
                            <a:extLst>
                              <a:ext uri="{FF2B5EF4-FFF2-40B4-BE49-F238E27FC236}">
                                <a16:creationId xmlns:a16="http://schemas.microsoft.com/office/drawing/2014/main" id="{ED6BD9FD-C89E-0949-9804-02451005F431}"/>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61" name="Freeform 860">
                            <a:extLst>
                              <a:ext uri="{FF2B5EF4-FFF2-40B4-BE49-F238E27FC236}">
                                <a16:creationId xmlns:a16="http://schemas.microsoft.com/office/drawing/2014/main" id="{2DBBB645-187E-5747-84B2-B71897F6E882}"/>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862" name="Straight Connector 861">
                            <a:extLst>
                              <a:ext uri="{FF2B5EF4-FFF2-40B4-BE49-F238E27FC236}">
                                <a16:creationId xmlns:a16="http://schemas.microsoft.com/office/drawing/2014/main" id="{443D5C88-8856-7D41-93D0-8D377BB3ABAE}"/>
                              </a:ext>
                            </a:extLst>
                          </p:cNvPr>
                          <p:cNvCxnSpPr>
                            <a:endCxn id="857"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863" name="Straight Connector 862">
                            <a:extLst>
                              <a:ext uri="{FF2B5EF4-FFF2-40B4-BE49-F238E27FC236}">
                                <a16:creationId xmlns:a16="http://schemas.microsoft.com/office/drawing/2014/main" id="{94FB2721-9B50-6F47-9890-E9309552F94A}"/>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52" name="Group 851">
                          <a:extLst>
                            <a:ext uri="{FF2B5EF4-FFF2-40B4-BE49-F238E27FC236}">
                              <a16:creationId xmlns:a16="http://schemas.microsoft.com/office/drawing/2014/main" id="{9C98ECD3-27C8-D14F-A2E7-A4C3DEE23636}"/>
                            </a:ext>
                          </a:extLst>
                        </p:cNvPr>
                        <p:cNvGrpSpPr/>
                        <p:nvPr/>
                      </p:nvGrpSpPr>
                      <p:grpSpPr>
                        <a:xfrm>
                          <a:off x="1770362" y="2873352"/>
                          <a:ext cx="441422" cy="369332"/>
                          <a:chOff x="667045" y="1708643"/>
                          <a:chExt cx="441422" cy="369332"/>
                        </a:xfrm>
                      </p:grpSpPr>
                      <p:sp>
                        <p:nvSpPr>
                          <p:cNvPr id="853" name="Oval 852">
                            <a:extLst>
                              <a:ext uri="{FF2B5EF4-FFF2-40B4-BE49-F238E27FC236}">
                                <a16:creationId xmlns:a16="http://schemas.microsoft.com/office/drawing/2014/main" id="{936E1921-DF37-F041-A022-931108C16025}"/>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54" name="TextBox 853">
                            <a:extLst>
                              <a:ext uri="{FF2B5EF4-FFF2-40B4-BE49-F238E27FC236}">
                                <a16:creationId xmlns:a16="http://schemas.microsoft.com/office/drawing/2014/main" id="{35F627A8-A033-7649-A179-1DD10B438F94}"/>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3b</a:t>
                            </a:r>
                          </a:p>
                        </p:txBody>
                      </p:sp>
                    </p:grpSp>
                  </p:grpSp>
                  <p:grpSp>
                    <p:nvGrpSpPr>
                      <p:cNvPr id="804" name="Group 803">
                        <a:extLst>
                          <a:ext uri="{FF2B5EF4-FFF2-40B4-BE49-F238E27FC236}">
                            <a16:creationId xmlns:a16="http://schemas.microsoft.com/office/drawing/2014/main" id="{721F473A-15B1-574E-9233-E08F643328FE}"/>
                          </a:ext>
                        </a:extLst>
                      </p:cNvPr>
                      <p:cNvGrpSpPr/>
                      <p:nvPr/>
                    </p:nvGrpSpPr>
                    <p:grpSpPr>
                      <a:xfrm>
                        <a:off x="1740320" y="4094669"/>
                        <a:ext cx="565150" cy="369332"/>
                        <a:chOff x="1736090" y="2873352"/>
                        <a:chExt cx="565150" cy="369332"/>
                      </a:xfrm>
                    </p:grpSpPr>
                    <p:grpSp>
                      <p:nvGrpSpPr>
                        <p:cNvPr id="838" name="Group 327">
                          <a:extLst>
                            <a:ext uri="{FF2B5EF4-FFF2-40B4-BE49-F238E27FC236}">
                              <a16:creationId xmlns:a16="http://schemas.microsoft.com/office/drawing/2014/main" id="{5D2FFA4B-7F26-084C-89F3-0B3F268F8032}"/>
                            </a:ext>
                          </a:extLst>
                        </p:cNvPr>
                        <p:cNvGrpSpPr>
                          <a:grpSpLocks/>
                        </p:cNvGrpSpPr>
                        <p:nvPr/>
                      </p:nvGrpSpPr>
                      <p:grpSpPr bwMode="auto">
                        <a:xfrm>
                          <a:off x="1736090" y="2893762"/>
                          <a:ext cx="565150" cy="292100"/>
                          <a:chOff x="1871277" y="1576300"/>
                          <a:chExt cx="1128371" cy="437861"/>
                        </a:xfrm>
                      </p:grpSpPr>
                      <p:sp>
                        <p:nvSpPr>
                          <p:cNvPr id="842" name="Oval 841">
                            <a:extLst>
                              <a:ext uri="{FF2B5EF4-FFF2-40B4-BE49-F238E27FC236}">
                                <a16:creationId xmlns:a16="http://schemas.microsoft.com/office/drawing/2014/main" id="{2E44E194-EC26-FE4B-B328-D97C450E3250}"/>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43" name="Rectangle 842">
                            <a:extLst>
                              <a:ext uri="{FF2B5EF4-FFF2-40B4-BE49-F238E27FC236}">
                                <a16:creationId xmlns:a16="http://schemas.microsoft.com/office/drawing/2014/main" id="{617D718E-FF6F-1145-A08E-49249BADA56E}"/>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44" name="Oval 843">
                            <a:extLst>
                              <a:ext uri="{FF2B5EF4-FFF2-40B4-BE49-F238E27FC236}">
                                <a16:creationId xmlns:a16="http://schemas.microsoft.com/office/drawing/2014/main" id="{64E6AA91-8404-E040-8791-0DA5B730A101}"/>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45" name="Freeform 844">
                            <a:extLst>
                              <a:ext uri="{FF2B5EF4-FFF2-40B4-BE49-F238E27FC236}">
                                <a16:creationId xmlns:a16="http://schemas.microsoft.com/office/drawing/2014/main" id="{35AA234B-14C9-934A-A247-AB3777025398}"/>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46" name="Freeform 845">
                            <a:extLst>
                              <a:ext uri="{FF2B5EF4-FFF2-40B4-BE49-F238E27FC236}">
                                <a16:creationId xmlns:a16="http://schemas.microsoft.com/office/drawing/2014/main" id="{0C22DB79-CD97-234D-847F-E68CC9693D20}"/>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47" name="Freeform 846">
                            <a:extLst>
                              <a:ext uri="{FF2B5EF4-FFF2-40B4-BE49-F238E27FC236}">
                                <a16:creationId xmlns:a16="http://schemas.microsoft.com/office/drawing/2014/main" id="{26401730-ACB4-104C-9FA1-7653AED3B8D7}"/>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48" name="Freeform 847">
                            <a:extLst>
                              <a:ext uri="{FF2B5EF4-FFF2-40B4-BE49-F238E27FC236}">
                                <a16:creationId xmlns:a16="http://schemas.microsoft.com/office/drawing/2014/main" id="{E10FF36F-2EBF-2648-8C45-ADE3962380F7}"/>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849" name="Straight Connector 848">
                            <a:extLst>
                              <a:ext uri="{FF2B5EF4-FFF2-40B4-BE49-F238E27FC236}">
                                <a16:creationId xmlns:a16="http://schemas.microsoft.com/office/drawing/2014/main" id="{0F24D3EE-9895-C640-A0C0-61A7B1299E3E}"/>
                              </a:ext>
                            </a:extLst>
                          </p:cNvPr>
                          <p:cNvCxnSpPr>
                            <a:endCxn id="84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850" name="Straight Connector 849">
                            <a:extLst>
                              <a:ext uri="{FF2B5EF4-FFF2-40B4-BE49-F238E27FC236}">
                                <a16:creationId xmlns:a16="http://schemas.microsoft.com/office/drawing/2014/main" id="{765EDC04-7E30-954A-B0F3-00CCC7404803}"/>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39" name="Group 838">
                          <a:extLst>
                            <a:ext uri="{FF2B5EF4-FFF2-40B4-BE49-F238E27FC236}">
                              <a16:creationId xmlns:a16="http://schemas.microsoft.com/office/drawing/2014/main" id="{57BB86FC-7295-EB45-932B-17FAD0875FBB}"/>
                            </a:ext>
                          </a:extLst>
                        </p:cNvPr>
                        <p:cNvGrpSpPr/>
                        <p:nvPr/>
                      </p:nvGrpSpPr>
                      <p:grpSpPr>
                        <a:xfrm>
                          <a:off x="1770362" y="2873352"/>
                          <a:ext cx="441422" cy="369332"/>
                          <a:chOff x="667045" y="1708643"/>
                          <a:chExt cx="441422" cy="369332"/>
                        </a:xfrm>
                      </p:grpSpPr>
                      <p:sp>
                        <p:nvSpPr>
                          <p:cNvPr id="840" name="Oval 839">
                            <a:extLst>
                              <a:ext uri="{FF2B5EF4-FFF2-40B4-BE49-F238E27FC236}">
                                <a16:creationId xmlns:a16="http://schemas.microsoft.com/office/drawing/2014/main" id="{C03DDE60-B168-F24E-BAB8-C9ED48A56DC8}"/>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41" name="TextBox 840">
                            <a:extLst>
                              <a:ext uri="{FF2B5EF4-FFF2-40B4-BE49-F238E27FC236}">
                                <a16:creationId xmlns:a16="http://schemas.microsoft.com/office/drawing/2014/main" id="{532CEA14-D8F9-F44B-8A93-C1D4196FFA2D}"/>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3d</a:t>
                            </a:r>
                          </a:p>
                        </p:txBody>
                      </p:sp>
                    </p:grpSp>
                  </p:grpSp>
                  <p:grpSp>
                    <p:nvGrpSpPr>
                      <p:cNvPr id="805" name="Group 804">
                        <a:extLst>
                          <a:ext uri="{FF2B5EF4-FFF2-40B4-BE49-F238E27FC236}">
                            <a16:creationId xmlns:a16="http://schemas.microsoft.com/office/drawing/2014/main" id="{71F2ABB3-1F37-1749-A71A-D55C4164C6D3}"/>
                          </a:ext>
                        </a:extLst>
                      </p:cNvPr>
                      <p:cNvGrpSpPr/>
                      <p:nvPr/>
                    </p:nvGrpSpPr>
                    <p:grpSpPr>
                      <a:xfrm>
                        <a:off x="2601806" y="3485072"/>
                        <a:ext cx="565150" cy="369332"/>
                        <a:chOff x="1736090" y="2873352"/>
                        <a:chExt cx="565150" cy="369332"/>
                      </a:xfrm>
                    </p:grpSpPr>
                    <p:grpSp>
                      <p:nvGrpSpPr>
                        <p:cNvPr id="825" name="Group 327">
                          <a:extLst>
                            <a:ext uri="{FF2B5EF4-FFF2-40B4-BE49-F238E27FC236}">
                              <a16:creationId xmlns:a16="http://schemas.microsoft.com/office/drawing/2014/main" id="{2651DCEF-09B4-C942-A0F3-FA87951DD865}"/>
                            </a:ext>
                          </a:extLst>
                        </p:cNvPr>
                        <p:cNvGrpSpPr>
                          <a:grpSpLocks/>
                        </p:cNvGrpSpPr>
                        <p:nvPr/>
                      </p:nvGrpSpPr>
                      <p:grpSpPr bwMode="auto">
                        <a:xfrm>
                          <a:off x="1736090" y="2893762"/>
                          <a:ext cx="565150" cy="292100"/>
                          <a:chOff x="1871277" y="1576300"/>
                          <a:chExt cx="1128371" cy="437861"/>
                        </a:xfrm>
                      </p:grpSpPr>
                      <p:sp>
                        <p:nvSpPr>
                          <p:cNvPr id="829" name="Oval 828">
                            <a:extLst>
                              <a:ext uri="{FF2B5EF4-FFF2-40B4-BE49-F238E27FC236}">
                                <a16:creationId xmlns:a16="http://schemas.microsoft.com/office/drawing/2014/main" id="{CA0BA046-ADD1-DF43-9064-2BD897B3CAB8}"/>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30" name="Rectangle 829">
                            <a:extLst>
                              <a:ext uri="{FF2B5EF4-FFF2-40B4-BE49-F238E27FC236}">
                                <a16:creationId xmlns:a16="http://schemas.microsoft.com/office/drawing/2014/main" id="{882472DD-BC97-CA41-B9FE-B478A85C5FC6}"/>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31" name="Oval 830">
                            <a:extLst>
                              <a:ext uri="{FF2B5EF4-FFF2-40B4-BE49-F238E27FC236}">
                                <a16:creationId xmlns:a16="http://schemas.microsoft.com/office/drawing/2014/main" id="{0DF677DC-458B-4249-9F0B-4BEA8992A469}"/>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32" name="Freeform 831">
                            <a:extLst>
                              <a:ext uri="{FF2B5EF4-FFF2-40B4-BE49-F238E27FC236}">
                                <a16:creationId xmlns:a16="http://schemas.microsoft.com/office/drawing/2014/main" id="{0F164491-88B9-F549-89BF-3249CF0EC7A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33" name="Freeform 832">
                            <a:extLst>
                              <a:ext uri="{FF2B5EF4-FFF2-40B4-BE49-F238E27FC236}">
                                <a16:creationId xmlns:a16="http://schemas.microsoft.com/office/drawing/2014/main" id="{2758E550-A851-E74D-8E4C-C8A45774D081}"/>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34" name="Freeform 833">
                            <a:extLst>
                              <a:ext uri="{FF2B5EF4-FFF2-40B4-BE49-F238E27FC236}">
                                <a16:creationId xmlns:a16="http://schemas.microsoft.com/office/drawing/2014/main" id="{1350CAC8-6F9F-564A-823C-89EC27BAC74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35" name="Freeform 834">
                            <a:extLst>
                              <a:ext uri="{FF2B5EF4-FFF2-40B4-BE49-F238E27FC236}">
                                <a16:creationId xmlns:a16="http://schemas.microsoft.com/office/drawing/2014/main" id="{97B1F333-DA1A-0F4B-B54D-DB2B8B8F2B9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836" name="Straight Connector 835">
                            <a:extLst>
                              <a:ext uri="{FF2B5EF4-FFF2-40B4-BE49-F238E27FC236}">
                                <a16:creationId xmlns:a16="http://schemas.microsoft.com/office/drawing/2014/main" id="{0A3849EA-872C-6847-A5A3-116B6EC439E7}"/>
                              </a:ext>
                            </a:extLst>
                          </p:cNvPr>
                          <p:cNvCxnSpPr>
                            <a:endCxn id="83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837" name="Straight Connector 836">
                            <a:extLst>
                              <a:ext uri="{FF2B5EF4-FFF2-40B4-BE49-F238E27FC236}">
                                <a16:creationId xmlns:a16="http://schemas.microsoft.com/office/drawing/2014/main" id="{56B8C882-098F-AD46-B77F-9CC83FFDFA36}"/>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26" name="Group 825">
                          <a:extLst>
                            <a:ext uri="{FF2B5EF4-FFF2-40B4-BE49-F238E27FC236}">
                              <a16:creationId xmlns:a16="http://schemas.microsoft.com/office/drawing/2014/main" id="{250BE9B6-B57D-F94F-BCB6-B73C86BEC82D}"/>
                            </a:ext>
                          </a:extLst>
                        </p:cNvPr>
                        <p:cNvGrpSpPr/>
                        <p:nvPr/>
                      </p:nvGrpSpPr>
                      <p:grpSpPr>
                        <a:xfrm>
                          <a:off x="1770362" y="2873352"/>
                          <a:ext cx="428460" cy="369332"/>
                          <a:chOff x="667045" y="1708643"/>
                          <a:chExt cx="428460" cy="369332"/>
                        </a:xfrm>
                      </p:grpSpPr>
                      <p:sp>
                        <p:nvSpPr>
                          <p:cNvPr id="827" name="Oval 826">
                            <a:extLst>
                              <a:ext uri="{FF2B5EF4-FFF2-40B4-BE49-F238E27FC236}">
                                <a16:creationId xmlns:a16="http://schemas.microsoft.com/office/drawing/2014/main" id="{440673B1-5B90-3B47-B433-5B745BEF7ED0}"/>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28" name="TextBox 827">
                            <a:extLst>
                              <a:ext uri="{FF2B5EF4-FFF2-40B4-BE49-F238E27FC236}">
                                <a16:creationId xmlns:a16="http://schemas.microsoft.com/office/drawing/2014/main" id="{CEFFE0E5-506B-494E-9F80-E0ED1385C913}"/>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3c</a:t>
                            </a:r>
                          </a:p>
                        </p:txBody>
                      </p:sp>
                    </p:grpSp>
                  </p:grpSp>
                  <p:grpSp>
                    <p:nvGrpSpPr>
                      <p:cNvPr id="806" name="Group 805">
                        <a:extLst>
                          <a:ext uri="{FF2B5EF4-FFF2-40B4-BE49-F238E27FC236}">
                            <a16:creationId xmlns:a16="http://schemas.microsoft.com/office/drawing/2014/main" id="{934EAAF5-7899-6048-985B-55771C310E30}"/>
                          </a:ext>
                        </a:extLst>
                      </p:cNvPr>
                      <p:cNvGrpSpPr/>
                      <p:nvPr/>
                    </p:nvGrpSpPr>
                    <p:grpSpPr>
                      <a:xfrm>
                        <a:off x="833331" y="3478719"/>
                        <a:ext cx="565150" cy="369332"/>
                        <a:chOff x="1736090" y="2873352"/>
                        <a:chExt cx="565150" cy="369332"/>
                      </a:xfrm>
                    </p:grpSpPr>
                    <p:grpSp>
                      <p:nvGrpSpPr>
                        <p:cNvPr id="812" name="Group 327">
                          <a:extLst>
                            <a:ext uri="{FF2B5EF4-FFF2-40B4-BE49-F238E27FC236}">
                              <a16:creationId xmlns:a16="http://schemas.microsoft.com/office/drawing/2014/main" id="{EA2F9A36-B4FF-064C-8E95-B92BA1EFBC03}"/>
                            </a:ext>
                          </a:extLst>
                        </p:cNvPr>
                        <p:cNvGrpSpPr>
                          <a:grpSpLocks/>
                        </p:cNvGrpSpPr>
                        <p:nvPr/>
                      </p:nvGrpSpPr>
                      <p:grpSpPr bwMode="auto">
                        <a:xfrm>
                          <a:off x="1736090" y="2893762"/>
                          <a:ext cx="565150" cy="292100"/>
                          <a:chOff x="1871277" y="1576300"/>
                          <a:chExt cx="1128371" cy="437861"/>
                        </a:xfrm>
                      </p:grpSpPr>
                      <p:sp>
                        <p:nvSpPr>
                          <p:cNvPr id="816" name="Oval 815">
                            <a:extLst>
                              <a:ext uri="{FF2B5EF4-FFF2-40B4-BE49-F238E27FC236}">
                                <a16:creationId xmlns:a16="http://schemas.microsoft.com/office/drawing/2014/main" id="{C9B42101-EA24-6842-96B2-075E8CDEE55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17" name="Rectangle 816">
                            <a:extLst>
                              <a:ext uri="{FF2B5EF4-FFF2-40B4-BE49-F238E27FC236}">
                                <a16:creationId xmlns:a16="http://schemas.microsoft.com/office/drawing/2014/main" id="{DD6446F3-EBED-4C4E-98E8-DFA3342992AF}"/>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18" name="Oval 817">
                            <a:extLst>
                              <a:ext uri="{FF2B5EF4-FFF2-40B4-BE49-F238E27FC236}">
                                <a16:creationId xmlns:a16="http://schemas.microsoft.com/office/drawing/2014/main" id="{276754CC-BC24-D645-88C4-AD8ABBDAC205}"/>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819" name="Freeform 818">
                            <a:extLst>
                              <a:ext uri="{FF2B5EF4-FFF2-40B4-BE49-F238E27FC236}">
                                <a16:creationId xmlns:a16="http://schemas.microsoft.com/office/drawing/2014/main" id="{5A8BD987-737D-FA44-B273-88A8F35DF04E}"/>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20" name="Freeform 819">
                            <a:extLst>
                              <a:ext uri="{FF2B5EF4-FFF2-40B4-BE49-F238E27FC236}">
                                <a16:creationId xmlns:a16="http://schemas.microsoft.com/office/drawing/2014/main" id="{F85E71B3-F6FD-5D41-8B69-1BEF4807052C}"/>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21" name="Freeform 820">
                            <a:extLst>
                              <a:ext uri="{FF2B5EF4-FFF2-40B4-BE49-F238E27FC236}">
                                <a16:creationId xmlns:a16="http://schemas.microsoft.com/office/drawing/2014/main" id="{D1004E37-7132-B444-A2A9-00EFCF8A5B13}"/>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22" name="Freeform 821">
                            <a:extLst>
                              <a:ext uri="{FF2B5EF4-FFF2-40B4-BE49-F238E27FC236}">
                                <a16:creationId xmlns:a16="http://schemas.microsoft.com/office/drawing/2014/main" id="{D1933192-6FC3-1F4C-A774-BFD867FD86B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823" name="Straight Connector 822">
                            <a:extLst>
                              <a:ext uri="{FF2B5EF4-FFF2-40B4-BE49-F238E27FC236}">
                                <a16:creationId xmlns:a16="http://schemas.microsoft.com/office/drawing/2014/main" id="{90A448BE-7308-2149-A3B1-04243C3579A4}"/>
                              </a:ext>
                            </a:extLst>
                          </p:cNvPr>
                          <p:cNvCxnSpPr>
                            <a:endCxn id="81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824" name="Straight Connector 823">
                            <a:extLst>
                              <a:ext uri="{FF2B5EF4-FFF2-40B4-BE49-F238E27FC236}">
                                <a16:creationId xmlns:a16="http://schemas.microsoft.com/office/drawing/2014/main" id="{3D23F772-4772-4944-9814-58585E15D2CC}"/>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813" name="Group 812">
                          <a:extLst>
                            <a:ext uri="{FF2B5EF4-FFF2-40B4-BE49-F238E27FC236}">
                              <a16:creationId xmlns:a16="http://schemas.microsoft.com/office/drawing/2014/main" id="{3960218D-0B99-B847-9F2F-6D6844AA31C6}"/>
                            </a:ext>
                          </a:extLst>
                        </p:cNvPr>
                        <p:cNvGrpSpPr/>
                        <p:nvPr/>
                      </p:nvGrpSpPr>
                      <p:grpSpPr>
                        <a:xfrm>
                          <a:off x="1770362" y="2873352"/>
                          <a:ext cx="441422" cy="369332"/>
                          <a:chOff x="667045" y="1708643"/>
                          <a:chExt cx="441422" cy="369332"/>
                        </a:xfrm>
                      </p:grpSpPr>
                      <p:sp>
                        <p:nvSpPr>
                          <p:cNvPr id="814" name="Oval 813">
                            <a:extLst>
                              <a:ext uri="{FF2B5EF4-FFF2-40B4-BE49-F238E27FC236}">
                                <a16:creationId xmlns:a16="http://schemas.microsoft.com/office/drawing/2014/main" id="{5EA97AFC-9556-FA4F-A9FC-32D54BB6DE7D}"/>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815" name="TextBox 814">
                            <a:extLst>
                              <a:ext uri="{FF2B5EF4-FFF2-40B4-BE49-F238E27FC236}">
                                <a16:creationId xmlns:a16="http://schemas.microsoft.com/office/drawing/2014/main" id="{ADC46399-42EC-C546-9364-6036E45185B9}"/>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a:t>
                            </a:r>
                          </a:p>
                        </p:txBody>
                      </p:sp>
                    </p:grpSp>
                  </p:grpSp>
                  <p:cxnSp>
                    <p:nvCxnSpPr>
                      <p:cNvPr id="807" name="Straight Connector 806">
                        <a:extLst>
                          <a:ext uri="{FF2B5EF4-FFF2-40B4-BE49-F238E27FC236}">
                            <a16:creationId xmlns:a16="http://schemas.microsoft.com/office/drawing/2014/main" id="{D595D77F-9B17-014B-A773-8B7499AF21FE}"/>
                          </a:ext>
                        </a:extLst>
                      </p:cNvPr>
                      <p:cNvCxnSpPr>
                        <a:stCxn id="854" idx="2"/>
                        <a:endCxn id="841" idx="0"/>
                      </p:cNvCxnSpPr>
                      <p:nvPr/>
                    </p:nvCxnSpPr>
                    <p:spPr bwMode="auto">
                      <a:xfrm>
                        <a:off x="1991073" y="3242684"/>
                        <a:ext cx="4230" cy="851985"/>
                      </a:xfrm>
                      <a:prstGeom prst="line">
                        <a:avLst/>
                      </a:prstGeom>
                      <a:solidFill>
                        <a:srgbClr val="00CC99"/>
                      </a:solidFill>
                      <a:ln w="19050" cap="flat" cmpd="sng" algn="ctr">
                        <a:solidFill>
                          <a:srgbClr val="00009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808" name="Straight Connector 807">
                        <a:extLst>
                          <a:ext uri="{FF2B5EF4-FFF2-40B4-BE49-F238E27FC236}">
                            <a16:creationId xmlns:a16="http://schemas.microsoft.com/office/drawing/2014/main" id="{B60EB8E1-3F2D-124E-9763-9324DE9A9749}"/>
                          </a:ext>
                        </a:extLst>
                      </p:cNvPr>
                      <p:cNvCxnSpPr/>
                      <p:nvPr/>
                    </p:nvCxnSpPr>
                    <p:spPr bwMode="auto">
                      <a:xfrm>
                        <a:off x="1407477" y="3648621"/>
                        <a:ext cx="1204913" cy="635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809" name="Straight Connector 808">
                        <a:extLst>
                          <a:ext uri="{FF2B5EF4-FFF2-40B4-BE49-F238E27FC236}">
                            <a16:creationId xmlns:a16="http://schemas.microsoft.com/office/drawing/2014/main" id="{C0B2D073-9741-6549-9449-917E9E16C403}"/>
                          </a:ext>
                        </a:extLst>
                      </p:cNvPr>
                      <p:cNvCxnSpPr>
                        <a:stCxn id="855"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810" name="Straight Connector 809">
                        <a:extLst>
                          <a:ext uri="{FF2B5EF4-FFF2-40B4-BE49-F238E27FC236}">
                            <a16:creationId xmlns:a16="http://schemas.microsoft.com/office/drawing/2014/main" id="{4D5C178E-157A-D64F-AE50-0F9655E535BF}"/>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811" name="Straight Connector 810">
                        <a:extLst>
                          <a:ext uri="{FF2B5EF4-FFF2-40B4-BE49-F238E27FC236}">
                            <a16:creationId xmlns:a16="http://schemas.microsoft.com/office/drawing/2014/main" id="{A5E3182C-7425-E749-BFC7-44DF79905B35}"/>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sp>
                  <p:nvSpPr>
                    <p:cNvPr id="802" name="TextBox 801">
                      <a:extLst>
                        <a:ext uri="{FF2B5EF4-FFF2-40B4-BE49-F238E27FC236}">
                          <a16:creationId xmlns:a16="http://schemas.microsoft.com/office/drawing/2014/main" id="{19BEA4DD-02C9-1742-B68A-DDA636E66254}"/>
                        </a:ext>
                      </a:extLst>
                    </p:cNvPr>
                    <p:cNvSpPr txBox="1"/>
                    <p:nvPr/>
                  </p:nvSpPr>
                  <p:spPr>
                    <a:xfrm>
                      <a:off x="8136838" y="3735782"/>
                      <a:ext cx="753532" cy="400110"/>
                    </a:xfrm>
                    <a:prstGeom prst="rect">
                      <a:avLst/>
                    </a:prstGeom>
                    <a:noFill/>
                  </p:spPr>
                  <p:txBody>
                    <a:bodyPr wrap="non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3</a:t>
                      </a:r>
                    </a:p>
                  </p:txBody>
                </p:sp>
              </p:grpSp>
            </p:grpSp>
            <p:grpSp>
              <p:nvGrpSpPr>
                <p:cNvPr id="732" name="Group 731">
                  <a:extLst>
                    <a:ext uri="{FF2B5EF4-FFF2-40B4-BE49-F238E27FC236}">
                      <a16:creationId xmlns:a16="http://schemas.microsoft.com/office/drawing/2014/main" id="{25B703B0-45F9-AF4D-95BF-5DCFD65E5FBA}"/>
                    </a:ext>
                  </a:extLst>
                </p:cNvPr>
                <p:cNvGrpSpPr/>
                <p:nvPr/>
              </p:nvGrpSpPr>
              <p:grpSpPr>
                <a:xfrm>
                  <a:off x="1426553" y="4136253"/>
                  <a:ext cx="3452487" cy="1719017"/>
                  <a:chOff x="1426553" y="4136253"/>
                  <a:chExt cx="3452487" cy="1719017"/>
                </a:xfrm>
              </p:grpSpPr>
              <p:grpSp>
                <p:nvGrpSpPr>
                  <p:cNvPr id="734" name="Group 733">
                    <a:extLst>
                      <a:ext uri="{FF2B5EF4-FFF2-40B4-BE49-F238E27FC236}">
                        <a16:creationId xmlns:a16="http://schemas.microsoft.com/office/drawing/2014/main" id="{61CE85DF-9928-444A-87E7-24AA52EF627D}"/>
                      </a:ext>
                    </a:extLst>
                  </p:cNvPr>
                  <p:cNvGrpSpPr/>
                  <p:nvPr/>
                </p:nvGrpSpPr>
                <p:grpSpPr>
                  <a:xfrm>
                    <a:off x="1426553" y="4136253"/>
                    <a:ext cx="2557336" cy="1719017"/>
                    <a:chOff x="-2170772" y="2784954"/>
                    <a:chExt cx="2712783" cy="1853712"/>
                  </a:xfrm>
                </p:grpSpPr>
                <p:sp>
                  <p:nvSpPr>
                    <p:cNvPr id="737" name="Freeform 2">
                      <a:extLst>
                        <a:ext uri="{FF2B5EF4-FFF2-40B4-BE49-F238E27FC236}">
                          <a16:creationId xmlns:a16="http://schemas.microsoft.com/office/drawing/2014/main" id="{E74A625E-9A5E-C54E-9177-7F6CDAD9708F}"/>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9CE0FA"/>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738" name="Group 737">
                      <a:extLst>
                        <a:ext uri="{FF2B5EF4-FFF2-40B4-BE49-F238E27FC236}">
                          <a16:creationId xmlns:a16="http://schemas.microsoft.com/office/drawing/2014/main" id="{005DCEEF-EFC7-514E-8C89-60C23B8D1004}"/>
                        </a:ext>
                      </a:extLst>
                    </p:cNvPr>
                    <p:cNvGrpSpPr/>
                    <p:nvPr/>
                  </p:nvGrpSpPr>
                  <p:grpSpPr>
                    <a:xfrm>
                      <a:off x="-1935370" y="2935816"/>
                      <a:ext cx="2333625" cy="1590649"/>
                      <a:chOff x="833331" y="2873352"/>
                      <a:chExt cx="2333625" cy="1590649"/>
                    </a:xfrm>
                  </p:grpSpPr>
                  <p:grpSp>
                    <p:nvGrpSpPr>
                      <p:cNvPr id="739" name="Group 738">
                        <a:extLst>
                          <a:ext uri="{FF2B5EF4-FFF2-40B4-BE49-F238E27FC236}">
                            <a16:creationId xmlns:a16="http://schemas.microsoft.com/office/drawing/2014/main" id="{AAB72804-6BE8-5748-9B24-6E0EE728AADC}"/>
                          </a:ext>
                        </a:extLst>
                      </p:cNvPr>
                      <p:cNvGrpSpPr/>
                      <p:nvPr/>
                    </p:nvGrpSpPr>
                    <p:grpSpPr>
                      <a:xfrm>
                        <a:off x="1736090" y="2873352"/>
                        <a:ext cx="565150" cy="369332"/>
                        <a:chOff x="1736090" y="2873352"/>
                        <a:chExt cx="565150" cy="369332"/>
                      </a:xfrm>
                    </p:grpSpPr>
                    <p:grpSp>
                      <p:nvGrpSpPr>
                        <p:cNvPr id="786" name="Group 327">
                          <a:extLst>
                            <a:ext uri="{FF2B5EF4-FFF2-40B4-BE49-F238E27FC236}">
                              <a16:creationId xmlns:a16="http://schemas.microsoft.com/office/drawing/2014/main" id="{FA68E032-55E8-8B40-ABAE-F05183A62D56}"/>
                            </a:ext>
                          </a:extLst>
                        </p:cNvPr>
                        <p:cNvGrpSpPr>
                          <a:grpSpLocks/>
                        </p:cNvGrpSpPr>
                        <p:nvPr/>
                      </p:nvGrpSpPr>
                      <p:grpSpPr bwMode="auto">
                        <a:xfrm>
                          <a:off x="1736090" y="2893762"/>
                          <a:ext cx="565150" cy="292100"/>
                          <a:chOff x="1871277" y="1576300"/>
                          <a:chExt cx="1128371" cy="437861"/>
                        </a:xfrm>
                      </p:grpSpPr>
                      <p:sp>
                        <p:nvSpPr>
                          <p:cNvPr id="790" name="Oval 789">
                            <a:extLst>
                              <a:ext uri="{FF2B5EF4-FFF2-40B4-BE49-F238E27FC236}">
                                <a16:creationId xmlns:a16="http://schemas.microsoft.com/office/drawing/2014/main" id="{BD10E64F-4CF2-F34E-AEB0-AD8997DFD8BD}"/>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91" name="Rectangle 790">
                            <a:extLst>
                              <a:ext uri="{FF2B5EF4-FFF2-40B4-BE49-F238E27FC236}">
                                <a16:creationId xmlns:a16="http://schemas.microsoft.com/office/drawing/2014/main" id="{AE94B377-C034-D840-B45A-4702304B1614}"/>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92" name="Oval 791">
                            <a:extLst>
                              <a:ext uri="{FF2B5EF4-FFF2-40B4-BE49-F238E27FC236}">
                                <a16:creationId xmlns:a16="http://schemas.microsoft.com/office/drawing/2014/main" id="{58728178-E5A9-DC40-B418-327E8A4F9D8F}"/>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93" name="Freeform 792">
                            <a:extLst>
                              <a:ext uri="{FF2B5EF4-FFF2-40B4-BE49-F238E27FC236}">
                                <a16:creationId xmlns:a16="http://schemas.microsoft.com/office/drawing/2014/main" id="{5AEB7CD2-090F-794C-AA70-233ED633DA23}"/>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94" name="Freeform 793">
                            <a:extLst>
                              <a:ext uri="{FF2B5EF4-FFF2-40B4-BE49-F238E27FC236}">
                                <a16:creationId xmlns:a16="http://schemas.microsoft.com/office/drawing/2014/main" id="{83125BAA-FA09-E747-974E-E0F54A470A46}"/>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95" name="Freeform 794">
                            <a:extLst>
                              <a:ext uri="{FF2B5EF4-FFF2-40B4-BE49-F238E27FC236}">
                                <a16:creationId xmlns:a16="http://schemas.microsoft.com/office/drawing/2014/main" id="{87103A88-30C2-5345-982D-0F945134F71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96" name="Freeform 795">
                            <a:extLst>
                              <a:ext uri="{FF2B5EF4-FFF2-40B4-BE49-F238E27FC236}">
                                <a16:creationId xmlns:a16="http://schemas.microsoft.com/office/drawing/2014/main" id="{5047CBF9-975B-9C45-99F0-408800C1BB79}"/>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797" name="Straight Connector 796">
                            <a:extLst>
                              <a:ext uri="{FF2B5EF4-FFF2-40B4-BE49-F238E27FC236}">
                                <a16:creationId xmlns:a16="http://schemas.microsoft.com/office/drawing/2014/main" id="{AD2BA30B-6DEF-894C-907B-399D236BCF34}"/>
                              </a:ext>
                            </a:extLst>
                          </p:cNvPr>
                          <p:cNvCxnSpPr>
                            <a:endCxn id="79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798" name="Straight Connector 797">
                            <a:extLst>
                              <a:ext uri="{FF2B5EF4-FFF2-40B4-BE49-F238E27FC236}">
                                <a16:creationId xmlns:a16="http://schemas.microsoft.com/office/drawing/2014/main" id="{F207D725-2B15-474F-90B1-EFB0D8D008A9}"/>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787" name="Group 786">
                          <a:extLst>
                            <a:ext uri="{FF2B5EF4-FFF2-40B4-BE49-F238E27FC236}">
                              <a16:creationId xmlns:a16="http://schemas.microsoft.com/office/drawing/2014/main" id="{B2436551-7EC1-D94E-88A5-A751023040D5}"/>
                            </a:ext>
                          </a:extLst>
                        </p:cNvPr>
                        <p:cNvGrpSpPr/>
                        <p:nvPr/>
                      </p:nvGrpSpPr>
                      <p:grpSpPr>
                        <a:xfrm>
                          <a:off x="1770362" y="2873352"/>
                          <a:ext cx="441422" cy="369332"/>
                          <a:chOff x="667045" y="1708643"/>
                          <a:chExt cx="441422" cy="369332"/>
                        </a:xfrm>
                      </p:grpSpPr>
                      <p:sp>
                        <p:nvSpPr>
                          <p:cNvPr id="788" name="Oval 787">
                            <a:extLst>
                              <a:ext uri="{FF2B5EF4-FFF2-40B4-BE49-F238E27FC236}">
                                <a16:creationId xmlns:a16="http://schemas.microsoft.com/office/drawing/2014/main" id="{ACD4F590-5511-8C49-856C-D9F61EC3A6F1}"/>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89" name="TextBox 788">
                            <a:extLst>
                              <a:ext uri="{FF2B5EF4-FFF2-40B4-BE49-F238E27FC236}">
                                <a16:creationId xmlns:a16="http://schemas.microsoft.com/office/drawing/2014/main" id="{C2CDE2C1-D78A-0441-8274-26D8DC0CF38C}"/>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1b</a:t>
                            </a:r>
                          </a:p>
                        </p:txBody>
                      </p:sp>
                    </p:grpSp>
                  </p:grpSp>
                  <p:grpSp>
                    <p:nvGrpSpPr>
                      <p:cNvPr id="740" name="Group 739">
                        <a:extLst>
                          <a:ext uri="{FF2B5EF4-FFF2-40B4-BE49-F238E27FC236}">
                            <a16:creationId xmlns:a16="http://schemas.microsoft.com/office/drawing/2014/main" id="{30B06503-E49F-DC47-9B3A-3731490D11BE}"/>
                          </a:ext>
                        </a:extLst>
                      </p:cNvPr>
                      <p:cNvGrpSpPr/>
                      <p:nvPr/>
                    </p:nvGrpSpPr>
                    <p:grpSpPr>
                      <a:xfrm>
                        <a:off x="1740320" y="4094669"/>
                        <a:ext cx="565150" cy="369332"/>
                        <a:chOff x="1736090" y="2873352"/>
                        <a:chExt cx="565150" cy="369332"/>
                      </a:xfrm>
                    </p:grpSpPr>
                    <p:grpSp>
                      <p:nvGrpSpPr>
                        <p:cNvPr id="773" name="Group 327">
                          <a:extLst>
                            <a:ext uri="{FF2B5EF4-FFF2-40B4-BE49-F238E27FC236}">
                              <a16:creationId xmlns:a16="http://schemas.microsoft.com/office/drawing/2014/main" id="{2DF5F91E-84FA-834A-B744-DDF2B6BE2C6B}"/>
                            </a:ext>
                          </a:extLst>
                        </p:cNvPr>
                        <p:cNvGrpSpPr>
                          <a:grpSpLocks/>
                        </p:cNvGrpSpPr>
                        <p:nvPr/>
                      </p:nvGrpSpPr>
                      <p:grpSpPr bwMode="auto">
                        <a:xfrm>
                          <a:off x="1736090" y="2893762"/>
                          <a:ext cx="565150" cy="292100"/>
                          <a:chOff x="1871277" y="1576300"/>
                          <a:chExt cx="1128371" cy="437861"/>
                        </a:xfrm>
                      </p:grpSpPr>
                      <p:sp>
                        <p:nvSpPr>
                          <p:cNvPr id="777" name="Oval 776">
                            <a:extLst>
                              <a:ext uri="{FF2B5EF4-FFF2-40B4-BE49-F238E27FC236}">
                                <a16:creationId xmlns:a16="http://schemas.microsoft.com/office/drawing/2014/main" id="{E9733A7F-2AA5-2E4A-A2DB-9A5E48276362}"/>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78" name="Rectangle 777">
                            <a:extLst>
                              <a:ext uri="{FF2B5EF4-FFF2-40B4-BE49-F238E27FC236}">
                                <a16:creationId xmlns:a16="http://schemas.microsoft.com/office/drawing/2014/main" id="{42A70AC3-35DD-6C4E-81FA-829BE6DA3CA0}"/>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79" name="Oval 778">
                            <a:extLst>
                              <a:ext uri="{FF2B5EF4-FFF2-40B4-BE49-F238E27FC236}">
                                <a16:creationId xmlns:a16="http://schemas.microsoft.com/office/drawing/2014/main" id="{A2304BF1-3DDD-9340-8A84-AE9C369F51D4}"/>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80" name="Freeform 779">
                            <a:extLst>
                              <a:ext uri="{FF2B5EF4-FFF2-40B4-BE49-F238E27FC236}">
                                <a16:creationId xmlns:a16="http://schemas.microsoft.com/office/drawing/2014/main" id="{C3970DA3-3E29-074C-AC04-97FF17D7508B}"/>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81" name="Freeform 780">
                            <a:extLst>
                              <a:ext uri="{FF2B5EF4-FFF2-40B4-BE49-F238E27FC236}">
                                <a16:creationId xmlns:a16="http://schemas.microsoft.com/office/drawing/2014/main" id="{A39C2CAD-8AE3-D646-96F8-76FA1622C78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82" name="Freeform 781">
                            <a:extLst>
                              <a:ext uri="{FF2B5EF4-FFF2-40B4-BE49-F238E27FC236}">
                                <a16:creationId xmlns:a16="http://schemas.microsoft.com/office/drawing/2014/main" id="{8E58313C-9438-C241-BDDB-74043441908A}"/>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83" name="Freeform 782">
                            <a:extLst>
                              <a:ext uri="{FF2B5EF4-FFF2-40B4-BE49-F238E27FC236}">
                                <a16:creationId xmlns:a16="http://schemas.microsoft.com/office/drawing/2014/main" id="{9CBF95A9-3F3A-1444-B368-813148C6B131}"/>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784" name="Straight Connector 783">
                            <a:extLst>
                              <a:ext uri="{FF2B5EF4-FFF2-40B4-BE49-F238E27FC236}">
                                <a16:creationId xmlns:a16="http://schemas.microsoft.com/office/drawing/2014/main" id="{A0367D39-3CC9-2441-B780-91D982F2F0E8}"/>
                              </a:ext>
                            </a:extLst>
                          </p:cNvPr>
                          <p:cNvCxnSpPr>
                            <a:endCxn id="77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785" name="Straight Connector 784">
                            <a:extLst>
                              <a:ext uri="{FF2B5EF4-FFF2-40B4-BE49-F238E27FC236}">
                                <a16:creationId xmlns:a16="http://schemas.microsoft.com/office/drawing/2014/main" id="{8F40F5A7-D40E-8B4C-AFDC-FC86F9537BCD}"/>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774" name="Group 773">
                          <a:extLst>
                            <a:ext uri="{FF2B5EF4-FFF2-40B4-BE49-F238E27FC236}">
                              <a16:creationId xmlns:a16="http://schemas.microsoft.com/office/drawing/2014/main" id="{192D6118-E0AD-F84C-A99E-31288D389E76}"/>
                            </a:ext>
                          </a:extLst>
                        </p:cNvPr>
                        <p:cNvGrpSpPr/>
                        <p:nvPr/>
                      </p:nvGrpSpPr>
                      <p:grpSpPr>
                        <a:xfrm>
                          <a:off x="1770362" y="2873352"/>
                          <a:ext cx="441422" cy="369332"/>
                          <a:chOff x="667045" y="1708643"/>
                          <a:chExt cx="441422" cy="369332"/>
                        </a:xfrm>
                      </p:grpSpPr>
                      <p:sp>
                        <p:nvSpPr>
                          <p:cNvPr id="775" name="Oval 774">
                            <a:extLst>
                              <a:ext uri="{FF2B5EF4-FFF2-40B4-BE49-F238E27FC236}">
                                <a16:creationId xmlns:a16="http://schemas.microsoft.com/office/drawing/2014/main" id="{FD8BB520-2A90-7449-A407-C092110AE6DC}"/>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76" name="TextBox 775">
                            <a:extLst>
                              <a:ext uri="{FF2B5EF4-FFF2-40B4-BE49-F238E27FC236}">
                                <a16:creationId xmlns:a16="http://schemas.microsoft.com/office/drawing/2014/main" id="{0F6981BB-37AF-5849-86B5-6BCEE26BBDC0}"/>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1d</a:t>
                            </a:r>
                          </a:p>
                        </p:txBody>
                      </p:sp>
                    </p:grpSp>
                  </p:grpSp>
                  <p:grpSp>
                    <p:nvGrpSpPr>
                      <p:cNvPr id="741" name="Group 740">
                        <a:extLst>
                          <a:ext uri="{FF2B5EF4-FFF2-40B4-BE49-F238E27FC236}">
                            <a16:creationId xmlns:a16="http://schemas.microsoft.com/office/drawing/2014/main" id="{32F58F87-527B-1B40-ACA5-ACBABC3E3937}"/>
                          </a:ext>
                        </a:extLst>
                      </p:cNvPr>
                      <p:cNvGrpSpPr/>
                      <p:nvPr/>
                    </p:nvGrpSpPr>
                    <p:grpSpPr>
                      <a:xfrm>
                        <a:off x="2601806" y="3485072"/>
                        <a:ext cx="565150" cy="369332"/>
                        <a:chOff x="1736090" y="2873352"/>
                        <a:chExt cx="565150" cy="369332"/>
                      </a:xfrm>
                    </p:grpSpPr>
                    <p:grpSp>
                      <p:nvGrpSpPr>
                        <p:cNvPr id="760" name="Group 327">
                          <a:extLst>
                            <a:ext uri="{FF2B5EF4-FFF2-40B4-BE49-F238E27FC236}">
                              <a16:creationId xmlns:a16="http://schemas.microsoft.com/office/drawing/2014/main" id="{26A2847C-9B2E-3B4D-A0A8-23BF9E8573CE}"/>
                            </a:ext>
                          </a:extLst>
                        </p:cNvPr>
                        <p:cNvGrpSpPr>
                          <a:grpSpLocks/>
                        </p:cNvGrpSpPr>
                        <p:nvPr/>
                      </p:nvGrpSpPr>
                      <p:grpSpPr bwMode="auto">
                        <a:xfrm>
                          <a:off x="1736090" y="2893762"/>
                          <a:ext cx="565150" cy="292100"/>
                          <a:chOff x="1871277" y="1576300"/>
                          <a:chExt cx="1128371" cy="437861"/>
                        </a:xfrm>
                      </p:grpSpPr>
                      <p:sp>
                        <p:nvSpPr>
                          <p:cNvPr id="764" name="Oval 763">
                            <a:extLst>
                              <a:ext uri="{FF2B5EF4-FFF2-40B4-BE49-F238E27FC236}">
                                <a16:creationId xmlns:a16="http://schemas.microsoft.com/office/drawing/2014/main" id="{30C26719-CE59-9542-89AE-113EE4378C1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65" name="Rectangle 764">
                            <a:extLst>
                              <a:ext uri="{FF2B5EF4-FFF2-40B4-BE49-F238E27FC236}">
                                <a16:creationId xmlns:a16="http://schemas.microsoft.com/office/drawing/2014/main" id="{A8E5EF72-8959-A141-A27F-DCBB3B6FC5F6}"/>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66" name="Oval 765">
                            <a:extLst>
                              <a:ext uri="{FF2B5EF4-FFF2-40B4-BE49-F238E27FC236}">
                                <a16:creationId xmlns:a16="http://schemas.microsoft.com/office/drawing/2014/main" id="{DB0E1E96-6E05-444E-AFE1-7FED441A28DB}"/>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67" name="Freeform 766">
                            <a:extLst>
                              <a:ext uri="{FF2B5EF4-FFF2-40B4-BE49-F238E27FC236}">
                                <a16:creationId xmlns:a16="http://schemas.microsoft.com/office/drawing/2014/main" id="{D804BAE9-01C9-F04F-864A-DC69CA8704C8}"/>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68" name="Freeform 767">
                            <a:extLst>
                              <a:ext uri="{FF2B5EF4-FFF2-40B4-BE49-F238E27FC236}">
                                <a16:creationId xmlns:a16="http://schemas.microsoft.com/office/drawing/2014/main" id="{B80D1005-8D7E-794B-B66A-BBEE9BB83D4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69" name="Freeform 768">
                            <a:extLst>
                              <a:ext uri="{FF2B5EF4-FFF2-40B4-BE49-F238E27FC236}">
                                <a16:creationId xmlns:a16="http://schemas.microsoft.com/office/drawing/2014/main" id="{26061C07-030E-2943-8233-ED972C0F1DE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70" name="Freeform 769">
                            <a:extLst>
                              <a:ext uri="{FF2B5EF4-FFF2-40B4-BE49-F238E27FC236}">
                                <a16:creationId xmlns:a16="http://schemas.microsoft.com/office/drawing/2014/main" id="{3BC56B66-F93D-6E4E-9C3A-FA330ACFD489}"/>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771" name="Straight Connector 770">
                            <a:extLst>
                              <a:ext uri="{FF2B5EF4-FFF2-40B4-BE49-F238E27FC236}">
                                <a16:creationId xmlns:a16="http://schemas.microsoft.com/office/drawing/2014/main" id="{FA079037-40EF-364F-8071-B27874032277}"/>
                              </a:ext>
                            </a:extLst>
                          </p:cNvPr>
                          <p:cNvCxnSpPr>
                            <a:endCxn id="766"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772" name="Straight Connector 771">
                            <a:extLst>
                              <a:ext uri="{FF2B5EF4-FFF2-40B4-BE49-F238E27FC236}">
                                <a16:creationId xmlns:a16="http://schemas.microsoft.com/office/drawing/2014/main" id="{D68AD61A-014B-2C44-AEA7-6534E8E342D2}"/>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761" name="Group 760">
                          <a:extLst>
                            <a:ext uri="{FF2B5EF4-FFF2-40B4-BE49-F238E27FC236}">
                              <a16:creationId xmlns:a16="http://schemas.microsoft.com/office/drawing/2014/main" id="{87F5F90C-BD59-C24C-B311-C965CD629E11}"/>
                            </a:ext>
                          </a:extLst>
                        </p:cNvPr>
                        <p:cNvGrpSpPr/>
                        <p:nvPr/>
                      </p:nvGrpSpPr>
                      <p:grpSpPr>
                        <a:xfrm>
                          <a:off x="1770362" y="2873352"/>
                          <a:ext cx="428460" cy="369332"/>
                          <a:chOff x="667045" y="1708643"/>
                          <a:chExt cx="428460" cy="369332"/>
                        </a:xfrm>
                      </p:grpSpPr>
                      <p:sp>
                        <p:nvSpPr>
                          <p:cNvPr id="762" name="Oval 761">
                            <a:extLst>
                              <a:ext uri="{FF2B5EF4-FFF2-40B4-BE49-F238E27FC236}">
                                <a16:creationId xmlns:a16="http://schemas.microsoft.com/office/drawing/2014/main" id="{7C520CBA-321F-F843-9FC1-D6E80EC7AEDF}"/>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63" name="TextBox 762">
                            <a:extLst>
                              <a:ext uri="{FF2B5EF4-FFF2-40B4-BE49-F238E27FC236}">
                                <a16:creationId xmlns:a16="http://schemas.microsoft.com/office/drawing/2014/main" id="{ECCEE075-3442-A44F-BF70-46ED02410670}"/>
                              </a:ext>
                            </a:extLst>
                          </p:cNvPr>
                          <p:cNvSpPr txBox="1"/>
                          <p:nvPr/>
                        </p:nvSpPr>
                        <p:spPr>
                          <a:xfrm>
                            <a:off x="667045" y="1708643"/>
                            <a:ext cx="428460"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1c</a:t>
                            </a:r>
                          </a:p>
                        </p:txBody>
                      </p:sp>
                    </p:grpSp>
                  </p:grpSp>
                  <p:grpSp>
                    <p:nvGrpSpPr>
                      <p:cNvPr id="742" name="Group 741">
                        <a:extLst>
                          <a:ext uri="{FF2B5EF4-FFF2-40B4-BE49-F238E27FC236}">
                            <a16:creationId xmlns:a16="http://schemas.microsoft.com/office/drawing/2014/main" id="{A020CA2E-AA9F-4E45-9B49-88BD8CF4D581}"/>
                          </a:ext>
                        </a:extLst>
                      </p:cNvPr>
                      <p:cNvGrpSpPr/>
                      <p:nvPr/>
                    </p:nvGrpSpPr>
                    <p:grpSpPr>
                      <a:xfrm>
                        <a:off x="833331" y="3478719"/>
                        <a:ext cx="565150" cy="369332"/>
                        <a:chOff x="1736090" y="2873352"/>
                        <a:chExt cx="565150" cy="369332"/>
                      </a:xfrm>
                    </p:grpSpPr>
                    <p:grpSp>
                      <p:nvGrpSpPr>
                        <p:cNvPr id="747" name="Group 327">
                          <a:extLst>
                            <a:ext uri="{FF2B5EF4-FFF2-40B4-BE49-F238E27FC236}">
                              <a16:creationId xmlns:a16="http://schemas.microsoft.com/office/drawing/2014/main" id="{1D1A1E72-3B17-A940-AC16-3BF9D55AC222}"/>
                            </a:ext>
                          </a:extLst>
                        </p:cNvPr>
                        <p:cNvGrpSpPr>
                          <a:grpSpLocks/>
                        </p:cNvGrpSpPr>
                        <p:nvPr/>
                      </p:nvGrpSpPr>
                      <p:grpSpPr bwMode="auto">
                        <a:xfrm>
                          <a:off x="1736090" y="2893762"/>
                          <a:ext cx="565150" cy="292100"/>
                          <a:chOff x="1871277" y="1576300"/>
                          <a:chExt cx="1128371" cy="437861"/>
                        </a:xfrm>
                      </p:grpSpPr>
                      <p:sp>
                        <p:nvSpPr>
                          <p:cNvPr id="751" name="Oval 750">
                            <a:extLst>
                              <a:ext uri="{FF2B5EF4-FFF2-40B4-BE49-F238E27FC236}">
                                <a16:creationId xmlns:a16="http://schemas.microsoft.com/office/drawing/2014/main" id="{B433E55A-8E54-A948-BFFA-495C9897ED5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52" name="Rectangle 751">
                            <a:extLst>
                              <a:ext uri="{FF2B5EF4-FFF2-40B4-BE49-F238E27FC236}">
                                <a16:creationId xmlns:a16="http://schemas.microsoft.com/office/drawing/2014/main" id="{1FAC2971-718D-8749-B0A3-A391F5616E3E}"/>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53" name="Oval 752">
                            <a:extLst>
                              <a:ext uri="{FF2B5EF4-FFF2-40B4-BE49-F238E27FC236}">
                                <a16:creationId xmlns:a16="http://schemas.microsoft.com/office/drawing/2014/main" id="{9CB00B62-F2EF-4245-907B-8857ED29453C}"/>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54" name="Freeform 753">
                            <a:extLst>
                              <a:ext uri="{FF2B5EF4-FFF2-40B4-BE49-F238E27FC236}">
                                <a16:creationId xmlns:a16="http://schemas.microsoft.com/office/drawing/2014/main" id="{776591EF-CB11-1B4F-8B98-2BD585425445}"/>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55" name="Freeform 754">
                            <a:extLst>
                              <a:ext uri="{FF2B5EF4-FFF2-40B4-BE49-F238E27FC236}">
                                <a16:creationId xmlns:a16="http://schemas.microsoft.com/office/drawing/2014/main" id="{70168348-6BB3-A44B-B3DC-B315B168EF41}"/>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56" name="Freeform 755">
                            <a:extLst>
                              <a:ext uri="{FF2B5EF4-FFF2-40B4-BE49-F238E27FC236}">
                                <a16:creationId xmlns:a16="http://schemas.microsoft.com/office/drawing/2014/main" id="{5BBBC961-9879-9F47-83D3-63D60E7E761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57" name="Freeform 756">
                            <a:extLst>
                              <a:ext uri="{FF2B5EF4-FFF2-40B4-BE49-F238E27FC236}">
                                <a16:creationId xmlns:a16="http://schemas.microsoft.com/office/drawing/2014/main" id="{9F7AF4E8-DF0D-574C-AE6D-C228DDB00439}"/>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758" name="Straight Connector 757">
                            <a:extLst>
                              <a:ext uri="{FF2B5EF4-FFF2-40B4-BE49-F238E27FC236}">
                                <a16:creationId xmlns:a16="http://schemas.microsoft.com/office/drawing/2014/main" id="{AFD7AD8E-766C-EF47-B73B-8661F3511F9F}"/>
                              </a:ext>
                            </a:extLst>
                          </p:cNvPr>
                          <p:cNvCxnSpPr>
                            <a:endCxn id="753"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759" name="Straight Connector 758">
                            <a:extLst>
                              <a:ext uri="{FF2B5EF4-FFF2-40B4-BE49-F238E27FC236}">
                                <a16:creationId xmlns:a16="http://schemas.microsoft.com/office/drawing/2014/main" id="{18A9AECB-70DF-CD4B-8109-6E3587A404DB}"/>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748" name="Group 747">
                          <a:extLst>
                            <a:ext uri="{FF2B5EF4-FFF2-40B4-BE49-F238E27FC236}">
                              <a16:creationId xmlns:a16="http://schemas.microsoft.com/office/drawing/2014/main" id="{6DBAAB73-EF58-DC45-99FD-A7CCF2A13445}"/>
                            </a:ext>
                          </a:extLst>
                        </p:cNvPr>
                        <p:cNvGrpSpPr/>
                        <p:nvPr/>
                      </p:nvGrpSpPr>
                      <p:grpSpPr>
                        <a:xfrm>
                          <a:off x="1770362" y="2873352"/>
                          <a:ext cx="441422" cy="369332"/>
                          <a:chOff x="667045" y="1708643"/>
                          <a:chExt cx="441422" cy="369332"/>
                        </a:xfrm>
                      </p:grpSpPr>
                      <p:sp>
                        <p:nvSpPr>
                          <p:cNvPr id="749" name="Oval 748">
                            <a:extLst>
                              <a:ext uri="{FF2B5EF4-FFF2-40B4-BE49-F238E27FC236}">
                                <a16:creationId xmlns:a16="http://schemas.microsoft.com/office/drawing/2014/main" id="{81F5B65C-090F-864B-9D3D-6862C07634E5}"/>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50" name="TextBox 749">
                            <a:extLst>
                              <a:ext uri="{FF2B5EF4-FFF2-40B4-BE49-F238E27FC236}">
                                <a16:creationId xmlns:a16="http://schemas.microsoft.com/office/drawing/2014/main" id="{C53E106B-77FA-C14C-9B6D-EE6DFB6EC332}"/>
                              </a:ext>
                            </a:extLst>
                          </p:cNvPr>
                          <p:cNvSpPr txBox="1"/>
                          <p:nvPr/>
                        </p:nvSpPr>
                        <p:spPr>
                          <a:xfrm>
                            <a:off x="667045" y="1708643"/>
                            <a:ext cx="441422"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a:t>
                            </a:r>
                          </a:p>
                        </p:txBody>
                      </p:sp>
                    </p:grpSp>
                  </p:grpSp>
                  <p:cxnSp>
                    <p:nvCxnSpPr>
                      <p:cNvPr id="743" name="Straight Connector 742">
                        <a:extLst>
                          <a:ext uri="{FF2B5EF4-FFF2-40B4-BE49-F238E27FC236}">
                            <a16:creationId xmlns:a16="http://schemas.microsoft.com/office/drawing/2014/main" id="{E4797E7A-8ED8-6C41-8674-EAEC8D18D707}"/>
                          </a:ext>
                        </a:extLst>
                      </p:cNvPr>
                      <p:cNvCxnSpPr>
                        <a:stCxn id="790" idx="7"/>
                      </p:cNvCxnSpPr>
                      <p:nvPr/>
                    </p:nvCxnSpPr>
                    <p:spPr bwMode="auto">
                      <a:xfrm>
                        <a:off x="2218708" y="3154477"/>
                        <a:ext cx="480042" cy="369773"/>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744" name="Straight Connector 743">
                        <a:extLst>
                          <a:ext uri="{FF2B5EF4-FFF2-40B4-BE49-F238E27FC236}">
                            <a16:creationId xmlns:a16="http://schemas.microsoft.com/office/drawing/2014/main" id="{54F17AFF-28C1-274F-9EF2-34DCACE28535}"/>
                          </a:ext>
                        </a:extLst>
                      </p:cNvPr>
                      <p:cNvCxnSpPr/>
                      <p:nvPr/>
                    </p:nvCxnSpPr>
                    <p:spPr bwMode="auto">
                      <a:xfrm>
                        <a:off x="1300073" y="3786304"/>
                        <a:ext cx="477927" cy="357071"/>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745" name="Straight Connector 744">
                        <a:extLst>
                          <a:ext uri="{FF2B5EF4-FFF2-40B4-BE49-F238E27FC236}">
                            <a16:creationId xmlns:a16="http://schemas.microsoft.com/office/drawing/2014/main" id="{AFC3917C-96A3-2D47-9010-605714E6DC3A}"/>
                          </a:ext>
                        </a:extLst>
                      </p:cNvPr>
                      <p:cNvCxnSpPr/>
                      <p:nvPr/>
                    </p:nvCxnSpPr>
                    <p:spPr bwMode="auto">
                      <a:xfrm flipH="1">
                        <a:off x="2196042" y="3783542"/>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746" name="Straight Connector 745">
                        <a:extLst>
                          <a:ext uri="{FF2B5EF4-FFF2-40B4-BE49-F238E27FC236}">
                            <a16:creationId xmlns:a16="http://schemas.microsoft.com/office/drawing/2014/main" id="{FDD35AF7-CBC3-BA4C-88CF-D5CCFA98DA28}"/>
                          </a:ext>
                        </a:extLst>
                      </p:cNvPr>
                      <p:cNvCxnSpPr/>
                      <p:nvPr/>
                    </p:nvCxnSpPr>
                    <p:spPr bwMode="auto">
                      <a:xfrm flipH="1">
                        <a:off x="1287553" y="3166946"/>
                        <a:ext cx="508002" cy="349250"/>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grpSp>
              <p:sp>
                <p:nvSpPr>
                  <p:cNvPr id="735" name="TextBox 734">
                    <a:extLst>
                      <a:ext uri="{FF2B5EF4-FFF2-40B4-BE49-F238E27FC236}">
                        <a16:creationId xmlns:a16="http://schemas.microsoft.com/office/drawing/2014/main" id="{3A6530A1-EBC7-8447-8BD9-642637A446B5}"/>
                      </a:ext>
                    </a:extLst>
                  </p:cNvPr>
                  <p:cNvSpPr txBox="1"/>
                  <p:nvPr/>
                </p:nvSpPr>
                <p:spPr>
                  <a:xfrm>
                    <a:off x="1430686" y="4247082"/>
                    <a:ext cx="753532" cy="400110"/>
                  </a:xfrm>
                  <a:prstGeom prst="rect">
                    <a:avLst/>
                  </a:prstGeom>
                  <a:noFill/>
                </p:spPr>
                <p:txBody>
                  <a:bodyPr wrap="square" rtlCol="0">
                    <a:spAutoFit/>
                  </a:bodyPr>
                  <a:lstStyle/>
                  <a:p>
                    <a:pPr eaLnBrk="0" fontAlgn="base" hangingPunct="0">
                      <a:spcBef>
                        <a:spcPct val="0"/>
                      </a:spcBef>
                      <a:spcAft>
                        <a:spcPct val="0"/>
                      </a:spcAft>
                    </a:pPr>
                    <a:r>
                      <a:rPr lang="en-US" sz="2000">
                        <a:solidFill>
                          <a:srgbClr val="000090"/>
                        </a:solidFill>
                        <a:latin typeface="Arial" charset="0"/>
                        <a:ea typeface="ＭＳ Ｐゴシック" charset="0"/>
                      </a:rPr>
                      <a:t>AS 1</a:t>
                    </a:r>
                  </a:p>
                </p:txBody>
              </p:sp>
              <p:cxnSp>
                <p:nvCxnSpPr>
                  <p:cNvPr id="736" name="Straight Connector 735">
                    <a:extLst>
                      <a:ext uri="{FF2B5EF4-FFF2-40B4-BE49-F238E27FC236}">
                        <a16:creationId xmlns:a16="http://schemas.microsoft.com/office/drawing/2014/main" id="{E0FCBE3F-E795-4C4B-B0C1-FC7BC0309C04}"/>
                      </a:ext>
                    </a:extLst>
                  </p:cNvPr>
                  <p:cNvCxnSpPr>
                    <a:cxnSpLocks/>
                    <a:stCxn id="878" idx="1"/>
                  </p:cNvCxnSpPr>
                  <p:nvPr/>
                </p:nvCxnSpPr>
                <p:spPr bwMode="auto">
                  <a:xfrm flipH="1" flipV="1">
                    <a:off x="3848374" y="5024787"/>
                    <a:ext cx="1030666" cy="698992"/>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cxnSp>
              <p:nvCxnSpPr>
                <p:cNvPr id="733" name="Straight Connector 732">
                  <a:extLst>
                    <a:ext uri="{FF2B5EF4-FFF2-40B4-BE49-F238E27FC236}">
                      <a16:creationId xmlns:a16="http://schemas.microsoft.com/office/drawing/2014/main" id="{CE901D66-734E-3F4B-9A7E-8C2A3FBAE777}"/>
                    </a:ext>
                  </a:extLst>
                </p:cNvPr>
                <p:cNvCxnSpPr>
                  <a:cxnSpLocks/>
                  <a:stCxn id="894" idx="5"/>
                  <a:endCxn id="815" idx="1"/>
                </p:cNvCxnSpPr>
                <p:nvPr/>
              </p:nvCxnSpPr>
              <p:spPr bwMode="auto">
                <a:xfrm flipV="1">
                  <a:off x="6957825" y="4543468"/>
                  <a:ext cx="1398778" cy="1062884"/>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grpSp>
            <p:nvGrpSpPr>
              <p:cNvPr id="713" name="Group 712">
                <a:extLst>
                  <a:ext uri="{FF2B5EF4-FFF2-40B4-BE49-F238E27FC236}">
                    <a16:creationId xmlns:a16="http://schemas.microsoft.com/office/drawing/2014/main" id="{1D597A85-C1F2-AB46-89D9-E4C6C845E8E2}"/>
                  </a:ext>
                </a:extLst>
              </p:cNvPr>
              <p:cNvGrpSpPr/>
              <p:nvPr/>
            </p:nvGrpSpPr>
            <p:grpSpPr>
              <a:xfrm>
                <a:off x="9525929" y="4809915"/>
                <a:ext cx="1701734" cy="616172"/>
                <a:chOff x="6935906" y="5482318"/>
                <a:chExt cx="1701734" cy="616172"/>
              </a:xfrm>
            </p:grpSpPr>
            <p:grpSp>
              <p:nvGrpSpPr>
                <p:cNvPr id="714" name="Group 713">
                  <a:extLst>
                    <a:ext uri="{FF2B5EF4-FFF2-40B4-BE49-F238E27FC236}">
                      <a16:creationId xmlns:a16="http://schemas.microsoft.com/office/drawing/2014/main" id="{006FF1F8-A5A0-924F-A5B5-1B52B2E05516}"/>
                    </a:ext>
                  </a:extLst>
                </p:cNvPr>
                <p:cNvGrpSpPr/>
                <p:nvPr/>
              </p:nvGrpSpPr>
              <p:grpSpPr>
                <a:xfrm>
                  <a:off x="6935906" y="5482318"/>
                  <a:ext cx="1701734" cy="616172"/>
                  <a:chOff x="6808463" y="5108795"/>
                  <a:chExt cx="1701734" cy="616172"/>
                </a:xfrm>
              </p:grpSpPr>
              <p:sp>
                <p:nvSpPr>
                  <p:cNvPr id="716" name="Freeform 2">
                    <a:extLst>
                      <a:ext uri="{FF2B5EF4-FFF2-40B4-BE49-F238E27FC236}">
                        <a16:creationId xmlns:a16="http://schemas.microsoft.com/office/drawing/2014/main" id="{FC1D2B11-E513-554D-8A7B-8D69AC28C804}"/>
                      </a:ext>
                    </a:extLst>
                  </p:cNvPr>
                  <p:cNvSpPr>
                    <a:spLocks/>
                  </p:cNvSpPr>
                  <p:nvPr/>
                </p:nvSpPr>
                <p:spPr bwMode="auto">
                  <a:xfrm>
                    <a:off x="6808463" y="5108795"/>
                    <a:ext cx="1701734" cy="61617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 w 9959"/>
                      <a:gd name="connsiteY0" fmla="*/ 5593 h 11352"/>
                      <a:gd name="connsiteX1" fmla="*/ 1089 w 9959"/>
                      <a:gd name="connsiteY1" fmla="*/ 469 h 11352"/>
                      <a:gd name="connsiteX2" fmla="*/ 4845 w 9959"/>
                      <a:gd name="connsiteY2" fmla="*/ 561 h 11352"/>
                      <a:gd name="connsiteX3" fmla="*/ 8027 w 9959"/>
                      <a:gd name="connsiteY3" fmla="*/ 3370 h 11352"/>
                      <a:gd name="connsiteX4" fmla="*/ 9955 w 9959"/>
                      <a:gd name="connsiteY4" fmla="*/ 5970 h 11352"/>
                      <a:gd name="connsiteX5" fmla="*/ 8435 w 9959"/>
                      <a:gd name="connsiteY5" fmla="*/ 7863 h 11352"/>
                      <a:gd name="connsiteX6" fmla="*/ 5161 w 9959"/>
                      <a:gd name="connsiteY6" fmla="*/ 11352 h 11352"/>
                      <a:gd name="connsiteX7" fmla="*/ 2712 w 9959"/>
                      <a:gd name="connsiteY7" fmla="*/ 8240 h 11352"/>
                      <a:gd name="connsiteX8" fmla="*/ 1334 w 9959"/>
                      <a:gd name="connsiteY8" fmla="*/ 7922 h 11352"/>
                      <a:gd name="connsiteX9" fmla="*/ 4 w 9959"/>
                      <a:gd name="connsiteY9" fmla="*/ 5593 h 11352"/>
                      <a:gd name="connsiteX0" fmla="*/ 0 w 11223"/>
                      <a:gd name="connsiteY0" fmla="*/ 3835 h 9929"/>
                      <a:gd name="connsiteX1" fmla="*/ 2316 w 11223"/>
                      <a:gd name="connsiteY1" fmla="*/ 342 h 9929"/>
                      <a:gd name="connsiteX2" fmla="*/ 6088 w 11223"/>
                      <a:gd name="connsiteY2" fmla="*/ 423 h 9929"/>
                      <a:gd name="connsiteX3" fmla="*/ 9283 w 11223"/>
                      <a:gd name="connsiteY3" fmla="*/ 2898 h 9929"/>
                      <a:gd name="connsiteX4" fmla="*/ 11219 w 11223"/>
                      <a:gd name="connsiteY4" fmla="*/ 5188 h 9929"/>
                      <a:gd name="connsiteX5" fmla="*/ 9693 w 11223"/>
                      <a:gd name="connsiteY5" fmla="*/ 6856 h 9929"/>
                      <a:gd name="connsiteX6" fmla="*/ 6405 w 11223"/>
                      <a:gd name="connsiteY6" fmla="*/ 9929 h 9929"/>
                      <a:gd name="connsiteX7" fmla="*/ 3946 w 11223"/>
                      <a:gd name="connsiteY7" fmla="*/ 7188 h 9929"/>
                      <a:gd name="connsiteX8" fmla="*/ 2562 w 11223"/>
                      <a:gd name="connsiteY8" fmla="*/ 6908 h 9929"/>
                      <a:gd name="connsiteX9" fmla="*/ 0 w 11223"/>
                      <a:gd name="connsiteY9" fmla="*/ 3835 h 9929"/>
                      <a:gd name="connsiteX0" fmla="*/ 0 w 9999"/>
                      <a:gd name="connsiteY0" fmla="*/ 3862 h 10000"/>
                      <a:gd name="connsiteX1" fmla="*/ 2064 w 9999"/>
                      <a:gd name="connsiteY1" fmla="*/ 344 h 10000"/>
                      <a:gd name="connsiteX2" fmla="*/ 5425 w 9999"/>
                      <a:gd name="connsiteY2" fmla="*/ 426 h 10000"/>
                      <a:gd name="connsiteX3" fmla="*/ 8271 w 9999"/>
                      <a:gd name="connsiteY3" fmla="*/ 2919 h 10000"/>
                      <a:gd name="connsiteX4" fmla="*/ 9996 w 9999"/>
                      <a:gd name="connsiteY4" fmla="*/ 5225 h 10000"/>
                      <a:gd name="connsiteX5" fmla="*/ 8637 w 9999"/>
                      <a:gd name="connsiteY5" fmla="*/ 6905 h 10000"/>
                      <a:gd name="connsiteX6" fmla="*/ 5707 w 9999"/>
                      <a:gd name="connsiteY6" fmla="*/ 10000 h 10000"/>
                      <a:gd name="connsiteX7" fmla="*/ 2283 w 9999"/>
                      <a:gd name="connsiteY7" fmla="*/ 6957 h 10000"/>
                      <a:gd name="connsiteX8" fmla="*/ 0 w 9999"/>
                      <a:gd name="connsiteY8" fmla="*/ 3862 h 10000"/>
                      <a:gd name="connsiteX0" fmla="*/ 124 w 10124"/>
                      <a:gd name="connsiteY0" fmla="*/ 3862 h 10000"/>
                      <a:gd name="connsiteX1" fmla="*/ 2188 w 10124"/>
                      <a:gd name="connsiteY1" fmla="*/ 344 h 10000"/>
                      <a:gd name="connsiteX2" fmla="*/ 5550 w 10124"/>
                      <a:gd name="connsiteY2" fmla="*/ 426 h 10000"/>
                      <a:gd name="connsiteX3" fmla="*/ 8396 w 10124"/>
                      <a:gd name="connsiteY3" fmla="*/ 2919 h 10000"/>
                      <a:gd name="connsiteX4" fmla="*/ 10121 w 10124"/>
                      <a:gd name="connsiteY4" fmla="*/ 5225 h 10000"/>
                      <a:gd name="connsiteX5" fmla="*/ 8762 w 10124"/>
                      <a:gd name="connsiteY5" fmla="*/ 6905 h 10000"/>
                      <a:gd name="connsiteX6" fmla="*/ 5832 w 10124"/>
                      <a:gd name="connsiteY6" fmla="*/ 10000 h 10000"/>
                      <a:gd name="connsiteX7" fmla="*/ 124 w 10124"/>
                      <a:gd name="connsiteY7" fmla="*/ 3862 h 10000"/>
                      <a:gd name="connsiteX0" fmla="*/ 43 w 10045"/>
                      <a:gd name="connsiteY0" fmla="*/ 3862 h 6912"/>
                      <a:gd name="connsiteX1" fmla="*/ 2107 w 10045"/>
                      <a:gd name="connsiteY1" fmla="*/ 344 h 6912"/>
                      <a:gd name="connsiteX2" fmla="*/ 5469 w 10045"/>
                      <a:gd name="connsiteY2" fmla="*/ 426 h 6912"/>
                      <a:gd name="connsiteX3" fmla="*/ 8315 w 10045"/>
                      <a:gd name="connsiteY3" fmla="*/ 2919 h 6912"/>
                      <a:gd name="connsiteX4" fmla="*/ 10040 w 10045"/>
                      <a:gd name="connsiteY4" fmla="*/ 5225 h 6912"/>
                      <a:gd name="connsiteX5" fmla="*/ 8681 w 10045"/>
                      <a:gd name="connsiteY5" fmla="*/ 6905 h 6912"/>
                      <a:gd name="connsiteX6" fmla="*/ 3967 w 10045"/>
                      <a:gd name="connsiteY6" fmla="*/ 5885 h 6912"/>
                      <a:gd name="connsiteX7" fmla="*/ 43 w 10045"/>
                      <a:gd name="connsiteY7" fmla="*/ 3862 h 6912"/>
                      <a:gd name="connsiteX0" fmla="*/ 47 w 10004"/>
                      <a:gd name="connsiteY0" fmla="*/ 5106 h 9519"/>
                      <a:gd name="connsiteX1" fmla="*/ 2102 w 10004"/>
                      <a:gd name="connsiteY1" fmla="*/ 17 h 9519"/>
                      <a:gd name="connsiteX2" fmla="*/ 6651 w 10004"/>
                      <a:gd name="connsiteY2" fmla="*/ 3484 h 9519"/>
                      <a:gd name="connsiteX3" fmla="*/ 8282 w 10004"/>
                      <a:gd name="connsiteY3" fmla="*/ 3742 h 9519"/>
                      <a:gd name="connsiteX4" fmla="*/ 9999 w 10004"/>
                      <a:gd name="connsiteY4" fmla="*/ 7078 h 9519"/>
                      <a:gd name="connsiteX5" fmla="*/ 8646 w 10004"/>
                      <a:gd name="connsiteY5" fmla="*/ 9509 h 9519"/>
                      <a:gd name="connsiteX6" fmla="*/ 3953 w 10004"/>
                      <a:gd name="connsiteY6" fmla="*/ 8033 h 9519"/>
                      <a:gd name="connsiteX7" fmla="*/ 47 w 10004"/>
                      <a:gd name="connsiteY7" fmla="*/ 5106 h 9519"/>
                      <a:gd name="connsiteX0" fmla="*/ 43 w 9996"/>
                      <a:gd name="connsiteY0" fmla="*/ 6232 h 10868"/>
                      <a:gd name="connsiteX1" fmla="*/ 2097 w 9996"/>
                      <a:gd name="connsiteY1" fmla="*/ 886 h 10868"/>
                      <a:gd name="connsiteX2" fmla="*/ 5642 w 9996"/>
                      <a:gd name="connsiteY2" fmla="*/ 385 h 10868"/>
                      <a:gd name="connsiteX3" fmla="*/ 8275 w 9996"/>
                      <a:gd name="connsiteY3" fmla="*/ 4799 h 10868"/>
                      <a:gd name="connsiteX4" fmla="*/ 9991 w 9996"/>
                      <a:gd name="connsiteY4" fmla="*/ 8304 h 10868"/>
                      <a:gd name="connsiteX5" fmla="*/ 8639 w 9996"/>
                      <a:gd name="connsiteY5" fmla="*/ 10857 h 10868"/>
                      <a:gd name="connsiteX6" fmla="*/ 3947 w 9996"/>
                      <a:gd name="connsiteY6" fmla="*/ 9307 h 10868"/>
                      <a:gd name="connsiteX7" fmla="*/ 43 w 9996"/>
                      <a:gd name="connsiteY7" fmla="*/ 6232 h 10868"/>
                      <a:gd name="connsiteX0" fmla="*/ 43 w 10004"/>
                      <a:gd name="connsiteY0" fmla="*/ 5543 h 9809"/>
                      <a:gd name="connsiteX1" fmla="*/ 2098 w 10004"/>
                      <a:gd name="connsiteY1" fmla="*/ 624 h 9809"/>
                      <a:gd name="connsiteX2" fmla="*/ 5644 w 10004"/>
                      <a:gd name="connsiteY2" fmla="*/ 163 h 9809"/>
                      <a:gd name="connsiteX3" fmla="*/ 8163 w 10004"/>
                      <a:gd name="connsiteY3" fmla="*/ 1492 h 9809"/>
                      <a:gd name="connsiteX4" fmla="*/ 9995 w 10004"/>
                      <a:gd name="connsiteY4" fmla="*/ 7450 h 9809"/>
                      <a:gd name="connsiteX5" fmla="*/ 8642 w 10004"/>
                      <a:gd name="connsiteY5" fmla="*/ 9799 h 9809"/>
                      <a:gd name="connsiteX6" fmla="*/ 3949 w 10004"/>
                      <a:gd name="connsiteY6" fmla="*/ 8373 h 9809"/>
                      <a:gd name="connsiteX7" fmla="*/ 43 w 10004"/>
                      <a:gd name="connsiteY7" fmla="*/ 5543 h 9809"/>
                      <a:gd name="connsiteX0" fmla="*/ 43 w 8950"/>
                      <a:gd name="connsiteY0" fmla="*/ 5651 h 10081"/>
                      <a:gd name="connsiteX1" fmla="*/ 2097 w 8950"/>
                      <a:gd name="connsiteY1" fmla="*/ 636 h 10081"/>
                      <a:gd name="connsiteX2" fmla="*/ 5642 w 8950"/>
                      <a:gd name="connsiteY2" fmla="*/ 166 h 10081"/>
                      <a:gd name="connsiteX3" fmla="*/ 8160 w 8950"/>
                      <a:gd name="connsiteY3" fmla="*/ 1521 h 10081"/>
                      <a:gd name="connsiteX4" fmla="*/ 8473 w 8950"/>
                      <a:gd name="connsiteY4" fmla="*/ 5322 h 10081"/>
                      <a:gd name="connsiteX5" fmla="*/ 8639 w 8950"/>
                      <a:gd name="connsiteY5" fmla="*/ 9990 h 10081"/>
                      <a:gd name="connsiteX6" fmla="*/ 3947 w 8950"/>
                      <a:gd name="connsiteY6" fmla="*/ 8536 h 10081"/>
                      <a:gd name="connsiteX7" fmla="*/ 43 w 8950"/>
                      <a:gd name="connsiteY7" fmla="*/ 5651 h 10081"/>
                      <a:gd name="connsiteX0" fmla="*/ 48 w 9651"/>
                      <a:gd name="connsiteY0" fmla="*/ 5606 h 8648"/>
                      <a:gd name="connsiteX1" fmla="*/ 2343 w 9651"/>
                      <a:gd name="connsiteY1" fmla="*/ 631 h 8648"/>
                      <a:gd name="connsiteX2" fmla="*/ 6304 w 9651"/>
                      <a:gd name="connsiteY2" fmla="*/ 165 h 8648"/>
                      <a:gd name="connsiteX3" fmla="*/ 9117 w 9651"/>
                      <a:gd name="connsiteY3" fmla="*/ 1509 h 8648"/>
                      <a:gd name="connsiteX4" fmla="*/ 9467 w 9651"/>
                      <a:gd name="connsiteY4" fmla="*/ 5279 h 8648"/>
                      <a:gd name="connsiteX5" fmla="*/ 6997 w 9651"/>
                      <a:gd name="connsiteY5" fmla="*/ 8019 h 8648"/>
                      <a:gd name="connsiteX6" fmla="*/ 4410 w 9651"/>
                      <a:gd name="connsiteY6" fmla="*/ 8467 h 8648"/>
                      <a:gd name="connsiteX7" fmla="*/ 48 w 9651"/>
                      <a:gd name="connsiteY7" fmla="*/ 5606 h 8648"/>
                      <a:gd name="connsiteX0" fmla="*/ 41 w 9991"/>
                      <a:gd name="connsiteY0" fmla="*/ 6482 h 9316"/>
                      <a:gd name="connsiteX1" fmla="*/ 2419 w 9991"/>
                      <a:gd name="connsiteY1" fmla="*/ 730 h 9316"/>
                      <a:gd name="connsiteX2" fmla="*/ 6523 w 9991"/>
                      <a:gd name="connsiteY2" fmla="*/ 191 h 9316"/>
                      <a:gd name="connsiteX3" fmla="*/ 9438 w 9991"/>
                      <a:gd name="connsiteY3" fmla="*/ 1745 h 9316"/>
                      <a:gd name="connsiteX4" fmla="*/ 9800 w 9991"/>
                      <a:gd name="connsiteY4" fmla="*/ 6104 h 9316"/>
                      <a:gd name="connsiteX5" fmla="*/ 7241 w 9991"/>
                      <a:gd name="connsiteY5" fmla="*/ 9273 h 9316"/>
                      <a:gd name="connsiteX6" fmla="*/ 1411 w 9991"/>
                      <a:gd name="connsiteY6" fmla="*/ 7856 h 9316"/>
                      <a:gd name="connsiteX7" fmla="*/ 41 w 9991"/>
                      <a:gd name="connsiteY7" fmla="*/ 6482 h 9316"/>
                      <a:gd name="connsiteX0" fmla="*/ 19 w 10708"/>
                      <a:gd name="connsiteY0" fmla="*/ 7721 h 10038"/>
                      <a:gd name="connsiteX1" fmla="*/ 3129 w 10708"/>
                      <a:gd name="connsiteY1" fmla="*/ 825 h 10038"/>
                      <a:gd name="connsiteX2" fmla="*/ 7237 w 10708"/>
                      <a:gd name="connsiteY2" fmla="*/ 246 h 10038"/>
                      <a:gd name="connsiteX3" fmla="*/ 10155 w 10708"/>
                      <a:gd name="connsiteY3" fmla="*/ 1914 h 10038"/>
                      <a:gd name="connsiteX4" fmla="*/ 10517 w 10708"/>
                      <a:gd name="connsiteY4" fmla="*/ 6593 h 10038"/>
                      <a:gd name="connsiteX5" fmla="*/ 7956 w 10708"/>
                      <a:gd name="connsiteY5" fmla="*/ 9995 h 10038"/>
                      <a:gd name="connsiteX6" fmla="*/ 2120 w 10708"/>
                      <a:gd name="connsiteY6" fmla="*/ 8474 h 10038"/>
                      <a:gd name="connsiteX7" fmla="*/ 19 w 10708"/>
                      <a:gd name="connsiteY7" fmla="*/ 7721 h 10038"/>
                      <a:gd name="connsiteX0" fmla="*/ 359 w 11048"/>
                      <a:gd name="connsiteY0" fmla="*/ 7721 h 10038"/>
                      <a:gd name="connsiteX1" fmla="*/ 3469 w 11048"/>
                      <a:gd name="connsiteY1" fmla="*/ 825 h 10038"/>
                      <a:gd name="connsiteX2" fmla="*/ 7577 w 11048"/>
                      <a:gd name="connsiteY2" fmla="*/ 246 h 10038"/>
                      <a:gd name="connsiteX3" fmla="*/ 10495 w 11048"/>
                      <a:gd name="connsiteY3" fmla="*/ 1914 h 10038"/>
                      <a:gd name="connsiteX4" fmla="*/ 10857 w 11048"/>
                      <a:gd name="connsiteY4" fmla="*/ 6593 h 10038"/>
                      <a:gd name="connsiteX5" fmla="*/ 8296 w 11048"/>
                      <a:gd name="connsiteY5" fmla="*/ 9995 h 10038"/>
                      <a:gd name="connsiteX6" fmla="*/ 2460 w 11048"/>
                      <a:gd name="connsiteY6" fmla="*/ 8474 h 10038"/>
                      <a:gd name="connsiteX7" fmla="*/ 359 w 11048"/>
                      <a:gd name="connsiteY7" fmla="*/ 7721 h 10038"/>
                      <a:gd name="connsiteX0" fmla="*/ 359 w 11048"/>
                      <a:gd name="connsiteY0" fmla="*/ 8392 h 10075"/>
                      <a:gd name="connsiteX1" fmla="*/ 3469 w 11048"/>
                      <a:gd name="connsiteY1" fmla="*/ 864 h 10075"/>
                      <a:gd name="connsiteX2" fmla="*/ 7577 w 11048"/>
                      <a:gd name="connsiteY2" fmla="*/ 285 h 10075"/>
                      <a:gd name="connsiteX3" fmla="*/ 10495 w 11048"/>
                      <a:gd name="connsiteY3" fmla="*/ 1953 h 10075"/>
                      <a:gd name="connsiteX4" fmla="*/ 10857 w 11048"/>
                      <a:gd name="connsiteY4" fmla="*/ 6632 h 10075"/>
                      <a:gd name="connsiteX5" fmla="*/ 8296 w 11048"/>
                      <a:gd name="connsiteY5" fmla="*/ 10034 h 10075"/>
                      <a:gd name="connsiteX6" fmla="*/ 2460 w 11048"/>
                      <a:gd name="connsiteY6" fmla="*/ 8513 h 10075"/>
                      <a:gd name="connsiteX7" fmla="*/ 359 w 11048"/>
                      <a:gd name="connsiteY7" fmla="*/ 8392 h 10075"/>
                      <a:gd name="connsiteX0" fmla="*/ 371 w 11060"/>
                      <a:gd name="connsiteY0" fmla="*/ 8392 h 10075"/>
                      <a:gd name="connsiteX1" fmla="*/ 3481 w 11060"/>
                      <a:gd name="connsiteY1" fmla="*/ 864 h 10075"/>
                      <a:gd name="connsiteX2" fmla="*/ 7589 w 11060"/>
                      <a:gd name="connsiteY2" fmla="*/ 285 h 10075"/>
                      <a:gd name="connsiteX3" fmla="*/ 10507 w 11060"/>
                      <a:gd name="connsiteY3" fmla="*/ 1953 h 10075"/>
                      <a:gd name="connsiteX4" fmla="*/ 10869 w 11060"/>
                      <a:gd name="connsiteY4" fmla="*/ 6632 h 10075"/>
                      <a:gd name="connsiteX5" fmla="*/ 8308 w 11060"/>
                      <a:gd name="connsiteY5" fmla="*/ 10034 h 10075"/>
                      <a:gd name="connsiteX6" fmla="*/ 2472 w 11060"/>
                      <a:gd name="connsiteY6" fmla="*/ 8513 h 10075"/>
                      <a:gd name="connsiteX7" fmla="*/ 371 w 11060"/>
                      <a:gd name="connsiteY7" fmla="*/ 8392 h 10075"/>
                      <a:gd name="connsiteX0" fmla="*/ 54 w 10743"/>
                      <a:gd name="connsiteY0" fmla="*/ 9468 h 11151"/>
                      <a:gd name="connsiteX1" fmla="*/ 4027 w 10743"/>
                      <a:gd name="connsiteY1" fmla="*/ 495 h 11151"/>
                      <a:gd name="connsiteX2" fmla="*/ 7272 w 10743"/>
                      <a:gd name="connsiteY2" fmla="*/ 1361 h 11151"/>
                      <a:gd name="connsiteX3" fmla="*/ 10190 w 10743"/>
                      <a:gd name="connsiteY3" fmla="*/ 3029 h 11151"/>
                      <a:gd name="connsiteX4" fmla="*/ 10552 w 10743"/>
                      <a:gd name="connsiteY4" fmla="*/ 7708 h 11151"/>
                      <a:gd name="connsiteX5" fmla="*/ 7991 w 10743"/>
                      <a:gd name="connsiteY5" fmla="*/ 11110 h 11151"/>
                      <a:gd name="connsiteX6" fmla="*/ 2155 w 10743"/>
                      <a:gd name="connsiteY6" fmla="*/ 9589 h 11151"/>
                      <a:gd name="connsiteX7" fmla="*/ 54 w 10743"/>
                      <a:gd name="connsiteY7" fmla="*/ 9468 h 11151"/>
                      <a:gd name="connsiteX0" fmla="*/ 54 w 10743"/>
                      <a:gd name="connsiteY0" fmla="*/ 9506 h 11189"/>
                      <a:gd name="connsiteX1" fmla="*/ 4027 w 10743"/>
                      <a:gd name="connsiteY1" fmla="*/ 533 h 11189"/>
                      <a:gd name="connsiteX2" fmla="*/ 7272 w 10743"/>
                      <a:gd name="connsiteY2" fmla="*/ 1399 h 11189"/>
                      <a:gd name="connsiteX3" fmla="*/ 10190 w 10743"/>
                      <a:gd name="connsiteY3" fmla="*/ 3067 h 11189"/>
                      <a:gd name="connsiteX4" fmla="*/ 10552 w 10743"/>
                      <a:gd name="connsiteY4" fmla="*/ 7746 h 11189"/>
                      <a:gd name="connsiteX5" fmla="*/ 7991 w 10743"/>
                      <a:gd name="connsiteY5" fmla="*/ 11148 h 11189"/>
                      <a:gd name="connsiteX6" fmla="*/ 2155 w 10743"/>
                      <a:gd name="connsiteY6" fmla="*/ 9627 h 11189"/>
                      <a:gd name="connsiteX7" fmla="*/ 54 w 10743"/>
                      <a:gd name="connsiteY7" fmla="*/ 9506 h 11189"/>
                      <a:gd name="connsiteX0" fmla="*/ 40 w 11293"/>
                      <a:gd name="connsiteY0" fmla="*/ 9082 h 11127"/>
                      <a:gd name="connsiteX1" fmla="*/ 4577 w 11293"/>
                      <a:gd name="connsiteY1" fmla="*/ 470 h 11127"/>
                      <a:gd name="connsiteX2" fmla="*/ 7822 w 11293"/>
                      <a:gd name="connsiteY2" fmla="*/ 1336 h 11127"/>
                      <a:gd name="connsiteX3" fmla="*/ 10740 w 11293"/>
                      <a:gd name="connsiteY3" fmla="*/ 3004 h 11127"/>
                      <a:gd name="connsiteX4" fmla="*/ 11102 w 11293"/>
                      <a:gd name="connsiteY4" fmla="*/ 7683 h 11127"/>
                      <a:gd name="connsiteX5" fmla="*/ 8541 w 11293"/>
                      <a:gd name="connsiteY5" fmla="*/ 11085 h 11127"/>
                      <a:gd name="connsiteX6" fmla="*/ 2705 w 11293"/>
                      <a:gd name="connsiteY6" fmla="*/ 9564 h 11127"/>
                      <a:gd name="connsiteX7" fmla="*/ 40 w 11293"/>
                      <a:gd name="connsiteY7" fmla="*/ 9082 h 1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3" h="11127">
                        <a:moveTo>
                          <a:pt x="40" y="9082"/>
                        </a:moveTo>
                        <a:cubicBezTo>
                          <a:pt x="352" y="7566"/>
                          <a:pt x="3280" y="1761"/>
                          <a:pt x="4577" y="470"/>
                        </a:cubicBezTo>
                        <a:cubicBezTo>
                          <a:pt x="5874" y="-821"/>
                          <a:pt x="6795" y="914"/>
                          <a:pt x="7822" y="1336"/>
                        </a:cubicBezTo>
                        <a:cubicBezTo>
                          <a:pt x="8849" y="1758"/>
                          <a:pt x="10193" y="1947"/>
                          <a:pt x="10740" y="3004"/>
                        </a:cubicBezTo>
                        <a:cubicBezTo>
                          <a:pt x="11287" y="4061"/>
                          <a:pt x="11468" y="6337"/>
                          <a:pt x="11102" y="7683"/>
                        </a:cubicBezTo>
                        <a:cubicBezTo>
                          <a:pt x="10736" y="9030"/>
                          <a:pt x="9940" y="10771"/>
                          <a:pt x="8541" y="11085"/>
                        </a:cubicBezTo>
                        <a:cubicBezTo>
                          <a:pt x="7141" y="11398"/>
                          <a:pt x="4122" y="9898"/>
                          <a:pt x="2705" y="9564"/>
                        </a:cubicBezTo>
                        <a:cubicBezTo>
                          <a:pt x="1288" y="9230"/>
                          <a:pt x="-272" y="10598"/>
                          <a:pt x="40" y="9082"/>
                        </a:cubicBezTo>
                        <a:close/>
                      </a:path>
                    </a:pathLst>
                  </a:custGeom>
                  <a:solidFill>
                    <a:srgbClr val="9CE0FA"/>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717" name="Group 327">
                    <a:extLst>
                      <a:ext uri="{FF2B5EF4-FFF2-40B4-BE49-F238E27FC236}">
                        <a16:creationId xmlns:a16="http://schemas.microsoft.com/office/drawing/2014/main" id="{71072E0A-A047-B247-A8EE-DF18CE2E5CD7}"/>
                      </a:ext>
                    </a:extLst>
                  </p:cNvPr>
                  <p:cNvGrpSpPr>
                    <a:grpSpLocks/>
                  </p:cNvGrpSpPr>
                  <p:nvPr/>
                </p:nvGrpSpPr>
                <p:grpSpPr bwMode="auto">
                  <a:xfrm>
                    <a:off x="7908175" y="5241780"/>
                    <a:ext cx="536554" cy="263548"/>
                    <a:chOff x="1871277" y="1576300"/>
                    <a:chExt cx="1128371" cy="437861"/>
                  </a:xfrm>
                </p:grpSpPr>
                <p:sp>
                  <p:nvSpPr>
                    <p:cNvPr id="721" name="Oval 720">
                      <a:extLst>
                        <a:ext uri="{FF2B5EF4-FFF2-40B4-BE49-F238E27FC236}">
                          <a16:creationId xmlns:a16="http://schemas.microsoft.com/office/drawing/2014/main" id="{91D06C98-59E7-614E-8273-42A55EA47213}"/>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22" name="Rectangle 721">
                      <a:extLst>
                        <a:ext uri="{FF2B5EF4-FFF2-40B4-BE49-F238E27FC236}">
                          <a16:creationId xmlns:a16="http://schemas.microsoft.com/office/drawing/2014/main" id="{09278EB9-8AC0-1447-BAD1-DD9B5D739EF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23" name="Oval 722">
                      <a:extLst>
                        <a:ext uri="{FF2B5EF4-FFF2-40B4-BE49-F238E27FC236}">
                          <a16:creationId xmlns:a16="http://schemas.microsoft.com/office/drawing/2014/main" id="{2CBE7AD0-5785-9747-9E56-4BF8ABD881A5}"/>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724" name="Freeform 723">
                      <a:extLst>
                        <a:ext uri="{FF2B5EF4-FFF2-40B4-BE49-F238E27FC236}">
                          <a16:creationId xmlns:a16="http://schemas.microsoft.com/office/drawing/2014/main" id="{BFA7769B-9F89-0943-9A16-C637EBA41BDD}"/>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25" name="Freeform 724">
                      <a:extLst>
                        <a:ext uri="{FF2B5EF4-FFF2-40B4-BE49-F238E27FC236}">
                          <a16:creationId xmlns:a16="http://schemas.microsoft.com/office/drawing/2014/main" id="{2BA9B2FD-ED67-5C46-990C-DEBD4552CBE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26" name="Freeform 725">
                      <a:extLst>
                        <a:ext uri="{FF2B5EF4-FFF2-40B4-BE49-F238E27FC236}">
                          <a16:creationId xmlns:a16="http://schemas.microsoft.com/office/drawing/2014/main" id="{852C178C-5A80-FA47-96E6-19EA6DCEC68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27" name="Freeform 726">
                      <a:extLst>
                        <a:ext uri="{FF2B5EF4-FFF2-40B4-BE49-F238E27FC236}">
                          <a16:creationId xmlns:a16="http://schemas.microsoft.com/office/drawing/2014/main" id="{BCCDAE1A-37E6-A740-84AD-3651F301C818}"/>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728" name="Straight Connector 727">
                      <a:extLst>
                        <a:ext uri="{FF2B5EF4-FFF2-40B4-BE49-F238E27FC236}">
                          <a16:creationId xmlns:a16="http://schemas.microsoft.com/office/drawing/2014/main" id="{79278D10-2F66-4843-BE2D-75C1E444A3FF}"/>
                        </a:ext>
                      </a:extLst>
                    </p:cNvPr>
                    <p:cNvCxnSpPr>
                      <a:endCxn id="723"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729" name="Straight Connector 728">
                      <a:extLst>
                        <a:ext uri="{FF2B5EF4-FFF2-40B4-BE49-F238E27FC236}">
                          <a16:creationId xmlns:a16="http://schemas.microsoft.com/office/drawing/2014/main" id="{64D394C8-4031-A04B-B39E-D20F14081771}"/>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718" name="Group 717">
                    <a:extLst>
                      <a:ext uri="{FF2B5EF4-FFF2-40B4-BE49-F238E27FC236}">
                        <a16:creationId xmlns:a16="http://schemas.microsoft.com/office/drawing/2014/main" id="{0BE34F3B-D7A6-C645-98A7-AC12A17D32D0}"/>
                      </a:ext>
                    </a:extLst>
                  </p:cNvPr>
                  <p:cNvGrpSpPr/>
                  <p:nvPr/>
                </p:nvGrpSpPr>
                <p:grpSpPr>
                  <a:xfrm>
                    <a:off x="7876581" y="5223365"/>
                    <a:ext cx="466894" cy="369332"/>
                    <a:chOff x="599495" y="1708643"/>
                    <a:chExt cx="491778" cy="409344"/>
                  </a:xfrm>
                </p:grpSpPr>
                <p:sp>
                  <p:nvSpPr>
                    <p:cNvPr id="719" name="Oval 718">
                      <a:extLst>
                        <a:ext uri="{FF2B5EF4-FFF2-40B4-BE49-F238E27FC236}">
                          <a16:creationId xmlns:a16="http://schemas.microsoft.com/office/drawing/2014/main" id="{D3AA4D2D-9268-D54B-A609-2916D44A7228}"/>
                        </a:ext>
                      </a:extLst>
                    </p:cNvPr>
                    <p:cNvSpPr/>
                    <p:nvPr/>
                  </p:nvSpPr>
                  <p:spPr bwMode="auto">
                    <a:xfrm>
                      <a:off x="725417" y="1787240"/>
                      <a:ext cx="356365" cy="231962"/>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720" name="TextBox 719">
                      <a:extLst>
                        <a:ext uri="{FF2B5EF4-FFF2-40B4-BE49-F238E27FC236}">
                          <a16:creationId xmlns:a16="http://schemas.microsoft.com/office/drawing/2014/main" id="{D7C545A8-1974-314F-8B84-D3FC912EB8D6}"/>
                        </a:ext>
                      </a:extLst>
                    </p:cNvPr>
                    <p:cNvSpPr txBox="1"/>
                    <p:nvPr/>
                  </p:nvSpPr>
                  <p:spPr>
                    <a:xfrm>
                      <a:off x="599495" y="1708643"/>
                      <a:ext cx="491778" cy="409344"/>
                    </a:xfrm>
                    <a:prstGeom prst="rect">
                      <a:avLst/>
                    </a:prstGeom>
                    <a:noFill/>
                  </p:spPr>
                  <p:txBody>
                    <a:bodyPr wrap="non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  X</a:t>
                      </a:r>
                    </a:p>
                  </p:txBody>
                </p:sp>
              </p:grpSp>
            </p:grpSp>
            <p:cxnSp>
              <p:nvCxnSpPr>
                <p:cNvPr id="715" name="Straight Connector 714">
                  <a:extLst>
                    <a:ext uri="{FF2B5EF4-FFF2-40B4-BE49-F238E27FC236}">
                      <a16:creationId xmlns:a16="http://schemas.microsoft.com/office/drawing/2014/main" id="{C7AD81D7-3B6A-D844-ABEA-CAF2858DD417}"/>
                    </a:ext>
                  </a:extLst>
                </p:cNvPr>
                <p:cNvCxnSpPr/>
                <p:nvPr/>
              </p:nvCxnSpPr>
              <p:spPr bwMode="auto">
                <a:xfrm flipH="1">
                  <a:off x="7158742" y="5764030"/>
                  <a:ext cx="870024" cy="9999"/>
                </a:xfrm>
                <a:prstGeom prst="line">
                  <a:avLst/>
                </a:prstGeom>
                <a:solidFill>
                  <a:srgbClr val="00CC99"/>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grpSp>
        <p:cxnSp>
          <p:nvCxnSpPr>
            <p:cNvPr id="711" name="Straight Connector 710">
              <a:extLst>
                <a:ext uri="{FF2B5EF4-FFF2-40B4-BE49-F238E27FC236}">
                  <a16:creationId xmlns:a16="http://schemas.microsoft.com/office/drawing/2014/main" id="{A7F0587B-29EA-584F-81E3-E24C967738BB}"/>
                </a:ext>
              </a:extLst>
            </p:cNvPr>
            <p:cNvCxnSpPr>
              <a:cxnSpLocks/>
            </p:cNvCxnSpPr>
            <p:nvPr/>
          </p:nvCxnSpPr>
          <p:spPr bwMode="auto">
            <a:xfrm flipV="1">
              <a:off x="3540307" y="1929008"/>
              <a:ext cx="4451299" cy="422665"/>
            </a:xfrm>
            <a:prstGeom prst="line">
              <a:avLst/>
            </a:prstGeom>
            <a:solidFill>
              <a:srgbClr val="00CC99"/>
            </a:solidFill>
            <a:ln w="381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sp>
        <p:nvSpPr>
          <p:cNvPr id="6" name="Title 5">
            <a:extLst>
              <a:ext uri="{FF2B5EF4-FFF2-40B4-BE49-F238E27FC236}">
                <a16:creationId xmlns:a16="http://schemas.microsoft.com/office/drawing/2014/main" id="{5EE58ED7-62E2-2642-BB6A-E4AB185BFC3C}"/>
              </a:ext>
            </a:extLst>
          </p:cNvPr>
          <p:cNvSpPr>
            <a:spLocks noGrp="1"/>
          </p:cNvSpPr>
          <p:nvPr>
            <p:ph type="title"/>
          </p:nvPr>
        </p:nvSpPr>
        <p:spPr/>
        <p:txBody>
          <a:bodyPr/>
          <a:lstStyle/>
          <a:p>
            <a:r>
              <a:rPr lang="en-US" dirty="0"/>
              <a:t>What happens if local </a:t>
            </a:r>
            <a:r>
              <a:rPr lang="en-US" dirty="0" err="1"/>
              <a:t>pref</a:t>
            </a:r>
            <a:r>
              <a:rPr lang="en-US" dirty="0"/>
              <a:t> is the same? </a:t>
            </a:r>
          </a:p>
        </p:txBody>
      </p:sp>
      <p:sp>
        <p:nvSpPr>
          <p:cNvPr id="280" name="Content Placeholder 39">
            <a:extLst>
              <a:ext uri="{FF2B5EF4-FFF2-40B4-BE49-F238E27FC236}">
                <a16:creationId xmlns:a16="http://schemas.microsoft.com/office/drawing/2014/main" id="{B4272163-18FE-8D42-9D74-AD852AF94689}"/>
              </a:ext>
            </a:extLst>
          </p:cNvPr>
          <p:cNvSpPr txBox="1">
            <a:spLocks/>
          </p:cNvSpPr>
          <p:nvPr/>
        </p:nvSpPr>
        <p:spPr bwMode="auto">
          <a:xfrm>
            <a:off x="1102290" y="4634378"/>
            <a:ext cx="10809962" cy="18666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b="0" i="0" u="none" strike="noStrike" kern="0" cap="none" spc="0" normalizeH="0" baseline="0" noProof="0" dirty="0">
                <a:ln>
                  <a:noFill/>
                </a:ln>
                <a:solidFill>
                  <a:srgbClr val="000000"/>
                </a:solidFill>
                <a:effectLst/>
                <a:uLnTx/>
                <a:uFillTx/>
                <a:ea typeface="ＭＳ Ｐゴシック" charset="0"/>
              </a:rPr>
              <a:t>2d learns (via iBGP) it can route to X via 2a or 2c</a:t>
            </a:r>
          </a:p>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lang="en-US" kern="0" dirty="0">
                <a:solidFill>
                  <a:srgbClr val="000000"/>
                </a:solidFill>
              </a:rPr>
              <a:t>Shortest AS path length</a:t>
            </a:r>
            <a:endParaRPr kumimoji="0" lang="en-US" b="0" i="0" u="none" strike="noStrike" kern="0" cap="none" spc="0" normalizeH="0" baseline="0" noProof="0" dirty="0">
              <a:ln>
                <a:noFill/>
              </a:ln>
              <a:solidFill>
                <a:srgbClr val="000000"/>
              </a:solidFill>
              <a:effectLst/>
              <a:uLnTx/>
              <a:uFillTx/>
              <a:ea typeface="ＭＳ Ｐゴシック" charset="0"/>
            </a:endParaRPr>
          </a:p>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b="0" u="none" strike="noStrike" kern="0" cap="none" spc="0" normalizeH="0" baseline="0" noProof="0" dirty="0">
                <a:ln>
                  <a:noFill/>
                </a:ln>
                <a:solidFill>
                  <a:srgbClr val="C00000"/>
                </a:solidFill>
                <a:effectLst/>
                <a:uLnTx/>
                <a:uFillTx/>
                <a:ea typeface="ＭＳ Ｐゴシック" charset="0"/>
              </a:rPr>
              <a:t>hot potato routing: </a:t>
            </a:r>
            <a:r>
              <a:rPr kumimoji="0" lang="en-US" b="0" i="0" u="none" strike="noStrike" kern="0" cap="none" spc="0" normalizeH="0" baseline="0" noProof="0" dirty="0">
                <a:ln>
                  <a:noFill/>
                </a:ln>
                <a:solidFill>
                  <a:srgbClr val="000000"/>
                </a:solidFill>
                <a:effectLst/>
                <a:uLnTx/>
                <a:uFillTx/>
                <a:ea typeface="ＭＳ Ｐゴシック" charset="0"/>
              </a:rPr>
              <a:t>choose local gateway that has least </a:t>
            </a:r>
            <a:r>
              <a:rPr kumimoji="0" lang="en-US" b="0" i="1" u="none" strike="noStrike" kern="0" cap="none" spc="0" normalizeH="0" baseline="0" noProof="0" dirty="0">
                <a:ln>
                  <a:noFill/>
                </a:ln>
                <a:solidFill>
                  <a:srgbClr val="000000"/>
                </a:solidFill>
                <a:effectLst/>
                <a:uLnTx/>
                <a:uFillTx/>
                <a:ea typeface="ＭＳ Ｐゴシック" charset="0"/>
              </a:rPr>
              <a:t>intra-domain</a:t>
            </a:r>
            <a:r>
              <a:rPr kumimoji="0" lang="en-US" b="0" i="0" u="none" strike="noStrike" kern="0" cap="none" spc="0" normalizeH="0" baseline="0" noProof="0" dirty="0">
                <a:ln>
                  <a:noFill/>
                </a:ln>
                <a:solidFill>
                  <a:srgbClr val="000000"/>
                </a:solidFill>
                <a:effectLst/>
                <a:uLnTx/>
                <a:uFillTx/>
                <a:ea typeface="ＭＳ Ｐゴシック" charset="0"/>
              </a:rPr>
              <a:t> cost (e.g., 2d chooses 2a, even though more AS hops to </a:t>
            </a:r>
            <a:r>
              <a:rPr kumimoji="0" lang="en-US" b="0" i="1" u="none" strike="noStrike" kern="0" cap="none" spc="0" normalizeH="0" baseline="0" noProof="0" dirty="0">
                <a:ln>
                  <a:noFill/>
                </a:ln>
                <a:solidFill>
                  <a:srgbClr val="000000"/>
                </a:solidFill>
                <a:effectLst/>
                <a:uLnTx/>
                <a:uFillTx/>
                <a:ea typeface="ＭＳ Ｐゴシック" charset="0"/>
              </a:rPr>
              <a:t>X</a:t>
            </a:r>
            <a:r>
              <a:rPr kumimoji="0" lang="en-US" b="0" i="0" u="none" strike="noStrike" kern="0" cap="none" spc="0" normalizeH="0" baseline="0" noProof="0" dirty="0">
                <a:ln>
                  <a:noFill/>
                </a:ln>
                <a:solidFill>
                  <a:srgbClr val="000000"/>
                </a:solidFill>
                <a:effectLst/>
                <a:uLnTx/>
                <a:uFillTx/>
                <a:ea typeface="ＭＳ Ｐゴシック" charset="0"/>
              </a:rPr>
              <a:t>): don’t worry about inter-domain cost!</a:t>
            </a:r>
            <a:endParaRPr kumimoji="0" lang="en-US" b="0" i="0" u="none" strike="noStrike" kern="0" cap="none" spc="0" normalizeH="0" baseline="0" noProof="0" dirty="0">
              <a:ln>
                <a:noFill/>
              </a:ln>
              <a:solidFill>
                <a:srgbClr val="2D2DB9">
                  <a:lumMod val="75000"/>
                </a:srgbClr>
              </a:solidFill>
              <a:effectLst/>
              <a:uLnTx/>
              <a:uFillTx/>
              <a:ea typeface="ＭＳ Ｐゴシック" charset="0"/>
            </a:endParaRPr>
          </a:p>
        </p:txBody>
      </p:sp>
      <p:grpSp>
        <p:nvGrpSpPr>
          <p:cNvPr id="282" name="Group 281">
            <a:extLst>
              <a:ext uri="{FF2B5EF4-FFF2-40B4-BE49-F238E27FC236}">
                <a16:creationId xmlns:a16="http://schemas.microsoft.com/office/drawing/2014/main" id="{9B38A050-67CE-5644-A229-647B38C7B4DC}"/>
              </a:ext>
            </a:extLst>
          </p:cNvPr>
          <p:cNvGrpSpPr/>
          <p:nvPr/>
        </p:nvGrpSpPr>
        <p:grpSpPr>
          <a:xfrm>
            <a:off x="7095765" y="2483791"/>
            <a:ext cx="880227" cy="680442"/>
            <a:chOff x="5705376" y="2487543"/>
            <a:chExt cx="880227" cy="680442"/>
          </a:xfrm>
        </p:grpSpPr>
        <p:sp>
          <p:nvSpPr>
            <p:cNvPr id="283" name="AutoShape 118">
              <a:extLst>
                <a:ext uri="{FF2B5EF4-FFF2-40B4-BE49-F238E27FC236}">
                  <a16:creationId xmlns:a16="http://schemas.microsoft.com/office/drawing/2014/main" id="{D2EA5418-D2F2-9942-BF52-2F0B35DDEBF4}"/>
                </a:ext>
              </a:extLst>
            </p:cNvPr>
            <p:cNvSpPr>
              <a:spLocks noChangeArrowheads="1"/>
            </p:cNvSpPr>
            <p:nvPr/>
          </p:nvSpPr>
          <p:spPr bwMode="auto">
            <a:xfrm rot="19229657">
              <a:off x="5705376" y="2487543"/>
              <a:ext cx="768350" cy="276226"/>
            </a:xfrm>
            <a:prstGeom prst="leftArrow">
              <a:avLst>
                <a:gd name="adj1" fmla="val 50000"/>
                <a:gd name="adj2" fmla="val 69540"/>
              </a:avLst>
            </a:prstGeom>
            <a:gradFill rotWithShape="1">
              <a:gsLst>
                <a:gs pos="0">
                  <a:srgbClr val="C00000"/>
                </a:gs>
                <a:gs pos="100000">
                  <a:srgbClr val="FFFFFF"/>
                </a:gs>
              </a:gsLst>
              <a:lin ang="0" scaled="1"/>
            </a:gra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84" name="Text Box 119">
              <a:extLst>
                <a:ext uri="{FF2B5EF4-FFF2-40B4-BE49-F238E27FC236}">
                  <a16:creationId xmlns:a16="http://schemas.microsoft.com/office/drawing/2014/main" id="{127D65CD-9295-E948-976F-8A832CE28756}"/>
                </a:ext>
              </a:extLst>
            </p:cNvPr>
            <p:cNvSpPr txBox="1">
              <a:spLocks noChangeArrowheads="1"/>
            </p:cNvSpPr>
            <p:nvPr/>
          </p:nvSpPr>
          <p:spPr bwMode="auto">
            <a:xfrm>
              <a:off x="5848435" y="2887139"/>
              <a:ext cx="737168" cy="2808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85000"/>
                </a:lnSpc>
                <a:spcBef>
                  <a:spcPct val="0"/>
                </a:spcBef>
                <a:spcAft>
                  <a:spcPct val="0"/>
                </a:spcAft>
                <a:buClrTx/>
                <a:buSzTx/>
                <a:buFontTx/>
                <a:buNone/>
                <a:tabLst/>
                <a:defRPr/>
              </a:pPr>
              <a:r>
                <a:rPr kumimoji="0" lang="en-US" sz="1400" b="0" i="1" u="none" strike="noStrike" kern="0" cap="none" spc="0" normalizeH="0" baseline="0" noProof="0">
                  <a:ln>
                    <a:noFill/>
                  </a:ln>
                  <a:solidFill>
                    <a:srgbClr val="CC0000"/>
                  </a:solidFill>
                  <a:effectLst/>
                  <a:uLnTx/>
                  <a:uFillTx/>
                  <a:latin typeface="Arial" charset="0"/>
                  <a:ea typeface="ＭＳ Ｐゴシック" charset="0"/>
                </a:rPr>
                <a:t>AS3,X </a:t>
              </a:r>
            </a:p>
          </p:txBody>
        </p:sp>
      </p:grpSp>
      <p:grpSp>
        <p:nvGrpSpPr>
          <p:cNvPr id="285" name="Group 284">
            <a:extLst>
              <a:ext uri="{FF2B5EF4-FFF2-40B4-BE49-F238E27FC236}">
                <a16:creationId xmlns:a16="http://schemas.microsoft.com/office/drawing/2014/main" id="{0084D847-A5E4-7448-8369-247D24C1C4FF}"/>
              </a:ext>
            </a:extLst>
          </p:cNvPr>
          <p:cNvGrpSpPr/>
          <p:nvPr/>
        </p:nvGrpSpPr>
        <p:grpSpPr>
          <a:xfrm>
            <a:off x="2970239" y="2693439"/>
            <a:ext cx="1359693" cy="525314"/>
            <a:chOff x="2143521" y="2684666"/>
            <a:chExt cx="1359693" cy="525314"/>
          </a:xfrm>
        </p:grpSpPr>
        <p:sp>
          <p:nvSpPr>
            <p:cNvPr id="286" name="Text Box 119">
              <a:extLst>
                <a:ext uri="{FF2B5EF4-FFF2-40B4-BE49-F238E27FC236}">
                  <a16:creationId xmlns:a16="http://schemas.microsoft.com/office/drawing/2014/main" id="{30A1DC45-762F-1E47-8308-E4920AA2B111}"/>
                </a:ext>
              </a:extLst>
            </p:cNvPr>
            <p:cNvSpPr txBox="1">
              <a:spLocks noChangeArrowheads="1"/>
            </p:cNvSpPr>
            <p:nvPr/>
          </p:nvSpPr>
          <p:spPr bwMode="auto">
            <a:xfrm>
              <a:off x="2143521" y="2929134"/>
              <a:ext cx="1126397" cy="2808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85000"/>
                </a:lnSpc>
                <a:spcBef>
                  <a:spcPct val="0"/>
                </a:spcBef>
                <a:spcAft>
                  <a:spcPct val="0"/>
                </a:spcAft>
                <a:buClrTx/>
                <a:buSzTx/>
                <a:buFontTx/>
                <a:buNone/>
                <a:tabLst/>
                <a:defRPr/>
              </a:pPr>
              <a:r>
                <a:rPr kumimoji="0" lang="en-US" sz="1400" b="0" i="1" u="none" strike="noStrike" kern="0" cap="none" spc="0" normalizeH="0" baseline="0" noProof="0">
                  <a:ln>
                    <a:noFill/>
                  </a:ln>
                  <a:solidFill>
                    <a:srgbClr val="CC0000"/>
                  </a:solidFill>
                  <a:effectLst/>
                  <a:uLnTx/>
                  <a:uFillTx/>
                  <a:latin typeface="Arial" charset="0"/>
                  <a:ea typeface="ＭＳ Ｐゴシック" charset="0"/>
                </a:rPr>
                <a:t>AS1,AS3,X </a:t>
              </a:r>
            </a:p>
          </p:txBody>
        </p:sp>
        <p:sp>
          <p:nvSpPr>
            <p:cNvPr id="287" name="AutoShape 118">
              <a:extLst>
                <a:ext uri="{FF2B5EF4-FFF2-40B4-BE49-F238E27FC236}">
                  <a16:creationId xmlns:a16="http://schemas.microsoft.com/office/drawing/2014/main" id="{24E303A9-1C25-904F-85A7-12C9D1683C4D}"/>
                </a:ext>
              </a:extLst>
            </p:cNvPr>
            <p:cNvSpPr>
              <a:spLocks noChangeArrowheads="1"/>
            </p:cNvSpPr>
            <p:nvPr/>
          </p:nvSpPr>
          <p:spPr bwMode="auto">
            <a:xfrm rot="12975073">
              <a:off x="2734864" y="2684666"/>
              <a:ext cx="768350" cy="276225"/>
            </a:xfrm>
            <a:prstGeom prst="leftArrow">
              <a:avLst>
                <a:gd name="adj1" fmla="val 50000"/>
                <a:gd name="adj2" fmla="val 69540"/>
              </a:avLst>
            </a:prstGeom>
            <a:gradFill rotWithShape="1">
              <a:gsLst>
                <a:gs pos="0">
                  <a:srgbClr val="C00000"/>
                </a:gs>
                <a:gs pos="100000">
                  <a:srgbClr val="FFFFFF"/>
                </a:gs>
              </a:gsLst>
              <a:lin ang="0" scaled="1"/>
            </a:gra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289" name="TextBox 288">
            <a:extLst>
              <a:ext uri="{FF2B5EF4-FFF2-40B4-BE49-F238E27FC236}">
                <a16:creationId xmlns:a16="http://schemas.microsoft.com/office/drawing/2014/main" id="{9F04B398-1488-B84F-9A96-5791902C5242}"/>
              </a:ext>
            </a:extLst>
          </p:cNvPr>
          <p:cNvSpPr txBox="1"/>
          <p:nvPr/>
        </p:nvSpPr>
        <p:spPr>
          <a:xfrm>
            <a:off x="5162685" y="3108488"/>
            <a:ext cx="482824" cy="307777"/>
          </a:xfrm>
          <a:prstGeom prst="rect">
            <a:avLst/>
          </a:prstGeom>
          <a:noFill/>
        </p:spPr>
        <p:txBody>
          <a:bodyPr wrap="none" rtlCol="0">
            <a:spAutoFit/>
          </a:bodyPr>
          <a:lstStyle/>
          <a:p>
            <a:pPr eaLnBrk="0" fontAlgn="base" hangingPunct="0">
              <a:spcBef>
                <a:spcPct val="0"/>
              </a:spcBef>
              <a:spcAft>
                <a:spcPct val="0"/>
              </a:spcAft>
            </a:pPr>
            <a:r>
              <a:rPr lang="en-US" sz="1400" i="1">
                <a:latin typeface="Arial" charset="0"/>
                <a:ea typeface="ＭＳ Ｐゴシック" charset="0"/>
              </a:rPr>
              <a:t>201</a:t>
            </a:r>
            <a:endParaRPr lang="en-US" i="1">
              <a:latin typeface="Arial" charset="0"/>
              <a:ea typeface="ＭＳ Ｐゴシック" charset="0"/>
            </a:endParaRPr>
          </a:p>
        </p:txBody>
      </p:sp>
      <p:sp>
        <p:nvSpPr>
          <p:cNvPr id="291" name="TextBox 290">
            <a:extLst>
              <a:ext uri="{FF2B5EF4-FFF2-40B4-BE49-F238E27FC236}">
                <a16:creationId xmlns:a16="http://schemas.microsoft.com/office/drawing/2014/main" id="{7CAA43C0-74F2-9947-B546-F8906DDD43BC}"/>
              </a:ext>
            </a:extLst>
          </p:cNvPr>
          <p:cNvSpPr txBox="1"/>
          <p:nvPr/>
        </p:nvSpPr>
        <p:spPr>
          <a:xfrm>
            <a:off x="5952201" y="2502930"/>
            <a:ext cx="469487" cy="307777"/>
          </a:xfrm>
          <a:prstGeom prst="rect">
            <a:avLst/>
          </a:prstGeom>
          <a:noFill/>
        </p:spPr>
        <p:txBody>
          <a:bodyPr wrap="none" rtlCol="0">
            <a:spAutoFit/>
          </a:bodyPr>
          <a:lstStyle/>
          <a:p>
            <a:pPr eaLnBrk="0" fontAlgn="base" hangingPunct="0">
              <a:spcBef>
                <a:spcPct val="0"/>
              </a:spcBef>
              <a:spcAft>
                <a:spcPct val="0"/>
              </a:spcAft>
            </a:pPr>
            <a:r>
              <a:rPr lang="en-US" sz="1400" i="1">
                <a:latin typeface="Arial" charset="0"/>
                <a:ea typeface="ＭＳ Ｐゴシック" charset="0"/>
              </a:rPr>
              <a:t>112</a:t>
            </a:r>
            <a:endParaRPr lang="en-US" i="1">
              <a:latin typeface="Arial" charset="0"/>
              <a:ea typeface="ＭＳ Ｐゴシック" charset="0"/>
            </a:endParaRPr>
          </a:p>
        </p:txBody>
      </p:sp>
      <p:sp>
        <p:nvSpPr>
          <p:cNvPr id="292" name="TextBox 291">
            <a:extLst>
              <a:ext uri="{FF2B5EF4-FFF2-40B4-BE49-F238E27FC236}">
                <a16:creationId xmlns:a16="http://schemas.microsoft.com/office/drawing/2014/main" id="{BFFFC794-EB31-D845-8AFC-0FADD753D327}"/>
              </a:ext>
            </a:extLst>
          </p:cNvPr>
          <p:cNvSpPr txBox="1"/>
          <p:nvPr/>
        </p:nvSpPr>
        <p:spPr>
          <a:xfrm>
            <a:off x="5702048" y="3095306"/>
            <a:ext cx="482824" cy="307777"/>
          </a:xfrm>
          <a:prstGeom prst="rect">
            <a:avLst/>
          </a:prstGeom>
          <a:noFill/>
        </p:spPr>
        <p:txBody>
          <a:bodyPr wrap="none" rtlCol="0">
            <a:spAutoFit/>
          </a:bodyPr>
          <a:lstStyle/>
          <a:p>
            <a:pPr eaLnBrk="0" fontAlgn="base" hangingPunct="0">
              <a:spcBef>
                <a:spcPct val="0"/>
              </a:spcBef>
              <a:spcAft>
                <a:spcPct val="0"/>
              </a:spcAft>
            </a:pPr>
            <a:r>
              <a:rPr lang="en-US" sz="1400" i="1">
                <a:latin typeface="Arial" charset="0"/>
                <a:ea typeface="ＭＳ Ｐゴシック" charset="0"/>
              </a:rPr>
              <a:t>263</a:t>
            </a:r>
            <a:endParaRPr lang="en-US" i="1">
              <a:latin typeface="Arial" charset="0"/>
              <a:ea typeface="ＭＳ Ｐゴシック" charset="0"/>
            </a:endParaRPr>
          </a:p>
        </p:txBody>
      </p:sp>
    </p:spTree>
    <p:extLst>
      <p:ext uri="{BB962C8B-B14F-4D97-AF65-F5344CB8AC3E}">
        <p14:creationId xmlns:p14="http://schemas.microsoft.com/office/powerpoint/2010/main" val="3640460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82"/>
                                        </p:tgtEl>
                                        <p:attrNameLst>
                                          <p:attrName>style.visibility</p:attrName>
                                        </p:attrNameLst>
                                      </p:cBhvr>
                                      <p:to>
                                        <p:strVal val="visible"/>
                                      </p:to>
                                    </p:set>
                                    <p:animEffect transition="in" filter="wipe(up)">
                                      <p:cBhvr>
                                        <p:cTn id="7" dur="1000"/>
                                        <p:tgtEl>
                                          <p:spTgt spid="282"/>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285"/>
                                        </p:tgtEl>
                                        <p:attrNameLst>
                                          <p:attrName>style.visibility</p:attrName>
                                        </p:attrNameLst>
                                      </p:cBhvr>
                                      <p:to>
                                        <p:strVal val="visible"/>
                                      </p:to>
                                    </p:set>
                                    <p:animEffect transition="in" filter="wipe(up)">
                                      <p:cBhvr>
                                        <p:cTn id="11" dur="1000"/>
                                        <p:tgtEl>
                                          <p:spTgt spid="285"/>
                                        </p:tgtEl>
                                      </p:cBhvr>
                                    </p:animEffect>
                                  </p:childTnLst>
                                </p:cTn>
                              </p:par>
                            </p:childTnLst>
                          </p:cTn>
                        </p:par>
                        <p:par>
                          <p:cTn id="12" fill="hold">
                            <p:stCondLst>
                              <p:cond delay="2000"/>
                            </p:stCondLst>
                            <p:childTnLst>
                              <p:par>
                                <p:cTn id="13" presetID="9" presetClass="entr" presetSubtype="0" fill="hold" grpId="0" nodeType="afterEffect">
                                  <p:stCondLst>
                                    <p:cond delay="0"/>
                                  </p:stCondLst>
                                  <p:childTnLst>
                                    <p:set>
                                      <p:cBhvr>
                                        <p:cTn id="14" dur="1" fill="hold">
                                          <p:stCondLst>
                                            <p:cond delay="0"/>
                                          </p:stCondLst>
                                        </p:cTn>
                                        <p:tgtEl>
                                          <p:spTgt spid="280">
                                            <p:txEl>
                                              <p:pRg st="0" end="0"/>
                                            </p:txEl>
                                          </p:spTgt>
                                        </p:tgtEl>
                                        <p:attrNameLst>
                                          <p:attrName>style.visibility</p:attrName>
                                        </p:attrNameLst>
                                      </p:cBhvr>
                                      <p:to>
                                        <p:strVal val="visible"/>
                                      </p:to>
                                    </p:set>
                                    <p:animEffect transition="in" filter="dissolve">
                                      <p:cBhvr>
                                        <p:cTn id="15" dur="500"/>
                                        <p:tgtEl>
                                          <p:spTgt spid="280">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280">
                                            <p:txEl>
                                              <p:pRg st="1" end="1"/>
                                            </p:txEl>
                                          </p:spTgt>
                                        </p:tgtEl>
                                        <p:attrNameLst>
                                          <p:attrName>style.visibility</p:attrName>
                                        </p:attrNameLst>
                                      </p:cBhvr>
                                      <p:to>
                                        <p:strVal val="visible"/>
                                      </p:to>
                                    </p:set>
                                    <p:animEffect transition="in" filter="dissolve">
                                      <p:cBhvr>
                                        <p:cTn id="20" dur="500"/>
                                        <p:tgtEl>
                                          <p:spTgt spid="280">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xit" presetSubtype="0" fill="hold" nodeType="clickEffect">
                                  <p:stCondLst>
                                    <p:cond delay="0"/>
                                  </p:stCondLst>
                                  <p:childTnLst>
                                    <p:animEffect transition="out" filter="dissolve">
                                      <p:cBhvr>
                                        <p:cTn id="24" dur="500"/>
                                        <p:tgtEl>
                                          <p:spTgt spid="282"/>
                                        </p:tgtEl>
                                      </p:cBhvr>
                                    </p:animEffect>
                                    <p:set>
                                      <p:cBhvr>
                                        <p:cTn id="25" dur="1" fill="hold">
                                          <p:stCondLst>
                                            <p:cond delay="499"/>
                                          </p:stCondLst>
                                        </p:cTn>
                                        <p:tgtEl>
                                          <p:spTgt spid="282"/>
                                        </p:tgtEl>
                                        <p:attrNameLst>
                                          <p:attrName>style.visibility</p:attrName>
                                        </p:attrNameLst>
                                      </p:cBhvr>
                                      <p:to>
                                        <p:strVal val="hidden"/>
                                      </p:to>
                                    </p:set>
                                  </p:childTnLst>
                                </p:cTn>
                              </p:par>
                              <p:par>
                                <p:cTn id="26" presetID="9" presetClass="exit" presetSubtype="0" fill="hold" nodeType="withEffect">
                                  <p:stCondLst>
                                    <p:cond delay="0"/>
                                  </p:stCondLst>
                                  <p:childTnLst>
                                    <p:animEffect transition="out" filter="dissolve">
                                      <p:cBhvr>
                                        <p:cTn id="27" dur="500"/>
                                        <p:tgtEl>
                                          <p:spTgt spid="285"/>
                                        </p:tgtEl>
                                      </p:cBhvr>
                                    </p:animEffect>
                                    <p:set>
                                      <p:cBhvr>
                                        <p:cTn id="28" dur="1" fill="hold">
                                          <p:stCondLst>
                                            <p:cond delay="499"/>
                                          </p:stCondLst>
                                        </p:cTn>
                                        <p:tgtEl>
                                          <p:spTgt spid="285"/>
                                        </p:tgtEl>
                                        <p:attrNameLst>
                                          <p:attrName>style.visibility</p:attrName>
                                        </p:attrNameLst>
                                      </p:cBhvr>
                                      <p:to>
                                        <p:strVal val="hidden"/>
                                      </p:to>
                                    </p:set>
                                  </p:childTnLst>
                                </p:cTn>
                              </p:par>
                              <p:par>
                                <p:cTn id="29" presetID="9" presetClass="entr" presetSubtype="0" fill="hold" grpId="0" nodeType="withEffect">
                                  <p:stCondLst>
                                    <p:cond delay="0"/>
                                  </p:stCondLst>
                                  <p:childTnLst>
                                    <p:set>
                                      <p:cBhvr>
                                        <p:cTn id="30" dur="1" fill="hold">
                                          <p:stCondLst>
                                            <p:cond delay="0"/>
                                          </p:stCondLst>
                                        </p:cTn>
                                        <p:tgtEl>
                                          <p:spTgt spid="280">
                                            <p:txEl>
                                              <p:pRg st="2" end="2"/>
                                            </p:txEl>
                                          </p:spTgt>
                                        </p:tgtEl>
                                        <p:attrNameLst>
                                          <p:attrName>style.visibility</p:attrName>
                                        </p:attrNameLst>
                                      </p:cBhvr>
                                      <p:to>
                                        <p:strVal val="visible"/>
                                      </p:to>
                                    </p:set>
                                    <p:animEffect transition="in" filter="dissolve">
                                      <p:cBhvr>
                                        <p:cTn id="31" dur="500"/>
                                        <p:tgtEl>
                                          <p:spTgt spid="28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FDCD413-006B-ED4B-AEF9-134A3BF97F67}"/>
              </a:ext>
            </a:extLst>
          </p:cNvPr>
          <p:cNvSpPr>
            <a:spLocks noGrp="1"/>
          </p:cNvSpPr>
          <p:nvPr>
            <p:ph type="title"/>
          </p:nvPr>
        </p:nvSpPr>
        <p:spPr/>
        <p:txBody>
          <a:bodyPr/>
          <a:lstStyle/>
          <a:p>
            <a:r>
              <a:rPr lang="en-US" dirty="0"/>
              <a:t>BGP route selection rules</a:t>
            </a:r>
          </a:p>
        </p:txBody>
      </p:sp>
      <p:sp>
        <p:nvSpPr>
          <p:cNvPr id="7" name="Content Placeholder 6">
            <a:extLst>
              <a:ext uri="{FF2B5EF4-FFF2-40B4-BE49-F238E27FC236}">
                <a16:creationId xmlns:a16="http://schemas.microsoft.com/office/drawing/2014/main" id="{DC99B995-DF9B-954B-BF35-D3DB0A1E5B16}"/>
              </a:ext>
            </a:extLst>
          </p:cNvPr>
          <p:cNvSpPr>
            <a:spLocks noGrp="1"/>
          </p:cNvSpPr>
          <p:nvPr>
            <p:ph type="body" idx="1"/>
          </p:nvPr>
        </p:nvSpPr>
        <p:spPr/>
        <p:txBody>
          <a:bodyPr/>
          <a:lstStyle/>
          <a:p>
            <a:pPr marL="346075" indent="-346075">
              <a:defRPr/>
            </a:pPr>
            <a:r>
              <a:rPr lang="en-US" sz="3200"/>
              <a:t>Router may learn about more than one route to destination AS, selects route based on:</a:t>
            </a:r>
          </a:p>
          <a:p>
            <a:pPr marL="1084263" lvl="1" indent="-457200">
              <a:buFont typeface="ZapfDingbats" charset="0"/>
              <a:buAutoNum type="arabicPeriod"/>
              <a:defRPr/>
            </a:pPr>
            <a:r>
              <a:rPr lang="en-US" sz="2800"/>
              <a:t>local preference value attribute: policy decision</a:t>
            </a:r>
          </a:p>
          <a:p>
            <a:pPr marL="1084263" lvl="1" indent="-457200">
              <a:buFont typeface="ZapfDingbats" charset="0"/>
              <a:buAutoNum type="arabicPeriod"/>
              <a:defRPr/>
            </a:pPr>
            <a:r>
              <a:rPr lang="en-US" sz="2800"/>
              <a:t>shortest AS-PATH </a:t>
            </a:r>
          </a:p>
          <a:p>
            <a:pPr marL="1084263" lvl="1" indent="-457200">
              <a:buFont typeface="ZapfDingbats" charset="0"/>
              <a:buAutoNum type="arabicPeriod"/>
              <a:defRPr/>
            </a:pPr>
            <a:r>
              <a:rPr lang="en-US" sz="2800"/>
              <a:t>closest NEXT-HOP router: hot potato routing</a:t>
            </a:r>
          </a:p>
          <a:p>
            <a:pPr marL="1084263" lvl="1" indent="-457200">
              <a:buFont typeface="ZapfDingbats" charset="0"/>
              <a:buAutoNum type="arabicPeriod"/>
              <a:defRPr/>
            </a:pPr>
            <a:r>
              <a:rPr lang="en-US" sz="2800"/>
              <a:t>additional criteria </a:t>
            </a:r>
          </a:p>
          <a:p>
            <a:pPr marL="130175" indent="0">
              <a:buNone/>
            </a:pPr>
            <a:endParaRPr lang="en-US"/>
          </a:p>
        </p:txBody>
      </p:sp>
    </p:spTree>
    <p:extLst>
      <p:ext uri="{BB962C8B-B14F-4D97-AF65-F5344CB8AC3E}">
        <p14:creationId xmlns:p14="http://schemas.microsoft.com/office/powerpoint/2010/main" val="202137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E58ED7-62E2-2642-BB6A-E4AB185BFC3C}"/>
              </a:ext>
            </a:extLst>
          </p:cNvPr>
          <p:cNvSpPr>
            <a:spLocks noGrp="1"/>
          </p:cNvSpPr>
          <p:nvPr>
            <p:ph type="title"/>
          </p:nvPr>
        </p:nvSpPr>
        <p:spPr/>
        <p:txBody>
          <a:bodyPr>
            <a:normAutofit/>
          </a:bodyPr>
          <a:lstStyle/>
          <a:p>
            <a:r>
              <a:rPr lang="en-US" dirty="0"/>
              <a:t>BGP: achieving policy via selective advertisements</a:t>
            </a:r>
          </a:p>
        </p:txBody>
      </p:sp>
      <p:sp>
        <p:nvSpPr>
          <p:cNvPr id="235" name="AutoShape 6">
            <a:extLst>
              <a:ext uri="{FF2B5EF4-FFF2-40B4-BE49-F238E27FC236}">
                <a16:creationId xmlns:a16="http://schemas.microsoft.com/office/drawing/2014/main" id="{A6E685A0-E830-5248-8CAD-7A0887943BA1}"/>
              </a:ext>
            </a:extLst>
          </p:cNvPr>
          <p:cNvSpPr>
            <a:spLocks noChangeAspect="1" noChangeArrowheads="1" noTextEdit="1"/>
          </p:cNvSpPr>
          <p:nvPr/>
        </p:nvSpPr>
        <p:spPr bwMode="auto">
          <a:xfrm>
            <a:off x="1916743" y="1048794"/>
            <a:ext cx="7539038" cy="304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1" name="Rectangle 3">
            <a:extLst>
              <a:ext uri="{FF2B5EF4-FFF2-40B4-BE49-F238E27FC236}">
                <a16:creationId xmlns:a16="http://schemas.microsoft.com/office/drawing/2014/main" id="{E54A3C0C-0F71-9345-9DF3-C62A1590C949}"/>
              </a:ext>
            </a:extLst>
          </p:cNvPr>
          <p:cNvSpPr>
            <a:spLocks noChangeArrowheads="1"/>
          </p:cNvSpPr>
          <p:nvPr/>
        </p:nvSpPr>
        <p:spPr bwMode="auto">
          <a:xfrm>
            <a:off x="1181100" y="3581400"/>
            <a:ext cx="6401562" cy="3810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sp>
        <p:nvSpPr>
          <p:cNvPr id="272" name="Rectangle 4">
            <a:extLst>
              <a:ext uri="{FF2B5EF4-FFF2-40B4-BE49-F238E27FC236}">
                <a16:creationId xmlns:a16="http://schemas.microsoft.com/office/drawing/2014/main" id="{75942C0D-9686-7045-8336-48F964013A0B}"/>
              </a:ext>
            </a:extLst>
          </p:cNvPr>
          <p:cNvSpPr>
            <a:spLocks noChangeArrowheads="1"/>
          </p:cNvSpPr>
          <p:nvPr/>
        </p:nvSpPr>
        <p:spPr bwMode="auto">
          <a:xfrm>
            <a:off x="1107929" y="4358794"/>
            <a:ext cx="10802636" cy="205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342900" indent="-342900">
              <a:lnSpc>
                <a:spcPct val="85000"/>
              </a:lnSpc>
              <a:spcBef>
                <a:spcPct val="20000"/>
              </a:spcBef>
              <a:buClr>
                <a:srgbClr val="000099"/>
              </a:buClr>
              <a:buSzPct val="100000"/>
              <a:buFont typeface="Wingdings" charset="2"/>
              <a:buChar char="§"/>
            </a:pPr>
            <a:r>
              <a:rPr lang="en-US" sz="2400">
                <a:latin typeface="+mn-lt"/>
              </a:rPr>
              <a:t>A advertises path Aw to B and to C</a:t>
            </a:r>
          </a:p>
          <a:p>
            <a:pPr marL="342900" indent="-342900">
              <a:lnSpc>
                <a:spcPct val="85000"/>
              </a:lnSpc>
              <a:spcBef>
                <a:spcPct val="20000"/>
              </a:spcBef>
              <a:buClr>
                <a:srgbClr val="000099"/>
              </a:buClr>
              <a:buSzPct val="100000"/>
              <a:buFont typeface="Wingdings" charset="2"/>
              <a:buChar char="§"/>
            </a:pPr>
            <a:r>
              <a:rPr lang="en-US" sz="2400">
                <a:latin typeface="+mn-lt"/>
              </a:rPr>
              <a:t>B </a:t>
            </a:r>
            <a:r>
              <a:rPr lang="en-US" sz="2400" i="1">
                <a:solidFill>
                  <a:srgbClr val="0000A8"/>
                </a:solidFill>
                <a:latin typeface="+mn-lt"/>
              </a:rPr>
              <a:t>chooses not to advertise </a:t>
            </a:r>
            <a:r>
              <a:rPr lang="en-US" sz="2400">
                <a:latin typeface="+mn-lt"/>
              </a:rPr>
              <a:t>BAw to C!  </a:t>
            </a:r>
          </a:p>
          <a:p>
            <a:pPr marL="800100" lvl="1" indent="-342900">
              <a:lnSpc>
                <a:spcPct val="85000"/>
              </a:lnSpc>
              <a:spcBef>
                <a:spcPct val="20000"/>
              </a:spcBef>
              <a:buClr>
                <a:srgbClr val="000099"/>
              </a:buClr>
              <a:buSzPct val="100000"/>
              <a:buFont typeface="Wingdings" charset="2"/>
              <a:buChar char="§"/>
            </a:pPr>
            <a:r>
              <a:rPr lang="en-US" sz="2400">
                <a:latin typeface="+mn-lt"/>
              </a:rPr>
              <a:t>B gets no </a:t>
            </a:r>
            <a:r>
              <a:rPr lang="en-US" sz="2400"/>
              <a:t>“</a:t>
            </a:r>
            <a:r>
              <a:rPr lang="en-US" altLang="ja-JP" sz="2400">
                <a:latin typeface="+mn-lt"/>
              </a:rPr>
              <a:t>revenue</a:t>
            </a:r>
            <a:r>
              <a:rPr lang="en-US" altLang="ja-JP" sz="2400"/>
              <a:t>”</a:t>
            </a:r>
            <a:r>
              <a:rPr lang="en-US" altLang="ja-JP" sz="2400">
                <a:latin typeface="+mn-lt"/>
              </a:rPr>
              <a:t> for routing CBAw, since none of  C, A, w are B</a:t>
            </a:r>
            <a:r>
              <a:rPr lang="en-US" altLang="ja-JP" sz="2400"/>
              <a:t>’</a:t>
            </a:r>
            <a:r>
              <a:rPr lang="en-US" altLang="ja-JP" sz="2400">
                <a:latin typeface="+mn-lt"/>
              </a:rPr>
              <a:t>s customers</a:t>
            </a:r>
          </a:p>
          <a:p>
            <a:pPr marL="800100" lvl="1" indent="-342900">
              <a:lnSpc>
                <a:spcPct val="85000"/>
              </a:lnSpc>
              <a:spcBef>
                <a:spcPct val="20000"/>
              </a:spcBef>
              <a:buClr>
                <a:srgbClr val="000099"/>
              </a:buClr>
              <a:buSzPct val="100000"/>
              <a:buFont typeface="Wingdings" charset="2"/>
              <a:buChar char="§"/>
            </a:pPr>
            <a:r>
              <a:rPr lang="en-US" altLang="ja-JP" sz="2400">
                <a:latin typeface="+mn-lt"/>
              </a:rPr>
              <a:t>C does </a:t>
            </a:r>
            <a:r>
              <a:rPr lang="en-US" altLang="ja-JP" sz="2400" i="1">
                <a:latin typeface="+mn-lt"/>
              </a:rPr>
              <a:t>not</a:t>
            </a:r>
            <a:r>
              <a:rPr lang="en-US" altLang="ja-JP" sz="2400">
                <a:latin typeface="+mn-lt"/>
              </a:rPr>
              <a:t> learn about CBAw path</a:t>
            </a:r>
          </a:p>
          <a:p>
            <a:pPr marL="342900" indent="-342900">
              <a:lnSpc>
                <a:spcPct val="85000"/>
              </a:lnSpc>
              <a:spcBef>
                <a:spcPct val="20000"/>
              </a:spcBef>
              <a:buClr>
                <a:srgbClr val="000099"/>
              </a:buClr>
              <a:buSzPct val="100000"/>
              <a:buFont typeface="Wingdings" charset="2"/>
              <a:buChar char="§"/>
            </a:pPr>
            <a:r>
              <a:rPr lang="en-US" sz="2400">
                <a:latin typeface="+mn-lt"/>
              </a:rPr>
              <a:t>C will route CAw (not using B) to get to w</a:t>
            </a:r>
          </a:p>
        </p:txBody>
      </p:sp>
      <p:sp>
        <p:nvSpPr>
          <p:cNvPr id="273" name="TextBox 272">
            <a:extLst>
              <a:ext uri="{FF2B5EF4-FFF2-40B4-BE49-F238E27FC236}">
                <a16:creationId xmlns:a16="http://schemas.microsoft.com/office/drawing/2014/main" id="{33DA0E0B-DE29-3147-B564-0EB3AC2AD342}"/>
              </a:ext>
            </a:extLst>
          </p:cNvPr>
          <p:cNvSpPr txBox="1"/>
          <p:nvPr/>
        </p:nvSpPr>
        <p:spPr>
          <a:xfrm>
            <a:off x="655786" y="3397142"/>
            <a:ext cx="11073610" cy="892552"/>
          </a:xfrm>
          <a:prstGeom prst="rect">
            <a:avLst/>
          </a:prstGeom>
          <a:noFill/>
        </p:spPr>
        <p:txBody>
          <a:bodyPr wrap="square" rtlCol="0">
            <a:spAutoFit/>
          </a:bodyPr>
          <a:lstStyle/>
          <a:p>
            <a:r>
              <a:rPr lang="en-US" sz="2800" dirty="0"/>
              <a:t>ISP only wants to route traffic to/from its customer networks </a:t>
            </a:r>
            <a:r>
              <a:rPr lang="en-US" sz="2400" dirty="0"/>
              <a:t>(does not want to carry transit traffic between other ISPs – a typical “real world” policy)</a:t>
            </a:r>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30A88F17-11AD-775F-B306-45A2BBAD2FD0}"/>
                  </a:ext>
                </a:extLst>
              </p14:cNvPr>
              <p14:cNvContentPartPr/>
              <p14:nvPr/>
            </p14:nvContentPartPr>
            <p14:xfrm>
              <a:off x="3429725" y="2047244"/>
              <a:ext cx="543600" cy="489960"/>
            </p14:xfrm>
          </p:contentPart>
        </mc:Choice>
        <mc:Fallback xmlns="">
          <p:pic>
            <p:nvPicPr>
              <p:cNvPr id="11" name="Ink 10">
                <a:extLst>
                  <a:ext uri="{FF2B5EF4-FFF2-40B4-BE49-F238E27FC236}">
                    <a16:creationId xmlns:a16="http://schemas.microsoft.com/office/drawing/2014/main" id="{30A88F17-11AD-775F-B306-45A2BBAD2FD0}"/>
                  </a:ext>
                </a:extLst>
              </p:cNvPr>
              <p:cNvPicPr/>
              <p:nvPr/>
            </p:nvPicPr>
            <p:blipFill>
              <a:blip r:embed="rId3"/>
              <a:stretch>
                <a:fillRect/>
              </a:stretch>
            </p:blipFill>
            <p:spPr>
              <a:xfrm>
                <a:off x="3414245" y="2031764"/>
                <a:ext cx="574200" cy="520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F5176538-4398-3D58-972E-0CA911CC4B29}"/>
                  </a:ext>
                </a:extLst>
              </p14:cNvPr>
              <p14:cNvContentPartPr/>
              <p14:nvPr/>
            </p14:nvContentPartPr>
            <p14:xfrm>
              <a:off x="3988085" y="2200244"/>
              <a:ext cx="750240" cy="183960"/>
            </p14:xfrm>
          </p:contentPart>
        </mc:Choice>
        <mc:Fallback xmlns="">
          <p:pic>
            <p:nvPicPr>
              <p:cNvPr id="15" name="Ink 14">
                <a:extLst>
                  <a:ext uri="{FF2B5EF4-FFF2-40B4-BE49-F238E27FC236}">
                    <a16:creationId xmlns:a16="http://schemas.microsoft.com/office/drawing/2014/main" id="{F5176538-4398-3D58-972E-0CA911CC4B29}"/>
                  </a:ext>
                </a:extLst>
              </p:cNvPr>
              <p:cNvPicPr/>
              <p:nvPr/>
            </p:nvPicPr>
            <p:blipFill>
              <a:blip r:embed="rId5"/>
              <a:stretch>
                <a:fillRect/>
              </a:stretch>
            </p:blipFill>
            <p:spPr>
              <a:xfrm>
                <a:off x="3972598" y="2184764"/>
                <a:ext cx="780855"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4" name="Ink 23">
                <a:extLst>
                  <a:ext uri="{FF2B5EF4-FFF2-40B4-BE49-F238E27FC236}">
                    <a16:creationId xmlns:a16="http://schemas.microsoft.com/office/drawing/2014/main" id="{6296DCC5-8D5C-1905-EF65-6A5DBEB6EA45}"/>
                  </a:ext>
                </a:extLst>
              </p14:cNvPr>
              <p14:cNvContentPartPr/>
              <p14:nvPr/>
            </p14:nvContentPartPr>
            <p14:xfrm>
              <a:off x="4707365" y="1259204"/>
              <a:ext cx="1897920" cy="1400400"/>
            </p14:xfrm>
          </p:contentPart>
        </mc:Choice>
        <mc:Fallback xmlns="">
          <p:pic>
            <p:nvPicPr>
              <p:cNvPr id="24" name="Ink 23">
                <a:extLst>
                  <a:ext uri="{FF2B5EF4-FFF2-40B4-BE49-F238E27FC236}">
                    <a16:creationId xmlns:a16="http://schemas.microsoft.com/office/drawing/2014/main" id="{6296DCC5-8D5C-1905-EF65-6A5DBEB6EA45}"/>
                  </a:ext>
                </a:extLst>
              </p:cNvPr>
              <p:cNvPicPr/>
              <p:nvPr/>
            </p:nvPicPr>
            <p:blipFill>
              <a:blip r:embed="rId7"/>
              <a:stretch>
                <a:fillRect/>
              </a:stretch>
            </p:blipFill>
            <p:spPr>
              <a:xfrm>
                <a:off x="4691885" y="1243724"/>
                <a:ext cx="1928520" cy="1431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3" name="Ink 32">
                <a:extLst>
                  <a:ext uri="{FF2B5EF4-FFF2-40B4-BE49-F238E27FC236}">
                    <a16:creationId xmlns:a16="http://schemas.microsoft.com/office/drawing/2014/main" id="{7FC5D4CA-377F-21D2-22E7-FB731A47AD0C}"/>
                  </a:ext>
                </a:extLst>
              </p14:cNvPr>
              <p14:cNvContentPartPr/>
              <p14:nvPr/>
            </p14:nvContentPartPr>
            <p14:xfrm>
              <a:off x="5418725" y="1504004"/>
              <a:ext cx="1859760" cy="1775160"/>
            </p14:xfrm>
          </p:contentPart>
        </mc:Choice>
        <mc:Fallback xmlns="">
          <p:pic>
            <p:nvPicPr>
              <p:cNvPr id="33" name="Ink 32">
                <a:extLst>
                  <a:ext uri="{FF2B5EF4-FFF2-40B4-BE49-F238E27FC236}">
                    <a16:creationId xmlns:a16="http://schemas.microsoft.com/office/drawing/2014/main" id="{7FC5D4CA-377F-21D2-22E7-FB731A47AD0C}"/>
                  </a:ext>
                </a:extLst>
              </p:cNvPr>
              <p:cNvPicPr/>
              <p:nvPr/>
            </p:nvPicPr>
            <p:blipFill>
              <a:blip r:embed="rId9"/>
              <a:stretch>
                <a:fillRect/>
              </a:stretch>
            </p:blipFill>
            <p:spPr>
              <a:xfrm>
                <a:off x="5403242" y="1488524"/>
                <a:ext cx="1890366" cy="1805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7" name="Ink 36">
                <a:extLst>
                  <a:ext uri="{FF2B5EF4-FFF2-40B4-BE49-F238E27FC236}">
                    <a16:creationId xmlns:a16="http://schemas.microsoft.com/office/drawing/2014/main" id="{D548B4A1-E8CA-E817-E64F-604FAAF1C36F}"/>
                  </a:ext>
                </a:extLst>
              </p14:cNvPr>
              <p14:cNvContentPartPr/>
              <p14:nvPr/>
            </p14:nvContentPartPr>
            <p14:xfrm>
              <a:off x="6765485" y="1825484"/>
              <a:ext cx="1109520" cy="964440"/>
            </p14:xfrm>
          </p:contentPart>
        </mc:Choice>
        <mc:Fallback xmlns="">
          <p:pic>
            <p:nvPicPr>
              <p:cNvPr id="37" name="Ink 36">
                <a:extLst>
                  <a:ext uri="{FF2B5EF4-FFF2-40B4-BE49-F238E27FC236}">
                    <a16:creationId xmlns:a16="http://schemas.microsoft.com/office/drawing/2014/main" id="{D548B4A1-E8CA-E817-E64F-604FAAF1C36F}"/>
                  </a:ext>
                </a:extLst>
              </p:cNvPr>
              <p:cNvPicPr/>
              <p:nvPr/>
            </p:nvPicPr>
            <p:blipFill>
              <a:blip r:embed="rId11"/>
              <a:stretch>
                <a:fillRect/>
              </a:stretch>
            </p:blipFill>
            <p:spPr>
              <a:xfrm>
                <a:off x="6750010" y="1810004"/>
                <a:ext cx="1140110" cy="995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0" name="Ink 39">
                <a:extLst>
                  <a:ext uri="{FF2B5EF4-FFF2-40B4-BE49-F238E27FC236}">
                    <a16:creationId xmlns:a16="http://schemas.microsoft.com/office/drawing/2014/main" id="{E752AD05-3EEA-535A-74A9-68ECE0434CB1}"/>
                  </a:ext>
                </a:extLst>
              </p14:cNvPr>
              <p14:cNvContentPartPr/>
              <p14:nvPr/>
            </p14:nvContentPartPr>
            <p14:xfrm>
              <a:off x="7423205" y="2009084"/>
              <a:ext cx="168840" cy="153360"/>
            </p14:xfrm>
          </p:contentPart>
        </mc:Choice>
        <mc:Fallback xmlns="">
          <p:pic>
            <p:nvPicPr>
              <p:cNvPr id="40" name="Ink 39">
                <a:extLst>
                  <a:ext uri="{FF2B5EF4-FFF2-40B4-BE49-F238E27FC236}">
                    <a16:creationId xmlns:a16="http://schemas.microsoft.com/office/drawing/2014/main" id="{E752AD05-3EEA-535A-74A9-68ECE0434CB1}"/>
                  </a:ext>
                </a:extLst>
              </p:cNvPr>
              <p:cNvPicPr/>
              <p:nvPr/>
            </p:nvPicPr>
            <p:blipFill>
              <a:blip r:embed="rId13"/>
              <a:stretch>
                <a:fillRect/>
              </a:stretch>
            </p:blipFill>
            <p:spPr>
              <a:xfrm>
                <a:off x="7407692" y="1993604"/>
                <a:ext cx="199505"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5" name="Ink 44">
                <a:extLst>
                  <a:ext uri="{FF2B5EF4-FFF2-40B4-BE49-F238E27FC236}">
                    <a16:creationId xmlns:a16="http://schemas.microsoft.com/office/drawing/2014/main" id="{4890D29C-29AD-C736-A32F-27F006D1B96B}"/>
                  </a:ext>
                </a:extLst>
              </p14:cNvPr>
              <p14:cNvContentPartPr/>
              <p14:nvPr/>
            </p14:nvContentPartPr>
            <p14:xfrm>
              <a:off x="6803645" y="2927084"/>
              <a:ext cx="1239840" cy="375480"/>
            </p14:xfrm>
          </p:contentPart>
        </mc:Choice>
        <mc:Fallback xmlns="">
          <p:pic>
            <p:nvPicPr>
              <p:cNvPr id="45" name="Ink 44">
                <a:extLst>
                  <a:ext uri="{FF2B5EF4-FFF2-40B4-BE49-F238E27FC236}">
                    <a16:creationId xmlns:a16="http://schemas.microsoft.com/office/drawing/2014/main" id="{4890D29C-29AD-C736-A32F-27F006D1B96B}"/>
                  </a:ext>
                </a:extLst>
              </p:cNvPr>
              <p:cNvPicPr/>
              <p:nvPr/>
            </p:nvPicPr>
            <p:blipFill>
              <a:blip r:embed="rId15"/>
              <a:stretch>
                <a:fillRect/>
              </a:stretch>
            </p:blipFill>
            <p:spPr>
              <a:xfrm>
                <a:off x="6788165" y="2911589"/>
                <a:ext cx="1270440" cy="406109"/>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1" name="Ink 20">
                <a:extLst>
                  <a:ext uri="{FF2B5EF4-FFF2-40B4-BE49-F238E27FC236}">
                    <a16:creationId xmlns:a16="http://schemas.microsoft.com/office/drawing/2014/main" id="{CFB1E190-EF34-64FF-6A4B-E5A3E48B50FC}"/>
                  </a:ext>
                </a:extLst>
              </p14:cNvPr>
              <p14:cNvContentPartPr/>
              <p14:nvPr/>
            </p14:nvContentPartPr>
            <p14:xfrm>
              <a:off x="434498" y="1309441"/>
              <a:ext cx="2807280" cy="329400"/>
            </p14:xfrm>
          </p:contentPart>
        </mc:Choice>
        <mc:Fallback xmlns="">
          <p:pic>
            <p:nvPicPr>
              <p:cNvPr id="21" name="Ink 20">
                <a:extLst>
                  <a:ext uri="{FF2B5EF4-FFF2-40B4-BE49-F238E27FC236}">
                    <a16:creationId xmlns:a16="http://schemas.microsoft.com/office/drawing/2014/main" id="{CFB1E190-EF34-64FF-6A4B-E5A3E48B50FC}"/>
                  </a:ext>
                </a:extLst>
              </p:cNvPr>
              <p:cNvPicPr/>
              <p:nvPr/>
            </p:nvPicPr>
            <p:blipFill>
              <a:blip r:embed="rId17"/>
              <a:stretch>
                <a:fillRect/>
              </a:stretch>
            </p:blipFill>
            <p:spPr>
              <a:xfrm>
                <a:off x="419018" y="1293961"/>
                <a:ext cx="283788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9" name="Ink 28">
                <a:extLst>
                  <a:ext uri="{FF2B5EF4-FFF2-40B4-BE49-F238E27FC236}">
                    <a16:creationId xmlns:a16="http://schemas.microsoft.com/office/drawing/2014/main" id="{8994413F-70D1-D1DB-7938-6802EC9FC10F}"/>
                  </a:ext>
                </a:extLst>
              </p14:cNvPr>
              <p14:cNvContentPartPr/>
              <p14:nvPr/>
            </p14:nvContentPartPr>
            <p14:xfrm>
              <a:off x="457178" y="1822081"/>
              <a:ext cx="1997280" cy="291240"/>
            </p14:xfrm>
          </p:contentPart>
        </mc:Choice>
        <mc:Fallback xmlns="">
          <p:pic>
            <p:nvPicPr>
              <p:cNvPr id="29" name="Ink 28">
                <a:extLst>
                  <a:ext uri="{FF2B5EF4-FFF2-40B4-BE49-F238E27FC236}">
                    <a16:creationId xmlns:a16="http://schemas.microsoft.com/office/drawing/2014/main" id="{8994413F-70D1-D1DB-7938-6802EC9FC10F}"/>
                  </a:ext>
                </a:extLst>
              </p:cNvPr>
              <p:cNvPicPr/>
              <p:nvPr/>
            </p:nvPicPr>
            <p:blipFill>
              <a:blip r:embed="rId19"/>
              <a:stretch>
                <a:fillRect/>
              </a:stretch>
            </p:blipFill>
            <p:spPr>
              <a:xfrm>
                <a:off x="441698" y="1806582"/>
                <a:ext cx="2027880" cy="321878"/>
              </a:xfrm>
              <a:prstGeom prst="rect">
                <a:avLst/>
              </a:prstGeom>
            </p:spPr>
          </p:pic>
        </mc:Fallback>
      </mc:AlternateContent>
    </p:spTree>
    <p:extLst>
      <p:ext uri="{BB962C8B-B14F-4D97-AF65-F5344CB8AC3E}">
        <p14:creationId xmlns:p14="http://schemas.microsoft.com/office/powerpoint/2010/main" val="730774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2">
                                            <p:txEl>
                                              <p:pRg st="0" end="0"/>
                                            </p:txEl>
                                          </p:spTgt>
                                        </p:tgtEl>
                                        <p:attrNameLst>
                                          <p:attrName>style.visibility</p:attrName>
                                        </p:attrNameLst>
                                      </p:cBhvr>
                                      <p:to>
                                        <p:strVal val="visible"/>
                                      </p:to>
                                    </p:set>
                                    <p:animEffect transition="in" filter="dissolve">
                                      <p:cBhvr>
                                        <p:cTn id="7" dur="500"/>
                                        <p:tgtEl>
                                          <p:spTgt spid="2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72">
                                            <p:txEl>
                                              <p:pRg st="1" end="1"/>
                                            </p:txEl>
                                          </p:spTgt>
                                        </p:tgtEl>
                                        <p:attrNameLst>
                                          <p:attrName>style.visibility</p:attrName>
                                        </p:attrNameLst>
                                      </p:cBhvr>
                                      <p:to>
                                        <p:strVal val="visible"/>
                                      </p:to>
                                    </p:set>
                                    <p:animEffect transition="in" filter="dissolve">
                                      <p:cBhvr>
                                        <p:cTn id="12" dur="500"/>
                                        <p:tgtEl>
                                          <p:spTgt spid="272">
                                            <p:txEl>
                                              <p:pRg st="1" end="1"/>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272">
                                            <p:txEl>
                                              <p:pRg st="2" end="2"/>
                                            </p:txEl>
                                          </p:spTgt>
                                        </p:tgtEl>
                                        <p:attrNameLst>
                                          <p:attrName>style.visibility</p:attrName>
                                        </p:attrNameLst>
                                      </p:cBhvr>
                                      <p:to>
                                        <p:strVal val="visible"/>
                                      </p:to>
                                    </p:set>
                                    <p:animEffect transition="in" filter="dissolve">
                                      <p:cBhvr>
                                        <p:cTn id="15" dur="500"/>
                                        <p:tgtEl>
                                          <p:spTgt spid="272">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272">
                                            <p:txEl>
                                              <p:pRg st="3" end="3"/>
                                            </p:txEl>
                                          </p:spTgt>
                                        </p:tgtEl>
                                        <p:attrNameLst>
                                          <p:attrName>style.visibility</p:attrName>
                                        </p:attrNameLst>
                                      </p:cBhvr>
                                      <p:to>
                                        <p:strVal val="visible"/>
                                      </p:to>
                                    </p:set>
                                    <p:animEffect transition="in" filter="dissolve">
                                      <p:cBhvr>
                                        <p:cTn id="18" dur="500"/>
                                        <p:tgtEl>
                                          <p:spTgt spid="27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272">
                                            <p:txEl>
                                              <p:pRg st="4" end="4"/>
                                            </p:txEl>
                                          </p:spTgt>
                                        </p:tgtEl>
                                        <p:attrNameLst>
                                          <p:attrName>style.visibility</p:attrName>
                                        </p:attrNameLst>
                                      </p:cBhvr>
                                      <p:to>
                                        <p:strVal val="visible"/>
                                      </p:to>
                                    </p:set>
                                    <p:animEffect transition="in" filter="dissolve">
                                      <p:cBhvr>
                                        <p:cTn id="23" dur="500"/>
                                        <p:tgtEl>
                                          <p:spTgt spid="27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20EBDA8E-1B09-55F7-5519-4C2A1F43CACF}"/>
                  </a:ext>
                </a:extLst>
              </p14:cNvPr>
              <p14:cNvContentPartPr/>
              <p14:nvPr/>
            </p14:nvContentPartPr>
            <p14:xfrm>
              <a:off x="3647498" y="1499521"/>
              <a:ext cx="857160" cy="574200"/>
            </p14:xfrm>
          </p:contentPart>
        </mc:Choice>
        <mc:Fallback xmlns="">
          <p:pic>
            <p:nvPicPr>
              <p:cNvPr id="9" name="Ink 8">
                <a:extLst>
                  <a:ext uri="{FF2B5EF4-FFF2-40B4-BE49-F238E27FC236}">
                    <a16:creationId xmlns:a16="http://schemas.microsoft.com/office/drawing/2014/main" id="{20EBDA8E-1B09-55F7-5519-4C2A1F43CACF}"/>
                  </a:ext>
                </a:extLst>
              </p:cNvPr>
              <p:cNvPicPr/>
              <p:nvPr/>
            </p:nvPicPr>
            <p:blipFill>
              <a:blip r:embed="rId3"/>
              <a:stretch>
                <a:fillRect/>
              </a:stretch>
            </p:blipFill>
            <p:spPr>
              <a:xfrm>
                <a:off x="3632018" y="1484041"/>
                <a:ext cx="887760" cy="6048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6" name="Ink 15">
                <a:extLst>
                  <a:ext uri="{FF2B5EF4-FFF2-40B4-BE49-F238E27FC236}">
                    <a16:creationId xmlns:a16="http://schemas.microsoft.com/office/drawing/2014/main" id="{1CF403EE-5B1A-5667-0EC9-08B93FD5E77B}"/>
                  </a:ext>
                </a:extLst>
              </p14:cNvPr>
              <p14:cNvContentPartPr/>
              <p14:nvPr/>
            </p14:nvContentPartPr>
            <p14:xfrm>
              <a:off x="4611578" y="1560721"/>
              <a:ext cx="1951200" cy="497520"/>
            </p14:xfrm>
          </p:contentPart>
        </mc:Choice>
        <mc:Fallback xmlns="">
          <p:pic>
            <p:nvPicPr>
              <p:cNvPr id="16" name="Ink 15">
                <a:extLst>
                  <a:ext uri="{FF2B5EF4-FFF2-40B4-BE49-F238E27FC236}">
                    <a16:creationId xmlns:a16="http://schemas.microsoft.com/office/drawing/2014/main" id="{1CF403EE-5B1A-5667-0EC9-08B93FD5E77B}"/>
                  </a:ext>
                </a:extLst>
              </p:cNvPr>
              <p:cNvPicPr/>
              <p:nvPr/>
            </p:nvPicPr>
            <p:blipFill>
              <a:blip r:embed="rId5"/>
              <a:stretch>
                <a:fillRect/>
              </a:stretch>
            </p:blipFill>
            <p:spPr>
              <a:xfrm>
                <a:off x="4596098" y="1545252"/>
                <a:ext cx="1981800" cy="528098"/>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4" name="Ink 23">
                <a:extLst>
                  <a:ext uri="{FF2B5EF4-FFF2-40B4-BE49-F238E27FC236}">
                    <a16:creationId xmlns:a16="http://schemas.microsoft.com/office/drawing/2014/main" id="{A299284F-9940-AC6C-8E11-B3580CCF4766}"/>
                  </a:ext>
                </a:extLst>
              </p14:cNvPr>
              <p14:cNvContentPartPr/>
              <p14:nvPr/>
            </p14:nvContentPartPr>
            <p14:xfrm>
              <a:off x="3418178" y="2096041"/>
              <a:ext cx="1048320" cy="1155960"/>
            </p14:xfrm>
          </p:contentPart>
        </mc:Choice>
        <mc:Fallback xmlns="">
          <p:pic>
            <p:nvPicPr>
              <p:cNvPr id="24" name="Ink 23">
                <a:extLst>
                  <a:ext uri="{FF2B5EF4-FFF2-40B4-BE49-F238E27FC236}">
                    <a16:creationId xmlns:a16="http://schemas.microsoft.com/office/drawing/2014/main" id="{A299284F-9940-AC6C-8E11-B3580CCF4766}"/>
                  </a:ext>
                </a:extLst>
              </p:cNvPr>
              <p:cNvPicPr/>
              <p:nvPr/>
            </p:nvPicPr>
            <p:blipFill>
              <a:blip r:embed="rId7"/>
              <a:stretch>
                <a:fillRect/>
              </a:stretch>
            </p:blipFill>
            <p:spPr>
              <a:xfrm>
                <a:off x="3402703" y="2080556"/>
                <a:ext cx="1078909" cy="118657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7" name="Ink 26">
                <a:extLst>
                  <a:ext uri="{FF2B5EF4-FFF2-40B4-BE49-F238E27FC236}">
                    <a16:creationId xmlns:a16="http://schemas.microsoft.com/office/drawing/2014/main" id="{278B7E2F-E43A-F743-608C-80C29866B7F1}"/>
                  </a:ext>
                </a:extLst>
              </p14:cNvPr>
              <p14:cNvContentPartPr/>
              <p14:nvPr/>
            </p14:nvContentPartPr>
            <p14:xfrm>
              <a:off x="4466138" y="1966081"/>
              <a:ext cx="1262880" cy="773280"/>
            </p14:xfrm>
          </p:contentPart>
        </mc:Choice>
        <mc:Fallback xmlns="">
          <p:pic>
            <p:nvPicPr>
              <p:cNvPr id="27" name="Ink 26">
                <a:extLst>
                  <a:ext uri="{FF2B5EF4-FFF2-40B4-BE49-F238E27FC236}">
                    <a16:creationId xmlns:a16="http://schemas.microsoft.com/office/drawing/2014/main" id="{278B7E2F-E43A-F743-608C-80C29866B7F1}"/>
                  </a:ext>
                </a:extLst>
              </p:cNvPr>
              <p:cNvPicPr/>
              <p:nvPr/>
            </p:nvPicPr>
            <p:blipFill>
              <a:blip r:embed="rId9"/>
              <a:stretch>
                <a:fillRect/>
              </a:stretch>
            </p:blipFill>
            <p:spPr>
              <a:xfrm>
                <a:off x="4450654" y="1950594"/>
                <a:ext cx="1293489" cy="80389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4" name="Ink 33">
                <a:extLst>
                  <a:ext uri="{FF2B5EF4-FFF2-40B4-BE49-F238E27FC236}">
                    <a16:creationId xmlns:a16="http://schemas.microsoft.com/office/drawing/2014/main" id="{55682AD5-2D86-95FE-6B61-19EA48BF6062}"/>
                  </a:ext>
                </a:extLst>
              </p14:cNvPr>
              <p14:cNvContentPartPr/>
              <p14:nvPr/>
            </p14:nvContentPartPr>
            <p14:xfrm>
              <a:off x="5743778" y="2555041"/>
              <a:ext cx="1040760" cy="558720"/>
            </p14:xfrm>
          </p:contentPart>
        </mc:Choice>
        <mc:Fallback xmlns="">
          <p:pic>
            <p:nvPicPr>
              <p:cNvPr id="34" name="Ink 33">
                <a:extLst>
                  <a:ext uri="{FF2B5EF4-FFF2-40B4-BE49-F238E27FC236}">
                    <a16:creationId xmlns:a16="http://schemas.microsoft.com/office/drawing/2014/main" id="{55682AD5-2D86-95FE-6B61-19EA48BF6062}"/>
                  </a:ext>
                </a:extLst>
              </p:cNvPr>
              <p:cNvPicPr/>
              <p:nvPr/>
            </p:nvPicPr>
            <p:blipFill>
              <a:blip r:embed="rId11"/>
              <a:stretch>
                <a:fillRect/>
              </a:stretch>
            </p:blipFill>
            <p:spPr>
              <a:xfrm>
                <a:off x="5728298" y="2539561"/>
                <a:ext cx="1071360" cy="5893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7" name="Ink 36">
                <a:extLst>
                  <a:ext uri="{FF2B5EF4-FFF2-40B4-BE49-F238E27FC236}">
                    <a16:creationId xmlns:a16="http://schemas.microsoft.com/office/drawing/2014/main" id="{9F6CA774-1611-45AE-C884-EFD9D7B381A6}"/>
                  </a:ext>
                </a:extLst>
              </p14:cNvPr>
              <p14:cNvContentPartPr/>
              <p14:nvPr/>
            </p14:nvContentPartPr>
            <p14:xfrm>
              <a:off x="4496738" y="2685361"/>
              <a:ext cx="1140480" cy="199440"/>
            </p14:xfrm>
          </p:contentPart>
        </mc:Choice>
        <mc:Fallback xmlns="">
          <p:pic>
            <p:nvPicPr>
              <p:cNvPr id="37" name="Ink 36">
                <a:extLst>
                  <a:ext uri="{FF2B5EF4-FFF2-40B4-BE49-F238E27FC236}">
                    <a16:creationId xmlns:a16="http://schemas.microsoft.com/office/drawing/2014/main" id="{9F6CA774-1611-45AE-C884-EFD9D7B381A6}"/>
                  </a:ext>
                </a:extLst>
              </p:cNvPr>
              <p:cNvPicPr/>
              <p:nvPr/>
            </p:nvPicPr>
            <p:blipFill>
              <a:blip r:embed="rId13"/>
              <a:stretch>
                <a:fillRect/>
              </a:stretch>
            </p:blipFill>
            <p:spPr>
              <a:xfrm>
                <a:off x="4481253" y="2669881"/>
                <a:ext cx="117109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7" name="Ink 46">
                <a:extLst>
                  <a:ext uri="{FF2B5EF4-FFF2-40B4-BE49-F238E27FC236}">
                    <a16:creationId xmlns:a16="http://schemas.microsoft.com/office/drawing/2014/main" id="{BA890F41-13DB-FD41-C213-BD505B9940CB}"/>
                  </a:ext>
                </a:extLst>
              </p14:cNvPr>
              <p14:cNvContentPartPr/>
              <p14:nvPr/>
            </p14:nvContentPartPr>
            <p14:xfrm>
              <a:off x="3915338" y="3167401"/>
              <a:ext cx="2058480" cy="1583640"/>
            </p14:xfrm>
          </p:contentPart>
        </mc:Choice>
        <mc:Fallback xmlns="">
          <p:pic>
            <p:nvPicPr>
              <p:cNvPr id="47" name="Ink 46">
                <a:extLst>
                  <a:ext uri="{FF2B5EF4-FFF2-40B4-BE49-F238E27FC236}">
                    <a16:creationId xmlns:a16="http://schemas.microsoft.com/office/drawing/2014/main" id="{BA890F41-13DB-FD41-C213-BD505B9940CB}"/>
                  </a:ext>
                </a:extLst>
              </p:cNvPr>
              <p:cNvPicPr/>
              <p:nvPr/>
            </p:nvPicPr>
            <p:blipFill>
              <a:blip r:embed="rId15"/>
              <a:stretch>
                <a:fillRect/>
              </a:stretch>
            </p:blipFill>
            <p:spPr>
              <a:xfrm>
                <a:off x="3899855" y="3151925"/>
                <a:ext cx="2089085" cy="1614233"/>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7" name="Ink 66">
                <a:extLst>
                  <a:ext uri="{FF2B5EF4-FFF2-40B4-BE49-F238E27FC236}">
                    <a16:creationId xmlns:a16="http://schemas.microsoft.com/office/drawing/2014/main" id="{2041F15E-D2CE-58AA-2882-369B3DC90992}"/>
                  </a:ext>
                </a:extLst>
              </p14:cNvPr>
              <p14:cNvContentPartPr/>
              <p14:nvPr/>
            </p14:nvContentPartPr>
            <p14:xfrm>
              <a:off x="7717658" y="2310241"/>
              <a:ext cx="3474000" cy="467280"/>
            </p14:xfrm>
          </p:contentPart>
        </mc:Choice>
        <mc:Fallback xmlns="">
          <p:pic>
            <p:nvPicPr>
              <p:cNvPr id="67" name="Ink 66">
                <a:extLst>
                  <a:ext uri="{FF2B5EF4-FFF2-40B4-BE49-F238E27FC236}">
                    <a16:creationId xmlns:a16="http://schemas.microsoft.com/office/drawing/2014/main" id="{2041F15E-D2CE-58AA-2882-369B3DC90992}"/>
                  </a:ext>
                </a:extLst>
              </p:cNvPr>
              <p:cNvPicPr/>
              <p:nvPr/>
            </p:nvPicPr>
            <p:blipFill>
              <a:blip r:embed="rId17"/>
              <a:stretch>
                <a:fillRect/>
              </a:stretch>
            </p:blipFill>
            <p:spPr>
              <a:xfrm>
                <a:off x="7702176" y="2294749"/>
                <a:ext cx="3504603" cy="497904"/>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8" name="Ink 67">
                <a:extLst>
                  <a:ext uri="{FF2B5EF4-FFF2-40B4-BE49-F238E27FC236}">
                    <a16:creationId xmlns:a16="http://schemas.microsoft.com/office/drawing/2014/main" id="{BC005749-2813-7B52-C053-CEBEFFE4D644}"/>
                  </a:ext>
                </a:extLst>
              </p14:cNvPr>
              <p14:cNvContentPartPr/>
              <p14:nvPr/>
            </p14:nvContentPartPr>
            <p14:xfrm>
              <a:off x="7778858" y="1476481"/>
              <a:ext cx="3932640" cy="597240"/>
            </p14:xfrm>
          </p:contentPart>
        </mc:Choice>
        <mc:Fallback xmlns="">
          <p:pic>
            <p:nvPicPr>
              <p:cNvPr id="68" name="Ink 67">
                <a:extLst>
                  <a:ext uri="{FF2B5EF4-FFF2-40B4-BE49-F238E27FC236}">
                    <a16:creationId xmlns:a16="http://schemas.microsoft.com/office/drawing/2014/main" id="{BC005749-2813-7B52-C053-CEBEFFE4D644}"/>
                  </a:ext>
                </a:extLst>
              </p:cNvPr>
              <p:cNvPicPr/>
              <p:nvPr/>
            </p:nvPicPr>
            <p:blipFill>
              <a:blip r:embed="rId19"/>
              <a:stretch>
                <a:fillRect/>
              </a:stretch>
            </p:blipFill>
            <p:spPr>
              <a:xfrm>
                <a:off x="7763378" y="1461001"/>
                <a:ext cx="3963240" cy="627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72" name="Ink 71">
                <a:extLst>
                  <a:ext uri="{FF2B5EF4-FFF2-40B4-BE49-F238E27FC236}">
                    <a16:creationId xmlns:a16="http://schemas.microsoft.com/office/drawing/2014/main" id="{53AEB433-9BA2-AC45-1073-21B3C5D50DF2}"/>
                  </a:ext>
                </a:extLst>
              </p14:cNvPr>
              <p14:cNvContentPartPr/>
              <p14:nvPr/>
            </p14:nvContentPartPr>
            <p14:xfrm>
              <a:off x="6432458" y="1185601"/>
              <a:ext cx="880200" cy="367560"/>
            </p14:xfrm>
          </p:contentPart>
        </mc:Choice>
        <mc:Fallback xmlns="">
          <p:pic>
            <p:nvPicPr>
              <p:cNvPr id="72" name="Ink 71">
                <a:extLst>
                  <a:ext uri="{FF2B5EF4-FFF2-40B4-BE49-F238E27FC236}">
                    <a16:creationId xmlns:a16="http://schemas.microsoft.com/office/drawing/2014/main" id="{53AEB433-9BA2-AC45-1073-21B3C5D50DF2}"/>
                  </a:ext>
                </a:extLst>
              </p:cNvPr>
              <p:cNvPicPr/>
              <p:nvPr/>
            </p:nvPicPr>
            <p:blipFill>
              <a:blip r:embed="rId21"/>
              <a:stretch>
                <a:fillRect/>
              </a:stretch>
            </p:blipFill>
            <p:spPr>
              <a:xfrm>
                <a:off x="6416978" y="1170121"/>
                <a:ext cx="910800" cy="398160"/>
              </a:xfrm>
              <a:prstGeom prst="rect">
                <a:avLst/>
              </a:prstGeom>
            </p:spPr>
          </p:pic>
        </mc:Fallback>
      </mc:AlternateContent>
      <p:sp>
        <p:nvSpPr>
          <p:cNvPr id="3" name="Title 2">
            <a:extLst>
              <a:ext uri="{FF2B5EF4-FFF2-40B4-BE49-F238E27FC236}">
                <a16:creationId xmlns:a16="http://schemas.microsoft.com/office/drawing/2014/main" id="{6DB8FFD1-97C8-DC1E-45D2-0830E28D3077}"/>
              </a:ext>
            </a:extLst>
          </p:cNvPr>
          <p:cNvSpPr>
            <a:spLocks noGrp="1"/>
          </p:cNvSpPr>
          <p:nvPr>
            <p:ph type="title"/>
          </p:nvPr>
        </p:nvSpPr>
        <p:spPr/>
        <p:txBody>
          <a:bodyPr/>
          <a:lstStyle/>
          <a:p>
            <a:r>
              <a:rPr lang="en-US" dirty="0"/>
              <a:t>Policy via Selective Advertisements</a:t>
            </a:r>
          </a:p>
        </p:txBody>
      </p:sp>
    </p:spTree>
    <p:extLst>
      <p:ext uri="{BB962C8B-B14F-4D97-AF65-F5344CB8AC3E}">
        <p14:creationId xmlns:p14="http://schemas.microsoft.com/office/powerpoint/2010/main" val="37286311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9616B-8176-31EA-3421-82C7FFBF7B75}"/>
              </a:ext>
            </a:extLst>
          </p:cNvPr>
          <p:cNvSpPr>
            <a:spLocks noGrp="1"/>
          </p:cNvSpPr>
          <p:nvPr>
            <p:ph type="title"/>
          </p:nvPr>
        </p:nvSpPr>
        <p:spPr/>
        <p:txBody>
          <a:bodyPr/>
          <a:lstStyle/>
          <a:p>
            <a:r>
              <a:rPr lang="en-US" dirty="0"/>
              <a:t>Connecting Intra- and Inter-domain Routing</a:t>
            </a:r>
          </a:p>
        </p:txBody>
      </p:sp>
      <p:pic>
        <p:nvPicPr>
          <p:cNvPr id="5" name="Picture 4">
            <a:extLst>
              <a:ext uri="{FF2B5EF4-FFF2-40B4-BE49-F238E27FC236}">
                <a16:creationId xmlns:a16="http://schemas.microsoft.com/office/drawing/2014/main" id="{BEEA0830-3078-0A0C-FAEA-3D0D9C524307}"/>
              </a:ext>
            </a:extLst>
          </p:cNvPr>
          <p:cNvPicPr>
            <a:picLocks noChangeAspect="1"/>
          </p:cNvPicPr>
          <p:nvPr/>
        </p:nvPicPr>
        <p:blipFill>
          <a:blip r:embed="rId3"/>
          <a:stretch>
            <a:fillRect/>
          </a:stretch>
        </p:blipFill>
        <p:spPr>
          <a:xfrm>
            <a:off x="604911" y="1141894"/>
            <a:ext cx="10494498" cy="5148244"/>
          </a:xfrm>
          <a:prstGeom prst="rect">
            <a:avLst/>
          </a:prstGeom>
        </p:spPr>
      </p:pic>
    </p:spTree>
    <p:extLst>
      <p:ext uri="{BB962C8B-B14F-4D97-AF65-F5344CB8AC3E}">
        <p14:creationId xmlns:p14="http://schemas.microsoft.com/office/powerpoint/2010/main" val="3128282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420CB-CAEB-92AB-3B75-90340BD37BBA}"/>
              </a:ext>
            </a:extLst>
          </p:cNvPr>
          <p:cNvSpPr>
            <a:spLocks noGrp="1"/>
          </p:cNvSpPr>
          <p:nvPr>
            <p:ph type="title"/>
          </p:nvPr>
        </p:nvSpPr>
        <p:spPr/>
        <p:txBody>
          <a:bodyPr/>
          <a:lstStyle/>
          <a:p>
            <a:r>
              <a:rPr lang="en-US" dirty="0"/>
              <a:t>Recap</a:t>
            </a:r>
          </a:p>
        </p:txBody>
      </p:sp>
      <p:sp>
        <p:nvSpPr>
          <p:cNvPr id="3" name="Text Placeholder 2">
            <a:extLst>
              <a:ext uri="{FF2B5EF4-FFF2-40B4-BE49-F238E27FC236}">
                <a16:creationId xmlns:a16="http://schemas.microsoft.com/office/drawing/2014/main" id="{16092F76-6D17-DF81-1D08-D1557A88EC60}"/>
              </a:ext>
            </a:extLst>
          </p:cNvPr>
          <p:cNvSpPr>
            <a:spLocks noGrp="1"/>
          </p:cNvSpPr>
          <p:nvPr>
            <p:ph type="body" idx="1"/>
          </p:nvPr>
        </p:nvSpPr>
        <p:spPr>
          <a:xfrm>
            <a:off x="0" y="959858"/>
            <a:ext cx="11360800" cy="4555200"/>
          </a:xfrm>
        </p:spPr>
        <p:txBody>
          <a:bodyPr anchor="ctr"/>
          <a:lstStyle/>
          <a:p>
            <a:pPr>
              <a:spcAft>
                <a:spcPts val="1200"/>
              </a:spcAft>
            </a:pPr>
            <a:r>
              <a:rPr lang="en-US" dirty="0"/>
              <a:t>Looked at three kinds of routing protocols: L2 routing, intra-domain routing, and inter-domain routing</a:t>
            </a:r>
          </a:p>
          <a:p>
            <a:pPr>
              <a:spcAft>
                <a:spcPts val="1200"/>
              </a:spcAft>
            </a:pPr>
            <a:r>
              <a:rPr lang="en-US" dirty="0"/>
              <a:t>All are </a:t>
            </a:r>
            <a:r>
              <a:rPr lang="en-US" b="1" dirty="0"/>
              <a:t>distributed algorithms</a:t>
            </a:r>
            <a:r>
              <a:rPr lang="en-US" dirty="0"/>
              <a:t> — running independently on each router</a:t>
            </a:r>
          </a:p>
          <a:p>
            <a:pPr>
              <a:spcAft>
                <a:spcPts val="1200"/>
              </a:spcAft>
            </a:pPr>
            <a:r>
              <a:rPr lang="en-US" dirty="0"/>
              <a:t>Advantages: generally </a:t>
            </a:r>
            <a:r>
              <a:rPr lang="en-US" b="1" dirty="0"/>
              <a:t>resilient</a:t>
            </a:r>
            <a:r>
              <a:rPr lang="en-US" dirty="0"/>
              <a:t> and </a:t>
            </a:r>
            <a:r>
              <a:rPr lang="en-US" b="1" dirty="0"/>
              <a:t>scalable</a:t>
            </a:r>
          </a:p>
          <a:p>
            <a:r>
              <a:rPr lang="en-US" dirty="0"/>
              <a:t>However, there are also </a:t>
            </a:r>
            <a:r>
              <a:rPr lang="en-US" b="1" dirty="0"/>
              <a:t>limitations</a:t>
            </a:r>
            <a:r>
              <a:rPr lang="en-US" dirty="0"/>
              <a:t> …</a:t>
            </a:r>
          </a:p>
        </p:txBody>
      </p:sp>
    </p:spTree>
    <p:extLst>
      <p:ext uri="{BB962C8B-B14F-4D97-AF65-F5344CB8AC3E}">
        <p14:creationId xmlns:p14="http://schemas.microsoft.com/office/powerpoint/2010/main" val="6524524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5A8FB-2174-F9EE-D31C-9030C42B325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F32C4C3-2331-2DCF-6060-E584FEF29355}"/>
              </a:ext>
            </a:extLst>
          </p:cNvPr>
          <p:cNvSpPr>
            <a:spLocks noGrp="1"/>
          </p:cNvSpPr>
          <p:nvPr>
            <p:ph type="body" idx="1"/>
          </p:nvPr>
        </p:nvSpPr>
        <p:spPr/>
        <p:txBody>
          <a:bodyPr/>
          <a:lstStyle/>
          <a:p>
            <a:endParaRPr lang="en-US"/>
          </a:p>
        </p:txBody>
      </p:sp>
      <p:pic>
        <p:nvPicPr>
          <p:cNvPr id="4" name="Picture 3">
            <a:extLst>
              <a:ext uri="{FF2B5EF4-FFF2-40B4-BE49-F238E27FC236}">
                <a16:creationId xmlns:a16="http://schemas.microsoft.com/office/drawing/2014/main" id="{19DA3A21-6CCD-9E46-491F-AE86DDA8019C}"/>
              </a:ext>
            </a:extLst>
          </p:cNvPr>
          <p:cNvPicPr>
            <a:picLocks noChangeAspect="1"/>
          </p:cNvPicPr>
          <p:nvPr/>
        </p:nvPicPr>
        <p:blipFill>
          <a:blip r:embed="rId2"/>
          <a:stretch>
            <a:fillRect/>
          </a:stretch>
        </p:blipFill>
        <p:spPr>
          <a:xfrm>
            <a:off x="-309946" y="29715"/>
            <a:ext cx="12086346" cy="6798570"/>
          </a:xfrm>
          <a:prstGeom prst="rect">
            <a:avLst/>
          </a:prstGeom>
        </p:spPr>
      </p:pic>
    </p:spTree>
    <p:extLst>
      <p:ext uri="{BB962C8B-B14F-4D97-AF65-F5344CB8AC3E}">
        <p14:creationId xmlns:p14="http://schemas.microsoft.com/office/powerpoint/2010/main" val="2895342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1" name="Group 300">
            <a:extLst>
              <a:ext uri="{FF2B5EF4-FFF2-40B4-BE49-F238E27FC236}">
                <a16:creationId xmlns:a16="http://schemas.microsoft.com/office/drawing/2014/main" id="{3845CA21-8920-5B4D-A87A-8A24D6375DB1}"/>
              </a:ext>
            </a:extLst>
          </p:cNvPr>
          <p:cNvGrpSpPr/>
          <p:nvPr/>
        </p:nvGrpSpPr>
        <p:grpSpPr>
          <a:xfrm>
            <a:off x="2509218" y="1275410"/>
            <a:ext cx="6875191" cy="2404002"/>
            <a:chOff x="943464" y="1363093"/>
            <a:chExt cx="6875191" cy="2404002"/>
          </a:xfrm>
        </p:grpSpPr>
        <p:grpSp>
          <p:nvGrpSpPr>
            <p:cNvPr id="302" name="Group 1612">
              <a:extLst>
                <a:ext uri="{FF2B5EF4-FFF2-40B4-BE49-F238E27FC236}">
                  <a16:creationId xmlns:a16="http://schemas.microsoft.com/office/drawing/2014/main" id="{A636C80E-6B43-CC4F-850B-C168F1D97D43}"/>
                </a:ext>
              </a:extLst>
            </p:cNvPr>
            <p:cNvGrpSpPr>
              <a:grpSpLocks/>
            </p:cNvGrpSpPr>
            <p:nvPr/>
          </p:nvGrpSpPr>
          <p:grpSpPr bwMode="auto">
            <a:xfrm flipH="1">
              <a:off x="943464" y="2441244"/>
              <a:ext cx="855053" cy="655887"/>
              <a:chOff x="2839" y="3501"/>
              <a:chExt cx="755" cy="803"/>
            </a:xfrm>
          </p:grpSpPr>
          <p:pic>
            <p:nvPicPr>
              <p:cNvPr id="443" name="Picture 1613" descr="desktop_computer_stylized_medium">
                <a:extLst>
                  <a:ext uri="{FF2B5EF4-FFF2-40B4-BE49-F238E27FC236}">
                    <a16:creationId xmlns:a16="http://schemas.microsoft.com/office/drawing/2014/main" id="{A5D348C8-04A6-B04C-9E76-895E111C35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44" name="Freeform 1614">
                <a:extLst>
                  <a:ext uri="{FF2B5EF4-FFF2-40B4-BE49-F238E27FC236}">
                    <a16:creationId xmlns:a16="http://schemas.microsoft.com/office/drawing/2014/main" id="{FF8802DC-B64F-B347-88B7-0434C6CD424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xmlns=""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303" name="Freeform 3">
              <a:extLst>
                <a:ext uri="{FF2B5EF4-FFF2-40B4-BE49-F238E27FC236}">
                  <a16:creationId xmlns:a16="http://schemas.microsoft.com/office/drawing/2014/main" id="{96D2D58C-AF60-0D4C-9B3D-2EDF188D66B7}"/>
                </a:ext>
              </a:extLst>
            </p:cNvPr>
            <p:cNvSpPr>
              <a:spLocks/>
            </p:cNvSpPr>
            <p:nvPr/>
          </p:nvSpPr>
          <p:spPr bwMode="auto">
            <a:xfrm>
              <a:off x="2059747" y="1363093"/>
              <a:ext cx="5142041" cy="2404002"/>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0"/>
              </a:endParaRPr>
            </a:p>
          </p:txBody>
        </p:sp>
        <p:sp>
          <p:nvSpPr>
            <p:cNvPr id="304" name="Freeform 4">
              <a:extLst>
                <a:ext uri="{FF2B5EF4-FFF2-40B4-BE49-F238E27FC236}">
                  <a16:creationId xmlns:a16="http://schemas.microsoft.com/office/drawing/2014/main" id="{F4D4A5BF-F69B-0B47-A13E-DD8B915F8236}"/>
                </a:ext>
              </a:extLst>
            </p:cNvPr>
            <p:cNvSpPr>
              <a:spLocks/>
            </p:cNvSpPr>
            <p:nvPr/>
          </p:nvSpPr>
          <p:spPr bwMode="auto">
            <a:xfrm>
              <a:off x="2834105" y="2267385"/>
              <a:ext cx="781590" cy="317349"/>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05" name="Freeform 35">
              <a:extLst>
                <a:ext uri="{FF2B5EF4-FFF2-40B4-BE49-F238E27FC236}">
                  <a16:creationId xmlns:a16="http://schemas.microsoft.com/office/drawing/2014/main" id="{ED9B70DF-192D-F94B-B428-B3533FBD3E3F}"/>
                </a:ext>
              </a:extLst>
            </p:cNvPr>
            <p:cNvSpPr>
              <a:spLocks/>
            </p:cNvSpPr>
            <p:nvPr/>
          </p:nvSpPr>
          <p:spPr bwMode="auto">
            <a:xfrm>
              <a:off x="5254292" y="2313451"/>
              <a:ext cx="2285" cy="890624"/>
            </a:xfrm>
            <a:custGeom>
              <a:avLst/>
              <a:gdLst>
                <a:gd name="T0" fmla="*/ 0 w 1"/>
                <a:gd name="T1" fmla="*/ 0 h 522"/>
                <a:gd name="T2" fmla="*/ 0 w 1"/>
                <a:gd name="T3" fmla="*/ 522 h 522"/>
                <a:gd name="T4" fmla="*/ 0 60000 65536"/>
                <a:gd name="T5" fmla="*/ 0 60000 65536"/>
                <a:gd name="T6" fmla="*/ 0 w 1"/>
                <a:gd name="T7" fmla="*/ 0 h 522"/>
                <a:gd name="T8" fmla="*/ 1 w 1"/>
                <a:gd name="T9" fmla="*/ 522 h 522"/>
              </a:gdLst>
              <a:ahLst/>
              <a:cxnLst>
                <a:cxn ang="T4">
                  <a:pos x="T0" y="T1"/>
                </a:cxn>
                <a:cxn ang="T5">
                  <a:pos x="T2" y="T3"/>
                </a:cxn>
              </a:cxnLst>
              <a:rect l="T6" t="T7" r="T8" b="T9"/>
              <a:pathLst>
                <a:path w="1" h="522">
                  <a:moveTo>
                    <a:pt x="0" y="0"/>
                  </a:moveTo>
                  <a:lnTo>
                    <a:pt x="0" y="522"/>
                  </a:ln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06" name="Freeform 36">
              <a:extLst>
                <a:ext uri="{FF2B5EF4-FFF2-40B4-BE49-F238E27FC236}">
                  <a16:creationId xmlns:a16="http://schemas.microsoft.com/office/drawing/2014/main" id="{933B14BF-F112-864E-B82A-E52E1D1964D2}"/>
                </a:ext>
              </a:extLst>
            </p:cNvPr>
            <p:cNvSpPr>
              <a:spLocks/>
            </p:cNvSpPr>
            <p:nvPr/>
          </p:nvSpPr>
          <p:spPr bwMode="auto">
            <a:xfrm>
              <a:off x="3670544" y="2323688"/>
              <a:ext cx="2285" cy="916217"/>
            </a:xfrm>
            <a:custGeom>
              <a:avLst/>
              <a:gdLst>
                <a:gd name="T0" fmla="*/ 0 w 1"/>
                <a:gd name="T1" fmla="*/ 0 h 537"/>
                <a:gd name="T2" fmla="*/ 0 w 1"/>
                <a:gd name="T3" fmla="*/ 537 h 537"/>
                <a:gd name="T4" fmla="*/ 0 60000 65536"/>
                <a:gd name="T5" fmla="*/ 0 60000 65536"/>
                <a:gd name="T6" fmla="*/ 0 w 1"/>
                <a:gd name="T7" fmla="*/ 0 h 537"/>
                <a:gd name="T8" fmla="*/ 1 w 1"/>
                <a:gd name="T9" fmla="*/ 537 h 537"/>
              </a:gdLst>
              <a:ahLst/>
              <a:cxnLst>
                <a:cxn ang="T4">
                  <a:pos x="T0" y="T1"/>
                </a:cxn>
                <a:cxn ang="T5">
                  <a:pos x="T2" y="T3"/>
                </a:cxn>
              </a:cxnLst>
              <a:rect l="T6" t="T7" r="T8" b="T9"/>
              <a:pathLst>
                <a:path w="1" h="537">
                  <a:moveTo>
                    <a:pt x="0" y="0"/>
                  </a:moveTo>
                  <a:lnTo>
                    <a:pt x="0" y="537"/>
                  </a:ln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07" name="Freeform 37">
              <a:extLst>
                <a:ext uri="{FF2B5EF4-FFF2-40B4-BE49-F238E27FC236}">
                  <a16:creationId xmlns:a16="http://schemas.microsoft.com/office/drawing/2014/main" id="{2E1EAAD1-D876-7B42-9CDB-B861F6327FE9}"/>
                </a:ext>
              </a:extLst>
            </p:cNvPr>
            <p:cNvSpPr>
              <a:spLocks/>
            </p:cNvSpPr>
            <p:nvPr/>
          </p:nvSpPr>
          <p:spPr bwMode="auto">
            <a:xfrm>
              <a:off x="3736497" y="2298095"/>
              <a:ext cx="1462948" cy="1050313"/>
            </a:xfrm>
            <a:custGeom>
              <a:avLst/>
              <a:gdLst>
                <a:gd name="T0" fmla="*/ 0 w 378"/>
                <a:gd name="T1" fmla="*/ 142610238 h 174"/>
                <a:gd name="T2" fmla="*/ 8951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08" name="Freeform 38">
              <a:extLst>
                <a:ext uri="{FF2B5EF4-FFF2-40B4-BE49-F238E27FC236}">
                  <a16:creationId xmlns:a16="http://schemas.microsoft.com/office/drawing/2014/main" id="{21DBE486-9CD8-C742-8B08-B1D3A3002B6A}"/>
                </a:ext>
              </a:extLst>
            </p:cNvPr>
            <p:cNvSpPr>
              <a:spLocks/>
            </p:cNvSpPr>
            <p:nvPr/>
          </p:nvSpPr>
          <p:spPr bwMode="auto">
            <a:xfrm>
              <a:off x="5292247" y="2891845"/>
              <a:ext cx="1161856" cy="455711"/>
            </a:xfrm>
            <a:custGeom>
              <a:avLst/>
              <a:gdLst>
                <a:gd name="T0" fmla="*/ 0 w 366"/>
                <a:gd name="T1" fmla="*/ 270 h 270"/>
                <a:gd name="T2" fmla="*/ 36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09" name="Freeform 39">
              <a:extLst>
                <a:ext uri="{FF2B5EF4-FFF2-40B4-BE49-F238E27FC236}">
                  <a16:creationId xmlns:a16="http://schemas.microsoft.com/office/drawing/2014/main" id="{597C0B72-56A7-CD46-B760-103D3071473B}"/>
                </a:ext>
              </a:extLst>
            </p:cNvPr>
            <p:cNvSpPr>
              <a:spLocks/>
            </p:cNvSpPr>
            <p:nvPr/>
          </p:nvSpPr>
          <p:spPr bwMode="auto">
            <a:xfrm flipV="1">
              <a:off x="4022465" y="3327268"/>
              <a:ext cx="908330" cy="45719"/>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0" name="Freeform 40">
              <a:extLst>
                <a:ext uri="{FF2B5EF4-FFF2-40B4-BE49-F238E27FC236}">
                  <a16:creationId xmlns:a16="http://schemas.microsoft.com/office/drawing/2014/main" id="{D8D34631-7C0A-0545-B8E7-D0B9D38422AC}"/>
                </a:ext>
              </a:extLst>
            </p:cNvPr>
            <p:cNvSpPr>
              <a:spLocks/>
            </p:cNvSpPr>
            <p:nvPr/>
          </p:nvSpPr>
          <p:spPr bwMode="auto">
            <a:xfrm>
              <a:off x="2710696" y="2820186"/>
              <a:ext cx="630757" cy="450430"/>
            </a:xfrm>
            <a:custGeom>
              <a:avLst/>
              <a:gdLst>
                <a:gd name="T0" fmla="*/ 276 w 276"/>
                <a:gd name="T1" fmla="*/ 264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1" name="Freeform 41">
              <a:extLst>
                <a:ext uri="{FF2B5EF4-FFF2-40B4-BE49-F238E27FC236}">
                  <a16:creationId xmlns:a16="http://schemas.microsoft.com/office/drawing/2014/main" id="{495956FE-5A6C-9B45-9B14-2BF0AF46F5EF}"/>
                </a:ext>
              </a:extLst>
            </p:cNvPr>
            <p:cNvSpPr>
              <a:spLocks/>
            </p:cNvSpPr>
            <p:nvPr/>
          </p:nvSpPr>
          <p:spPr bwMode="auto">
            <a:xfrm>
              <a:off x="4047627" y="2195725"/>
              <a:ext cx="836439" cy="1706"/>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2" name="Freeform 42">
              <a:extLst>
                <a:ext uri="{FF2B5EF4-FFF2-40B4-BE49-F238E27FC236}">
                  <a16:creationId xmlns:a16="http://schemas.microsoft.com/office/drawing/2014/main" id="{62622339-B69D-CE49-9D11-E82F0A5DA71F}"/>
                </a:ext>
              </a:extLst>
            </p:cNvPr>
            <p:cNvSpPr>
              <a:spLocks/>
            </p:cNvSpPr>
            <p:nvPr/>
          </p:nvSpPr>
          <p:spPr bwMode="auto">
            <a:xfrm>
              <a:off x="5572253" y="2248471"/>
              <a:ext cx="922986" cy="397685"/>
            </a:xfrm>
            <a:custGeom>
              <a:avLst/>
              <a:gdLst>
                <a:gd name="T0" fmla="*/ 396 w 396"/>
                <a:gd name="T1" fmla="*/ 267 h 267"/>
                <a:gd name="T2" fmla="*/ 0 w 396"/>
                <a:gd name="T3" fmla="*/ 0 h 267"/>
                <a:gd name="T4" fmla="*/ 0 60000 65536"/>
                <a:gd name="T5" fmla="*/ 0 60000 65536"/>
                <a:gd name="T6" fmla="*/ 0 w 396"/>
                <a:gd name="T7" fmla="*/ 0 h 267"/>
                <a:gd name="T8" fmla="*/ 396 w 396"/>
                <a:gd name="T9" fmla="*/ 267 h 267"/>
              </a:gdLst>
              <a:ahLst/>
              <a:cxnLst>
                <a:cxn ang="T4">
                  <a:pos x="T0" y="T1"/>
                </a:cxn>
                <a:cxn ang="T5">
                  <a:pos x="T2" y="T3"/>
                </a:cxn>
              </a:cxnLst>
              <a:rect l="T6" t="T7" r="T8" b="T9"/>
              <a:pathLst>
                <a:path w="396" h="267">
                  <a:moveTo>
                    <a:pt x="396" y="267"/>
                  </a:moveTo>
                  <a:lnTo>
                    <a:pt x="0" y="0"/>
                  </a:ln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3" name="Freeform 43">
              <a:extLst>
                <a:ext uri="{FF2B5EF4-FFF2-40B4-BE49-F238E27FC236}">
                  <a16:creationId xmlns:a16="http://schemas.microsoft.com/office/drawing/2014/main" id="{F66823EE-AAD5-8849-A172-4FF26DE6A4FB}"/>
                </a:ext>
              </a:extLst>
            </p:cNvPr>
            <p:cNvSpPr>
              <a:spLocks/>
            </p:cNvSpPr>
            <p:nvPr/>
          </p:nvSpPr>
          <p:spPr bwMode="auto">
            <a:xfrm>
              <a:off x="2580431" y="1458657"/>
              <a:ext cx="2536740" cy="1100484"/>
            </a:xfrm>
            <a:custGeom>
              <a:avLst/>
              <a:gdLst>
                <a:gd name="T0" fmla="*/ 1110 w 1110"/>
                <a:gd name="T1" fmla="*/ 342 h 645"/>
                <a:gd name="T2" fmla="*/ 0 w 1110"/>
                <a:gd name="T3" fmla="*/ 645 h 645"/>
                <a:gd name="T4" fmla="*/ 0 60000 65536"/>
                <a:gd name="T5" fmla="*/ 0 60000 65536"/>
                <a:gd name="T6" fmla="*/ 0 w 1110"/>
                <a:gd name="T7" fmla="*/ 0 h 645"/>
                <a:gd name="T8" fmla="*/ 1110 w 1110"/>
                <a:gd name="T9" fmla="*/ 645 h 645"/>
              </a:gdLst>
              <a:ahLst/>
              <a:cxnLst>
                <a:cxn ang="T4">
                  <a:pos x="T0" y="T1"/>
                </a:cxn>
                <a:cxn ang="T5">
                  <a:pos x="T2" y="T3"/>
                </a:cxn>
              </a:cxnLst>
              <a:rect l="T6" t="T7" r="T8" b="T9"/>
              <a:pathLst>
                <a:path w="1110" h="645">
                  <a:moveTo>
                    <a:pt x="1110" y="342"/>
                  </a:moveTo>
                  <a:cubicBezTo>
                    <a:pt x="1104" y="0"/>
                    <a:pt x="21" y="63"/>
                    <a:pt x="0" y="645"/>
                  </a:cubicBez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4" name="Text Box 62">
              <a:extLst>
                <a:ext uri="{FF2B5EF4-FFF2-40B4-BE49-F238E27FC236}">
                  <a16:creationId xmlns:a16="http://schemas.microsoft.com/office/drawing/2014/main" id="{345BA5C6-6EAC-1E45-AF81-FBB8E07BB74F}"/>
                </a:ext>
              </a:extLst>
            </p:cNvPr>
            <p:cNvSpPr txBox="1">
              <a:spLocks noChangeArrowheads="1"/>
            </p:cNvSpPr>
            <p:nvPr/>
          </p:nvSpPr>
          <p:spPr bwMode="auto">
            <a:xfrm>
              <a:off x="2822678" y="2178663"/>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5" name="Text Box 63">
              <a:extLst>
                <a:ext uri="{FF2B5EF4-FFF2-40B4-BE49-F238E27FC236}">
                  <a16:creationId xmlns:a16="http://schemas.microsoft.com/office/drawing/2014/main" id="{BE470A2A-6E14-D143-A915-F628456D82CD}"/>
                </a:ext>
              </a:extLst>
            </p:cNvPr>
            <p:cNvSpPr txBox="1">
              <a:spLocks noChangeArrowheads="1"/>
            </p:cNvSpPr>
            <p:nvPr/>
          </p:nvSpPr>
          <p:spPr bwMode="auto">
            <a:xfrm>
              <a:off x="3617981" y="2552316"/>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6" name="Text Box 64">
              <a:extLst>
                <a:ext uri="{FF2B5EF4-FFF2-40B4-BE49-F238E27FC236}">
                  <a16:creationId xmlns:a16="http://schemas.microsoft.com/office/drawing/2014/main" id="{42783024-D0DF-9843-9325-EBEBCD8115DC}"/>
                </a:ext>
              </a:extLst>
            </p:cNvPr>
            <p:cNvSpPr txBox="1">
              <a:spLocks noChangeArrowheads="1"/>
            </p:cNvSpPr>
            <p:nvPr/>
          </p:nvSpPr>
          <p:spPr bwMode="auto">
            <a:xfrm>
              <a:off x="2623853" y="2915732"/>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7" name="Text Box 65">
              <a:extLst>
                <a:ext uri="{FF2B5EF4-FFF2-40B4-BE49-F238E27FC236}">
                  <a16:creationId xmlns:a16="http://schemas.microsoft.com/office/drawing/2014/main" id="{B19A9366-0987-C24D-9D2D-02D5F48ADBE9}"/>
                </a:ext>
              </a:extLst>
            </p:cNvPr>
            <p:cNvSpPr txBox="1">
              <a:spLocks noChangeArrowheads="1"/>
            </p:cNvSpPr>
            <p:nvPr/>
          </p:nvSpPr>
          <p:spPr bwMode="auto">
            <a:xfrm>
              <a:off x="4495556" y="2710990"/>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8" name="Text Box 66">
              <a:extLst>
                <a:ext uri="{FF2B5EF4-FFF2-40B4-BE49-F238E27FC236}">
                  <a16:creationId xmlns:a16="http://schemas.microsoft.com/office/drawing/2014/main" id="{206F34B0-F5DA-A34C-9EA5-F1239C6339C8}"/>
                </a:ext>
              </a:extLst>
            </p:cNvPr>
            <p:cNvSpPr txBox="1">
              <a:spLocks noChangeArrowheads="1"/>
            </p:cNvSpPr>
            <p:nvPr/>
          </p:nvSpPr>
          <p:spPr bwMode="auto">
            <a:xfrm>
              <a:off x="4351579" y="3314977"/>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9" name="Text Box 67">
              <a:extLst>
                <a:ext uri="{FF2B5EF4-FFF2-40B4-BE49-F238E27FC236}">
                  <a16:creationId xmlns:a16="http://schemas.microsoft.com/office/drawing/2014/main" id="{55E4914B-D79C-2C4E-972E-82776A5CBF7E}"/>
                </a:ext>
              </a:extLst>
            </p:cNvPr>
            <p:cNvSpPr txBox="1">
              <a:spLocks noChangeArrowheads="1"/>
            </p:cNvSpPr>
            <p:nvPr/>
          </p:nvSpPr>
          <p:spPr bwMode="auto">
            <a:xfrm>
              <a:off x="5174305" y="2583027"/>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20" name="Text Box 68">
              <a:extLst>
                <a:ext uri="{FF2B5EF4-FFF2-40B4-BE49-F238E27FC236}">
                  <a16:creationId xmlns:a16="http://schemas.microsoft.com/office/drawing/2014/main" id="{04A67F28-42C5-0645-80B3-F79AD69D0BD0}"/>
                </a:ext>
              </a:extLst>
            </p:cNvPr>
            <p:cNvSpPr txBox="1">
              <a:spLocks noChangeArrowheads="1"/>
            </p:cNvSpPr>
            <p:nvPr/>
          </p:nvSpPr>
          <p:spPr bwMode="auto">
            <a:xfrm>
              <a:off x="5997032" y="3033458"/>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21" name="Text Box 69">
              <a:extLst>
                <a:ext uri="{FF2B5EF4-FFF2-40B4-BE49-F238E27FC236}">
                  <a16:creationId xmlns:a16="http://schemas.microsoft.com/office/drawing/2014/main" id="{D62D6598-B7A6-7543-B5AC-525AE902D5D2}"/>
                </a:ext>
              </a:extLst>
            </p:cNvPr>
            <p:cNvSpPr txBox="1">
              <a:spLocks noChangeArrowheads="1"/>
            </p:cNvSpPr>
            <p:nvPr/>
          </p:nvSpPr>
          <p:spPr bwMode="auto">
            <a:xfrm>
              <a:off x="5935327" y="2117241"/>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5</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22" name="Text Box 70">
              <a:extLst>
                <a:ext uri="{FF2B5EF4-FFF2-40B4-BE49-F238E27FC236}">
                  <a16:creationId xmlns:a16="http://schemas.microsoft.com/office/drawing/2014/main" id="{E1D6447A-1898-E44F-B48F-6280CB42221B}"/>
                </a:ext>
              </a:extLst>
            </p:cNvPr>
            <p:cNvSpPr txBox="1">
              <a:spLocks noChangeArrowheads="1"/>
            </p:cNvSpPr>
            <p:nvPr/>
          </p:nvSpPr>
          <p:spPr bwMode="auto">
            <a:xfrm>
              <a:off x="4255594" y="1861315"/>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23" name="Text Box 71">
              <a:extLst>
                <a:ext uri="{FF2B5EF4-FFF2-40B4-BE49-F238E27FC236}">
                  <a16:creationId xmlns:a16="http://schemas.microsoft.com/office/drawing/2014/main" id="{A49C6587-11BE-494E-A8D1-2C8ACC1A50E0}"/>
                </a:ext>
              </a:extLst>
            </p:cNvPr>
            <p:cNvSpPr txBox="1">
              <a:spLocks noChangeArrowheads="1"/>
            </p:cNvSpPr>
            <p:nvPr/>
          </p:nvSpPr>
          <p:spPr bwMode="auto">
            <a:xfrm>
              <a:off x="3453435" y="1405766"/>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5</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324" name="Group 1507">
              <a:extLst>
                <a:ext uri="{FF2B5EF4-FFF2-40B4-BE49-F238E27FC236}">
                  <a16:creationId xmlns:a16="http://schemas.microsoft.com/office/drawing/2014/main" id="{5EBC8E71-8EAC-B74A-95A4-003CC229992F}"/>
                </a:ext>
              </a:extLst>
            </p:cNvPr>
            <p:cNvGrpSpPr>
              <a:grpSpLocks/>
            </p:cNvGrpSpPr>
            <p:nvPr/>
          </p:nvGrpSpPr>
          <p:grpSpPr bwMode="auto">
            <a:xfrm>
              <a:off x="7391175" y="2426604"/>
              <a:ext cx="427480" cy="711995"/>
              <a:chOff x="4140" y="429"/>
              <a:chExt cx="1425" cy="2396"/>
            </a:xfrm>
          </p:grpSpPr>
          <p:sp>
            <p:nvSpPr>
              <p:cNvPr id="411" name="Freeform 1508">
                <a:extLst>
                  <a:ext uri="{FF2B5EF4-FFF2-40B4-BE49-F238E27FC236}">
                    <a16:creationId xmlns:a16="http://schemas.microsoft.com/office/drawing/2014/main" id="{66D3A65B-6A9D-C84D-99F9-9807D7D0E19E}"/>
                  </a:ext>
                </a:extLst>
              </p:cNvPr>
              <p:cNvSpPr>
                <a:spLocks/>
              </p:cNvSpPr>
              <p:nvPr/>
            </p:nvSpPr>
            <p:spPr bwMode="auto">
              <a:xfrm>
                <a:off x="5268" y="433"/>
                <a:ext cx="283" cy="2286"/>
              </a:xfrm>
              <a:custGeom>
                <a:avLst/>
                <a:gdLst>
                  <a:gd name="T0" fmla="*/ 6 w 354"/>
                  <a:gd name="T1" fmla="*/ 0 h 2742"/>
                  <a:gd name="T2" fmla="*/ 30 w 354"/>
                  <a:gd name="T3" fmla="*/ 46 h 2742"/>
                  <a:gd name="T4" fmla="*/ 30 w 354"/>
                  <a:gd name="T5" fmla="*/ 354 h 2742"/>
                  <a:gd name="T6" fmla="*/ 0 w 354"/>
                  <a:gd name="T7" fmla="*/ 371 h 2742"/>
                  <a:gd name="T8" fmla="*/ 6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12" name="Rectangle 1509">
                <a:extLst>
                  <a:ext uri="{FF2B5EF4-FFF2-40B4-BE49-F238E27FC236}">
                    <a16:creationId xmlns:a16="http://schemas.microsoft.com/office/drawing/2014/main" id="{72CCF1A1-68A2-8B4D-AD9B-9C402AECDAB3}"/>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13" name="Freeform 1510">
                <a:extLst>
                  <a:ext uri="{FF2B5EF4-FFF2-40B4-BE49-F238E27FC236}">
                    <a16:creationId xmlns:a16="http://schemas.microsoft.com/office/drawing/2014/main" id="{C8965F64-763B-FA4A-9557-6E9BC3C0BA86}"/>
                  </a:ext>
                </a:extLst>
              </p:cNvPr>
              <p:cNvSpPr>
                <a:spLocks/>
              </p:cNvSpPr>
              <p:nvPr/>
            </p:nvSpPr>
            <p:spPr bwMode="auto">
              <a:xfrm>
                <a:off x="5321" y="570"/>
                <a:ext cx="169" cy="2115"/>
              </a:xfrm>
              <a:custGeom>
                <a:avLst/>
                <a:gdLst>
                  <a:gd name="T0" fmla="*/ 2 w 211"/>
                  <a:gd name="T1" fmla="*/ 0 h 2537"/>
                  <a:gd name="T2" fmla="*/ 18 w 211"/>
                  <a:gd name="T3" fmla="*/ 30 h 2537"/>
                  <a:gd name="T4" fmla="*/ 2 w 211"/>
                  <a:gd name="T5" fmla="*/ 338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14" name="Freeform 1511">
                <a:extLst>
                  <a:ext uri="{FF2B5EF4-FFF2-40B4-BE49-F238E27FC236}">
                    <a16:creationId xmlns:a16="http://schemas.microsoft.com/office/drawing/2014/main" id="{BB4B40A7-8B78-6A44-A214-97E44641B35D}"/>
                  </a:ext>
                </a:extLst>
              </p:cNvPr>
              <p:cNvSpPr>
                <a:spLocks/>
              </p:cNvSpPr>
              <p:nvPr/>
            </p:nvSpPr>
            <p:spPr bwMode="auto">
              <a:xfrm>
                <a:off x="5284" y="1640"/>
                <a:ext cx="263" cy="189"/>
              </a:xfrm>
              <a:custGeom>
                <a:avLst/>
                <a:gdLst>
                  <a:gd name="T0" fmla="*/ 2 w 328"/>
                  <a:gd name="T1" fmla="*/ 0 h 226"/>
                  <a:gd name="T2" fmla="*/ 29 w 328"/>
                  <a:gd name="T3" fmla="*/ 18 h 226"/>
                  <a:gd name="T4" fmla="*/ 29 w 328"/>
                  <a:gd name="T5" fmla="*/ 32 h 226"/>
                  <a:gd name="T6" fmla="*/ 0 w 328"/>
                  <a:gd name="T7" fmla="*/ 1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15" name="Rectangle 1512">
                <a:extLst>
                  <a:ext uri="{FF2B5EF4-FFF2-40B4-BE49-F238E27FC236}">
                    <a16:creationId xmlns:a16="http://schemas.microsoft.com/office/drawing/2014/main" id="{B0D7DE44-7345-624F-A93E-DBD69C098BB9}"/>
                  </a:ext>
                </a:extLst>
              </p:cNvPr>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416" name="Group 1513">
                <a:extLst>
                  <a:ext uri="{FF2B5EF4-FFF2-40B4-BE49-F238E27FC236}">
                    <a16:creationId xmlns:a16="http://schemas.microsoft.com/office/drawing/2014/main" id="{A11AC80E-EE19-894D-A04D-DAE9AB703F88}"/>
                  </a:ext>
                </a:extLst>
              </p:cNvPr>
              <p:cNvGrpSpPr>
                <a:grpSpLocks/>
              </p:cNvGrpSpPr>
              <p:nvPr/>
            </p:nvGrpSpPr>
            <p:grpSpPr bwMode="auto">
              <a:xfrm>
                <a:off x="4748" y="662"/>
                <a:ext cx="578" cy="150"/>
                <a:chOff x="613" y="2566"/>
                <a:chExt cx="721" cy="144"/>
              </a:xfrm>
            </p:grpSpPr>
            <p:sp>
              <p:nvSpPr>
                <p:cNvPr id="441" name="AutoShape 1514">
                  <a:extLst>
                    <a:ext uri="{FF2B5EF4-FFF2-40B4-BE49-F238E27FC236}">
                      <a16:creationId xmlns:a16="http://schemas.microsoft.com/office/drawing/2014/main" id="{3C69CFB3-204B-1148-8AB5-1A0F733B5498}"/>
                    </a:ext>
                  </a:extLst>
                </p:cNvPr>
                <p:cNvSpPr>
                  <a:spLocks noChangeArrowheads="1"/>
                </p:cNvSpPr>
                <p:nvPr/>
              </p:nvSpPr>
              <p:spPr bwMode="auto">
                <a:xfrm>
                  <a:off x="613" y="2566"/>
                  <a:ext cx="721" cy="144"/>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42" name="AutoShape 1515">
                  <a:extLst>
                    <a:ext uri="{FF2B5EF4-FFF2-40B4-BE49-F238E27FC236}">
                      <a16:creationId xmlns:a16="http://schemas.microsoft.com/office/drawing/2014/main" id="{9367CA35-AAAB-074E-A74E-59B2FA2FDEA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417" name="Rectangle 1516">
                <a:extLst>
                  <a:ext uri="{FF2B5EF4-FFF2-40B4-BE49-F238E27FC236}">
                    <a16:creationId xmlns:a16="http://schemas.microsoft.com/office/drawing/2014/main" id="{CE3693F3-C31B-C54F-B87F-42953AF9FBA7}"/>
                  </a:ext>
                </a:extLst>
              </p:cNvPr>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418" name="Group 1517">
                <a:extLst>
                  <a:ext uri="{FF2B5EF4-FFF2-40B4-BE49-F238E27FC236}">
                    <a16:creationId xmlns:a16="http://schemas.microsoft.com/office/drawing/2014/main" id="{E3DCD8E8-4A32-E242-9C26-66A32B851E03}"/>
                  </a:ext>
                </a:extLst>
              </p:cNvPr>
              <p:cNvGrpSpPr>
                <a:grpSpLocks/>
              </p:cNvGrpSpPr>
              <p:nvPr/>
            </p:nvGrpSpPr>
            <p:grpSpPr bwMode="auto">
              <a:xfrm>
                <a:off x="4748" y="990"/>
                <a:ext cx="578" cy="134"/>
                <a:chOff x="615" y="2564"/>
                <a:chExt cx="721" cy="139"/>
              </a:xfrm>
            </p:grpSpPr>
            <p:sp>
              <p:nvSpPr>
                <p:cNvPr id="439" name="AutoShape 1518">
                  <a:extLst>
                    <a:ext uri="{FF2B5EF4-FFF2-40B4-BE49-F238E27FC236}">
                      <a16:creationId xmlns:a16="http://schemas.microsoft.com/office/drawing/2014/main" id="{2A9C08ED-9421-7A43-8090-57057A615F34}"/>
                    </a:ext>
                  </a:extLst>
                </p:cNvPr>
                <p:cNvSpPr>
                  <a:spLocks noChangeArrowheads="1"/>
                </p:cNvSpPr>
                <p:nvPr/>
              </p:nvSpPr>
              <p:spPr bwMode="auto">
                <a:xfrm>
                  <a:off x="615" y="2564"/>
                  <a:ext cx="721" cy="139"/>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40" name="AutoShape 1519">
                  <a:extLst>
                    <a:ext uri="{FF2B5EF4-FFF2-40B4-BE49-F238E27FC236}">
                      <a16:creationId xmlns:a16="http://schemas.microsoft.com/office/drawing/2014/main" id="{74EE41DC-C37D-3945-91F1-869FE9EBD70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419" name="Rectangle 1520">
                <a:extLst>
                  <a:ext uri="{FF2B5EF4-FFF2-40B4-BE49-F238E27FC236}">
                    <a16:creationId xmlns:a16="http://schemas.microsoft.com/office/drawing/2014/main" id="{D1A596BC-BD58-914C-B14A-A12660493BE5}"/>
                  </a:ext>
                </a:extLst>
              </p:cNvPr>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20" name="Rectangle 1521">
                <a:extLst>
                  <a:ext uri="{FF2B5EF4-FFF2-40B4-BE49-F238E27FC236}">
                    <a16:creationId xmlns:a16="http://schemas.microsoft.com/office/drawing/2014/main" id="{A3DF6281-78D2-9045-91BD-8A0B4EB7DA2E}"/>
                  </a:ext>
                </a:extLst>
              </p:cNvPr>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421" name="Group 1522">
                <a:extLst>
                  <a:ext uri="{FF2B5EF4-FFF2-40B4-BE49-F238E27FC236}">
                    <a16:creationId xmlns:a16="http://schemas.microsoft.com/office/drawing/2014/main" id="{4B5256C0-7FA2-BE4F-8AC5-EF516C5A483D}"/>
                  </a:ext>
                </a:extLst>
              </p:cNvPr>
              <p:cNvGrpSpPr>
                <a:grpSpLocks/>
              </p:cNvGrpSpPr>
              <p:nvPr/>
            </p:nvGrpSpPr>
            <p:grpSpPr bwMode="auto">
              <a:xfrm>
                <a:off x="4738" y="1633"/>
                <a:ext cx="578" cy="142"/>
                <a:chOff x="618" y="2579"/>
                <a:chExt cx="720" cy="131"/>
              </a:xfrm>
            </p:grpSpPr>
            <p:sp>
              <p:nvSpPr>
                <p:cNvPr id="437" name="AutoShape 1523">
                  <a:extLst>
                    <a:ext uri="{FF2B5EF4-FFF2-40B4-BE49-F238E27FC236}">
                      <a16:creationId xmlns:a16="http://schemas.microsoft.com/office/drawing/2014/main" id="{754D255D-5191-9344-A8E8-8FEA42603676}"/>
                    </a:ext>
                  </a:extLst>
                </p:cNvPr>
                <p:cNvSpPr>
                  <a:spLocks noChangeArrowheads="1"/>
                </p:cNvSpPr>
                <p:nvPr/>
              </p:nvSpPr>
              <p:spPr bwMode="auto">
                <a:xfrm>
                  <a:off x="618" y="2579"/>
                  <a:ext cx="720" cy="131"/>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38" name="AutoShape 1524">
                  <a:extLst>
                    <a:ext uri="{FF2B5EF4-FFF2-40B4-BE49-F238E27FC236}">
                      <a16:creationId xmlns:a16="http://schemas.microsoft.com/office/drawing/2014/main" id="{E14AD02B-285A-8E4E-9349-A7A65FE58097}"/>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422" name="Freeform 1525">
                <a:extLst>
                  <a:ext uri="{FF2B5EF4-FFF2-40B4-BE49-F238E27FC236}">
                    <a16:creationId xmlns:a16="http://schemas.microsoft.com/office/drawing/2014/main" id="{6A7D0A21-FEB6-AA49-BF73-7B454ABCC3F9}"/>
                  </a:ext>
                </a:extLst>
              </p:cNvPr>
              <p:cNvSpPr>
                <a:spLocks/>
              </p:cNvSpPr>
              <p:nvPr/>
            </p:nvSpPr>
            <p:spPr bwMode="auto">
              <a:xfrm>
                <a:off x="5288" y="1354"/>
                <a:ext cx="263" cy="188"/>
              </a:xfrm>
              <a:custGeom>
                <a:avLst/>
                <a:gdLst>
                  <a:gd name="T0" fmla="*/ 2 w 328"/>
                  <a:gd name="T1" fmla="*/ 0 h 226"/>
                  <a:gd name="T2" fmla="*/ 29 w 328"/>
                  <a:gd name="T3" fmla="*/ 17 h 226"/>
                  <a:gd name="T4" fmla="*/ 29 w 328"/>
                  <a:gd name="T5" fmla="*/ 30 h 226"/>
                  <a:gd name="T6" fmla="*/ 0 w 328"/>
                  <a:gd name="T7" fmla="*/ 1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423" name="Group 1526">
                <a:extLst>
                  <a:ext uri="{FF2B5EF4-FFF2-40B4-BE49-F238E27FC236}">
                    <a16:creationId xmlns:a16="http://schemas.microsoft.com/office/drawing/2014/main" id="{D90C757B-43DB-BA46-B197-E499997AD492}"/>
                  </a:ext>
                </a:extLst>
              </p:cNvPr>
              <p:cNvGrpSpPr>
                <a:grpSpLocks/>
              </p:cNvGrpSpPr>
              <p:nvPr/>
            </p:nvGrpSpPr>
            <p:grpSpPr bwMode="auto">
              <a:xfrm>
                <a:off x="4739" y="1330"/>
                <a:ext cx="588" cy="134"/>
                <a:chOff x="613" y="2571"/>
                <a:chExt cx="732" cy="134"/>
              </a:xfrm>
            </p:grpSpPr>
            <p:sp>
              <p:nvSpPr>
                <p:cNvPr id="435" name="AutoShape 1527">
                  <a:extLst>
                    <a:ext uri="{FF2B5EF4-FFF2-40B4-BE49-F238E27FC236}">
                      <a16:creationId xmlns:a16="http://schemas.microsoft.com/office/drawing/2014/main" id="{8CA88821-0D55-EB40-A7C1-C3977CDA2368}"/>
                    </a:ext>
                  </a:extLst>
                </p:cNvPr>
                <p:cNvSpPr>
                  <a:spLocks noChangeArrowheads="1"/>
                </p:cNvSpPr>
                <p:nvPr/>
              </p:nvSpPr>
              <p:spPr bwMode="auto">
                <a:xfrm>
                  <a:off x="613" y="2571"/>
                  <a:ext cx="732" cy="134"/>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36" name="AutoShape 1528">
                  <a:extLst>
                    <a:ext uri="{FF2B5EF4-FFF2-40B4-BE49-F238E27FC236}">
                      <a16:creationId xmlns:a16="http://schemas.microsoft.com/office/drawing/2014/main" id="{DC4F78A8-7787-604B-A124-FCF43D75DFC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424" name="Rectangle 1529">
                <a:extLst>
                  <a:ext uri="{FF2B5EF4-FFF2-40B4-BE49-F238E27FC236}">
                    <a16:creationId xmlns:a16="http://schemas.microsoft.com/office/drawing/2014/main" id="{563CCF97-9884-9B45-B9F6-70D699E9983D}"/>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25" name="Freeform 1530">
                <a:extLst>
                  <a:ext uri="{FF2B5EF4-FFF2-40B4-BE49-F238E27FC236}">
                    <a16:creationId xmlns:a16="http://schemas.microsoft.com/office/drawing/2014/main" id="{EBD39E8E-81C2-A844-BF20-C29C5E3AD43B}"/>
                  </a:ext>
                </a:extLst>
              </p:cNvPr>
              <p:cNvSpPr>
                <a:spLocks/>
              </p:cNvSpPr>
              <p:nvPr/>
            </p:nvSpPr>
            <p:spPr bwMode="auto">
              <a:xfrm>
                <a:off x="5312" y="1007"/>
                <a:ext cx="237" cy="213"/>
              </a:xfrm>
              <a:custGeom>
                <a:avLst/>
                <a:gdLst>
                  <a:gd name="T0" fmla="*/ 2 w 296"/>
                  <a:gd name="T1" fmla="*/ 0 h 256"/>
                  <a:gd name="T2" fmla="*/ 26 w 296"/>
                  <a:gd name="T3" fmla="*/ 18 h 256"/>
                  <a:gd name="T4" fmla="*/ 26 w 296"/>
                  <a:gd name="T5" fmla="*/ 34 h 256"/>
                  <a:gd name="T6" fmla="*/ 0 w 296"/>
                  <a:gd name="T7" fmla="*/ 1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26" name="Freeform 1531">
                <a:extLst>
                  <a:ext uri="{FF2B5EF4-FFF2-40B4-BE49-F238E27FC236}">
                    <a16:creationId xmlns:a16="http://schemas.microsoft.com/office/drawing/2014/main" id="{D429C771-C29B-4746-8D5D-C4A8633312D8}"/>
                  </a:ext>
                </a:extLst>
              </p:cNvPr>
              <p:cNvSpPr>
                <a:spLocks/>
              </p:cNvSpPr>
              <p:nvPr/>
            </p:nvSpPr>
            <p:spPr bwMode="auto">
              <a:xfrm>
                <a:off x="5315" y="680"/>
                <a:ext cx="244" cy="240"/>
              </a:xfrm>
              <a:custGeom>
                <a:avLst/>
                <a:gdLst>
                  <a:gd name="T0" fmla="*/ 0 w 304"/>
                  <a:gd name="T1" fmla="*/ 0 h 288"/>
                  <a:gd name="T2" fmla="*/ 27 w 304"/>
                  <a:gd name="T3" fmla="*/ 23 h 288"/>
                  <a:gd name="T4" fmla="*/ 25 w 304"/>
                  <a:gd name="T5" fmla="*/ 40 h 288"/>
                  <a:gd name="T6" fmla="*/ 2 w 304"/>
                  <a:gd name="T7" fmla="*/ 1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27" name="Oval 1532">
                <a:extLst>
                  <a:ext uri="{FF2B5EF4-FFF2-40B4-BE49-F238E27FC236}">
                    <a16:creationId xmlns:a16="http://schemas.microsoft.com/office/drawing/2014/main" id="{4C989AEC-8071-734A-8023-0434DC3EBB15}"/>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28" name="Freeform 1533">
                <a:extLst>
                  <a:ext uri="{FF2B5EF4-FFF2-40B4-BE49-F238E27FC236}">
                    <a16:creationId xmlns:a16="http://schemas.microsoft.com/office/drawing/2014/main" id="{50D6A2AD-EDD3-0244-A157-84E85000479A}"/>
                  </a:ext>
                </a:extLst>
              </p:cNvPr>
              <p:cNvSpPr>
                <a:spLocks/>
              </p:cNvSpPr>
              <p:nvPr/>
            </p:nvSpPr>
            <p:spPr bwMode="auto">
              <a:xfrm>
                <a:off x="5302" y="2614"/>
                <a:ext cx="245" cy="200"/>
              </a:xfrm>
              <a:custGeom>
                <a:avLst/>
                <a:gdLst>
                  <a:gd name="T0" fmla="*/ 0 w 306"/>
                  <a:gd name="T1" fmla="*/ 15 h 240"/>
                  <a:gd name="T2" fmla="*/ 2 w 306"/>
                  <a:gd name="T3" fmla="*/ 33 h 240"/>
                  <a:gd name="T4" fmla="*/ 27 w 306"/>
                  <a:gd name="T5" fmla="*/ 15 h 240"/>
                  <a:gd name="T6" fmla="*/ 26 w 306"/>
                  <a:gd name="T7" fmla="*/ 0 h 240"/>
                  <a:gd name="T8" fmla="*/ 0 w 306"/>
                  <a:gd name="T9" fmla="*/ 1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29" name="AutoShape 1534">
                <a:extLst>
                  <a:ext uri="{FF2B5EF4-FFF2-40B4-BE49-F238E27FC236}">
                    <a16:creationId xmlns:a16="http://schemas.microsoft.com/office/drawing/2014/main" id="{228D946A-767B-854E-8F60-21EDE8F6AFDB}"/>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30" name="AutoShape 1535">
                <a:extLst>
                  <a:ext uri="{FF2B5EF4-FFF2-40B4-BE49-F238E27FC236}">
                    <a16:creationId xmlns:a16="http://schemas.microsoft.com/office/drawing/2014/main" id="{C77A208E-E580-6C48-B30A-8D6AF0241F7F}"/>
                  </a:ext>
                </a:extLst>
              </p:cNvPr>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31" name="Oval 1536">
                <a:extLst>
                  <a:ext uri="{FF2B5EF4-FFF2-40B4-BE49-F238E27FC236}">
                    <a16:creationId xmlns:a16="http://schemas.microsoft.com/office/drawing/2014/main" id="{0584590D-C9DD-6B4F-8D43-3BD5D3BF0FD1}"/>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32" name="Oval 1537">
                <a:extLst>
                  <a:ext uri="{FF2B5EF4-FFF2-40B4-BE49-F238E27FC236}">
                    <a16:creationId xmlns:a16="http://schemas.microsoft.com/office/drawing/2014/main" id="{E53705ED-8A28-2247-8F50-DFA2320E3691}"/>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433" name="Oval 1538">
                <a:extLst>
                  <a:ext uri="{FF2B5EF4-FFF2-40B4-BE49-F238E27FC236}">
                    <a16:creationId xmlns:a16="http://schemas.microsoft.com/office/drawing/2014/main" id="{5DE8C3E4-50ED-A045-BBEF-6BD22BDB1CB3}"/>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34" name="Rectangle 1539">
                <a:extLst>
                  <a:ext uri="{FF2B5EF4-FFF2-40B4-BE49-F238E27FC236}">
                    <a16:creationId xmlns:a16="http://schemas.microsoft.com/office/drawing/2014/main" id="{34EEF575-BCCE-F34E-815A-FDD087C077E5}"/>
                  </a:ext>
                </a:extLst>
              </p:cNvPr>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cxnSp>
          <p:nvCxnSpPr>
            <p:cNvPr id="325" name="Straight Connector 324">
              <a:extLst>
                <a:ext uri="{FF2B5EF4-FFF2-40B4-BE49-F238E27FC236}">
                  <a16:creationId xmlns:a16="http://schemas.microsoft.com/office/drawing/2014/main" id="{267F2A04-82C7-CA43-AAA2-0B750999EE14}"/>
                </a:ext>
              </a:extLst>
            </p:cNvPr>
            <p:cNvCxnSpPr/>
            <p:nvPr/>
          </p:nvCxnSpPr>
          <p:spPr bwMode="auto">
            <a:xfrm>
              <a:off x="1682405" y="2744686"/>
              <a:ext cx="526774" cy="0"/>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26" name="Straight Connector 325">
              <a:extLst>
                <a:ext uri="{FF2B5EF4-FFF2-40B4-BE49-F238E27FC236}">
                  <a16:creationId xmlns:a16="http://schemas.microsoft.com/office/drawing/2014/main" id="{B91A95F9-EF84-0047-B227-765A487976D6}"/>
                </a:ext>
              </a:extLst>
            </p:cNvPr>
            <p:cNvCxnSpPr/>
            <p:nvPr/>
          </p:nvCxnSpPr>
          <p:spPr bwMode="auto">
            <a:xfrm>
              <a:off x="6895267" y="2779855"/>
              <a:ext cx="526774" cy="0"/>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327" name="Group 326">
              <a:extLst>
                <a:ext uri="{FF2B5EF4-FFF2-40B4-BE49-F238E27FC236}">
                  <a16:creationId xmlns:a16="http://schemas.microsoft.com/office/drawing/2014/main" id="{EE10E36D-E4DE-FC41-B05D-5CD4A5DBFA21}"/>
                </a:ext>
              </a:extLst>
            </p:cNvPr>
            <p:cNvGrpSpPr/>
            <p:nvPr/>
          </p:nvGrpSpPr>
          <p:grpSpPr>
            <a:xfrm>
              <a:off x="3414626" y="1982945"/>
              <a:ext cx="687402" cy="571677"/>
              <a:chOff x="1736090" y="2893762"/>
              <a:chExt cx="565150" cy="413310"/>
            </a:xfrm>
          </p:grpSpPr>
          <p:grpSp>
            <p:nvGrpSpPr>
              <p:cNvPr id="398" name="Group 327">
                <a:extLst>
                  <a:ext uri="{FF2B5EF4-FFF2-40B4-BE49-F238E27FC236}">
                    <a16:creationId xmlns:a16="http://schemas.microsoft.com/office/drawing/2014/main" id="{43DE9D84-6507-9E44-8FFE-C43353FBFFE0}"/>
                  </a:ext>
                </a:extLst>
              </p:cNvPr>
              <p:cNvGrpSpPr>
                <a:grpSpLocks/>
              </p:cNvGrpSpPr>
              <p:nvPr/>
            </p:nvGrpSpPr>
            <p:grpSpPr bwMode="auto">
              <a:xfrm>
                <a:off x="1736090" y="2893762"/>
                <a:ext cx="565150" cy="292100"/>
                <a:chOff x="1871277" y="1576300"/>
                <a:chExt cx="1128371" cy="437861"/>
              </a:xfrm>
            </p:grpSpPr>
            <p:sp>
              <p:nvSpPr>
                <p:cNvPr id="402" name="Oval 401">
                  <a:extLst>
                    <a:ext uri="{FF2B5EF4-FFF2-40B4-BE49-F238E27FC236}">
                      <a16:creationId xmlns:a16="http://schemas.microsoft.com/office/drawing/2014/main" id="{BDBEE8E4-14FE-2342-B5F0-4B459123059B}"/>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03" name="Rectangle 402">
                  <a:extLst>
                    <a:ext uri="{FF2B5EF4-FFF2-40B4-BE49-F238E27FC236}">
                      <a16:creationId xmlns:a16="http://schemas.microsoft.com/office/drawing/2014/main" id="{35360FF6-9142-814C-BC6A-900E8714152E}"/>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4" name="Oval 403">
                  <a:extLst>
                    <a:ext uri="{FF2B5EF4-FFF2-40B4-BE49-F238E27FC236}">
                      <a16:creationId xmlns:a16="http://schemas.microsoft.com/office/drawing/2014/main" id="{CD7B45FB-2D33-6849-8696-831389F7A797}"/>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05" name="Freeform 404">
                  <a:extLst>
                    <a:ext uri="{FF2B5EF4-FFF2-40B4-BE49-F238E27FC236}">
                      <a16:creationId xmlns:a16="http://schemas.microsoft.com/office/drawing/2014/main" id="{55DD05D2-A87A-9E4B-8F3E-A4613BC094AB}"/>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6" name="Freeform 405">
                  <a:extLst>
                    <a:ext uri="{FF2B5EF4-FFF2-40B4-BE49-F238E27FC236}">
                      <a16:creationId xmlns:a16="http://schemas.microsoft.com/office/drawing/2014/main" id="{CEAF7229-E9D5-D042-B7AE-1BF525F56D4B}"/>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7" name="Freeform 406">
                  <a:extLst>
                    <a:ext uri="{FF2B5EF4-FFF2-40B4-BE49-F238E27FC236}">
                      <a16:creationId xmlns:a16="http://schemas.microsoft.com/office/drawing/2014/main" id="{AB1AF264-1139-CE43-AFF8-E76758CE960A}"/>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8" name="Freeform 407">
                  <a:extLst>
                    <a:ext uri="{FF2B5EF4-FFF2-40B4-BE49-F238E27FC236}">
                      <a16:creationId xmlns:a16="http://schemas.microsoft.com/office/drawing/2014/main" id="{57245D9A-2DA2-E246-9F87-68EA8D71DFA2}"/>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09" name="Straight Connector 408">
                  <a:extLst>
                    <a:ext uri="{FF2B5EF4-FFF2-40B4-BE49-F238E27FC236}">
                      <a16:creationId xmlns:a16="http://schemas.microsoft.com/office/drawing/2014/main" id="{1E15FBCF-E2FF-FD4E-8803-68E979C60B5F}"/>
                    </a:ext>
                  </a:extLst>
                </p:cNvPr>
                <p:cNvCxnSpPr>
                  <a:endCxn id="40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10" name="Straight Connector 409">
                  <a:extLst>
                    <a:ext uri="{FF2B5EF4-FFF2-40B4-BE49-F238E27FC236}">
                      <a16:creationId xmlns:a16="http://schemas.microsoft.com/office/drawing/2014/main" id="{76BF3722-BBAD-924E-BD4C-E031ACC5D682}"/>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99" name="Group 398">
                <a:extLst>
                  <a:ext uri="{FF2B5EF4-FFF2-40B4-BE49-F238E27FC236}">
                    <a16:creationId xmlns:a16="http://schemas.microsoft.com/office/drawing/2014/main" id="{493B1A9C-61C8-154E-89A5-A9513BFD54DE}"/>
                  </a:ext>
                </a:extLst>
              </p:cNvPr>
              <p:cNvGrpSpPr/>
              <p:nvPr/>
            </p:nvGrpSpPr>
            <p:grpSpPr>
              <a:xfrm>
                <a:off x="1844715" y="2907714"/>
                <a:ext cx="356365" cy="399358"/>
                <a:chOff x="741398" y="1743005"/>
                <a:chExt cx="356365" cy="399358"/>
              </a:xfrm>
            </p:grpSpPr>
            <p:sp>
              <p:nvSpPr>
                <p:cNvPr id="400" name="Oval 399">
                  <a:extLst>
                    <a:ext uri="{FF2B5EF4-FFF2-40B4-BE49-F238E27FC236}">
                      <a16:creationId xmlns:a16="http://schemas.microsoft.com/office/drawing/2014/main" id="{63725DC4-5667-494C-877B-306B214225CA}"/>
                    </a:ext>
                  </a:extLst>
                </p:cNvPr>
                <p:cNvSpPr/>
                <p:nvPr/>
              </p:nvSpPr>
              <p:spPr bwMode="auto">
                <a:xfrm>
                  <a:off x="741398" y="1850752"/>
                  <a:ext cx="356365" cy="168450"/>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1" name="TextBox 400">
                  <a:extLst>
                    <a:ext uri="{FF2B5EF4-FFF2-40B4-BE49-F238E27FC236}">
                      <a16:creationId xmlns:a16="http://schemas.microsoft.com/office/drawing/2014/main" id="{610E4D3B-522B-8441-8253-4A007172715F}"/>
                    </a:ext>
                  </a:extLst>
                </p:cNvPr>
                <p:cNvSpPr txBox="1"/>
                <p:nvPr/>
              </p:nvSpPr>
              <p:spPr>
                <a:xfrm>
                  <a:off x="783895" y="1743005"/>
                  <a:ext cx="288887" cy="399358"/>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charset="0"/>
                      <a:ea typeface="ＭＳ Ｐゴシック" charset="0"/>
                    </a:rPr>
                    <a:t>v</a:t>
                  </a:r>
                </a:p>
              </p:txBody>
            </p:sp>
          </p:grpSp>
        </p:grpSp>
        <p:grpSp>
          <p:nvGrpSpPr>
            <p:cNvPr id="328" name="Group 327">
              <a:extLst>
                <a:ext uri="{FF2B5EF4-FFF2-40B4-BE49-F238E27FC236}">
                  <a16:creationId xmlns:a16="http://schemas.microsoft.com/office/drawing/2014/main" id="{DF814D63-F965-FA4E-9920-D211CDA69879}"/>
                </a:ext>
              </a:extLst>
            </p:cNvPr>
            <p:cNvGrpSpPr/>
            <p:nvPr/>
          </p:nvGrpSpPr>
          <p:grpSpPr>
            <a:xfrm>
              <a:off x="4888811" y="1979830"/>
              <a:ext cx="687402" cy="480963"/>
              <a:chOff x="1736090" y="2893762"/>
              <a:chExt cx="565150" cy="347726"/>
            </a:xfrm>
          </p:grpSpPr>
          <p:grpSp>
            <p:nvGrpSpPr>
              <p:cNvPr id="385" name="Group 327">
                <a:extLst>
                  <a:ext uri="{FF2B5EF4-FFF2-40B4-BE49-F238E27FC236}">
                    <a16:creationId xmlns:a16="http://schemas.microsoft.com/office/drawing/2014/main" id="{1319D0A2-3DA4-6D46-B723-C78612DBD57D}"/>
                  </a:ext>
                </a:extLst>
              </p:cNvPr>
              <p:cNvGrpSpPr>
                <a:grpSpLocks/>
              </p:cNvGrpSpPr>
              <p:nvPr/>
            </p:nvGrpSpPr>
            <p:grpSpPr bwMode="auto">
              <a:xfrm>
                <a:off x="1736090" y="2893762"/>
                <a:ext cx="565150" cy="292100"/>
                <a:chOff x="1871277" y="1576300"/>
                <a:chExt cx="1128371" cy="437861"/>
              </a:xfrm>
            </p:grpSpPr>
            <p:sp>
              <p:nvSpPr>
                <p:cNvPr id="389" name="Oval 388">
                  <a:extLst>
                    <a:ext uri="{FF2B5EF4-FFF2-40B4-BE49-F238E27FC236}">
                      <a16:creationId xmlns:a16="http://schemas.microsoft.com/office/drawing/2014/main" id="{406A0DA8-5D66-B54B-BF3C-74FEB059E5F1}"/>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90" name="Rectangle 389">
                  <a:extLst>
                    <a:ext uri="{FF2B5EF4-FFF2-40B4-BE49-F238E27FC236}">
                      <a16:creationId xmlns:a16="http://schemas.microsoft.com/office/drawing/2014/main" id="{16912ED9-B4B9-274B-8C8B-A301769701DC}"/>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1" name="Oval 390">
                  <a:extLst>
                    <a:ext uri="{FF2B5EF4-FFF2-40B4-BE49-F238E27FC236}">
                      <a16:creationId xmlns:a16="http://schemas.microsoft.com/office/drawing/2014/main" id="{0FC9220C-ECBF-BC42-AA17-47066E49F672}"/>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92" name="Freeform 391">
                  <a:extLst>
                    <a:ext uri="{FF2B5EF4-FFF2-40B4-BE49-F238E27FC236}">
                      <a16:creationId xmlns:a16="http://schemas.microsoft.com/office/drawing/2014/main" id="{EFD001D2-54C5-0042-A5AA-702968D107C1}"/>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3" name="Freeform 392">
                  <a:extLst>
                    <a:ext uri="{FF2B5EF4-FFF2-40B4-BE49-F238E27FC236}">
                      <a16:creationId xmlns:a16="http://schemas.microsoft.com/office/drawing/2014/main" id="{DF0C4D73-F5CE-1E43-B64E-A1555129729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4" name="Freeform 393">
                  <a:extLst>
                    <a:ext uri="{FF2B5EF4-FFF2-40B4-BE49-F238E27FC236}">
                      <a16:creationId xmlns:a16="http://schemas.microsoft.com/office/drawing/2014/main" id="{2FD88090-C275-6140-AAC7-18542BD977C0}"/>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5" name="Freeform 394">
                  <a:extLst>
                    <a:ext uri="{FF2B5EF4-FFF2-40B4-BE49-F238E27FC236}">
                      <a16:creationId xmlns:a16="http://schemas.microsoft.com/office/drawing/2014/main" id="{F52A43F0-D631-014F-9B59-69076BD7A214}"/>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96" name="Straight Connector 395">
                  <a:extLst>
                    <a:ext uri="{FF2B5EF4-FFF2-40B4-BE49-F238E27FC236}">
                      <a16:creationId xmlns:a16="http://schemas.microsoft.com/office/drawing/2014/main" id="{7B9292D1-E5A5-F44E-8DC8-0DDB894A0004}"/>
                    </a:ext>
                  </a:extLst>
                </p:cNvPr>
                <p:cNvCxnSpPr>
                  <a:endCxn id="39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97" name="Straight Connector 396">
                  <a:extLst>
                    <a:ext uri="{FF2B5EF4-FFF2-40B4-BE49-F238E27FC236}">
                      <a16:creationId xmlns:a16="http://schemas.microsoft.com/office/drawing/2014/main" id="{82695498-3E06-C549-BDEB-3B3BC72D74A8}"/>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86" name="Group 385">
                <a:extLst>
                  <a:ext uri="{FF2B5EF4-FFF2-40B4-BE49-F238E27FC236}">
                    <a16:creationId xmlns:a16="http://schemas.microsoft.com/office/drawing/2014/main" id="{58CC84C2-4686-2643-A790-875AD3D2EB15}"/>
                  </a:ext>
                </a:extLst>
              </p:cNvPr>
              <p:cNvGrpSpPr/>
              <p:nvPr/>
            </p:nvGrpSpPr>
            <p:grpSpPr>
              <a:xfrm>
                <a:off x="1844715" y="2907714"/>
                <a:ext cx="378664" cy="333774"/>
                <a:chOff x="741398" y="1743005"/>
                <a:chExt cx="378664" cy="333774"/>
              </a:xfrm>
            </p:grpSpPr>
            <p:sp>
              <p:nvSpPr>
                <p:cNvPr id="387" name="Oval 386">
                  <a:extLst>
                    <a:ext uri="{FF2B5EF4-FFF2-40B4-BE49-F238E27FC236}">
                      <a16:creationId xmlns:a16="http://schemas.microsoft.com/office/drawing/2014/main" id="{91E65A3C-37C4-FB49-A4C5-66DD49380A20}"/>
                    </a:ext>
                  </a:extLst>
                </p:cNvPr>
                <p:cNvSpPr/>
                <p:nvPr/>
              </p:nvSpPr>
              <p:spPr bwMode="auto">
                <a:xfrm>
                  <a:off x="741398" y="1850752"/>
                  <a:ext cx="356365" cy="168450"/>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8" name="TextBox 387">
                  <a:extLst>
                    <a:ext uri="{FF2B5EF4-FFF2-40B4-BE49-F238E27FC236}">
                      <a16:creationId xmlns:a16="http://schemas.microsoft.com/office/drawing/2014/main" id="{7D7D52A1-09FA-B245-A51E-503672F88792}"/>
                    </a:ext>
                  </a:extLst>
                </p:cNvPr>
                <p:cNvSpPr txBox="1"/>
                <p:nvPr/>
              </p:nvSpPr>
              <p:spPr>
                <a:xfrm>
                  <a:off x="767915" y="1743005"/>
                  <a:ext cx="352147" cy="333774"/>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charset="0"/>
                      <a:ea typeface="ＭＳ Ｐゴシック" charset="0"/>
                    </a:rPr>
                    <a:t>w</a:t>
                  </a:r>
                </a:p>
              </p:txBody>
            </p:sp>
          </p:grpSp>
        </p:grpSp>
        <p:grpSp>
          <p:nvGrpSpPr>
            <p:cNvPr id="329" name="Group 328">
              <a:extLst>
                <a:ext uri="{FF2B5EF4-FFF2-40B4-BE49-F238E27FC236}">
                  <a16:creationId xmlns:a16="http://schemas.microsoft.com/office/drawing/2014/main" id="{7F5B202E-84B1-8546-ABE7-0D873A53CB3A}"/>
                </a:ext>
              </a:extLst>
            </p:cNvPr>
            <p:cNvGrpSpPr/>
            <p:nvPr/>
          </p:nvGrpSpPr>
          <p:grpSpPr>
            <a:xfrm>
              <a:off x="2206359" y="2517647"/>
              <a:ext cx="687402" cy="480963"/>
              <a:chOff x="1736090" y="2893762"/>
              <a:chExt cx="565150" cy="347726"/>
            </a:xfrm>
          </p:grpSpPr>
          <p:grpSp>
            <p:nvGrpSpPr>
              <p:cNvPr id="372" name="Group 327">
                <a:extLst>
                  <a:ext uri="{FF2B5EF4-FFF2-40B4-BE49-F238E27FC236}">
                    <a16:creationId xmlns:a16="http://schemas.microsoft.com/office/drawing/2014/main" id="{74C66983-6367-A346-9811-03B6B660BD5A}"/>
                  </a:ext>
                </a:extLst>
              </p:cNvPr>
              <p:cNvGrpSpPr>
                <a:grpSpLocks/>
              </p:cNvGrpSpPr>
              <p:nvPr/>
            </p:nvGrpSpPr>
            <p:grpSpPr bwMode="auto">
              <a:xfrm>
                <a:off x="1736090" y="2893762"/>
                <a:ext cx="565150" cy="292100"/>
                <a:chOff x="1871277" y="1576300"/>
                <a:chExt cx="1128371" cy="437861"/>
              </a:xfrm>
            </p:grpSpPr>
            <p:sp>
              <p:nvSpPr>
                <p:cNvPr id="376" name="Oval 375">
                  <a:extLst>
                    <a:ext uri="{FF2B5EF4-FFF2-40B4-BE49-F238E27FC236}">
                      <a16:creationId xmlns:a16="http://schemas.microsoft.com/office/drawing/2014/main" id="{23D87A19-41D5-2F4B-A759-D658AB6DE7F5}"/>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77" name="Rectangle 376">
                  <a:extLst>
                    <a:ext uri="{FF2B5EF4-FFF2-40B4-BE49-F238E27FC236}">
                      <a16:creationId xmlns:a16="http://schemas.microsoft.com/office/drawing/2014/main" id="{BF010680-E14C-AB41-B12D-005B0B3FBA7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8" name="Oval 377">
                  <a:extLst>
                    <a:ext uri="{FF2B5EF4-FFF2-40B4-BE49-F238E27FC236}">
                      <a16:creationId xmlns:a16="http://schemas.microsoft.com/office/drawing/2014/main" id="{773506FA-CDA9-A14E-9C9B-2D5E7F909A9E}"/>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79" name="Freeform 378">
                  <a:extLst>
                    <a:ext uri="{FF2B5EF4-FFF2-40B4-BE49-F238E27FC236}">
                      <a16:creationId xmlns:a16="http://schemas.microsoft.com/office/drawing/2014/main" id="{39B04F67-6A6D-6245-B8C8-CF7114C9D7F0}"/>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0" name="Freeform 379">
                  <a:extLst>
                    <a:ext uri="{FF2B5EF4-FFF2-40B4-BE49-F238E27FC236}">
                      <a16:creationId xmlns:a16="http://schemas.microsoft.com/office/drawing/2014/main" id="{C46B0DC1-1017-4146-A422-109C3BAD2551}"/>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1" name="Freeform 380">
                  <a:extLst>
                    <a:ext uri="{FF2B5EF4-FFF2-40B4-BE49-F238E27FC236}">
                      <a16:creationId xmlns:a16="http://schemas.microsoft.com/office/drawing/2014/main" id="{CA725F35-AC0C-C543-A8A7-24E9625350C8}"/>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2" name="Freeform 381">
                  <a:extLst>
                    <a:ext uri="{FF2B5EF4-FFF2-40B4-BE49-F238E27FC236}">
                      <a16:creationId xmlns:a16="http://schemas.microsoft.com/office/drawing/2014/main" id="{977CD25B-F33C-BA45-8069-AC4B98057578}"/>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83" name="Straight Connector 382">
                  <a:extLst>
                    <a:ext uri="{FF2B5EF4-FFF2-40B4-BE49-F238E27FC236}">
                      <a16:creationId xmlns:a16="http://schemas.microsoft.com/office/drawing/2014/main" id="{54C74B7C-6FCA-5B45-9A2B-DC09E5CDE689}"/>
                    </a:ext>
                  </a:extLst>
                </p:cNvPr>
                <p:cNvCxnSpPr>
                  <a:endCxn id="37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84" name="Straight Connector 383">
                  <a:extLst>
                    <a:ext uri="{FF2B5EF4-FFF2-40B4-BE49-F238E27FC236}">
                      <a16:creationId xmlns:a16="http://schemas.microsoft.com/office/drawing/2014/main" id="{F18B4945-5B3A-CC4D-AD10-A9969F3DC39C}"/>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73" name="Group 372">
                <a:extLst>
                  <a:ext uri="{FF2B5EF4-FFF2-40B4-BE49-F238E27FC236}">
                    <a16:creationId xmlns:a16="http://schemas.microsoft.com/office/drawing/2014/main" id="{79ADB3AE-0BAC-E846-91C0-DA740CA9923D}"/>
                  </a:ext>
                </a:extLst>
              </p:cNvPr>
              <p:cNvGrpSpPr/>
              <p:nvPr/>
            </p:nvGrpSpPr>
            <p:grpSpPr>
              <a:xfrm>
                <a:off x="1844715" y="2907714"/>
                <a:ext cx="356365" cy="333774"/>
                <a:chOff x="741398" y="1743005"/>
                <a:chExt cx="356365" cy="333774"/>
              </a:xfrm>
            </p:grpSpPr>
            <p:sp>
              <p:nvSpPr>
                <p:cNvPr id="374" name="Oval 373">
                  <a:extLst>
                    <a:ext uri="{FF2B5EF4-FFF2-40B4-BE49-F238E27FC236}">
                      <a16:creationId xmlns:a16="http://schemas.microsoft.com/office/drawing/2014/main" id="{D1EDF0F4-E8FD-6841-A11F-DBF2430F102B}"/>
                    </a:ext>
                  </a:extLst>
                </p:cNvPr>
                <p:cNvSpPr/>
                <p:nvPr/>
              </p:nvSpPr>
              <p:spPr bwMode="auto">
                <a:xfrm>
                  <a:off x="741398" y="1850752"/>
                  <a:ext cx="356365" cy="168450"/>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5" name="TextBox 374">
                  <a:extLst>
                    <a:ext uri="{FF2B5EF4-FFF2-40B4-BE49-F238E27FC236}">
                      <a16:creationId xmlns:a16="http://schemas.microsoft.com/office/drawing/2014/main" id="{1AFA689E-3A33-DF4B-A8F3-403F0D901A93}"/>
                    </a:ext>
                  </a:extLst>
                </p:cNvPr>
                <p:cNvSpPr txBox="1"/>
                <p:nvPr/>
              </p:nvSpPr>
              <p:spPr>
                <a:xfrm>
                  <a:off x="783895" y="1743005"/>
                  <a:ext cx="292553" cy="333774"/>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charset="0"/>
                      <a:ea typeface="ＭＳ Ｐゴシック" charset="0"/>
                    </a:rPr>
                    <a:t>u</a:t>
                  </a:r>
                </a:p>
              </p:txBody>
            </p:sp>
          </p:grpSp>
        </p:grpSp>
        <p:grpSp>
          <p:nvGrpSpPr>
            <p:cNvPr id="330" name="Group 329">
              <a:extLst>
                <a:ext uri="{FF2B5EF4-FFF2-40B4-BE49-F238E27FC236}">
                  <a16:creationId xmlns:a16="http://schemas.microsoft.com/office/drawing/2014/main" id="{C6EB4006-BDBE-0A46-98DE-BE7F5F85E41C}"/>
                </a:ext>
              </a:extLst>
            </p:cNvPr>
            <p:cNvGrpSpPr/>
            <p:nvPr/>
          </p:nvGrpSpPr>
          <p:grpSpPr>
            <a:xfrm>
              <a:off x="6285253" y="2579331"/>
              <a:ext cx="687402" cy="480963"/>
              <a:chOff x="1736090" y="2893762"/>
              <a:chExt cx="565150" cy="347726"/>
            </a:xfrm>
          </p:grpSpPr>
          <p:grpSp>
            <p:nvGrpSpPr>
              <p:cNvPr id="359" name="Group 327">
                <a:extLst>
                  <a:ext uri="{FF2B5EF4-FFF2-40B4-BE49-F238E27FC236}">
                    <a16:creationId xmlns:a16="http://schemas.microsoft.com/office/drawing/2014/main" id="{19323E07-6D65-4A4C-A34C-8931919B7A6E}"/>
                  </a:ext>
                </a:extLst>
              </p:cNvPr>
              <p:cNvGrpSpPr>
                <a:grpSpLocks/>
              </p:cNvGrpSpPr>
              <p:nvPr/>
            </p:nvGrpSpPr>
            <p:grpSpPr bwMode="auto">
              <a:xfrm>
                <a:off x="1736090" y="2893762"/>
                <a:ext cx="565150" cy="292100"/>
                <a:chOff x="1871277" y="1576300"/>
                <a:chExt cx="1128371" cy="437861"/>
              </a:xfrm>
            </p:grpSpPr>
            <p:sp>
              <p:nvSpPr>
                <p:cNvPr id="363" name="Oval 362">
                  <a:extLst>
                    <a:ext uri="{FF2B5EF4-FFF2-40B4-BE49-F238E27FC236}">
                      <a16:creationId xmlns:a16="http://schemas.microsoft.com/office/drawing/2014/main" id="{8A90C563-3889-7546-B079-B0069EBCDD8E}"/>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64" name="Rectangle 363">
                  <a:extLst>
                    <a:ext uri="{FF2B5EF4-FFF2-40B4-BE49-F238E27FC236}">
                      <a16:creationId xmlns:a16="http://schemas.microsoft.com/office/drawing/2014/main" id="{F906AAC0-18E3-3C42-9638-4B9554929AD2}"/>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5" name="Oval 364">
                  <a:extLst>
                    <a:ext uri="{FF2B5EF4-FFF2-40B4-BE49-F238E27FC236}">
                      <a16:creationId xmlns:a16="http://schemas.microsoft.com/office/drawing/2014/main" id="{D7FE9FC4-31C2-7545-8E5A-A107662814D2}"/>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66" name="Freeform 365">
                  <a:extLst>
                    <a:ext uri="{FF2B5EF4-FFF2-40B4-BE49-F238E27FC236}">
                      <a16:creationId xmlns:a16="http://schemas.microsoft.com/office/drawing/2014/main" id="{115FE479-5C3C-474A-A53B-50B85C152ABA}"/>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7" name="Freeform 366">
                  <a:extLst>
                    <a:ext uri="{FF2B5EF4-FFF2-40B4-BE49-F238E27FC236}">
                      <a16:creationId xmlns:a16="http://schemas.microsoft.com/office/drawing/2014/main" id="{AD2C9A8C-6369-A54C-9D6C-E64BF41BE070}"/>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8" name="Freeform 367">
                  <a:extLst>
                    <a:ext uri="{FF2B5EF4-FFF2-40B4-BE49-F238E27FC236}">
                      <a16:creationId xmlns:a16="http://schemas.microsoft.com/office/drawing/2014/main" id="{D3174F82-A842-4A4B-8B8E-F9394399D6C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9" name="Freeform 368">
                  <a:extLst>
                    <a:ext uri="{FF2B5EF4-FFF2-40B4-BE49-F238E27FC236}">
                      <a16:creationId xmlns:a16="http://schemas.microsoft.com/office/drawing/2014/main" id="{715ED35F-F03C-3844-AAF7-4A4022009E69}"/>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70" name="Straight Connector 369">
                  <a:extLst>
                    <a:ext uri="{FF2B5EF4-FFF2-40B4-BE49-F238E27FC236}">
                      <a16:creationId xmlns:a16="http://schemas.microsoft.com/office/drawing/2014/main" id="{E168B24C-7C31-704F-9C70-9283F9D101DE}"/>
                    </a:ext>
                  </a:extLst>
                </p:cNvPr>
                <p:cNvCxnSpPr>
                  <a:endCxn id="365"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71" name="Straight Connector 370">
                  <a:extLst>
                    <a:ext uri="{FF2B5EF4-FFF2-40B4-BE49-F238E27FC236}">
                      <a16:creationId xmlns:a16="http://schemas.microsoft.com/office/drawing/2014/main" id="{A8773E23-D37D-7F4D-959F-FFCF3E4EAD35}"/>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60" name="Group 359">
                <a:extLst>
                  <a:ext uri="{FF2B5EF4-FFF2-40B4-BE49-F238E27FC236}">
                    <a16:creationId xmlns:a16="http://schemas.microsoft.com/office/drawing/2014/main" id="{661612F3-E94B-0E4F-B158-1E1F5536E408}"/>
                  </a:ext>
                </a:extLst>
              </p:cNvPr>
              <p:cNvGrpSpPr/>
              <p:nvPr/>
            </p:nvGrpSpPr>
            <p:grpSpPr>
              <a:xfrm>
                <a:off x="1844715" y="2907714"/>
                <a:ext cx="356365" cy="333774"/>
                <a:chOff x="741398" y="1743005"/>
                <a:chExt cx="356365" cy="333774"/>
              </a:xfrm>
            </p:grpSpPr>
            <p:sp>
              <p:nvSpPr>
                <p:cNvPr id="361" name="Oval 360">
                  <a:extLst>
                    <a:ext uri="{FF2B5EF4-FFF2-40B4-BE49-F238E27FC236}">
                      <a16:creationId xmlns:a16="http://schemas.microsoft.com/office/drawing/2014/main" id="{C763175D-A9C3-EF48-81B5-5B18EF6185F4}"/>
                    </a:ext>
                  </a:extLst>
                </p:cNvPr>
                <p:cNvSpPr/>
                <p:nvPr/>
              </p:nvSpPr>
              <p:spPr bwMode="auto">
                <a:xfrm>
                  <a:off x="741398" y="1850752"/>
                  <a:ext cx="356365" cy="168450"/>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2" name="TextBox 361">
                  <a:extLst>
                    <a:ext uri="{FF2B5EF4-FFF2-40B4-BE49-F238E27FC236}">
                      <a16:creationId xmlns:a16="http://schemas.microsoft.com/office/drawing/2014/main" id="{56CD500D-CEB7-684C-A583-1A90F979E021}"/>
                    </a:ext>
                  </a:extLst>
                </p:cNvPr>
                <p:cNvSpPr txBox="1"/>
                <p:nvPr/>
              </p:nvSpPr>
              <p:spPr>
                <a:xfrm>
                  <a:off x="783895" y="1743005"/>
                  <a:ext cx="278343" cy="333774"/>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charset="0"/>
                      <a:ea typeface="ＭＳ Ｐゴシック" charset="0"/>
                    </a:rPr>
                    <a:t>z</a:t>
                  </a:r>
                </a:p>
              </p:txBody>
            </p:sp>
          </p:grpSp>
        </p:grpSp>
        <p:grpSp>
          <p:nvGrpSpPr>
            <p:cNvPr id="331" name="Group 330">
              <a:extLst>
                <a:ext uri="{FF2B5EF4-FFF2-40B4-BE49-F238E27FC236}">
                  <a16:creationId xmlns:a16="http://schemas.microsoft.com/office/drawing/2014/main" id="{8CC7A315-C254-4746-8CBE-0E76B9C4970F}"/>
                </a:ext>
              </a:extLst>
            </p:cNvPr>
            <p:cNvGrpSpPr/>
            <p:nvPr/>
          </p:nvGrpSpPr>
          <p:grpSpPr>
            <a:xfrm>
              <a:off x="4927962" y="3152913"/>
              <a:ext cx="687402" cy="480963"/>
              <a:chOff x="1736090" y="2893762"/>
              <a:chExt cx="565150" cy="347726"/>
            </a:xfrm>
          </p:grpSpPr>
          <p:grpSp>
            <p:nvGrpSpPr>
              <p:cNvPr id="346" name="Group 327">
                <a:extLst>
                  <a:ext uri="{FF2B5EF4-FFF2-40B4-BE49-F238E27FC236}">
                    <a16:creationId xmlns:a16="http://schemas.microsoft.com/office/drawing/2014/main" id="{57B82EFC-992A-174F-B228-FA314BDF20EC}"/>
                  </a:ext>
                </a:extLst>
              </p:cNvPr>
              <p:cNvGrpSpPr>
                <a:grpSpLocks/>
              </p:cNvGrpSpPr>
              <p:nvPr/>
            </p:nvGrpSpPr>
            <p:grpSpPr bwMode="auto">
              <a:xfrm>
                <a:off x="1736090" y="2893762"/>
                <a:ext cx="565150" cy="292100"/>
                <a:chOff x="1871277" y="1576300"/>
                <a:chExt cx="1128371" cy="437861"/>
              </a:xfrm>
            </p:grpSpPr>
            <p:sp>
              <p:nvSpPr>
                <p:cNvPr id="350" name="Oval 349">
                  <a:extLst>
                    <a:ext uri="{FF2B5EF4-FFF2-40B4-BE49-F238E27FC236}">
                      <a16:creationId xmlns:a16="http://schemas.microsoft.com/office/drawing/2014/main" id="{5516324A-B35A-FF49-96A8-4C3ABFAA279D}"/>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51" name="Rectangle 350">
                  <a:extLst>
                    <a:ext uri="{FF2B5EF4-FFF2-40B4-BE49-F238E27FC236}">
                      <a16:creationId xmlns:a16="http://schemas.microsoft.com/office/drawing/2014/main" id="{218BB1BC-107B-9548-B7F8-1205053933E2}"/>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2" name="Oval 351">
                  <a:extLst>
                    <a:ext uri="{FF2B5EF4-FFF2-40B4-BE49-F238E27FC236}">
                      <a16:creationId xmlns:a16="http://schemas.microsoft.com/office/drawing/2014/main" id="{E0CC4DE9-4E37-1945-B621-6990957A8C90}"/>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53" name="Freeform 352">
                  <a:extLst>
                    <a:ext uri="{FF2B5EF4-FFF2-40B4-BE49-F238E27FC236}">
                      <a16:creationId xmlns:a16="http://schemas.microsoft.com/office/drawing/2014/main" id="{A2CF0E3A-0B11-A242-94A3-D1972489953C}"/>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4" name="Freeform 353">
                  <a:extLst>
                    <a:ext uri="{FF2B5EF4-FFF2-40B4-BE49-F238E27FC236}">
                      <a16:creationId xmlns:a16="http://schemas.microsoft.com/office/drawing/2014/main" id="{078DD177-3C9A-AC4A-994C-913F0A08C1F8}"/>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5" name="Freeform 354">
                  <a:extLst>
                    <a:ext uri="{FF2B5EF4-FFF2-40B4-BE49-F238E27FC236}">
                      <a16:creationId xmlns:a16="http://schemas.microsoft.com/office/drawing/2014/main" id="{7D050A20-78F8-D446-BFB0-855E64D3DFB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6" name="Freeform 355">
                  <a:extLst>
                    <a:ext uri="{FF2B5EF4-FFF2-40B4-BE49-F238E27FC236}">
                      <a16:creationId xmlns:a16="http://schemas.microsoft.com/office/drawing/2014/main" id="{DFC753F6-0104-C144-A482-28D91E9FF189}"/>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57" name="Straight Connector 356">
                  <a:extLst>
                    <a:ext uri="{FF2B5EF4-FFF2-40B4-BE49-F238E27FC236}">
                      <a16:creationId xmlns:a16="http://schemas.microsoft.com/office/drawing/2014/main" id="{DF6B0AE2-B7AF-4349-A241-B96871C3DFBE}"/>
                    </a:ext>
                  </a:extLst>
                </p:cNvPr>
                <p:cNvCxnSpPr>
                  <a:endCxn id="35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58" name="Straight Connector 357">
                  <a:extLst>
                    <a:ext uri="{FF2B5EF4-FFF2-40B4-BE49-F238E27FC236}">
                      <a16:creationId xmlns:a16="http://schemas.microsoft.com/office/drawing/2014/main" id="{0C461AF1-3611-CA4A-8113-D6B33D79EFD8}"/>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47" name="Group 346">
                <a:extLst>
                  <a:ext uri="{FF2B5EF4-FFF2-40B4-BE49-F238E27FC236}">
                    <a16:creationId xmlns:a16="http://schemas.microsoft.com/office/drawing/2014/main" id="{5DDD6435-5804-824F-9844-11EE108986C8}"/>
                  </a:ext>
                </a:extLst>
              </p:cNvPr>
              <p:cNvGrpSpPr/>
              <p:nvPr/>
            </p:nvGrpSpPr>
            <p:grpSpPr>
              <a:xfrm>
                <a:off x="1844715" y="2907714"/>
                <a:ext cx="356365" cy="333774"/>
                <a:chOff x="741398" y="1743005"/>
                <a:chExt cx="356365" cy="333774"/>
              </a:xfrm>
            </p:grpSpPr>
            <p:sp>
              <p:nvSpPr>
                <p:cNvPr id="348" name="Oval 347">
                  <a:extLst>
                    <a:ext uri="{FF2B5EF4-FFF2-40B4-BE49-F238E27FC236}">
                      <a16:creationId xmlns:a16="http://schemas.microsoft.com/office/drawing/2014/main" id="{3DD41EFD-A71B-A447-B957-8B7AEA9E0494}"/>
                    </a:ext>
                  </a:extLst>
                </p:cNvPr>
                <p:cNvSpPr/>
                <p:nvPr/>
              </p:nvSpPr>
              <p:spPr bwMode="auto">
                <a:xfrm>
                  <a:off x="741398" y="1850752"/>
                  <a:ext cx="356365" cy="168450"/>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9" name="TextBox 348">
                  <a:extLst>
                    <a:ext uri="{FF2B5EF4-FFF2-40B4-BE49-F238E27FC236}">
                      <a16:creationId xmlns:a16="http://schemas.microsoft.com/office/drawing/2014/main" id="{0808DE23-7FF1-1B41-9706-BEF8D8DE36D2}"/>
                    </a:ext>
                  </a:extLst>
                </p:cNvPr>
                <p:cNvSpPr txBox="1"/>
                <p:nvPr/>
              </p:nvSpPr>
              <p:spPr>
                <a:xfrm>
                  <a:off x="783895" y="1743005"/>
                  <a:ext cx="278343" cy="333774"/>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charset="0"/>
                      <a:ea typeface="ＭＳ Ｐゴシック" charset="0"/>
                    </a:rPr>
                    <a:t>y</a:t>
                  </a:r>
                </a:p>
              </p:txBody>
            </p:sp>
          </p:grpSp>
        </p:grpSp>
        <p:grpSp>
          <p:nvGrpSpPr>
            <p:cNvPr id="332" name="Group 331">
              <a:extLst>
                <a:ext uri="{FF2B5EF4-FFF2-40B4-BE49-F238E27FC236}">
                  <a16:creationId xmlns:a16="http://schemas.microsoft.com/office/drawing/2014/main" id="{FC31B094-3896-AB43-9216-D41F5CF5B5CD}"/>
                </a:ext>
              </a:extLst>
            </p:cNvPr>
            <p:cNvGrpSpPr/>
            <p:nvPr/>
          </p:nvGrpSpPr>
          <p:grpSpPr>
            <a:xfrm>
              <a:off x="3337414" y="3136841"/>
              <a:ext cx="687402" cy="480963"/>
              <a:chOff x="1736090" y="2893762"/>
              <a:chExt cx="565150" cy="347726"/>
            </a:xfrm>
          </p:grpSpPr>
          <p:grpSp>
            <p:nvGrpSpPr>
              <p:cNvPr id="333" name="Group 327">
                <a:extLst>
                  <a:ext uri="{FF2B5EF4-FFF2-40B4-BE49-F238E27FC236}">
                    <a16:creationId xmlns:a16="http://schemas.microsoft.com/office/drawing/2014/main" id="{68165765-2BED-214D-88D7-9D28666BA0D6}"/>
                  </a:ext>
                </a:extLst>
              </p:cNvPr>
              <p:cNvGrpSpPr>
                <a:grpSpLocks/>
              </p:cNvGrpSpPr>
              <p:nvPr/>
            </p:nvGrpSpPr>
            <p:grpSpPr bwMode="auto">
              <a:xfrm>
                <a:off x="1736090" y="2893762"/>
                <a:ext cx="565150" cy="292100"/>
                <a:chOff x="1871277" y="1576300"/>
                <a:chExt cx="1128371" cy="437861"/>
              </a:xfrm>
            </p:grpSpPr>
            <p:sp>
              <p:nvSpPr>
                <p:cNvPr id="337" name="Oval 336">
                  <a:extLst>
                    <a:ext uri="{FF2B5EF4-FFF2-40B4-BE49-F238E27FC236}">
                      <a16:creationId xmlns:a16="http://schemas.microsoft.com/office/drawing/2014/main" id="{BEB24274-A728-564C-9B37-C2301DC5667F}"/>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38" name="Rectangle 337">
                  <a:extLst>
                    <a:ext uri="{FF2B5EF4-FFF2-40B4-BE49-F238E27FC236}">
                      <a16:creationId xmlns:a16="http://schemas.microsoft.com/office/drawing/2014/main" id="{C7018D81-D070-D343-8442-C9B813B94FC5}"/>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39" name="Oval 338">
                  <a:extLst>
                    <a:ext uri="{FF2B5EF4-FFF2-40B4-BE49-F238E27FC236}">
                      <a16:creationId xmlns:a16="http://schemas.microsoft.com/office/drawing/2014/main" id="{7CC9DA44-AB58-A143-A7E4-5DCC05563B28}"/>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40" name="Freeform 339">
                  <a:extLst>
                    <a:ext uri="{FF2B5EF4-FFF2-40B4-BE49-F238E27FC236}">
                      <a16:creationId xmlns:a16="http://schemas.microsoft.com/office/drawing/2014/main" id="{A345A354-C439-1346-B8B1-9B77F484F731}"/>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1" name="Freeform 340">
                  <a:extLst>
                    <a:ext uri="{FF2B5EF4-FFF2-40B4-BE49-F238E27FC236}">
                      <a16:creationId xmlns:a16="http://schemas.microsoft.com/office/drawing/2014/main" id="{47254DC2-0CCD-1D43-9A9E-AF30B25F4771}"/>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2" name="Freeform 341">
                  <a:extLst>
                    <a:ext uri="{FF2B5EF4-FFF2-40B4-BE49-F238E27FC236}">
                      <a16:creationId xmlns:a16="http://schemas.microsoft.com/office/drawing/2014/main" id="{D09BD497-0854-FF41-BB16-ACF44392BCA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3" name="Freeform 342">
                  <a:extLst>
                    <a:ext uri="{FF2B5EF4-FFF2-40B4-BE49-F238E27FC236}">
                      <a16:creationId xmlns:a16="http://schemas.microsoft.com/office/drawing/2014/main" id="{35285FEF-CAD9-224F-91A6-C0D14EBDC940}"/>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44" name="Straight Connector 343">
                  <a:extLst>
                    <a:ext uri="{FF2B5EF4-FFF2-40B4-BE49-F238E27FC236}">
                      <a16:creationId xmlns:a16="http://schemas.microsoft.com/office/drawing/2014/main" id="{CF9122C4-270A-B24E-A5AE-0EFA7376067D}"/>
                    </a:ext>
                  </a:extLst>
                </p:cNvPr>
                <p:cNvCxnSpPr>
                  <a:endCxn id="339"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45" name="Straight Connector 344">
                  <a:extLst>
                    <a:ext uri="{FF2B5EF4-FFF2-40B4-BE49-F238E27FC236}">
                      <a16:creationId xmlns:a16="http://schemas.microsoft.com/office/drawing/2014/main" id="{3D3021B9-325F-1E4E-8CE0-091CA2DB4D0B}"/>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34" name="Group 333">
                <a:extLst>
                  <a:ext uri="{FF2B5EF4-FFF2-40B4-BE49-F238E27FC236}">
                    <a16:creationId xmlns:a16="http://schemas.microsoft.com/office/drawing/2014/main" id="{ABF5A136-419C-8E48-B84C-19084D8846E1}"/>
                  </a:ext>
                </a:extLst>
              </p:cNvPr>
              <p:cNvGrpSpPr/>
              <p:nvPr/>
            </p:nvGrpSpPr>
            <p:grpSpPr>
              <a:xfrm>
                <a:off x="1844715" y="2907714"/>
                <a:ext cx="356365" cy="333774"/>
                <a:chOff x="741398" y="1743005"/>
                <a:chExt cx="356365" cy="333774"/>
              </a:xfrm>
            </p:grpSpPr>
            <p:sp>
              <p:nvSpPr>
                <p:cNvPr id="335" name="Oval 334">
                  <a:extLst>
                    <a:ext uri="{FF2B5EF4-FFF2-40B4-BE49-F238E27FC236}">
                      <a16:creationId xmlns:a16="http://schemas.microsoft.com/office/drawing/2014/main" id="{7D9024F5-F6D2-724B-8783-4785743461C6}"/>
                    </a:ext>
                  </a:extLst>
                </p:cNvPr>
                <p:cNvSpPr/>
                <p:nvPr/>
              </p:nvSpPr>
              <p:spPr bwMode="auto">
                <a:xfrm>
                  <a:off x="741398" y="1850752"/>
                  <a:ext cx="356365" cy="168450"/>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36" name="TextBox 335">
                  <a:extLst>
                    <a:ext uri="{FF2B5EF4-FFF2-40B4-BE49-F238E27FC236}">
                      <a16:creationId xmlns:a16="http://schemas.microsoft.com/office/drawing/2014/main" id="{6953032B-5A97-DA45-B4BF-C48C5E119377}"/>
                    </a:ext>
                  </a:extLst>
                </p:cNvPr>
                <p:cNvSpPr txBox="1"/>
                <p:nvPr/>
              </p:nvSpPr>
              <p:spPr>
                <a:xfrm>
                  <a:off x="783895" y="1743005"/>
                  <a:ext cx="278343" cy="333774"/>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charset="0"/>
                      <a:ea typeface="ＭＳ Ｐゴシック" charset="0"/>
                    </a:rPr>
                    <a:t>x</a:t>
                  </a:r>
                </a:p>
              </p:txBody>
            </p:sp>
          </p:grpSp>
        </p:grpSp>
      </p:grpSp>
      <p:sp>
        <p:nvSpPr>
          <p:cNvPr id="3" name="Title 2">
            <a:extLst>
              <a:ext uri="{FF2B5EF4-FFF2-40B4-BE49-F238E27FC236}">
                <a16:creationId xmlns:a16="http://schemas.microsoft.com/office/drawing/2014/main" id="{FECD85E7-B9DB-9043-B7EC-8C0919E801A1}"/>
              </a:ext>
            </a:extLst>
          </p:cNvPr>
          <p:cNvSpPr>
            <a:spLocks noGrp="1"/>
          </p:cNvSpPr>
          <p:nvPr>
            <p:ph type="title"/>
          </p:nvPr>
        </p:nvSpPr>
        <p:spPr/>
        <p:txBody>
          <a:bodyPr>
            <a:normAutofit/>
          </a:bodyPr>
          <a:lstStyle/>
          <a:p>
            <a:r>
              <a:rPr lang="en-US" dirty="0"/>
              <a:t>Traffic engineering: difficult with traditional routing</a:t>
            </a:r>
          </a:p>
        </p:txBody>
      </p:sp>
      <p:sp>
        <p:nvSpPr>
          <p:cNvPr id="152" name="TextBox 151">
            <a:extLst>
              <a:ext uri="{FF2B5EF4-FFF2-40B4-BE49-F238E27FC236}">
                <a16:creationId xmlns:a16="http://schemas.microsoft.com/office/drawing/2014/main" id="{B8C4E43C-52C5-9843-9797-566EB715CE33}"/>
              </a:ext>
            </a:extLst>
          </p:cNvPr>
          <p:cNvSpPr txBox="1"/>
          <p:nvPr/>
        </p:nvSpPr>
        <p:spPr>
          <a:xfrm>
            <a:off x="1728591" y="3928028"/>
            <a:ext cx="9727879" cy="1969770"/>
          </a:xfrm>
          <a:prstGeom prst="rect">
            <a:avLst/>
          </a:prstGeom>
          <a:noFill/>
        </p:spPr>
        <p:txBody>
          <a:bodyPr wrap="square" rtlCol="0">
            <a:spAutoFit/>
          </a:bodyPr>
          <a:lstStyle/>
          <a:p>
            <a:pPr eaLnBrk="0" fontAlgn="base" hangingPunct="0">
              <a:spcBef>
                <a:spcPct val="0"/>
              </a:spcBef>
              <a:spcAft>
                <a:spcPct val="0"/>
              </a:spcAft>
            </a:pPr>
            <a:r>
              <a:rPr lang="en-US" sz="2800" i="1" u="sng">
                <a:solidFill>
                  <a:srgbClr val="000090"/>
                </a:solidFill>
                <a:ea typeface="ＭＳ Ｐゴシック" charset="0"/>
              </a:rPr>
              <a:t>Q: </a:t>
            </a:r>
            <a:r>
              <a:rPr lang="en-US" sz="2800">
                <a:solidFill>
                  <a:srgbClr val="000000"/>
                </a:solidFill>
                <a:ea typeface="ＭＳ Ｐゴシック" charset="0"/>
              </a:rPr>
              <a:t>what if network operator wants u-to-z traffic to flow along </a:t>
            </a:r>
            <a:r>
              <a:rPr lang="en-US" sz="2800" i="1">
                <a:solidFill>
                  <a:srgbClr val="000000"/>
                </a:solidFill>
                <a:ea typeface="ＭＳ Ｐゴシック" charset="0"/>
              </a:rPr>
              <a:t>uvw</a:t>
            </a:r>
            <a:r>
              <a:rPr lang="en-US" sz="2800">
                <a:solidFill>
                  <a:srgbClr val="000000"/>
                </a:solidFill>
                <a:ea typeface="ＭＳ Ｐゴシック" charset="0"/>
              </a:rPr>
              <a:t>z, rather than </a:t>
            </a:r>
            <a:r>
              <a:rPr lang="en-US" sz="2800" i="1">
                <a:solidFill>
                  <a:srgbClr val="000000"/>
                </a:solidFill>
                <a:ea typeface="ＭＳ Ｐゴシック" charset="0"/>
              </a:rPr>
              <a:t>uxyz</a:t>
            </a:r>
            <a:r>
              <a:rPr lang="en-US" sz="2800">
                <a:solidFill>
                  <a:srgbClr val="000000"/>
                </a:solidFill>
                <a:ea typeface="ＭＳ Ｐゴシック" charset="0"/>
              </a:rPr>
              <a:t>?</a:t>
            </a:r>
          </a:p>
          <a:p>
            <a:pPr eaLnBrk="0" fontAlgn="base" hangingPunct="0">
              <a:spcBef>
                <a:spcPts val="1200"/>
              </a:spcBef>
              <a:spcAft>
                <a:spcPct val="0"/>
              </a:spcAft>
            </a:pPr>
            <a:r>
              <a:rPr lang="en-US" sz="2800" i="1" u="sng">
                <a:solidFill>
                  <a:srgbClr val="000090"/>
                </a:solidFill>
                <a:ea typeface="ＭＳ Ｐゴシック" charset="0"/>
              </a:rPr>
              <a:t>A: </a:t>
            </a:r>
            <a:r>
              <a:rPr lang="en-US" sz="2800">
                <a:solidFill>
                  <a:srgbClr val="000000"/>
                </a:solidFill>
                <a:ea typeface="ＭＳ Ｐゴシック" charset="0"/>
              </a:rPr>
              <a:t>need to re-define link weights so traffic routing algorithm computes routes accordingly </a:t>
            </a:r>
            <a:r>
              <a:rPr lang="en-US" sz="2400">
                <a:solidFill>
                  <a:srgbClr val="000000"/>
                </a:solidFill>
                <a:ea typeface="ＭＳ Ｐゴシック" charset="0"/>
              </a:rPr>
              <a:t>(or need a new routing algorithm)!</a:t>
            </a:r>
          </a:p>
        </p:txBody>
      </p:sp>
      <p:sp>
        <p:nvSpPr>
          <p:cNvPr id="153" name="TextBox 152">
            <a:extLst>
              <a:ext uri="{FF2B5EF4-FFF2-40B4-BE49-F238E27FC236}">
                <a16:creationId xmlns:a16="http://schemas.microsoft.com/office/drawing/2014/main" id="{C89243ED-7091-A745-8FC9-42D617C322A8}"/>
              </a:ext>
            </a:extLst>
          </p:cNvPr>
          <p:cNvSpPr txBox="1"/>
          <p:nvPr/>
        </p:nvSpPr>
        <p:spPr>
          <a:xfrm>
            <a:off x="2983144" y="6009188"/>
            <a:ext cx="6764236" cy="369332"/>
          </a:xfrm>
          <a:prstGeom prst="rect">
            <a:avLst/>
          </a:prstGeom>
          <a:noFill/>
        </p:spPr>
        <p:txBody>
          <a:bodyPr wrap="square" rtlCol="0">
            <a:spAutoFit/>
          </a:bodyPr>
          <a:lstStyle/>
          <a:p>
            <a:pPr algn="ctr"/>
            <a:r>
              <a:rPr lang="en-US">
                <a:solidFill>
                  <a:srgbClr val="C00000"/>
                </a:solidFill>
              </a:rPr>
              <a:t>Indirect control: Changing weights instead of paths</a:t>
            </a:r>
          </a:p>
        </p:txBody>
      </p:sp>
      <p:sp>
        <p:nvSpPr>
          <p:cNvPr id="298" name="Freeform 297">
            <a:extLst>
              <a:ext uri="{FF2B5EF4-FFF2-40B4-BE49-F238E27FC236}">
                <a16:creationId xmlns:a16="http://schemas.microsoft.com/office/drawing/2014/main" id="{AD8B86B2-93D9-A745-9897-F855B37ADC0B}"/>
              </a:ext>
            </a:extLst>
          </p:cNvPr>
          <p:cNvSpPr/>
          <p:nvPr/>
        </p:nvSpPr>
        <p:spPr>
          <a:xfrm>
            <a:off x="3283003" y="2063149"/>
            <a:ext cx="5676290" cy="537233"/>
          </a:xfrm>
          <a:custGeom>
            <a:avLst/>
            <a:gdLst>
              <a:gd name="connsiteX0" fmla="*/ 0 w 5035463"/>
              <a:gd name="connsiteY0" fmla="*/ 551145 h 551145"/>
              <a:gd name="connsiteX1" fmla="*/ 901874 w 5035463"/>
              <a:gd name="connsiteY1" fmla="*/ 551145 h 551145"/>
              <a:gd name="connsiteX2" fmla="*/ 2329841 w 5035463"/>
              <a:gd name="connsiteY2" fmla="*/ 0 h 551145"/>
              <a:gd name="connsiteX3" fmla="*/ 3933173 w 5035463"/>
              <a:gd name="connsiteY3" fmla="*/ 12526 h 551145"/>
              <a:gd name="connsiteX4" fmla="*/ 5035463 w 5035463"/>
              <a:gd name="connsiteY4" fmla="*/ 488515 h 551145"/>
              <a:gd name="connsiteX0" fmla="*/ 0 w 5035463"/>
              <a:gd name="connsiteY0" fmla="*/ 554892 h 554892"/>
              <a:gd name="connsiteX1" fmla="*/ 901874 w 5035463"/>
              <a:gd name="connsiteY1" fmla="*/ 554892 h 554892"/>
              <a:gd name="connsiteX2" fmla="*/ 2082503 w 5035463"/>
              <a:gd name="connsiteY2" fmla="*/ 0 h 554892"/>
              <a:gd name="connsiteX3" fmla="*/ 3933173 w 5035463"/>
              <a:gd name="connsiteY3" fmla="*/ 16273 h 554892"/>
              <a:gd name="connsiteX4" fmla="*/ 5035463 w 5035463"/>
              <a:gd name="connsiteY4" fmla="*/ 492262 h 554892"/>
              <a:gd name="connsiteX0" fmla="*/ 0 w 5035463"/>
              <a:gd name="connsiteY0" fmla="*/ 554892 h 554892"/>
              <a:gd name="connsiteX1" fmla="*/ 860651 w 5035463"/>
              <a:gd name="connsiteY1" fmla="*/ 487436 h 554892"/>
              <a:gd name="connsiteX2" fmla="*/ 2082503 w 5035463"/>
              <a:gd name="connsiteY2" fmla="*/ 0 h 554892"/>
              <a:gd name="connsiteX3" fmla="*/ 3933173 w 5035463"/>
              <a:gd name="connsiteY3" fmla="*/ 16273 h 554892"/>
              <a:gd name="connsiteX4" fmla="*/ 5035463 w 5035463"/>
              <a:gd name="connsiteY4" fmla="*/ 492262 h 554892"/>
              <a:gd name="connsiteX0" fmla="*/ 0 w 5024220"/>
              <a:gd name="connsiteY0" fmla="*/ 491184 h 492262"/>
              <a:gd name="connsiteX1" fmla="*/ 849408 w 5024220"/>
              <a:gd name="connsiteY1" fmla="*/ 487436 h 492262"/>
              <a:gd name="connsiteX2" fmla="*/ 2071260 w 5024220"/>
              <a:gd name="connsiteY2" fmla="*/ 0 h 492262"/>
              <a:gd name="connsiteX3" fmla="*/ 3921930 w 5024220"/>
              <a:gd name="connsiteY3" fmla="*/ 16273 h 492262"/>
              <a:gd name="connsiteX4" fmla="*/ 5024220 w 5024220"/>
              <a:gd name="connsiteY4" fmla="*/ 492262 h 492262"/>
              <a:gd name="connsiteX0" fmla="*/ 0 w 5020472"/>
              <a:gd name="connsiteY0" fmla="*/ 479942 h 492262"/>
              <a:gd name="connsiteX1" fmla="*/ 845660 w 5020472"/>
              <a:gd name="connsiteY1" fmla="*/ 487436 h 492262"/>
              <a:gd name="connsiteX2" fmla="*/ 2067512 w 5020472"/>
              <a:gd name="connsiteY2" fmla="*/ 0 h 492262"/>
              <a:gd name="connsiteX3" fmla="*/ 3918182 w 5020472"/>
              <a:gd name="connsiteY3" fmla="*/ 16273 h 492262"/>
              <a:gd name="connsiteX4" fmla="*/ 5020472 w 5020472"/>
              <a:gd name="connsiteY4" fmla="*/ 492262 h 492262"/>
              <a:gd name="connsiteX0" fmla="*/ 0 w 5020472"/>
              <a:gd name="connsiteY0" fmla="*/ 494932 h 494932"/>
              <a:gd name="connsiteX1" fmla="*/ 845660 w 5020472"/>
              <a:gd name="connsiteY1" fmla="*/ 487436 h 494932"/>
              <a:gd name="connsiteX2" fmla="*/ 2067512 w 5020472"/>
              <a:gd name="connsiteY2" fmla="*/ 0 h 494932"/>
              <a:gd name="connsiteX3" fmla="*/ 3918182 w 5020472"/>
              <a:gd name="connsiteY3" fmla="*/ 16273 h 494932"/>
              <a:gd name="connsiteX4" fmla="*/ 5020472 w 5020472"/>
              <a:gd name="connsiteY4" fmla="*/ 492262 h 494932"/>
              <a:gd name="connsiteX0" fmla="*/ 0 w 5009229"/>
              <a:gd name="connsiteY0" fmla="*/ 479941 h 492262"/>
              <a:gd name="connsiteX1" fmla="*/ 834417 w 5009229"/>
              <a:gd name="connsiteY1" fmla="*/ 487436 h 492262"/>
              <a:gd name="connsiteX2" fmla="*/ 2056269 w 5009229"/>
              <a:gd name="connsiteY2" fmla="*/ 0 h 492262"/>
              <a:gd name="connsiteX3" fmla="*/ 3906939 w 5009229"/>
              <a:gd name="connsiteY3" fmla="*/ 16273 h 492262"/>
              <a:gd name="connsiteX4" fmla="*/ 5009229 w 5009229"/>
              <a:gd name="connsiteY4" fmla="*/ 492262 h 492262"/>
              <a:gd name="connsiteX0" fmla="*/ 0 w 5009229"/>
              <a:gd name="connsiteY0" fmla="*/ 491183 h 492262"/>
              <a:gd name="connsiteX1" fmla="*/ 834417 w 5009229"/>
              <a:gd name="connsiteY1" fmla="*/ 487436 h 492262"/>
              <a:gd name="connsiteX2" fmla="*/ 2056269 w 5009229"/>
              <a:gd name="connsiteY2" fmla="*/ 0 h 492262"/>
              <a:gd name="connsiteX3" fmla="*/ 3906939 w 5009229"/>
              <a:gd name="connsiteY3" fmla="*/ 16273 h 492262"/>
              <a:gd name="connsiteX4" fmla="*/ 5009229 w 5009229"/>
              <a:gd name="connsiteY4" fmla="*/ 492262 h 492262"/>
              <a:gd name="connsiteX0" fmla="*/ 0 w 5009229"/>
              <a:gd name="connsiteY0" fmla="*/ 519881 h 520960"/>
              <a:gd name="connsiteX1" fmla="*/ 834417 w 5009229"/>
              <a:gd name="connsiteY1" fmla="*/ 516134 h 520960"/>
              <a:gd name="connsiteX2" fmla="*/ 2056269 w 5009229"/>
              <a:gd name="connsiteY2" fmla="*/ 28698 h 520960"/>
              <a:gd name="connsiteX3" fmla="*/ 3663349 w 5009229"/>
              <a:gd name="connsiteY3" fmla="*/ 0 h 520960"/>
              <a:gd name="connsiteX4" fmla="*/ 5009229 w 5009229"/>
              <a:gd name="connsiteY4" fmla="*/ 520960 h 520960"/>
              <a:gd name="connsiteX0" fmla="*/ 0 w 4953016"/>
              <a:gd name="connsiteY0" fmla="*/ 519881 h 558436"/>
              <a:gd name="connsiteX1" fmla="*/ 834417 w 4953016"/>
              <a:gd name="connsiteY1" fmla="*/ 516134 h 558436"/>
              <a:gd name="connsiteX2" fmla="*/ 2056269 w 4953016"/>
              <a:gd name="connsiteY2" fmla="*/ 28698 h 558436"/>
              <a:gd name="connsiteX3" fmla="*/ 3663349 w 4953016"/>
              <a:gd name="connsiteY3" fmla="*/ 0 h 558436"/>
              <a:gd name="connsiteX4" fmla="*/ 4953016 w 4953016"/>
              <a:gd name="connsiteY4" fmla="*/ 558436 h 558436"/>
              <a:gd name="connsiteX0" fmla="*/ 0 w 4953016"/>
              <a:gd name="connsiteY0" fmla="*/ 519881 h 558436"/>
              <a:gd name="connsiteX1" fmla="*/ 834417 w 4953016"/>
              <a:gd name="connsiteY1" fmla="*/ 516134 h 558436"/>
              <a:gd name="connsiteX2" fmla="*/ 2056269 w 4953016"/>
              <a:gd name="connsiteY2" fmla="*/ 28698 h 558436"/>
              <a:gd name="connsiteX3" fmla="*/ 3663349 w 4953016"/>
              <a:gd name="connsiteY3" fmla="*/ 0 h 558436"/>
              <a:gd name="connsiteX4" fmla="*/ 4631805 w 4953016"/>
              <a:gd name="connsiteY4" fmla="*/ 415156 h 558436"/>
              <a:gd name="connsiteX5" fmla="*/ 4953016 w 4953016"/>
              <a:gd name="connsiteY5" fmla="*/ 558436 h 558436"/>
              <a:gd name="connsiteX0" fmla="*/ 0 w 5676291"/>
              <a:gd name="connsiteY0" fmla="*/ 519881 h 558436"/>
              <a:gd name="connsiteX1" fmla="*/ 834417 w 5676291"/>
              <a:gd name="connsiteY1" fmla="*/ 516134 h 558436"/>
              <a:gd name="connsiteX2" fmla="*/ 2056269 w 5676291"/>
              <a:gd name="connsiteY2" fmla="*/ 28698 h 558436"/>
              <a:gd name="connsiteX3" fmla="*/ 3663349 w 5676291"/>
              <a:gd name="connsiteY3" fmla="*/ 0 h 558436"/>
              <a:gd name="connsiteX4" fmla="*/ 4631805 w 5676291"/>
              <a:gd name="connsiteY4" fmla="*/ 415156 h 558436"/>
              <a:gd name="connsiteX5" fmla="*/ 5676291 w 5676291"/>
              <a:gd name="connsiteY5" fmla="*/ 558436 h 558436"/>
              <a:gd name="connsiteX0" fmla="*/ 0 w 5676291"/>
              <a:gd name="connsiteY0" fmla="*/ 519881 h 558436"/>
              <a:gd name="connsiteX1" fmla="*/ 834417 w 5676291"/>
              <a:gd name="connsiteY1" fmla="*/ 516134 h 558436"/>
              <a:gd name="connsiteX2" fmla="*/ 2056269 w 5676291"/>
              <a:gd name="connsiteY2" fmla="*/ 28698 h 558436"/>
              <a:gd name="connsiteX3" fmla="*/ 3663349 w 5676291"/>
              <a:gd name="connsiteY3" fmla="*/ 0 h 558436"/>
              <a:gd name="connsiteX4" fmla="*/ 4909124 w 5676291"/>
              <a:gd name="connsiteY4" fmla="*/ 527582 h 558436"/>
              <a:gd name="connsiteX5" fmla="*/ 5676291 w 5676291"/>
              <a:gd name="connsiteY5" fmla="*/ 558436 h 558436"/>
              <a:gd name="connsiteX0" fmla="*/ 0 w 5672543"/>
              <a:gd name="connsiteY0" fmla="*/ 519881 h 535951"/>
              <a:gd name="connsiteX1" fmla="*/ 834417 w 5672543"/>
              <a:gd name="connsiteY1" fmla="*/ 516134 h 535951"/>
              <a:gd name="connsiteX2" fmla="*/ 2056269 w 5672543"/>
              <a:gd name="connsiteY2" fmla="*/ 28698 h 535951"/>
              <a:gd name="connsiteX3" fmla="*/ 3663349 w 5672543"/>
              <a:gd name="connsiteY3" fmla="*/ 0 h 535951"/>
              <a:gd name="connsiteX4" fmla="*/ 4909124 w 5672543"/>
              <a:gd name="connsiteY4" fmla="*/ 527582 h 535951"/>
              <a:gd name="connsiteX5" fmla="*/ 5672543 w 5672543"/>
              <a:gd name="connsiteY5" fmla="*/ 535951 h 535951"/>
              <a:gd name="connsiteX0" fmla="*/ 0 w 5676290"/>
              <a:gd name="connsiteY0" fmla="*/ 519881 h 528456"/>
              <a:gd name="connsiteX1" fmla="*/ 834417 w 5676290"/>
              <a:gd name="connsiteY1" fmla="*/ 516134 h 528456"/>
              <a:gd name="connsiteX2" fmla="*/ 2056269 w 5676290"/>
              <a:gd name="connsiteY2" fmla="*/ 28698 h 528456"/>
              <a:gd name="connsiteX3" fmla="*/ 3663349 w 5676290"/>
              <a:gd name="connsiteY3" fmla="*/ 0 h 528456"/>
              <a:gd name="connsiteX4" fmla="*/ 4909124 w 5676290"/>
              <a:gd name="connsiteY4" fmla="*/ 527582 h 528456"/>
              <a:gd name="connsiteX5" fmla="*/ 5676290 w 5676290"/>
              <a:gd name="connsiteY5" fmla="*/ 528456 h 528456"/>
              <a:gd name="connsiteX0" fmla="*/ 0 w 5676290"/>
              <a:gd name="connsiteY0" fmla="*/ 519881 h 528456"/>
              <a:gd name="connsiteX1" fmla="*/ 834417 w 5676290"/>
              <a:gd name="connsiteY1" fmla="*/ 516134 h 528456"/>
              <a:gd name="connsiteX2" fmla="*/ 2052521 w 5676290"/>
              <a:gd name="connsiteY2" fmla="*/ 6213 h 528456"/>
              <a:gd name="connsiteX3" fmla="*/ 3663349 w 5676290"/>
              <a:gd name="connsiteY3" fmla="*/ 0 h 528456"/>
              <a:gd name="connsiteX4" fmla="*/ 4909124 w 5676290"/>
              <a:gd name="connsiteY4" fmla="*/ 527582 h 528456"/>
              <a:gd name="connsiteX5" fmla="*/ 5676290 w 5676290"/>
              <a:gd name="connsiteY5" fmla="*/ 528456 h 528456"/>
              <a:gd name="connsiteX0" fmla="*/ 0 w 5676290"/>
              <a:gd name="connsiteY0" fmla="*/ 528658 h 537233"/>
              <a:gd name="connsiteX1" fmla="*/ 834417 w 5676290"/>
              <a:gd name="connsiteY1" fmla="*/ 524911 h 537233"/>
              <a:gd name="connsiteX2" fmla="*/ 2052521 w 5676290"/>
              <a:gd name="connsiteY2" fmla="*/ 0 h 537233"/>
              <a:gd name="connsiteX3" fmla="*/ 3663349 w 5676290"/>
              <a:gd name="connsiteY3" fmla="*/ 8777 h 537233"/>
              <a:gd name="connsiteX4" fmla="*/ 4909124 w 5676290"/>
              <a:gd name="connsiteY4" fmla="*/ 536359 h 537233"/>
              <a:gd name="connsiteX5" fmla="*/ 5676290 w 5676290"/>
              <a:gd name="connsiteY5" fmla="*/ 537233 h 537233"/>
              <a:gd name="connsiteX0" fmla="*/ 0 w 5676290"/>
              <a:gd name="connsiteY0" fmla="*/ 528658 h 537233"/>
              <a:gd name="connsiteX1" fmla="*/ 834417 w 5676290"/>
              <a:gd name="connsiteY1" fmla="*/ 524911 h 537233"/>
              <a:gd name="connsiteX2" fmla="*/ 2052521 w 5676290"/>
              <a:gd name="connsiteY2" fmla="*/ 0 h 537233"/>
              <a:gd name="connsiteX3" fmla="*/ 3637117 w 5676290"/>
              <a:gd name="connsiteY3" fmla="*/ 1282 h 537233"/>
              <a:gd name="connsiteX4" fmla="*/ 4909124 w 5676290"/>
              <a:gd name="connsiteY4" fmla="*/ 536359 h 537233"/>
              <a:gd name="connsiteX5" fmla="*/ 5676290 w 5676290"/>
              <a:gd name="connsiteY5" fmla="*/ 537233 h 537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76290" h="537233">
                <a:moveTo>
                  <a:pt x="0" y="528658"/>
                </a:moveTo>
                <a:lnTo>
                  <a:pt x="834417" y="524911"/>
                </a:lnTo>
                <a:lnTo>
                  <a:pt x="2052521" y="0"/>
                </a:lnTo>
                <a:lnTo>
                  <a:pt x="3637117" y="1282"/>
                </a:lnTo>
                <a:lnTo>
                  <a:pt x="4909124" y="536359"/>
                </a:lnTo>
                <a:lnTo>
                  <a:pt x="5676290" y="537233"/>
                </a:lnTo>
              </a:path>
            </a:pathLst>
          </a:custGeom>
          <a:noFill/>
          <a:ln w="57150">
            <a:solidFill>
              <a:srgbClr val="C0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Freeform 299">
            <a:extLst>
              <a:ext uri="{FF2B5EF4-FFF2-40B4-BE49-F238E27FC236}">
                <a16:creationId xmlns:a16="http://schemas.microsoft.com/office/drawing/2014/main" id="{E4023168-5BBC-A041-9BCB-41551A518F03}"/>
              </a:ext>
            </a:extLst>
          </p:cNvPr>
          <p:cNvSpPr/>
          <p:nvPr/>
        </p:nvSpPr>
        <p:spPr>
          <a:xfrm flipV="1">
            <a:off x="3247513" y="2729116"/>
            <a:ext cx="5676290" cy="537233"/>
          </a:xfrm>
          <a:custGeom>
            <a:avLst/>
            <a:gdLst>
              <a:gd name="connsiteX0" fmla="*/ 0 w 5035463"/>
              <a:gd name="connsiteY0" fmla="*/ 551145 h 551145"/>
              <a:gd name="connsiteX1" fmla="*/ 901874 w 5035463"/>
              <a:gd name="connsiteY1" fmla="*/ 551145 h 551145"/>
              <a:gd name="connsiteX2" fmla="*/ 2329841 w 5035463"/>
              <a:gd name="connsiteY2" fmla="*/ 0 h 551145"/>
              <a:gd name="connsiteX3" fmla="*/ 3933173 w 5035463"/>
              <a:gd name="connsiteY3" fmla="*/ 12526 h 551145"/>
              <a:gd name="connsiteX4" fmla="*/ 5035463 w 5035463"/>
              <a:gd name="connsiteY4" fmla="*/ 488515 h 551145"/>
              <a:gd name="connsiteX0" fmla="*/ 0 w 5035463"/>
              <a:gd name="connsiteY0" fmla="*/ 554892 h 554892"/>
              <a:gd name="connsiteX1" fmla="*/ 901874 w 5035463"/>
              <a:gd name="connsiteY1" fmla="*/ 554892 h 554892"/>
              <a:gd name="connsiteX2" fmla="*/ 2082503 w 5035463"/>
              <a:gd name="connsiteY2" fmla="*/ 0 h 554892"/>
              <a:gd name="connsiteX3" fmla="*/ 3933173 w 5035463"/>
              <a:gd name="connsiteY3" fmla="*/ 16273 h 554892"/>
              <a:gd name="connsiteX4" fmla="*/ 5035463 w 5035463"/>
              <a:gd name="connsiteY4" fmla="*/ 492262 h 554892"/>
              <a:gd name="connsiteX0" fmla="*/ 0 w 5035463"/>
              <a:gd name="connsiteY0" fmla="*/ 554892 h 554892"/>
              <a:gd name="connsiteX1" fmla="*/ 860651 w 5035463"/>
              <a:gd name="connsiteY1" fmla="*/ 487436 h 554892"/>
              <a:gd name="connsiteX2" fmla="*/ 2082503 w 5035463"/>
              <a:gd name="connsiteY2" fmla="*/ 0 h 554892"/>
              <a:gd name="connsiteX3" fmla="*/ 3933173 w 5035463"/>
              <a:gd name="connsiteY3" fmla="*/ 16273 h 554892"/>
              <a:gd name="connsiteX4" fmla="*/ 5035463 w 5035463"/>
              <a:gd name="connsiteY4" fmla="*/ 492262 h 554892"/>
              <a:gd name="connsiteX0" fmla="*/ 0 w 5024220"/>
              <a:gd name="connsiteY0" fmla="*/ 491184 h 492262"/>
              <a:gd name="connsiteX1" fmla="*/ 849408 w 5024220"/>
              <a:gd name="connsiteY1" fmla="*/ 487436 h 492262"/>
              <a:gd name="connsiteX2" fmla="*/ 2071260 w 5024220"/>
              <a:gd name="connsiteY2" fmla="*/ 0 h 492262"/>
              <a:gd name="connsiteX3" fmla="*/ 3921930 w 5024220"/>
              <a:gd name="connsiteY3" fmla="*/ 16273 h 492262"/>
              <a:gd name="connsiteX4" fmla="*/ 5024220 w 5024220"/>
              <a:gd name="connsiteY4" fmla="*/ 492262 h 492262"/>
              <a:gd name="connsiteX0" fmla="*/ 0 w 5020472"/>
              <a:gd name="connsiteY0" fmla="*/ 479942 h 492262"/>
              <a:gd name="connsiteX1" fmla="*/ 845660 w 5020472"/>
              <a:gd name="connsiteY1" fmla="*/ 487436 h 492262"/>
              <a:gd name="connsiteX2" fmla="*/ 2067512 w 5020472"/>
              <a:gd name="connsiteY2" fmla="*/ 0 h 492262"/>
              <a:gd name="connsiteX3" fmla="*/ 3918182 w 5020472"/>
              <a:gd name="connsiteY3" fmla="*/ 16273 h 492262"/>
              <a:gd name="connsiteX4" fmla="*/ 5020472 w 5020472"/>
              <a:gd name="connsiteY4" fmla="*/ 492262 h 492262"/>
              <a:gd name="connsiteX0" fmla="*/ 0 w 5020472"/>
              <a:gd name="connsiteY0" fmla="*/ 494932 h 494932"/>
              <a:gd name="connsiteX1" fmla="*/ 845660 w 5020472"/>
              <a:gd name="connsiteY1" fmla="*/ 487436 h 494932"/>
              <a:gd name="connsiteX2" fmla="*/ 2067512 w 5020472"/>
              <a:gd name="connsiteY2" fmla="*/ 0 h 494932"/>
              <a:gd name="connsiteX3" fmla="*/ 3918182 w 5020472"/>
              <a:gd name="connsiteY3" fmla="*/ 16273 h 494932"/>
              <a:gd name="connsiteX4" fmla="*/ 5020472 w 5020472"/>
              <a:gd name="connsiteY4" fmla="*/ 492262 h 494932"/>
              <a:gd name="connsiteX0" fmla="*/ 0 w 5009229"/>
              <a:gd name="connsiteY0" fmla="*/ 479941 h 492262"/>
              <a:gd name="connsiteX1" fmla="*/ 834417 w 5009229"/>
              <a:gd name="connsiteY1" fmla="*/ 487436 h 492262"/>
              <a:gd name="connsiteX2" fmla="*/ 2056269 w 5009229"/>
              <a:gd name="connsiteY2" fmla="*/ 0 h 492262"/>
              <a:gd name="connsiteX3" fmla="*/ 3906939 w 5009229"/>
              <a:gd name="connsiteY3" fmla="*/ 16273 h 492262"/>
              <a:gd name="connsiteX4" fmla="*/ 5009229 w 5009229"/>
              <a:gd name="connsiteY4" fmla="*/ 492262 h 492262"/>
              <a:gd name="connsiteX0" fmla="*/ 0 w 5009229"/>
              <a:gd name="connsiteY0" fmla="*/ 491183 h 492262"/>
              <a:gd name="connsiteX1" fmla="*/ 834417 w 5009229"/>
              <a:gd name="connsiteY1" fmla="*/ 487436 h 492262"/>
              <a:gd name="connsiteX2" fmla="*/ 2056269 w 5009229"/>
              <a:gd name="connsiteY2" fmla="*/ 0 h 492262"/>
              <a:gd name="connsiteX3" fmla="*/ 3906939 w 5009229"/>
              <a:gd name="connsiteY3" fmla="*/ 16273 h 492262"/>
              <a:gd name="connsiteX4" fmla="*/ 5009229 w 5009229"/>
              <a:gd name="connsiteY4" fmla="*/ 492262 h 492262"/>
              <a:gd name="connsiteX0" fmla="*/ 0 w 5009229"/>
              <a:gd name="connsiteY0" fmla="*/ 519881 h 520960"/>
              <a:gd name="connsiteX1" fmla="*/ 834417 w 5009229"/>
              <a:gd name="connsiteY1" fmla="*/ 516134 h 520960"/>
              <a:gd name="connsiteX2" fmla="*/ 2056269 w 5009229"/>
              <a:gd name="connsiteY2" fmla="*/ 28698 h 520960"/>
              <a:gd name="connsiteX3" fmla="*/ 3663349 w 5009229"/>
              <a:gd name="connsiteY3" fmla="*/ 0 h 520960"/>
              <a:gd name="connsiteX4" fmla="*/ 5009229 w 5009229"/>
              <a:gd name="connsiteY4" fmla="*/ 520960 h 520960"/>
              <a:gd name="connsiteX0" fmla="*/ 0 w 4953016"/>
              <a:gd name="connsiteY0" fmla="*/ 519881 h 558436"/>
              <a:gd name="connsiteX1" fmla="*/ 834417 w 4953016"/>
              <a:gd name="connsiteY1" fmla="*/ 516134 h 558436"/>
              <a:gd name="connsiteX2" fmla="*/ 2056269 w 4953016"/>
              <a:gd name="connsiteY2" fmla="*/ 28698 h 558436"/>
              <a:gd name="connsiteX3" fmla="*/ 3663349 w 4953016"/>
              <a:gd name="connsiteY3" fmla="*/ 0 h 558436"/>
              <a:gd name="connsiteX4" fmla="*/ 4953016 w 4953016"/>
              <a:gd name="connsiteY4" fmla="*/ 558436 h 558436"/>
              <a:gd name="connsiteX0" fmla="*/ 0 w 4953016"/>
              <a:gd name="connsiteY0" fmla="*/ 519881 h 558436"/>
              <a:gd name="connsiteX1" fmla="*/ 834417 w 4953016"/>
              <a:gd name="connsiteY1" fmla="*/ 516134 h 558436"/>
              <a:gd name="connsiteX2" fmla="*/ 2056269 w 4953016"/>
              <a:gd name="connsiteY2" fmla="*/ 28698 h 558436"/>
              <a:gd name="connsiteX3" fmla="*/ 3663349 w 4953016"/>
              <a:gd name="connsiteY3" fmla="*/ 0 h 558436"/>
              <a:gd name="connsiteX4" fmla="*/ 4631805 w 4953016"/>
              <a:gd name="connsiteY4" fmla="*/ 415156 h 558436"/>
              <a:gd name="connsiteX5" fmla="*/ 4953016 w 4953016"/>
              <a:gd name="connsiteY5" fmla="*/ 558436 h 558436"/>
              <a:gd name="connsiteX0" fmla="*/ 0 w 5676291"/>
              <a:gd name="connsiteY0" fmla="*/ 519881 h 558436"/>
              <a:gd name="connsiteX1" fmla="*/ 834417 w 5676291"/>
              <a:gd name="connsiteY1" fmla="*/ 516134 h 558436"/>
              <a:gd name="connsiteX2" fmla="*/ 2056269 w 5676291"/>
              <a:gd name="connsiteY2" fmla="*/ 28698 h 558436"/>
              <a:gd name="connsiteX3" fmla="*/ 3663349 w 5676291"/>
              <a:gd name="connsiteY3" fmla="*/ 0 h 558436"/>
              <a:gd name="connsiteX4" fmla="*/ 4631805 w 5676291"/>
              <a:gd name="connsiteY4" fmla="*/ 415156 h 558436"/>
              <a:gd name="connsiteX5" fmla="*/ 5676291 w 5676291"/>
              <a:gd name="connsiteY5" fmla="*/ 558436 h 558436"/>
              <a:gd name="connsiteX0" fmla="*/ 0 w 5676291"/>
              <a:gd name="connsiteY0" fmla="*/ 519881 h 558436"/>
              <a:gd name="connsiteX1" fmla="*/ 834417 w 5676291"/>
              <a:gd name="connsiteY1" fmla="*/ 516134 h 558436"/>
              <a:gd name="connsiteX2" fmla="*/ 2056269 w 5676291"/>
              <a:gd name="connsiteY2" fmla="*/ 28698 h 558436"/>
              <a:gd name="connsiteX3" fmla="*/ 3663349 w 5676291"/>
              <a:gd name="connsiteY3" fmla="*/ 0 h 558436"/>
              <a:gd name="connsiteX4" fmla="*/ 4909124 w 5676291"/>
              <a:gd name="connsiteY4" fmla="*/ 527582 h 558436"/>
              <a:gd name="connsiteX5" fmla="*/ 5676291 w 5676291"/>
              <a:gd name="connsiteY5" fmla="*/ 558436 h 558436"/>
              <a:gd name="connsiteX0" fmla="*/ 0 w 5672543"/>
              <a:gd name="connsiteY0" fmla="*/ 519881 h 535951"/>
              <a:gd name="connsiteX1" fmla="*/ 834417 w 5672543"/>
              <a:gd name="connsiteY1" fmla="*/ 516134 h 535951"/>
              <a:gd name="connsiteX2" fmla="*/ 2056269 w 5672543"/>
              <a:gd name="connsiteY2" fmla="*/ 28698 h 535951"/>
              <a:gd name="connsiteX3" fmla="*/ 3663349 w 5672543"/>
              <a:gd name="connsiteY3" fmla="*/ 0 h 535951"/>
              <a:gd name="connsiteX4" fmla="*/ 4909124 w 5672543"/>
              <a:gd name="connsiteY4" fmla="*/ 527582 h 535951"/>
              <a:gd name="connsiteX5" fmla="*/ 5672543 w 5672543"/>
              <a:gd name="connsiteY5" fmla="*/ 535951 h 535951"/>
              <a:gd name="connsiteX0" fmla="*/ 0 w 5676290"/>
              <a:gd name="connsiteY0" fmla="*/ 519881 h 528456"/>
              <a:gd name="connsiteX1" fmla="*/ 834417 w 5676290"/>
              <a:gd name="connsiteY1" fmla="*/ 516134 h 528456"/>
              <a:gd name="connsiteX2" fmla="*/ 2056269 w 5676290"/>
              <a:gd name="connsiteY2" fmla="*/ 28698 h 528456"/>
              <a:gd name="connsiteX3" fmla="*/ 3663349 w 5676290"/>
              <a:gd name="connsiteY3" fmla="*/ 0 h 528456"/>
              <a:gd name="connsiteX4" fmla="*/ 4909124 w 5676290"/>
              <a:gd name="connsiteY4" fmla="*/ 527582 h 528456"/>
              <a:gd name="connsiteX5" fmla="*/ 5676290 w 5676290"/>
              <a:gd name="connsiteY5" fmla="*/ 528456 h 528456"/>
              <a:gd name="connsiteX0" fmla="*/ 0 w 5676290"/>
              <a:gd name="connsiteY0" fmla="*/ 519881 h 528456"/>
              <a:gd name="connsiteX1" fmla="*/ 834417 w 5676290"/>
              <a:gd name="connsiteY1" fmla="*/ 516134 h 528456"/>
              <a:gd name="connsiteX2" fmla="*/ 2052521 w 5676290"/>
              <a:gd name="connsiteY2" fmla="*/ 6213 h 528456"/>
              <a:gd name="connsiteX3" fmla="*/ 3663349 w 5676290"/>
              <a:gd name="connsiteY3" fmla="*/ 0 h 528456"/>
              <a:gd name="connsiteX4" fmla="*/ 4909124 w 5676290"/>
              <a:gd name="connsiteY4" fmla="*/ 527582 h 528456"/>
              <a:gd name="connsiteX5" fmla="*/ 5676290 w 5676290"/>
              <a:gd name="connsiteY5" fmla="*/ 528456 h 528456"/>
              <a:gd name="connsiteX0" fmla="*/ 0 w 5676290"/>
              <a:gd name="connsiteY0" fmla="*/ 528658 h 537233"/>
              <a:gd name="connsiteX1" fmla="*/ 834417 w 5676290"/>
              <a:gd name="connsiteY1" fmla="*/ 524911 h 537233"/>
              <a:gd name="connsiteX2" fmla="*/ 2052521 w 5676290"/>
              <a:gd name="connsiteY2" fmla="*/ 0 h 537233"/>
              <a:gd name="connsiteX3" fmla="*/ 3663349 w 5676290"/>
              <a:gd name="connsiteY3" fmla="*/ 8777 h 537233"/>
              <a:gd name="connsiteX4" fmla="*/ 4909124 w 5676290"/>
              <a:gd name="connsiteY4" fmla="*/ 536359 h 537233"/>
              <a:gd name="connsiteX5" fmla="*/ 5676290 w 5676290"/>
              <a:gd name="connsiteY5" fmla="*/ 537233 h 537233"/>
              <a:gd name="connsiteX0" fmla="*/ 0 w 5676290"/>
              <a:gd name="connsiteY0" fmla="*/ 528658 h 537233"/>
              <a:gd name="connsiteX1" fmla="*/ 834417 w 5676290"/>
              <a:gd name="connsiteY1" fmla="*/ 524911 h 537233"/>
              <a:gd name="connsiteX2" fmla="*/ 2052521 w 5676290"/>
              <a:gd name="connsiteY2" fmla="*/ 0 h 537233"/>
              <a:gd name="connsiteX3" fmla="*/ 3637117 w 5676290"/>
              <a:gd name="connsiteY3" fmla="*/ 1282 h 537233"/>
              <a:gd name="connsiteX4" fmla="*/ 4909124 w 5676290"/>
              <a:gd name="connsiteY4" fmla="*/ 536359 h 537233"/>
              <a:gd name="connsiteX5" fmla="*/ 5676290 w 5676290"/>
              <a:gd name="connsiteY5" fmla="*/ 537233 h 537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76290" h="537233">
                <a:moveTo>
                  <a:pt x="0" y="528658"/>
                </a:moveTo>
                <a:lnTo>
                  <a:pt x="834417" y="524911"/>
                </a:lnTo>
                <a:lnTo>
                  <a:pt x="2052521" y="0"/>
                </a:lnTo>
                <a:lnTo>
                  <a:pt x="3637117" y="1282"/>
                </a:lnTo>
                <a:lnTo>
                  <a:pt x="4909124" y="536359"/>
                </a:lnTo>
                <a:lnTo>
                  <a:pt x="5676290" y="537233"/>
                </a:lnTo>
              </a:path>
            </a:pathLst>
          </a:custGeom>
          <a:noFill/>
          <a:ln w="57150">
            <a:solidFill>
              <a:srgbClr val="C0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2263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2">
                                            <p:txEl>
                                              <p:pRg st="0" end="0"/>
                                            </p:txEl>
                                          </p:spTgt>
                                        </p:tgtEl>
                                        <p:attrNameLst>
                                          <p:attrName>style.visibility</p:attrName>
                                        </p:attrNameLst>
                                      </p:cBhvr>
                                      <p:to>
                                        <p:strVal val="visible"/>
                                      </p:to>
                                    </p:set>
                                    <p:animEffect transition="in" filter="dissolve">
                                      <p:cBhvr>
                                        <p:cTn id="7" dur="500"/>
                                        <p:tgtEl>
                                          <p:spTgt spid="152">
                                            <p:txEl>
                                              <p:pRg st="0" end="0"/>
                                            </p:txEl>
                                          </p:spTgt>
                                        </p:tgtEl>
                                      </p:cBhvr>
                                    </p:animEffect>
                                  </p:childTnLst>
                                </p:cTn>
                              </p:par>
                              <p:par>
                                <p:cTn id="8" presetID="9" presetClass="exit" presetSubtype="0" fill="hold" grpId="0" nodeType="withEffect">
                                  <p:stCondLst>
                                    <p:cond delay="0"/>
                                  </p:stCondLst>
                                  <p:childTnLst>
                                    <p:animEffect transition="out" filter="dissolve">
                                      <p:cBhvr>
                                        <p:cTn id="9" dur="500"/>
                                        <p:tgtEl>
                                          <p:spTgt spid="300"/>
                                        </p:tgtEl>
                                      </p:cBhvr>
                                    </p:animEffect>
                                    <p:set>
                                      <p:cBhvr>
                                        <p:cTn id="10" dur="1" fill="hold">
                                          <p:stCondLst>
                                            <p:cond delay="499"/>
                                          </p:stCondLst>
                                        </p:cTn>
                                        <p:tgtEl>
                                          <p:spTgt spid="300"/>
                                        </p:tgtEl>
                                        <p:attrNameLst>
                                          <p:attrName>style.visibility</p:attrName>
                                        </p:attrNameLst>
                                      </p:cBhvr>
                                      <p:to>
                                        <p:strVal val="hidden"/>
                                      </p:to>
                                    </p:se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298"/>
                                        </p:tgtEl>
                                        <p:attrNameLst>
                                          <p:attrName>style.visibility</p:attrName>
                                        </p:attrNameLst>
                                      </p:cBhvr>
                                      <p:to>
                                        <p:strVal val="visible"/>
                                      </p:to>
                                    </p:set>
                                    <p:animEffect transition="in" filter="wipe(left)">
                                      <p:cBhvr>
                                        <p:cTn id="14" dur="500"/>
                                        <p:tgtEl>
                                          <p:spTgt spid="298"/>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152">
                                            <p:txEl>
                                              <p:pRg st="1" end="1"/>
                                            </p:txEl>
                                          </p:spTgt>
                                        </p:tgtEl>
                                        <p:attrNameLst>
                                          <p:attrName>style.visibility</p:attrName>
                                        </p:attrNameLst>
                                      </p:cBhvr>
                                      <p:to>
                                        <p:strVal val="visible"/>
                                      </p:to>
                                    </p:set>
                                    <p:animEffect transition="in" filter="dissolve">
                                      <p:cBhvr>
                                        <p:cTn id="19" dur="500"/>
                                        <p:tgtEl>
                                          <p:spTgt spid="152">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53"/>
                                        </p:tgtEl>
                                        <p:attrNameLst>
                                          <p:attrName>style.visibility</p:attrName>
                                        </p:attrNameLst>
                                      </p:cBhvr>
                                      <p:to>
                                        <p:strVal val="visible"/>
                                      </p:to>
                                    </p:set>
                                    <p:animEffect transition="in" filter="dissolve">
                                      <p:cBhvr>
                                        <p:cTn id="24" dur="5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 grpId="0"/>
      <p:bldP spid="298" grpId="0" animBg="1"/>
      <p:bldP spid="30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4" name="Group 303">
            <a:extLst>
              <a:ext uri="{FF2B5EF4-FFF2-40B4-BE49-F238E27FC236}">
                <a16:creationId xmlns:a16="http://schemas.microsoft.com/office/drawing/2014/main" id="{34A0280E-1B37-684D-9F61-81611D0B2C79}"/>
              </a:ext>
            </a:extLst>
          </p:cNvPr>
          <p:cNvGrpSpPr/>
          <p:nvPr/>
        </p:nvGrpSpPr>
        <p:grpSpPr>
          <a:xfrm>
            <a:off x="2509218" y="1275410"/>
            <a:ext cx="6875191" cy="2404002"/>
            <a:chOff x="943464" y="1363093"/>
            <a:chExt cx="6875191" cy="2404002"/>
          </a:xfrm>
        </p:grpSpPr>
        <p:grpSp>
          <p:nvGrpSpPr>
            <p:cNvPr id="305" name="Group 1612">
              <a:extLst>
                <a:ext uri="{FF2B5EF4-FFF2-40B4-BE49-F238E27FC236}">
                  <a16:creationId xmlns:a16="http://schemas.microsoft.com/office/drawing/2014/main" id="{7A1A9C4E-0BE7-994B-A5A6-7C974C41F47C}"/>
                </a:ext>
              </a:extLst>
            </p:cNvPr>
            <p:cNvGrpSpPr>
              <a:grpSpLocks/>
            </p:cNvGrpSpPr>
            <p:nvPr/>
          </p:nvGrpSpPr>
          <p:grpSpPr bwMode="auto">
            <a:xfrm flipH="1">
              <a:off x="943464" y="2441244"/>
              <a:ext cx="855053" cy="655887"/>
              <a:chOff x="2839" y="3501"/>
              <a:chExt cx="755" cy="803"/>
            </a:xfrm>
          </p:grpSpPr>
          <p:pic>
            <p:nvPicPr>
              <p:cNvPr id="446" name="Picture 1613" descr="desktop_computer_stylized_medium">
                <a:extLst>
                  <a:ext uri="{FF2B5EF4-FFF2-40B4-BE49-F238E27FC236}">
                    <a16:creationId xmlns:a16="http://schemas.microsoft.com/office/drawing/2014/main" id="{A7BA478E-2CCC-C348-8264-BF99D7C045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47" name="Freeform 1614">
                <a:extLst>
                  <a:ext uri="{FF2B5EF4-FFF2-40B4-BE49-F238E27FC236}">
                    <a16:creationId xmlns:a16="http://schemas.microsoft.com/office/drawing/2014/main" id="{1168E9FF-EDB4-7F43-A0CA-DA640A2A0460}"/>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xmlns=""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306" name="Freeform 3">
              <a:extLst>
                <a:ext uri="{FF2B5EF4-FFF2-40B4-BE49-F238E27FC236}">
                  <a16:creationId xmlns:a16="http://schemas.microsoft.com/office/drawing/2014/main" id="{862E1C82-76BD-3D48-BC16-0652D77CF1A7}"/>
                </a:ext>
              </a:extLst>
            </p:cNvPr>
            <p:cNvSpPr>
              <a:spLocks/>
            </p:cNvSpPr>
            <p:nvPr/>
          </p:nvSpPr>
          <p:spPr bwMode="auto">
            <a:xfrm>
              <a:off x="2059747" y="1363093"/>
              <a:ext cx="5142041" cy="2404002"/>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0"/>
              </a:endParaRPr>
            </a:p>
          </p:txBody>
        </p:sp>
        <p:sp>
          <p:nvSpPr>
            <p:cNvPr id="307" name="Freeform 4">
              <a:extLst>
                <a:ext uri="{FF2B5EF4-FFF2-40B4-BE49-F238E27FC236}">
                  <a16:creationId xmlns:a16="http://schemas.microsoft.com/office/drawing/2014/main" id="{F98435AB-4F6C-F94C-A72A-9011705077E4}"/>
                </a:ext>
              </a:extLst>
            </p:cNvPr>
            <p:cNvSpPr>
              <a:spLocks/>
            </p:cNvSpPr>
            <p:nvPr/>
          </p:nvSpPr>
          <p:spPr bwMode="auto">
            <a:xfrm>
              <a:off x="2834105" y="2267385"/>
              <a:ext cx="781590" cy="317349"/>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08" name="Freeform 35">
              <a:extLst>
                <a:ext uri="{FF2B5EF4-FFF2-40B4-BE49-F238E27FC236}">
                  <a16:creationId xmlns:a16="http://schemas.microsoft.com/office/drawing/2014/main" id="{15E5087C-7665-1448-8A55-FE8FD716FE21}"/>
                </a:ext>
              </a:extLst>
            </p:cNvPr>
            <p:cNvSpPr>
              <a:spLocks/>
            </p:cNvSpPr>
            <p:nvPr/>
          </p:nvSpPr>
          <p:spPr bwMode="auto">
            <a:xfrm>
              <a:off x="5254292" y="2313451"/>
              <a:ext cx="2285" cy="890624"/>
            </a:xfrm>
            <a:custGeom>
              <a:avLst/>
              <a:gdLst>
                <a:gd name="T0" fmla="*/ 0 w 1"/>
                <a:gd name="T1" fmla="*/ 0 h 522"/>
                <a:gd name="T2" fmla="*/ 0 w 1"/>
                <a:gd name="T3" fmla="*/ 522 h 522"/>
                <a:gd name="T4" fmla="*/ 0 60000 65536"/>
                <a:gd name="T5" fmla="*/ 0 60000 65536"/>
                <a:gd name="T6" fmla="*/ 0 w 1"/>
                <a:gd name="T7" fmla="*/ 0 h 522"/>
                <a:gd name="T8" fmla="*/ 1 w 1"/>
                <a:gd name="T9" fmla="*/ 522 h 522"/>
              </a:gdLst>
              <a:ahLst/>
              <a:cxnLst>
                <a:cxn ang="T4">
                  <a:pos x="T0" y="T1"/>
                </a:cxn>
                <a:cxn ang="T5">
                  <a:pos x="T2" y="T3"/>
                </a:cxn>
              </a:cxnLst>
              <a:rect l="T6" t="T7" r="T8" b="T9"/>
              <a:pathLst>
                <a:path w="1" h="522">
                  <a:moveTo>
                    <a:pt x="0" y="0"/>
                  </a:moveTo>
                  <a:lnTo>
                    <a:pt x="0" y="522"/>
                  </a:ln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09" name="Freeform 36">
              <a:extLst>
                <a:ext uri="{FF2B5EF4-FFF2-40B4-BE49-F238E27FC236}">
                  <a16:creationId xmlns:a16="http://schemas.microsoft.com/office/drawing/2014/main" id="{3935C04E-C5C9-E24F-A9AD-1744D25FC935}"/>
                </a:ext>
              </a:extLst>
            </p:cNvPr>
            <p:cNvSpPr>
              <a:spLocks/>
            </p:cNvSpPr>
            <p:nvPr/>
          </p:nvSpPr>
          <p:spPr bwMode="auto">
            <a:xfrm>
              <a:off x="3670544" y="2323688"/>
              <a:ext cx="2285" cy="916217"/>
            </a:xfrm>
            <a:custGeom>
              <a:avLst/>
              <a:gdLst>
                <a:gd name="T0" fmla="*/ 0 w 1"/>
                <a:gd name="T1" fmla="*/ 0 h 537"/>
                <a:gd name="T2" fmla="*/ 0 w 1"/>
                <a:gd name="T3" fmla="*/ 537 h 537"/>
                <a:gd name="T4" fmla="*/ 0 60000 65536"/>
                <a:gd name="T5" fmla="*/ 0 60000 65536"/>
                <a:gd name="T6" fmla="*/ 0 w 1"/>
                <a:gd name="T7" fmla="*/ 0 h 537"/>
                <a:gd name="T8" fmla="*/ 1 w 1"/>
                <a:gd name="T9" fmla="*/ 537 h 537"/>
              </a:gdLst>
              <a:ahLst/>
              <a:cxnLst>
                <a:cxn ang="T4">
                  <a:pos x="T0" y="T1"/>
                </a:cxn>
                <a:cxn ang="T5">
                  <a:pos x="T2" y="T3"/>
                </a:cxn>
              </a:cxnLst>
              <a:rect l="T6" t="T7" r="T8" b="T9"/>
              <a:pathLst>
                <a:path w="1" h="537">
                  <a:moveTo>
                    <a:pt x="0" y="0"/>
                  </a:moveTo>
                  <a:lnTo>
                    <a:pt x="0" y="537"/>
                  </a:ln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0" name="Freeform 37">
              <a:extLst>
                <a:ext uri="{FF2B5EF4-FFF2-40B4-BE49-F238E27FC236}">
                  <a16:creationId xmlns:a16="http://schemas.microsoft.com/office/drawing/2014/main" id="{CEECEC50-04B0-2647-B641-39231C0C227A}"/>
                </a:ext>
              </a:extLst>
            </p:cNvPr>
            <p:cNvSpPr>
              <a:spLocks/>
            </p:cNvSpPr>
            <p:nvPr/>
          </p:nvSpPr>
          <p:spPr bwMode="auto">
            <a:xfrm>
              <a:off x="3736497" y="2298095"/>
              <a:ext cx="1462948" cy="1050313"/>
            </a:xfrm>
            <a:custGeom>
              <a:avLst/>
              <a:gdLst>
                <a:gd name="T0" fmla="*/ 0 w 378"/>
                <a:gd name="T1" fmla="*/ 142610238 h 174"/>
                <a:gd name="T2" fmla="*/ 8951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1" name="Freeform 38">
              <a:extLst>
                <a:ext uri="{FF2B5EF4-FFF2-40B4-BE49-F238E27FC236}">
                  <a16:creationId xmlns:a16="http://schemas.microsoft.com/office/drawing/2014/main" id="{F6519774-52BA-6F40-822C-52BB2380B045}"/>
                </a:ext>
              </a:extLst>
            </p:cNvPr>
            <p:cNvSpPr>
              <a:spLocks/>
            </p:cNvSpPr>
            <p:nvPr/>
          </p:nvSpPr>
          <p:spPr bwMode="auto">
            <a:xfrm>
              <a:off x="5292247" y="2891845"/>
              <a:ext cx="1161856" cy="455711"/>
            </a:xfrm>
            <a:custGeom>
              <a:avLst/>
              <a:gdLst>
                <a:gd name="T0" fmla="*/ 0 w 366"/>
                <a:gd name="T1" fmla="*/ 270 h 270"/>
                <a:gd name="T2" fmla="*/ 36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2" name="Freeform 39">
              <a:extLst>
                <a:ext uri="{FF2B5EF4-FFF2-40B4-BE49-F238E27FC236}">
                  <a16:creationId xmlns:a16="http://schemas.microsoft.com/office/drawing/2014/main" id="{24215A43-6854-B54A-BC13-286ED0971C5B}"/>
                </a:ext>
              </a:extLst>
            </p:cNvPr>
            <p:cNvSpPr>
              <a:spLocks/>
            </p:cNvSpPr>
            <p:nvPr/>
          </p:nvSpPr>
          <p:spPr bwMode="auto">
            <a:xfrm flipV="1">
              <a:off x="4022465" y="3327268"/>
              <a:ext cx="908330" cy="45719"/>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3" name="Freeform 40">
              <a:extLst>
                <a:ext uri="{FF2B5EF4-FFF2-40B4-BE49-F238E27FC236}">
                  <a16:creationId xmlns:a16="http://schemas.microsoft.com/office/drawing/2014/main" id="{3EEADCA8-4EED-9744-98D0-B5D6F81C62E1}"/>
                </a:ext>
              </a:extLst>
            </p:cNvPr>
            <p:cNvSpPr>
              <a:spLocks/>
            </p:cNvSpPr>
            <p:nvPr/>
          </p:nvSpPr>
          <p:spPr bwMode="auto">
            <a:xfrm>
              <a:off x="2710696" y="2820186"/>
              <a:ext cx="630757" cy="450430"/>
            </a:xfrm>
            <a:custGeom>
              <a:avLst/>
              <a:gdLst>
                <a:gd name="T0" fmla="*/ 276 w 276"/>
                <a:gd name="T1" fmla="*/ 264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4" name="Freeform 41">
              <a:extLst>
                <a:ext uri="{FF2B5EF4-FFF2-40B4-BE49-F238E27FC236}">
                  <a16:creationId xmlns:a16="http://schemas.microsoft.com/office/drawing/2014/main" id="{FE766A70-BB42-7E40-B5AF-B9D72EEBDF0E}"/>
                </a:ext>
              </a:extLst>
            </p:cNvPr>
            <p:cNvSpPr>
              <a:spLocks/>
            </p:cNvSpPr>
            <p:nvPr/>
          </p:nvSpPr>
          <p:spPr bwMode="auto">
            <a:xfrm>
              <a:off x="4047627" y="2195725"/>
              <a:ext cx="836439" cy="1706"/>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5" name="Freeform 42">
              <a:extLst>
                <a:ext uri="{FF2B5EF4-FFF2-40B4-BE49-F238E27FC236}">
                  <a16:creationId xmlns:a16="http://schemas.microsoft.com/office/drawing/2014/main" id="{2B4598F4-8ABA-6146-B304-09A494982C19}"/>
                </a:ext>
              </a:extLst>
            </p:cNvPr>
            <p:cNvSpPr>
              <a:spLocks/>
            </p:cNvSpPr>
            <p:nvPr/>
          </p:nvSpPr>
          <p:spPr bwMode="auto">
            <a:xfrm>
              <a:off x="5572253" y="2248471"/>
              <a:ext cx="922986" cy="397685"/>
            </a:xfrm>
            <a:custGeom>
              <a:avLst/>
              <a:gdLst>
                <a:gd name="T0" fmla="*/ 396 w 396"/>
                <a:gd name="T1" fmla="*/ 267 h 267"/>
                <a:gd name="T2" fmla="*/ 0 w 396"/>
                <a:gd name="T3" fmla="*/ 0 h 267"/>
                <a:gd name="T4" fmla="*/ 0 60000 65536"/>
                <a:gd name="T5" fmla="*/ 0 60000 65536"/>
                <a:gd name="T6" fmla="*/ 0 w 396"/>
                <a:gd name="T7" fmla="*/ 0 h 267"/>
                <a:gd name="T8" fmla="*/ 396 w 396"/>
                <a:gd name="T9" fmla="*/ 267 h 267"/>
              </a:gdLst>
              <a:ahLst/>
              <a:cxnLst>
                <a:cxn ang="T4">
                  <a:pos x="T0" y="T1"/>
                </a:cxn>
                <a:cxn ang="T5">
                  <a:pos x="T2" y="T3"/>
                </a:cxn>
              </a:cxnLst>
              <a:rect l="T6" t="T7" r="T8" b="T9"/>
              <a:pathLst>
                <a:path w="396" h="267">
                  <a:moveTo>
                    <a:pt x="396" y="267"/>
                  </a:moveTo>
                  <a:lnTo>
                    <a:pt x="0" y="0"/>
                  </a:ln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6" name="Freeform 43">
              <a:extLst>
                <a:ext uri="{FF2B5EF4-FFF2-40B4-BE49-F238E27FC236}">
                  <a16:creationId xmlns:a16="http://schemas.microsoft.com/office/drawing/2014/main" id="{9B7D5C70-1858-3548-A1D2-DF173D24FF86}"/>
                </a:ext>
              </a:extLst>
            </p:cNvPr>
            <p:cNvSpPr>
              <a:spLocks/>
            </p:cNvSpPr>
            <p:nvPr/>
          </p:nvSpPr>
          <p:spPr bwMode="auto">
            <a:xfrm>
              <a:off x="2580431" y="1458657"/>
              <a:ext cx="2536740" cy="1100484"/>
            </a:xfrm>
            <a:custGeom>
              <a:avLst/>
              <a:gdLst>
                <a:gd name="T0" fmla="*/ 1110 w 1110"/>
                <a:gd name="T1" fmla="*/ 342 h 645"/>
                <a:gd name="T2" fmla="*/ 0 w 1110"/>
                <a:gd name="T3" fmla="*/ 645 h 645"/>
                <a:gd name="T4" fmla="*/ 0 60000 65536"/>
                <a:gd name="T5" fmla="*/ 0 60000 65536"/>
                <a:gd name="T6" fmla="*/ 0 w 1110"/>
                <a:gd name="T7" fmla="*/ 0 h 645"/>
                <a:gd name="T8" fmla="*/ 1110 w 1110"/>
                <a:gd name="T9" fmla="*/ 645 h 645"/>
              </a:gdLst>
              <a:ahLst/>
              <a:cxnLst>
                <a:cxn ang="T4">
                  <a:pos x="T0" y="T1"/>
                </a:cxn>
                <a:cxn ang="T5">
                  <a:pos x="T2" y="T3"/>
                </a:cxn>
              </a:cxnLst>
              <a:rect l="T6" t="T7" r="T8" b="T9"/>
              <a:pathLst>
                <a:path w="1110" h="645">
                  <a:moveTo>
                    <a:pt x="1110" y="342"/>
                  </a:moveTo>
                  <a:cubicBezTo>
                    <a:pt x="1104" y="0"/>
                    <a:pt x="21" y="63"/>
                    <a:pt x="0" y="645"/>
                  </a:cubicBez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7" name="Text Box 62">
              <a:extLst>
                <a:ext uri="{FF2B5EF4-FFF2-40B4-BE49-F238E27FC236}">
                  <a16:creationId xmlns:a16="http://schemas.microsoft.com/office/drawing/2014/main" id="{E9C6C532-7B09-B543-99FC-E31F8B5A1952}"/>
                </a:ext>
              </a:extLst>
            </p:cNvPr>
            <p:cNvSpPr txBox="1">
              <a:spLocks noChangeArrowheads="1"/>
            </p:cNvSpPr>
            <p:nvPr/>
          </p:nvSpPr>
          <p:spPr bwMode="auto">
            <a:xfrm>
              <a:off x="2822678" y="2178663"/>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8" name="Text Box 63">
              <a:extLst>
                <a:ext uri="{FF2B5EF4-FFF2-40B4-BE49-F238E27FC236}">
                  <a16:creationId xmlns:a16="http://schemas.microsoft.com/office/drawing/2014/main" id="{0A99317D-3568-EF4D-A723-76AADE9F061F}"/>
                </a:ext>
              </a:extLst>
            </p:cNvPr>
            <p:cNvSpPr txBox="1">
              <a:spLocks noChangeArrowheads="1"/>
            </p:cNvSpPr>
            <p:nvPr/>
          </p:nvSpPr>
          <p:spPr bwMode="auto">
            <a:xfrm>
              <a:off x="3617981" y="2552316"/>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9" name="Text Box 64">
              <a:extLst>
                <a:ext uri="{FF2B5EF4-FFF2-40B4-BE49-F238E27FC236}">
                  <a16:creationId xmlns:a16="http://schemas.microsoft.com/office/drawing/2014/main" id="{856CDF8E-EE88-C646-92B6-211909BF3C00}"/>
                </a:ext>
              </a:extLst>
            </p:cNvPr>
            <p:cNvSpPr txBox="1">
              <a:spLocks noChangeArrowheads="1"/>
            </p:cNvSpPr>
            <p:nvPr/>
          </p:nvSpPr>
          <p:spPr bwMode="auto">
            <a:xfrm>
              <a:off x="2623853" y="2915732"/>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20" name="Text Box 65">
              <a:extLst>
                <a:ext uri="{FF2B5EF4-FFF2-40B4-BE49-F238E27FC236}">
                  <a16:creationId xmlns:a16="http://schemas.microsoft.com/office/drawing/2014/main" id="{FE09FFF8-AAB4-664E-9D7F-F0E8F5B10D53}"/>
                </a:ext>
              </a:extLst>
            </p:cNvPr>
            <p:cNvSpPr txBox="1">
              <a:spLocks noChangeArrowheads="1"/>
            </p:cNvSpPr>
            <p:nvPr/>
          </p:nvSpPr>
          <p:spPr bwMode="auto">
            <a:xfrm>
              <a:off x="4495556" y="2710990"/>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21" name="Text Box 66">
              <a:extLst>
                <a:ext uri="{FF2B5EF4-FFF2-40B4-BE49-F238E27FC236}">
                  <a16:creationId xmlns:a16="http://schemas.microsoft.com/office/drawing/2014/main" id="{ED1E277A-76C4-2841-92C2-515DB259665F}"/>
                </a:ext>
              </a:extLst>
            </p:cNvPr>
            <p:cNvSpPr txBox="1">
              <a:spLocks noChangeArrowheads="1"/>
            </p:cNvSpPr>
            <p:nvPr/>
          </p:nvSpPr>
          <p:spPr bwMode="auto">
            <a:xfrm>
              <a:off x="4351579" y="3314977"/>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22" name="Text Box 67">
              <a:extLst>
                <a:ext uri="{FF2B5EF4-FFF2-40B4-BE49-F238E27FC236}">
                  <a16:creationId xmlns:a16="http://schemas.microsoft.com/office/drawing/2014/main" id="{6C2CF0D3-5A12-304F-9B12-35C0DC6088B2}"/>
                </a:ext>
              </a:extLst>
            </p:cNvPr>
            <p:cNvSpPr txBox="1">
              <a:spLocks noChangeArrowheads="1"/>
            </p:cNvSpPr>
            <p:nvPr/>
          </p:nvSpPr>
          <p:spPr bwMode="auto">
            <a:xfrm>
              <a:off x="5174305" y="2583027"/>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23" name="Text Box 68">
              <a:extLst>
                <a:ext uri="{FF2B5EF4-FFF2-40B4-BE49-F238E27FC236}">
                  <a16:creationId xmlns:a16="http://schemas.microsoft.com/office/drawing/2014/main" id="{A70BD26B-DEF9-9D4F-9B95-D8E411BB92D7}"/>
                </a:ext>
              </a:extLst>
            </p:cNvPr>
            <p:cNvSpPr txBox="1">
              <a:spLocks noChangeArrowheads="1"/>
            </p:cNvSpPr>
            <p:nvPr/>
          </p:nvSpPr>
          <p:spPr bwMode="auto">
            <a:xfrm>
              <a:off x="5997032" y="3033458"/>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24" name="Text Box 69">
              <a:extLst>
                <a:ext uri="{FF2B5EF4-FFF2-40B4-BE49-F238E27FC236}">
                  <a16:creationId xmlns:a16="http://schemas.microsoft.com/office/drawing/2014/main" id="{BF43A2CB-D47A-6F44-AFE7-D9277DCB5B40}"/>
                </a:ext>
              </a:extLst>
            </p:cNvPr>
            <p:cNvSpPr txBox="1">
              <a:spLocks noChangeArrowheads="1"/>
            </p:cNvSpPr>
            <p:nvPr/>
          </p:nvSpPr>
          <p:spPr bwMode="auto">
            <a:xfrm>
              <a:off x="5935327" y="2117241"/>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5</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25" name="Text Box 70">
              <a:extLst>
                <a:ext uri="{FF2B5EF4-FFF2-40B4-BE49-F238E27FC236}">
                  <a16:creationId xmlns:a16="http://schemas.microsoft.com/office/drawing/2014/main" id="{36C3AD09-41D6-4E40-A665-3733BB8757B0}"/>
                </a:ext>
              </a:extLst>
            </p:cNvPr>
            <p:cNvSpPr txBox="1">
              <a:spLocks noChangeArrowheads="1"/>
            </p:cNvSpPr>
            <p:nvPr/>
          </p:nvSpPr>
          <p:spPr bwMode="auto">
            <a:xfrm>
              <a:off x="4255594" y="1861315"/>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26" name="Text Box 71">
              <a:extLst>
                <a:ext uri="{FF2B5EF4-FFF2-40B4-BE49-F238E27FC236}">
                  <a16:creationId xmlns:a16="http://schemas.microsoft.com/office/drawing/2014/main" id="{12D1AD8F-8BC6-5F46-8A7D-071C2B7D5BCD}"/>
                </a:ext>
              </a:extLst>
            </p:cNvPr>
            <p:cNvSpPr txBox="1">
              <a:spLocks noChangeArrowheads="1"/>
            </p:cNvSpPr>
            <p:nvPr/>
          </p:nvSpPr>
          <p:spPr bwMode="auto">
            <a:xfrm>
              <a:off x="3453435" y="1405766"/>
              <a:ext cx="447929" cy="394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5</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327" name="Group 1507">
              <a:extLst>
                <a:ext uri="{FF2B5EF4-FFF2-40B4-BE49-F238E27FC236}">
                  <a16:creationId xmlns:a16="http://schemas.microsoft.com/office/drawing/2014/main" id="{C559921E-B9C2-0042-9E6C-A661502DC8AF}"/>
                </a:ext>
              </a:extLst>
            </p:cNvPr>
            <p:cNvGrpSpPr>
              <a:grpSpLocks/>
            </p:cNvGrpSpPr>
            <p:nvPr/>
          </p:nvGrpSpPr>
          <p:grpSpPr bwMode="auto">
            <a:xfrm>
              <a:off x="7391175" y="2426604"/>
              <a:ext cx="427480" cy="711995"/>
              <a:chOff x="4140" y="429"/>
              <a:chExt cx="1425" cy="2396"/>
            </a:xfrm>
          </p:grpSpPr>
          <p:sp>
            <p:nvSpPr>
              <p:cNvPr id="414" name="Freeform 1508">
                <a:extLst>
                  <a:ext uri="{FF2B5EF4-FFF2-40B4-BE49-F238E27FC236}">
                    <a16:creationId xmlns:a16="http://schemas.microsoft.com/office/drawing/2014/main" id="{5A4BEC17-590A-4543-9F29-1CF0B38C3736}"/>
                  </a:ext>
                </a:extLst>
              </p:cNvPr>
              <p:cNvSpPr>
                <a:spLocks/>
              </p:cNvSpPr>
              <p:nvPr/>
            </p:nvSpPr>
            <p:spPr bwMode="auto">
              <a:xfrm>
                <a:off x="5268" y="433"/>
                <a:ext cx="283" cy="2286"/>
              </a:xfrm>
              <a:custGeom>
                <a:avLst/>
                <a:gdLst>
                  <a:gd name="T0" fmla="*/ 6 w 354"/>
                  <a:gd name="T1" fmla="*/ 0 h 2742"/>
                  <a:gd name="T2" fmla="*/ 30 w 354"/>
                  <a:gd name="T3" fmla="*/ 46 h 2742"/>
                  <a:gd name="T4" fmla="*/ 30 w 354"/>
                  <a:gd name="T5" fmla="*/ 354 h 2742"/>
                  <a:gd name="T6" fmla="*/ 0 w 354"/>
                  <a:gd name="T7" fmla="*/ 371 h 2742"/>
                  <a:gd name="T8" fmla="*/ 6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15" name="Rectangle 1509">
                <a:extLst>
                  <a:ext uri="{FF2B5EF4-FFF2-40B4-BE49-F238E27FC236}">
                    <a16:creationId xmlns:a16="http://schemas.microsoft.com/office/drawing/2014/main" id="{A98FBE95-481D-8F47-8981-46EDD8E97414}"/>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16" name="Freeform 1510">
                <a:extLst>
                  <a:ext uri="{FF2B5EF4-FFF2-40B4-BE49-F238E27FC236}">
                    <a16:creationId xmlns:a16="http://schemas.microsoft.com/office/drawing/2014/main" id="{EE41BFE7-A16A-3243-9517-E8023C4F317B}"/>
                  </a:ext>
                </a:extLst>
              </p:cNvPr>
              <p:cNvSpPr>
                <a:spLocks/>
              </p:cNvSpPr>
              <p:nvPr/>
            </p:nvSpPr>
            <p:spPr bwMode="auto">
              <a:xfrm>
                <a:off x="5321" y="570"/>
                <a:ext cx="169" cy="2115"/>
              </a:xfrm>
              <a:custGeom>
                <a:avLst/>
                <a:gdLst>
                  <a:gd name="T0" fmla="*/ 2 w 211"/>
                  <a:gd name="T1" fmla="*/ 0 h 2537"/>
                  <a:gd name="T2" fmla="*/ 18 w 211"/>
                  <a:gd name="T3" fmla="*/ 30 h 2537"/>
                  <a:gd name="T4" fmla="*/ 2 w 211"/>
                  <a:gd name="T5" fmla="*/ 338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17" name="Freeform 1511">
                <a:extLst>
                  <a:ext uri="{FF2B5EF4-FFF2-40B4-BE49-F238E27FC236}">
                    <a16:creationId xmlns:a16="http://schemas.microsoft.com/office/drawing/2014/main" id="{2D734235-2C97-9B44-8B59-EFCEFDEC1268}"/>
                  </a:ext>
                </a:extLst>
              </p:cNvPr>
              <p:cNvSpPr>
                <a:spLocks/>
              </p:cNvSpPr>
              <p:nvPr/>
            </p:nvSpPr>
            <p:spPr bwMode="auto">
              <a:xfrm>
                <a:off x="5284" y="1640"/>
                <a:ext cx="263" cy="189"/>
              </a:xfrm>
              <a:custGeom>
                <a:avLst/>
                <a:gdLst>
                  <a:gd name="T0" fmla="*/ 2 w 328"/>
                  <a:gd name="T1" fmla="*/ 0 h 226"/>
                  <a:gd name="T2" fmla="*/ 29 w 328"/>
                  <a:gd name="T3" fmla="*/ 18 h 226"/>
                  <a:gd name="T4" fmla="*/ 29 w 328"/>
                  <a:gd name="T5" fmla="*/ 32 h 226"/>
                  <a:gd name="T6" fmla="*/ 0 w 328"/>
                  <a:gd name="T7" fmla="*/ 1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18" name="Rectangle 1512">
                <a:extLst>
                  <a:ext uri="{FF2B5EF4-FFF2-40B4-BE49-F238E27FC236}">
                    <a16:creationId xmlns:a16="http://schemas.microsoft.com/office/drawing/2014/main" id="{916BFACE-E488-F841-9687-DD32E652715F}"/>
                  </a:ext>
                </a:extLst>
              </p:cNvPr>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419" name="Group 1513">
                <a:extLst>
                  <a:ext uri="{FF2B5EF4-FFF2-40B4-BE49-F238E27FC236}">
                    <a16:creationId xmlns:a16="http://schemas.microsoft.com/office/drawing/2014/main" id="{E4DAEBB9-2602-554D-B536-D0600B2B4DCE}"/>
                  </a:ext>
                </a:extLst>
              </p:cNvPr>
              <p:cNvGrpSpPr>
                <a:grpSpLocks/>
              </p:cNvGrpSpPr>
              <p:nvPr/>
            </p:nvGrpSpPr>
            <p:grpSpPr bwMode="auto">
              <a:xfrm>
                <a:off x="4748" y="662"/>
                <a:ext cx="578" cy="150"/>
                <a:chOff x="613" y="2566"/>
                <a:chExt cx="721" cy="144"/>
              </a:xfrm>
            </p:grpSpPr>
            <p:sp>
              <p:nvSpPr>
                <p:cNvPr id="444" name="AutoShape 1514">
                  <a:extLst>
                    <a:ext uri="{FF2B5EF4-FFF2-40B4-BE49-F238E27FC236}">
                      <a16:creationId xmlns:a16="http://schemas.microsoft.com/office/drawing/2014/main" id="{DD1B8DFA-FCC7-674E-996F-A1FBD250CC0E}"/>
                    </a:ext>
                  </a:extLst>
                </p:cNvPr>
                <p:cNvSpPr>
                  <a:spLocks noChangeArrowheads="1"/>
                </p:cNvSpPr>
                <p:nvPr/>
              </p:nvSpPr>
              <p:spPr bwMode="auto">
                <a:xfrm>
                  <a:off x="613" y="2566"/>
                  <a:ext cx="721" cy="144"/>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45" name="AutoShape 1515">
                  <a:extLst>
                    <a:ext uri="{FF2B5EF4-FFF2-40B4-BE49-F238E27FC236}">
                      <a16:creationId xmlns:a16="http://schemas.microsoft.com/office/drawing/2014/main" id="{14A870AC-7411-F946-B590-D85A88AF10B6}"/>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420" name="Rectangle 1516">
                <a:extLst>
                  <a:ext uri="{FF2B5EF4-FFF2-40B4-BE49-F238E27FC236}">
                    <a16:creationId xmlns:a16="http://schemas.microsoft.com/office/drawing/2014/main" id="{F0940D2C-FEFC-D549-8746-A8523AFD533C}"/>
                  </a:ext>
                </a:extLst>
              </p:cNvPr>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421" name="Group 1517">
                <a:extLst>
                  <a:ext uri="{FF2B5EF4-FFF2-40B4-BE49-F238E27FC236}">
                    <a16:creationId xmlns:a16="http://schemas.microsoft.com/office/drawing/2014/main" id="{6ADF3A52-0897-2545-98B5-137A84813609}"/>
                  </a:ext>
                </a:extLst>
              </p:cNvPr>
              <p:cNvGrpSpPr>
                <a:grpSpLocks/>
              </p:cNvGrpSpPr>
              <p:nvPr/>
            </p:nvGrpSpPr>
            <p:grpSpPr bwMode="auto">
              <a:xfrm>
                <a:off x="4748" y="990"/>
                <a:ext cx="578" cy="134"/>
                <a:chOff x="615" y="2564"/>
                <a:chExt cx="721" cy="139"/>
              </a:xfrm>
            </p:grpSpPr>
            <p:sp>
              <p:nvSpPr>
                <p:cNvPr id="442" name="AutoShape 1518">
                  <a:extLst>
                    <a:ext uri="{FF2B5EF4-FFF2-40B4-BE49-F238E27FC236}">
                      <a16:creationId xmlns:a16="http://schemas.microsoft.com/office/drawing/2014/main" id="{FDC39CDD-16C8-7D4D-8275-C1710C631610}"/>
                    </a:ext>
                  </a:extLst>
                </p:cNvPr>
                <p:cNvSpPr>
                  <a:spLocks noChangeArrowheads="1"/>
                </p:cNvSpPr>
                <p:nvPr/>
              </p:nvSpPr>
              <p:spPr bwMode="auto">
                <a:xfrm>
                  <a:off x="615" y="2564"/>
                  <a:ext cx="721" cy="139"/>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43" name="AutoShape 1519">
                  <a:extLst>
                    <a:ext uri="{FF2B5EF4-FFF2-40B4-BE49-F238E27FC236}">
                      <a16:creationId xmlns:a16="http://schemas.microsoft.com/office/drawing/2014/main" id="{6853AB63-2301-0946-A174-AE28245DB095}"/>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422" name="Rectangle 1520">
                <a:extLst>
                  <a:ext uri="{FF2B5EF4-FFF2-40B4-BE49-F238E27FC236}">
                    <a16:creationId xmlns:a16="http://schemas.microsoft.com/office/drawing/2014/main" id="{4EDC7779-F322-974C-A13E-0F5161D4B331}"/>
                  </a:ext>
                </a:extLst>
              </p:cNvPr>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23" name="Rectangle 1521">
                <a:extLst>
                  <a:ext uri="{FF2B5EF4-FFF2-40B4-BE49-F238E27FC236}">
                    <a16:creationId xmlns:a16="http://schemas.microsoft.com/office/drawing/2014/main" id="{B39F0706-91BA-9F4D-8D0F-337754FAC9B1}"/>
                  </a:ext>
                </a:extLst>
              </p:cNvPr>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424" name="Group 1522">
                <a:extLst>
                  <a:ext uri="{FF2B5EF4-FFF2-40B4-BE49-F238E27FC236}">
                    <a16:creationId xmlns:a16="http://schemas.microsoft.com/office/drawing/2014/main" id="{088E2790-CA68-C846-BD0F-F7BBF682350E}"/>
                  </a:ext>
                </a:extLst>
              </p:cNvPr>
              <p:cNvGrpSpPr>
                <a:grpSpLocks/>
              </p:cNvGrpSpPr>
              <p:nvPr/>
            </p:nvGrpSpPr>
            <p:grpSpPr bwMode="auto">
              <a:xfrm>
                <a:off x="4738" y="1633"/>
                <a:ext cx="578" cy="142"/>
                <a:chOff x="618" y="2579"/>
                <a:chExt cx="720" cy="131"/>
              </a:xfrm>
            </p:grpSpPr>
            <p:sp>
              <p:nvSpPr>
                <p:cNvPr id="440" name="AutoShape 1523">
                  <a:extLst>
                    <a:ext uri="{FF2B5EF4-FFF2-40B4-BE49-F238E27FC236}">
                      <a16:creationId xmlns:a16="http://schemas.microsoft.com/office/drawing/2014/main" id="{8952BAA7-F061-3B4A-BF31-D37E6425DCDD}"/>
                    </a:ext>
                  </a:extLst>
                </p:cNvPr>
                <p:cNvSpPr>
                  <a:spLocks noChangeArrowheads="1"/>
                </p:cNvSpPr>
                <p:nvPr/>
              </p:nvSpPr>
              <p:spPr bwMode="auto">
                <a:xfrm>
                  <a:off x="618" y="2579"/>
                  <a:ext cx="720" cy="131"/>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41" name="AutoShape 1524">
                  <a:extLst>
                    <a:ext uri="{FF2B5EF4-FFF2-40B4-BE49-F238E27FC236}">
                      <a16:creationId xmlns:a16="http://schemas.microsoft.com/office/drawing/2014/main" id="{0E27D760-9B8B-4945-9863-BC9F0C41F9A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425" name="Freeform 1525">
                <a:extLst>
                  <a:ext uri="{FF2B5EF4-FFF2-40B4-BE49-F238E27FC236}">
                    <a16:creationId xmlns:a16="http://schemas.microsoft.com/office/drawing/2014/main" id="{7320D145-C685-7149-A68E-8925075E0936}"/>
                  </a:ext>
                </a:extLst>
              </p:cNvPr>
              <p:cNvSpPr>
                <a:spLocks/>
              </p:cNvSpPr>
              <p:nvPr/>
            </p:nvSpPr>
            <p:spPr bwMode="auto">
              <a:xfrm>
                <a:off x="5288" y="1354"/>
                <a:ext cx="263" cy="188"/>
              </a:xfrm>
              <a:custGeom>
                <a:avLst/>
                <a:gdLst>
                  <a:gd name="T0" fmla="*/ 2 w 328"/>
                  <a:gd name="T1" fmla="*/ 0 h 226"/>
                  <a:gd name="T2" fmla="*/ 29 w 328"/>
                  <a:gd name="T3" fmla="*/ 17 h 226"/>
                  <a:gd name="T4" fmla="*/ 29 w 328"/>
                  <a:gd name="T5" fmla="*/ 30 h 226"/>
                  <a:gd name="T6" fmla="*/ 0 w 328"/>
                  <a:gd name="T7" fmla="*/ 1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426" name="Group 1526">
                <a:extLst>
                  <a:ext uri="{FF2B5EF4-FFF2-40B4-BE49-F238E27FC236}">
                    <a16:creationId xmlns:a16="http://schemas.microsoft.com/office/drawing/2014/main" id="{A58F7467-420F-E345-9BD5-439C10D37BE4}"/>
                  </a:ext>
                </a:extLst>
              </p:cNvPr>
              <p:cNvGrpSpPr>
                <a:grpSpLocks/>
              </p:cNvGrpSpPr>
              <p:nvPr/>
            </p:nvGrpSpPr>
            <p:grpSpPr bwMode="auto">
              <a:xfrm>
                <a:off x="4739" y="1330"/>
                <a:ext cx="588" cy="134"/>
                <a:chOff x="613" y="2571"/>
                <a:chExt cx="732" cy="134"/>
              </a:xfrm>
            </p:grpSpPr>
            <p:sp>
              <p:nvSpPr>
                <p:cNvPr id="438" name="AutoShape 1527">
                  <a:extLst>
                    <a:ext uri="{FF2B5EF4-FFF2-40B4-BE49-F238E27FC236}">
                      <a16:creationId xmlns:a16="http://schemas.microsoft.com/office/drawing/2014/main" id="{15FD94B1-0C23-1844-B9EC-328B31810310}"/>
                    </a:ext>
                  </a:extLst>
                </p:cNvPr>
                <p:cNvSpPr>
                  <a:spLocks noChangeArrowheads="1"/>
                </p:cNvSpPr>
                <p:nvPr/>
              </p:nvSpPr>
              <p:spPr bwMode="auto">
                <a:xfrm>
                  <a:off x="613" y="2571"/>
                  <a:ext cx="732" cy="134"/>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39" name="AutoShape 1528">
                  <a:extLst>
                    <a:ext uri="{FF2B5EF4-FFF2-40B4-BE49-F238E27FC236}">
                      <a16:creationId xmlns:a16="http://schemas.microsoft.com/office/drawing/2014/main" id="{11D88682-9EAF-E844-9EDA-915A36C1EB9E}"/>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427" name="Rectangle 1529">
                <a:extLst>
                  <a:ext uri="{FF2B5EF4-FFF2-40B4-BE49-F238E27FC236}">
                    <a16:creationId xmlns:a16="http://schemas.microsoft.com/office/drawing/2014/main" id="{87A3DBB5-122D-AA42-AA5F-DCE83699921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28" name="Freeform 1530">
                <a:extLst>
                  <a:ext uri="{FF2B5EF4-FFF2-40B4-BE49-F238E27FC236}">
                    <a16:creationId xmlns:a16="http://schemas.microsoft.com/office/drawing/2014/main" id="{DB3BDAEB-C0A1-E740-AECD-F50278175F7E}"/>
                  </a:ext>
                </a:extLst>
              </p:cNvPr>
              <p:cNvSpPr>
                <a:spLocks/>
              </p:cNvSpPr>
              <p:nvPr/>
            </p:nvSpPr>
            <p:spPr bwMode="auto">
              <a:xfrm>
                <a:off x="5312" y="1007"/>
                <a:ext cx="237" cy="213"/>
              </a:xfrm>
              <a:custGeom>
                <a:avLst/>
                <a:gdLst>
                  <a:gd name="T0" fmla="*/ 2 w 296"/>
                  <a:gd name="T1" fmla="*/ 0 h 256"/>
                  <a:gd name="T2" fmla="*/ 26 w 296"/>
                  <a:gd name="T3" fmla="*/ 18 h 256"/>
                  <a:gd name="T4" fmla="*/ 26 w 296"/>
                  <a:gd name="T5" fmla="*/ 34 h 256"/>
                  <a:gd name="T6" fmla="*/ 0 w 296"/>
                  <a:gd name="T7" fmla="*/ 1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29" name="Freeform 1531">
                <a:extLst>
                  <a:ext uri="{FF2B5EF4-FFF2-40B4-BE49-F238E27FC236}">
                    <a16:creationId xmlns:a16="http://schemas.microsoft.com/office/drawing/2014/main" id="{9532A3AC-833E-7A43-8329-81247A5E6B3F}"/>
                  </a:ext>
                </a:extLst>
              </p:cNvPr>
              <p:cNvSpPr>
                <a:spLocks/>
              </p:cNvSpPr>
              <p:nvPr/>
            </p:nvSpPr>
            <p:spPr bwMode="auto">
              <a:xfrm>
                <a:off x="5315" y="680"/>
                <a:ext cx="244" cy="240"/>
              </a:xfrm>
              <a:custGeom>
                <a:avLst/>
                <a:gdLst>
                  <a:gd name="T0" fmla="*/ 0 w 304"/>
                  <a:gd name="T1" fmla="*/ 0 h 288"/>
                  <a:gd name="T2" fmla="*/ 27 w 304"/>
                  <a:gd name="T3" fmla="*/ 23 h 288"/>
                  <a:gd name="T4" fmla="*/ 25 w 304"/>
                  <a:gd name="T5" fmla="*/ 40 h 288"/>
                  <a:gd name="T6" fmla="*/ 2 w 304"/>
                  <a:gd name="T7" fmla="*/ 1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30" name="Oval 1532">
                <a:extLst>
                  <a:ext uri="{FF2B5EF4-FFF2-40B4-BE49-F238E27FC236}">
                    <a16:creationId xmlns:a16="http://schemas.microsoft.com/office/drawing/2014/main" id="{288EBEE3-4297-224C-AD46-28879E6A1B59}"/>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31" name="Freeform 1533">
                <a:extLst>
                  <a:ext uri="{FF2B5EF4-FFF2-40B4-BE49-F238E27FC236}">
                    <a16:creationId xmlns:a16="http://schemas.microsoft.com/office/drawing/2014/main" id="{3FE7CEBE-4BC6-F644-B9B1-CCCE6990FC67}"/>
                  </a:ext>
                </a:extLst>
              </p:cNvPr>
              <p:cNvSpPr>
                <a:spLocks/>
              </p:cNvSpPr>
              <p:nvPr/>
            </p:nvSpPr>
            <p:spPr bwMode="auto">
              <a:xfrm>
                <a:off x="5302" y="2614"/>
                <a:ext cx="245" cy="200"/>
              </a:xfrm>
              <a:custGeom>
                <a:avLst/>
                <a:gdLst>
                  <a:gd name="T0" fmla="*/ 0 w 306"/>
                  <a:gd name="T1" fmla="*/ 15 h 240"/>
                  <a:gd name="T2" fmla="*/ 2 w 306"/>
                  <a:gd name="T3" fmla="*/ 33 h 240"/>
                  <a:gd name="T4" fmla="*/ 27 w 306"/>
                  <a:gd name="T5" fmla="*/ 15 h 240"/>
                  <a:gd name="T6" fmla="*/ 26 w 306"/>
                  <a:gd name="T7" fmla="*/ 0 h 240"/>
                  <a:gd name="T8" fmla="*/ 0 w 306"/>
                  <a:gd name="T9" fmla="*/ 1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32" name="AutoShape 1534">
                <a:extLst>
                  <a:ext uri="{FF2B5EF4-FFF2-40B4-BE49-F238E27FC236}">
                    <a16:creationId xmlns:a16="http://schemas.microsoft.com/office/drawing/2014/main" id="{978B2207-20F5-804B-A3B3-4C26DFE98ADC}"/>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33" name="AutoShape 1535">
                <a:extLst>
                  <a:ext uri="{FF2B5EF4-FFF2-40B4-BE49-F238E27FC236}">
                    <a16:creationId xmlns:a16="http://schemas.microsoft.com/office/drawing/2014/main" id="{33928060-4AE4-1F4D-BEE3-C45BB6D2EF5D}"/>
                  </a:ext>
                </a:extLst>
              </p:cNvPr>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34" name="Oval 1536">
                <a:extLst>
                  <a:ext uri="{FF2B5EF4-FFF2-40B4-BE49-F238E27FC236}">
                    <a16:creationId xmlns:a16="http://schemas.microsoft.com/office/drawing/2014/main" id="{F9FB74F8-49C8-6E4B-824C-D9D631D498EA}"/>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35" name="Oval 1537">
                <a:extLst>
                  <a:ext uri="{FF2B5EF4-FFF2-40B4-BE49-F238E27FC236}">
                    <a16:creationId xmlns:a16="http://schemas.microsoft.com/office/drawing/2014/main" id="{10618A8B-63CD-6442-8B7A-099C5459AE53}"/>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436" name="Oval 1538">
                <a:extLst>
                  <a:ext uri="{FF2B5EF4-FFF2-40B4-BE49-F238E27FC236}">
                    <a16:creationId xmlns:a16="http://schemas.microsoft.com/office/drawing/2014/main" id="{97727A51-FDBA-8D4B-910B-17DBF18A46E3}"/>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37" name="Rectangle 1539">
                <a:extLst>
                  <a:ext uri="{FF2B5EF4-FFF2-40B4-BE49-F238E27FC236}">
                    <a16:creationId xmlns:a16="http://schemas.microsoft.com/office/drawing/2014/main" id="{970EDF53-297E-EA44-92BE-C2F97533DFBA}"/>
                  </a:ext>
                </a:extLst>
              </p:cNvPr>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cxnSp>
          <p:nvCxnSpPr>
            <p:cNvPr id="328" name="Straight Connector 327">
              <a:extLst>
                <a:ext uri="{FF2B5EF4-FFF2-40B4-BE49-F238E27FC236}">
                  <a16:creationId xmlns:a16="http://schemas.microsoft.com/office/drawing/2014/main" id="{CC1738F7-B8A1-9947-9EA4-1523E924127F}"/>
                </a:ext>
              </a:extLst>
            </p:cNvPr>
            <p:cNvCxnSpPr/>
            <p:nvPr/>
          </p:nvCxnSpPr>
          <p:spPr bwMode="auto">
            <a:xfrm>
              <a:off x="1682405" y="2744686"/>
              <a:ext cx="526774" cy="0"/>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29" name="Straight Connector 328">
              <a:extLst>
                <a:ext uri="{FF2B5EF4-FFF2-40B4-BE49-F238E27FC236}">
                  <a16:creationId xmlns:a16="http://schemas.microsoft.com/office/drawing/2014/main" id="{39855349-2D43-7C4A-B353-74029E8BA4BD}"/>
                </a:ext>
              </a:extLst>
            </p:cNvPr>
            <p:cNvCxnSpPr/>
            <p:nvPr/>
          </p:nvCxnSpPr>
          <p:spPr bwMode="auto">
            <a:xfrm>
              <a:off x="6895267" y="2779855"/>
              <a:ext cx="526774" cy="0"/>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330" name="Group 329">
              <a:extLst>
                <a:ext uri="{FF2B5EF4-FFF2-40B4-BE49-F238E27FC236}">
                  <a16:creationId xmlns:a16="http://schemas.microsoft.com/office/drawing/2014/main" id="{54C81718-AB53-EC48-8CA0-41A17EEA9C4F}"/>
                </a:ext>
              </a:extLst>
            </p:cNvPr>
            <p:cNvGrpSpPr/>
            <p:nvPr/>
          </p:nvGrpSpPr>
          <p:grpSpPr>
            <a:xfrm>
              <a:off x="3414626" y="1982945"/>
              <a:ext cx="687402" cy="571677"/>
              <a:chOff x="1736090" y="2893762"/>
              <a:chExt cx="565150" cy="413310"/>
            </a:xfrm>
          </p:grpSpPr>
          <p:grpSp>
            <p:nvGrpSpPr>
              <p:cNvPr id="401" name="Group 327">
                <a:extLst>
                  <a:ext uri="{FF2B5EF4-FFF2-40B4-BE49-F238E27FC236}">
                    <a16:creationId xmlns:a16="http://schemas.microsoft.com/office/drawing/2014/main" id="{DA91FBE5-CFD0-764B-9319-580E8A886F26}"/>
                  </a:ext>
                </a:extLst>
              </p:cNvPr>
              <p:cNvGrpSpPr>
                <a:grpSpLocks/>
              </p:cNvGrpSpPr>
              <p:nvPr/>
            </p:nvGrpSpPr>
            <p:grpSpPr bwMode="auto">
              <a:xfrm>
                <a:off x="1736090" y="2893762"/>
                <a:ext cx="565150" cy="292100"/>
                <a:chOff x="1871277" y="1576300"/>
                <a:chExt cx="1128371" cy="437861"/>
              </a:xfrm>
            </p:grpSpPr>
            <p:sp>
              <p:nvSpPr>
                <p:cNvPr id="405" name="Oval 404">
                  <a:extLst>
                    <a:ext uri="{FF2B5EF4-FFF2-40B4-BE49-F238E27FC236}">
                      <a16:creationId xmlns:a16="http://schemas.microsoft.com/office/drawing/2014/main" id="{AB5BE366-3696-3444-BEED-B2D3E9A552B4}"/>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06" name="Rectangle 405">
                  <a:extLst>
                    <a:ext uri="{FF2B5EF4-FFF2-40B4-BE49-F238E27FC236}">
                      <a16:creationId xmlns:a16="http://schemas.microsoft.com/office/drawing/2014/main" id="{014C0E46-985C-064D-9955-6DBD816F7710}"/>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7" name="Oval 406">
                  <a:extLst>
                    <a:ext uri="{FF2B5EF4-FFF2-40B4-BE49-F238E27FC236}">
                      <a16:creationId xmlns:a16="http://schemas.microsoft.com/office/drawing/2014/main" id="{B8592CE9-885E-7948-9885-40869BFBEECC}"/>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408" name="Freeform 407">
                  <a:extLst>
                    <a:ext uri="{FF2B5EF4-FFF2-40B4-BE49-F238E27FC236}">
                      <a16:creationId xmlns:a16="http://schemas.microsoft.com/office/drawing/2014/main" id="{B2A3A479-23C9-374A-AD09-A3B80F0EF409}"/>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9" name="Freeform 408">
                  <a:extLst>
                    <a:ext uri="{FF2B5EF4-FFF2-40B4-BE49-F238E27FC236}">
                      <a16:creationId xmlns:a16="http://schemas.microsoft.com/office/drawing/2014/main" id="{7E3C8C30-970D-AA49-8416-454E3AD9F4EB}"/>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0" name="Freeform 409">
                  <a:extLst>
                    <a:ext uri="{FF2B5EF4-FFF2-40B4-BE49-F238E27FC236}">
                      <a16:creationId xmlns:a16="http://schemas.microsoft.com/office/drawing/2014/main" id="{DA5747D1-6ED5-2C46-94C9-0EB423C8C5D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1" name="Freeform 410">
                  <a:extLst>
                    <a:ext uri="{FF2B5EF4-FFF2-40B4-BE49-F238E27FC236}">
                      <a16:creationId xmlns:a16="http://schemas.microsoft.com/office/drawing/2014/main" id="{DF23003A-4DCD-DC4B-8861-7B76CD1E54F4}"/>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12" name="Straight Connector 411">
                  <a:extLst>
                    <a:ext uri="{FF2B5EF4-FFF2-40B4-BE49-F238E27FC236}">
                      <a16:creationId xmlns:a16="http://schemas.microsoft.com/office/drawing/2014/main" id="{365A8E44-4CBE-0E4C-82AF-500CF5C75E81}"/>
                    </a:ext>
                  </a:extLst>
                </p:cNvPr>
                <p:cNvCxnSpPr>
                  <a:endCxn id="407"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13" name="Straight Connector 412">
                  <a:extLst>
                    <a:ext uri="{FF2B5EF4-FFF2-40B4-BE49-F238E27FC236}">
                      <a16:creationId xmlns:a16="http://schemas.microsoft.com/office/drawing/2014/main" id="{C26017F9-54C2-314E-B28C-087D5A4210BF}"/>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402" name="Group 401">
                <a:extLst>
                  <a:ext uri="{FF2B5EF4-FFF2-40B4-BE49-F238E27FC236}">
                    <a16:creationId xmlns:a16="http://schemas.microsoft.com/office/drawing/2014/main" id="{05B2825B-A7A6-B346-A195-362C44BBE9A9}"/>
                  </a:ext>
                </a:extLst>
              </p:cNvPr>
              <p:cNvGrpSpPr/>
              <p:nvPr/>
            </p:nvGrpSpPr>
            <p:grpSpPr>
              <a:xfrm>
                <a:off x="1844715" y="2907714"/>
                <a:ext cx="356365" cy="399358"/>
                <a:chOff x="741398" y="1743005"/>
                <a:chExt cx="356365" cy="399358"/>
              </a:xfrm>
            </p:grpSpPr>
            <p:sp>
              <p:nvSpPr>
                <p:cNvPr id="403" name="Oval 402">
                  <a:extLst>
                    <a:ext uri="{FF2B5EF4-FFF2-40B4-BE49-F238E27FC236}">
                      <a16:creationId xmlns:a16="http://schemas.microsoft.com/office/drawing/2014/main" id="{711DAB05-728C-6A49-AC89-08153D128077}"/>
                    </a:ext>
                  </a:extLst>
                </p:cNvPr>
                <p:cNvSpPr/>
                <p:nvPr/>
              </p:nvSpPr>
              <p:spPr bwMode="auto">
                <a:xfrm>
                  <a:off x="741398" y="1850752"/>
                  <a:ext cx="356365" cy="168450"/>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4" name="TextBox 403">
                  <a:extLst>
                    <a:ext uri="{FF2B5EF4-FFF2-40B4-BE49-F238E27FC236}">
                      <a16:creationId xmlns:a16="http://schemas.microsoft.com/office/drawing/2014/main" id="{698467EC-D43B-314B-94F0-6D24FE81E796}"/>
                    </a:ext>
                  </a:extLst>
                </p:cNvPr>
                <p:cNvSpPr txBox="1"/>
                <p:nvPr/>
              </p:nvSpPr>
              <p:spPr>
                <a:xfrm>
                  <a:off x="783895" y="1743005"/>
                  <a:ext cx="288887" cy="399358"/>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charset="0"/>
                      <a:ea typeface="ＭＳ Ｐゴシック" charset="0"/>
                    </a:rPr>
                    <a:t>v</a:t>
                  </a:r>
                </a:p>
              </p:txBody>
            </p:sp>
          </p:grpSp>
        </p:grpSp>
        <p:grpSp>
          <p:nvGrpSpPr>
            <p:cNvPr id="331" name="Group 330">
              <a:extLst>
                <a:ext uri="{FF2B5EF4-FFF2-40B4-BE49-F238E27FC236}">
                  <a16:creationId xmlns:a16="http://schemas.microsoft.com/office/drawing/2014/main" id="{4E6BDBA9-3548-B946-98EB-9AE749E9F937}"/>
                </a:ext>
              </a:extLst>
            </p:cNvPr>
            <p:cNvGrpSpPr/>
            <p:nvPr/>
          </p:nvGrpSpPr>
          <p:grpSpPr>
            <a:xfrm>
              <a:off x="4888811" y="1979830"/>
              <a:ext cx="687402" cy="480963"/>
              <a:chOff x="1736090" y="2893762"/>
              <a:chExt cx="565150" cy="347726"/>
            </a:xfrm>
          </p:grpSpPr>
          <p:grpSp>
            <p:nvGrpSpPr>
              <p:cNvPr id="388" name="Group 327">
                <a:extLst>
                  <a:ext uri="{FF2B5EF4-FFF2-40B4-BE49-F238E27FC236}">
                    <a16:creationId xmlns:a16="http://schemas.microsoft.com/office/drawing/2014/main" id="{F646075B-0210-E145-92F7-2C7F57A21E91}"/>
                  </a:ext>
                </a:extLst>
              </p:cNvPr>
              <p:cNvGrpSpPr>
                <a:grpSpLocks/>
              </p:cNvGrpSpPr>
              <p:nvPr/>
            </p:nvGrpSpPr>
            <p:grpSpPr bwMode="auto">
              <a:xfrm>
                <a:off x="1736090" y="2893762"/>
                <a:ext cx="565150" cy="292100"/>
                <a:chOff x="1871277" y="1576300"/>
                <a:chExt cx="1128371" cy="437861"/>
              </a:xfrm>
            </p:grpSpPr>
            <p:sp>
              <p:nvSpPr>
                <p:cNvPr id="392" name="Oval 391">
                  <a:extLst>
                    <a:ext uri="{FF2B5EF4-FFF2-40B4-BE49-F238E27FC236}">
                      <a16:creationId xmlns:a16="http://schemas.microsoft.com/office/drawing/2014/main" id="{81AFD18E-0D9A-B449-8E1B-E5E544ED512D}"/>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93" name="Rectangle 392">
                  <a:extLst>
                    <a:ext uri="{FF2B5EF4-FFF2-40B4-BE49-F238E27FC236}">
                      <a16:creationId xmlns:a16="http://schemas.microsoft.com/office/drawing/2014/main" id="{09742F60-F878-CC40-B53A-2F912DCBE337}"/>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4" name="Oval 393">
                  <a:extLst>
                    <a:ext uri="{FF2B5EF4-FFF2-40B4-BE49-F238E27FC236}">
                      <a16:creationId xmlns:a16="http://schemas.microsoft.com/office/drawing/2014/main" id="{D089913E-3116-5942-BC7E-07C6208B204A}"/>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95" name="Freeform 394">
                  <a:extLst>
                    <a:ext uri="{FF2B5EF4-FFF2-40B4-BE49-F238E27FC236}">
                      <a16:creationId xmlns:a16="http://schemas.microsoft.com/office/drawing/2014/main" id="{7691F655-F63F-2347-97E3-F8AD9695B5B6}"/>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6" name="Freeform 395">
                  <a:extLst>
                    <a:ext uri="{FF2B5EF4-FFF2-40B4-BE49-F238E27FC236}">
                      <a16:creationId xmlns:a16="http://schemas.microsoft.com/office/drawing/2014/main" id="{97D4BABA-50C0-C64B-BDF1-E0D6998D7CF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7" name="Freeform 396">
                  <a:extLst>
                    <a:ext uri="{FF2B5EF4-FFF2-40B4-BE49-F238E27FC236}">
                      <a16:creationId xmlns:a16="http://schemas.microsoft.com/office/drawing/2014/main" id="{0A01411A-9D7A-994A-A0CE-3453871ED908}"/>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8" name="Freeform 397">
                  <a:extLst>
                    <a:ext uri="{FF2B5EF4-FFF2-40B4-BE49-F238E27FC236}">
                      <a16:creationId xmlns:a16="http://schemas.microsoft.com/office/drawing/2014/main" id="{5C18C6F3-1443-CE44-AEA8-5EB74E9B300A}"/>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99" name="Straight Connector 398">
                  <a:extLst>
                    <a:ext uri="{FF2B5EF4-FFF2-40B4-BE49-F238E27FC236}">
                      <a16:creationId xmlns:a16="http://schemas.microsoft.com/office/drawing/2014/main" id="{836DA7B6-225C-CA4C-BE47-00A59751C43C}"/>
                    </a:ext>
                  </a:extLst>
                </p:cNvPr>
                <p:cNvCxnSpPr>
                  <a:endCxn id="394"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400" name="Straight Connector 399">
                  <a:extLst>
                    <a:ext uri="{FF2B5EF4-FFF2-40B4-BE49-F238E27FC236}">
                      <a16:creationId xmlns:a16="http://schemas.microsoft.com/office/drawing/2014/main" id="{DEF7E2A6-FA97-154A-BD4D-79EE8753D930}"/>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89" name="Group 388">
                <a:extLst>
                  <a:ext uri="{FF2B5EF4-FFF2-40B4-BE49-F238E27FC236}">
                    <a16:creationId xmlns:a16="http://schemas.microsoft.com/office/drawing/2014/main" id="{E3DC6576-9970-E447-99D0-AC11398D26FE}"/>
                  </a:ext>
                </a:extLst>
              </p:cNvPr>
              <p:cNvGrpSpPr/>
              <p:nvPr/>
            </p:nvGrpSpPr>
            <p:grpSpPr>
              <a:xfrm>
                <a:off x="1844715" y="2907714"/>
                <a:ext cx="378664" cy="333774"/>
                <a:chOff x="741398" y="1743005"/>
                <a:chExt cx="378664" cy="333774"/>
              </a:xfrm>
            </p:grpSpPr>
            <p:sp>
              <p:nvSpPr>
                <p:cNvPr id="390" name="Oval 389">
                  <a:extLst>
                    <a:ext uri="{FF2B5EF4-FFF2-40B4-BE49-F238E27FC236}">
                      <a16:creationId xmlns:a16="http://schemas.microsoft.com/office/drawing/2014/main" id="{98BB2803-575E-E049-B163-D2026BE7F0B0}"/>
                    </a:ext>
                  </a:extLst>
                </p:cNvPr>
                <p:cNvSpPr/>
                <p:nvPr/>
              </p:nvSpPr>
              <p:spPr bwMode="auto">
                <a:xfrm>
                  <a:off x="741398" y="1850752"/>
                  <a:ext cx="356365" cy="168450"/>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1" name="TextBox 390">
                  <a:extLst>
                    <a:ext uri="{FF2B5EF4-FFF2-40B4-BE49-F238E27FC236}">
                      <a16:creationId xmlns:a16="http://schemas.microsoft.com/office/drawing/2014/main" id="{18716BE7-82ED-D14C-9928-AF15495F05EC}"/>
                    </a:ext>
                  </a:extLst>
                </p:cNvPr>
                <p:cNvSpPr txBox="1"/>
                <p:nvPr/>
              </p:nvSpPr>
              <p:spPr>
                <a:xfrm>
                  <a:off x="767915" y="1743005"/>
                  <a:ext cx="352147" cy="333774"/>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charset="0"/>
                      <a:ea typeface="ＭＳ Ｐゴシック" charset="0"/>
                    </a:rPr>
                    <a:t>w</a:t>
                  </a:r>
                </a:p>
              </p:txBody>
            </p:sp>
          </p:grpSp>
        </p:grpSp>
        <p:grpSp>
          <p:nvGrpSpPr>
            <p:cNvPr id="332" name="Group 331">
              <a:extLst>
                <a:ext uri="{FF2B5EF4-FFF2-40B4-BE49-F238E27FC236}">
                  <a16:creationId xmlns:a16="http://schemas.microsoft.com/office/drawing/2014/main" id="{1DD8783F-1A55-EB4C-B3C4-852DAE0C6CF0}"/>
                </a:ext>
              </a:extLst>
            </p:cNvPr>
            <p:cNvGrpSpPr/>
            <p:nvPr/>
          </p:nvGrpSpPr>
          <p:grpSpPr>
            <a:xfrm>
              <a:off x="2206359" y="2517647"/>
              <a:ext cx="687402" cy="480963"/>
              <a:chOff x="1736090" y="2893762"/>
              <a:chExt cx="565150" cy="347726"/>
            </a:xfrm>
          </p:grpSpPr>
          <p:grpSp>
            <p:nvGrpSpPr>
              <p:cNvPr id="375" name="Group 327">
                <a:extLst>
                  <a:ext uri="{FF2B5EF4-FFF2-40B4-BE49-F238E27FC236}">
                    <a16:creationId xmlns:a16="http://schemas.microsoft.com/office/drawing/2014/main" id="{269FEBD4-E3E1-5645-BF55-D2033B31ED09}"/>
                  </a:ext>
                </a:extLst>
              </p:cNvPr>
              <p:cNvGrpSpPr>
                <a:grpSpLocks/>
              </p:cNvGrpSpPr>
              <p:nvPr/>
            </p:nvGrpSpPr>
            <p:grpSpPr bwMode="auto">
              <a:xfrm>
                <a:off x="1736090" y="2893762"/>
                <a:ext cx="565150" cy="292100"/>
                <a:chOff x="1871277" y="1576300"/>
                <a:chExt cx="1128371" cy="437861"/>
              </a:xfrm>
            </p:grpSpPr>
            <p:sp>
              <p:nvSpPr>
                <p:cNvPr id="379" name="Oval 378">
                  <a:extLst>
                    <a:ext uri="{FF2B5EF4-FFF2-40B4-BE49-F238E27FC236}">
                      <a16:creationId xmlns:a16="http://schemas.microsoft.com/office/drawing/2014/main" id="{7E1FC68E-A1FE-574A-94C0-90C1E270401E}"/>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80" name="Rectangle 379">
                  <a:extLst>
                    <a:ext uri="{FF2B5EF4-FFF2-40B4-BE49-F238E27FC236}">
                      <a16:creationId xmlns:a16="http://schemas.microsoft.com/office/drawing/2014/main" id="{E97E3D1C-D3CA-8D44-AB02-74B31DF8CE35}"/>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1" name="Oval 380">
                  <a:extLst>
                    <a:ext uri="{FF2B5EF4-FFF2-40B4-BE49-F238E27FC236}">
                      <a16:creationId xmlns:a16="http://schemas.microsoft.com/office/drawing/2014/main" id="{DA4F6523-8F37-7047-BC5F-19E4B1E17DBD}"/>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82" name="Freeform 381">
                  <a:extLst>
                    <a:ext uri="{FF2B5EF4-FFF2-40B4-BE49-F238E27FC236}">
                      <a16:creationId xmlns:a16="http://schemas.microsoft.com/office/drawing/2014/main" id="{B5E52805-9174-A644-8ABD-91F588F0CDF9}"/>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3" name="Freeform 382">
                  <a:extLst>
                    <a:ext uri="{FF2B5EF4-FFF2-40B4-BE49-F238E27FC236}">
                      <a16:creationId xmlns:a16="http://schemas.microsoft.com/office/drawing/2014/main" id="{76D2CD28-1F92-3D41-B7AE-29A160B712A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4" name="Freeform 383">
                  <a:extLst>
                    <a:ext uri="{FF2B5EF4-FFF2-40B4-BE49-F238E27FC236}">
                      <a16:creationId xmlns:a16="http://schemas.microsoft.com/office/drawing/2014/main" id="{04612F60-D252-974D-93EB-FDB70B903443}"/>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5" name="Freeform 384">
                  <a:extLst>
                    <a:ext uri="{FF2B5EF4-FFF2-40B4-BE49-F238E27FC236}">
                      <a16:creationId xmlns:a16="http://schemas.microsoft.com/office/drawing/2014/main" id="{923BAC06-842B-F147-83CF-E13A0EA0CCBC}"/>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86" name="Straight Connector 385">
                  <a:extLst>
                    <a:ext uri="{FF2B5EF4-FFF2-40B4-BE49-F238E27FC236}">
                      <a16:creationId xmlns:a16="http://schemas.microsoft.com/office/drawing/2014/main" id="{40C05CBD-7D1C-8541-92D2-BC763E8E8EED}"/>
                    </a:ext>
                  </a:extLst>
                </p:cNvPr>
                <p:cNvCxnSpPr>
                  <a:endCxn id="381"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87" name="Straight Connector 386">
                  <a:extLst>
                    <a:ext uri="{FF2B5EF4-FFF2-40B4-BE49-F238E27FC236}">
                      <a16:creationId xmlns:a16="http://schemas.microsoft.com/office/drawing/2014/main" id="{D6AD7786-A1F4-C449-A6DD-1E2537A37721}"/>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76" name="Group 375">
                <a:extLst>
                  <a:ext uri="{FF2B5EF4-FFF2-40B4-BE49-F238E27FC236}">
                    <a16:creationId xmlns:a16="http://schemas.microsoft.com/office/drawing/2014/main" id="{CB56850E-A076-8247-B3B4-11EC70C4086D}"/>
                  </a:ext>
                </a:extLst>
              </p:cNvPr>
              <p:cNvGrpSpPr/>
              <p:nvPr/>
            </p:nvGrpSpPr>
            <p:grpSpPr>
              <a:xfrm>
                <a:off x="1844715" y="2907714"/>
                <a:ext cx="356365" cy="333774"/>
                <a:chOff x="741398" y="1743005"/>
                <a:chExt cx="356365" cy="333774"/>
              </a:xfrm>
            </p:grpSpPr>
            <p:sp>
              <p:nvSpPr>
                <p:cNvPr id="377" name="Oval 376">
                  <a:extLst>
                    <a:ext uri="{FF2B5EF4-FFF2-40B4-BE49-F238E27FC236}">
                      <a16:creationId xmlns:a16="http://schemas.microsoft.com/office/drawing/2014/main" id="{824D8097-5CC3-2E4C-9F15-B993F3A6D5A5}"/>
                    </a:ext>
                  </a:extLst>
                </p:cNvPr>
                <p:cNvSpPr/>
                <p:nvPr/>
              </p:nvSpPr>
              <p:spPr bwMode="auto">
                <a:xfrm>
                  <a:off x="741398" y="1850752"/>
                  <a:ext cx="356365" cy="168450"/>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8" name="TextBox 377">
                  <a:extLst>
                    <a:ext uri="{FF2B5EF4-FFF2-40B4-BE49-F238E27FC236}">
                      <a16:creationId xmlns:a16="http://schemas.microsoft.com/office/drawing/2014/main" id="{E11DE245-B5B5-3649-868A-4CD4FF70FE95}"/>
                    </a:ext>
                  </a:extLst>
                </p:cNvPr>
                <p:cNvSpPr txBox="1"/>
                <p:nvPr/>
              </p:nvSpPr>
              <p:spPr>
                <a:xfrm>
                  <a:off x="783895" y="1743005"/>
                  <a:ext cx="292553" cy="333774"/>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charset="0"/>
                      <a:ea typeface="ＭＳ Ｐゴシック" charset="0"/>
                    </a:rPr>
                    <a:t>u</a:t>
                  </a:r>
                </a:p>
              </p:txBody>
            </p:sp>
          </p:grpSp>
        </p:grpSp>
        <p:grpSp>
          <p:nvGrpSpPr>
            <p:cNvPr id="333" name="Group 332">
              <a:extLst>
                <a:ext uri="{FF2B5EF4-FFF2-40B4-BE49-F238E27FC236}">
                  <a16:creationId xmlns:a16="http://schemas.microsoft.com/office/drawing/2014/main" id="{431BBE16-D442-054B-BAC5-76CAFD6BD2A5}"/>
                </a:ext>
              </a:extLst>
            </p:cNvPr>
            <p:cNvGrpSpPr/>
            <p:nvPr/>
          </p:nvGrpSpPr>
          <p:grpSpPr>
            <a:xfrm>
              <a:off x="6285253" y="2579331"/>
              <a:ext cx="687402" cy="480963"/>
              <a:chOff x="1736090" y="2893762"/>
              <a:chExt cx="565150" cy="347726"/>
            </a:xfrm>
          </p:grpSpPr>
          <p:grpSp>
            <p:nvGrpSpPr>
              <p:cNvPr id="362" name="Group 327">
                <a:extLst>
                  <a:ext uri="{FF2B5EF4-FFF2-40B4-BE49-F238E27FC236}">
                    <a16:creationId xmlns:a16="http://schemas.microsoft.com/office/drawing/2014/main" id="{838F87CD-61CF-C943-AC83-B826FFFF7A3F}"/>
                  </a:ext>
                </a:extLst>
              </p:cNvPr>
              <p:cNvGrpSpPr>
                <a:grpSpLocks/>
              </p:cNvGrpSpPr>
              <p:nvPr/>
            </p:nvGrpSpPr>
            <p:grpSpPr bwMode="auto">
              <a:xfrm>
                <a:off x="1736090" y="2893762"/>
                <a:ext cx="565150" cy="292100"/>
                <a:chOff x="1871277" y="1576300"/>
                <a:chExt cx="1128371" cy="437861"/>
              </a:xfrm>
            </p:grpSpPr>
            <p:sp>
              <p:nvSpPr>
                <p:cNvPr id="366" name="Oval 365">
                  <a:extLst>
                    <a:ext uri="{FF2B5EF4-FFF2-40B4-BE49-F238E27FC236}">
                      <a16:creationId xmlns:a16="http://schemas.microsoft.com/office/drawing/2014/main" id="{0ED521EC-D0D3-1247-B3BB-E47DF2D2F0C7}"/>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67" name="Rectangle 366">
                  <a:extLst>
                    <a:ext uri="{FF2B5EF4-FFF2-40B4-BE49-F238E27FC236}">
                      <a16:creationId xmlns:a16="http://schemas.microsoft.com/office/drawing/2014/main" id="{3F6E4DA5-C998-6F45-A49A-5B26D59B20C1}"/>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8" name="Oval 367">
                  <a:extLst>
                    <a:ext uri="{FF2B5EF4-FFF2-40B4-BE49-F238E27FC236}">
                      <a16:creationId xmlns:a16="http://schemas.microsoft.com/office/drawing/2014/main" id="{E05A0AC1-DC1A-964A-97CC-83B9E3375C59}"/>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69" name="Freeform 368">
                  <a:extLst>
                    <a:ext uri="{FF2B5EF4-FFF2-40B4-BE49-F238E27FC236}">
                      <a16:creationId xmlns:a16="http://schemas.microsoft.com/office/drawing/2014/main" id="{42E7681D-A64C-F04C-94F3-FA8697E4D3AF}"/>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0" name="Freeform 369">
                  <a:extLst>
                    <a:ext uri="{FF2B5EF4-FFF2-40B4-BE49-F238E27FC236}">
                      <a16:creationId xmlns:a16="http://schemas.microsoft.com/office/drawing/2014/main" id="{BBF48F50-0417-D740-ADB8-939BE1EA867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1" name="Freeform 370">
                  <a:extLst>
                    <a:ext uri="{FF2B5EF4-FFF2-40B4-BE49-F238E27FC236}">
                      <a16:creationId xmlns:a16="http://schemas.microsoft.com/office/drawing/2014/main" id="{36FD4761-DA58-F74F-8F44-310BBFFE0DE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2" name="Freeform 371">
                  <a:extLst>
                    <a:ext uri="{FF2B5EF4-FFF2-40B4-BE49-F238E27FC236}">
                      <a16:creationId xmlns:a16="http://schemas.microsoft.com/office/drawing/2014/main" id="{F8DF6EB3-3D4E-344A-B8CD-29D84ECE8F7B}"/>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73" name="Straight Connector 372">
                  <a:extLst>
                    <a:ext uri="{FF2B5EF4-FFF2-40B4-BE49-F238E27FC236}">
                      <a16:creationId xmlns:a16="http://schemas.microsoft.com/office/drawing/2014/main" id="{549A5C46-56F8-A240-9B8D-EFB1D85344AA}"/>
                    </a:ext>
                  </a:extLst>
                </p:cNvPr>
                <p:cNvCxnSpPr>
                  <a:endCxn id="368"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74" name="Straight Connector 373">
                  <a:extLst>
                    <a:ext uri="{FF2B5EF4-FFF2-40B4-BE49-F238E27FC236}">
                      <a16:creationId xmlns:a16="http://schemas.microsoft.com/office/drawing/2014/main" id="{85F33945-95FF-464E-B661-0CC95E3B1DCF}"/>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63" name="Group 362">
                <a:extLst>
                  <a:ext uri="{FF2B5EF4-FFF2-40B4-BE49-F238E27FC236}">
                    <a16:creationId xmlns:a16="http://schemas.microsoft.com/office/drawing/2014/main" id="{3F98D8AA-23AB-DD4F-8F23-362741C6E1CA}"/>
                  </a:ext>
                </a:extLst>
              </p:cNvPr>
              <p:cNvGrpSpPr/>
              <p:nvPr/>
            </p:nvGrpSpPr>
            <p:grpSpPr>
              <a:xfrm>
                <a:off x="1844715" y="2907714"/>
                <a:ext cx="356365" cy="333774"/>
                <a:chOff x="741398" y="1743005"/>
                <a:chExt cx="356365" cy="333774"/>
              </a:xfrm>
            </p:grpSpPr>
            <p:sp>
              <p:nvSpPr>
                <p:cNvPr id="364" name="Oval 363">
                  <a:extLst>
                    <a:ext uri="{FF2B5EF4-FFF2-40B4-BE49-F238E27FC236}">
                      <a16:creationId xmlns:a16="http://schemas.microsoft.com/office/drawing/2014/main" id="{C4070F47-79D5-1D43-8087-8F32388338D0}"/>
                    </a:ext>
                  </a:extLst>
                </p:cNvPr>
                <p:cNvSpPr/>
                <p:nvPr/>
              </p:nvSpPr>
              <p:spPr bwMode="auto">
                <a:xfrm>
                  <a:off x="741398" y="1850752"/>
                  <a:ext cx="356365" cy="168450"/>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5" name="TextBox 364">
                  <a:extLst>
                    <a:ext uri="{FF2B5EF4-FFF2-40B4-BE49-F238E27FC236}">
                      <a16:creationId xmlns:a16="http://schemas.microsoft.com/office/drawing/2014/main" id="{7018147D-1608-E247-AF2F-0A3FA61F6872}"/>
                    </a:ext>
                  </a:extLst>
                </p:cNvPr>
                <p:cNvSpPr txBox="1"/>
                <p:nvPr/>
              </p:nvSpPr>
              <p:spPr>
                <a:xfrm>
                  <a:off x="783895" y="1743005"/>
                  <a:ext cx="278343" cy="333774"/>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charset="0"/>
                      <a:ea typeface="ＭＳ Ｐゴシック" charset="0"/>
                    </a:rPr>
                    <a:t>z</a:t>
                  </a:r>
                </a:p>
              </p:txBody>
            </p:sp>
          </p:grpSp>
        </p:grpSp>
        <p:grpSp>
          <p:nvGrpSpPr>
            <p:cNvPr id="334" name="Group 333">
              <a:extLst>
                <a:ext uri="{FF2B5EF4-FFF2-40B4-BE49-F238E27FC236}">
                  <a16:creationId xmlns:a16="http://schemas.microsoft.com/office/drawing/2014/main" id="{61A2A150-9A5E-2E46-B3B6-B8E0444FDA40}"/>
                </a:ext>
              </a:extLst>
            </p:cNvPr>
            <p:cNvGrpSpPr/>
            <p:nvPr/>
          </p:nvGrpSpPr>
          <p:grpSpPr>
            <a:xfrm>
              <a:off x="4927962" y="3152913"/>
              <a:ext cx="687402" cy="480963"/>
              <a:chOff x="1736090" y="2893762"/>
              <a:chExt cx="565150" cy="347726"/>
            </a:xfrm>
          </p:grpSpPr>
          <p:grpSp>
            <p:nvGrpSpPr>
              <p:cNvPr id="349" name="Group 327">
                <a:extLst>
                  <a:ext uri="{FF2B5EF4-FFF2-40B4-BE49-F238E27FC236}">
                    <a16:creationId xmlns:a16="http://schemas.microsoft.com/office/drawing/2014/main" id="{D9B4429C-85AB-E840-84D8-FA40FE4AAD7B}"/>
                  </a:ext>
                </a:extLst>
              </p:cNvPr>
              <p:cNvGrpSpPr>
                <a:grpSpLocks/>
              </p:cNvGrpSpPr>
              <p:nvPr/>
            </p:nvGrpSpPr>
            <p:grpSpPr bwMode="auto">
              <a:xfrm>
                <a:off x="1736090" y="2893762"/>
                <a:ext cx="565150" cy="292100"/>
                <a:chOff x="1871277" y="1576300"/>
                <a:chExt cx="1128371" cy="437861"/>
              </a:xfrm>
            </p:grpSpPr>
            <p:sp>
              <p:nvSpPr>
                <p:cNvPr id="353" name="Oval 352">
                  <a:extLst>
                    <a:ext uri="{FF2B5EF4-FFF2-40B4-BE49-F238E27FC236}">
                      <a16:creationId xmlns:a16="http://schemas.microsoft.com/office/drawing/2014/main" id="{EAB42D73-2A2D-FA4C-9CE4-AB00D07503EF}"/>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54" name="Rectangle 353">
                  <a:extLst>
                    <a:ext uri="{FF2B5EF4-FFF2-40B4-BE49-F238E27FC236}">
                      <a16:creationId xmlns:a16="http://schemas.microsoft.com/office/drawing/2014/main" id="{64BE1C9C-3344-3D42-8250-14C1226B42B2}"/>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5" name="Oval 354">
                  <a:extLst>
                    <a:ext uri="{FF2B5EF4-FFF2-40B4-BE49-F238E27FC236}">
                      <a16:creationId xmlns:a16="http://schemas.microsoft.com/office/drawing/2014/main" id="{4EA0FEC9-B172-2F49-B3E9-B131F0BBAFF3}"/>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56" name="Freeform 355">
                  <a:extLst>
                    <a:ext uri="{FF2B5EF4-FFF2-40B4-BE49-F238E27FC236}">
                      <a16:creationId xmlns:a16="http://schemas.microsoft.com/office/drawing/2014/main" id="{DB5061C7-9E8A-D046-B17E-E5570300DE1D}"/>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7" name="Freeform 356">
                  <a:extLst>
                    <a:ext uri="{FF2B5EF4-FFF2-40B4-BE49-F238E27FC236}">
                      <a16:creationId xmlns:a16="http://schemas.microsoft.com/office/drawing/2014/main" id="{62A5B80A-DD73-F74C-9F2C-58AECB292CB1}"/>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8" name="Freeform 357">
                  <a:extLst>
                    <a:ext uri="{FF2B5EF4-FFF2-40B4-BE49-F238E27FC236}">
                      <a16:creationId xmlns:a16="http://schemas.microsoft.com/office/drawing/2014/main" id="{FCD61B9F-ACCC-6247-8A0D-B092E4119A1F}"/>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9" name="Freeform 358">
                  <a:extLst>
                    <a:ext uri="{FF2B5EF4-FFF2-40B4-BE49-F238E27FC236}">
                      <a16:creationId xmlns:a16="http://schemas.microsoft.com/office/drawing/2014/main" id="{94E1C9C7-8C08-6549-B805-129570A13983}"/>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60" name="Straight Connector 359">
                  <a:extLst>
                    <a:ext uri="{FF2B5EF4-FFF2-40B4-BE49-F238E27FC236}">
                      <a16:creationId xmlns:a16="http://schemas.microsoft.com/office/drawing/2014/main" id="{A4659640-7F4B-0B49-BF24-166017C6A55C}"/>
                    </a:ext>
                  </a:extLst>
                </p:cNvPr>
                <p:cNvCxnSpPr>
                  <a:endCxn id="355"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61" name="Straight Connector 360">
                  <a:extLst>
                    <a:ext uri="{FF2B5EF4-FFF2-40B4-BE49-F238E27FC236}">
                      <a16:creationId xmlns:a16="http://schemas.microsoft.com/office/drawing/2014/main" id="{FCB37C50-EDC1-DA4D-9C1E-43EC565B4844}"/>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50" name="Group 349">
                <a:extLst>
                  <a:ext uri="{FF2B5EF4-FFF2-40B4-BE49-F238E27FC236}">
                    <a16:creationId xmlns:a16="http://schemas.microsoft.com/office/drawing/2014/main" id="{4CCC8E41-AE12-2E45-9CDA-81815FBE6A31}"/>
                  </a:ext>
                </a:extLst>
              </p:cNvPr>
              <p:cNvGrpSpPr/>
              <p:nvPr/>
            </p:nvGrpSpPr>
            <p:grpSpPr>
              <a:xfrm>
                <a:off x="1844715" y="2907714"/>
                <a:ext cx="356365" cy="333774"/>
                <a:chOff x="741398" y="1743005"/>
                <a:chExt cx="356365" cy="333774"/>
              </a:xfrm>
            </p:grpSpPr>
            <p:sp>
              <p:nvSpPr>
                <p:cNvPr id="351" name="Oval 350">
                  <a:extLst>
                    <a:ext uri="{FF2B5EF4-FFF2-40B4-BE49-F238E27FC236}">
                      <a16:creationId xmlns:a16="http://schemas.microsoft.com/office/drawing/2014/main" id="{EE9F6CD0-DD61-534F-B730-D6272896CA5F}"/>
                    </a:ext>
                  </a:extLst>
                </p:cNvPr>
                <p:cNvSpPr/>
                <p:nvPr/>
              </p:nvSpPr>
              <p:spPr bwMode="auto">
                <a:xfrm>
                  <a:off x="741398" y="1850752"/>
                  <a:ext cx="356365" cy="168450"/>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2" name="TextBox 351">
                  <a:extLst>
                    <a:ext uri="{FF2B5EF4-FFF2-40B4-BE49-F238E27FC236}">
                      <a16:creationId xmlns:a16="http://schemas.microsoft.com/office/drawing/2014/main" id="{606A2E50-67A7-944A-BFBE-007FE0561769}"/>
                    </a:ext>
                  </a:extLst>
                </p:cNvPr>
                <p:cNvSpPr txBox="1"/>
                <p:nvPr/>
              </p:nvSpPr>
              <p:spPr>
                <a:xfrm>
                  <a:off x="783895" y="1743005"/>
                  <a:ext cx="278343" cy="333774"/>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charset="0"/>
                      <a:ea typeface="ＭＳ Ｐゴシック" charset="0"/>
                    </a:rPr>
                    <a:t>y</a:t>
                  </a:r>
                </a:p>
              </p:txBody>
            </p:sp>
          </p:grpSp>
        </p:grpSp>
        <p:grpSp>
          <p:nvGrpSpPr>
            <p:cNvPr id="335" name="Group 334">
              <a:extLst>
                <a:ext uri="{FF2B5EF4-FFF2-40B4-BE49-F238E27FC236}">
                  <a16:creationId xmlns:a16="http://schemas.microsoft.com/office/drawing/2014/main" id="{197C3411-8ACC-A144-B943-909C445C648C}"/>
                </a:ext>
              </a:extLst>
            </p:cNvPr>
            <p:cNvGrpSpPr/>
            <p:nvPr/>
          </p:nvGrpSpPr>
          <p:grpSpPr>
            <a:xfrm>
              <a:off x="3337414" y="3136841"/>
              <a:ext cx="687402" cy="480963"/>
              <a:chOff x="1736090" y="2893762"/>
              <a:chExt cx="565150" cy="347726"/>
            </a:xfrm>
          </p:grpSpPr>
          <p:grpSp>
            <p:nvGrpSpPr>
              <p:cNvPr id="336" name="Group 327">
                <a:extLst>
                  <a:ext uri="{FF2B5EF4-FFF2-40B4-BE49-F238E27FC236}">
                    <a16:creationId xmlns:a16="http://schemas.microsoft.com/office/drawing/2014/main" id="{FA996CF8-59FA-CC40-ABE8-FDC6CACF059D}"/>
                  </a:ext>
                </a:extLst>
              </p:cNvPr>
              <p:cNvGrpSpPr>
                <a:grpSpLocks/>
              </p:cNvGrpSpPr>
              <p:nvPr/>
            </p:nvGrpSpPr>
            <p:grpSpPr bwMode="auto">
              <a:xfrm>
                <a:off x="1736090" y="2893762"/>
                <a:ext cx="565150" cy="292100"/>
                <a:chOff x="1871277" y="1576300"/>
                <a:chExt cx="1128371" cy="437861"/>
              </a:xfrm>
            </p:grpSpPr>
            <p:sp>
              <p:nvSpPr>
                <p:cNvPr id="340" name="Oval 339">
                  <a:extLst>
                    <a:ext uri="{FF2B5EF4-FFF2-40B4-BE49-F238E27FC236}">
                      <a16:creationId xmlns:a16="http://schemas.microsoft.com/office/drawing/2014/main" id="{22C80AE6-A280-4F4B-BB3C-510377C8C0F4}"/>
                    </a:ext>
                  </a:extLst>
                </p:cNvPr>
                <p:cNvSpPr/>
                <p:nvPr/>
              </p:nvSpPr>
              <p:spPr bwMode="auto">
                <a:xfrm flipV="1">
                  <a:off x="1874446" y="1692905"/>
                  <a:ext cx="1125202" cy="321256"/>
                </a:xfrm>
                <a:prstGeom prst="ellipse">
                  <a:avLst/>
                </a:prstGeom>
                <a:gradFill flip="none" rotWithShape="1">
                  <a:gsLst>
                    <a:gs pos="0">
                      <a:srgbClr val="3333CC">
                        <a:lumMod val="75000"/>
                      </a:srgbClr>
                    </a:gs>
                    <a:gs pos="53000">
                      <a:srgbClr val="3333CC">
                        <a:lumMod val="60000"/>
                        <a:lumOff val="40000"/>
                      </a:srgbClr>
                    </a:gs>
                    <a:gs pos="100000">
                      <a:srgbClr val="3333CC">
                        <a:lumMod val="75000"/>
                      </a:srgbClr>
                    </a:gs>
                  </a:gsLst>
                  <a:lin ang="0" scaled="1"/>
                  <a:tileRect/>
                </a:gra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41" name="Rectangle 340">
                  <a:extLst>
                    <a:ext uri="{FF2B5EF4-FFF2-40B4-BE49-F238E27FC236}">
                      <a16:creationId xmlns:a16="http://schemas.microsoft.com/office/drawing/2014/main" id="{7A7898E7-4AEB-F249-8E1A-BB05B6E7C9A1}"/>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2" name="Oval 341">
                  <a:extLst>
                    <a:ext uri="{FF2B5EF4-FFF2-40B4-BE49-F238E27FC236}">
                      <a16:creationId xmlns:a16="http://schemas.microsoft.com/office/drawing/2014/main" id="{9F50EA59-1055-3C43-B49F-67EE49989A84}"/>
                    </a:ext>
                  </a:extLst>
                </p:cNvPr>
                <p:cNvSpPr/>
                <p:nvPr/>
              </p:nvSpPr>
              <p:spPr bwMode="auto">
                <a:xfrm flipV="1">
                  <a:off x="1871277" y="1576300"/>
                  <a:ext cx="1125200" cy="321257"/>
                </a:xfrm>
                <a:prstGeom prst="ellipse">
                  <a:avLst/>
                </a:prstGeom>
                <a:solidFill>
                  <a:srgbClr val="FFFFFF">
                    <a:lumMod val="75000"/>
                  </a:srgbClr>
                </a:solidFill>
                <a:ln w="6350" cap="flat" cmpd="sng" algn="ctr">
                  <a:solidFill>
                    <a:srgbClr val="000000"/>
                  </a:solid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solidFill>
                        <a:srgbClr val="000000"/>
                      </a:solidFill>
                    </a:ln>
                    <a:solidFill>
                      <a:srgbClr val="FFFFFF"/>
                    </a:solidFill>
                    <a:effectLst/>
                    <a:uLnTx/>
                    <a:uFillTx/>
                    <a:latin typeface="Gill Sans MT"/>
                    <a:ea typeface="+mn-ea"/>
                    <a:cs typeface="+mn-cs"/>
                  </a:endParaRPr>
                </a:p>
              </p:txBody>
            </p:sp>
            <p:sp>
              <p:nvSpPr>
                <p:cNvPr id="343" name="Freeform 342">
                  <a:extLst>
                    <a:ext uri="{FF2B5EF4-FFF2-40B4-BE49-F238E27FC236}">
                      <a16:creationId xmlns:a16="http://schemas.microsoft.com/office/drawing/2014/main" id="{D1F158B9-CEAB-D242-AB06-53FBCFA9D5B2}"/>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4" name="Freeform 343">
                  <a:extLst>
                    <a:ext uri="{FF2B5EF4-FFF2-40B4-BE49-F238E27FC236}">
                      <a16:creationId xmlns:a16="http://schemas.microsoft.com/office/drawing/2014/main" id="{08E9302C-A5DE-0241-BE60-AE05D920ACD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5" name="Freeform 344">
                  <a:extLst>
                    <a:ext uri="{FF2B5EF4-FFF2-40B4-BE49-F238E27FC236}">
                      <a16:creationId xmlns:a16="http://schemas.microsoft.com/office/drawing/2014/main" id="{EAAE4EC6-E487-8A47-8AF3-2A052E995BCF}"/>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6" name="Freeform 345">
                  <a:extLst>
                    <a:ext uri="{FF2B5EF4-FFF2-40B4-BE49-F238E27FC236}">
                      <a16:creationId xmlns:a16="http://schemas.microsoft.com/office/drawing/2014/main" id="{0164778C-A0F6-7F4F-9284-7AE8E2F673FA}"/>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rgbClr val="3333CC">
                    <a:lumMod val="75000"/>
                  </a:srgbClr>
                </a:solidFill>
                <a:ln w="9525" cap="flat" cmpd="sng" algn="ctr">
                  <a:noFill/>
                  <a:prstDash val="solid"/>
                </a:ln>
                <a:effectLst>
                  <a:outerShdw blurRad="40000" dist="23000" dir="5400000" rotWithShape="0">
                    <a:srgbClr val="000000">
                      <a:alpha val="35000"/>
                    </a:srgbClr>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47" name="Straight Connector 346">
                  <a:extLst>
                    <a:ext uri="{FF2B5EF4-FFF2-40B4-BE49-F238E27FC236}">
                      <a16:creationId xmlns:a16="http://schemas.microsoft.com/office/drawing/2014/main" id="{ACED6B67-F910-AB41-9E13-0CA1E6D4BA56}"/>
                    </a:ext>
                  </a:extLst>
                </p:cNvPr>
                <p:cNvCxnSpPr>
                  <a:endCxn id="342" idx="2"/>
                </p:cNvCxnSpPr>
                <p:nvPr/>
              </p:nvCxnSpPr>
              <p:spPr bwMode="auto">
                <a:xfrm flipH="1" flipV="1">
                  <a:off x="1871277" y="1735739"/>
                  <a:ext cx="3169"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cxnSp>
              <p:nvCxnSpPr>
                <p:cNvPr id="348" name="Straight Connector 347">
                  <a:extLst>
                    <a:ext uri="{FF2B5EF4-FFF2-40B4-BE49-F238E27FC236}">
                      <a16:creationId xmlns:a16="http://schemas.microsoft.com/office/drawing/2014/main" id="{6F5908E8-6AF8-F24C-9B0C-EA7C236DCA30}"/>
                    </a:ext>
                  </a:extLst>
                </p:cNvPr>
                <p:cNvCxnSpPr/>
                <p:nvPr/>
              </p:nvCxnSpPr>
              <p:spPr bwMode="auto">
                <a:xfrm flipH="1" flipV="1">
                  <a:off x="2996477" y="1733359"/>
                  <a:ext cx="3171" cy="123743"/>
                </a:xfrm>
                <a:prstGeom prst="line">
                  <a:avLst/>
                </a:prstGeom>
                <a:noFill/>
                <a:ln w="6350" cap="flat" cmpd="sng" algn="ctr">
                  <a:solidFill>
                    <a:srgbClr val="000000"/>
                  </a:solidFill>
                  <a:prstDash val="solid"/>
                </a:ln>
                <a:effectLst>
                  <a:outerShdw blurRad="40005" dist="19939" dir="5400000" algn="tl" rotWithShape="0">
                    <a:srgbClr val="000000">
                      <a:alpha val="38000"/>
                    </a:srgbClr>
                  </a:outerShdw>
                </a:effectLst>
              </p:spPr>
            </p:cxnSp>
          </p:grpSp>
          <p:grpSp>
            <p:nvGrpSpPr>
              <p:cNvPr id="337" name="Group 336">
                <a:extLst>
                  <a:ext uri="{FF2B5EF4-FFF2-40B4-BE49-F238E27FC236}">
                    <a16:creationId xmlns:a16="http://schemas.microsoft.com/office/drawing/2014/main" id="{FF9A239B-8694-AE47-A6A5-D2E2B19846A6}"/>
                  </a:ext>
                </a:extLst>
              </p:cNvPr>
              <p:cNvGrpSpPr/>
              <p:nvPr/>
            </p:nvGrpSpPr>
            <p:grpSpPr>
              <a:xfrm>
                <a:off x="1844715" y="2907714"/>
                <a:ext cx="356365" cy="333774"/>
                <a:chOff x="741398" y="1743005"/>
                <a:chExt cx="356365" cy="333774"/>
              </a:xfrm>
            </p:grpSpPr>
            <p:sp>
              <p:nvSpPr>
                <p:cNvPr id="338" name="Oval 337">
                  <a:extLst>
                    <a:ext uri="{FF2B5EF4-FFF2-40B4-BE49-F238E27FC236}">
                      <a16:creationId xmlns:a16="http://schemas.microsoft.com/office/drawing/2014/main" id="{2B59912B-55F6-B640-9431-9D0C0A4BCB3C}"/>
                    </a:ext>
                  </a:extLst>
                </p:cNvPr>
                <p:cNvSpPr/>
                <p:nvPr/>
              </p:nvSpPr>
              <p:spPr bwMode="auto">
                <a:xfrm>
                  <a:off x="741398" y="1850752"/>
                  <a:ext cx="356365" cy="168450"/>
                </a:xfrm>
                <a:prstGeom prst="ellipse">
                  <a:avLst/>
                </a:prstGeom>
                <a:solidFill>
                  <a:srgbClr val="FFFFFF">
                    <a:alpha val="76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39" name="TextBox 338">
                  <a:extLst>
                    <a:ext uri="{FF2B5EF4-FFF2-40B4-BE49-F238E27FC236}">
                      <a16:creationId xmlns:a16="http://schemas.microsoft.com/office/drawing/2014/main" id="{972EBFF0-B83B-E347-8110-C86DE56A7485}"/>
                    </a:ext>
                  </a:extLst>
                </p:cNvPr>
                <p:cNvSpPr txBox="1"/>
                <p:nvPr/>
              </p:nvSpPr>
              <p:spPr>
                <a:xfrm>
                  <a:off x="783895" y="1743005"/>
                  <a:ext cx="278343" cy="333774"/>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charset="0"/>
                      <a:ea typeface="ＭＳ Ｐゴシック" charset="0"/>
                    </a:rPr>
                    <a:t>x</a:t>
                  </a:r>
                </a:p>
              </p:txBody>
            </p:sp>
          </p:grpSp>
        </p:grpSp>
      </p:grpSp>
      <p:sp>
        <p:nvSpPr>
          <p:cNvPr id="3" name="Title 2">
            <a:extLst>
              <a:ext uri="{FF2B5EF4-FFF2-40B4-BE49-F238E27FC236}">
                <a16:creationId xmlns:a16="http://schemas.microsoft.com/office/drawing/2014/main" id="{FECD85E7-B9DB-9043-B7EC-8C0919E801A1}"/>
              </a:ext>
            </a:extLst>
          </p:cNvPr>
          <p:cNvSpPr>
            <a:spLocks noGrp="1"/>
          </p:cNvSpPr>
          <p:nvPr>
            <p:ph type="title"/>
          </p:nvPr>
        </p:nvSpPr>
        <p:spPr/>
        <p:txBody>
          <a:bodyPr>
            <a:normAutofit/>
          </a:bodyPr>
          <a:lstStyle/>
          <a:p>
            <a:r>
              <a:rPr lang="en-US"/>
              <a:t>Traffic engineering: difficult with traditional routing</a:t>
            </a:r>
          </a:p>
        </p:txBody>
      </p:sp>
      <p:sp>
        <p:nvSpPr>
          <p:cNvPr id="300" name="TextBox 299">
            <a:extLst>
              <a:ext uri="{FF2B5EF4-FFF2-40B4-BE49-F238E27FC236}">
                <a16:creationId xmlns:a16="http://schemas.microsoft.com/office/drawing/2014/main" id="{FA073D9B-37E7-E64E-96CA-547CD0B3CCE6}"/>
              </a:ext>
            </a:extLst>
          </p:cNvPr>
          <p:cNvSpPr txBox="1"/>
          <p:nvPr/>
        </p:nvSpPr>
        <p:spPr>
          <a:xfrm>
            <a:off x="2623386" y="4329157"/>
            <a:ext cx="7417563" cy="1384995"/>
          </a:xfrm>
          <a:prstGeom prst="rect">
            <a:avLst/>
          </a:prstGeom>
          <a:noFill/>
        </p:spPr>
        <p:txBody>
          <a:bodyPr wrap="square" rtlCol="0">
            <a:spAutoFit/>
          </a:bodyPr>
          <a:lstStyle/>
          <a:p>
            <a:r>
              <a:rPr lang="en-US" sz="2800" i="1" u="sng">
                <a:solidFill>
                  <a:srgbClr val="000090"/>
                </a:solidFill>
              </a:rPr>
              <a:t>Q: </a:t>
            </a:r>
            <a:r>
              <a:rPr lang="en-US" sz="2800"/>
              <a:t>what if network operator wants to split  u-to-z traffic along uvwz </a:t>
            </a:r>
            <a:r>
              <a:rPr lang="en-US" sz="2800" i="1">
                <a:solidFill>
                  <a:srgbClr val="CC0000"/>
                </a:solidFill>
              </a:rPr>
              <a:t>and</a:t>
            </a:r>
            <a:r>
              <a:rPr lang="en-US" sz="2800"/>
              <a:t> uxyz (load balancing)?</a:t>
            </a:r>
          </a:p>
          <a:p>
            <a:r>
              <a:rPr lang="en-US" sz="2800" i="1" u="sng">
                <a:solidFill>
                  <a:srgbClr val="000090"/>
                </a:solidFill>
              </a:rPr>
              <a:t>A: </a:t>
            </a:r>
            <a:r>
              <a:rPr lang="en-US" sz="2800"/>
              <a:t>can’t do it (or need a new routing algorithm)</a:t>
            </a:r>
          </a:p>
        </p:txBody>
      </p:sp>
      <p:grpSp>
        <p:nvGrpSpPr>
          <p:cNvPr id="301" name="Group 300">
            <a:extLst>
              <a:ext uri="{FF2B5EF4-FFF2-40B4-BE49-F238E27FC236}">
                <a16:creationId xmlns:a16="http://schemas.microsoft.com/office/drawing/2014/main" id="{5D2685C4-8AFE-C64F-82B9-C2917F255438}"/>
              </a:ext>
            </a:extLst>
          </p:cNvPr>
          <p:cNvGrpSpPr/>
          <p:nvPr/>
        </p:nvGrpSpPr>
        <p:grpSpPr>
          <a:xfrm>
            <a:off x="3389946" y="2087513"/>
            <a:ext cx="1838752" cy="1207922"/>
            <a:chOff x="1800839" y="2199110"/>
            <a:chExt cx="1838752" cy="1207922"/>
          </a:xfrm>
        </p:grpSpPr>
        <p:sp>
          <p:nvSpPr>
            <p:cNvPr id="302" name="Freeform 301">
              <a:extLst>
                <a:ext uri="{FF2B5EF4-FFF2-40B4-BE49-F238E27FC236}">
                  <a16:creationId xmlns:a16="http://schemas.microsoft.com/office/drawing/2014/main" id="{7C98F31C-E02C-894D-B8D6-652C4F3EC9FD}"/>
                </a:ext>
              </a:extLst>
            </p:cNvPr>
            <p:cNvSpPr/>
            <p:nvPr/>
          </p:nvSpPr>
          <p:spPr>
            <a:xfrm>
              <a:off x="1800839" y="2199110"/>
              <a:ext cx="1838752" cy="549777"/>
            </a:xfrm>
            <a:custGeom>
              <a:avLst/>
              <a:gdLst>
                <a:gd name="connsiteX0" fmla="*/ 0 w 1876665"/>
                <a:gd name="connsiteY0" fmla="*/ 739356 h 739356"/>
                <a:gd name="connsiteX1" fmla="*/ 985723 w 1876665"/>
                <a:gd name="connsiteY1" fmla="*/ 720399 h 739356"/>
                <a:gd name="connsiteX2" fmla="*/ 1876665 w 1876665"/>
                <a:gd name="connsiteY2" fmla="*/ 0 h 739356"/>
                <a:gd name="connsiteX0" fmla="*/ 0 w 1876665"/>
                <a:gd name="connsiteY0" fmla="*/ 739356 h 739356"/>
                <a:gd name="connsiteX1" fmla="*/ 818495 w 1876665"/>
                <a:gd name="connsiteY1" fmla="*/ 720399 h 739356"/>
                <a:gd name="connsiteX2" fmla="*/ 1876665 w 1876665"/>
                <a:gd name="connsiteY2" fmla="*/ 0 h 739356"/>
                <a:gd name="connsiteX0" fmla="*/ 0 w 1802341"/>
                <a:gd name="connsiteY0" fmla="*/ 630627 h 630627"/>
                <a:gd name="connsiteX1" fmla="*/ 818495 w 1802341"/>
                <a:gd name="connsiteY1" fmla="*/ 611670 h 630627"/>
                <a:gd name="connsiteX2" fmla="*/ 1802341 w 1802341"/>
                <a:gd name="connsiteY2" fmla="*/ 0 h 630627"/>
              </a:gdLst>
              <a:ahLst/>
              <a:cxnLst>
                <a:cxn ang="0">
                  <a:pos x="connsiteX0" y="connsiteY0"/>
                </a:cxn>
                <a:cxn ang="0">
                  <a:pos x="connsiteX1" y="connsiteY1"/>
                </a:cxn>
                <a:cxn ang="0">
                  <a:pos x="connsiteX2" y="connsiteY2"/>
                </a:cxn>
              </a:cxnLst>
              <a:rect l="l" t="t" r="r" b="b"/>
              <a:pathLst>
                <a:path w="1802341" h="630627">
                  <a:moveTo>
                    <a:pt x="0" y="630627"/>
                  </a:moveTo>
                  <a:lnTo>
                    <a:pt x="818495" y="611670"/>
                  </a:lnTo>
                  <a:lnTo>
                    <a:pt x="1802341" y="0"/>
                  </a:lnTo>
                </a:path>
              </a:pathLst>
            </a:custGeom>
            <a:ln w="50800" cmpd="sng">
              <a:solidFill>
                <a:srgbClr val="CC0000"/>
              </a:solidFill>
              <a:tailEnd type="triangle"/>
            </a:ln>
          </p:spPr>
          <p:txBody>
            <a:bodyPr rtlCol="0" anchor="ctr"/>
            <a:lstStyle/>
            <a:p>
              <a:pPr algn="ctr"/>
              <a:endParaRPr lang="en-US"/>
            </a:p>
          </p:txBody>
        </p:sp>
        <p:sp>
          <p:nvSpPr>
            <p:cNvPr id="303" name="Freeform 302">
              <a:extLst>
                <a:ext uri="{FF2B5EF4-FFF2-40B4-BE49-F238E27FC236}">
                  <a16:creationId xmlns:a16="http://schemas.microsoft.com/office/drawing/2014/main" id="{A72301BF-F676-BD4D-99F2-0250E62D90CF}"/>
                </a:ext>
              </a:extLst>
            </p:cNvPr>
            <p:cNvSpPr/>
            <p:nvPr/>
          </p:nvSpPr>
          <p:spPr>
            <a:xfrm flipV="1">
              <a:off x="1801588" y="2749626"/>
              <a:ext cx="1741891" cy="657406"/>
            </a:xfrm>
            <a:custGeom>
              <a:avLst/>
              <a:gdLst>
                <a:gd name="connsiteX0" fmla="*/ 0 w 1876665"/>
                <a:gd name="connsiteY0" fmla="*/ 739356 h 739356"/>
                <a:gd name="connsiteX1" fmla="*/ 985723 w 1876665"/>
                <a:gd name="connsiteY1" fmla="*/ 720399 h 739356"/>
                <a:gd name="connsiteX2" fmla="*/ 1876665 w 1876665"/>
                <a:gd name="connsiteY2" fmla="*/ 0 h 739356"/>
                <a:gd name="connsiteX0" fmla="*/ 0 w 1876665"/>
                <a:gd name="connsiteY0" fmla="*/ 739356 h 739356"/>
                <a:gd name="connsiteX1" fmla="*/ 818495 w 1876665"/>
                <a:gd name="connsiteY1" fmla="*/ 720399 h 739356"/>
                <a:gd name="connsiteX2" fmla="*/ 1876665 w 1876665"/>
                <a:gd name="connsiteY2" fmla="*/ 0 h 739356"/>
                <a:gd name="connsiteX0" fmla="*/ 0 w 1802341"/>
                <a:gd name="connsiteY0" fmla="*/ 630627 h 630627"/>
                <a:gd name="connsiteX1" fmla="*/ 818495 w 1802341"/>
                <a:gd name="connsiteY1" fmla="*/ 611670 h 630627"/>
                <a:gd name="connsiteX2" fmla="*/ 1802341 w 1802341"/>
                <a:gd name="connsiteY2" fmla="*/ 0 h 630627"/>
                <a:gd name="connsiteX0" fmla="*/ 0 w 1707398"/>
                <a:gd name="connsiteY0" fmla="*/ 754084 h 754084"/>
                <a:gd name="connsiteX1" fmla="*/ 818495 w 1707398"/>
                <a:gd name="connsiteY1" fmla="*/ 735127 h 754084"/>
                <a:gd name="connsiteX2" fmla="*/ 1707398 w 1707398"/>
                <a:gd name="connsiteY2" fmla="*/ 0 h 754084"/>
              </a:gdLst>
              <a:ahLst/>
              <a:cxnLst>
                <a:cxn ang="0">
                  <a:pos x="connsiteX0" y="connsiteY0"/>
                </a:cxn>
                <a:cxn ang="0">
                  <a:pos x="connsiteX1" y="connsiteY1"/>
                </a:cxn>
                <a:cxn ang="0">
                  <a:pos x="connsiteX2" y="connsiteY2"/>
                </a:cxn>
              </a:cxnLst>
              <a:rect l="l" t="t" r="r" b="b"/>
              <a:pathLst>
                <a:path w="1707398" h="754084">
                  <a:moveTo>
                    <a:pt x="0" y="754084"/>
                  </a:moveTo>
                  <a:lnTo>
                    <a:pt x="818495" y="735127"/>
                  </a:lnTo>
                  <a:lnTo>
                    <a:pt x="1707398" y="0"/>
                  </a:lnTo>
                </a:path>
              </a:pathLst>
            </a:custGeom>
            <a:ln w="50800" cmpd="sng">
              <a:solidFill>
                <a:srgbClr val="CC0000"/>
              </a:solidFill>
              <a:tailEnd type="triangle"/>
            </a:ln>
          </p:spPr>
          <p:txBody>
            <a:bodyPr rtlCol="0" anchor="ctr"/>
            <a:lstStyle/>
            <a:p>
              <a:pPr algn="ctr"/>
              <a:endParaRPr lang="en-US"/>
            </a:p>
          </p:txBody>
        </p:sp>
      </p:grpSp>
      <p:sp>
        <p:nvSpPr>
          <p:cNvPr id="2" name="TextBox 1">
            <a:extLst>
              <a:ext uri="{FF2B5EF4-FFF2-40B4-BE49-F238E27FC236}">
                <a16:creationId xmlns:a16="http://schemas.microsoft.com/office/drawing/2014/main" id="{6B174EF4-768B-2132-A4B2-C830E840C4A0}"/>
              </a:ext>
            </a:extLst>
          </p:cNvPr>
          <p:cNvSpPr txBox="1"/>
          <p:nvPr/>
        </p:nvSpPr>
        <p:spPr>
          <a:xfrm>
            <a:off x="2983144" y="6009188"/>
            <a:ext cx="6764236" cy="369332"/>
          </a:xfrm>
          <a:prstGeom prst="rect">
            <a:avLst/>
          </a:prstGeom>
          <a:noFill/>
        </p:spPr>
        <p:txBody>
          <a:bodyPr wrap="square" rtlCol="0">
            <a:spAutoFit/>
          </a:bodyPr>
          <a:lstStyle/>
          <a:p>
            <a:pPr algn="ctr"/>
            <a:r>
              <a:rPr lang="en-US">
                <a:solidFill>
                  <a:srgbClr val="C00000"/>
                </a:solidFill>
              </a:rPr>
              <a:t>Lack of flexibility!</a:t>
            </a:r>
          </a:p>
        </p:txBody>
      </p:sp>
    </p:spTree>
    <p:extLst>
      <p:ext uri="{BB962C8B-B14F-4D97-AF65-F5344CB8AC3E}">
        <p14:creationId xmlns:p14="http://schemas.microsoft.com/office/powerpoint/2010/main" val="33014730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0">
                                            <p:txEl>
                                              <p:pRg st="0" end="0"/>
                                            </p:txEl>
                                          </p:spTgt>
                                        </p:tgtEl>
                                        <p:attrNameLst>
                                          <p:attrName>style.visibility</p:attrName>
                                        </p:attrNameLst>
                                      </p:cBhvr>
                                      <p:to>
                                        <p:strVal val="visible"/>
                                      </p:to>
                                    </p:set>
                                    <p:animEffect transition="in" filter="dissolve">
                                      <p:cBhvr>
                                        <p:cTn id="7" dur="500"/>
                                        <p:tgtEl>
                                          <p:spTgt spid="300">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01"/>
                                        </p:tgtEl>
                                        <p:attrNameLst>
                                          <p:attrName>style.visibility</p:attrName>
                                        </p:attrNameLst>
                                      </p:cBhvr>
                                      <p:to>
                                        <p:strVal val="visible"/>
                                      </p:to>
                                    </p:set>
                                    <p:animEffect transition="in" filter="dissolve">
                                      <p:cBhvr>
                                        <p:cTn id="10" dur="500"/>
                                        <p:tgtEl>
                                          <p:spTgt spid="301"/>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00">
                                            <p:txEl>
                                              <p:pRg st="1" end="1"/>
                                            </p:txEl>
                                          </p:spTgt>
                                        </p:tgtEl>
                                        <p:attrNameLst>
                                          <p:attrName>style.visibility</p:attrName>
                                        </p:attrNameLst>
                                      </p:cBhvr>
                                      <p:to>
                                        <p:strVal val="visible"/>
                                      </p:to>
                                    </p:set>
                                    <p:animEffect transition="in" filter="dissolve">
                                      <p:cBhvr>
                                        <p:cTn id="15" dur="500"/>
                                        <p:tgtEl>
                                          <p:spTgt spid="300">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pPr lvl="0">
              <a:lnSpc>
                <a:spcPct val="100000"/>
              </a:lnSpc>
              <a:buSzTx/>
              <a:defRPr/>
            </a:pPr>
            <a:r>
              <a:rPr lang="en-US" altLang="en-US" b="0" dirty="0">
                <a:solidFill>
                  <a:schemeClr val="bg1"/>
                </a:solidFill>
                <a:latin typeface="Arial" panose="020B0604020202020204" pitchFamily="34" charset="0"/>
                <a:ea typeface="ＭＳ Ｐゴシック" panose="020B0600070205080204" pitchFamily="34" charset="-128"/>
                <a:cs typeface="ＭＳ Ｐゴシック" panose="020B0600070205080204" pitchFamily="34" charset="-128"/>
              </a:rPr>
              <a:t>Traditional Router: Per-router distributed control plane</a:t>
            </a:r>
          </a:p>
        </p:txBody>
      </p:sp>
      <p:grpSp>
        <p:nvGrpSpPr>
          <p:cNvPr id="11" name="Group 60">
            <a:extLst>
              <a:ext uri="{FF2B5EF4-FFF2-40B4-BE49-F238E27FC236}">
                <a16:creationId xmlns:a16="http://schemas.microsoft.com/office/drawing/2014/main" id="{BFA21CC6-3BDD-0546-BF9B-53F12E412143}"/>
              </a:ext>
            </a:extLst>
          </p:cNvPr>
          <p:cNvGrpSpPr>
            <a:grpSpLocks/>
          </p:cNvGrpSpPr>
          <p:nvPr/>
        </p:nvGrpSpPr>
        <p:grpSpPr bwMode="auto">
          <a:xfrm>
            <a:off x="3466774" y="3466272"/>
            <a:ext cx="1609725" cy="2343150"/>
            <a:chOff x="2418" y="1882"/>
            <a:chExt cx="1014" cy="1476"/>
          </a:xfrm>
          <a:effectLst>
            <a:outerShdw blurRad="50800" dist="38100" dir="2700000" algn="tl" rotWithShape="0">
              <a:prstClr val="black">
                <a:alpha val="40000"/>
              </a:prstClr>
            </a:outerShdw>
          </a:effectLst>
        </p:grpSpPr>
        <p:sp>
          <p:nvSpPr>
            <p:cNvPr id="12" name="Rectangle 45">
              <a:extLst>
                <a:ext uri="{FF2B5EF4-FFF2-40B4-BE49-F238E27FC236}">
                  <a16:creationId xmlns:a16="http://schemas.microsoft.com/office/drawing/2014/main" id="{97E8C5CE-2986-D342-8AF6-D8B4A72B6F58}"/>
                </a:ext>
              </a:extLst>
            </p:cNvPr>
            <p:cNvSpPr>
              <a:spLocks noChangeArrowheads="1"/>
            </p:cNvSpPr>
            <p:nvPr/>
          </p:nvSpPr>
          <p:spPr bwMode="auto">
            <a:xfrm>
              <a:off x="2418" y="1882"/>
              <a:ext cx="1014" cy="1476"/>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3" name="Text Box 48">
              <a:extLst>
                <a:ext uri="{FF2B5EF4-FFF2-40B4-BE49-F238E27FC236}">
                  <a16:creationId xmlns:a16="http://schemas.microsoft.com/office/drawing/2014/main" id="{62B04B43-D6DE-1643-8C5F-DAEC3D27B5B9}"/>
                </a:ext>
              </a:extLst>
            </p:cNvPr>
            <p:cNvSpPr txBox="1">
              <a:spLocks noChangeArrowheads="1"/>
            </p:cNvSpPr>
            <p:nvPr/>
          </p:nvSpPr>
          <p:spPr bwMode="auto">
            <a:xfrm>
              <a:off x="2485" y="2418"/>
              <a:ext cx="876"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high-speed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switching</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fabric</a:t>
              </a:r>
            </a:p>
          </p:txBody>
        </p:sp>
      </p:grpSp>
      <p:grpSp>
        <p:nvGrpSpPr>
          <p:cNvPr id="3" name="Group 2">
            <a:extLst>
              <a:ext uri="{FF2B5EF4-FFF2-40B4-BE49-F238E27FC236}">
                <a16:creationId xmlns:a16="http://schemas.microsoft.com/office/drawing/2014/main" id="{3EF9895C-337A-3B44-9EA1-F8EEA976D228}"/>
              </a:ext>
            </a:extLst>
          </p:cNvPr>
          <p:cNvGrpSpPr/>
          <p:nvPr/>
        </p:nvGrpSpPr>
        <p:grpSpPr>
          <a:xfrm>
            <a:off x="3484237" y="2504247"/>
            <a:ext cx="1590675" cy="1090613"/>
            <a:chOff x="4342365" y="2504247"/>
            <a:chExt cx="1590675" cy="1090613"/>
          </a:xfrm>
        </p:grpSpPr>
        <p:sp>
          <p:nvSpPr>
            <p:cNvPr id="14" name="Rectangle 46">
              <a:extLst>
                <a:ext uri="{FF2B5EF4-FFF2-40B4-BE49-F238E27FC236}">
                  <a16:creationId xmlns:a16="http://schemas.microsoft.com/office/drawing/2014/main" id="{7302BDAC-B9C0-8949-A593-83EC0EF2D9B9}"/>
                </a:ext>
              </a:extLst>
            </p:cNvPr>
            <p:cNvSpPr>
              <a:spLocks noChangeArrowheads="1"/>
            </p:cNvSpPr>
            <p:nvPr/>
          </p:nvSpPr>
          <p:spPr bwMode="auto">
            <a:xfrm>
              <a:off x="4342365" y="2504247"/>
              <a:ext cx="1590675" cy="647700"/>
            </a:xfrm>
            <a:prstGeom prst="rect">
              <a:avLst/>
            </a:prstGeom>
            <a:solidFill>
              <a:schemeClr val="bg1"/>
            </a:solid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5" name="Text Box 47">
              <a:extLst>
                <a:ext uri="{FF2B5EF4-FFF2-40B4-BE49-F238E27FC236}">
                  <a16:creationId xmlns:a16="http://schemas.microsoft.com/office/drawing/2014/main" id="{4F3F6146-1D55-0B4C-BB98-623E05AE0524}"/>
                </a:ext>
              </a:extLst>
            </p:cNvPr>
            <p:cNvSpPr txBox="1">
              <a:spLocks noChangeArrowheads="1"/>
            </p:cNvSpPr>
            <p:nvPr/>
          </p:nvSpPr>
          <p:spPr bwMode="auto">
            <a:xfrm>
              <a:off x="4520165" y="2545522"/>
              <a:ext cx="11874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routing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processor</a:t>
              </a:r>
            </a:p>
          </p:txBody>
        </p:sp>
        <p:sp>
          <p:nvSpPr>
            <p:cNvPr id="16" name="Line 50">
              <a:extLst>
                <a:ext uri="{FF2B5EF4-FFF2-40B4-BE49-F238E27FC236}">
                  <a16:creationId xmlns:a16="http://schemas.microsoft.com/office/drawing/2014/main" id="{73F730FD-50D6-6D47-8351-91FF553BF577}"/>
                </a:ext>
              </a:extLst>
            </p:cNvPr>
            <p:cNvSpPr>
              <a:spLocks noChangeShapeType="1"/>
            </p:cNvSpPr>
            <p:nvPr/>
          </p:nvSpPr>
          <p:spPr bwMode="auto">
            <a:xfrm>
              <a:off x="5071027" y="3023360"/>
              <a:ext cx="19050" cy="571500"/>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7" name="Group 17">
            <a:extLst>
              <a:ext uri="{FF2B5EF4-FFF2-40B4-BE49-F238E27FC236}">
                <a16:creationId xmlns:a16="http://schemas.microsoft.com/office/drawing/2014/main" id="{ACA66ED2-9041-9540-A174-B6BE809E0111}"/>
              </a:ext>
            </a:extLst>
          </p:cNvPr>
          <p:cNvGrpSpPr>
            <a:grpSpLocks/>
          </p:cNvGrpSpPr>
          <p:nvPr/>
        </p:nvGrpSpPr>
        <p:grpSpPr bwMode="auto">
          <a:xfrm>
            <a:off x="1423662" y="3480560"/>
            <a:ext cx="2033587" cy="566737"/>
            <a:chOff x="930" y="1989"/>
            <a:chExt cx="1482" cy="357"/>
          </a:xfrm>
        </p:grpSpPr>
        <p:sp>
          <p:nvSpPr>
            <p:cNvPr id="18" name="Rectangle 9">
              <a:extLst>
                <a:ext uri="{FF2B5EF4-FFF2-40B4-BE49-F238E27FC236}">
                  <a16:creationId xmlns:a16="http://schemas.microsoft.com/office/drawing/2014/main" id="{62683D12-8EE3-D54F-9142-B80DE97AA82C}"/>
                </a:ext>
              </a:extLst>
            </p:cNvPr>
            <p:cNvSpPr>
              <a:spLocks noChangeArrowheads="1"/>
            </p:cNvSpPr>
            <p:nvPr/>
          </p:nvSpPr>
          <p:spPr bwMode="auto">
            <a:xfrm>
              <a:off x="1152" y="1989"/>
              <a:ext cx="1086"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9" name="Rectangle 5">
              <a:extLst>
                <a:ext uri="{FF2B5EF4-FFF2-40B4-BE49-F238E27FC236}">
                  <a16:creationId xmlns:a16="http://schemas.microsoft.com/office/drawing/2014/main" id="{7C8073E8-202F-E24A-8766-ABE3BC4DC6CB}"/>
                </a:ext>
              </a:extLst>
            </p:cNvPr>
            <p:cNvSpPr>
              <a:spLocks noChangeArrowheads="1"/>
            </p:cNvSpPr>
            <p:nvPr/>
          </p:nvSpPr>
          <p:spPr bwMode="auto">
            <a:xfrm>
              <a:off x="1197" y="2089"/>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 name="Rectangle 6">
              <a:extLst>
                <a:ext uri="{FF2B5EF4-FFF2-40B4-BE49-F238E27FC236}">
                  <a16:creationId xmlns:a16="http://schemas.microsoft.com/office/drawing/2014/main" id="{80E00E55-88BB-DC43-A2D7-ED792D65F56E}"/>
                </a:ext>
              </a:extLst>
            </p:cNvPr>
            <p:cNvSpPr>
              <a:spLocks noChangeArrowheads="1"/>
            </p:cNvSpPr>
            <p:nvPr/>
          </p:nvSpPr>
          <p:spPr bwMode="auto">
            <a:xfrm>
              <a:off x="1582" y="2025"/>
              <a:ext cx="273"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Rectangle 8">
              <a:extLst>
                <a:ext uri="{FF2B5EF4-FFF2-40B4-BE49-F238E27FC236}">
                  <a16:creationId xmlns:a16="http://schemas.microsoft.com/office/drawing/2014/main" id="{697D85E7-E59C-2948-B89C-5F82FF5C75D9}"/>
                </a:ext>
              </a:extLst>
            </p:cNvPr>
            <p:cNvSpPr>
              <a:spLocks noChangeArrowheads="1"/>
            </p:cNvSpPr>
            <p:nvPr/>
          </p:nvSpPr>
          <p:spPr bwMode="auto">
            <a:xfrm>
              <a:off x="1904" y="2023"/>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2" name="Line 16">
              <a:extLst>
                <a:ext uri="{FF2B5EF4-FFF2-40B4-BE49-F238E27FC236}">
                  <a16:creationId xmlns:a16="http://schemas.microsoft.com/office/drawing/2014/main" id="{5BF71348-3208-AB4B-82A9-83B395A2F2E8}"/>
                </a:ext>
              </a:extLst>
            </p:cNvPr>
            <p:cNvSpPr>
              <a:spLocks noChangeShapeType="1"/>
            </p:cNvSpPr>
            <p:nvPr/>
          </p:nvSpPr>
          <p:spPr bwMode="auto">
            <a:xfrm>
              <a:off x="930" y="2169"/>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3" name="Group 18">
            <a:extLst>
              <a:ext uri="{FF2B5EF4-FFF2-40B4-BE49-F238E27FC236}">
                <a16:creationId xmlns:a16="http://schemas.microsoft.com/office/drawing/2014/main" id="{A6176FD2-28E4-634E-B138-CE64958CCB93}"/>
              </a:ext>
            </a:extLst>
          </p:cNvPr>
          <p:cNvGrpSpPr>
            <a:grpSpLocks/>
          </p:cNvGrpSpPr>
          <p:nvPr/>
        </p:nvGrpSpPr>
        <p:grpSpPr bwMode="auto">
          <a:xfrm>
            <a:off x="1412549" y="5218872"/>
            <a:ext cx="2058988" cy="566738"/>
            <a:chOff x="930" y="1989"/>
            <a:chExt cx="1482" cy="357"/>
          </a:xfrm>
        </p:grpSpPr>
        <p:sp>
          <p:nvSpPr>
            <p:cNvPr id="24" name="Rectangle 19">
              <a:extLst>
                <a:ext uri="{FF2B5EF4-FFF2-40B4-BE49-F238E27FC236}">
                  <a16:creationId xmlns:a16="http://schemas.microsoft.com/office/drawing/2014/main" id="{B02421A2-89F9-7B4F-AD0F-B54C1097FB56}"/>
                </a:ext>
              </a:extLst>
            </p:cNvPr>
            <p:cNvSpPr>
              <a:spLocks noChangeArrowheads="1"/>
            </p:cNvSpPr>
            <p:nvPr/>
          </p:nvSpPr>
          <p:spPr bwMode="auto">
            <a:xfrm>
              <a:off x="1152" y="1989"/>
              <a:ext cx="1088"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Rectangle 20">
              <a:extLst>
                <a:ext uri="{FF2B5EF4-FFF2-40B4-BE49-F238E27FC236}">
                  <a16:creationId xmlns:a16="http://schemas.microsoft.com/office/drawing/2014/main" id="{F8E24AD8-D1B3-694B-BCB6-D84CE449DD07}"/>
                </a:ext>
              </a:extLst>
            </p:cNvPr>
            <p:cNvSpPr>
              <a:spLocks noChangeArrowheads="1"/>
            </p:cNvSpPr>
            <p:nvPr/>
          </p:nvSpPr>
          <p:spPr bwMode="auto">
            <a:xfrm>
              <a:off x="1197" y="2089"/>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6" name="Rectangle 21">
              <a:extLst>
                <a:ext uri="{FF2B5EF4-FFF2-40B4-BE49-F238E27FC236}">
                  <a16:creationId xmlns:a16="http://schemas.microsoft.com/office/drawing/2014/main" id="{EAAFBCAC-65CD-014D-AEFE-7FBAFCE9C2E1}"/>
                </a:ext>
              </a:extLst>
            </p:cNvPr>
            <p:cNvSpPr>
              <a:spLocks noChangeArrowheads="1"/>
            </p:cNvSpPr>
            <p:nvPr/>
          </p:nvSpPr>
          <p:spPr bwMode="auto">
            <a:xfrm>
              <a:off x="1582" y="2025"/>
              <a:ext cx="273"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7" name="Rectangle 22">
              <a:extLst>
                <a:ext uri="{FF2B5EF4-FFF2-40B4-BE49-F238E27FC236}">
                  <a16:creationId xmlns:a16="http://schemas.microsoft.com/office/drawing/2014/main" id="{0C8D09F6-0F58-0440-9B1A-15F2687E56B2}"/>
                </a:ext>
              </a:extLst>
            </p:cNvPr>
            <p:cNvSpPr>
              <a:spLocks noChangeArrowheads="1"/>
            </p:cNvSpPr>
            <p:nvPr/>
          </p:nvSpPr>
          <p:spPr bwMode="auto">
            <a:xfrm>
              <a:off x="1904" y="2023"/>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 name="Line 23">
              <a:extLst>
                <a:ext uri="{FF2B5EF4-FFF2-40B4-BE49-F238E27FC236}">
                  <a16:creationId xmlns:a16="http://schemas.microsoft.com/office/drawing/2014/main" id="{F601D68E-5FC2-E24B-9E6A-DBF25E086E34}"/>
                </a:ext>
              </a:extLst>
            </p:cNvPr>
            <p:cNvSpPr>
              <a:spLocks noChangeShapeType="1"/>
            </p:cNvSpPr>
            <p:nvPr/>
          </p:nvSpPr>
          <p:spPr bwMode="auto">
            <a:xfrm>
              <a:off x="930" y="2169"/>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9" name="Group 29">
            <a:extLst>
              <a:ext uri="{FF2B5EF4-FFF2-40B4-BE49-F238E27FC236}">
                <a16:creationId xmlns:a16="http://schemas.microsoft.com/office/drawing/2014/main" id="{DBEF67F1-37BF-D74B-BCE9-505A050D61CD}"/>
              </a:ext>
            </a:extLst>
          </p:cNvPr>
          <p:cNvGrpSpPr>
            <a:grpSpLocks/>
          </p:cNvGrpSpPr>
          <p:nvPr/>
        </p:nvGrpSpPr>
        <p:grpSpPr bwMode="auto">
          <a:xfrm rot="2656396">
            <a:off x="2042787" y="4371147"/>
            <a:ext cx="546100" cy="546100"/>
            <a:chOff x="354" y="2715"/>
            <a:chExt cx="344" cy="344"/>
          </a:xfrm>
        </p:grpSpPr>
        <p:sp>
          <p:nvSpPr>
            <p:cNvPr id="30" name="Oval 25">
              <a:extLst>
                <a:ext uri="{FF2B5EF4-FFF2-40B4-BE49-F238E27FC236}">
                  <a16:creationId xmlns:a16="http://schemas.microsoft.com/office/drawing/2014/main" id="{9C112058-256F-D445-8FC7-9A99414DF354}"/>
                </a:ext>
              </a:extLst>
            </p:cNvPr>
            <p:cNvSpPr>
              <a:spLocks noChangeArrowheads="1"/>
            </p:cNvSpPr>
            <p:nvPr/>
          </p:nvSpPr>
          <p:spPr bwMode="auto">
            <a:xfrm>
              <a:off x="352" y="2715"/>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1" name="Oval 26">
              <a:extLst>
                <a:ext uri="{FF2B5EF4-FFF2-40B4-BE49-F238E27FC236}">
                  <a16:creationId xmlns:a16="http://schemas.microsoft.com/office/drawing/2014/main" id="{90D25AC5-CC8E-B54C-82BF-7D5D986999BD}"/>
                </a:ext>
              </a:extLst>
            </p:cNvPr>
            <p:cNvSpPr>
              <a:spLocks noChangeArrowheads="1"/>
            </p:cNvSpPr>
            <p:nvPr/>
          </p:nvSpPr>
          <p:spPr bwMode="auto">
            <a:xfrm>
              <a:off x="450" y="2811"/>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 name="Oval 27">
              <a:extLst>
                <a:ext uri="{FF2B5EF4-FFF2-40B4-BE49-F238E27FC236}">
                  <a16:creationId xmlns:a16="http://schemas.microsoft.com/office/drawing/2014/main" id="{40D693B4-9136-E641-8D14-C1E0622EC370}"/>
                </a:ext>
              </a:extLst>
            </p:cNvPr>
            <p:cNvSpPr>
              <a:spLocks noChangeArrowheads="1"/>
            </p:cNvSpPr>
            <p:nvPr/>
          </p:nvSpPr>
          <p:spPr bwMode="auto">
            <a:xfrm>
              <a:off x="545" y="2907"/>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3" name="Oval 28">
              <a:extLst>
                <a:ext uri="{FF2B5EF4-FFF2-40B4-BE49-F238E27FC236}">
                  <a16:creationId xmlns:a16="http://schemas.microsoft.com/office/drawing/2014/main" id="{4775F00E-A158-F94A-972C-197213FC889E}"/>
                </a:ext>
              </a:extLst>
            </p:cNvPr>
            <p:cNvSpPr>
              <a:spLocks noChangeArrowheads="1"/>
            </p:cNvSpPr>
            <p:nvPr/>
          </p:nvSpPr>
          <p:spPr bwMode="auto">
            <a:xfrm>
              <a:off x="640" y="3003"/>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34" name="Text Box 57">
            <a:extLst>
              <a:ext uri="{FF2B5EF4-FFF2-40B4-BE49-F238E27FC236}">
                <a16:creationId xmlns:a16="http://schemas.microsoft.com/office/drawing/2014/main" id="{492AF8D2-6C5A-F547-903E-BECF47C4F8E4}"/>
              </a:ext>
            </a:extLst>
          </p:cNvPr>
          <p:cNvSpPr txBox="1">
            <a:spLocks noChangeArrowheads="1"/>
          </p:cNvSpPr>
          <p:nvPr/>
        </p:nvSpPr>
        <p:spPr bwMode="auto">
          <a:xfrm>
            <a:off x="165336" y="5864985"/>
            <a:ext cx="1911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router input ports</a:t>
            </a:r>
          </a:p>
        </p:txBody>
      </p:sp>
      <p:grpSp>
        <p:nvGrpSpPr>
          <p:cNvPr id="35" name="Group 37">
            <a:extLst>
              <a:ext uri="{FF2B5EF4-FFF2-40B4-BE49-F238E27FC236}">
                <a16:creationId xmlns:a16="http://schemas.microsoft.com/office/drawing/2014/main" id="{11CB7D7F-8B2C-554A-B4F6-07F28C5B5C9F}"/>
              </a:ext>
            </a:extLst>
          </p:cNvPr>
          <p:cNvGrpSpPr>
            <a:grpSpLocks/>
          </p:cNvGrpSpPr>
          <p:nvPr/>
        </p:nvGrpSpPr>
        <p:grpSpPr bwMode="auto">
          <a:xfrm>
            <a:off x="5024112" y="3485322"/>
            <a:ext cx="1957387" cy="566738"/>
            <a:chOff x="-51" y="2454"/>
            <a:chExt cx="1482" cy="357"/>
          </a:xfrm>
          <a:effectLst>
            <a:outerShdw blurRad="50800" dist="38100" dir="2700000" algn="tl" rotWithShape="0">
              <a:prstClr val="black">
                <a:alpha val="40000"/>
              </a:prstClr>
            </a:outerShdw>
          </a:effectLst>
        </p:grpSpPr>
        <p:grpSp>
          <p:nvGrpSpPr>
            <p:cNvPr id="36" name="Group 36">
              <a:extLst>
                <a:ext uri="{FF2B5EF4-FFF2-40B4-BE49-F238E27FC236}">
                  <a16:creationId xmlns:a16="http://schemas.microsoft.com/office/drawing/2014/main" id="{9302BD5C-3388-5F4D-8CCA-EAD2FD66ADB1}"/>
                </a:ext>
              </a:extLst>
            </p:cNvPr>
            <p:cNvGrpSpPr>
              <a:grpSpLocks/>
            </p:cNvGrpSpPr>
            <p:nvPr/>
          </p:nvGrpSpPr>
          <p:grpSpPr bwMode="auto">
            <a:xfrm flipH="1">
              <a:off x="171" y="2454"/>
              <a:ext cx="1086" cy="357"/>
              <a:chOff x="171" y="2454"/>
              <a:chExt cx="1086" cy="357"/>
            </a:xfrm>
          </p:grpSpPr>
          <p:sp>
            <p:nvSpPr>
              <p:cNvPr id="38" name="Rectangle 31">
                <a:extLst>
                  <a:ext uri="{FF2B5EF4-FFF2-40B4-BE49-F238E27FC236}">
                    <a16:creationId xmlns:a16="http://schemas.microsoft.com/office/drawing/2014/main" id="{0D459D87-1893-1743-8D5A-F323FDD3499D}"/>
                  </a:ext>
                </a:extLst>
              </p:cNvPr>
              <p:cNvSpPr>
                <a:spLocks noChangeArrowheads="1"/>
              </p:cNvSpPr>
              <p:nvPr/>
            </p:nvSpPr>
            <p:spPr bwMode="auto">
              <a:xfrm>
                <a:off x="171" y="2454"/>
                <a:ext cx="1084" cy="357"/>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9" name="Rectangle 32">
                <a:extLst>
                  <a:ext uri="{FF2B5EF4-FFF2-40B4-BE49-F238E27FC236}">
                    <a16:creationId xmlns:a16="http://schemas.microsoft.com/office/drawing/2014/main" id="{D94682C7-1EFD-0242-B3A2-8679BFDACB44}"/>
                  </a:ext>
                </a:extLst>
              </p:cNvPr>
              <p:cNvSpPr>
                <a:spLocks noChangeArrowheads="1"/>
              </p:cNvSpPr>
              <p:nvPr/>
            </p:nvSpPr>
            <p:spPr bwMode="auto">
              <a:xfrm>
                <a:off x="216" y="2554"/>
                <a:ext cx="338"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 name="Rectangle 33">
                <a:extLst>
                  <a:ext uri="{FF2B5EF4-FFF2-40B4-BE49-F238E27FC236}">
                    <a16:creationId xmlns:a16="http://schemas.microsoft.com/office/drawing/2014/main" id="{D323E676-6A0B-9D4C-A262-5DA2B4D92EB1}"/>
                  </a:ext>
                </a:extLst>
              </p:cNvPr>
              <p:cNvSpPr>
                <a:spLocks noChangeArrowheads="1"/>
              </p:cNvSpPr>
              <p:nvPr/>
            </p:nvSpPr>
            <p:spPr bwMode="auto">
              <a:xfrm>
                <a:off x="602" y="2490"/>
                <a:ext cx="274"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1" name="Rectangle 34">
                <a:extLst>
                  <a:ext uri="{FF2B5EF4-FFF2-40B4-BE49-F238E27FC236}">
                    <a16:creationId xmlns:a16="http://schemas.microsoft.com/office/drawing/2014/main" id="{DE45BAF9-F85F-CE49-B15E-73BB262FDBEB}"/>
                  </a:ext>
                </a:extLst>
              </p:cNvPr>
              <p:cNvSpPr>
                <a:spLocks noChangeArrowheads="1"/>
              </p:cNvSpPr>
              <p:nvPr/>
            </p:nvSpPr>
            <p:spPr bwMode="auto">
              <a:xfrm>
                <a:off x="921" y="2488"/>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37" name="Line 35">
              <a:extLst>
                <a:ext uri="{FF2B5EF4-FFF2-40B4-BE49-F238E27FC236}">
                  <a16:creationId xmlns:a16="http://schemas.microsoft.com/office/drawing/2014/main" id="{63958D1A-98FE-AF43-AC11-DB72B9D9C0BC}"/>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2" name="Group 38">
            <a:extLst>
              <a:ext uri="{FF2B5EF4-FFF2-40B4-BE49-F238E27FC236}">
                <a16:creationId xmlns:a16="http://schemas.microsoft.com/office/drawing/2014/main" id="{5D8C710B-718F-D647-B17E-DF34372005AC}"/>
              </a:ext>
            </a:extLst>
          </p:cNvPr>
          <p:cNvGrpSpPr>
            <a:grpSpLocks/>
          </p:cNvGrpSpPr>
          <p:nvPr/>
        </p:nvGrpSpPr>
        <p:grpSpPr bwMode="auto">
          <a:xfrm>
            <a:off x="5043162" y="5218872"/>
            <a:ext cx="2011362" cy="566738"/>
            <a:chOff x="-51" y="2454"/>
            <a:chExt cx="1482" cy="357"/>
          </a:xfrm>
        </p:grpSpPr>
        <p:grpSp>
          <p:nvGrpSpPr>
            <p:cNvPr id="43" name="Group 39">
              <a:extLst>
                <a:ext uri="{FF2B5EF4-FFF2-40B4-BE49-F238E27FC236}">
                  <a16:creationId xmlns:a16="http://schemas.microsoft.com/office/drawing/2014/main" id="{EC854885-69FE-4244-BF93-8BB2F7786F85}"/>
                </a:ext>
              </a:extLst>
            </p:cNvPr>
            <p:cNvGrpSpPr>
              <a:grpSpLocks/>
            </p:cNvGrpSpPr>
            <p:nvPr/>
          </p:nvGrpSpPr>
          <p:grpSpPr bwMode="auto">
            <a:xfrm flipH="1">
              <a:off x="171" y="2454"/>
              <a:ext cx="1086" cy="357"/>
              <a:chOff x="171" y="2454"/>
              <a:chExt cx="1086" cy="357"/>
            </a:xfrm>
          </p:grpSpPr>
          <p:sp>
            <p:nvSpPr>
              <p:cNvPr id="45" name="Rectangle 40">
                <a:extLst>
                  <a:ext uri="{FF2B5EF4-FFF2-40B4-BE49-F238E27FC236}">
                    <a16:creationId xmlns:a16="http://schemas.microsoft.com/office/drawing/2014/main" id="{31148FFC-88E2-8643-8EDC-EE4624168153}"/>
                  </a:ext>
                </a:extLst>
              </p:cNvPr>
              <p:cNvSpPr>
                <a:spLocks noChangeArrowheads="1"/>
              </p:cNvSpPr>
              <p:nvPr/>
            </p:nvSpPr>
            <p:spPr bwMode="auto">
              <a:xfrm>
                <a:off x="171" y="2454"/>
                <a:ext cx="1084"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 name="Rectangle 41">
                <a:extLst>
                  <a:ext uri="{FF2B5EF4-FFF2-40B4-BE49-F238E27FC236}">
                    <a16:creationId xmlns:a16="http://schemas.microsoft.com/office/drawing/2014/main" id="{682A9F8F-8723-874E-BB4D-B2BB08BC7357}"/>
                  </a:ext>
                </a:extLst>
              </p:cNvPr>
              <p:cNvSpPr>
                <a:spLocks noChangeArrowheads="1"/>
              </p:cNvSpPr>
              <p:nvPr/>
            </p:nvSpPr>
            <p:spPr bwMode="auto">
              <a:xfrm>
                <a:off x="216" y="2554"/>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7" name="Rectangle 42">
                <a:extLst>
                  <a:ext uri="{FF2B5EF4-FFF2-40B4-BE49-F238E27FC236}">
                    <a16:creationId xmlns:a16="http://schemas.microsoft.com/office/drawing/2014/main" id="{E9D99F85-7DA2-B94F-9793-067BFD27650F}"/>
                  </a:ext>
                </a:extLst>
              </p:cNvPr>
              <p:cNvSpPr>
                <a:spLocks noChangeArrowheads="1"/>
              </p:cNvSpPr>
              <p:nvPr/>
            </p:nvSpPr>
            <p:spPr bwMode="auto">
              <a:xfrm>
                <a:off x="602" y="2490"/>
                <a:ext cx="274"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8" name="Rectangle 43">
                <a:extLst>
                  <a:ext uri="{FF2B5EF4-FFF2-40B4-BE49-F238E27FC236}">
                    <a16:creationId xmlns:a16="http://schemas.microsoft.com/office/drawing/2014/main" id="{79592419-CEB4-124B-A09B-CF67F5F2A477}"/>
                  </a:ext>
                </a:extLst>
              </p:cNvPr>
              <p:cNvSpPr>
                <a:spLocks noChangeArrowheads="1"/>
              </p:cNvSpPr>
              <p:nvPr/>
            </p:nvSpPr>
            <p:spPr bwMode="auto">
              <a:xfrm>
                <a:off x="923" y="2488"/>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44" name="Line 44">
              <a:extLst>
                <a:ext uri="{FF2B5EF4-FFF2-40B4-BE49-F238E27FC236}">
                  <a16:creationId xmlns:a16="http://schemas.microsoft.com/office/drawing/2014/main" id="{CBC3FC3D-F764-0047-9677-FB9B8EAAFE5C}"/>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9" name="Group 51">
            <a:extLst>
              <a:ext uri="{FF2B5EF4-FFF2-40B4-BE49-F238E27FC236}">
                <a16:creationId xmlns:a16="http://schemas.microsoft.com/office/drawing/2014/main" id="{0063545A-31FC-8D42-B9F6-52805867B567}"/>
              </a:ext>
            </a:extLst>
          </p:cNvPr>
          <p:cNvGrpSpPr>
            <a:grpSpLocks/>
          </p:cNvGrpSpPr>
          <p:nvPr/>
        </p:nvGrpSpPr>
        <p:grpSpPr bwMode="auto">
          <a:xfrm rot="2656396">
            <a:off x="5909937" y="4361622"/>
            <a:ext cx="546100" cy="546100"/>
            <a:chOff x="354" y="2715"/>
            <a:chExt cx="344" cy="344"/>
          </a:xfrm>
        </p:grpSpPr>
        <p:sp>
          <p:nvSpPr>
            <p:cNvPr id="50" name="Oval 52">
              <a:extLst>
                <a:ext uri="{FF2B5EF4-FFF2-40B4-BE49-F238E27FC236}">
                  <a16:creationId xmlns:a16="http://schemas.microsoft.com/office/drawing/2014/main" id="{83BE4773-3E63-524C-AD59-033C9E4302BB}"/>
                </a:ext>
              </a:extLst>
            </p:cNvPr>
            <p:cNvSpPr>
              <a:spLocks noChangeArrowheads="1"/>
            </p:cNvSpPr>
            <p:nvPr/>
          </p:nvSpPr>
          <p:spPr bwMode="auto">
            <a:xfrm>
              <a:off x="352" y="2715"/>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1" name="Oval 53">
              <a:extLst>
                <a:ext uri="{FF2B5EF4-FFF2-40B4-BE49-F238E27FC236}">
                  <a16:creationId xmlns:a16="http://schemas.microsoft.com/office/drawing/2014/main" id="{F45E0C4D-B738-5E42-99B7-C0253D1ECBDD}"/>
                </a:ext>
              </a:extLst>
            </p:cNvPr>
            <p:cNvSpPr>
              <a:spLocks noChangeArrowheads="1"/>
            </p:cNvSpPr>
            <p:nvPr/>
          </p:nvSpPr>
          <p:spPr bwMode="auto">
            <a:xfrm>
              <a:off x="450" y="2811"/>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 name="Oval 54">
              <a:extLst>
                <a:ext uri="{FF2B5EF4-FFF2-40B4-BE49-F238E27FC236}">
                  <a16:creationId xmlns:a16="http://schemas.microsoft.com/office/drawing/2014/main" id="{2BD06A3F-4F96-8948-8417-90216E36CC2D}"/>
                </a:ext>
              </a:extLst>
            </p:cNvPr>
            <p:cNvSpPr>
              <a:spLocks noChangeArrowheads="1"/>
            </p:cNvSpPr>
            <p:nvPr/>
          </p:nvSpPr>
          <p:spPr bwMode="auto">
            <a:xfrm>
              <a:off x="545" y="2907"/>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 name="Oval 55">
              <a:extLst>
                <a:ext uri="{FF2B5EF4-FFF2-40B4-BE49-F238E27FC236}">
                  <a16:creationId xmlns:a16="http://schemas.microsoft.com/office/drawing/2014/main" id="{6A51F44D-8E0B-DD44-A2B0-5A5743630F7B}"/>
                </a:ext>
              </a:extLst>
            </p:cNvPr>
            <p:cNvSpPr>
              <a:spLocks noChangeArrowheads="1"/>
            </p:cNvSpPr>
            <p:nvPr/>
          </p:nvSpPr>
          <p:spPr bwMode="auto">
            <a:xfrm>
              <a:off x="640" y="3003"/>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54" name="Text Box 58">
            <a:extLst>
              <a:ext uri="{FF2B5EF4-FFF2-40B4-BE49-F238E27FC236}">
                <a16:creationId xmlns:a16="http://schemas.microsoft.com/office/drawing/2014/main" id="{8536AB41-BBDA-6A40-9786-A1757F6328E5}"/>
              </a:ext>
            </a:extLst>
          </p:cNvPr>
          <p:cNvSpPr txBox="1">
            <a:spLocks noChangeArrowheads="1"/>
          </p:cNvSpPr>
          <p:nvPr/>
        </p:nvSpPr>
        <p:spPr bwMode="auto">
          <a:xfrm>
            <a:off x="5343199" y="5906260"/>
            <a:ext cx="2051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router output ports</a:t>
            </a:r>
          </a:p>
        </p:txBody>
      </p:sp>
      <p:cxnSp>
        <p:nvCxnSpPr>
          <p:cNvPr id="55" name="Straight Connector 54">
            <a:extLst>
              <a:ext uri="{FF2B5EF4-FFF2-40B4-BE49-F238E27FC236}">
                <a16:creationId xmlns:a16="http://schemas.microsoft.com/office/drawing/2014/main" id="{EDEF025D-D161-0845-8BA8-D19B1861EEDE}"/>
              </a:ext>
            </a:extLst>
          </p:cNvPr>
          <p:cNvCxnSpPr>
            <a:cxnSpLocks noChangeShapeType="1"/>
          </p:cNvCxnSpPr>
          <p:nvPr/>
        </p:nvCxnSpPr>
        <p:spPr bwMode="auto">
          <a:xfrm>
            <a:off x="1412549" y="3275772"/>
            <a:ext cx="7802563" cy="127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56" name="TextBox 55">
            <a:extLst>
              <a:ext uri="{FF2B5EF4-FFF2-40B4-BE49-F238E27FC236}">
                <a16:creationId xmlns:a16="http://schemas.microsoft.com/office/drawing/2014/main" id="{BAC350F1-2A41-2C4D-A74E-E12FE3300314}"/>
              </a:ext>
            </a:extLst>
          </p:cNvPr>
          <p:cNvSpPr txBox="1">
            <a:spLocks noChangeArrowheads="1"/>
          </p:cNvSpPr>
          <p:nvPr/>
        </p:nvSpPr>
        <p:spPr bwMode="auto">
          <a:xfrm>
            <a:off x="7319637" y="3312285"/>
            <a:ext cx="218598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mn-cs"/>
              </a:rPr>
              <a:t>forwarding data plane</a:t>
            </a:r>
            <a:endPar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 name="Rectangle 56">
            <a:extLst>
              <a:ext uri="{FF2B5EF4-FFF2-40B4-BE49-F238E27FC236}">
                <a16:creationId xmlns:a16="http://schemas.microsoft.com/office/drawing/2014/main" id="{9E496939-D5D8-314E-A293-36FDE55B110E}"/>
              </a:ext>
            </a:extLst>
          </p:cNvPr>
          <p:cNvSpPr>
            <a:spLocks noChangeArrowheads="1"/>
          </p:cNvSpPr>
          <p:nvPr/>
        </p:nvSpPr>
        <p:spPr bwMode="auto">
          <a:xfrm>
            <a:off x="6632249" y="2208972"/>
            <a:ext cx="28797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mn-cs"/>
              </a:rPr>
              <a:t>routing, management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mn-cs"/>
              </a:rPr>
              <a:t>control plane </a:t>
            </a: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(software)</a:t>
            </a:r>
          </a:p>
        </p:txBody>
      </p:sp>
      <p:sp>
        <p:nvSpPr>
          <p:cNvPr id="58" name="Freeform 10">
            <a:extLst>
              <a:ext uri="{FF2B5EF4-FFF2-40B4-BE49-F238E27FC236}">
                <a16:creationId xmlns:a16="http://schemas.microsoft.com/office/drawing/2014/main" id="{9563B337-045C-B84E-ADB0-A5D36720825E}"/>
              </a:ext>
            </a:extLst>
          </p:cNvPr>
          <p:cNvSpPr>
            <a:spLocks/>
          </p:cNvSpPr>
          <p:nvPr/>
        </p:nvSpPr>
        <p:spPr bwMode="auto">
          <a:xfrm>
            <a:off x="2877812" y="2799522"/>
            <a:ext cx="512762" cy="73025"/>
          </a:xfrm>
          <a:custGeom>
            <a:avLst/>
            <a:gdLst>
              <a:gd name="T0" fmla="*/ 487003 w 512919"/>
              <a:gd name="T1" fmla="*/ 70891 h 73266"/>
              <a:gd name="T2" fmla="*/ 511349 w 512919"/>
              <a:gd name="T3" fmla="*/ 0 h 73266"/>
              <a:gd name="T4" fmla="*/ 146098 w 512919"/>
              <a:gd name="T5" fmla="*/ 11815 h 73266"/>
              <a:gd name="T6" fmla="*/ 97399 w 512919"/>
              <a:gd name="T7" fmla="*/ 23630 h 73266"/>
              <a:gd name="T8" fmla="*/ 0 w 512919"/>
              <a:gd name="T9" fmla="*/ 11815 h 73266"/>
              <a:gd name="T10" fmla="*/ 0 w 512919"/>
              <a:gd name="T11" fmla="*/ 11815 h 73266"/>
              <a:gd name="T12" fmla="*/ 511349 w 512919"/>
              <a:gd name="T13" fmla="*/ 11815 h 73266"/>
              <a:gd name="T14" fmla="*/ 0 60000 65536"/>
              <a:gd name="T15" fmla="*/ 0 60000 65536"/>
              <a:gd name="T16" fmla="*/ 0 60000 65536"/>
              <a:gd name="T17" fmla="*/ 0 60000 65536"/>
              <a:gd name="T18" fmla="*/ 0 60000 65536"/>
              <a:gd name="T19" fmla="*/ 0 60000 65536"/>
              <a:gd name="T20" fmla="*/ 0 60000 65536"/>
              <a:gd name="T21" fmla="*/ 0 w 512919"/>
              <a:gd name="T22" fmla="*/ 0 h 73266"/>
              <a:gd name="T23" fmla="*/ 512919 w 512919"/>
              <a:gd name="T24" fmla="*/ 73266 h 732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2919" h="73266">
                <a:moveTo>
                  <a:pt x="488494" y="73266"/>
                </a:moveTo>
                <a:lnTo>
                  <a:pt x="512919" y="0"/>
                </a:lnTo>
                <a:cubicBezTo>
                  <a:pt x="390795" y="4070"/>
                  <a:pt x="268529" y="5036"/>
                  <a:pt x="146548" y="12211"/>
                </a:cubicBezTo>
                <a:cubicBezTo>
                  <a:pt x="129793" y="13196"/>
                  <a:pt x="114483" y="24422"/>
                  <a:pt x="97699" y="24422"/>
                </a:cubicBezTo>
                <a:cubicBezTo>
                  <a:pt x="64879" y="24422"/>
                  <a:pt x="0" y="12211"/>
                  <a:pt x="0" y="12211"/>
                </a:cubicBezTo>
                <a:lnTo>
                  <a:pt x="512919" y="122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59" name="Elbow Connector 58">
            <a:extLst>
              <a:ext uri="{FF2B5EF4-FFF2-40B4-BE49-F238E27FC236}">
                <a16:creationId xmlns:a16="http://schemas.microsoft.com/office/drawing/2014/main" id="{3E124150-F33F-0C46-842C-F5427C1367BD}"/>
              </a:ext>
            </a:extLst>
          </p:cNvPr>
          <p:cNvCxnSpPr>
            <a:cxnSpLocks noChangeShapeType="1"/>
          </p:cNvCxnSpPr>
          <p:nvPr/>
        </p:nvCxnSpPr>
        <p:spPr bwMode="auto">
          <a:xfrm rot="5400000">
            <a:off x="1894355" y="3862354"/>
            <a:ext cx="2473325" cy="347662"/>
          </a:xfrm>
          <a:prstGeom prst="bentConnector3">
            <a:avLst>
              <a:gd name="adj1" fmla="val -60"/>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8" name="TextBox 7">
            <a:extLst>
              <a:ext uri="{FF2B5EF4-FFF2-40B4-BE49-F238E27FC236}">
                <a16:creationId xmlns:a16="http://schemas.microsoft.com/office/drawing/2014/main" id="{5A512F01-F1D6-0B7D-48BB-37CED337D69D}"/>
              </a:ext>
            </a:extLst>
          </p:cNvPr>
          <p:cNvSpPr txBox="1"/>
          <p:nvPr/>
        </p:nvSpPr>
        <p:spPr>
          <a:xfrm>
            <a:off x="490510" y="1167057"/>
            <a:ext cx="8059310" cy="369332"/>
          </a:xfrm>
          <a:prstGeom prst="rect">
            <a:avLst/>
          </a:prstGeom>
          <a:noFill/>
        </p:spPr>
        <p:txBody>
          <a:bodyPr wrap="square">
            <a:spAutoFit/>
          </a:bodyPr>
          <a:lstStyle/>
          <a:p>
            <a:pPr marL="130175" indent="0">
              <a:buNone/>
            </a:pPr>
            <a:r>
              <a:rPr lang="en-US" b="1" dirty="0">
                <a:solidFill>
                  <a:srgbClr val="C00000"/>
                </a:solidFill>
              </a:rPr>
              <a:t>Limitation: </a:t>
            </a:r>
            <a:r>
              <a:rPr lang="en-US" dirty="0"/>
              <a:t>Traffic management is challenging with a distributed control plane</a:t>
            </a:r>
            <a:r>
              <a:rPr lang="en-US" b="1" dirty="0">
                <a:solidFill>
                  <a:srgbClr val="C00000"/>
                </a:solidFill>
              </a:rPr>
              <a:t> </a:t>
            </a:r>
          </a:p>
        </p:txBody>
      </p:sp>
    </p:spTree>
    <p:extLst>
      <p:ext uri="{BB962C8B-B14F-4D97-AF65-F5344CB8AC3E}">
        <p14:creationId xmlns:p14="http://schemas.microsoft.com/office/powerpoint/2010/main" val="3853024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Straight Connector 38"/>
          <p:cNvCxnSpPr/>
          <p:nvPr/>
        </p:nvCxnSpPr>
        <p:spPr>
          <a:xfrm>
            <a:off x="4117622" y="2962947"/>
            <a:ext cx="186266" cy="33648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p:nvCxnSpPr>
        <p:spPr>
          <a:xfrm>
            <a:off x="3747912" y="3095604"/>
            <a:ext cx="285044" cy="1163253"/>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p:cNvCxnSpPr/>
          <p:nvPr/>
        </p:nvCxnSpPr>
        <p:spPr>
          <a:xfrm flipH="1">
            <a:off x="4380092" y="3964934"/>
            <a:ext cx="183448" cy="237478"/>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8098770" y="4436609"/>
            <a:ext cx="535876" cy="136575"/>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8098770" y="3514258"/>
            <a:ext cx="664230" cy="856974"/>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flipV="1">
            <a:off x="5064717" y="3341760"/>
            <a:ext cx="390764" cy="172498"/>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flipV="1">
            <a:off x="4509926" y="3665692"/>
            <a:ext cx="1165563" cy="878039"/>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p:nvCxnSpPr>
        <p:spPr>
          <a:xfrm flipV="1">
            <a:off x="6302150" y="3095604"/>
            <a:ext cx="1026941" cy="165749"/>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6330372" y="3427102"/>
            <a:ext cx="1026941" cy="537832"/>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8170335" y="3231140"/>
            <a:ext cx="421979" cy="163611"/>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flipH="1">
            <a:off x="8170334" y="3978572"/>
            <a:ext cx="794508" cy="280284"/>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34" name="Picture 33" descr="cloud.png"/>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5177605" y="5385981"/>
            <a:ext cx="1440504" cy="866419"/>
          </a:xfrm>
          <a:prstGeom prst="rect">
            <a:avLst/>
          </a:prstGeom>
        </p:spPr>
      </p:pic>
      <p:pic>
        <p:nvPicPr>
          <p:cNvPr id="35" name="Picture 34" descr="cloud.png"/>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7470497" y="5483043"/>
            <a:ext cx="1440504" cy="866419"/>
          </a:xfrm>
          <a:prstGeom prst="rect">
            <a:avLst/>
          </a:prstGeom>
        </p:spPr>
      </p:pic>
      <p:cxnSp>
        <p:nvCxnSpPr>
          <p:cNvPr id="44" name="Straight Connector 43"/>
          <p:cNvCxnSpPr/>
          <p:nvPr/>
        </p:nvCxnSpPr>
        <p:spPr>
          <a:xfrm>
            <a:off x="7399645" y="5285633"/>
            <a:ext cx="347354" cy="211521"/>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6" name="Straight Connector 45"/>
          <p:cNvCxnSpPr/>
          <p:nvPr/>
        </p:nvCxnSpPr>
        <p:spPr>
          <a:xfrm>
            <a:off x="5743297" y="5075353"/>
            <a:ext cx="13450" cy="324738"/>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7" name="Straight Connector 46"/>
          <p:cNvCxnSpPr/>
          <p:nvPr/>
        </p:nvCxnSpPr>
        <p:spPr>
          <a:xfrm>
            <a:off x="6999112" y="4407314"/>
            <a:ext cx="1763889" cy="421119"/>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8" name="Straight Connector 47"/>
          <p:cNvCxnSpPr/>
          <p:nvPr/>
        </p:nvCxnSpPr>
        <p:spPr>
          <a:xfrm flipV="1">
            <a:off x="6948309" y="3471926"/>
            <a:ext cx="451336" cy="442618"/>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50" name="Straight Connector 49"/>
          <p:cNvCxnSpPr/>
          <p:nvPr/>
        </p:nvCxnSpPr>
        <p:spPr>
          <a:xfrm>
            <a:off x="6774632" y="4606514"/>
            <a:ext cx="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a:off x="6871889" y="4588690"/>
            <a:ext cx="104642" cy="74269"/>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54" name="Straight Connector 53"/>
          <p:cNvCxnSpPr/>
          <p:nvPr/>
        </p:nvCxnSpPr>
        <p:spPr>
          <a:xfrm flipH="1">
            <a:off x="6090356" y="4414078"/>
            <a:ext cx="169461" cy="129653"/>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61" name="Picture 60"/>
          <p:cNvPicPr>
            <a:picLocks noChangeAspect="1"/>
          </p:cNvPicPr>
          <p:nvPr/>
        </p:nvPicPr>
        <p:blipFill>
          <a:blip r:embed="rId4"/>
          <a:stretch>
            <a:fillRect/>
          </a:stretch>
        </p:blipFill>
        <p:spPr>
          <a:xfrm>
            <a:off x="2601931" y="1520434"/>
            <a:ext cx="584374" cy="748409"/>
          </a:xfrm>
          <a:prstGeom prst="rect">
            <a:avLst/>
          </a:prstGeom>
        </p:spPr>
      </p:pic>
      <p:pic>
        <p:nvPicPr>
          <p:cNvPr id="62" name="Picture 61"/>
          <p:cNvPicPr>
            <a:picLocks noChangeAspect="1"/>
          </p:cNvPicPr>
          <p:nvPr/>
        </p:nvPicPr>
        <p:blipFill>
          <a:blip r:embed="rId5"/>
          <a:stretch>
            <a:fillRect/>
          </a:stretch>
        </p:blipFill>
        <p:spPr>
          <a:xfrm>
            <a:off x="3392313" y="5607619"/>
            <a:ext cx="835392" cy="1113856"/>
          </a:xfrm>
          <a:prstGeom prst="rect">
            <a:avLst/>
          </a:prstGeom>
        </p:spPr>
      </p:pic>
      <p:cxnSp>
        <p:nvCxnSpPr>
          <p:cNvPr id="63" name="Straight Connector 62"/>
          <p:cNvCxnSpPr/>
          <p:nvPr/>
        </p:nvCxnSpPr>
        <p:spPr>
          <a:xfrm>
            <a:off x="3186306" y="2119336"/>
            <a:ext cx="259623" cy="242486"/>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64" name="Straight Connector 63"/>
          <p:cNvCxnSpPr/>
          <p:nvPr/>
        </p:nvCxnSpPr>
        <p:spPr>
          <a:xfrm>
            <a:off x="4233334" y="6356892"/>
            <a:ext cx="206037"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55" name="Straight Connector 54"/>
          <p:cNvCxnSpPr/>
          <p:nvPr/>
        </p:nvCxnSpPr>
        <p:spPr>
          <a:xfrm flipH="1">
            <a:off x="5177606" y="6164711"/>
            <a:ext cx="169461" cy="129653"/>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3575756" y="2474710"/>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0" name="Rounded Rectangle 59"/>
          <p:cNvSpPr/>
          <p:nvPr/>
        </p:nvSpPr>
        <p:spPr>
          <a:xfrm>
            <a:off x="3903133" y="4371232"/>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5" name="Rounded Rectangle 64"/>
          <p:cNvSpPr/>
          <p:nvPr/>
        </p:nvSpPr>
        <p:spPr>
          <a:xfrm>
            <a:off x="4380092" y="3341760"/>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6" name="Rounded Rectangle 65"/>
          <p:cNvSpPr/>
          <p:nvPr/>
        </p:nvSpPr>
        <p:spPr>
          <a:xfrm>
            <a:off x="8914046" y="4499757"/>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7" name="Rounded Rectangle 66"/>
          <p:cNvSpPr/>
          <p:nvPr/>
        </p:nvSpPr>
        <p:spPr>
          <a:xfrm>
            <a:off x="7526644" y="3956877"/>
            <a:ext cx="457200" cy="457200"/>
          </a:xfrm>
          <a:prstGeom prst="roundRect">
            <a:avLst/>
          </a:prstGeom>
          <a:solidFill>
            <a:srgbClr val="A6A6A6"/>
          </a:solidFill>
          <a:ln w="635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8" name="Rounded Rectangle 67"/>
          <p:cNvSpPr/>
          <p:nvPr/>
        </p:nvSpPr>
        <p:spPr>
          <a:xfrm>
            <a:off x="7521216" y="2937550"/>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9" name="Rounded Rectangle 68"/>
          <p:cNvSpPr/>
          <p:nvPr/>
        </p:nvSpPr>
        <p:spPr>
          <a:xfrm>
            <a:off x="5675488" y="3095603"/>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0" name="Rounded Rectangle 69"/>
          <p:cNvSpPr/>
          <p:nvPr/>
        </p:nvSpPr>
        <p:spPr>
          <a:xfrm>
            <a:off x="5483651" y="4479960"/>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1" name="Rounded Rectangle 70"/>
          <p:cNvSpPr/>
          <p:nvPr/>
        </p:nvSpPr>
        <p:spPr>
          <a:xfrm>
            <a:off x="6815446" y="4814321"/>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2" name="Rounded Rectangle 71"/>
          <p:cNvSpPr/>
          <p:nvPr/>
        </p:nvSpPr>
        <p:spPr>
          <a:xfrm>
            <a:off x="6389509" y="4013573"/>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0" name="Rounded Rectangle 79"/>
          <p:cNvSpPr/>
          <p:nvPr/>
        </p:nvSpPr>
        <p:spPr>
          <a:xfrm>
            <a:off x="4583581" y="6163194"/>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4" name="Rounded Rectangle 83"/>
          <p:cNvSpPr/>
          <p:nvPr/>
        </p:nvSpPr>
        <p:spPr>
          <a:xfrm>
            <a:off x="8791222" y="3366528"/>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56" name="Straight Arrow Connector 55"/>
          <p:cNvCxnSpPr/>
          <p:nvPr/>
        </p:nvCxnSpPr>
        <p:spPr>
          <a:xfrm>
            <a:off x="3733802" y="2572787"/>
            <a:ext cx="0" cy="296962"/>
          </a:xfrm>
          <a:prstGeom prst="straightConnector1">
            <a:avLst/>
          </a:prstGeom>
          <a:ln w="63500" cmpd="sng">
            <a:solidFill>
              <a:schemeClr val="tx1">
                <a:lumMod val="75000"/>
                <a:lumOff val="25000"/>
              </a:schemeClr>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a:off x="3928534" y="2542440"/>
            <a:ext cx="0" cy="306929"/>
          </a:xfrm>
          <a:prstGeom prst="straightConnector1">
            <a:avLst/>
          </a:prstGeom>
          <a:ln w="63500" cmpd="sng">
            <a:solidFill>
              <a:schemeClr val="tx1">
                <a:lumMod val="75000"/>
                <a:lumOff val="2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73" name="Straight Arrow Connector 72"/>
          <p:cNvCxnSpPr/>
          <p:nvPr/>
        </p:nvCxnSpPr>
        <p:spPr>
          <a:xfrm>
            <a:off x="4512038" y="3430979"/>
            <a:ext cx="0" cy="296962"/>
          </a:xfrm>
          <a:prstGeom prst="straightConnector1">
            <a:avLst/>
          </a:prstGeom>
          <a:ln w="63500" cmpd="sng">
            <a:solidFill>
              <a:schemeClr val="tx1">
                <a:lumMod val="75000"/>
                <a:lumOff val="25000"/>
              </a:schemeClr>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p:cNvCxnSpPr/>
          <p:nvPr/>
        </p:nvCxnSpPr>
        <p:spPr>
          <a:xfrm>
            <a:off x="4706770" y="3400632"/>
            <a:ext cx="0" cy="306929"/>
          </a:xfrm>
          <a:prstGeom prst="straightConnector1">
            <a:avLst/>
          </a:prstGeom>
          <a:ln w="63500" cmpd="sng">
            <a:solidFill>
              <a:schemeClr val="tx1">
                <a:lumMod val="75000"/>
                <a:lumOff val="2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75" name="Straight Arrow Connector 74"/>
          <p:cNvCxnSpPr/>
          <p:nvPr/>
        </p:nvCxnSpPr>
        <p:spPr>
          <a:xfrm>
            <a:off x="4038601" y="4457324"/>
            <a:ext cx="0" cy="296962"/>
          </a:xfrm>
          <a:prstGeom prst="straightConnector1">
            <a:avLst/>
          </a:prstGeom>
          <a:ln w="63500" cmpd="sng">
            <a:solidFill>
              <a:schemeClr val="tx1">
                <a:lumMod val="75000"/>
                <a:lumOff val="25000"/>
              </a:schemeClr>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a:off x="4233333" y="4426977"/>
            <a:ext cx="0" cy="306929"/>
          </a:xfrm>
          <a:prstGeom prst="straightConnector1">
            <a:avLst/>
          </a:prstGeom>
          <a:ln w="63500" cmpd="sng">
            <a:solidFill>
              <a:schemeClr val="tx1">
                <a:lumMod val="75000"/>
                <a:lumOff val="2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77" name="Straight Arrow Connector 76"/>
          <p:cNvCxnSpPr/>
          <p:nvPr/>
        </p:nvCxnSpPr>
        <p:spPr>
          <a:xfrm>
            <a:off x="5810327" y="3190713"/>
            <a:ext cx="0" cy="296962"/>
          </a:xfrm>
          <a:prstGeom prst="straightConnector1">
            <a:avLst/>
          </a:prstGeom>
          <a:ln w="63500" cmpd="sng">
            <a:solidFill>
              <a:schemeClr val="tx1">
                <a:lumMod val="75000"/>
                <a:lumOff val="25000"/>
              </a:schemeClr>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78" name="Straight Arrow Connector 77"/>
          <p:cNvCxnSpPr/>
          <p:nvPr/>
        </p:nvCxnSpPr>
        <p:spPr>
          <a:xfrm>
            <a:off x="6005059" y="3160366"/>
            <a:ext cx="0" cy="306929"/>
          </a:xfrm>
          <a:prstGeom prst="straightConnector1">
            <a:avLst/>
          </a:prstGeom>
          <a:ln w="63500" cmpd="sng">
            <a:solidFill>
              <a:schemeClr val="tx1">
                <a:lumMod val="75000"/>
                <a:lumOff val="2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79" name="Straight Arrow Connector 78"/>
          <p:cNvCxnSpPr/>
          <p:nvPr/>
        </p:nvCxnSpPr>
        <p:spPr>
          <a:xfrm>
            <a:off x="5629706" y="4579373"/>
            <a:ext cx="0" cy="296962"/>
          </a:xfrm>
          <a:prstGeom prst="straightConnector1">
            <a:avLst/>
          </a:prstGeom>
          <a:ln w="63500" cmpd="sng">
            <a:solidFill>
              <a:schemeClr val="tx1">
                <a:lumMod val="75000"/>
                <a:lumOff val="25000"/>
              </a:schemeClr>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81" name="Straight Arrow Connector 80"/>
          <p:cNvCxnSpPr/>
          <p:nvPr/>
        </p:nvCxnSpPr>
        <p:spPr>
          <a:xfrm>
            <a:off x="5824438" y="4549026"/>
            <a:ext cx="0" cy="306929"/>
          </a:xfrm>
          <a:prstGeom prst="straightConnector1">
            <a:avLst/>
          </a:prstGeom>
          <a:ln w="63500" cmpd="sng">
            <a:solidFill>
              <a:schemeClr val="tx1">
                <a:lumMod val="75000"/>
                <a:lumOff val="2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82" name="Straight Arrow Connector 81"/>
          <p:cNvCxnSpPr/>
          <p:nvPr/>
        </p:nvCxnSpPr>
        <p:spPr>
          <a:xfrm>
            <a:off x="4749101" y="6270387"/>
            <a:ext cx="0" cy="296962"/>
          </a:xfrm>
          <a:prstGeom prst="straightConnector1">
            <a:avLst/>
          </a:prstGeom>
          <a:ln w="63500" cmpd="sng">
            <a:solidFill>
              <a:schemeClr val="tx1">
                <a:lumMod val="75000"/>
                <a:lumOff val="25000"/>
              </a:schemeClr>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p:nvPr/>
        </p:nvCxnSpPr>
        <p:spPr>
          <a:xfrm>
            <a:off x="4943833" y="6240040"/>
            <a:ext cx="0" cy="306929"/>
          </a:xfrm>
          <a:prstGeom prst="straightConnector1">
            <a:avLst/>
          </a:prstGeom>
          <a:ln w="63500" cmpd="sng">
            <a:solidFill>
              <a:schemeClr val="tx1">
                <a:lumMod val="75000"/>
                <a:lumOff val="2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p:nvPr/>
        </p:nvCxnSpPr>
        <p:spPr>
          <a:xfrm>
            <a:off x="6956779" y="4916653"/>
            <a:ext cx="0" cy="296962"/>
          </a:xfrm>
          <a:prstGeom prst="straightConnector1">
            <a:avLst/>
          </a:prstGeom>
          <a:ln w="63500" cmpd="sng">
            <a:solidFill>
              <a:schemeClr val="tx1">
                <a:lumMod val="75000"/>
                <a:lumOff val="25000"/>
              </a:schemeClr>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98" name="Straight Arrow Connector 97"/>
          <p:cNvCxnSpPr/>
          <p:nvPr/>
        </p:nvCxnSpPr>
        <p:spPr>
          <a:xfrm>
            <a:off x="7151511" y="4886306"/>
            <a:ext cx="0" cy="306929"/>
          </a:xfrm>
          <a:prstGeom prst="straightConnector1">
            <a:avLst/>
          </a:prstGeom>
          <a:ln w="63500" cmpd="sng">
            <a:solidFill>
              <a:schemeClr val="tx1">
                <a:lumMod val="75000"/>
                <a:lumOff val="2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99" name="Straight Arrow Connector 98"/>
          <p:cNvCxnSpPr/>
          <p:nvPr/>
        </p:nvCxnSpPr>
        <p:spPr>
          <a:xfrm>
            <a:off x="6537567" y="4114538"/>
            <a:ext cx="0" cy="296962"/>
          </a:xfrm>
          <a:prstGeom prst="straightConnector1">
            <a:avLst/>
          </a:prstGeom>
          <a:ln w="63500" cmpd="sng">
            <a:solidFill>
              <a:schemeClr val="tx1">
                <a:lumMod val="75000"/>
                <a:lumOff val="25000"/>
              </a:schemeClr>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100" name="Straight Arrow Connector 99"/>
          <p:cNvCxnSpPr/>
          <p:nvPr/>
        </p:nvCxnSpPr>
        <p:spPr>
          <a:xfrm>
            <a:off x="6732299" y="4084191"/>
            <a:ext cx="0" cy="306929"/>
          </a:xfrm>
          <a:prstGeom prst="straightConnector1">
            <a:avLst/>
          </a:prstGeom>
          <a:ln w="63500" cmpd="sng">
            <a:solidFill>
              <a:schemeClr val="tx1">
                <a:lumMod val="75000"/>
                <a:lumOff val="2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01" name="Straight Arrow Connector 100"/>
          <p:cNvCxnSpPr/>
          <p:nvPr/>
        </p:nvCxnSpPr>
        <p:spPr>
          <a:xfrm>
            <a:off x="7676444" y="4057080"/>
            <a:ext cx="0" cy="296962"/>
          </a:xfrm>
          <a:prstGeom prst="straightConnector1">
            <a:avLst/>
          </a:prstGeom>
          <a:ln w="63500" cmpd="sng">
            <a:solidFill>
              <a:schemeClr val="tx1">
                <a:lumMod val="75000"/>
                <a:lumOff val="25000"/>
              </a:schemeClr>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p:nvPr/>
        </p:nvCxnSpPr>
        <p:spPr>
          <a:xfrm>
            <a:off x="7871176" y="4026733"/>
            <a:ext cx="0" cy="306929"/>
          </a:xfrm>
          <a:prstGeom prst="straightConnector1">
            <a:avLst/>
          </a:prstGeom>
          <a:ln w="63500" cmpd="sng">
            <a:solidFill>
              <a:schemeClr val="tx1">
                <a:lumMod val="75000"/>
                <a:lumOff val="2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03" name="Straight Arrow Connector 102"/>
          <p:cNvCxnSpPr/>
          <p:nvPr/>
        </p:nvCxnSpPr>
        <p:spPr>
          <a:xfrm>
            <a:off x="7673622" y="3044999"/>
            <a:ext cx="0" cy="296962"/>
          </a:xfrm>
          <a:prstGeom prst="straightConnector1">
            <a:avLst/>
          </a:prstGeom>
          <a:ln w="63500" cmpd="sng">
            <a:solidFill>
              <a:schemeClr val="tx1">
                <a:lumMod val="75000"/>
                <a:lumOff val="25000"/>
              </a:schemeClr>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104" name="Straight Arrow Connector 103"/>
          <p:cNvCxnSpPr/>
          <p:nvPr/>
        </p:nvCxnSpPr>
        <p:spPr>
          <a:xfrm>
            <a:off x="7868354" y="3014652"/>
            <a:ext cx="0" cy="306929"/>
          </a:xfrm>
          <a:prstGeom prst="straightConnector1">
            <a:avLst/>
          </a:prstGeom>
          <a:ln w="63500" cmpd="sng">
            <a:solidFill>
              <a:schemeClr val="tx1">
                <a:lumMod val="75000"/>
                <a:lumOff val="2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05" name="Straight Arrow Connector 104"/>
          <p:cNvCxnSpPr/>
          <p:nvPr/>
        </p:nvCxnSpPr>
        <p:spPr>
          <a:xfrm>
            <a:off x="9039579" y="4579373"/>
            <a:ext cx="0" cy="296962"/>
          </a:xfrm>
          <a:prstGeom prst="straightConnector1">
            <a:avLst/>
          </a:prstGeom>
          <a:ln w="63500" cmpd="sng">
            <a:solidFill>
              <a:schemeClr val="tx1">
                <a:lumMod val="75000"/>
                <a:lumOff val="25000"/>
              </a:schemeClr>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105"/>
          <p:cNvCxnSpPr/>
          <p:nvPr/>
        </p:nvCxnSpPr>
        <p:spPr>
          <a:xfrm>
            <a:off x="9234311" y="4549026"/>
            <a:ext cx="0" cy="306929"/>
          </a:xfrm>
          <a:prstGeom prst="straightConnector1">
            <a:avLst/>
          </a:prstGeom>
          <a:ln w="63500" cmpd="sng">
            <a:solidFill>
              <a:schemeClr val="tx1">
                <a:lumMod val="75000"/>
                <a:lumOff val="25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07" name="Straight Arrow Connector 106"/>
          <p:cNvCxnSpPr/>
          <p:nvPr/>
        </p:nvCxnSpPr>
        <p:spPr>
          <a:xfrm>
            <a:off x="8920344" y="3467121"/>
            <a:ext cx="0" cy="296962"/>
          </a:xfrm>
          <a:prstGeom prst="straightConnector1">
            <a:avLst/>
          </a:prstGeom>
          <a:ln w="63500" cmpd="sng">
            <a:solidFill>
              <a:schemeClr val="tx1">
                <a:lumMod val="75000"/>
                <a:lumOff val="25000"/>
              </a:schemeClr>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108" name="Straight Arrow Connector 107"/>
          <p:cNvCxnSpPr/>
          <p:nvPr/>
        </p:nvCxnSpPr>
        <p:spPr>
          <a:xfrm>
            <a:off x="9115076" y="3436774"/>
            <a:ext cx="0" cy="306929"/>
          </a:xfrm>
          <a:prstGeom prst="straightConnector1">
            <a:avLst/>
          </a:prstGeom>
          <a:ln w="63500" cmpd="sng">
            <a:solidFill>
              <a:schemeClr val="tx1">
                <a:lumMod val="75000"/>
                <a:lumOff val="25000"/>
              </a:schemeClr>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109" name="Title 1"/>
          <p:cNvSpPr>
            <a:spLocks noGrp="1"/>
          </p:cNvSpPr>
          <p:nvPr>
            <p:ph type="title"/>
          </p:nvPr>
        </p:nvSpPr>
        <p:spPr/>
        <p:txBody>
          <a:bodyPr/>
          <a:lstStyle/>
          <a:p>
            <a:r>
              <a:rPr lang="en-US" dirty="0"/>
              <a:t>Idea of Software Defined Networks</a:t>
            </a:r>
          </a:p>
        </p:txBody>
      </p:sp>
      <p:grpSp>
        <p:nvGrpSpPr>
          <p:cNvPr id="110" name="Group 109"/>
          <p:cNvGrpSpPr/>
          <p:nvPr/>
        </p:nvGrpSpPr>
        <p:grpSpPr>
          <a:xfrm>
            <a:off x="3624679" y="2161454"/>
            <a:ext cx="5795490" cy="4145684"/>
            <a:chOff x="2100679" y="2429563"/>
            <a:chExt cx="5795490" cy="4145684"/>
          </a:xfrm>
        </p:grpSpPr>
        <p:sp>
          <p:nvSpPr>
            <p:cNvPr id="111" name="Rounded Rectangle 110"/>
            <p:cNvSpPr/>
            <p:nvPr/>
          </p:nvSpPr>
          <p:spPr>
            <a:xfrm>
              <a:off x="2100679" y="2429563"/>
              <a:ext cx="457200" cy="457200"/>
            </a:xfrm>
            <a:prstGeom prst="roundRect">
              <a:avLst/>
            </a:prstGeom>
            <a:solidFill>
              <a:schemeClr val="accent3">
                <a:lumMod val="60000"/>
                <a:lumOff val="40000"/>
              </a:schemeClr>
            </a:solidFill>
            <a:ln w="63500">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2" name="Rounded Rectangle 111"/>
            <p:cNvSpPr/>
            <p:nvPr/>
          </p:nvSpPr>
          <p:spPr>
            <a:xfrm>
              <a:off x="2428056" y="4326085"/>
              <a:ext cx="457200" cy="457200"/>
            </a:xfrm>
            <a:prstGeom prst="roundRect">
              <a:avLst/>
            </a:prstGeom>
            <a:solidFill>
              <a:schemeClr val="accent3">
                <a:lumMod val="50000"/>
              </a:schemeClr>
            </a:solidFill>
            <a:ln w="63500">
              <a:solidFill>
                <a:schemeClr val="accent3">
                  <a:lumMod val="5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3" name="Rounded Rectangle 112"/>
            <p:cNvSpPr/>
            <p:nvPr/>
          </p:nvSpPr>
          <p:spPr>
            <a:xfrm>
              <a:off x="2905015" y="3296613"/>
              <a:ext cx="457200" cy="457200"/>
            </a:xfrm>
            <a:prstGeom prst="roundRect">
              <a:avLst/>
            </a:prstGeom>
            <a:solidFill>
              <a:schemeClr val="accent3"/>
            </a:solidFill>
            <a:ln w="63500">
              <a:solidFill>
                <a:schemeClr val="accent3"/>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4" name="Rounded Rectangle 113"/>
            <p:cNvSpPr/>
            <p:nvPr/>
          </p:nvSpPr>
          <p:spPr>
            <a:xfrm>
              <a:off x="7438969" y="4454610"/>
              <a:ext cx="457200" cy="457200"/>
            </a:xfrm>
            <a:prstGeom prst="roundRect">
              <a:avLst/>
            </a:prstGeom>
            <a:solidFill>
              <a:schemeClr val="accent4">
                <a:lumMod val="60000"/>
                <a:lumOff val="40000"/>
              </a:schemeClr>
            </a:solidFill>
            <a:ln w="63500">
              <a:solidFill>
                <a:schemeClr val="accent4">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5" name="Rounded Rectangle 114"/>
            <p:cNvSpPr/>
            <p:nvPr/>
          </p:nvSpPr>
          <p:spPr>
            <a:xfrm>
              <a:off x="6051567" y="3911730"/>
              <a:ext cx="457200" cy="457200"/>
            </a:xfrm>
            <a:prstGeom prst="roundRect">
              <a:avLst/>
            </a:prstGeom>
            <a:solidFill>
              <a:schemeClr val="accent4"/>
            </a:solidFill>
            <a:ln w="63500">
              <a:solidFill>
                <a:schemeClr val="accent4"/>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6" name="Rounded Rectangle 115"/>
            <p:cNvSpPr/>
            <p:nvPr/>
          </p:nvSpPr>
          <p:spPr>
            <a:xfrm>
              <a:off x="6046139" y="2892403"/>
              <a:ext cx="457200" cy="457200"/>
            </a:xfrm>
            <a:prstGeom prst="roundRect">
              <a:avLst/>
            </a:prstGeom>
            <a:solidFill>
              <a:schemeClr val="accent4">
                <a:lumMod val="75000"/>
              </a:schemeClr>
            </a:solidFill>
            <a:ln w="63500">
              <a:solidFill>
                <a:schemeClr val="accent4">
                  <a:lumMod val="75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7" name="Rounded Rectangle 116"/>
            <p:cNvSpPr/>
            <p:nvPr/>
          </p:nvSpPr>
          <p:spPr>
            <a:xfrm>
              <a:off x="4200411" y="3050456"/>
              <a:ext cx="457200" cy="457200"/>
            </a:xfrm>
            <a:prstGeom prst="roundRect">
              <a:avLst/>
            </a:prstGeom>
            <a:solidFill>
              <a:schemeClr val="accent6"/>
            </a:solidFill>
            <a:ln w="63500">
              <a:solidFill>
                <a:schemeClr val="accent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8" name="Rounded Rectangle 117"/>
            <p:cNvSpPr/>
            <p:nvPr/>
          </p:nvSpPr>
          <p:spPr>
            <a:xfrm>
              <a:off x="4008574" y="4434813"/>
              <a:ext cx="457200" cy="457200"/>
            </a:xfrm>
            <a:prstGeom prst="roundRect">
              <a:avLst/>
            </a:prstGeom>
            <a:solidFill>
              <a:schemeClr val="accent5">
                <a:lumMod val="40000"/>
                <a:lumOff val="60000"/>
              </a:schemeClr>
            </a:solidFill>
            <a:ln w="63500">
              <a:solidFill>
                <a:schemeClr val="accent5">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9" name="Rounded Rectangle 118"/>
            <p:cNvSpPr/>
            <p:nvPr/>
          </p:nvSpPr>
          <p:spPr>
            <a:xfrm>
              <a:off x="5340369" y="4769174"/>
              <a:ext cx="457200" cy="457200"/>
            </a:xfrm>
            <a:prstGeom prst="roundRect">
              <a:avLst/>
            </a:prstGeom>
            <a:solidFill>
              <a:schemeClr val="accent5"/>
            </a:solidFill>
            <a:ln w="63500">
              <a:solidFill>
                <a:schemeClr val="accent5"/>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0" name="Rounded Rectangle 119"/>
            <p:cNvSpPr/>
            <p:nvPr/>
          </p:nvSpPr>
          <p:spPr>
            <a:xfrm>
              <a:off x="4914432" y="3968426"/>
              <a:ext cx="457200" cy="457200"/>
            </a:xfrm>
            <a:prstGeom prst="roundRect">
              <a:avLst/>
            </a:prstGeom>
            <a:solidFill>
              <a:srgbClr val="FF0000"/>
            </a:solidFill>
            <a:ln w="63500">
              <a:solidFill>
                <a:srgbClr val="FF0000"/>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1" name="Rounded Rectangle 120"/>
            <p:cNvSpPr/>
            <p:nvPr/>
          </p:nvSpPr>
          <p:spPr>
            <a:xfrm>
              <a:off x="3108504" y="6118047"/>
              <a:ext cx="457200" cy="457200"/>
            </a:xfrm>
            <a:prstGeom prst="roundRect">
              <a:avLst/>
            </a:prstGeom>
            <a:solidFill>
              <a:srgbClr val="D77C93"/>
            </a:solidFill>
            <a:ln w="63500">
              <a:solidFill>
                <a:srgbClr val="D77C93"/>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2" name="Rounded Rectangle 121"/>
            <p:cNvSpPr/>
            <p:nvPr/>
          </p:nvSpPr>
          <p:spPr>
            <a:xfrm>
              <a:off x="7316145" y="3321381"/>
              <a:ext cx="457200" cy="457200"/>
            </a:xfrm>
            <a:prstGeom prst="roundRect">
              <a:avLst/>
            </a:prstGeom>
            <a:solidFill>
              <a:srgbClr val="C6AD06"/>
            </a:solidFill>
            <a:ln w="63500">
              <a:solidFill>
                <a:srgbClr val="C6AD0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25077395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Straight Connector 38"/>
          <p:cNvCxnSpPr/>
          <p:nvPr/>
        </p:nvCxnSpPr>
        <p:spPr>
          <a:xfrm>
            <a:off x="1768317" y="2962947"/>
            <a:ext cx="186266" cy="33648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p:nvCxnSpPr>
        <p:spPr>
          <a:xfrm>
            <a:off x="1398607" y="3095604"/>
            <a:ext cx="285044" cy="1163253"/>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p:cNvCxnSpPr/>
          <p:nvPr/>
        </p:nvCxnSpPr>
        <p:spPr>
          <a:xfrm flipH="1">
            <a:off x="2030787" y="3964934"/>
            <a:ext cx="183448" cy="237478"/>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5749465" y="4436609"/>
            <a:ext cx="535876" cy="136575"/>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749465" y="3514258"/>
            <a:ext cx="664230" cy="856974"/>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flipV="1">
            <a:off x="2715412" y="3341760"/>
            <a:ext cx="390764" cy="172498"/>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flipV="1">
            <a:off x="2160621" y="3665692"/>
            <a:ext cx="1165563" cy="878039"/>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p:nvCxnSpPr>
        <p:spPr>
          <a:xfrm flipV="1">
            <a:off x="3952845" y="3095604"/>
            <a:ext cx="1026941" cy="165749"/>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3981067" y="3427102"/>
            <a:ext cx="1026941" cy="537832"/>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5821030" y="3231140"/>
            <a:ext cx="421979" cy="163611"/>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flipH="1">
            <a:off x="5821029" y="3978572"/>
            <a:ext cx="794508" cy="280284"/>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34" name="Picture 33" descr="cloud.png"/>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2828300" y="5385981"/>
            <a:ext cx="1440504" cy="866419"/>
          </a:xfrm>
          <a:prstGeom prst="rect">
            <a:avLst/>
          </a:prstGeom>
        </p:spPr>
      </p:pic>
      <p:pic>
        <p:nvPicPr>
          <p:cNvPr id="35" name="Picture 34" descr="cloud.png"/>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5121192" y="5483043"/>
            <a:ext cx="1440504" cy="866419"/>
          </a:xfrm>
          <a:prstGeom prst="rect">
            <a:avLst/>
          </a:prstGeom>
        </p:spPr>
      </p:pic>
      <p:cxnSp>
        <p:nvCxnSpPr>
          <p:cNvPr id="44" name="Straight Connector 43"/>
          <p:cNvCxnSpPr/>
          <p:nvPr/>
        </p:nvCxnSpPr>
        <p:spPr>
          <a:xfrm>
            <a:off x="5050340" y="5285633"/>
            <a:ext cx="347354" cy="211521"/>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6" name="Straight Connector 45"/>
          <p:cNvCxnSpPr/>
          <p:nvPr/>
        </p:nvCxnSpPr>
        <p:spPr>
          <a:xfrm>
            <a:off x="3393992" y="5075353"/>
            <a:ext cx="13450" cy="324738"/>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7" name="Straight Connector 46"/>
          <p:cNvCxnSpPr/>
          <p:nvPr/>
        </p:nvCxnSpPr>
        <p:spPr>
          <a:xfrm>
            <a:off x="4649807" y="4407314"/>
            <a:ext cx="1763889" cy="421119"/>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8" name="Straight Connector 47"/>
          <p:cNvCxnSpPr/>
          <p:nvPr/>
        </p:nvCxnSpPr>
        <p:spPr>
          <a:xfrm flipV="1">
            <a:off x="4599004" y="3471926"/>
            <a:ext cx="451336" cy="442618"/>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50" name="Straight Connector 49"/>
          <p:cNvCxnSpPr/>
          <p:nvPr/>
        </p:nvCxnSpPr>
        <p:spPr>
          <a:xfrm>
            <a:off x="4425327" y="4606514"/>
            <a:ext cx="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a:off x="4522584" y="4588690"/>
            <a:ext cx="104642" cy="74269"/>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54" name="Straight Connector 53"/>
          <p:cNvCxnSpPr/>
          <p:nvPr/>
        </p:nvCxnSpPr>
        <p:spPr>
          <a:xfrm flipH="1">
            <a:off x="3741051" y="4414078"/>
            <a:ext cx="169461" cy="129653"/>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61" name="Picture 60"/>
          <p:cNvPicPr>
            <a:picLocks noChangeAspect="1"/>
          </p:cNvPicPr>
          <p:nvPr/>
        </p:nvPicPr>
        <p:blipFill>
          <a:blip r:embed="rId4"/>
          <a:stretch>
            <a:fillRect/>
          </a:stretch>
        </p:blipFill>
        <p:spPr>
          <a:xfrm>
            <a:off x="252626" y="1520434"/>
            <a:ext cx="584374" cy="748409"/>
          </a:xfrm>
          <a:prstGeom prst="rect">
            <a:avLst/>
          </a:prstGeom>
        </p:spPr>
      </p:pic>
      <p:pic>
        <p:nvPicPr>
          <p:cNvPr id="62" name="Picture 61"/>
          <p:cNvPicPr>
            <a:picLocks noChangeAspect="1"/>
          </p:cNvPicPr>
          <p:nvPr/>
        </p:nvPicPr>
        <p:blipFill>
          <a:blip r:embed="rId5"/>
          <a:stretch>
            <a:fillRect/>
          </a:stretch>
        </p:blipFill>
        <p:spPr>
          <a:xfrm>
            <a:off x="1043008" y="5607619"/>
            <a:ext cx="835392" cy="1113856"/>
          </a:xfrm>
          <a:prstGeom prst="rect">
            <a:avLst/>
          </a:prstGeom>
        </p:spPr>
      </p:pic>
      <p:cxnSp>
        <p:nvCxnSpPr>
          <p:cNvPr id="63" name="Straight Connector 62"/>
          <p:cNvCxnSpPr/>
          <p:nvPr/>
        </p:nvCxnSpPr>
        <p:spPr>
          <a:xfrm>
            <a:off x="837001" y="2119336"/>
            <a:ext cx="259623" cy="242486"/>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64" name="Straight Connector 63"/>
          <p:cNvCxnSpPr/>
          <p:nvPr/>
        </p:nvCxnSpPr>
        <p:spPr>
          <a:xfrm>
            <a:off x="1884029" y="6356892"/>
            <a:ext cx="206037"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55" name="Straight Connector 54"/>
          <p:cNvCxnSpPr/>
          <p:nvPr/>
        </p:nvCxnSpPr>
        <p:spPr>
          <a:xfrm flipH="1">
            <a:off x="2828301" y="6164711"/>
            <a:ext cx="169461" cy="129653"/>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1226451" y="2474710"/>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0" name="Rounded Rectangle 59"/>
          <p:cNvSpPr/>
          <p:nvPr/>
        </p:nvSpPr>
        <p:spPr>
          <a:xfrm>
            <a:off x="1553828" y="4371232"/>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5" name="Rounded Rectangle 64"/>
          <p:cNvSpPr/>
          <p:nvPr/>
        </p:nvSpPr>
        <p:spPr>
          <a:xfrm>
            <a:off x="2030787" y="3341760"/>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6" name="Rounded Rectangle 65"/>
          <p:cNvSpPr/>
          <p:nvPr/>
        </p:nvSpPr>
        <p:spPr>
          <a:xfrm>
            <a:off x="6564741" y="4499757"/>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7" name="Rounded Rectangle 66"/>
          <p:cNvSpPr/>
          <p:nvPr/>
        </p:nvSpPr>
        <p:spPr>
          <a:xfrm>
            <a:off x="5177339" y="3956877"/>
            <a:ext cx="457200" cy="457200"/>
          </a:xfrm>
          <a:prstGeom prst="roundRect">
            <a:avLst/>
          </a:prstGeom>
          <a:solidFill>
            <a:srgbClr val="A6A6A6"/>
          </a:solidFill>
          <a:ln w="635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8" name="Rounded Rectangle 67"/>
          <p:cNvSpPr/>
          <p:nvPr/>
        </p:nvSpPr>
        <p:spPr>
          <a:xfrm>
            <a:off x="5171911" y="2937550"/>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9" name="Rounded Rectangle 68"/>
          <p:cNvSpPr/>
          <p:nvPr/>
        </p:nvSpPr>
        <p:spPr>
          <a:xfrm>
            <a:off x="3326183" y="3095603"/>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0" name="Rounded Rectangle 69"/>
          <p:cNvSpPr/>
          <p:nvPr/>
        </p:nvSpPr>
        <p:spPr>
          <a:xfrm>
            <a:off x="3134346" y="4479960"/>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1" name="Rounded Rectangle 70"/>
          <p:cNvSpPr/>
          <p:nvPr/>
        </p:nvSpPr>
        <p:spPr>
          <a:xfrm>
            <a:off x="4466141" y="4814321"/>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2" name="Rounded Rectangle 71"/>
          <p:cNvSpPr/>
          <p:nvPr/>
        </p:nvSpPr>
        <p:spPr>
          <a:xfrm>
            <a:off x="4040204" y="4013573"/>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0" name="Rounded Rectangle 79"/>
          <p:cNvSpPr/>
          <p:nvPr/>
        </p:nvSpPr>
        <p:spPr>
          <a:xfrm>
            <a:off x="2234276" y="6163194"/>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86" name="Group 85"/>
          <p:cNvGrpSpPr/>
          <p:nvPr/>
        </p:nvGrpSpPr>
        <p:grpSpPr>
          <a:xfrm>
            <a:off x="1768317" y="2119336"/>
            <a:ext cx="5144912" cy="3881414"/>
            <a:chOff x="2593622" y="2268842"/>
            <a:chExt cx="5144912" cy="3731908"/>
          </a:xfrm>
        </p:grpSpPr>
        <p:cxnSp>
          <p:nvCxnSpPr>
            <p:cNvPr id="87" name="Straight Arrow Connector 86"/>
            <p:cNvCxnSpPr/>
            <p:nvPr/>
          </p:nvCxnSpPr>
          <p:spPr>
            <a:xfrm flipH="1">
              <a:off x="2671957" y="2268842"/>
              <a:ext cx="609586" cy="324075"/>
            </a:xfrm>
            <a:prstGeom prst="straightConnector1">
              <a:avLst/>
            </a:prstGeom>
            <a:ln w="63500">
              <a:solidFill>
                <a:schemeClr val="tx1">
                  <a:lumMod val="75000"/>
                  <a:lumOff val="2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p:nvPr/>
          </p:nvCxnSpPr>
          <p:spPr>
            <a:xfrm flipH="1">
              <a:off x="2593622" y="2561168"/>
              <a:ext cx="790225" cy="1670681"/>
            </a:xfrm>
            <a:prstGeom prst="straightConnector1">
              <a:avLst/>
            </a:prstGeom>
            <a:ln w="63500">
              <a:solidFill>
                <a:schemeClr val="tx1">
                  <a:lumMod val="75000"/>
                  <a:lumOff val="2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p:cNvCxnSpPr/>
            <p:nvPr/>
          </p:nvCxnSpPr>
          <p:spPr>
            <a:xfrm flipH="1">
              <a:off x="3267428" y="2571751"/>
              <a:ext cx="305798" cy="638222"/>
            </a:xfrm>
            <a:prstGeom prst="straightConnector1">
              <a:avLst/>
            </a:prstGeom>
            <a:ln w="63500">
              <a:solidFill>
                <a:schemeClr val="tx1">
                  <a:lumMod val="75000"/>
                  <a:lumOff val="2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0" name="Straight Arrow Connector 89"/>
            <p:cNvCxnSpPr/>
            <p:nvPr/>
          </p:nvCxnSpPr>
          <p:spPr>
            <a:xfrm>
              <a:off x="4151488" y="2561168"/>
              <a:ext cx="0" cy="1810064"/>
            </a:xfrm>
            <a:prstGeom prst="straightConnector1">
              <a:avLst/>
            </a:prstGeom>
            <a:ln w="63500">
              <a:solidFill>
                <a:schemeClr val="tx1">
                  <a:lumMod val="75000"/>
                  <a:lumOff val="2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1" name="Straight Arrow Connector 90"/>
            <p:cNvCxnSpPr/>
            <p:nvPr/>
          </p:nvCxnSpPr>
          <p:spPr>
            <a:xfrm flipH="1">
              <a:off x="4369505" y="2540002"/>
              <a:ext cx="2200" cy="444111"/>
            </a:xfrm>
            <a:prstGeom prst="straightConnector1">
              <a:avLst/>
            </a:prstGeom>
            <a:ln w="63500">
              <a:solidFill>
                <a:schemeClr val="tx1">
                  <a:lumMod val="75000"/>
                  <a:lumOff val="2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2" name="Straight Arrow Connector 91"/>
            <p:cNvCxnSpPr/>
            <p:nvPr/>
          </p:nvCxnSpPr>
          <p:spPr>
            <a:xfrm flipH="1">
              <a:off x="6172905" y="2493439"/>
              <a:ext cx="2200" cy="444111"/>
            </a:xfrm>
            <a:prstGeom prst="straightConnector1">
              <a:avLst/>
            </a:prstGeom>
            <a:ln w="63500">
              <a:solidFill>
                <a:schemeClr val="tx1">
                  <a:lumMod val="75000"/>
                  <a:lumOff val="2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3" name="Straight Arrow Connector 92"/>
            <p:cNvCxnSpPr/>
            <p:nvPr/>
          </p:nvCxnSpPr>
          <p:spPr>
            <a:xfrm>
              <a:off x="5094109" y="2613475"/>
              <a:ext cx="0" cy="1224620"/>
            </a:xfrm>
            <a:prstGeom prst="straightConnector1">
              <a:avLst/>
            </a:prstGeom>
            <a:ln w="63500">
              <a:solidFill>
                <a:schemeClr val="tx1">
                  <a:lumMod val="75000"/>
                  <a:lumOff val="2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p:nvPr/>
          </p:nvCxnSpPr>
          <p:spPr>
            <a:xfrm>
              <a:off x="5476410" y="2592531"/>
              <a:ext cx="0" cy="2070427"/>
            </a:xfrm>
            <a:prstGeom prst="straightConnector1">
              <a:avLst/>
            </a:prstGeom>
            <a:ln w="63500">
              <a:solidFill>
                <a:schemeClr val="tx1">
                  <a:lumMod val="75000"/>
                  <a:lumOff val="2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5" name="Straight Arrow Connector 94"/>
            <p:cNvCxnSpPr/>
            <p:nvPr/>
          </p:nvCxnSpPr>
          <p:spPr>
            <a:xfrm>
              <a:off x="6360583" y="2592309"/>
              <a:ext cx="0" cy="1322235"/>
            </a:xfrm>
            <a:prstGeom prst="straightConnector1">
              <a:avLst/>
            </a:prstGeom>
            <a:ln w="63500">
              <a:solidFill>
                <a:schemeClr val="tx1">
                  <a:lumMod val="75000"/>
                  <a:lumOff val="2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p:cNvCxnSpPr/>
            <p:nvPr/>
          </p:nvCxnSpPr>
          <p:spPr>
            <a:xfrm>
              <a:off x="7738533" y="2613475"/>
              <a:ext cx="1" cy="1737329"/>
            </a:xfrm>
            <a:prstGeom prst="straightConnector1">
              <a:avLst/>
            </a:prstGeom>
            <a:ln w="63500">
              <a:solidFill>
                <a:schemeClr val="tx1">
                  <a:lumMod val="75000"/>
                  <a:lumOff val="2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7" name="Straight Arrow Connector 96"/>
            <p:cNvCxnSpPr/>
            <p:nvPr/>
          </p:nvCxnSpPr>
          <p:spPr>
            <a:xfrm>
              <a:off x="7440842" y="2603261"/>
              <a:ext cx="0" cy="627878"/>
            </a:xfrm>
            <a:prstGeom prst="straightConnector1">
              <a:avLst/>
            </a:prstGeom>
            <a:ln w="63500">
              <a:solidFill>
                <a:schemeClr val="tx1">
                  <a:lumMod val="75000"/>
                  <a:lumOff val="2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0" name="Straight Arrow Connector 99"/>
            <p:cNvCxnSpPr/>
            <p:nvPr/>
          </p:nvCxnSpPr>
          <p:spPr>
            <a:xfrm flipH="1">
              <a:off x="3313292" y="2540740"/>
              <a:ext cx="485079" cy="3460010"/>
            </a:xfrm>
            <a:prstGeom prst="straightConnector1">
              <a:avLst/>
            </a:prstGeom>
            <a:ln w="63500">
              <a:solidFill>
                <a:schemeClr val="tx1">
                  <a:lumMod val="75000"/>
                  <a:lumOff val="2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84" name="Rounded Rectangle 83"/>
          <p:cNvSpPr/>
          <p:nvPr/>
        </p:nvSpPr>
        <p:spPr>
          <a:xfrm>
            <a:off x="6441917" y="3366528"/>
            <a:ext cx="457200" cy="457200"/>
          </a:xfrm>
          <a:prstGeom prst="roundRect">
            <a:avLst/>
          </a:prstGeom>
          <a:solidFill>
            <a:srgbClr val="A6A6A6"/>
          </a:solidFill>
          <a:ln w="63500">
            <a:solidFill>
              <a:srgbClr val="A6A6A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9" name="Title 1"/>
          <p:cNvSpPr>
            <a:spLocks noGrp="1"/>
          </p:cNvSpPr>
          <p:nvPr>
            <p:ph type="title"/>
          </p:nvPr>
        </p:nvSpPr>
        <p:spPr>
          <a:xfrm>
            <a:off x="401532" y="59430"/>
            <a:ext cx="11360800" cy="763600"/>
          </a:xfrm>
        </p:spPr>
        <p:txBody>
          <a:bodyPr>
            <a:normAutofit/>
          </a:bodyPr>
          <a:lstStyle/>
          <a:p>
            <a:r>
              <a:rPr lang="en-US"/>
              <a:t>(Logically) Centralized Controller</a:t>
            </a:r>
          </a:p>
        </p:txBody>
      </p:sp>
      <p:sp>
        <p:nvSpPr>
          <p:cNvPr id="110" name="Rounded Rectangle 109"/>
          <p:cNvSpPr/>
          <p:nvPr/>
        </p:nvSpPr>
        <p:spPr>
          <a:xfrm>
            <a:off x="2558542" y="1658619"/>
            <a:ext cx="4724400" cy="554340"/>
          </a:xfrm>
          <a:prstGeom prst="roundRect">
            <a:avLst/>
          </a:prstGeom>
          <a:solidFill>
            <a:srgbClr val="404040"/>
          </a:solidFill>
          <a:ln>
            <a:solidFill>
              <a:srgbClr val="404040"/>
            </a:solidFill>
          </a:ln>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2600">
                <a:solidFill>
                  <a:srgbClr val="FFFFFF"/>
                </a:solidFill>
                <a:latin typeface="+mj-lt"/>
              </a:rPr>
              <a:t>Controller Platform</a:t>
            </a:r>
          </a:p>
        </p:txBody>
      </p:sp>
      <p:grpSp>
        <p:nvGrpSpPr>
          <p:cNvPr id="73" name="Group 72"/>
          <p:cNvGrpSpPr/>
          <p:nvPr/>
        </p:nvGrpSpPr>
        <p:grpSpPr>
          <a:xfrm>
            <a:off x="1275374" y="2161454"/>
            <a:ext cx="5795490" cy="4145684"/>
            <a:chOff x="2100679" y="2429563"/>
            <a:chExt cx="5795490" cy="4145684"/>
          </a:xfrm>
        </p:grpSpPr>
        <p:sp>
          <p:nvSpPr>
            <p:cNvPr id="74" name="Rounded Rectangle 73"/>
            <p:cNvSpPr/>
            <p:nvPr/>
          </p:nvSpPr>
          <p:spPr>
            <a:xfrm>
              <a:off x="2100679" y="2429563"/>
              <a:ext cx="457200" cy="457200"/>
            </a:xfrm>
            <a:prstGeom prst="roundRect">
              <a:avLst/>
            </a:prstGeom>
            <a:solidFill>
              <a:schemeClr val="accent3">
                <a:lumMod val="60000"/>
                <a:lumOff val="40000"/>
              </a:schemeClr>
            </a:solidFill>
            <a:ln w="63500">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5" name="Rounded Rectangle 74"/>
            <p:cNvSpPr/>
            <p:nvPr/>
          </p:nvSpPr>
          <p:spPr>
            <a:xfrm>
              <a:off x="2428056" y="4326085"/>
              <a:ext cx="457200" cy="457200"/>
            </a:xfrm>
            <a:prstGeom prst="roundRect">
              <a:avLst/>
            </a:prstGeom>
            <a:solidFill>
              <a:schemeClr val="accent3">
                <a:lumMod val="50000"/>
              </a:schemeClr>
            </a:solidFill>
            <a:ln w="63500">
              <a:solidFill>
                <a:schemeClr val="accent3">
                  <a:lumMod val="5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6" name="Rounded Rectangle 75"/>
            <p:cNvSpPr/>
            <p:nvPr/>
          </p:nvSpPr>
          <p:spPr>
            <a:xfrm>
              <a:off x="2905015" y="3296613"/>
              <a:ext cx="457200" cy="457200"/>
            </a:xfrm>
            <a:prstGeom prst="roundRect">
              <a:avLst/>
            </a:prstGeom>
            <a:solidFill>
              <a:schemeClr val="accent3"/>
            </a:solidFill>
            <a:ln w="63500">
              <a:solidFill>
                <a:schemeClr val="accent3"/>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7" name="Rounded Rectangle 76"/>
            <p:cNvSpPr/>
            <p:nvPr/>
          </p:nvSpPr>
          <p:spPr>
            <a:xfrm>
              <a:off x="7438969" y="4454610"/>
              <a:ext cx="457200" cy="457200"/>
            </a:xfrm>
            <a:prstGeom prst="roundRect">
              <a:avLst/>
            </a:prstGeom>
            <a:solidFill>
              <a:schemeClr val="accent4">
                <a:lumMod val="60000"/>
                <a:lumOff val="40000"/>
              </a:schemeClr>
            </a:solidFill>
            <a:ln w="63500">
              <a:solidFill>
                <a:schemeClr val="accent4">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8" name="Rounded Rectangle 77"/>
            <p:cNvSpPr/>
            <p:nvPr/>
          </p:nvSpPr>
          <p:spPr>
            <a:xfrm>
              <a:off x="6051567" y="3911730"/>
              <a:ext cx="457200" cy="457200"/>
            </a:xfrm>
            <a:prstGeom prst="roundRect">
              <a:avLst/>
            </a:prstGeom>
            <a:solidFill>
              <a:schemeClr val="accent4"/>
            </a:solidFill>
            <a:ln w="63500">
              <a:solidFill>
                <a:schemeClr val="accent4"/>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9" name="Rounded Rectangle 78"/>
            <p:cNvSpPr/>
            <p:nvPr/>
          </p:nvSpPr>
          <p:spPr>
            <a:xfrm>
              <a:off x="6046139" y="2892403"/>
              <a:ext cx="457200" cy="457200"/>
            </a:xfrm>
            <a:prstGeom prst="roundRect">
              <a:avLst/>
            </a:prstGeom>
            <a:solidFill>
              <a:schemeClr val="accent4">
                <a:lumMod val="75000"/>
              </a:schemeClr>
            </a:solidFill>
            <a:ln w="63500">
              <a:solidFill>
                <a:schemeClr val="accent4">
                  <a:lumMod val="75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1" name="Rounded Rectangle 80"/>
            <p:cNvSpPr/>
            <p:nvPr/>
          </p:nvSpPr>
          <p:spPr>
            <a:xfrm>
              <a:off x="4200411" y="3050456"/>
              <a:ext cx="457200" cy="457200"/>
            </a:xfrm>
            <a:prstGeom prst="roundRect">
              <a:avLst/>
            </a:prstGeom>
            <a:solidFill>
              <a:schemeClr val="accent6"/>
            </a:solidFill>
            <a:ln w="63500">
              <a:solidFill>
                <a:schemeClr val="accent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2" name="Rounded Rectangle 81"/>
            <p:cNvSpPr/>
            <p:nvPr/>
          </p:nvSpPr>
          <p:spPr>
            <a:xfrm>
              <a:off x="4008574" y="4434813"/>
              <a:ext cx="457200" cy="457200"/>
            </a:xfrm>
            <a:prstGeom prst="roundRect">
              <a:avLst/>
            </a:prstGeom>
            <a:solidFill>
              <a:schemeClr val="accent5">
                <a:lumMod val="40000"/>
                <a:lumOff val="60000"/>
              </a:schemeClr>
            </a:solidFill>
            <a:ln w="63500">
              <a:solidFill>
                <a:schemeClr val="accent5">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3" name="Rounded Rectangle 82"/>
            <p:cNvSpPr/>
            <p:nvPr/>
          </p:nvSpPr>
          <p:spPr>
            <a:xfrm>
              <a:off x="5340369" y="4769174"/>
              <a:ext cx="457200" cy="457200"/>
            </a:xfrm>
            <a:prstGeom prst="roundRect">
              <a:avLst/>
            </a:prstGeom>
            <a:solidFill>
              <a:schemeClr val="accent5"/>
            </a:solidFill>
            <a:ln w="63500">
              <a:solidFill>
                <a:schemeClr val="accent5"/>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5" name="Rounded Rectangle 84"/>
            <p:cNvSpPr/>
            <p:nvPr/>
          </p:nvSpPr>
          <p:spPr>
            <a:xfrm>
              <a:off x="4914432" y="3968426"/>
              <a:ext cx="457200" cy="457200"/>
            </a:xfrm>
            <a:prstGeom prst="roundRect">
              <a:avLst/>
            </a:prstGeom>
            <a:solidFill>
              <a:srgbClr val="FF0000"/>
            </a:solidFill>
            <a:ln w="63500">
              <a:solidFill>
                <a:srgbClr val="FF0000"/>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8" name="Rounded Rectangle 97"/>
            <p:cNvSpPr/>
            <p:nvPr/>
          </p:nvSpPr>
          <p:spPr>
            <a:xfrm>
              <a:off x="3108504" y="6118047"/>
              <a:ext cx="457200" cy="457200"/>
            </a:xfrm>
            <a:prstGeom prst="roundRect">
              <a:avLst/>
            </a:prstGeom>
            <a:solidFill>
              <a:srgbClr val="D77C93"/>
            </a:solidFill>
            <a:ln w="63500">
              <a:solidFill>
                <a:srgbClr val="D77C93"/>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9" name="Rounded Rectangle 98"/>
            <p:cNvSpPr/>
            <p:nvPr/>
          </p:nvSpPr>
          <p:spPr>
            <a:xfrm>
              <a:off x="7316145" y="3321381"/>
              <a:ext cx="457200" cy="457200"/>
            </a:xfrm>
            <a:prstGeom prst="roundRect">
              <a:avLst/>
            </a:prstGeom>
            <a:solidFill>
              <a:srgbClr val="C6AD06"/>
            </a:solidFill>
            <a:ln w="63500">
              <a:solidFill>
                <a:srgbClr val="C6AD06"/>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20344414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D31BD-44D6-0DBC-9EB0-2C12F4D8A44B}"/>
              </a:ext>
            </a:extLst>
          </p:cNvPr>
          <p:cNvSpPr>
            <a:spLocks noGrp="1"/>
          </p:cNvSpPr>
          <p:nvPr>
            <p:ph type="title"/>
          </p:nvPr>
        </p:nvSpPr>
        <p:spPr/>
        <p:txBody>
          <a:bodyPr>
            <a:normAutofit fontScale="90000"/>
          </a:bodyPr>
          <a:lstStyle/>
          <a:p>
            <a:r>
              <a:rPr lang="en-US"/>
              <a:t>A Helpful Analogy: Computer Systems</a:t>
            </a:r>
            <a:br>
              <a:rPr lang="en-US"/>
            </a:br>
            <a:r>
              <a:rPr lang="en-US" sz="2000">
                <a:solidFill>
                  <a:schemeClr val="bg2">
                    <a:lumMod val="50000"/>
                  </a:schemeClr>
                </a:solidFill>
              </a:rPr>
              <a:t>(From Nick McKeown’s talk “Making SDN Work” at the Open Networking Summit, April 2012)</a:t>
            </a:r>
          </a:p>
        </p:txBody>
      </p:sp>
      <p:sp>
        <p:nvSpPr>
          <p:cNvPr id="39" name="Text Placeholder 38">
            <a:extLst>
              <a:ext uri="{FF2B5EF4-FFF2-40B4-BE49-F238E27FC236}">
                <a16:creationId xmlns:a16="http://schemas.microsoft.com/office/drawing/2014/main" id="{12999E1E-27EB-8FE2-CF3E-9DF365AC8E32}"/>
              </a:ext>
            </a:extLst>
          </p:cNvPr>
          <p:cNvSpPr>
            <a:spLocks noGrp="1"/>
          </p:cNvSpPr>
          <p:nvPr>
            <p:ph type="body" idx="1"/>
          </p:nvPr>
        </p:nvSpPr>
        <p:spPr/>
        <p:txBody>
          <a:bodyPr/>
          <a:lstStyle/>
          <a:p>
            <a:endParaRPr lang="en-US"/>
          </a:p>
        </p:txBody>
      </p:sp>
      <p:sp>
        <p:nvSpPr>
          <p:cNvPr id="4" name="TextBox 3">
            <a:extLst>
              <a:ext uri="{FF2B5EF4-FFF2-40B4-BE49-F238E27FC236}">
                <a16:creationId xmlns:a16="http://schemas.microsoft.com/office/drawing/2014/main" id="{EC9BD076-5BCD-F9EE-F9C0-B8272AC9890B}"/>
              </a:ext>
            </a:extLst>
          </p:cNvPr>
          <p:cNvSpPr txBox="1">
            <a:spLocks noChangeArrowheads="1"/>
          </p:cNvSpPr>
          <p:nvPr/>
        </p:nvSpPr>
        <p:spPr bwMode="auto">
          <a:xfrm>
            <a:off x="576469" y="5714670"/>
            <a:ext cx="413136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algn="ctr" eaLnBrk="1" hangingPunct="1"/>
            <a:r>
              <a:rPr lang="en-US" altLang="en-US" sz="1800">
                <a:latin typeface="Arial" panose="020B0604020202020204" pitchFamily="34" charset="0"/>
              </a:rPr>
              <a:t>Vertically integrated</a:t>
            </a:r>
          </a:p>
          <a:p>
            <a:pPr algn="ctr" eaLnBrk="1" hangingPunct="1"/>
            <a:r>
              <a:rPr lang="en-US" altLang="en-US" sz="1800">
                <a:latin typeface="Arial" panose="020B0604020202020204" pitchFamily="34" charset="0"/>
              </a:rPr>
              <a:t>Closed, proprietary</a:t>
            </a:r>
          </a:p>
          <a:p>
            <a:pPr algn="ctr" eaLnBrk="1" hangingPunct="1"/>
            <a:r>
              <a:rPr lang="en-US" altLang="en-US" sz="1800">
                <a:latin typeface="Arial" panose="020B0604020202020204" pitchFamily="34" charset="0"/>
              </a:rPr>
              <a:t>Slow innovation</a:t>
            </a:r>
          </a:p>
          <a:p>
            <a:pPr algn="ctr" eaLnBrk="1" hangingPunct="1"/>
            <a:r>
              <a:rPr lang="en-US" altLang="en-US" sz="1800">
                <a:latin typeface="Arial" panose="020B0604020202020204" pitchFamily="34" charset="0"/>
              </a:rPr>
              <a:t>Small industry</a:t>
            </a:r>
          </a:p>
        </p:txBody>
      </p:sp>
      <p:pic>
        <p:nvPicPr>
          <p:cNvPr id="5" name="Picture 4">
            <a:extLst>
              <a:ext uri="{FF2B5EF4-FFF2-40B4-BE49-F238E27FC236}">
                <a16:creationId xmlns:a16="http://schemas.microsoft.com/office/drawing/2014/main" id="{02FB8A46-EBBC-D84F-85E0-118339A4FAE3}"/>
              </a:ext>
            </a:extLst>
          </p:cNvPr>
          <p:cNvPicPr>
            <a:picLocks noChangeAspect="1"/>
          </p:cNvPicPr>
          <p:nvPr/>
        </p:nvPicPr>
        <p:blipFill>
          <a:blip r:embed="rId2">
            <a:extLst>
              <a:ext uri="{28A0092B-C50C-407E-A947-70E740481C1C}">
                <a14:useLocalDpi xmlns:a14="http://schemas.microsoft.com/office/drawing/2010/main" val="0"/>
              </a:ext>
            </a:extLst>
          </a:blip>
          <a:srcRect l="6149" t="1500" r="3650" b="5499"/>
          <a:stretch>
            <a:fillRect/>
          </a:stretch>
        </p:blipFill>
        <p:spPr bwMode="auto">
          <a:xfrm>
            <a:off x="1421305" y="1849252"/>
            <a:ext cx="2743200" cy="386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ounded Rectangle 5">
            <a:extLst>
              <a:ext uri="{FF2B5EF4-FFF2-40B4-BE49-F238E27FC236}">
                <a16:creationId xmlns:a16="http://schemas.microsoft.com/office/drawing/2014/main" id="{745BB2B6-B6DA-3558-FEB9-C4B652BCB230}"/>
              </a:ext>
            </a:extLst>
          </p:cNvPr>
          <p:cNvSpPr/>
          <p:nvPr/>
        </p:nvSpPr>
        <p:spPr>
          <a:xfrm>
            <a:off x="1828800" y="3124200"/>
            <a:ext cx="1905000" cy="965200"/>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2000">
                <a:solidFill>
                  <a:schemeClr val="bg1"/>
                </a:solidFill>
              </a:rPr>
              <a:t>Specialized</a:t>
            </a:r>
          </a:p>
          <a:p>
            <a:pPr algn="ctr" eaLnBrk="1" hangingPunct="1">
              <a:defRPr/>
            </a:pPr>
            <a:r>
              <a:rPr lang="en-US" sz="2000">
                <a:solidFill>
                  <a:schemeClr val="bg1"/>
                </a:solidFill>
              </a:rPr>
              <a:t>Operating</a:t>
            </a:r>
          </a:p>
          <a:p>
            <a:pPr algn="ctr" eaLnBrk="1" hangingPunct="1">
              <a:defRPr/>
            </a:pPr>
            <a:r>
              <a:rPr lang="en-US" sz="2000">
                <a:solidFill>
                  <a:schemeClr val="bg1"/>
                </a:solidFill>
              </a:rPr>
              <a:t>System</a:t>
            </a:r>
            <a:endParaRPr lang="en-US" sz="1800">
              <a:solidFill>
                <a:schemeClr val="bg1"/>
              </a:solidFill>
            </a:endParaRPr>
          </a:p>
        </p:txBody>
      </p:sp>
      <p:sp>
        <p:nvSpPr>
          <p:cNvPr id="7" name="Rounded Rectangle 6">
            <a:extLst>
              <a:ext uri="{FF2B5EF4-FFF2-40B4-BE49-F238E27FC236}">
                <a16:creationId xmlns:a16="http://schemas.microsoft.com/office/drawing/2014/main" id="{7D840C7F-A415-B454-838B-36CDFE7B25FA}"/>
              </a:ext>
            </a:extLst>
          </p:cNvPr>
          <p:cNvSpPr/>
          <p:nvPr/>
        </p:nvSpPr>
        <p:spPr>
          <a:xfrm>
            <a:off x="1833770" y="4191001"/>
            <a:ext cx="1905000" cy="838200"/>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2000">
                <a:solidFill>
                  <a:schemeClr val="bg1"/>
                </a:solidFill>
              </a:rPr>
              <a:t>Specialized</a:t>
            </a:r>
          </a:p>
          <a:p>
            <a:pPr algn="ctr" eaLnBrk="1" hangingPunct="1">
              <a:defRPr/>
            </a:pPr>
            <a:r>
              <a:rPr lang="en-US" sz="2000">
                <a:solidFill>
                  <a:schemeClr val="bg1"/>
                </a:solidFill>
              </a:rPr>
              <a:t>Hardware</a:t>
            </a:r>
            <a:endParaRPr lang="en-US" sz="1800">
              <a:solidFill>
                <a:schemeClr val="bg1"/>
              </a:solidFill>
            </a:endParaRPr>
          </a:p>
        </p:txBody>
      </p:sp>
      <p:grpSp>
        <p:nvGrpSpPr>
          <p:cNvPr id="8" name="Group 47">
            <a:extLst>
              <a:ext uri="{FF2B5EF4-FFF2-40B4-BE49-F238E27FC236}">
                <a16:creationId xmlns:a16="http://schemas.microsoft.com/office/drawing/2014/main" id="{82979069-2E85-D114-6F53-B09FBB91AAF7}"/>
              </a:ext>
            </a:extLst>
          </p:cNvPr>
          <p:cNvGrpSpPr>
            <a:grpSpLocks/>
          </p:cNvGrpSpPr>
          <p:nvPr/>
        </p:nvGrpSpPr>
        <p:grpSpPr bwMode="auto">
          <a:xfrm>
            <a:off x="6557656" y="1821613"/>
            <a:ext cx="3657600" cy="685800"/>
            <a:chOff x="5334000" y="1371600"/>
            <a:chExt cx="3657600" cy="685800"/>
          </a:xfrm>
        </p:grpSpPr>
        <p:sp>
          <p:nvSpPr>
            <p:cNvPr id="9" name="Rounded Rectangle 8">
              <a:extLst>
                <a:ext uri="{FF2B5EF4-FFF2-40B4-BE49-F238E27FC236}">
                  <a16:creationId xmlns:a16="http://schemas.microsoft.com/office/drawing/2014/main" id="{75055869-46FC-AD53-1FC6-BC80CC8C4C90}"/>
                </a:ext>
              </a:extLst>
            </p:cNvPr>
            <p:cNvSpPr/>
            <p:nvPr/>
          </p:nvSpPr>
          <p:spPr bwMode="auto">
            <a:xfrm>
              <a:off x="83820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10" name="Rounded Rectangle 9">
              <a:extLst>
                <a:ext uri="{FF2B5EF4-FFF2-40B4-BE49-F238E27FC236}">
                  <a16:creationId xmlns:a16="http://schemas.microsoft.com/office/drawing/2014/main" id="{E5825733-141B-8331-5AD1-9FB9BFE1FFD4}"/>
                </a:ext>
              </a:extLst>
            </p:cNvPr>
            <p:cNvSpPr/>
            <p:nvPr/>
          </p:nvSpPr>
          <p:spPr bwMode="auto">
            <a:xfrm>
              <a:off x="80772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11" name="Rounded Rectangle 10">
              <a:extLst>
                <a:ext uri="{FF2B5EF4-FFF2-40B4-BE49-F238E27FC236}">
                  <a16:creationId xmlns:a16="http://schemas.microsoft.com/office/drawing/2014/main" id="{21187211-9363-4DDC-AB43-13732B56A25D}"/>
                </a:ext>
              </a:extLst>
            </p:cNvPr>
            <p:cNvSpPr/>
            <p:nvPr/>
          </p:nvSpPr>
          <p:spPr bwMode="auto">
            <a:xfrm>
              <a:off x="77724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12" name="Rounded Rectangle 11">
              <a:extLst>
                <a:ext uri="{FF2B5EF4-FFF2-40B4-BE49-F238E27FC236}">
                  <a16:creationId xmlns:a16="http://schemas.microsoft.com/office/drawing/2014/main" id="{966E3942-0894-7D7E-3CD6-5A2518BA3DFF}"/>
                </a:ext>
              </a:extLst>
            </p:cNvPr>
            <p:cNvSpPr/>
            <p:nvPr/>
          </p:nvSpPr>
          <p:spPr bwMode="auto">
            <a:xfrm>
              <a:off x="74676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13" name="Rounded Rectangle 12">
              <a:extLst>
                <a:ext uri="{FF2B5EF4-FFF2-40B4-BE49-F238E27FC236}">
                  <a16:creationId xmlns:a16="http://schemas.microsoft.com/office/drawing/2014/main" id="{6ECC121C-A0A0-7C04-6E2E-75DD149CE773}"/>
                </a:ext>
              </a:extLst>
            </p:cNvPr>
            <p:cNvSpPr/>
            <p:nvPr/>
          </p:nvSpPr>
          <p:spPr bwMode="auto">
            <a:xfrm>
              <a:off x="71628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14" name="Rounded Rectangle 13">
              <a:extLst>
                <a:ext uri="{FF2B5EF4-FFF2-40B4-BE49-F238E27FC236}">
                  <a16:creationId xmlns:a16="http://schemas.microsoft.com/office/drawing/2014/main" id="{F68D1A3E-92B3-E7CC-326F-C09D313F2DFE}"/>
                </a:ext>
              </a:extLst>
            </p:cNvPr>
            <p:cNvSpPr/>
            <p:nvPr/>
          </p:nvSpPr>
          <p:spPr bwMode="auto">
            <a:xfrm>
              <a:off x="68580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15" name="Rounded Rectangle 14">
              <a:extLst>
                <a:ext uri="{FF2B5EF4-FFF2-40B4-BE49-F238E27FC236}">
                  <a16:creationId xmlns:a16="http://schemas.microsoft.com/office/drawing/2014/main" id="{6BDB63BB-F313-7085-9DAE-2DC7B7916EBD}"/>
                </a:ext>
              </a:extLst>
            </p:cNvPr>
            <p:cNvSpPr/>
            <p:nvPr/>
          </p:nvSpPr>
          <p:spPr bwMode="auto">
            <a:xfrm>
              <a:off x="65532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16" name="Rounded Rectangle 15">
              <a:extLst>
                <a:ext uri="{FF2B5EF4-FFF2-40B4-BE49-F238E27FC236}">
                  <a16:creationId xmlns:a16="http://schemas.microsoft.com/office/drawing/2014/main" id="{0FF731E5-558A-C40F-C9CC-2B22A08D6178}"/>
                </a:ext>
              </a:extLst>
            </p:cNvPr>
            <p:cNvSpPr/>
            <p:nvPr/>
          </p:nvSpPr>
          <p:spPr bwMode="auto">
            <a:xfrm>
              <a:off x="62484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17" name="Rounded Rectangle 16">
              <a:extLst>
                <a:ext uri="{FF2B5EF4-FFF2-40B4-BE49-F238E27FC236}">
                  <a16:creationId xmlns:a16="http://schemas.microsoft.com/office/drawing/2014/main" id="{3936591E-7DDB-9238-945C-CDCD445E7164}"/>
                </a:ext>
              </a:extLst>
            </p:cNvPr>
            <p:cNvSpPr/>
            <p:nvPr/>
          </p:nvSpPr>
          <p:spPr bwMode="auto">
            <a:xfrm>
              <a:off x="59436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18" name="Rounded Rectangle 17">
              <a:extLst>
                <a:ext uri="{FF2B5EF4-FFF2-40B4-BE49-F238E27FC236}">
                  <a16:creationId xmlns:a16="http://schemas.microsoft.com/office/drawing/2014/main" id="{64234B35-98C6-436C-BEB4-CCE213A2E6E5}"/>
                </a:ext>
              </a:extLst>
            </p:cNvPr>
            <p:cNvSpPr/>
            <p:nvPr/>
          </p:nvSpPr>
          <p:spPr bwMode="auto">
            <a:xfrm>
              <a:off x="56388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19" name="Rounded Rectangle 18">
              <a:extLst>
                <a:ext uri="{FF2B5EF4-FFF2-40B4-BE49-F238E27FC236}">
                  <a16:creationId xmlns:a16="http://schemas.microsoft.com/office/drawing/2014/main" id="{89FECE4E-BED4-E746-FE2B-0DFF919882A6}"/>
                </a:ext>
              </a:extLst>
            </p:cNvPr>
            <p:cNvSpPr/>
            <p:nvPr/>
          </p:nvSpPr>
          <p:spPr bwMode="auto">
            <a:xfrm>
              <a:off x="53340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chemeClr val="tx1"/>
                  </a:solidFill>
                </a:rPr>
                <a:t>App</a:t>
              </a:r>
            </a:p>
          </p:txBody>
        </p:sp>
      </p:grpSp>
      <p:sp>
        <p:nvSpPr>
          <p:cNvPr id="20" name="Rounded Rectangle 19">
            <a:extLst>
              <a:ext uri="{FF2B5EF4-FFF2-40B4-BE49-F238E27FC236}">
                <a16:creationId xmlns:a16="http://schemas.microsoft.com/office/drawing/2014/main" id="{A3844A50-5A1D-8FD8-A5DA-92BF3B001EE3}"/>
              </a:ext>
            </a:extLst>
          </p:cNvPr>
          <p:cNvSpPr/>
          <p:nvPr/>
        </p:nvSpPr>
        <p:spPr>
          <a:xfrm>
            <a:off x="1790700" y="2250540"/>
            <a:ext cx="1905000" cy="736600"/>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2000">
                <a:solidFill>
                  <a:schemeClr val="bg1"/>
                </a:solidFill>
              </a:rPr>
              <a:t>Specialized</a:t>
            </a:r>
          </a:p>
          <a:p>
            <a:pPr algn="ctr" eaLnBrk="1" hangingPunct="1">
              <a:defRPr/>
            </a:pPr>
            <a:r>
              <a:rPr lang="en-US" sz="2000">
                <a:solidFill>
                  <a:schemeClr val="bg1"/>
                </a:solidFill>
              </a:rPr>
              <a:t>Applications</a:t>
            </a:r>
            <a:endParaRPr lang="en-US" sz="1800">
              <a:solidFill>
                <a:schemeClr val="bg1"/>
              </a:solidFill>
            </a:endParaRPr>
          </a:p>
        </p:txBody>
      </p:sp>
      <p:sp>
        <p:nvSpPr>
          <p:cNvPr id="21" name="TextBox 20">
            <a:extLst>
              <a:ext uri="{FF2B5EF4-FFF2-40B4-BE49-F238E27FC236}">
                <a16:creationId xmlns:a16="http://schemas.microsoft.com/office/drawing/2014/main" id="{CB6291A6-113C-11AC-55A2-83C05C45981E}"/>
              </a:ext>
            </a:extLst>
          </p:cNvPr>
          <p:cNvSpPr txBox="1">
            <a:spLocks noChangeArrowheads="1"/>
          </p:cNvSpPr>
          <p:nvPr/>
        </p:nvSpPr>
        <p:spPr bwMode="auto">
          <a:xfrm>
            <a:off x="6844748" y="5632248"/>
            <a:ext cx="3200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algn="ctr" eaLnBrk="1" hangingPunct="1"/>
            <a:r>
              <a:rPr lang="en-US" altLang="en-US" sz="1800">
                <a:latin typeface="Arial" panose="020B0604020202020204" pitchFamily="34" charset="0"/>
              </a:rPr>
              <a:t>Horizontal</a:t>
            </a:r>
          </a:p>
          <a:p>
            <a:pPr algn="ctr" eaLnBrk="1" hangingPunct="1"/>
            <a:r>
              <a:rPr lang="en-US" altLang="en-US" sz="1800">
                <a:latin typeface="Arial" panose="020B0604020202020204" pitchFamily="34" charset="0"/>
              </a:rPr>
              <a:t>Open interfaces</a:t>
            </a:r>
          </a:p>
          <a:p>
            <a:pPr algn="ctr" eaLnBrk="1" hangingPunct="1"/>
            <a:r>
              <a:rPr lang="en-US" altLang="en-US" sz="1800">
                <a:latin typeface="Arial" panose="020B0604020202020204" pitchFamily="34" charset="0"/>
              </a:rPr>
              <a:t>Rapid innovation</a:t>
            </a:r>
          </a:p>
          <a:p>
            <a:pPr algn="ctr" eaLnBrk="1" hangingPunct="1"/>
            <a:r>
              <a:rPr lang="en-US" altLang="en-US" sz="1800">
                <a:latin typeface="Arial" panose="020B0604020202020204" pitchFamily="34" charset="0"/>
              </a:rPr>
              <a:t>Huge industry</a:t>
            </a:r>
          </a:p>
        </p:txBody>
      </p:sp>
      <p:sp>
        <p:nvSpPr>
          <p:cNvPr id="22" name="Right Arrow 21">
            <a:extLst>
              <a:ext uri="{FF2B5EF4-FFF2-40B4-BE49-F238E27FC236}">
                <a16:creationId xmlns:a16="http://schemas.microsoft.com/office/drawing/2014/main" id="{CBE53BE1-947B-0B69-781C-1EAC6CD7D1E5}"/>
              </a:ext>
            </a:extLst>
          </p:cNvPr>
          <p:cNvSpPr>
            <a:spLocks noChangeArrowheads="1"/>
          </p:cNvSpPr>
          <p:nvPr/>
        </p:nvSpPr>
        <p:spPr bwMode="auto">
          <a:xfrm>
            <a:off x="4749252" y="2895600"/>
            <a:ext cx="1143000" cy="762000"/>
          </a:xfrm>
          <a:prstGeom prst="rightArrow">
            <a:avLst>
              <a:gd name="adj1" fmla="val 50000"/>
              <a:gd name="adj2" fmla="val 68660"/>
            </a:avLst>
          </a:prstGeom>
          <a:solidFill>
            <a:srgbClr val="FF6600"/>
          </a:solidFill>
          <a:ln w="9525">
            <a:solidFill>
              <a:srgbClr val="BE4B48"/>
            </a:solidFill>
            <a:miter lim="800000"/>
            <a:headEnd/>
            <a:tailEnd/>
          </a:ln>
          <a:effectLst>
            <a:outerShdw blurRad="40000" dist="23000" dir="5400000" rotWithShape="0">
              <a:srgbClr val="808080">
                <a:alpha val="34999"/>
              </a:srgbClr>
            </a:outerShdw>
          </a:effectLst>
        </p:spPr>
        <p:txBody>
          <a:bodyPr anchor="ctr"/>
          <a:lstStyle/>
          <a:p>
            <a:pPr algn="ctr">
              <a:defRPr/>
            </a:pPr>
            <a:endParaRPr lang="en-US">
              <a:solidFill>
                <a:schemeClr val="lt1"/>
              </a:solidFill>
            </a:endParaRPr>
          </a:p>
        </p:txBody>
      </p:sp>
      <p:grpSp>
        <p:nvGrpSpPr>
          <p:cNvPr id="23" name="Group 56">
            <a:extLst>
              <a:ext uri="{FF2B5EF4-FFF2-40B4-BE49-F238E27FC236}">
                <a16:creationId xmlns:a16="http://schemas.microsoft.com/office/drawing/2014/main" id="{7A71922B-32D0-DF1A-9CF7-B851455FCE66}"/>
              </a:ext>
            </a:extLst>
          </p:cNvPr>
          <p:cNvGrpSpPr>
            <a:grpSpLocks/>
          </p:cNvGrpSpPr>
          <p:nvPr/>
        </p:nvGrpSpPr>
        <p:grpSpPr bwMode="auto">
          <a:xfrm>
            <a:off x="6557656" y="4108248"/>
            <a:ext cx="3429000" cy="1817687"/>
            <a:chOff x="5105400" y="3212068"/>
            <a:chExt cx="3429000" cy="1817132"/>
          </a:xfrm>
        </p:grpSpPr>
        <p:sp>
          <p:nvSpPr>
            <p:cNvPr id="24" name="Rounded Rectangle 23">
              <a:extLst>
                <a:ext uri="{FF2B5EF4-FFF2-40B4-BE49-F238E27FC236}">
                  <a16:creationId xmlns:a16="http://schemas.microsoft.com/office/drawing/2014/main" id="{08F81E1C-92D6-5035-6813-758E2D4687D2}"/>
                </a:ext>
              </a:extLst>
            </p:cNvPr>
            <p:cNvSpPr/>
            <p:nvPr/>
          </p:nvSpPr>
          <p:spPr bwMode="auto">
            <a:xfrm>
              <a:off x="6096000" y="3733800"/>
              <a:ext cx="2286000" cy="838200"/>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2000">
                  <a:solidFill>
                    <a:schemeClr val="bg1"/>
                  </a:solidFill>
                </a:rPr>
                <a:t>Microprocessor</a:t>
              </a:r>
              <a:endParaRPr lang="en-US" sz="1800">
                <a:solidFill>
                  <a:schemeClr val="bg1"/>
                </a:solidFill>
              </a:endParaRPr>
            </a:p>
          </p:txBody>
        </p:sp>
        <p:pic>
          <p:nvPicPr>
            <p:cNvPr id="25" name="Picture 33">
              <a:extLst>
                <a:ext uri="{FF2B5EF4-FFF2-40B4-BE49-F238E27FC236}">
                  <a16:creationId xmlns:a16="http://schemas.microsoft.com/office/drawing/2014/main" id="{2B2C766B-ED54-BA01-FC22-9ED8EE6BC026}"/>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05400" y="3951732"/>
              <a:ext cx="1202196" cy="1077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 name="Group 51">
              <a:extLst>
                <a:ext uri="{FF2B5EF4-FFF2-40B4-BE49-F238E27FC236}">
                  <a16:creationId xmlns:a16="http://schemas.microsoft.com/office/drawing/2014/main" id="{7EECF30A-ED86-F723-FBA3-8A2A93256242}"/>
                </a:ext>
              </a:extLst>
            </p:cNvPr>
            <p:cNvGrpSpPr>
              <a:grpSpLocks/>
            </p:cNvGrpSpPr>
            <p:nvPr/>
          </p:nvGrpSpPr>
          <p:grpSpPr bwMode="auto">
            <a:xfrm>
              <a:off x="5943600" y="3212068"/>
              <a:ext cx="2590800" cy="369332"/>
              <a:chOff x="6019800" y="3200400"/>
              <a:chExt cx="2590800" cy="369332"/>
            </a:xfrm>
          </p:grpSpPr>
          <p:cxnSp>
            <p:nvCxnSpPr>
              <p:cNvPr id="27" name="Straight Connector 26">
                <a:extLst>
                  <a:ext uri="{FF2B5EF4-FFF2-40B4-BE49-F238E27FC236}">
                    <a16:creationId xmlns:a16="http://schemas.microsoft.com/office/drawing/2014/main" id="{5CEF5CED-A0CD-E482-0A34-F7FF9661E284}"/>
                  </a:ext>
                </a:extLst>
              </p:cNvPr>
              <p:cNvCxnSpPr>
                <a:cxnSpLocks noChangeShapeType="1"/>
              </p:cNvCxnSpPr>
              <p:nvPr/>
            </p:nvCxnSpPr>
            <p:spPr bwMode="auto">
              <a:xfrm>
                <a:off x="6019800" y="3427343"/>
                <a:ext cx="2590800" cy="1588"/>
              </a:xfrm>
              <a:prstGeom prst="line">
                <a:avLst/>
              </a:prstGeom>
              <a:noFill/>
              <a:ln w="25400">
                <a:solidFill>
                  <a:schemeClr val="tx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28" name="TextBox 23">
                <a:extLst>
                  <a:ext uri="{FF2B5EF4-FFF2-40B4-BE49-F238E27FC236}">
                    <a16:creationId xmlns:a16="http://schemas.microsoft.com/office/drawing/2014/main" id="{98C22166-A557-0C61-C137-C60FE4A6C056}"/>
                  </a:ext>
                </a:extLst>
              </p:cNvPr>
              <p:cNvSpPr txBox="1">
                <a:spLocks noChangeArrowheads="1"/>
              </p:cNvSpPr>
              <p:nvPr/>
            </p:nvSpPr>
            <p:spPr bwMode="auto">
              <a:xfrm>
                <a:off x="6453791" y="3200400"/>
                <a:ext cx="1775809" cy="3693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eaLnBrk="1" hangingPunct="1"/>
                <a:r>
                  <a:rPr lang="en-US" altLang="en-US" sz="1800">
                    <a:latin typeface="Arial" panose="020B0604020202020204" pitchFamily="34" charset="0"/>
                  </a:rPr>
                  <a:t>Open Interface</a:t>
                </a:r>
              </a:p>
            </p:txBody>
          </p:sp>
        </p:grpSp>
      </p:grpSp>
      <p:grpSp>
        <p:nvGrpSpPr>
          <p:cNvPr id="29" name="Group 57">
            <a:extLst>
              <a:ext uri="{FF2B5EF4-FFF2-40B4-BE49-F238E27FC236}">
                <a16:creationId xmlns:a16="http://schemas.microsoft.com/office/drawing/2014/main" id="{97D33198-691F-9996-FBC9-0CC6357C8529}"/>
              </a:ext>
            </a:extLst>
          </p:cNvPr>
          <p:cNvGrpSpPr>
            <a:grpSpLocks/>
          </p:cNvGrpSpPr>
          <p:nvPr/>
        </p:nvGrpSpPr>
        <p:grpSpPr bwMode="auto">
          <a:xfrm>
            <a:off x="6557656" y="2736013"/>
            <a:ext cx="3505200" cy="1295400"/>
            <a:chOff x="5334000" y="1828800"/>
            <a:chExt cx="3505200" cy="1295400"/>
          </a:xfrm>
        </p:grpSpPr>
        <p:sp>
          <p:nvSpPr>
            <p:cNvPr id="30" name="Rounded Rectangle 29">
              <a:extLst>
                <a:ext uri="{FF2B5EF4-FFF2-40B4-BE49-F238E27FC236}">
                  <a16:creationId xmlns:a16="http://schemas.microsoft.com/office/drawing/2014/main" id="{53977EAD-269F-7341-E06E-9FA9C90BE874}"/>
                </a:ext>
              </a:extLst>
            </p:cNvPr>
            <p:cNvSpPr/>
            <p:nvPr/>
          </p:nvSpPr>
          <p:spPr bwMode="auto">
            <a:xfrm>
              <a:off x="6934200" y="2286000"/>
              <a:ext cx="762000" cy="838200"/>
            </a:xfrm>
            <a:prstGeom prst="roundRect">
              <a:avLst/>
            </a:prstGeom>
            <a:gradFill>
              <a:gsLst>
                <a:gs pos="0">
                  <a:srgbClr val="008000"/>
                </a:gs>
                <a:gs pos="100000">
                  <a:srgbClr val="00C362"/>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FFFF"/>
                  </a:solidFill>
                </a:rPr>
                <a:t>Linux</a:t>
              </a:r>
            </a:p>
          </p:txBody>
        </p:sp>
        <p:sp>
          <p:nvSpPr>
            <p:cNvPr id="31" name="Rounded Rectangle 30">
              <a:extLst>
                <a:ext uri="{FF2B5EF4-FFF2-40B4-BE49-F238E27FC236}">
                  <a16:creationId xmlns:a16="http://schemas.microsoft.com/office/drawing/2014/main" id="{7DE38884-E2E9-CE6E-F36E-E78E7A334E55}"/>
                </a:ext>
              </a:extLst>
            </p:cNvPr>
            <p:cNvSpPr/>
            <p:nvPr/>
          </p:nvSpPr>
          <p:spPr bwMode="auto">
            <a:xfrm>
              <a:off x="8077200" y="2286000"/>
              <a:ext cx="762000" cy="838200"/>
            </a:xfrm>
            <a:prstGeom prst="roundRect">
              <a:avLst/>
            </a:prstGeom>
            <a:gradFill>
              <a:gsLst>
                <a:gs pos="0">
                  <a:srgbClr val="FF00FF"/>
                </a:gs>
                <a:gs pos="100000">
                  <a:srgbClr val="FF99CC"/>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FFFF"/>
                  </a:solidFill>
                </a:rPr>
                <a:t>Mac</a:t>
              </a:r>
            </a:p>
            <a:p>
              <a:pPr algn="ctr">
                <a:defRPr/>
              </a:pPr>
              <a:r>
                <a:rPr lang="en-US" sz="1600">
                  <a:solidFill>
                    <a:srgbClr val="FFFFFF"/>
                  </a:solidFill>
                </a:rPr>
                <a:t>OS</a:t>
              </a:r>
            </a:p>
          </p:txBody>
        </p:sp>
        <p:sp>
          <p:nvSpPr>
            <p:cNvPr id="32" name="Rounded Rectangle 31">
              <a:extLst>
                <a:ext uri="{FF2B5EF4-FFF2-40B4-BE49-F238E27FC236}">
                  <a16:creationId xmlns:a16="http://schemas.microsoft.com/office/drawing/2014/main" id="{0959F0E3-EE21-9EEF-9FE7-4042627B6F2C}"/>
                </a:ext>
              </a:extLst>
            </p:cNvPr>
            <p:cNvSpPr/>
            <p:nvPr/>
          </p:nvSpPr>
          <p:spPr bwMode="auto">
            <a:xfrm>
              <a:off x="5334000" y="2286000"/>
              <a:ext cx="1219200" cy="838200"/>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a:solidFill>
                    <a:srgbClr val="FFFFFF"/>
                  </a:solidFill>
                </a:rPr>
                <a:t>Windows</a:t>
              </a:r>
            </a:p>
            <a:p>
              <a:pPr algn="ctr">
                <a:defRPr/>
              </a:pPr>
              <a:r>
                <a:rPr lang="en-US">
                  <a:solidFill>
                    <a:srgbClr val="FFFFFF"/>
                  </a:solidFill>
                </a:rPr>
                <a:t>(OS)</a:t>
              </a:r>
            </a:p>
          </p:txBody>
        </p:sp>
        <p:sp>
          <p:nvSpPr>
            <p:cNvPr id="33" name="TextBox 23">
              <a:extLst>
                <a:ext uri="{FF2B5EF4-FFF2-40B4-BE49-F238E27FC236}">
                  <a16:creationId xmlns:a16="http://schemas.microsoft.com/office/drawing/2014/main" id="{BE5C9299-5B1B-249F-CA79-33DF89DEF2D5}"/>
                </a:ext>
              </a:extLst>
            </p:cNvPr>
            <p:cNvSpPr txBox="1">
              <a:spLocks noChangeArrowheads="1"/>
            </p:cNvSpPr>
            <p:nvPr/>
          </p:nvSpPr>
          <p:spPr bwMode="auto">
            <a:xfrm>
              <a:off x="6553200" y="2526268"/>
              <a:ext cx="3899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eaLnBrk="1" hangingPunct="1"/>
              <a:r>
                <a:rPr lang="en-US" altLang="en-US" sz="1800">
                  <a:latin typeface="Arial" panose="020B0604020202020204" pitchFamily="34" charset="0"/>
                </a:rPr>
                <a:t>or</a:t>
              </a:r>
            </a:p>
          </p:txBody>
        </p:sp>
        <p:sp>
          <p:nvSpPr>
            <p:cNvPr id="34" name="TextBox 24">
              <a:extLst>
                <a:ext uri="{FF2B5EF4-FFF2-40B4-BE49-F238E27FC236}">
                  <a16:creationId xmlns:a16="http://schemas.microsoft.com/office/drawing/2014/main" id="{84E3E0AD-9128-D041-A682-2B9A4ABADFD2}"/>
                </a:ext>
              </a:extLst>
            </p:cNvPr>
            <p:cNvSpPr txBox="1">
              <a:spLocks noChangeArrowheads="1"/>
            </p:cNvSpPr>
            <p:nvPr/>
          </p:nvSpPr>
          <p:spPr bwMode="auto">
            <a:xfrm>
              <a:off x="7696200" y="2514600"/>
              <a:ext cx="3899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eaLnBrk="1" hangingPunct="1"/>
              <a:r>
                <a:rPr lang="en-US" altLang="en-US" sz="1800">
                  <a:latin typeface="Arial" panose="020B0604020202020204" pitchFamily="34" charset="0"/>
                </a:rPr>
                <a:t>or</a:t>
              </a:r>
            </a:p>
          </p:txBody>
        </p:sp>
        <p:grpSp>
          <p:nvGrpSpPr>
            <p:cNvPr id="35" name="Group 52">
              <a:extLst>
                <a:ext uri="{FF2B5EF4-FFF2-40B4-BE49-F238E27FC236}">
                  <a16:creationId xmlns:a16="http://schemas.microsoft.com/office/drawing/2014/main" id="{3905B853-18BF-1E19-ED3E-54BB93AFA642}"/>
                </a:ext>
              </a:extLst>
            </p:cNvPr>
            <p:cNvGrpSpPr>
              <a:grpSpLocks/>
            </p:cNvGrpSpPr>
            <p:nvPr/>
          </p:nvGrpSpPr>
          <p:grpSpPr bwMode="auto">
            <a:xfrm>
              <a:off x="5943600" y="1828800"/>
              <a:ext cx="2590800" cy="369332"/>
              <a:chOff x="6019800" y="3200400"/>
              <a:chExt cx="2590800" cy="369332"/>
            </a:xfrm>
          </p:grpSpPr>
          <p:cxnSp>
            <p:nvCxnSpPr>
              <p:cNvPr id="36" name="Straight Connector 35">
                <a:extLst>
                  <a:ext uri="{FF2B5EF4-FFF2-40B4-BE49-F238E27FC236}">
                    <a16:creationId xmlns:a16="http://schemas.microsoft.com/office/drawing/2014/main" id="{912926D9-5E52-F80F-8B77-0DD72E313D25}"/>
                  </a:ext>
                </a:extLst>
              </p:cNvPr>
              <p:cNvCxnSpPr>
                <a:cxnSpLocks noChangeShapeType="1"/>
              </p:cNvCxnSpPr>
              <p:nvPr/>
            </p:nvCxnSpPr>
            <p:spPr bwMode="auto">
              <a:xfrm>
                <a:off x="6019800" y="3427413"/>
                <a:ext cx="2590800" cy="1587"/>
              </a:xfrm>
              <a:prstGeom prst="line">
                <a:avLst/>
              </a:prstGeom>
              <a:noFill/>
              <a:ln w="25400">
                <a:solidFill>
                  <a:schemeClr val="tx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37" name="TextBox 23">
                <a:extLst>
                  <a:ext uri="{FF2B5EF4-FFF2-40B4-BE49-F238E27FC236}">
                    <a16:creationId xmlns:a16="http://schemas.microsoft.com/office/drawing/2014/main" id="{591943B0-578B-5EC0-9AF2-2977B6621773}"/>
                  </a:ext>
                </a:extLst>
              </p:cNvPr>
              <p:cNvSpPr txBox="1">
                <a:spLocks noChangeArrowheads="1"/>
              </p:cNvSpPr>
              <p:nvPr/>
            </p:nvSpPr>
            <p:spPr bwMode="auto">
              <a:xfrm>
                <a:off x="6453791" y="3200400"/>
                <a:ext cx="1775809" cy="3693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eaLnBrk="1" hangingPunct="1"/>
                <a:r>
                  <a:rPr lang="en-US" altLang="en-US" sz="1800">
                    <a:latin typeface="Arial" panose="020B0604020202020204" pitchFamily="34" charset="0"/>
                  </a:rPr>
                  <a:t>Open Interface</a:t>
                </a:r>
              </a:p>
            </p:txBody>
          </p:sp>
        </p:grpSp>
      </p:grpSp>
      <p:sp>
        <p:nvSpPr>
          <p:cNvPr id="38" name="Right Arrow 37">
            <a:extLst>
              <a:ext uri="{FF2B5EF4-FFF2-40B4-BE49-F238E27FC236}">
                <a16:creationId xmlns:a16="http://schemas.microsoft.com/office/drawing/2014/main" id="{FB243145-B36A-7D59-15BD-8B3B9BE881E9}"/>
              </a:ext>
            </a:extLst>
          </p:cNvPr>
          <p:cNvSpPr>
            <a:spLocks noChangeArrowheads="1"/>
          </p:cNvSpPr>
          <p:nvPr/>
        </p:nvSpPr>
        <p:spPr bwMode="auto">
          <a:xfrm>
            <a:off x="4707835" y="4648201"/>
            <a:ext cx="1143000" cy="762000"/>
          </a:xfrm>
          <a:prstGeom prst="rightArrow">
            <a:avLst>
              <a:gd name="adj1" fmla="val 50000"/>
              <a:gd name="adj2" fmla="val 68660"/>
            </a:avLst>
          </a:prstGeom>
          <a:solidFill>
            <a:srgbClr val="FF6600"/>
          </a:solidFill>
          <a:ln w="9525">
            <a:solidFill>
              <a:srgbClr val="BE4B48"/>
            </a:solidFill>
            <a:miter lim="800000"/>
            <a:headEnd/>
            <a:tailEnd/>
          </a:ln>
          <a:effectLst>
            <a:outerShdw blurRad="40000" dist="23000" dir="5400000" rotWithShape="0">
              <a:srgbClr val="808080">
                <a:alpha val="34999"/>
              </a:srgbClr>
            </a:outerShdw>
          </a:effectLst>
        </p:spPr>
        <p:txBody>
          <a:bodyPr anchor="ctr"/>
          <a:lstStyle/>
          <a:p>
            <a:pPr algn="ctr">
              <a:defRPr/>
            </a:pPr>
            <a:endParaRPr lang="en-US">
              <a:solidFill>
                <a:schemeClr val="lt1"/>
              </a:solidFill>
            </a:endParaRPr>
          </a:p>
        </p:txBody>
      </p:sp>
    </p:spTree>
    <p:extLst>
      <p:ext uri="{BB962C8B-B14F-4D97-AF65-F5344CB8AC3E}">
        <p14:creationId xmlns:p14="http://schemas.microsoft.com/office/powerpoint/2010/main" val="1315793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rctx="PPT">
                                        <p:cTn id="6" dur="indefinite"/>
                                        <p:tgtEl>
                                          <p:spTgt spid="5"/>
                                        </p:tgtEl>
                                        <p:attrNameLst>
                                          <p:attrName>style.opacity</p:attrName>
                                        </p:attrNameLst>
                                      </p:cBhvr>
                                      <p:to>
                                        <p:strVal val="0.5"/>
                                      </p:to>
                                    </p:set>
                                    <p:animEffect filter="image" prLst="opacity: 0.5">
                                      <p:cBhvr rctx="IE">
                                        <p:cTn id="7" dur="indefinite"/>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500"/>
                                        <p:tgtEl>
                                          <p:spTgt spid="3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1" grpId="0"/>
      <p:bldP spid="22" grpId="0" animBg="1"/>
      <p:bldP spid="3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23F9BA2E-236A-A0F2-FFBB-1719CB836A8C}"/>
              </a:ext>
            </a:extLst>
          </p:cNvPr>
          <p:cNvSpPr txBox="1">
            <a:spLocks noChangeArrowheads="1"/>
          </p:cNvSpPr>
          <p:nvPr/>
        </p:nvSpPr>
        <p:spPr bwMode="auto">
          <a:xfrm>
            <a:off x="1905000" y="5211763"/>
            <a:ext cx="2895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algn="ctr" eaLnBrk="1" hangingPunct="1"/>
            <a:r>
              <a:rPr lang="en-US" altLang="en-US">
                <a:latin typeface="Arial" panose="020B0604020202020204" pitchFamily="34" charset="0"/>
              </a:rPr>
              <a:t>Vertically integrated</a:t>
            </a:r>
          </a:p>
          <a:p>
            <a:pPr algn="ctr" eaLnBrk="1" hangingPunct="1"/>
            <a:r>
              <a:rPr lang="en-US" altLang="en-US">
                <a:latin typeface="Arial" panose="020B0604020202020204" pitchFamily="34" charset="0"/>
              </a:rPr>
              <a:t>Closed, proprietary</a:t>
            </a:r>
          </a:p>
          <a:p>
            <a:pPr algn="ctr" eaLnBrk="1" hangingPunct="1"/>
            <a:r>
              <a:rPr lang="en-US" altLang="en-US">
                <a:latin typeface="Arial" panose="020B0604020202020204" pitchFamily="34" charset="0"/>
              </a:rPr>
              <a:t>Slow innovation</a:t>
            </a:r>
          </a:p>
        </p:txBody>
      </p:sp>
      <p:grpSp>
        <p:nvGrpSpPr>
          <p:cNvPr id="2" name="Group 47">
            <a:extLst>
              <a:ext uri="{FF2B5EF4-FFF2-40B4-BE49-F238E27FC236}">
                <a16:creationId xmlns:a16="http://schemas.microsoft.com/office/drawing/2014/main" id="{49940B39-AAE9-275A-89DB-33BFBDB1E094}"/>
              </a:ext>
            </a:extLst>
          </p:cNvPr>
          <p:cNvGrpSpPr>
            <a:grpSpLocks/>
          </p:cNvGrpSpPr>
          <p:nvPr/>
        </p:nvGrpSpPr>
        <p:grpSpPr bwMode="auto">
          <a:xfrm>
            <a:off x="6781800" y="914400"/>
            <a:ext cx="3657600" cy="685800"/>
            <a:chOff x="5334000" y="1371600"/>
            <a:chExt cx="3657600" cy="685800"/>
          </a:xfrm>
        </p:grpSpPr>
        <p:sp>
          <p:nvSpPr>
            <p:cNvPr id="46" name="Rounded Rectangle 45">
              <a:extLst>
                <a:ext uri="{FF2B5EF4-FFF2-40B4-BE49-F238E27FC236}">
                  <a16:creationId xmlns:a16="http://schemas.microsoft.com/office/drawing/2014/main" id="{35BB9729-716B-1D54-F839-27835DC1DBBD}"/>
                </a:ext>
              </a:extLst>
            </p:cNvPr>
            <p:cNvSpPr/>
            <p:nvPr/>
          </p:nvSpPr>
          <p:spPr bwMode="auto">
            <a:xfrm>
              <a:off x="83820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45" name="Rounded Rectangle 44">
              <a:extLst>
                <a:ext uri="{FF2B5EF4-FFF2-40B4-BE49-F238E27FC236}">
                  <a16:creationId xmlns:a16="http://schemas.microsoft.com/office/drawing/2014/main" id="{0CBA8E4A-E4E3-FD2C-D90D-18E21E0E6F8F}"/>
                </a:ext>
              </a:extLst>
            </p:cNvPr>
            <p:cNvSpPr/>
            <p:nvPr/>
          </p:nvSpPr>
          <p:spPr bwMode="auto">
            <a:xfrm>
              <a:off x="80772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44" name="Rounded Rectangle 43">
              <a:extLst>
                <a:ext uri="{FF2B5EF4-FFF2-40B4-BE49-F238E27FC236}">
                  <a16:creationId xmlns:a16="http://schemas.microsoft.com/office/drawing/2014/main" id="{384662B2-6820-049A-2C96-38167EADBD93}"/>
                </a:ext>
              </a:extLst>
            </p:cNvPr>
            <p:cNvSpPr/>
            <p:nvPr/>
          </p:nvSpPr>
          <p:spPr bwMode="auto">
            <a:xfrm>
              <a:off x="77724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43" name="Rounded Rectangle 42">
              <a:extLst>
                <a:ext uri="{FF2B5EF4-FFF2-40B4-BE49-F238E27FC236}">
                  <a16:creationId xmlns:a16="http://schemas.microsoft.com/office/drawing/2014/main" id="{D0BCD651-37A4-2A0C-A15F-B586EC9473BF}"/>
                </a:ext>
              </a:extLst>
            </p:cNvPr>
            <p:cNvSpPr/>
            <p:nvPr/>
          </p:nvSpPr>
          <p:spPr bwMode="auto">
            <a:xfrm>
              <a:off x="74676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42" name="Rounded Rectangle 41">
              <a:extLst>
                <a:ext uri="{FF2B5EF4-FFF2-40B4-BE49-F238E27FC236}">
                  <a16:creationId xmlns:a16="http://schemas.microsoft.com/office/drawing/2014/main" id="{0A56FC50-3266-C640-0A80-007B8F3140D3}"/>
                </a:ext>
              </a:extLst>
            </p:cNvPr>
            <p:cNvSpPr/>
            <p:nvPr/>
          </p:nvSpPr>
          <p:spPr bwMode="auto">
            <a:xfrm>
              <a:off x="71628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41" name="Rounded Rectangle 40">
              <a:extLst>
                <a:ext uri="{FF2B5EF4-FFF2-40B4-BE49-F238E27FC236}">
                  <a16:creationId xmlns:a16="http://schemas.microsoft.com/office/drawing/2014/main" id="{564D944B-C68A-D0AC-D53A-2D819E68AA8D}"/>
                </a:ext>
              </a:extLst>
            </p:cNvPr>
            <p:cNvSpPr/>
            <p:nvPr/>
          </p:nvSpPr>
          <p:spPr bwMode="auto">
            <a:xfrm>
              <a:off x="68580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40" name="Rounded Rectangle 39">
              <a:extLst>
                <a:ext uri="{FF2B5EF4-FFF2-40B4-BE49-F238E27FC236}">
                  <a16:creationId xmlns:a16="http://schemas.microsoft.com/office/drawing/2014/main" id="{1EB9CF35-74F8-E872-9CF9-D979596BB860}"/>
                </a:ext>
              </a:extLst>
            </p:cNvPr>
            <p:cNvSpPr/>
            <p:nvPr/>
          </p:nvSpPr>
          <p:spPr bwMode="auto">
            <a:xfrm>
              <a:off x="65532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39" name="Rounded Rectangle 38">
              <a:extLst>
                <a:ext uri="{FF2B5EF4-FFF2-40B4-BE49-F238E27FC236}">
                  <a16:creationId xmlns:a16="http://schemas.microsoft.com/office/drawing/2014/main" id="{A4133614-3DA8-14E7-55EA-5275ABEC16AD}"/>
                </a:ext>
              </a:extLst>
            </p:cNvPr>
            <p:cNvSpPr/>
            <p:nvPr/>
          </p:nvSpPr>
          <p:spPr bwMode="auto">
            <a:xfrm>
              <a:off x="62484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38" name="Rounded Rectangle 37">
              <a:extLst>
                <a:ext uri="{FF2B5EF4-FFF2-40B4-BE49-F238E27FC236}">
                  <a16:creationId xmlns:a16="http://schemas.microsoft.com/office/drawing/2014/main" id="{9CF3541B-32FA-CFDB-F381-35D87BC9B002}"/>
                </a:ext>
              </a:extLst>
            </p:cNvPr>
            <p:cNvSpPr/>
            <p:nvPr/>
          </p:nvSpPr>
          <p:spPr bwMode="auto">
            <a:xfrm>
              <a:off x="59436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37" name="Rounded Rectangle 36">
              <a:extLst>
                <a:ext uri="{FF2B5EF4-FFF2-40B4-BE49-F238E27FC236}">
                  <a16:creationId xmlns:a16="http://schemas.microsoft.com/office/drawing/2014/main" id="{D7DD14F8-B86D-7A37-D4F9-65F8B93A3A96}"/>
                </a:ext>
              </a:extLst>
            </p:cNvPr>
            <p:cNvSpPr/>
            <p:nvPr/>
          </p:nvSpPr>
          <p:spPr bwMode="auto">
            <a:xfrm>
              <a:off x="56388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rgbClr val="FFCC66"/>
                  </a:solidFill>
                </a:rPr>
                <a:t>App</a:t>
              </a:r>
            </a:p>
          </p:txBody>
        </p:sp>
        <p:sp>
          <p:nvSpPr>
            <p:cNvPr id="31" name="Rounded Rectangle 30">
              <a:extLst>
                <a:ext uri="{FF2B5EF4-FFF2-40B4-BE49-F238E27FC236}">
                  <a16:creationId xmlns:a16="http://schemas.microsoft.com/office/drawing/2014/main" id="{5B52FF53-5F33-C842-A24C-9FF4197DD153}"/>
                </a:ext>
              </a:extLst>
            </p:cNvPr>
            <p:cNvSpPr/>
            <p:nvPr/>
          </p:nvSpPr>
          <p:spPr bwMode="auto">
            <a:xfrm>
              <a:off x="53340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1600">
                  <a:solidFill>
                    <a:schemeClr val="tx1"/>
                  </a:solidFill>
                </a:rPr>
                <a:t>App</a:t>
              </a:r>
            </a:p>
          </p:txBody>
        </p:sp>
      </p:grpSp>
      <p:sp>
        <p:nvSpPr>
          <p:cNvPr id="36" name="TextBox 35">
            <a:extLst>
              <a:ext uri="{FF2B5EF4-FFF2-40B4-BE49-F238E27FC236}">
                <a16:creationId xmlns:a16="http://schemas.microsoft.com/office/drawing/2014/main" id="{D4A492D2-DE18-CEDD-51AF-2D817722BD3F}"/>
              </a:ext>
            </a:extLst>
          </p:cNvPr>
          <p:cNvSpPr txBox="1">
            <a:spLocks noChangeArrowheads="1"/>
          </p:cNvSpPr>
          <p:nvPr/>
        </p:nvSpPr>
        <p:spPr bwMode="auto">
          <a:xfrm>
            <a:off x="6934200" y="5181600"/>
            <a:ext cx="3200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algn="ctr" eaLnBrk="1" hangingPunct="1"/>
            <a:r>
              <a:rPr lang="en-US" altLang="en-US">
                <a:latin typeface="Arial" panose="020B0604020202020204" pitchFamily="34" charset="0"/>
              </a:rPr>
              <a:t>Horizontal</a:t>
            </a:r>
          </a:p>
          <a:p>
            <a:pPr algn="ctr" eaLnBrk="1" hangingPunct="1"/>
            <a:r>
              <a:rPr lang="en-US" altLang="en-US">
                <a:latin typeface="Arial" panose="020B0604020202020204" pitchFamily="34" charset="0"/>
              </a:rPr>
              <a:t>Open interfaces</a:t>
            </a:r>
          </a:p>
          <a:p>
            <a:pPr algn="ctr" eaLnBrk="1" hangingPunct="1"/>
            <a:r>
              <a:rPr lang="en-US" altLang="en-US">
                <a:latin typeface="Arial" panose="020B0604020202020204" pitchFamily="34" charset="0"/>
              </a:rPr>
              <a:t>Rapid innovation</a:t>
            </a:r>
          </a:p>
        </p:txBody>
      </p:sp>
      <p:sp>
        <p:nvSpPr>
          <p:cNvPr id="47" name="Right Arrow 46">
            <a:extLst>
              <a:ext uri="{FF2B5EF4-FFF2-40B4-BE49-F238E27FC236}">
                <a16:creationId xmlns:a16="http://schemas.microsoft.com/office/drawing/2014/main" id="{C457F78D-081E-49DF-9CCE-002430B4B79A}"/>
              </a:ext>
            </a:extLst>
          </p:cNvPr>
          <p:cNvSpPr>
            <a:spLocks noChangeArrowheads="1"/>
          </p:cNvSpPr>
          <p:nvPr/>
        </p:nvSpPr>
        <p:spPr bwMode="auto">
          <a:xfrm>
            <a:off x="5257800" y="2667000"/>
            <a:ext cx="1143000" cy="762000"/>
          </a:xfrm>
          <a:prstGeom prst="rightArrow">
            <a:avLst>
              <a:gd name="adj1" fmla="val 50000"/>
              <a:gd name="adj2" fmla="val 68660"/>
            </a:avLst>
          </a:prstGeom>
          <a:solidFill>
            <a:srgbClr val="FF6600"/>
          </a:solidFill>
          <a:ln w="9525">
            <a:solidFill>
              <a:srgbClr val="BE4B48"/>
            </a:solidFill>
            <a:miter lim="800000"/>
            <a:headEnd/>
            <a:tailEnd/>
          </a:ln>
          <a:effectLst>
            <a:outerShdw blurRad="40000" dist="23000" dir="5400000" rotWithShape="0">
              <a:srgbClr val="808080">
                <a:alpha val="34999"/>
              </a:srgbClr>
            </a:outerShdw>
          </a:effectLst>
        </p:spPr>
        <p:txBody>
          <a:bodyPr anchor="ctr"/>
          <a:lstStyle/>
          <a:p>
            <a:pPr algn="ctr">
              <a:defRPr/>
            </a:pPr>
            <a:endParaRPr lang="en-US">
              <a:solidFill>
                <a:schemeClr val="lt1"/>
              </a:solidFill>
            </a:endParaRPr>
          </a:p>
        </p:txBody>
      </p:sp>
      <p:grpSp>
        <p:nvGrpSpPr>
          <p:cNvPr id="3" name="Group 57">
            <a:extLst>
              <a:ext uri="{FF2B5EF4-FFF2-40B4-BE49-F238E27FC236}">
                <a16:creationId xmlns:a16="http://schemas.microsoft.com/office/drawing/2014/main" id="{E83CD992-A952-01F1-DEFF-EBF888CCBBAF}"/>
              </a:ext>
            </a:extLst>
          </p:cNvPr>
          <p:cNvGrpSpPr>
            <a:grpSpLocks/>
          </p:cNvGrpSpPr>
          <p:nvPr/>
        </p:nvGrpSpPr>
        <p:grpSpPr bwMode="auto">
          <a:xfrm>
            <a:off x="6629400" y="1828800"/>
            <a:ext cx="3962400" cy="1295400"/>
            <a:chOff x="5105400" y="1828800"/>
            <a:chExt cx="3962400" cy="1295400"/>
          </a:xfrm>
        </p:grpSpPr>
        <p:sp>
          <p:nvSpPr>
            <p:cNvPr id="20" name="Rounded Rectangle 19">
              <a:extLst>
                <a:ext uri="{FF2B5EF4-FFF2-40B4-BE49-F238E27FC236}">
                  <a16:creationId xmlns:a16="http://schemas.microsoft.com/office/drawing/2014/main" id="{0F84558C-45FC-E10E-9741-CFBBB9ECA6E0}"/>
                </a:ext>
              </a:extLst>
            </p:cNvPr>
            <p:cNvSpPr/>
            <p:nvPr/>
          </p:nvSpPr>
          <p:spPr bwMode="auto">
            <a:xfrm>
              <a:off x="6553200" y="2286000"/>
              <a:ext cx="1066800" cy="838200"/>
            </a:xfrm>
            <a:prstGeom prst="roundRect">
              <a:avLst/>
            </a:prstGeom>
            <a:gradFill>
              <a:gsLst>
                <a:gs pos="0">
                  <a:srgbClr val="008000"/>
                </a:gs>
                <a:gs pos="100000">
                  <a:srgbClr val="00C362"/>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a:solidFill>
                    <a:srgbClr val="FFFFFF"/>
                  </a:solidFill>
                </a:rPr>
                <a:t>Control</a:t>
              </a:r>
            </a:p>
            <a:p>
              <a:pPr algn="ctr">
                <a:defRPr/>
              </a:pPr>
              <a:r>
                <a:rPr lang="en-US">
                  <a:solidFill>
                    <a:srgbClr val="FFFFFF"/>
                  </a:solidFill>
                </a:rPr>
                <a:t>Plane</a:t>
              </a:r>
            </a:p>
          </p:txBody>
        </p:sp>
        <p:sp>
          <p:nvSpPr>
            <p:cNvPr id="22" name="Rounded Rectangle 21">
              <a:extLst>
                <a:ext uri="{FF2B5EF4-FFF2-40B4-BE49-F238E27FC236}">
                  <a16:creationId xmlns:a16="http://schemas.microsoft.com/office/drawing/2014/main" id="{7FFD85AC-2A79-FE0A-84E8-C31981C70384}"/>
                </a:ext>
              </a:extLst>
            </p:cNvPr>
            <p:cNvSpPr/>
            <p:nvPr/>
          </p:nvSpPr>
          <p:spPr bwMode="auto">
            <a:xfrm>
              <a:off x="8001000" y="2286000"/>
              <a:ext cx="1066800" cy="838200"/>
            </a:xfrm>
            <a:prstGeom prst="roundRect">
              <a:avLst/>
            </a:prstGeom>
            <a:gradFill>
              <a:gsLst>
                <a:gs pos="0">
                  <a:srgbClr val="FF00FF"/>
                </a:gs>
                <a:gs pos="100000">
                  <a:srgbClr val="FF99CC"/>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a:solidFill>
                    <a:srgbClr val="FFFFFF"/>
                  </a:solidFill>
                </a:rPr>
                <a:t>Control</a:t>
              </a:r>
            </a:p>
            <a:p>
              <a:pPr algn="ctr">
                <a:defRPr/>
              </a:pPr>
              <a:r>
                <a:rPr lang="en-US">
                  <a:solidFill>
                    <a:srgbClr val="FFFFFF"/>
                  </a:solidFill>
                </a:rPr>
                <a:t>Plane</a:t>
              </a:r>
            </a:p>
          </p:txBody>
        </p:sp>
        <p:sp>
          <p:nvSpPr>
            <p:cNvPr id="24" name="Rounded Rectangle 23">
              <a:extLst>
                <a:ext uri="{FF2B5EF4-FFF2-40B4-BE49-F238E27FC236}">
                  <a16:creationId xmlns:a16="http://schemas.microsoft.com/office/drawing/2014/main" id="{1490DCDC-B26A-1CFE-4368-CC399E72ABCB}"/>
                </a:ext>
              </a:extLst>
            </p:cNvPr>
            <p:cNvSpPr/>
            <p:nvPr/>
          </p:nvSpPr>
          <p:spPr bwMode="auto">
            <a:xfrm>
              <a:off x="5105400" y="2286000"/>
              <a:ext cx="1066800" cy="838200"/>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a:solidFill>
                    <a:srgbClr val="FFFFFF"/>
                  </a:solidFill>
                </a:rPr>
                <a:t>Control</a:t>
              </a:r>
            </a:p>
            <a:p>
              <a:pPr algn="ctr">
                <a:defRPr/>
              </a:pPr>
              <a:r>
                <a:rPr lang="en-US">
                  <a:solidFill>
                    <a:srgbClr val="FFFFFF"/>
                  </a:solidFill>
                </a:rPr>
                <a:t>Plane</a:t>
              </a:r>
            </a:p>
          </p:txBody>
        </p:sp>
        <p:sp>
          <p:nvSpPr>
            <p:cNvPr id="18466" name="TextBox 23">
              <a:extLst>
                <a:ext uri="{FF2B5EF4-FFF2-40B4-BE49-F238E27FC236}">
                  <a16:creationId xmlns:a16="http://schemas.microsoft.com/office/drawing/2014/main" id="{35ADB048-1C31-331B-6580-56D1C9905F7A}"/>
                </a:ext>
              </a:extLst>
            </p:cNvPr>
            <p:cNvSpPr txBox="1">
              <a:spLocks noChangeArrowheads="1"/>
            </p:cNvSpPr>
            <p:nvPr/>
          </p:nvSpPr>
          <p:spPr bwMode="auto">
            <a:xfrm>
              <a:off x="6163287" y="2526268"/>
              <a:ext cx="3899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eaLnBrk="1" hangingPunct="1"/>
              <a:r>
                <a:rPr lang="en-US" altLang="en-US" sz="1800">
                  <a:latin typeface="Arial" panose="020B0604020202020204" pitchFamily="34" charset="0"/>
                </a:rPr>
                <a:t>or</a:t>
              </a:r>
            </a:p>
          </p:txBody>
        </p:sp>
        <p:sp>
          <p:nvSpPr>
            <p:cNvPr id="18467" name="TextBox 24">
              <a:extLst>
                <a:ext uri="{FF2B5EF4-FFF2-40B4-BE49-F238E27FC236}">
                  <a16:creationId xmlns:a16="http://schemas.microsoft.com/office/drawing/2014/main" id="{759A7F0B-701F-4DF1-F795-54526620E680}"/>
                </a:ext>
              </a:extLst>
            </p:cNvPr>
            <p:cNvSpPr txBox="1">
              <a:spLocks noChangeArrowheads="1"/>
            </p:cNvSpPr>
            <p:nvPr/>
          </p:nvSpPr>
          <p:spPr bwMode="auto">
            <a:xfrm>
              <a:off x="7611087" y="2514600"/>
              <a:ext cx="3899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eaLnBrk="1" hangingPunct="1"/>
              <a:r>
                <a:rPr lang="en-US" altLang="en-US" sz="1800">
                  <a:latin typeface="Arial" panose="020B0604020202020204" pitchFamily="34" charset="0"/>
                </a:rPr>
                <a:t>or</a:t>
              </a:r>
            </a:p>
          </p:txBody>
        </p:sp>
        <p:grpSp>
          <p:nvGrpSpPr>
            <p:cNvPr id="18468" name="Group 52">
              <a:extLst>
                <a:ext uri="{FF2B5EF4-FFF2-40B4-BE49-F238E27FC236}">
                  <a16:creationId xmlns:a16="http://schemas.microsoft.com/office/drawing/2014/main" id="{84C70515-7A99-E329-2F91-F0C376079B43}"/>
                </a:ext>
              </a:extLst>
            </p:cNvPr>
            <p:cNvGrpSpPr>
              <a:grpSpLocks/>
            </p:cNvGrpSpPr>
            <p:nvPr/>
          </p:nvGrpSpPr>
          <p:grpSpPr bwMode="auto">
            <a:xfrm>
              <a:off x="5867400" y="1828800"/>
              <a:ext cx="2590800" cy="369332"/>
              <a:chOff x="6019800" y="3200400"/>
              <a:chExt cx="2590800" cy="369332"/>
            </a:xfrm>
          </p:grpSpPr>
          <p:cxnSp>
            <p:nvCxnSpPr>
              <p:cNvPr id="54" name="Straight Connector 53">
                <a:extLst>
                  <a:ext uri="{FF2B5EF4-FFF2-40B4-BE49-F238E27FC236}">
                    <a16:creationId xmlns:a16="http://schemas.microsoft.com/office/drawing/2014/main" id="{56B0BCCD-F4A9-02E6-0D50-68C21D00A9FF}"/>
                  </a:ext>
                </a:extLst>
              </p:cNvPr>
              <p:cNvCxnSpPr>
                <a:cxnSpLocks noChangeShapeType="1"/>
              </p:cNvCxnSpPr>
              <p:nvPr/>
            </p:nvCxnSpPr>
            <p:spPr bwMode="auto">
              <a:xfrm>
                <a:off x="6019800" y="3427413"/>
                <a:ext cx="2590800" cy="1587"/>
              </a:xfrm>
              <a:prstGeom prst="line">
                <a:avLst/>
              </a:prstGeom>
              <a:noFill/>
              <a:ln w="25400">
                <a:solidFill>
                  <a:schemeClr val="tx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8470" name="TextBox 23">
                <a:extLst>
                  <a:ext uri="{FF2B5EF4-FFF2-40B4-BE49-F238E27FC236}">
                    <a16:creationId xmlns:a16="http://schemas.microsoft.com/office/drawing/2014/main" id="{622C86F7-F40D-DFE3-9511-8D748CEA411F}"/>
                  </a:ext>
                </a:extLst>
              </p:cNvPr>
              <p:cNvSpPr txBox="1">
                <a:spLocks noChangeArrowheads="1"/>
              </p:cNvSpPr>
              <p:nvPr/>
            </p:nvSpPr>
            <p:spPr bwMode="auto">
              <a:xfrm>
                <a:off x="6453791" y="3200400"/>
                <a:ext cx="1775809" cy="3693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eaLnBrk="1" hangingPunct="1"/>
                <a:r>
                  <a:rPr lang="en-US" altLang="en-US" sz="1800">
                    <a:latin typeface="Arial" panose="020B0604020202020204" pitchFamily="34" charset="0"/>
                  </a:rPr>
                  <a:t>Open Interface</a:t>
                </a:r>
              </a:p>
            </p:txBody>
          </p:sp>
        </p:grpSp>
      </p:grpSp>
      <p:sp>
        <p:nvSpPr>
          <p:cNvPr id="56" name="Right Arrow 55">
            <a:extLst>
              <a:ext uri="{FF2B5EF4-FFF2-40B4-BE49-F238E27FC236}">
                <a16:creationId xmlns:a16="http://schemas.microsoft.com/office/drawing/2014/main" id="{F8657C04-BF2C-93E8-4A71-478E0E57E6DA}"/>
              </a:ext>
            </a:extLst>
          </p:cNvPr>
          <p:cNvSpPr>
            <a:spLocks noChangeArrowheads="1"/>
          </p:cNvSpPr>
          <p:nvPr/>
        </p:nvSpPr>
        <p:spPr bwMode="auto">
          <a:xfrm>
            <a:off x="5257800" y="5562600"/>
            <a:ext cx="1143000" cy="762000"/>
          </a:xfrm>
          <a:prstGeom prst="rightArrow">
            <a:avLst>
              <a:gd name="adj1" fmla="val 50000"/>
              <a:gd name="adj2" fmla="val 68660"/>
            </a:avLst>
          </a:prstGeom>
          <a:solidFill>
            <a:srgbClr val="FF6600"/>
          </a:solidFill>
          <a:ln w="9525">
            <a:solidFill>
              <a:srgbClr val="BE4B48"/>
            </a:solidFill>
            <a:miter lim="800000"/>
            <a:headEnd/>
            <a:tailEnd/>
          </a:ln>
          <a:effectLst>
            <a:outerShdw blurRad="40000" dist="23000" dir="5400000" rotWithShape="0">
              <a:srgbClr val="808080">
                <a:alpha val="34999"/>
              </a:srgbClr>
            </a:outerShdw>
          </a:effectLst>
        </p:spPr>
        <p:txBody>
          <a:bodyPr anchor="ctr"/>
          <a:lstStyle/>
          <a:p>
            <a:pPr algn="ctr">
              <a:defRPr/>
            </a:pPr>
            <a:endParaRPr lang="en-US">
              <a:solidFill>
                <a:schemeClr val="lt1"/>
              </a:solidFill>
            </a:endParaRPr>
          </a:p>
        </p:txBody>
      </p:sp>
      <p:pic>
        <p:nvPicPr>
          <p:cNvPr id="48" name="Picture 47">
            <a:extLst>
              <a:ext uri="{FF2B5EF4-FFF2-40B4-BE49-F238E27FC236}">
                <a16:creationId xmlns:a16="http://schemas.microsoft.com/office/drawing/2014/main" id="{F6FC9891-F58D-86D7-7791-FE4FF71309E3}"/>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9162" y="1009650"/>
            <a:ext cx="5024438" cy="401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ounded Rectangle 4">
            <a:extLst>
              <a:ext uri="{FF2B5EF4-FFF2-40B4-BE49-F238E27FC236}">
                <a16:creationId xmlns:a16="http://schemas.microsoft.com/office/drawing/2014/main" id="{1211B13E-B972-2256-9F9B-78FBC6E079B8}"/>
              </a:ext>
            </a:extLst>
          </p:cNvPr>
          <p:cNvSpPr/>
          <p:nvPr/>
        </p:nvSpPr>
        <p:spPr bwMode="auto">
          <a:xfrm>
            <a:off x="2362200" y="2692400"/>
            <a:ext cx="1905000" cy="965200"/>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2000">
                <a:solidFill>
                  <a:schemeClr val="bg1"/>
                </a:solidFill>
              </a:rPr>
              <a:t>Specialized</a:t>
            </a:r>
          </a:p>
          <a:p>
            <a:pPr algn="ctr" eaLnBrk="1" hangingPunct="1">
              <a:defRPr/>
            </a:pPr>
            <a:r>
              <a:rPr lang="en-US" sz="2000">
                <a:solidFill>
                  <a:schemeClr val="bg1"/>
                </a:solidFill>
              </a:rPr>
              <a:t>Control</a:t>
            </a:r>
          </a:p>
          <a:p>
            <a:pPr algn="ctr" eaLnBrk="1" hangingPunct="1">
              <a:defRPr/>
            </a:pPr>
            <a:r>
              <a:rPr lang="en-US" sz="2000">
                <a:solidFill>
                  <a:schemeClr val="bg1"/>
                </a:solidFill>
              </a:rPr>
              <a:t>Plane</a:t>
            </a:r>
            <a:endParaRPr lang="en-US" sz="1800">
              <a:solidFill>
                <a:schemeClr val="bg1"/>
              </a:solidFill>
            </a:endParaRPr>
          </a:p>
        </p:txBody>
      </p:sp>
      <p:sp>
        <p:nvSpPr>
          <p:cNvPr id="14" name="Rounded Rectangle 13">
            <a:extLst>
              <a:ext uri="{FF2B5EF4-FFF2-40B4-BE49-F238E27FC236}">
                <a16:creationId xmlns:a16="http://schemas.microsoft.com/office/drawing/2014/main" id="{44EE6708-13EA-83F4-20B3-07421E1C8BEE}"/>
              </a:ext>
            </a:extLst>
          </p:cNvPr>
          <p:cNvSpPr/>
          <p:nvPr/>
        </p:nvSpPr>
        <p:spPr bwMode="auto">
          <a:xfrm>
            <a:off x="2362200" y="3733800"/>
            <a:ext cx="1905000" cy="838200"/>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2000">
                <a:solidFill>
                  <a:schemeClr val="bg1"/>
                </a:solidFill>
              </a:rPr>
              <a:t>Specialized</a:t>
            </a:r>
          </a:p>
          <a:p>
            <a:pPr algn="ctr" eaLnBrk="1" hangingPunct="1">
              <a:defRPr/>
            </a:pPr>
            <a:r>
              <a:rPr lang="en-US" sz="2000">
                <a:solidFill>
                  <a:schemeClr val="bg1"/>
                </a:solidFill>
              </a:rPr>
              <a:t>Hardware</a:t>
            </a:r>
            <a:endParaRPr lang="en-US" sz="1800">
              <a:solidFill>
                <a:schemeClr val="bg1"/>
              </a:solidFill>
            </a:endParaRPr>
          </a:p>
        </p:txBody>
      </p:sp>
      <p:sp>
        <p:nvSpPr>
          <p:cNvPr id="35" name="Rounded Rectangle 34">
            <a:extLst>
              <a:ext uri="{FF2B5EF4-FFF2-40B4-BE49-F238E27FC236}">
                <a16:creationId xmlns:a16="http://schemas.microsoft.com/office/drawing/2014/main" id="{24833AB7-1C65-A7AA-B14E-5AC03D0EBFFC}"/>
              </a:ext>
            </a:extLst>
          </p:cNvPr>
          <p:cNvSpPr/>
          <p:nvPr/>
        </p:nvSpPr>
        <p:spPr bwMode="auto">
          <a:xfrm>
            <a:off x="2362200" y="1854200"/>
            <a:ext cx="1905000" cy="736600"/>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2000">
                <a:solidFill>
                  <a:schemeClr val="bg1"/>
                </a:solidFill>
              </a:rPr>
              <a:t>Specialized</a:t>
            </a:r>
          </a:p>
          <a:p>
            <a:pPr algn="ctr" eaLnBrk="1" hangingPunct="1">
              <a:defRPr/>
            </a:pPr>
            <a:r>
              <a:rPr lang="en-US" sz="2000">
                <a:solidFill>
                  <a:schemeClr val="bg1"/>
                </a:solidFill>
              </a:rPr>
              <a:t>Features</a:t>
            </a:r>
            <a:endParaRPr lang="en-US" sz="1800">
              <a:solidFill>
                <a:schemeClr val="bg1"/>
              </a:solidFill>
            </a:endParaRPr>
          </a:p>
        </p:txBody>
      </p:sp>
      <p:grpSp>
        <p:nvGrpSpPr>
          <p:cNvPr id="6" name="Group 56">
            <a:extLst>
              <a:ext uri="{FF2B5EF4-FFF2-40B4-BE49-F238E27FC236}">
                <a16:creationId xmlns:a16="http://schemas.microsoft.com/office/drawing/2014/main" id="{81B9CA11-22E5-EB45-7027-9AFA5235404F}"/>
              </a:ext>
            </a:extLst>
          </p:cNvPr>
          <p:cNvGrpSpPr>
            <a:grpSpLocks/>
          </p:cNvGrpSpPr>
          <p:nvPr/>
        </p:nvGrpSpPr>
        <p:grpSpPr bwMode="auto">
          <a:xfrm>
            <a:off x="7389814" y="3211514"/>
            <a:ext cx="2744787" cy="1817687"/>
            <a:chOff x="5865350" y="3212068"/>
            <a:chExt cx="2745250" cy="1817099"/>
          </a:xfrm>
        </p:grpSpPr>
        <p:sp>
          <p:nvSpPr>
            <p:cNvPr id="23" name="Rounded Rectangle 22">
              <a:extLst>
                <a:ext uri="{FF2B5EF4-FFF2-40B4-BE49-F238E27FC236}">
                  <a16:creationId xmlns:a16="http://schemas.microsoft.com/office/drawing/2014/main" id="{12341019-C057-2C45-2AE5-7F4C4C418601}"/>
                </a:ext>
              </a:extLst>
            </p:cNvPr>
            <p:cNvSpPr/>
            <p:nvPr/>
          </p:nvSpPr>
          <p:spPr bwMode="auto">
            <a:xfrm>
              <a:off x="6096000" y="3733800"/>
              <a:ext cx="2286000" cy="838200"/>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2000">
                  <a:solidFill>
                    <a:schemeClr val="bg1"/>
                  </a:solidFill>
                </a:rPr>
                <a:t>Merchant</a:t>
              </a:r>
            </a:p>
            <a:p>
              <a:pPr algn="ctr" eaLnBrk="1" hangingPunct="1">
                <a:defRPr/>
              </a:pPr>
              <a:r>
                <a:rPr lang="en-US" sz="2000">
                  <a:solidFill>
                    <a:schemeClr val="bg1"/>
                  </a:solidFill>
                </a:rPr>
                <a:t>Switching Chips</a:t>
              </a:r>
              <a:endParaRPr lang="en-US" sz="1800">
                <a:solidFill>
                  <a:schemeClr val="bg1"/>
                </a:solidFill>
              </a:endParaRPr>
            </a:p>
          </p:txBody>
        </p:sp>
        <p:grpSp>
          <p:nvGrpSpPr>
            <p:cNvPr id="18453" name="Group 51">
              <a:extLst>
                <a:ext uri="{FF2B5EF4-FFF2-40B4-BE49-F238E27FC236}">
                  <a16:creationId xmlns:a16="http://schemas.microsoft.com/office/drawing/2014/main" id="{8119F6EE-E65A-3D07-6561-81BCAA2376BC}"/>
                </a:ext>
              </a:extLst>
            </p:cNvPr>
            <p:cNvGrpSpPr>
              <a:grpSpLocks/>
            </p:cNvGrpSpPr>
            <p:nvPr/>
          </p:nvGrpSpPr>
          <p:grpSpPr bwMode="auto">
            <a:xfrm>
              <a:off x="5867400" y="3212068"/>
              <a:ext cx="2590800" cy="369332"/>
              <a:chOff x="6019800" y="3200400"/>
              <a:chExt cx="2590800" cy="369332"/>
            </a:xfrm>
          </p:grpSpPr>
          <p:cxnSp>
            <p:nvCxnSpPr>
              <p:cNvPr id="51" name="Straight Connector 50">
                <a:extLst>
                  <a:ext uri="{FF2B5EF4-FFF2-40B4-BE49-F238E27FC236}">
                    <a16:creationId xmlns:a16="http://schemas.microsoft.com/office/drawing/2014/main" id="{B9430F2A-1167-312B-40A6-0588A034F98A}"/>
                  </a:ext>
                </a:extLst>
              </p:cNvPr>
              <p:cNvCxnSpPr>
                <a:cxnSpLocks noChangeShapeType="1"/>
              </p:cNvCxnSpPr>
              <p:nvPr/>
            </p:nvCxnSpPr>
            <p:spPr bwMode="auto">
              <a:xfrm>
                <a:off x="6019337" y="3427338"/>
                <a:ext cx="2591237" cy="1587"/>
              </a:xfrm>
              <a:prstGeom prst="line">
                <a:avLst/>
              </a:prstGeom>
              <a:noFill/>
              <a:ln w="25400">
                <a:solidFill>
                  <a:schemeClr val="tx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8456" name="TextBox 23">
                <a:extLst>
                  <a:ext uri="{FF2B5EF4-FFF2-40B4-BE49-F238E27FC236}">
                    <a16:creationId xmlns:a16="http://schemas.microsoft.com/office/drawing/2014/main" id="{92313DB5-46EC-3396-2E0E-FB91B3991DA6}"/>
                  </a:ext>
                </a:extLst>
              </p:cNvPr>
              <p:cNvSpPr txBox="1">
                <a:spLocks noChangeArrowheads="1"/>
              </p:cNvSpPr>
              <p:nvPr/>
            </p:nvSpPr>
            <p:spPr bwMode="auto">
              <a:xfrm>
                <a:off x="6453791" y="3200400"/>
                <a:ext cx="1775809" cy="3693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eaLnBrk="1" hangingPunct="1"/>
                <a:r>
                  <a:rPr lang="en-US" altLang="en-US" sz="1800">
                    <a:latin typeface="Arial" panose="020B0604020202020204" pitchFamily="34" charset="0"/>
                  </a:rPr>
                  <a:t>Open Interface</a:t>
                </a:r>
              </a:p>
            </p:txBody>
          </p:sp>
        </p:grpSp>
        <p:pic>
          <p:nvPicPr>
            <p:cNvPr id="18454" name="Picture 6" descr="48HD10Gbs.png">
              <a:extLst>
                <a:ext uri="{FF2B5EF4-FFF2-40B4-BE49-F238E27FC236}">
                  <a16:creationId xmlns:a16="http://schemas.microsoft.com/office/drawing/2014/main" id="{A95CCF8B-6514-633E-4002-2B60E3D4AB5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65350" y="4443379"/>
              <a:ext cx="274525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Title 1">
            <a:extLst>
              <a:ext uri="{FF2B5EF4-FFF2-40B4-BE49-F238E27FC236}">
                <a16:creationId xmlns:a16="http://schemas.microsoft.com/office/drawing/2014/main" id="{6FAEB4BF-F841-5A17-BF9D-B7031AAD1B88}"/>
              </a:ext>
            </a:extLst>
          </p:cNvPr>
          <p:cNvSpPr>
            <a:spLocks noGrp="1"/>
          </p:cNvSpPr>
          <p:nvPr>
            <p:ph type="title"/>
          </p:nvPr>
        </p:nvSpPr>
        <p:spPr/>
        <p:txBody>
          <a:bodyPr>
            <a:normAutofit/>
          </a:bodyPr>
          <a:lstStyle/>
          <a:p>
            <a:r>
              <a:rPr lang="en-US"/>
              <a:t>Network Elements</a:t>
            </a:r>
            <a:endParaRPr lang="en-US" sz="2000">
              <a:solidFill>
                <a:schemeClr val="bg2">
                  <a:lumMod val="50000"/>
                </a:schemeClr>
              </a:solidFill>
            </a:endParaRPr>
          </a:p>
        </p:txBody>
      </p:sp>
      <p:sp>
        <p:nvSpPr>
          <p:cNvPr id="7" name="Content Placeholder 2">
            <a:extLst>
              <a:ext uri="{FF2B5EF4-FFF2-40B4-BE49-F238E27FC236}">
                <a16:creationId xmlns:a16="http://schemas.microsoft.com/office/drawing/2014/main" id="{5216A816-8675-B29E-EC56-CF08F11A9876}"/>
              </a:ext>
            </a:extLst>
          </p:cNvPr>
          <p:cNvSpPr txBox="1">
            <a:spLocks/>
          </p:cNvSpPr>
          <p:nvPr/>
        </p:nvSpPr>
        <p:spPr>
          <a:xfrm>
            <a:off x="1586753" y="6416395"/>
            <a:ext cx="9005047" cy="7747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buNone/>
            </a:pPr>
            <a:r>
              <a:rPr lang="en-US">
                <a:solidFill>
                  <a:srgbClr val="C00000"/>
                </a:solidFill>
              </a:rPr>
              <a:t>How does such a software-defined network look?</a:t>
            </a:r>
          </a:p>
          <a:p>
            <a:pPr marL="130175" indent="0">
              <a:buNone/>
            </a:pPr>
            <a:endParaRPr lang="en-US">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mph" presetSubtype="0" nodeType="clickEffect">
                                  <p:stCondLst>
                                    <p:cond delay="0"/>
                                  </p:stCondLst>
                                  <p:childTnLst>
                                    <p:set>
                                      <p:cBhvr rctx="PPT">
                                        <p:cTn id="6" dur="indefinite"/>
                                        <p:tgtEl>
                                          <p:spTgt spid="48"/>
                                        </p:tgtEl>
                                        <p:attrNameLst>
                                          <p:attrName>style.opacity</p:attrName>
                                        </p:attrNameLst>
                                      </p:cBhvr>
                                      <p:to>
                                        <p:strVal val="0.5"/>
                                      </p:to>
                                    </p:set>
                                    <p:animEffect filter="image" prLst="opacity: 0.5">
                                      <p:cBhvr rctx="IE">
                                        <p:cTn id="7" dur="indefinite"/>
                                        <p:tgtEl>
                                          <p:spTgt spid="48"/>
                                        </p:tgtEl>
                                      </p:cBhvr>
                                    </p:animEffect>
                                  </p:childTnLst>
                                </p:cTn>
                              </p:par>
                            </p:childTnLst>
                          </p:cTn>
                        </p:par>
                        <p:par>
                          <p:cTn id="8" fill="hold" nodeType="afterGroup">
                            <p:stCondLst>
                              <p:cond delay="0"/>
                            </p:stCondLst>
                            <p:childTnLst>
                              <p:par>
                                <p:cTn id="9" presetID="10"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par>
                          <p:cTn id="12" fill="hold" nodeType="afterGroup">
                            <p:stCondLst>
                              <p:cond delay="500"/>
                            </p:stCondLst>
                            <p:childTnLst>
                              <p:par>
                                <p:cTn id="13" presetID="10"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nodeType="afterGroup">
                            <p:stCondLst>
                              <p:cond delay="1000"/>
                            </p:stCondLst>
                            <p:childTnLst>
                              <p:par>
                                <p:cTn id="17" presetID="10" presetClass="entr" presetSubtype="0" fill="hold"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47"/>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500"/>
                                        <p:tgtEl>
                                          <p:spTgt spid="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left)">
                                      <p:cBhvr>
                                        <p:cTn id="38" dur="500"/>
                                        <p:tgtEl>
                                          <p:spTgt spid="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0" presetClass="entr" presetSubtype="0"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ntr" presetSubtype="0" fill="hold" nodeType="clickEffect">
                                  <p:stCondLst>
                                    <p:cond delay="0"/>
                                  </p:stCondLst>
                                  <p:childTnLst>
                                    <p:set>
                                      <p:cBhvr>
                                        <p:cTn id="47" dur="1" fill="hold">
                                          <p:stCondLst>
                                            <p:cond delay="0"/>
                                          </p:stCondLst>
                                        </p:cTn>
                                        <p:tgtEl>
                                          <p:spTgt spid="56"/>
                                        </p:tgtEl>
                                        <p:attrNameLst>
                                          <p:attrName>style.visibility</p:attrName>
                                        </p:attrNameLst>
                                      </p:cBhvr>
                                      <p:to>
                                        <p:strVal val="visible"/>
                                      </p:to>
                                    </p:set>
                                    <p:animEffect transition="in" filter="fade">
                                      <p:cBhvr>
                                        <p:cTn id="48" dur="500"/>
                                        <p:tgtEl>
                                          <p:spTgt spid="5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0" presetClass="entr" presetSubtype="0" fill="hold" nodeType="click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500"/>
                                        <p:tgtEl>
                                          <p:spTgt spid="36"/>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6" grpId="0"/>
      <p:bldP spid="47" grpId="0" animBg="1"/>
      <p:bldP spid="56" grpId="0" animBg="1"/>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1E96D-79AF-8590-6A0B-A796CEC1C0B3}"/>
              </a:ext>
            </a:extLst>
          </p:cNvPr>
          <p:cNvSpPr>
            <a:spLocks noGrp="1"/>
          </p:cNvSpPr>
          <p:nvPr>
            <p:ph type="title"/>
          </p:nvPr>
        </p:nvSpPr>
        <p:spPr/>
        <p:txBody>
          <a:bodyPr/>
          <a:lstStyle/>
          <a:p>
            <a:r>
              <a:rPr lang="en-US"/>
              <a:t>Software-defined Network Architecture</a:t>
            </a:r>
          </a:p>
        </p:txBody>
      </p:sp>
    </p:spTree>
    <p:extLst>
      <p:ext uri="{BB962C8B-B14F-4D97-AF65-F5344CB8AC3E}">
        <p14:creationId xmlns:p14="http://schemas.microsoft.com/office/powerpoint/2010/main" val="8839429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CD85E7-B9DB-9043-B7EC-8C0919E801A1}"/>
              </a:ext>
            </a:extLst>
          </p:cNvPr>
          <p:cNvSpPr>
            <a:spLocks noGrp="1"/>
          </p:cNvSpPr>
          <p:nvPr>
            <p:ph type="title"/>
          </p:nvPr>
        </p:nvSpPr>
        <p:spPr/>
        <p:txBody>
          <a:bodyPr>
            <a:normAutofit/>
          </a:bodyPr>
          <a:lstStyle/>
          <a:p>
            <a:r>
              <a:rPr lang="en-US" dirty="0"/>
              <a:t>OpenFlow: An SDN Architecture Example </a:t>
            </a:r>
          </a:p>
        </p:txBody>
      </p:sp>
      <p:sp>
        <p:nvSpPr>
          <p:cNvPr id="247" name="Content Placeholder 3">
            <a:extLst>
              <a:ext uri="{FF2B5EF4-FFF2-40B4-BE49-F238E27FC236}">
                <a16:creationId xmlns:a16="http://schemas.microsoft.com/office/drawing/2014/main" id="{A2095929-467E-784A-A05A-6CE113CF3D5B}"/>
              </a:ext>
            </a:extLst>
          </p:cNvPr>
          <p:cNvSpPr txBox="1">
            <a:spLocks/>
          </p:cNvSpPr>
          <p:nvPr/>
        </p:nvSpPr>
        <p:spPr bwMode="auto">
          <a:xfrm>
            <a:off x="863251" y="1363220"/>
            <a:ext cx="6088694" cy="464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347663" indent="-285750">
              <a:lnSpc>
                <a:spcPct val="100000"/>
              </a:lnSpc>
              <a:buSzTx/>
              <a:buFont typeface="Wingdings" pitchFamily="2" charset="2"/>
              <a:buChar char="§"/>
            </a:pPr>
            <a:r>
              <a:rPr lang="en-US" kern="0" dirty="0">
                <a:solidFill>
                  <a:srgbClr val="000000"/>
                </a:solidFill>
              </a:rPr>
              <a:t>OpenFlow API</a:t>
            </a:r>
          </a:p>
          <a:p>
            <a:pPr marL="744538" lvl="1" indent="-282575">
              <a:lnSpc>
                <a:spcPct val="100000"/>
              </a:lnSpc>
              <a:buFont typeface="Arial" panose="020B0604020202020204" pitchFamily="34" charset="0"/>
              <a:buChar char="•"/>
            </a:pPr>
            <a:r>
              <a:rPr lang="en-US" kern="0" dirty="0">
                <a:solidFill>
                  <a:srgbClr val="000000"/>
                </a:solidFill>
              </a:rPr>
              <a:t>API used to specify  generalized forwarding actions</a:t>
            </a:r>
          </a:p>
          <a:p>
            <a:pPr marR="0" lvl="0" indent="-280988" algn="l" defTabSz="914400" rtl="0" eaLnBrk="0" fontAlgn="base" latinLnBrk="0" hangingPunct="0">
              <a:lnSpc>
                <a:spcPct val="100000"/>
              </a:lnSpc>
              <a:spcBef>
                <a:spcPct val="20000"/>
              </a:spcBef>
              <a:spcAft>
                <a:spcPct val="0"/>
              </a:spcAft>
              <a:buClr>
                <a:srgbClr val="000099"/>
              </a:buClr>
              <a:buSzPct val="100000"/>
              <a:buFont typeface="Wingdings" charset="2"/>
              <a:buChar char="§"/>
              <a:defRPr/>
            </a:pPr>
            <a:r>
              <a:rPr lang="en-US" kern="0" dirty="0">
                <a:solidFill>
                  <a:srgbClr val="000000"/>
                </a:solidFill>
              </a:rPr>
              <a:t>T</a:t>
            </a:r>
            <a:r>
              <a:rPr kumimoji="0" lang="en-US" sz="2800" b="0" i="0" u="none" strike="noStrike" kern="0" cap="none" spc="0" normalizeH="0" baseline="0" noProof="0" dirty="0" err="1">
                <a:ln>
                  <a:noFill/>
                </a:ln>
                <a:solidFill>
                  <a:srgbClr val="000000"/>
                </a:solidFill>
                <a:effectLst/>
                <a:uLnTx/>
                <a:uFillTx/>
                <a:ea typeface="ＭＳ Ｐゴシック" charset="0"/>
              </a:rPr>
              <a:t>hree</a:t>
            </a:r>
            <a:r>
              <a:rPr kumimoji="0" lang="en-US" sz="2800" b="0" i="0" u="none" strike="noStrike" kern="0" cap="none" spc="0" normalizeH="0" baseline="0" noProof="0" dirty="0">
                <a:ln>
                  <a:noFill/>
                </a:ln>
                <a:solidFill>
                  <a:srgbClr val="000000"/>
                </a:solidFill>
                <a:effectLst/>
                <a:uLnTx/>
                <a:uFillTx/>
                <a:ea typeface="ＭＳ Ｐゴシック" charset="0"/>
              </a:rPr>
              <a:t> classes of OpenFlow messages:</a:t>
            </a:r>
          </a:p>
          <a:p>
            <a:pPr marL="742950" marR="0" lvl="1" indent="-285750" algn="l" defTabSz="914400" rtl="0" eaLnBrk="0" fontAlgn="base" latinLnBrk="0" hangingPunct="0">
              <a:lnSpc>
                <a:spcPct val="100000"/>
              </a:lnSpc>
              <a:spcBef>
                <a:spcPct val="20000"/>
              </a:spcBef>
              <a:spcAft>
                <a:spcPct val="0"/>
              </a:spcAft>
              <a:buClr>
                <a:srgbClr val="000099"/>
              </a:buClr>
              <a:buSzTx/>
              <a:buFont typeface="Arial"/>
              <a:buChar char="•"/>
              <a:tabLst/>
              <a:defRPr/>
            </a:pPr>
            <a:r>
              <a:rPr kumimoji="0" lang="en-US" sz="2400" b="0" i="0" u="none" strike="noStrike" kern="0" cap="none" spc="0" normalizeH="0" baseline="0" noProof="0" dirty="0">
                <a:ln>
                  <a:noFill/>
                </a:ln>
                <a:solidFill>
                  <a:srgbClr val="000000"/>
                </a:solidFill>
                <a:effectLst/>
                <a:uLnTx/>
                <a:uFillTx/>
                <a:ea typeface="ＭＳ Ｐゴシック" charset="0"/>
              </a:rPr>
              <a:t>controller-to-switch</a:t>
            </a:r>
          </a:p>
          <a:p>
            <a:pPr marL="742950" marR="0" lvl="1" indent="-285750" algn="l" defTabSz="914400" rtl="0" eaLnBrk="0" fontAlgn="base" latinLnBrk="0" hangingPunct="0">
              <a:lnSpc>
                <a:spcPct val="100000"/>
              </a:lnSpc>
              <a:spcBef>
                <a:spcPct val="20000"/>
              </a:spcBef>
              <a:spcAft>
                <a:spcPct val="0"/>
              </a:spcAft>
              <a:buClr>
                <a:srgbClr val="000099"/>
              </a:buClr>
              <a:buSzTx/>
              <a:buFont typeface="Arial"/>
              <a:buChar char="•"/>
              <a:tabLst/>
              <a:defRPr/>
            </a:pPr>
            <a:r>
              <a:rPr kumimoji="0" lang="en-US" sz="2400" b="0" i="0" u="none" strike="noStrike" kern="0" cap="none" spc="0" normalizeH="0" baseline="0" noProof="0" dirty="0">
                <a:ln>
                  <a:noFill/>
                </a:ln>
                <a:solidFill>
                  <a:srgbClr val="000000"/>
                </a:solidFill>
                <a:effectLst/>
                <a:uLnTx/>
                <a:uFillTx/>
                <a:ea typeface="ＭＳ Ｐゴシック" charset="0"/>
              </a:rPr>
              <a:t>asynchronous (switch to controller)</a:t>
            </a:r>
          </a:p>
          <a:p>
            <a:pPr marL="742950" marR="0" lvl="1" indent="-285750" algn="l" defTabSz="914400" rtl="0" eaLnBrk="0" fontAlgn="base" latinLnBrk="0" hangingPunct="0">
              <a:lnSpc>
                <a:spcPct val="100000"/>
              </a:lnSpc>
              <a:spcBef>
                <a:spcPct val="20000"/>
              </a:spcBef>
              <a:spcAft>
                <a:spcPct val="0"/>
              </a:spcAft>
              <a:buClr>
                <a:srgbClr val="000099"/>
              </a:buClr>
              <a:buSzTx/>
              <a:buFont typeface="Arial"/>
              <a:buChar char="•"/>
              <a:tabLst/>
              <a:defRPr/>
            </a:pPr>
            <a:r>
              <a:rPr kumimoji="0" lang="en-US" sz="2400" b="0" i="0" u="none" strike="noStrike" kern="0" cap="none" spc="0" normalizeH="0" baseline="0" noProof="0" dirty="0">
                <a:ln>
                  <a:noFill/>
                </a:ln>
                <a:solidFill>
                  <a:srgbClr val="000000"/>
                </a:solidFill>
                <a:effectLst/>
                <a:uLnTx/>
                <a:uFillTx/>
                <a:ea typeface="ＭＳ Ｐゴシック" charset="0"/>
              </a:rPr>
              <a:t>symmetric (misc.)</a:t>
            </a:r>
          </a:p>
        </p:txBody>
      </p:sp>
      <p:grpSp>
        <p:nvGrpSpPr>
          <p:cNvPr id="128" name="Group 127">
            <a:extLst>
              <a:ext uri="{FF2B5EF4-FFF2-40B4-BE49-F238E27FC236}">
                <a16:creationId xmlns:a16="http://schemas.microsoft.com/office/drawing/2014/main" id="{BF49B015-168B-FE46-A826-60399DD149DA}"/>
              </a:ext>
            </a:extLst>
          </p:cNvPr>
          <p:cNvGrpSpPr/>
          <p:nvPr/>
        </p:nvGrpSpPr>
        <p:grpSpPr>
          <a:xfrm>
            <a:off x="7839227" y="1446146"/>
            <a:ext cx="3616623" cy="3732173"/>
            <a:chOff x="7686822" y="1446146"/>
            <a:chExt cx="3616623" cy="3732173"/>
          </a:xfrm>
        </p:grpSpPr>
        <p:grpSp>
          <p:nvGrpSpPr>
            <p:cNvPr id="129" name="Group 950">
              <a:extLst>
                <a:ext uri="{FF2B5EF4-FFF2-40B4-BE49-F238E27FC236}">
                  <a16:creationId xmlns:a16="http://schemas.microsoft.com/office/drawing/2014/main" id="{4EAEDFFF-3D36-3C46-916B-C2D3D9CB0559}"/>
                </a:ext>
              </a:extLst>
            </p:cNvPr>
            <p:cNvGrpSpPr>
              <a:grpSpLocks/>
            </p:cNvGrpSpPr>
            <p:nvPr/>
          </p:nvGrpSpPr>
          <p:grpSpPr bwMode="auto">
            <a:xfrm>
              <a:off x="8811490" y="2119745"/>
              <a:ext cx="440889" cy="845230"/>
              <a:chOff x="4140" y="429"/>
              <a:chExt cx="1425" cy="2396"/>
            </a:xfrm>
          </p:grpSpPr>
          <p:sp>
            <p:nvSpPr>
              <p:cNvPr id="174" name="Freeform 951">
                <a:extLst>
                  <a:ext uri="{FF2B5EF4-FFF2-40B4-BE49-F238E27FC236}">
                    <a16:creationId xmlns:a16="http://schemas.microsoft.com/office/drawing/2014/main" id="{E50181C5-B5C7-D144-8F88-D9495C027635}"/>
                  </a:ext>
                </a:extLst>
              </p:cNvPr>
              <p:cNvSpPr>
                <a:spLocks/>
              </p:cNvSpPr>
              <p:nvPr/>
            </p:nvSpPr>
            <p:spPr bwMode="auto">
              <a:xfrm>
                <a:off x="5268" y="433"/>
                <a:ext cx="283" cy="2286"/>
              </a:xfrm>
              <a:custGeom>
                <a:avLst/>
                <a:gdLst>
                  <a:gd name="T0" fmla="*/ 6 w 354"/>
                  <a:gd name="T1" fmla="*/ 0 h 2742"/>
                  <a:gd name="T2" fmla="*/ 30 w 354"/>
                  <a:gd name="T3" fmla="*/ 46 h 2742"/>
                  <a:gd name="T4" fmla="*/ 30 w 354"/>
                  <a:gd name="T5" fmla="*/ 354 h 2742"/>
                  <a:gd name="T6" fmla="*/ 0 w 354"/>
                  <a:gd name="T7" fmla="*/ 371 h 2742"/>
                  <a:gd name="T8" fmla="*/ 6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5" name="Rectangle 952">
                <a:extLst>
                  <a:ext uri="{FF2B5EF4-FFF2-40B4-BE49-F238E27FC236}">
                    <a16:creationId xmlns:a16="http://schemas.microsoft.com/office/drawing/2014/main" id="{6D544F60-D94E-BF42-A834-2624BAF7E25B}"/>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6" name="Freeform 953">
                <a:extLst>
                  <a:ext uri="{FF2B5EF4-FFF2-40B4-BE49-F238E27FC236}">
                    <a16:creationId xmlns:a16="http://schemas.microsoft.com/office/drawing/2014/main" id="{6365F75B-01F3-BC49-8C0D-968B42419A3E}"/>
                  </a:ext>
                </a:extLst>
              </p:cNvPr>
              <p:cNvSpPr>
                <a:spLocks/>
              </p:cNvSpPr>
              <p:nvPr/>
            </p:nvSpPr>
            <p:spPr bwMode="auto">
              <a:xfrm>
                <a:off x="5321" y="570"/>
                <a:ext cx="169" cy="2115"/>
              </a:xfrm>
              <a:custGeom>
                <a:avLst/>
                <a:gdLst>
                  <a:gd name="T0" fmla="*/ 2 w 211"/>
                  <a:gd name="T1" fmla="*/ 0 h 2537"/>
                  <a:gd name="T2" fmla="*/ 18 w 211"/>
                  <a:gd name="T3" fmla="*/ 30 h 2537"/>
                  <a:gd name="T4" fmla="*/ 2 w 211"/>
                  <a:gd name="T5" fmla="*/ 338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7" name="Freeform 954">
                <a:extLst>
                  <a:ext uri="{FF2B5EF4-FFF2-40B4-BE49-F238E27FC236}">
                    <a16:creationId xmlns:a16="http://schemas.microsoft.com/office/drawing/2014/main" id="{AD10B147-8033-E449-A9CC-C6DA33E27931}"/>
                  </a:ext>
                </a:extLst>
              </p:cNvPr>
              <p:cNvSpPr>
                <a:spLocks/>
              </p:cNvSpPr>
              <p:nvPr/>
            </p:nvSpPr>
            <p:spPr bwMode="auto">
              <a:xfrm>
                <a:off x="5284" y="1640"/>
                <a:ext cx="263" cy="189"/>
              </a:xfrm>
              <a:custGeom>
                <a:avLst/>
                <a:gdLst>
                  <a:gd name="T0" fmla="*/ 2 w 328"/>
                  <a:gd name="T1" fmla="*/ 0 h 226"/>
                  <a:gd name="T2" fmla="*/ 29 w 328"/>
                  <a:gd name="T3" fmla="*/ 18 h 226"/>
                  <a:gd name="T4" fmla="*/ 29 w 328"/>
                  <a:gd name="T5" fmla="*/ 32 h 226"/>
                  <a:gd name="T6" fmla="*/ 0 w 328"/>
                  <a:gd name="T7" fmla="*/ 1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8" name="Rectangle 955">
                <a:extLst>
                  <a:ext uri="{FF2B5EF4-FFF2-40B4-BE49-F238E27FC236}">
                    <a16:creationId xmlns:a16="http://schemas.microsoft.com/office/drawing/2014/main" id="{CC48B4AE-5026-594F-8FAE-41F6043B76F6}"/>
                  </a:ext>
                </a:extLst>
              </p:cNvPr>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79" name="Group 956">
                <a:extLst>
                  <a:ext uri="{FF2B5EF4-FFF2-40B4-BE49-F238E27FC236}">
                    <a16:creationId xmlns:a16="http://schemas.microsoft.com/office/drawing/2014/main" id="{D2E1673F-B93C-1148-8E72-90A5B7800688}"/>
                  </a:ext>
                </a:extLst>
              </p:cNvPr>
              <p:cNvGrpSpPr>
                <a:grpSpLocks/>
              </p:cNvGrpSpPr>
              <p:nvPr/>
            </p:nvGrpSpPr>
            <p:grpSpPr bwMode="auto">
              <a:xfrm>
                <a:off x="4749" y="668"/>
                <a:ext cx="581" cy="145"/>
                <a:chOff x="614" y="2568"/>
                <a:chExt cx="725" cy="139"/>
              </a:xfrm>
            </p:grpSpPr>
            <p:sp>
              <p:nvSpPr>
                <p:cNvPr id="204" name="AutoShape 957">
                  <a:extLst>
                    <a:ext uri="{FF2B5EF4-FFF2-40B4-BE49-F238E27FC236}">
                      <a16:creationId xmlns:a16="http://schemas.microsoft.com/office/drawing/2014/main" id="{D8FC1F4B-C0C9-784D-A739-318F038F099A}"/>
                    </a:ext>
                  </a:extLst>
                </p:cNvPr>
                <p:cNvSpPr>
                  <a:spLocks noChangeArrowheads="1"/>
                </p:cNvSpPr>
                <p:nvPr/>
              </p:nvSpPr>
              <p:spPr bwMode="auto">
                <a:xfrm>
                  <a:off x="613" y="2566"/>
                  <a:ext cx="721" cy="144"/>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5" name="AutoShape 958">
                  <a:extLst>
                    <a:ext uri="{FF2B5EF4-FFF2-40B4-BE49-F238E27FC236}">
                      <a16:creationId xmlns:a16="http://schemas.microsoft.com/office/drawing/2014/main" id="{65BAD390-C86E-AA4A-983B-F2D1ADC47CF2}"/>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180" name="Rectangle 959">
                <a:extLst>
                  <a:ext uri="{FF2B5EF4-FFF2-40B4-BE49-F238E27FC236}">
                    <a16:creationId xmlns:a16="http://schemas.microsoft.com/office/drawing/2014/main" id="{8B5742DE-8AB6-FF46-B2CB-15394CEA952B}"/>
                  </a:ext>
                </a:extLst>
              </p:cNvPr>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81" name="Group 960">
                <a:extLst>
                  <a:ext uri="{FF2B5EF4-FFF2-40B4-BE49-F238E27FC236}">
                    <a16:creationId xmlns:a16="http://schemas.microsoft.com/office/drawing/2014/main" id="{CB198750-F812-314C-B037-7CB761A825CD}"/>
                  </a:ext>
                </a:extLst>
              </p:cNvPr>
              <p:cNvGrpSpPr>
                <a:grpSpLocks/>
              </p:cNvGrpSpPr>
              <p:nvPr/>
            </p:nvGrpSpPr>
            <p:grpSpPr bwMode="auto">
              <a:xfrm>
                <a:off x="4747" y="994"/>
                <a:ext cx="581" cy="134"/>
                <a:chOff x="614" y="2568"/>
                <a:chExt cx="725" cy="139"/>
              </a:xfrm>
            </p:grpSpPr>
            <p:sp>
              <p:nvSpPr>
                <p:cNvPr id="202" name="AutoShape 961">
                  <a:extLst>
                    <a:ext uri="{FF2B5EF4-FFF2-40B4-BE49-F238E27FC236}">
                      <a16:creationId xmlns:a16="http://schemas.microsoft.com/office/drawing/2014/main" id="{9A3CDB15-9708-D54E-AE51-5DCBE214327E}"/>
                    </a:ext>
                  </a:extLst>
                </p:cNvPr>
                <p:cNvSpPr>
                  <a:spLocks noChangeArrowheads="1"/>
                </p:cNvSpPr>
                <p:nvPr/>
              </p:nvSpPr>
              <p:spPr bwMode="auto">
                <a:xfrm>
                  <a:off x="615" y="2564"/>
                  <a:ext cx="721" cy="139"/>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3" name="AutoShape 962">
                  <a:extLst>
                    <a:ext uri="{FF2B5EF4-FFF2-40B4-BE49-F238E27FC236}">
                      <a16:creationId xmlns:a16="http://schemas.microsoft.com/office/drawing/2014/main" id="{1B614F73-328E-9B46-8372-C05FD228D8E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182" name="Rectangle 963">
                <a:extLst>
                  <a:ext uri="{FF2B5EF4-FFF2-40B4-BE49-F238E27FC236}">
                    <a16:creationId xmlns:a16="http://schemas.microsoft.com/office/drawing/2014/main" id="{C7864970-6BAA-E749-8CC8-880FD65284A3}"/>
                  </a:ext>
                </a:extLst>
              </p:cNvPr>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3" name="Rectangle 964">
                <a:extLst>
                  <a:ext uri="{FF2B5EF4-FFF2-40B4-BE49-F238E27FC236}">
                    <a16:creationId xmlns:a16="http://schemas.microsoft.com/office/drawing/2014/main" id="{C314F0FD-DD34-D049-9E08-214DAC6B2B54}"/>
                  </a:ext>
                </a:extLst>
              </p:cNvPr>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84" name="Group 965">
                <a:extLst>
                  <a:ext uri="{FF2B5EF4-FFF2-40B4-BE49-F238E27FC236}">
                    <a16:creationId xmlns:a16="http://schemas.microsoft.com/office/drawing/2014/main" id="{57C2B453-F0FA-3047-A392-73DDDAC42793}"/>
                  </a:ext>
                </a:extLst>
              </p:cNvPr>
              <p:cNvGrpSpPr>
                <a:grpSpLocks/>
              </p:cNvGrpSpPr>
              <p:nvPr/>
            </p:nvGrpSpPr>
            <p:grpSpPr bwMode="auto">
              <a:xfrm>
                <a:off x="4735" y="1627"/>
                <a:ext cx="582" cy="151"/>
                <a:chOff x="614" y="2568"/>
                <a:chExt cx="725" cy="139"/>
              </a:xfrm>
            </p:grpSpPr>
            <p:sp>
              <p:nvSpPr>
                <p:cNvPr id="200" name="AutoShape 966">
                  <a:extLst>
                    <a:ext uri="{FF2B5EF4-FFF2-40B4-BE49-F238E27FC236}">
                      <a16:creationId xmlns:a16="http://schemas.microsoft.com/office/drawing/2014/main" id="{C3F05126-FC6A-734C-AD6D-6E1253A924A8}"/>
                    </a:ext>
                  </a:extLst>
                </p:cNvPr>
                <p:cNvSpPr>
                  <a:spLocks noChangeArrowheads="1"/>
                </p:cNvSpPr>
                <p:nvPr/>
              </p:nvSpPr>
              <p:spPr bwMode="auto">
                <a:xfrm>
                  <a:off x="618" y="2586"/>
                  <a:ext cx="720" cy="124"/>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01" name="AutoShape 967">
                  <a:extLst>
                    <a:ext uri="{FF2B5EF4-FFF2-40B4-BE49-F238E27FC236}">
                      <a16:creationId xmlns:a16="http://schemas.microsoft.com/office/drawing/2014/main" id="{B3C3A5F4-977D-F84A-80F3-B37CF27DE52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185" name="Freeform 968">
                <a:extLst>
                  <a:ext uri="{FF2B5EF4-FFF2-40B4-BE49-F238E27FC236}">
                    <a16:creationId xmlns:a16="http://schemas.microsoft.com/office/drawing/2014/main" id="{43A2C07E-B17C-F445-8DBC-DDABEBD29F4A}"/>
                  </a:ext>
                </a:extLst>
              </p:cNvPr>
              <p:cNvSpPr>
                <a:spLocks/>
              </p:cNvSpPr>
              <p:nvPr/>
            </p:nvSpPr>
            <p:spPr bwMode="auto">
              <a:xfrm>
                <a:off x="5288" y="1354"/>
                <a:ext cx="263" cy="188"/>
              </a:xfrm>
              <a:custGeom>
                <a:avLst/>
                <a:gdLst>
                  <a:gd name="T0" fmla="*/ 2 w 328"/>
                  <a:gd name="T1" fmla="*/ 0 h 226"/>
                  <a:gd name="T2" fmla="*/ 29 w 328"/>
                  <a:gd name="T3" fmla="*/ 17 h 226"/>
                  <a:gd name="T4" fmla="*/ 29 w 328"/>
                  <a:gd name="T5" fmla="*/ 30 h 226"/>
                  <a:gd name="T6" fmla="*/ 0 w 328"/>
                  <a:gd name="T7" fmla="*/ 1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86" name="Group 969">
                <a:extLst>
                  <a:ext uri="{FF2B5EF4-FFF2-40B4-BE49-F238E27FC236}">
                    <a16:creationId xmlns:a16="http://schemas.microsoft.com/office/drawing/2014/main" id="{25DE9E61-3604-6F41-9F89-0E868DFA9075}"/>
                  </a:ext>
                </a:extLst>
              </p:cNvPr>
              <p:cNvGrpSpPr>
                <a:grpSpLocks/>
              </p:cNvGrpSpPr>
              <p:nvPr/>
            </p:nvGrpSpPr>
            <p:grpSpPr bwMode="auto">
              <a:xfrm>
                <a:off x="4739" y="1327"/>
                <a:ext cx="582" cy="139"/>
                <a:chOff x="614" y="2568"/>
                <a:chExt cx="725" cy="139"/>
              </a:xfrm>
            </p:grpSpPr>
            <p:sp>
              <p:nvSpPr>
                <p:cNvPr id="198" name="AutoShape 970">
                  <a:extLst>
                    <a:ext uri="{FF2B5EF4-FFF2-40B4-BE49-F238E27FC236}">
                      <a16:creationId xmlns:a16="http://schemas.microsoft.com/office/drawing/2014/main" id="{A3413F55-A30D-AC41-9350-CF1AD0C40A2A}"/>
                    </a:ext>
                  </a:extLst>
                </p:cNvPr>
                <p:cNvSpPr>
                  <a:spLocks noChangeArrowheads="1"/>
                </p:cNvSpPr>
                <p:nvPr/>
              </p:nvSpPr>
              <p:spPr bwMode="auto">
                <a:xfrm>
                  <a:off x="613" y="2571"/>
                  <a:ext cx="732" cy="134"/>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99" name="AutoShape 971">
                  <a:extLst>
                    <a:ext uri="{FF2B5EF4-FFF2-40B4-BE49-F238E27FC236}">
                      <a16:creationId xmlns:a16="http://schemas.microsoft.com/office/drawing/2014/main" id="{B28D2635-07A0-7D49-B7EE-CBF050FB62AE}"/>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187" name="Rectangle 972">
                <a:extLst>
                  <a:ext uri="{FF2B5EF4-FFF2-40B4-BE49-F238E27FC236}">
                    <a16:creationId xmlns:a16="http://schemas.microsoft.com/office/drawing/2014/main" id="{10DF400F-0ACE-DB49-842A-73AB186E86E2}"/>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8" name="Freeform 973">
                <a:extLst>
                  <a:ext uri="{FF2B5EF4-FFF2-40B4-BE49-F238E27FC236}">
                    <a16:creationId xmlns:a16="http://schemas.microsoft.com/office/drawing/2014/main" id="{5EC94EAA-0027-F54D-9ED6-6198AA076A99}"/>
                  </a:ext>
                </a:extLst>
              </p:cNvPr>
              <p:cNvSpPr>
                <a:spLocks/>
              </p:cNvSpPr>
              <p:nvPr/>
            </p:nvSpPr>
            <p:spPr bwMode="auto">
              <a:xfrm>
                <a:off x="5312" y="1007"/>
                <a:ext cx="237" cy="213"/>
              </a:xfrm>
              <a:custGeom>
                <a:avLst/>
                <a:gdLst>
                  <a:gd name="T0" fmla="*/ 2 w 296"/>
                  <a:gd name="T1" fmla="*/ 0 h 256"/>
                  <a:gd name="T2" fmla="*/ 26 w 296"/>
                  <a:gd name="T3" fmla="*/ 18 h 256"/>
                  <a:gd name="T4" fmla="*/ 26 w 296"/>
                  <a:gd name="T5" fmla="*/ 34 h 256"/>
                  <a:gd name="T6" fmla="*/ 0 w 296"/>
                  <a:gd name="T7" fmla="*/ 1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9" name="Freeform 974">
                <a:extLst>
                  <a:ext uri="{FF2B5EF4-FFF2-40B4-BE49-F238E27FC236}">
                    <a16:creationId xmlns:a16="http://schemas.microsoft.com/office/drawing/2014/main" id="{003F7FD5-07C0-FB4E-8CB0-734592819FD5}"/>
                  </a:ext>
                </a:extLst>
              </p:cNvPr>
              <p:cNvSpPr>
                <a:spLocks/>
              </p:cNvSpPr>
              <p:nvPr/>
            </p:nvSpPr>
            <p:spPr bwMode="auto">
              <a:xfrm>
                <a:off x="5315" y="680"/>
                <a:ext cx="244" cy="240"/>
              </a:xfrm>
              <a:custGeom>
                <a:avLst/>
                <a:gdLst>
                  <a:gd name="T0" fmla="*/ 0 w 304"/>
                  <a:gd name="T1" fmla="*/ 0 h 288"/>
                  <a:gd name="T2" fmla="*/ 27 w 304"/>
                  <a:gd name="T3" fmla="*/ 23 h 288"/>
                  <a:gd name="T4" fmla="*/ 25 w 304"/>
                  <a:gd name="T5" fmla="*/ 39 h 288"/>
                  <a:gd name="T6" fmla="*/ 2 w 304"/>
                  <a:gd name="T7" fmla="*/ 1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90" name="Oval 975">
                <a:extLst>
                  <a:ext uri="{FF2B5EF4-FFF2-40B4-BE49-F238E27FC236}">
                    <a16:creationId xmlns:a16="http://schemas.microsoft.com/office/drawing/2014/main" id="{1B9B91C9-7D7A-D340-B15B-E033A6AFE958}"/>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91" name="Freeform 976">
                <a:extLst>
                  <a:ext uri="{FF2B5EF4-FFF2-40B4-BE49-F238E27FC236}">
                    <a16:creationId xmlns:a16="http://schemas.microsoft.com/office/drawing/2014/main" id="{987C363B-CD17-8347-A056-CAD2A8B0CF5A}"/>
                  </a:ext>
                </a:extLst>
              </p:cNvPr>
              <p:cNvSpPr>
                <a:spLocks/>
              </p:cNvSpPr>
              <p:nvPr/>
            </p:nvSpPr>
            <p:spPr bwMode="auto">
              <a:xfrm>
                <a:off x="5302" y="2614"/>
                <a:ext cx="245" cy="200"/>
              </a:xfrm>
              <a:custGeom>
                <a:avLst/>
                <a:gdLst>
                  <a:gd name="T0" fmla="*/ 0 w 306"/>
                  <a:gd name="T1" fmla="*/ 15 h 240"/>
                  <a:gd name="T2" fmla="*/ 2 w 306"/>
                  <a:gd name="T3" fmla="*/ 33 h 240"/>
                  <a:gd name="T4" fmla="*/ 27 w 306"/>
                  <a:gd name="T5" fmla="*/ 15 h 240"/>
                  <a:gd name="T6" fmla="*/ 26 w 306"/>
                  <a:gd name="T7" fmla="*/ 0 h 240"/>
                  <a:gd name="T8" fmla="*/ 0 w 306"/>
                  <a:gd name="T9" fmla="*/ 1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92" name="AutoShape 977">
                <a:extLst>
                  <a:ext uri="{FF2B5EF4-FFF2-40B4-BE49-F238E27FC236}">
                    <a16:creationId xmlns:a16="http://schemas.microsoft.com/office/drawing/2014/main" id="{28BE7A7C-DB8F-3241-9B21-709E16D76750}"/>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93" name="AutoShape 978">
                <a:extLst>
                  <a:ext uri="{FF2B5EF4-FFF2-40B4-BE49-F238E27FC236}">
                    <a16:creationId xmlns:a16="http://schemas.microsoft.com/office/drawing/2014/main" id="{D496DCB1-EFB0-FD44-9DBE-23B1B1A1D46A}"/>
                  </a:ext>
                </a:extLst>
              </p:cNvPr>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94" name="Oval 979">
                <a:extLst>
                  <a:ext uri="{FF2B5EF4-FFF2-40B4-BE49-F238E27FC236}">
                    <a16:creationId xmlns:a16="http://schemas.microsoft.com/office/drawing/2014/main" id="{0F4C12C7-2098-0740-868B-6A9FC2AD88AA}"/>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95" name="Oval 980">
                <a:extLst>
                  <a:ext uri="{FF2B5EF4-FFF2-40B4-BE49-F238E27FC236}">
                    <a16:creationId xmlns:a16="http://schemas.microsoft.com/office/drawing/2014/main" id="{80492F51-F7D5-D743-A620-557FFF4FFADC}"/>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endParaRPr>
              </a:p>
            </p:txBody>
          </p:sp>
          <p:sp>
            <p:nvSpPr>
              <p:cNvPr id="196" name="Oval 981">
                <a:extLst>
                  <a:ext uri="{FF2B5EF4-FFF2-40B4-BE49-F238E27FC236}">
                    <a16:creationId xmlns:a16="http://schemas.microsoft.com/office/drawing/2014/main" id="{6979A032-F4F5-384B-8E44-130565B7CA53}"/>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97" name="Rectangle 982">
                <a:extLst>
                  <a:ext uri="{FF2B5EF4-FFF2-40B4-BE49-F238E27FC236}">
                    <a16:creationId xmlns:a16="http://schemas.microsoft.com/office/drawing/2014/main" id="{46FB30CB-D1BF-2C4E-B9AE-7B4A293A0960}"/>
                  </a:ext>
                </a:extLst>
              </p:cNvPr>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pic>
          <p:nvPicPr>
            <p:cNvPr id="130" name="Picture 4">
              <a:extLst>
                <a:ext uri="{FF2B5EF4-FFF2-40B4-BE49-F238E27FC236}">
                  <a16:creationId xmlns:a16="http://schemas.microsoft.com/office/drawing/2014/main" id="{1881A099-3B50-ED48-93A5-C6CAB9F1812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291361" y="2246085"/>
              <a:ext cx="1629624" cy="4313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1" name="TextBox 130">
              <a:extLst>
                <a:ext uri="{FF2B5EF4-FFF2-40B4-BE49-F238E27FC236}">
                  <a16:creationId xmlns:a16="http://schemas.microsoft.com/office/drawing/2014/main" id="{D1F5F539-0080-624A-B682-A35FA596187E}"/>
                </a:ext>
              </a:extLst>
            </p:cNvPr>
            <p:cNvSpPr txBox="1"/>
            <p:nvPr/>
          </p:nvSpPr>
          <p:spPr>
            <a:xfrm>
              <a:off x="7757772" y="1446146"/>
              <a:ext cx="3222357" cy="523220"/>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800" b="0" i="0" u="none" strike="noStrike" kern="0" cap="none" spc="0" normalizeH="0" baseline="0" noProof="0">
                  <a:ln>
                    <a:noFill/>
                  </a:ln>
                  <a:solidFill>
                    <a:srgbClr val="0000A8"/>
                  </a:solidFill>
                  <a:effectLst/>
                  <a:uLnTx/>
                  <a:uFillTx/>
                  <a:ea typeface="ＭＳ Ｐゴシック" charset="0"/>
                </a:rPr>
                <a:t>OpenFlow Controller</a:t>
              </a:r>
            </a:p>
          </p:txBody>
        </p:sp>
        <p:sp>
          <p:nvSpPr>
            <p:cNvPr id="132" name="Freeform 3">
              <a:extLst>
                <a:ext uri="{FF2B5EF4-FFF2-40B4-BE49-F238E27FC236}">
                  <a16:creationId xmlns:a16="http://schemas.microsoft.com/office/drawing/2014/main" id="{B6C19C6C-8BE5-EF4F-B46F-A4BCBA072715}"/>
                </a:ext>
              </a:extLst>
            </p:cNvPr>
            <p:cNvSpPr>
              <a:spLocks/>
            </p:cNvSpPr>
            <p:nvPr/>
          </p:nvSpPr>
          <p:spPr bwMode="auto">
            <a:xfrm>
              <a:off x="7686822" y="3573747"/>
              <a:ext cx="3616623" cy="1604572"/>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 name="connsiteX0" fmla="*/ 0 w 9831"/>
                <a:gd name="connsiteY0" fmla="*/ 4265 h 9728"/>
                <a:gd name="connsiteX1" fmla="*/ 973 w 9831"/>
                <a:gd name="connsiteY1" fmla="*/ 2114 h 9728"/>
                <a:gd name="connsiteX2" fmla="*/ 2351 w 9831"/>
                <a:gd name="connsiteY2" fmla="*/ 84 h 9728"/>
                <a:gd name="connsiteX3" fmla="*/ 6893 w 9831"/>
                <a:gd name="connsiteY3" fmla="*/ 624 h 9728"/>
                <a:gd name="connsiteX4" fmla="*/ 8909 w 9831"/>
                <a:gd name="connsiteY4" fmla="*/ 2780 h 9728"/>
                <a:gd name="connsiteX5" fmla="*/ 9773 w 9831"/>
                <a:gd name="connsiteY5" fmla="*/ 6266 h 9728"/>
                <a:gd name="connsiteX6" fmla="*/ 7373 w 9831"/>
                <a:gd name="connsiteY6" fmla="*/ 9162 h 9728"/>
                <a:gd name="connsiteX7" fmla="*/ 4413 w 9831"/>
                <a:gd name="connsiteY7" fmla="*/ 9673 h 9728"/>
                <a:gd name="connsiteX8" fmla="*/ 2067 w 9831"/>
                <a:gd name="connsiteY8" fmla="*/ 9460 h 9728"/>
                <a:gd name="connsiteX9" fmla="*/ 453 w 9831"/>
                <a:gd name="connsiteY9" fmla="*/ 7416 h 9728"/>
                <a:gd name="connsiteX10" fmla="*/ 0 w 9831"/>
                <a:gd name="connsiteY10" fmla="*/ 4265 h 9728"/>
                <a:gd name="connsiteX0" fmla="*/ 0 w 10003"/>
                <a:gd name="connsiteY0" fmla="*/ 4299 h 9915"/>
                <a:gd name="connsiteX1" fmla="*/ 990 w 10003"/>
                <a:gd name="connsiteY1" fmla="*/ 2088 h 9915"/>
                <a:gd name="connsiteX2" fmla="*/ 2391 w 10003"/>
                <a:gd name="connsiteY2" fmla="*/ 1 h 9915"/>
                <a:gd name="connsiteX3" fmla="*/ 6715 w 10003"/>
                <a:gd name="connsiteY3" fmla="*/ 1965 h 9915"/>
                <a:gd name="connsiteX4" fmla="*/ 9062 w 10003"/>
                <a:gd name="connsiteY4" fmla="*/ 2773 h 9915"/>
                <a:gd name="connsiteX5" fmla="*/ 9941 w 10003"/>
                <a:gd name="connsiteY5" fmla="*/ 6356 h 9915"/>
                <a:gd name="connsiteX6" fmla="*/ 7500 w 10003"/>
                <a:gd name="connsiteY6" fmla="*/ 9333 h 9915"/>
                <a:gd name="connsiteX7" fmla="*/ 4489 w 10003"/>
                <a:gd name="connsiteY7" fmla="*/ 9858 h 9915"/>
                <a:gd name="connsiteX8" fmla="*/ 2103 w 10003"/>
                <a:gd name="connsiteY8" fmla="*/ 9640 h 9915"/>
                <a:gd name="connsiteX9" fmla="*/ 461 w 10003"/>
                <a:gd name="connsiteY9" fmla="*/ 7538 h 9915"/>
                <a:gd name="connsiteX10" fmla="*/ 0 w 10003"/>
                <a:gd name="connsiteY10" fmla="*/ 4299 h 9915"/>
                <a:gd name="connsiteX0" fmla="*/ 0 w 10000"/>
                <a:gd name="connsiteY0" fmla="*/ 4336 h 10000"/>
                <a:gd name="connsiteX1" fmla="*/ 990 w 10000"/>
                <a:gd name="connsiteY1" fmla="*/ 2106 h 10000"/>
                <a:gd name="connsiteX2" fmla="*/ 2390 w 10000"/>
                <a:gd name="connsiteY2" fmla="*/ 1 h 10000"/>
                <a:gd name="connsiteX3" fmla="*/ 6713 w 10000"/>
                <a:gd name="connsiteY3" fmla="*/ 1982 h 10000"/>
                <a:gd name="connsiteX4" fmla="*/ 9059 w 10000"/>
                <a:gd name="connsiteY4" fmla="*/ 2797 h 10000"/>
                <a:gd name="connsiteX5" fmla="*/ 9938 w 10000"/>
                <a:gd name="connsiteY5" fmla="*/ 6410 h 10000"/>
                <a:gd name="connsiteX6" fmla="*/ 7498 w 10000"/>
                <a:gd name="connsiteY6" fmla="*/ 9413 h 10000"/>
                <a:gd name="connsiteX7" fmla="*/ 4488 w 10000"/>
                <a:gd name="connsiteY7" fmla="*/ 9943 h 10000"/>
                <a:gd name="connsiteX8" fmla="*/ 2102 w 10000"/>
                <a:gd name="connsiteY8" fmla="*/ 9723 h 10000"/>
                <a:gd name="connsiteX9" fmla="*/ 461 w 10000"/>
                <a:gd name="connsiteY9" fmla="*/ 7603 h 10000"/>
                <a:gd name="connsiteX10" fmla="*/ 0 w 10000"/>
                <a:gd name="connsiteY10" fmla="*/ 4336 h 10000"/>
                <a:gd name="connsiteX0" fmla="*/ 0 w 10000"/>
                <a:gd name="connsiteY0" fmla="*/ 4336 h 10000"/>
                <a:gd name="connsiteX1" fmla="*/ 990 w 10000"/>
                <a:gd name="connsiteY1" fmla="*/ 2106 h 10000"/>
                <a:gd name="connsiteX2" fmla="*/ 2390 w 10000"/>
                <a:gd name="connsiteY2" fmla="*/ 1 h 10000"/>
                <a:gd name="connsiteX3" fmla="*/ 6713 w 10000"/>
                <a:gd name="connsiteY3" fmla="*/ 1982 h 10000"/>
                <a:gd name="connsiteX4" fmla="*/ 9059 w 10000"/>
                <a:gd name="connsiteY4" fmla="*/ 2797 h 10000"/>
                <a:gd name="connsiteX5" fmla="*/ 9938 w 10000"/>
                <a:gd name="connsiteY5" fmla="*/ 6410 h 10000"/>
                <a:gd name="connsiteX6" fmla="*/ 7498 w 10000"/>
                <a:gd name="connsiteY6" fmla="*/ 9413 h 10000"/>
                <a:gd name="connsiteX7" fmla="*/ 4488 w 10000"/>
                <a:gd name="connsiteY7" fmla="*/ 9943 h 10000"/>
                <a:gd name="connsiteX8" fmla="*/ 2102 w 10000"/>
                <a:gd name="connsiteY8" fmla="*/ 9723 h 10000"/>
                <a:gd name="connsiteX9" fmla="*/ 461 w 10000"/>
                <a:gd name="connsiteY9" fmla="*/ 7603 h 10000"/>
                <a:gd name="connsiteX10" fmla="*/ 0 w 10000"/>
                <a:gd name="connsiteY10" fmla="*/ 4336 h 10000"/>
                <a:gd name="connsiteX0" fmla="*/ 0 w 10000"/>
                <a:gd name="connsiteY0" fmla="*/ 4002 h 9666"/>
                <a:gd name="connsiteX1" fmla="*/ 990 w 10000"/>
                <a:gd name="connsiteY1" fmla="*/ 1772 h 9666"/>
                <a:gd name="connsiteX2" fmla="*/ 3804 w 10000"/>
                <a:gd name="connsiteY2" fmla="*/ 1 h 9666"/>
                <a:gd name="connsiteX3" fmla="*/ 6713 w 10000"/>
                <a:gd name="connsiteY3" fmla="*/ 1648 h 9666"/>
                <a:gd name="connsiteX4" fmla="*/ 9059 w 10000"/>
                <a:gd name="connsiteY4" fmla="*/ 2463 h 9666"/>
                <a:gd name="connsiteX5" fmla="*/ 9938 w 10000"/>
                <a:gd name="connsiteY5" fmla="*/ 6076 h 9666"/>
                <a:gd name="connsiteX6" fmla="*/ 7498 w 10000"/>
                <a:gd name="connsiteY6" fmla="*/ 9079 h 9666"/>
                <a:gd name="connsiteX7" fmla="*/ 4488 w 10000"/>
                <a:gd name="connsiteY7" fmla="*/ 9609 h 9666"/>
                <a:gd name="connsiteX8" fmla="*/ 2102 w 10000"/>
                <a:gd name="connsiteY8" fmla="*/ 9389 h 9666"/>
                <a:gd name="connsiteX9" fmla="*/ 461 w 10000"/>
                <a:gd name="connsiteY9" fmla="*/ 7269 h 9666"/>
                <a:gd name="connsiteX10" fmla="*/ 0 w 10000"/>
                <a:gd name="connsiteY10" fmla="*/ 4002 h 9666"/>
                <a:gd name="connsiteX0" fmla="*/ 103 w 9643"/>
                <a:gd name="connsiteY0" fmla="*/ 4486 h 10000"/>
                <a:gd name="connsiteX1" fmla="*/ 633 w 9643"/>
                <a:gd name="connsiteY1" fmla="*/ 1833 h 10000"/>
                <a:gd name="connsiteX2" fmla="*/ 3447 w 9643"/>
                <a:gd name="connsiteY2" fmla="*/ 1 h 10000"/>
                <a:gd name="connsiteX3" fmla="*/ 6356 w 9643"/>
                <a:gd name="connsiteY3" fmla="*/ 1705 h 10000"/>
                <a:gd name="connsiteX4" fmla="*/ 8702 w 9643"/>
                <a:gd name="connsiteY4" fmla="*/ 2548 h 10000"/>
                <a:gd name="connsiteX5" fmla="*/ 9581 w 9643"/>
                <a:gd name="connsiteY5" fmla="*/ 6286 h 10000"/>
                <a:gd name="connsiteX6" fmla="*/ 7141 w 9643"/>
                <a:gd name="connsiteY6" fmla="*/ 9393 h 10000"/>
                <a:gd name="connsiteX7" fmla="*/ 4131 w 9643"/>
                <a:gd name="connsiteY7" fmla="*/ 9941 h 10000"/>
                <a:gd name="connsiteX8" fmla="*/ 1745 w 9643"/>
                <a:gd name="connsiteY8" fmla="*/ 9713 h 10000"/>
                <a:gd name="connsiteX9" fmla="*/ 104 w 9643"/>
                <a:gd name="connsiteY9" fmla="*/ 7520 h 10000"/>
                <a:gd name="connsiteX10" fmla="*/ 103 w 9643"/>
                <a:gd name="connsiteY10" fmla="*/ 4486 h 10000"/>
                <a:gd name="connsiteX0" fmla="*/ 107 w 10000"/>
                <a:gd name="connsiteY0" fmla="*/ 4486 h 10000"/>
                <a:gd name="connsiteX1" fmla="*/ 1304 w 10000"/>
                <a:gd name="connsiteY1" fmla="*/ 2006 h 10000"/>
                <a:gd name="connsiteX2" fmla="*/ 3575 w 10000"/>
                <a:gd name="connsiteY2" fmla="*/ 1 h 10000"/>
                <a:gd name="connsiteX3" fmla="*/ 6591 w 10000"/>
                <a:gd name="connsiteY3" fmla="*/ 1705 h 10000"/>
                <a:gd name="connsiteX4" fmla="*/ 9024 w 10000"/>
                <a:gd name="connsiteY4" fmla="*/ 2548 h 10000"/>
                <a:gd name="connsiteX5" fmla="*/ 9936 w 10000"/>
                <a:gd name="connsiteY5" fmla="*/ 6286 h 10000"/>
                <a:gd name="connsiteX6" fmla="*/ 7405 w 10000"/>
                <a:gd name="connsiteY6" fmla="*/ 9393 h 10000"/>
                <a:gd name="connsiteX7" fmla="*/ 4284 w 10000"/>
                <a:gd name="connsiteY7" fmla="*/ 9941 h 10000"/>
                <a:gd name="connsiteX8" fmla="*/ 1810 w 10000"/>
                <a:gd name="connsiteY8" fmla="*/ 9713 h 10000"/>
                <a:gd name="connsiteX9" fmla="*/ 108 w 10000"/>
                <a:gd name="connsiteY9" fmla="*/ 7520 h 10000"/>
                <a:gd name="connsiteX10" fmla="*/ 107 w 10000"/>
                <a:gd name="connsiteY10" fmla="*/ 4486 h 10000"/>
                <a:gd name="connsiteX0" fmla="*/ 0 w 9893"/>
                <a:gd name="connsiteY0" fmla="*/ 4486 h 10000"/>
                <a:gd name="connsiteX1" fmla="*/ 1197 w 9893"/>
                <a:gd name="connsiteY1" fmla="*/ 2006 h 10000"/>
                <a:gd name="connsiteX2" fmla="*/ 3468 w 9893"/>
                <a:gd name="connsiteY2" fmla="*/ 1 h 10000"/>
                <a:gd name="connsiteX3" fmla="*/ 6484 w 9893"/>
                <a:gd name="connsiteY3" fmla="*/ 1705 h 10000"/>
                <a:gd name="connsiteX4" fmla="*/ 8917 w 9893"/>
                <a:gd name="connsiteY4" fmla="*/ 2548 h 10000"/>
                <a:gd name="connsiteX5" fmla="*/ 9829 w 9893"/>
                <a:gd name="connsiteY5" fmla="*/ 6286 h 10000"/>
                <a:gd name="connsiteX6" fmla="*/ 7298 w 9893"/>
                <a:gd name="connsiteY6" fmla="*/ 9393 h 10000"/>
                <a:gd name="connsiteX7" fmla="*/ 4177 w 9893"/>
                <a:gd name="connsiteY7" fmla="*/ 9941 h 10000"/>
                <a:gd name="connsiteX8" fmla="*/ 1703 w 9893"/>
                <a:gd name="connsiteY8" fmla="*/ 9713 h 10000"/>
                <a:gd name="connsiteX9" fmla="*/ 645 w 9893"/>
                <a:gd name="connsiteY9" fmla="*/ 7520 h 10000"/>
                <a:gd name="connsiteX10" fmla="*/ 0 w 9893"/>
                <a:gd name="connsiteY10" fmla="*/ 4486 h 10000"/>
                <a:gd name="connsiteX0" fmla="*/ 0 w 10000"/>
                <a:gd name="connsiteY0" fmla="*/ 4486 h 10041"/>
                <a:gd name="connsiteX1" fmla="*/ 1210 w 10000"/>
                <a:gd name="connsiteY1" fmla="*/ 2006 h 10041"/>
                <a:gd name="connsiteX2" fmla="*/ 3506 w 10000"/>
                <a:gd name="connsiteY2" fmla="*/ 1 h 10041"/>
                <a:gd name="connsiteX3" fmla="*/ 6554 w 10000"/>
                <a:gd name="connsiteY3" fmla="*/ 1705 h 10041"/>
                <a:gd name="connsiteX4" fmla="*/ 9013 w 10000"/>
                <a:gd name="connsiteY4" fmla="*/ 2548 h 10041"/>
                <a:gd name="connsiteX5" fmla="*/ 9935 w 10000"/>
                <a:gd name="connsiteY5" fmla="*/ 6286 h 10041"/>
                <a:gd name="connsiteX6" fmla="*/ 7377 w 10000"/>
                <a:gd name="connsiteY6" fmla="*/ 9393 h 10041"/>
                <a:gd name="connsiteX7" fmla="*/ 4222 w 10000"/>
                <a:gd name="connsiteY7" fmla="*/ 9941 h 10041"/>
                <a:gd name="connsiteX8" fmla="*/ 1951 w 10000"/>
                <a:gd name="connsiteY8" fmla="*/ 7983 h 10041"/>
                <a:gd name="connsiteX9" fmla="*/ 652 w 10000"/>
                <a:gd name="connsiteY9" fmla="*/ 7520 h 10041"/>
                <a:gd name="connsiteX10" fmla="*/ 0 w 10000"/>
                <a:gd name="connsiteY10" fmla="*/ 4486 h 10041"/>
                <a:gd name="connsiteX0" fmla="*/ 0 w 10000"/>
                <a:gd name="connsiteY0" fmla="*/ 4486 h 10041"/>
                <a:gd name="connsiteX1" fmla="*/ 1210 w 10000"/>
                <a:gd name="connsiteY1" fmla="*/ 2006 h 10041"/>
                <a:gd name="connsiteX2" fmla="*/ 3506 w 10000"/>
                <a:gd name="connsiteY2" fmla="*/ 1 h 10041"/>
                <a:gd name="connsiteX3" fmla="*/ 6554 w 10000"/>
                <a:gd name="connsiteY3" fmla="*/ 1705 h 10041"/>
                <a:gd name="connsiteX4" fmla="*/ 9013 w 10000"/>
                <a:gd name="connsiteY4" fmla="*/ 2548 h 10041"/>
                <a:gd name="connsiteX5" fmla="*/ 9935 w 10000"/>
                <a:gd name="connsiteY5" fmla="*/ 6286 h 10041"/>
                <a:gd name="connsiteX6" fmla="*/ 7377 w 10000"/>
                <a:gd name="connsiteY6" fmla="*/ 9393 h 10041"/>
                <a:gd name="connsiteX7" fmla="*/ 4222 w 10000"/>
                <a:gd name="connsiteY7" fmla="*/ 9941 h 10041"/>
                <a:gd name="connsiteX8" fmla="*/ 1951 w 10000"/>
                <a:gd name="connsiteY8" fmla="*/ 7983 h 10041"/>
                <a:gd name="connsiteX9" fmla="*/ 652 w 10000"/>
                <a:gd name="connsiteY9" fmla="*/ 7520 h 10041"/>
                <a:gd name="connsiteX10" fmla="*/ 0 w 10000"/>
                <a:gd name="connsiteY10" fmla="*/ 4486 h 10041"/>
                <a:gd name="connsiteX0" fmla="*/ 0 w 10000"/>
                <a:gd name="connsiteY0" fmla="*/ 4486 h 10041"/>
                <a:gd name="connsiteX1" fmla="*/ 1210 w 10000"/>
                <a:gd name="connsiteY1" fmla="*/ 2006 h 10041"/>
                <a:gd name="connsiteX2" fmla="*/ 3506 w 10000"/>
                <a:gd name="connsiteY2" fmla="*/ 1 h 10041"/>
                <a:gd name="connsiteX3" fmla="*/ 6554 w 10000"/>
                <a:gd name="connsiteY3" fmla="*/ 1705 h 10041"/>
                <a:gd name="connsiteX4" fmla="*/ 9013 w 10000"/>
                <a:gd name="connsiteY4" fmla="*/ 2548 h 10041"/>
                <a:gd name="connsiteX5" fmla="*/ 9935 w 10000"/>
                <a:gd name="connsiteY5" fmla="*/ 6286 h 10041"/>
                <a:gd name="connsiteX6" fmla="*/ 7377 w 10000"/>
                <a:gd name="connsiteY6" fmla="*/ 9393 h 10041"/>
                <a:gd name="connsiteX7" fmla="*/ 4222 w 10000"/>
                <a:gd name="connsiteY7" fmla="*/ 9941 h 10041"/>
                <a:gd name="connsiteX8" fmla="*/ 1951 w 10000"/>
                <a:gd name="connsiteY8" fmla="*/ 7983 h 10041"/>
                <a:gd name="connsiteX9" fmla="*/ 652 w 10000"/>
                <a:gd name="connsiteY9" fmla="*/ 7520 h 10041"/>
                <a:gd name="connsiteX10" fmla="*/ 0 w 10000"/>
                <a:gd name="connsiteY10" fmla="*/ 4486 h 10041"/>
                <a:gd name="connsiteX0" fmla="*/ 0 w 10000"/>
                <a:gd name="connsiteY0" fmla="*/ 4486 h 10041"/>
                <a:gd name="connsiteX1" fmla="*/ 1210 w 10000"/>
                <a:gd name="connsiteY1" fmla="*/ 2006 h 10041"/>
                <a:gd name="connsiteX2" fmla="*/ 3506 w 10000"/>
                <a:gd name="connsiteY2" fmla="*/ 1 h 10041"/>
                <a:gd name="connsiteX3" fmla="*/ 6554 w 10000"/>
                <a:gd name="connsiteY3" fmla="*/ 1705 h 10041"/>
                <a:gd name="connsiteX4" fmla="*/ 9013 w 10000"/>
                <a:gd name="connsiteY4" fmla="*/ 2548 h 10041"/>
                <a:gd name="connsiteX5" fmla="*/ 9935 w 10000"/>
                <a:gd name="connsiteY5" fmla="*/ 6286 h 10041"/>
                <a:gd name="connsiteX6" fmla="*/ 7377 w 10000"/>
                <a:gd name="connsiteY6" fmla="*/ 9393 h 10041"/>
                <a:gd name="connsiteX7" fmla="*/ 4222 w 10000"/>
                <a:gd name="connsiteY7" fmla="*/ 9941 h 10041"/>
                <a:gd name="connsiteX8" fmla="*/ 1951 w 10000"/>
                <a:gd name="connsiteY8" fmla="*/ 7983 h 10041"/>
                <a:gd name="connsiteX9" fmla="*/ 652 w 10000"/>
                <a:gd name="connsiteY9" fmla="*/ 7520 h 10041"/>
                <a:gd name="connsiteX10" fmla="*/ 0 w 10000"/>
                <a:gd name="connsiteY10" fmla="*/ 4486 h 10041"/>
                <a:gd name="connsiteX0" fmla="*/ 0 w 10000"/>
                <a:gd name="connsiteY0" fmla="*/ 4486 h 10016"/>
                <a:gd name="connsiteX1" fmla="*/ 1210 w 10000"/>
                <a:gd name="connsiteY1" fmla="*/ 2006 h 10016"/>
                <a:gd name="connsiteX2" fmla="*/ 3506 w 10000"/>
                <a:gd name="connsiteY2" fmla="*/ 1 h 10016"/>
                <a:gd name="connsiteX3" fmla="*/ 6554 w 10000"/>
                <a:gd name="connsiteY3" fmla="*/ 1705 h 10016"/>
                <a:gd name="connsiteX4" fmla="*/ 9013 w 10000"/>
                <a:gd name="connsiteY4" fmla="*/ 2548 h 10016"/>
                <a:gd name="connsiteX5" fmla="*/ 9935 w 10000"/>
                <a:gd name="connsiteY5" fmla="*/ 6286 h 10016"/>
                <a:gd name="connsiteX6" fmla="*/ 7377 w 10000"/>
                <a:gd name="connsiteY6" fmla="*/ 9393 h 10016"/>
                <a:gd name="connsiteX7" fmla="*/ 4222 w 10000"/>
                <a:gd name="connsiteY7" fmla="*/ 9941 h 10016"/>
                <a:gd name="connsiteX8" fmla="*/ 2296 w 10000"/>
                <a:gd name="connsiteY8" fmla="*/ 8329 h 10016"/>
                <a:gd name="connsiteX9" fmla="*/ 652 w 10000"/>
                <a:gd name="connsiteY9" fmla="*/ 7520 h 10016"/>
                <a:gd name="connsiteX10" fmla="*/ 0 w 10000"/>
                <a:gd name="connsiteY10" fmla="*/ 4486 h 10016"/>
                <a:gd name="connsiteX0" fmla="*/ 0 w 10000"/>
                <a:gd name="connsiteY0" fmla="*/ 4486 h 10016"/>
                <a:gd name="connsiteX1" fmla="*/ 1210 w 10000"/>
                <a:gd name="connsiteY1" fmla="*/ 2006 h 10016"/>
                <a:gd name="connsiteX2" fmla="*/ 3506 w 10000"/>
                <a:gd name="connsiteY2" fmla="*/ 1 h 10016"/>
                <a:gd name="connsiteX3" fmla="*/ 6554 w 10000"/>
                <a:gd name="connsiteY3" fmla="*/ 1705 h 10016"/>
                <a:gd name="connsiteX4" fmla="*/ 9013 w 10000"/>
                <a:gd name="connsiteY4" fmla="*/ 2548 h 10016"/>
                <a:gd name="connsiteX5" fmla="*/ 9935 w 10000"/>
                <a:gd name="connsiteY5" fmla="*/ 6286 h 10016"/>
                <a:gd name="connsiteX6" fmla="*/ 7377 w 10000"/>
                <a:gd name="connsiteY6" fmla="*/ 9393 h 10016"/>
                <a:gd name="connsiteX7" fmla="*/ 4222 w 10000"/>
                <a:gd name="connsiteY7" fmla="*/ 9941 h 10016"/>
                <a:gd name="connsiteX8" fmla="*/ 2296 w 10000"/>
                <a:gd name="connsiteY8" fmla="*/ 8329 h 10016"/>
                <a:gd name="connsiteX9" fmla="*/ 652 w 10000"/>
                <a:gd name="connsiteY9" fmla="*/ 7520 h 10016"/>
                <a:gd name="connsiteX10" fmla="*/ 0 w 10000"/>
                <a:gd name="connsiteY10" fmla="*/ 4486 h 1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00" h="10016">
                  <a:moveTo>
                    <a:pt x="0" y="4486"/>
                  </a:moveTo>
                  <a:cubicBezTo>
                    <a:pt x="23" y="3587"/>
                    <a:pt x="627" y="2754"/>
                    <a:pt x="1210" y="2006"/>
                  </a:cubicBezTo>
                  <a:cubicBezTo>
                    <a:pt x="1794" y="1258"/>
                    <a:pt x="2615" y="51"/>
                    <a:pt x="3506" y="1"/>
                  </a:cubicBezTo>
                  <a:cubicBezTo>
                    <a:pt x="4396" y="-49"/>
                    <a:pt x="5636" y="1281"/>
                    <a:pt x="6554" y="1705"/>
                  </a:cubicBezTo>
                  <a:cubicBezTo>
                    <a:pt x="7473" y="2129"/>
                    <a:pt x="8449" y="1784"/>
                    <a:pt x="9013" y="2548"/>
                  </a:cubicBezTo>
                  <a:cubicBezTo>
                    <a:pt x="9577" y="3312"/>
                    <a:pt x="10207" y="5145"/>
                    <a:pt x="9935" y="6286"/>
                  </a:cubicBezTo>
                  <a:cubicBezTo>
                    <a:pt x="9662" y="7428"/>
                    <a:pt x="8329" y="8783"/>
                    <a:pt x="7377" y="9393"/>
                  </a:cubicBezTo>
                  <a:cubicBezTo>
                    <a:pt x="6425" y="10002"/>
                    <a:pt x="5069" y="10118"/>
                    <a:pt x="4222" y="9941"/>
                  </a:cubicBezTo>
                  <a:cubicBezTo>
                    <a:pt x="3375" y="9764"/>
                    <a:pt x="2767" y="8820"/>
                    <a:pt x="2296" y="8329"/>
                  </a:cubicBezTo>
                  <a:cubicBezTo>
                    <a:pt x="1825" y="7838"/>
                    <a:pt x="1035" y="8161"/>
                    <a:pt x="652" y="7520"/>
                  </a:cubicBezTo>
                  <a:cubicBezTo>
                    <a:pt x="269" y="6879"/>
                    <a:pt x="99" y="5188"/>
                    <a:pt x="0" y="448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0"/>
              </a:endParaRPr>
            </a:p>
          </p:txBody>
        </p:sp>
        <p:cxnSp>
          <p:nvCxnSpPr>
            <p:cNvPr id="133" name="Straight Connector 132">
              <a:extLst>
                <a:ext uri="{FF2B5EF4-FFF2-40B4-BE49-F238E27FC236}">
                  <a16:creationId xmlns:a16="http://schemas.microsoft.com/office/drawing/2014/main" id="{1631D570-361B-0A4F-97D0-9A6BC12FB245}"/>
                </a:ext>
              </a:extLst>
            </p:cNvPr>
            <p:cNvCxnSpPr/>
            <p:nvPr/>
          </p:nvCxnSpPr>
          <p:spPr>
            <a:xfrm flipV="1">
              <a:off x="7988607" y="3775213"/>
              <a:ext cx="1203228" cy="660205"/>
            </a:xfrm>
            <a:prstGeom prst="line">
              <a:avLst/>
            </a:prstGeom>
            <a:noFill/>
            <a:ln w="25400" cap="flat" cmpd="sng" algn="ctr">
              <a:solidFill>
                <a:srgbClr val="000000"/>
              </a:solidFill>
              <a:prstDash val="solid"/>
            </a:ln>
            <a:effectLst/>
          </p:spPr>
        </p:cxnSp>
        <p:cxnSp>
          <p:nvCxnSpPr>
            <p:cNvPr id="134" name="Straight Connector 133">
              <a:extLst>
                <a:ext uri="{FF2B5EF4-FFF2-40B4-BE49-F238E27FC236}">
                  <a16:creationId xmlns:a16="http://schemas.microsoft.com/office/drawing/2014/main" id="{3CFA908F-632E-CA4F-8984-0B2DE97C4A0F}"/>
                </a:ext>
              </a:extLst>
            </p:cNvPr>
            <p:cNvCxnSpPr/>
            <p:nvPr/>
          </p:nvCxnSpPr>
          <p:spPr>
            <a:xfrm>
              <a:off x="7988607" y="4435418"/>
              <a:ext cx="1203228" cy="517808"/>
            </a:xfrm>
            <a:prstGeom prst="line">
              <a:avLst/>
            </a:prstGeom>
            <a:noFill/>
            <a:ln w="25400" cap="flat" cmpd="sng" algn="ctr">
              <a:solidFill>
                <a:srgbClr val="000000"/>
              </a:solidFill>
              <a:prstDash val="solid"/>
            </a:ln>
            <a:effectLst/>
          </p:spPr>
        </p:cxnSp>
        <p:cxnSp>
          <p:nvCxnSpPr>
            <p:cNvPr id="135" name="Straight Connector 134">
              <a:extLst>
                <a:ext uri="{FF2B5EF4-FFF2-40B4-BE49-F238E27FC236}">
                  <a16:creationId xmlns:a16="http://schemas.microsoft.com/office/drawing/2014/main" id="{32FBFAA0-0EE3-BB43-9152-4969B38C1A49}"/>
                </a:ext>
              </a:extLst>
            </p:cNvPr>
            <p:cNvCxnSpPr/>
            <p:nvPr/>
          </p:nvCxnSpPr>
          <p:spPr>
            <a:xfrm>
              <a:off x="8998012" y="3982336"/>
              <a:ext cx="319671" cy="828494"/>
            </a:xfrm>
            <a:prstGeom prst="line">
              <a:avLst/>
            </a:prstGeom>
            <a:noFill/>
            <a:ln w="25400" cap="flat" cmpd="sng" algn="ctr">
              <a:solidFill>
                <a:srgbClr val="000000"/>
              </a:solidFill>
              <a:prstDash val="solid"/>
            </a:ln>
            <a:effectLst/>
          </p:spPr>
        </p:cxnSp>
        <p:cxnSp>
          <p:nvCxnSpPr>
            <p:cNvPr id="136" name="Straight Connector 135">
              <a:extLst>
                <a:ext uri="{FF2B5EF4-FFF2-40B4-BE49-F238E27FC236}">
                  <a16:creationId xmlns:a16="http://schemas.microsoft.com/office/drawing/2014/main" id="{94E0B832-3FC5-574B-9F1E-BD22C743D1D6}"/>
                </a:ext>
              </a:extLst>
            </p:cNvPr>
            <p:cNvCxnSpPr/>
            <p:nvPr/>
          </p:nvCxnSpPr>
          <p:spPr>
            <a:xfrm>
              <a:off x="9268742" y="3917611"/>
              <a:ext cx="1307416" cy="271850"/>
            </a:xfrm>
            <a:prstGeom prst="line">
              <a:avLst/>
            </a:prstGeom>
            <a:noFill/>
            <a:ln w="25400" cap="flat" cmpd="sng" algn="ctr">
              <a:solidFill>
                <a:srgbClr val="000000"/>
              </a:solidFill>
              <a:prstDash val="solid"/>
            </a:ln>
            <a:effectLst/>
          </p:spPr>
        </p:cxnSp>
        <p:cxnSp>
          <p:nvCxnSpPr>
            <p:cNvPr id="137" name="Straight Connector 136">
              <a:extLst>
                <a:ext uri="{FF2B5EF4-FFF2-40B4-BE49-F238E27FC236}">
                  <a16:creationId xmlns:a16="http://schemas.microsoft.com/office/drawing/2014/main" id="{7861FF87-C6D9-EB4C-B9B8-43772439ACFF}"/>
                </a:ext>
              </a:extLst>
            </p:cNvPr>
            <p:cNvCxnSpPr/>
            <p:nvPr/>
          </p:nvCxnSpPr>
          <p:spPr>
            <a:xfrm flipV="1">
              <a:off x="9461009" y="4344802"/>
              <a:ext cx="1115149" cy="608426"/>
            </a:xfrm>
            <a:prstGeom prst="line">
              <a:avLst/>
            </a:prstGeom>
            <a:noFill/>
            <a:ln w="25400" cap="flat" cmpd="sng" algn="ctr">
              <a:solidFill>
                <a:srgbClr val="000000"/>
              </a:solidFill>
              <a:prstDash val="solid"/>
            </a:ln>
            <a:effectLst/>
          </p:spPr>
        </p:cxnSp>
        <p:grpSp>
          <p:nvGrpSpPr>
            <p:cNvPr id="138" name="Group 137">
              <a:extLst>
                <a:ext uri="{FF2B5EF4-FFF2-40B4-BE49-F238E27FC236}">
                  <a16:creationId xmlns:a16="http://schemas.microsoft.com/office/drawing/2014/main" id="{A353D82E-8FA0-F74A-85EB-A42A69F92293}"/>
                </a:ext>
              </a:extLst>
            </p:cNvPr>
            <p:cNvGrpSpPr/>
            <p:nvPr/>
          </p:nvGrpSpPr>
          <p:grpSpPr>
            <a:xfrm>
              <a:off x="10288073" y="4115087"/>
              <a:ext cx="753999" cy="373786"/>
              <a:chOff x="7493876" y="2774731"/>
              <a:chExt cx="1481958" cy="894622"/>
            </a:xfrm>
          </p:grpSpPr>
          <p:sp>
            <p:nvSpPr>
              <p:cNvPr id="167" name="Freeform 166">
                <a:extLst>
                  <a:ext uri="{FF2B5EF4-FFF2-40B4-BE49-F238E27FC236}">
                    <a16:creationId xmlns:a16="http://schemas.microsoft.com/office/drawing/2014/main" id="{295CCF8A-262B-154E-ACD3-3D59F4E8955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68" name="Oval 167">
                <a:extLst>
                  <a:ext uri="{FF2B5EF4-FFF2-40B4-BE49-F238E27FC236}">
                    <a16:creationId xmlns:a16="http://schemas.microsoft.com/office/drawing/2014/main" id="{8A4983CB-966A-E34A-9835-7569FFD43B7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69" name="Group 168">
                <a:extLst>
                  <a:ext uri="{FF2B5EF4-FFF2-40B4-BE49-F238E27FC236}">
                    <a16:creationId xmlns:a16="http://schemas.microsoft.com/office/drawing/2014/main" id="{F3D8239B-E01B-8D4C-8B1A-79D3EE3F0132}"/>
                  </a:ext>
                </a:extLst>
              </p:cNvPr>
              <p:cNvGrpSpPr/>
              <p:nvPr/>
            </p:nvGrpSpPr>
            <p:grpSpPr>
              <a:xfrm>
                <a:off x="7713663" y="2848339"/>
                <a:ext cx="1042107" cy="425543"/>
                <a:chOff x="7786941" y="2884917"/>
                <a:chExt cx="897649" cy="353919"/>
              </a:xfrm>
            </p:grpSpPr>
            <p:sp>
              <p:nvSpPr>
                <p:cNvPr id="170" name="Freeform 169">
                  <a:extLst>
                    <a:ext uri="{FF2B5EF4-FFF2-40B4-BE49-F238E27FC236}">
                      <a16:creationId xmlns:a16="http://schemas.microsoft.com/office/drawing/2014/main" id="{FF83420E-44BC-194B-9ED3-FE9DB736B0E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 name="Freeform 170">
                  <a:extLst>
                    <a:ext uri="{FF2B5EF4-FFF2-40B4-BE49-F238E27FC236}">
                      <a16:creationId xmlns:a16="http://schemas.microsoft.com/office/drawing/2014/main" id="{0039DC68-C120-8442-8133-04DCB027676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 name="Freeform 171">
                  <a:extLst>
                    <a:ext uri="{FF2B5EF4-FFF2-40B4-BE49-F238E27FC236}">
                      <a16:creationId xmlns:a16="http://schemas.microsoft.com/office/drawing/2014/main" id="{86B0594D-D566-464E-84AD-60F69E34FE1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 name="Freeform 172">
                  <a:extLst>
                    <a:ext uri="{FF2B5EF4-FFF2-40B4-BE49-F238E27FC236}">
                      <a16:creationId xmlns:a16="http://schemas.microsoft.com/office/drawing/2014/main" id="{96535EE5-5F15-9B47-9FA3-5462D1D6FF4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9" name="Group 138">
              <a:extLst>
                <a:ext uri="{FF2B5EF4-FFF2-40B4-BE49-F238E27FC236}">
                  <a16:creationId xmlns:a16="http://schemas.microsoft.com/office/drawing/2014/main" id="{D1794D50-2655-4143-ACDC-7B9CFFD28EFB}"/>
                </a:ext>
              </a:extLst>
            </p:cNvPr>
            <p:cNvGrpSpPr/>
            <p:nvPr/>
          </p:nvGrpSpPr>
          <p:grpSpPr>
            <a:xfrm>
              <a:off x="7988218" y="4212069"/>
              <a:ext cx="753999" cy="373786"/>
              <a:chOff x="7493876" y="2774731"/>
              <a:chExt cx="1481958" cy="894622"/>
            </a:xfrm>
          </p:grpSpPr>
          <p:sp>
            <p:nvSpPr>
              <p:cNvPr id="160" name="Freeform 159">
                <a:extLst>
                  <a:ext uri="{FF2B5EF4-FFF2-40B4-BE49-F238E27FC236}">
                    <a16:creationId xmlns:a16="http://schemas.microsoft.com/office/drawing/2014/main" id="{58FB7B2A-678F-9040-8CE2-202A5D74D9F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61" name="Oval 160">
                <a:extLst>
                  <a:ext uri="{FF2B5EF4-FFF2-40B4-BE49-F238E27FC236}">
                    <a16:creationId xmlns:a16="http://schemas.microsoft.com/office/drawing/2014/main" id="{50925578-96EF-A045-933D-24AC50637F6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62" name="Group 161">
                <a:extLst>
                  <a:ext uri="{FF2B5EF4-FFF2-40B4-BE49-F238E27FC236}">
                    <a16:creationId xmlns:a16="http://schemas.microsoft.com/office/drawing/2014/main" id="{5ACC5AD1-9C97-D644-ACEC-58FCE6231EF7}"/>
                  </a:ext>
                </a:extLst>
              </p:cNvPr>
              <p:cNvGrpSpPr/>
              <p:nvPr/>
            </p:nvGrpSpPr>
            <p:grpSpPr>
              <a:xfrm>
                <a:off x="7713663" y="2848339"/>
                <a:ext cx="1042107" cy="425543"/>
                <a:chOff x="7786941" y="2884917"/>
                <a:chExt cx="897649" cy="353919"/>
              </a:xfrm>
            </p:grpSpPr>
            <p:sp>
              <p:nvSpPr>
                <p:cNvPr id="163" name="Freeform 162">
                  <a:extLst>
                    <a:ext uri="{FF2B5EF4-FFF2-40B4-BE49-F238E27FC236}">
                      <a16:creationId xmlns:a16="http://schemas.microsoft.com/office/drawing/2014/main" id="{06F669DD-6374-054C-96DB-43D4F0CF15B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 name="Freeform 163">
                  <a:extLst>
                    <a:ext uri="{FF2B5EF4-FFF2-40B4-BE49-F238E27FC236}">
                      <a16:creationId xmlns:a16="http://schemas.microsoft.com/office/drawing/2014/main" id="{5D9C6DF2-C338-9544-B84B-DB02CBE1E8B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 name="Freeform 164">
                  <a:extLst>
                    <a:ext uri="{FF2B5EF4-FFF2-40B4-BE49-F238E27FC236}">
                      <a16:creationId xmlns:a16="http://schemas.microsoft.com/office/drawing/2014/main" id="{FCCD833C-4225-454C-A629-302312E6CED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 name="Freeform 165">
                  <a:extLst>
                    <a:ext uri="{FF2B5EF4-FFF2-40B4-BE49-F238E27FC236}">
                      <a16:creationId xmlns:a16="http://schemas.microsoft.com/office/drawing/2014/main" id="{2DE50C89-24A0-8B4D-92C5-C55DFA736F1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40" name="Group 139">
              <a:extLst>
                <a:ext uri="{FF2B5EF4-FFF2-40B4-BE49-F238E27FC236}">
                  <a16:creationId xmlns:a16="http://schemas.microsoft.com/office/drawing/2014/main" id="{3B48D140-AAB4-3A4F-B8B8-518AF7CF2C69}"/>
                </a:ext>
              </a:extLst>
            </p:cNvPr>
            <p:cNvGrpSpPr/>
            <p:nvPr/>
          </p:nvGrpSpPr>
          <p:grpSpPr>
            <a:xfrm>
              <a:off x="8971890" y="4738542"/>
              <a:ext cx="753999" cy="373786"/>
              <a:chOff x="7493876" y="2774731"/>
              <a:chExt cx="1481958" cy="894622"/>
            </a:xfrm>
          </p:grpSpPr>
          <p:sp>
            <p:nvSpPr>
              <p:cNvPr id="153" name="Freeform 152">
                <a:extLst>
                  <a:ext uri="{FF2B5EF4-FFF2-40B4-BE49-F238E27FC236}">
                    <a16:creationId xmlns:a16="http://schemas.microsoft.com/office/drawing/2014/main" id="{FE57807F-1447-D44F-B404-966015075C7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54" name="Oval 153">
                <a:extLst>
                  <a:ext uri="{FF2B5EF4-FFF2-40B4-BE49-F238E27FC236}">
                    <a16:creationId xmlns:a16="http://schemas.microsoft.com/office/drawing/2014/main" id="{43982EE3-3449-C044-BD0D-7EC81F99F66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55" name="Group 154">
                <a:extLst>
                  <a:ext uri="{FF2B5EF4-FFF2-40B4-BE49-F238E27FC236}">
                    <a16:creationId xmlns:a16="http://schemas.microsoft.com/office/drawing/2014/main" id="{F97DEDA5-BA9C-A943-A3C1-4F4B817EB4F4}"/>
                  </a:ext>
                </a:extLst>
              </p:cNvPr>
              <p:cNvGrpSpPr/>
              <p:nvPr/>
            </p:nvGrpSpPr>
            <p:grpSpPr>
              <a:xfrm>
                <a:off x="7713663" y="2848339"/>
                <a:ext cx="1042107" cy="425543"/>
                <a:chOff x="7786941" y="2884917"/>
                <a:chExt cx="897649" cy="353919"/>
              </a:xfrm>
            </p:grpSpPr>
            <p:sp>
              <p:nvSpPr>
                <p:cNvPr id="156" name="Freeform 155">
                  <a:extLst>
                    <a:ext uri="{FF2B5EF4-FFF2-40B4-BE49-F238E27FC236}">
                      <a16:creationId xmlns:a16="http://schemas.microsoft.com/office/drawing/2014/main" id="{61EADF13-F44B-2B43-AE78-D55E1114272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 name="Freeform 156">
                  <a:extLst>
                    <a:ext uri="{FF2B5EF4-FFF2-40B4-BE49-F238E27FC236}">
                      <a16:creationId xmlns:a16="http://schemas.microsoft.com/office/drawing/2014/main" id="{2E5C14A0-91A6-AA42-839B-AD29DA604A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 name="Freeform 157">
                  <a:extLst>
                    <a:ext uri="{FF2B5EF4-FFF2-40B4-BE49-F238E27FC236}">
                      <a16:creationId xmlns:a16="http://schemas.microsoft.com/office/drawing/2014/main" id="{F1AF5CF0-5119-584D-81B5-A48CA73C5E1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Freeform 158">
                  <a:extLst>
                    <a:ext uri="{FF2B5EF4-FFF2-40B4-BE49-F238E27FC236}">
                      <a16:creationId xmlns:a16="http://schemas.microsoft.com/office/drawing/2014/main" id="{D38DA429-3201-3D46-B754-F37B6FE9745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41" name="Group 140">
              <a:extLst>
                <a:ext uri="{FF2B5EF4-FFF2-40B4-BE49-F238E27FC236}">
                  <a16:creationId xmlns:a16="http://schemas.microsoft.com/office/drawing/2014/main" id="{5021D291-26C6-AF49-86BA-158481992C2F}"/>
                </a:ext>
              </a:extLst>
            </p:cNvPr>
            <p:cNvGrpSpPr/>
            <p:nvPr/>
          </p:nvGrpSpPr>
          <p:grpSpPr>
            <a:xfrm>
              <a:off x="8736362" y="3768724"/>
              <a:ext cx="753999" cy="373786"/>
              <a:chOff x="7493876" y="2774731"/>
              <a:chExt cx="1481958" cy="894622"/>
            </a:xfrm>
          </p:grpSpPr>
          <p:sp>
            <p:nvSpPr>
              <p:cNvPr id="146" name="Freeform 145">
                <a:extLst>
                  <a:ext uri="{FF2B5EF4-FFF2-40B4-BE49-F238E27FC236}">
                    <a16:creationId xmlns:a16="http://schemas.microsoft.com/office/drawing/2014/main" id="{E5938199-49B6-0D4A-B490-7D3711D704B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47" name="Oval 146">
                <a:extLst>
                  <a:ext uri="{FF2B5EF4-FFF2-40B4-BE49-F238E27FC236}">
                    <a16:creationId xmlns:a16="http://schemas.microsoft.com/office/drawing/2014/main" id="{21D43069-C751-2543-86B4-57B2E71B3BF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48" name="Group 147">
                <a:extLst>
                  <a:ext uri="{FF2B5EF4-FFF2-40B4-BE49-F238E27FC236}">
                    <a16:creationId xmlns:a16="http://schemas.microsoft.com/office/drawing/2014/main" id="{89012458-7BC8-5F41-B066-C6EEBE266705}"/>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a16="http://schemas.microsoft.com/office/drawing/2014/main" id="{C8E0D58E-F804-C844-8DA3-3B4F45236E2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Freeform 149">
                  <a:extLst>
                    <a:ext uri="{FF2B5EF4-FFF2-40B4-BE49-F238E27FC236}">
                      <a16:creationId xmlns:a16="http://schemas.microsoft.com/office/drawing/2014/main" id="{B4B68733-8B68-FC45-B05B-1D541028D8F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 name="Freeform 150">
                  <a:extLst>
                    <a:ext uri="{FF2B5EF4-FFF2-40B4-BE49-F238E27FC236}">
                      <a16:creationId xmlns:a16="http://schemas.microsoft.com/office/drawing/2014/main" id="{8592BC0A-4A10-094F-A09B-B3161A16561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 name="Freeform 151">
                  <a:extLst>
                    <a:ext uri="{FF2B5EF4-FFF2-40B4-BE49-F238E27FC236}">
                      <a16:creationId xmlns:a16="http://schemas.microsoft.com/office/drawing/2014/main" id="{91BE8D3E-3653-6444-98C3-CB3C3D3F6AB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42" name="Up-Down Arrow 141">
              <a:extLst>
                <a:ext uri="{FF2B5EF4-FFF2-40B4-BE49-F238E27FC236}">
                  <a16:creationId xmlns:a16="http://schemas.microsoft.com/office/drawing/2014/main" id="{7FF81446-291C-C947-8585-019F3F6E8813}"/>
                </a:ext>
              </a:extLst>
            </p:cNvPr>
            <p:cNvSpPr/>
            <p:nvPr/>
          </p:nvSpPr>
          <p:spPr>
            <a:xfrm rot="18842452">
              <a:off x="9773071" y="2749725"/>
              <a:ext cx="110632" cy="1621438"/>
            </a:xfrm>
            <a:prstGeom prst="upDownArrow">
              <a:avLst/>
            </a:prstGeom>
            <a:solidFill>
              <a:srgbClr val="CC0000">
                <a:alpha val="78000"/>
              </a:srgbClr>
            </a:solidFill>
            <a:ln>
              <a:noFill/>
            </a:ln>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3" name="Up-Down Arrow 142">
              <a:extLst>
                <a:ext uri="{FF2B5EF4-FFF2-40B4-BE49-F238E27FC236}">
                  <a16:creationId xmlns:a16="http://schemas.microsoft.com/office/drawing/2014/main" id="{B95589CC-8F98-4C4F-8BA3-9B58BDC84044}"/>
                </a:ext>
              </a:extLst>
            </p:cNvPr>
            <p:cNvSpPr/>
            <p:nvPr/>
          </p:nvSpPr>
          <p:spPr>
            <a:xfrm rot="1544330">
              <a:off x="8498334" y="2913840"/>
              <a:ext cx="132567" cy="1340938"/>
            </a:xfrm>
            <a:prstGeom prst="upDownArrow">
              <a:avLst/>
            </a:prstGeom>
            <a:solidFill>
              <a:srgbClr val="CC0000">
                <a:alpha val="78000"/>
              </a:srgbClr>
            </a:solidFill>
            <a:ln>
              <a:noFill/>
            </a:ln>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4" name="Up-Down Arrow 143">
              <a:extLst>
                <a:ext uri="{FF2B5EF4-FFF2-40B4-BE49-F238E27FC236}">
                  <a16:creationId xmlns:a16="http://schemas.microsoft.com/office/drawing/2014/main" id="{BE98B4E9-6553-B246-8910-F619C6ED59AE}"/>
                </a:ext>
              </a:extLst>
            </p:cNvPr>
            <p:cNvSpPr/>
            <p:nvPr/>
          </p:nvSpPr>
          <p:spPr>
            <a:xfrm>
              <a:off x="8891032" y="2979040"/>
              <a:ext cx="132567" cy="794393"/>
            </a:xfrm>
            <a:prstGeom prst="upDownArrow">
              <a:avLst/>
            </a:prstGeom>
            <a:solidFill>
              <a:srgbClr val="CC0000">
                <a:alpha val="78000"/>
              </a:srgbClr>
            </a:solidFill>
            <a:ln>
              <a:noFill/>
            </a:ln>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45" name="Up-Down Arrow 144">
              <a:extLst>
                <a:ext uri="{FF2B5EF4-FFF2-40B4-BE49-F238E27FC236}">
                  <a16:creationId xmlns:a16="http://schemas.microsoft.com/office/drawing/2014/main" id="{A1AEE8AC-6840-3746-9F54-9B18D3E5C055}"/>
                </a:ext>
              </a:extLst>
            </p:cNvPr>
            <p:cNvSpPr/>
            <p:nvPr/>
          </p:nvSpPr>
          <p:spPr>
            <a:xfrm rot="21168731">
              <a:off x="9181573" y="2978458"/>
              <a:ext cx="132567" cy="1740801"/>
            </a:xfrm>
            <a:prstGeom prst="upDownArrow">
              <a:avLst/>
            </a:prstGeom>
            <a:solidFill>
              <a:srgbClr val="CC0000">
                <a:alpha val="78000"/>
              </a:srgbClr>
            </a:solidFill>
            <a:ln>
              <a:noFill/>
            </a:ln>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Tree>
    <p:extLst>
      <p:ext uri="{BB962C8B-B14F-4D97-AF65-F5344CB8AC3E}">
        <p14:creationId xmlns:p14="http://schemas.microsoft.com/office/powerpoint/2010/main" val="4758627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7">
                                            <p:txEl>
                                              <p:pRg st="0" end="0"/>
                                            </p:txEl>
                                          </p:spTgt>
                                        </p:tgtEl>
                                        <p:attrNameLst>
                                          <p:attrName>style.visibility</p:attrName>
                                        </p:attrNameLst>
                                      </p:cBhvr>
                                      <p:to>
                                        <p:strVal val="visible"/>
                                      </p:to>
                                    </p:set>
                                    <p:animEffect transition="in" filter="dissolve">
                                      <p:cBhvr>
                                        <p:cTn id="7" dur="500"/>
                                        <p:tgtEl>
                                          <p:spTgt spid="247">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47">
                                            <p:txEl>
                                              <p:pRg st="1" end="1"/>
                                            </p:txEl>
                                          </p:spTgt>
                                        </p:tgtEl>
                                        <p:attrNameLst>
                                          <p:attrName>style.visibility</p:attrName>
                                        </p:attrNameLst>
                                      </p:cBhvr>
                                      <p:to>
                                        <p:strVal val="visible"/>
                                      </p:to>
                                    </p:set>
                                    <p:animEffect transition="in" filter="dissolve">
                                      <p:cBhvr>
                                        <p:cTn id="10" dur="500"/>
                                        <p:tgtEl>
                                          <p:spTgt spid="247">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47">
                                            <p:txEl>
                                              <p:pRg st="2" end="2"/>
                                            </p:txEl>
                                          </p:spTgt>
                                        </p:tgtEl>
                                        <p:attrNameLst>
                                          <p:attrName>style.visibility</p:attrName>
                                        </p:attrNameLst>
                                      </p:cBhvr>
                                      <p:to>
                                        <p:strVal val="visible"/>
                                      </p:to>
                                    </p:set>
                                    <p:animEffect transition="in" filter="dissolve">
                                      <p:cBhvr>
                                        <p:cTn id="13" dur="500"/>
                                        <p:tgtEl>
                                          <p:spTgt spid="247">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47">
                                            <p:txEl>
                                              <p:pRg st="3" end="3"/>
                                            </p:txEl>
                                          </p:spTgt>
                                        </p:tgtEl>
                                        <p:attrNameLst>
                                          <p:attrName>style.visibility</p:attrName>
                                        </p:attrNameLst>
                                      </p:cBhvr>
                                      <p:to>
                                        <p:strVal val="visible"/>
                                      </p:to>
                                    </p:set>
                                    <p:animEffect transition="in" filter="dissolve">
                                      <p:cBhvr>
                                        <p:cTn id="16" dur="500"/>
                                        <p:tgtEl>
                                          <p:spTgt spid="247">
                                            <p:txEl>
                                              <p:pRg st="3" end="3"/>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47">
                                            <p:txEl>
                                              <p:pRg st="4" end="4"/>
                                            </p:txEl>
                                          </p:spTgt>
                                        </p:tgtEl>
                                        <p:attrNameLst>
                                          <p:attrName>style.visibility</p:attrName>
                                        </p:attrNameLst>
                                      </p:cBhvr>
                                      <p:to>
                                        <p:strVal val="visible"/>
                                      </p:to>
                                    </p:set>
                                    <p:animEffect transition="in" filter="dissolve">
                                      <p:cBhvr>
                                        <p:cTn id="19" dur="500"/>
                                        <p:tgtEl>
                                          <p:spTgt spid="247">
                                            <p:txEl>
                                              <p:pRg st="4" end="4"/>
                                            </p:txEl>
                                          </p:spTgt>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47">
                                            <p:txEl>
                                              <p:pRg st="5" end="5"/>
                                            </p:txEl>
                                          </p:spTgt>
                                        </p:tgtEl>
                                        <p:attrNameLst>
                                          <p:attrName>style.visibility</p:attrName>
                                        </p:attrNameLst>
                                      </p:cBhvr>
                                      <p:to>
                                        <p:strVal val="visible"/>
                                      </p:to>
                                    </p:set>
                                    <p:animEffect transition="in" filter="dissolve">
                                      <p:cBhvr>
                                        <p:cTn id="22" dur="500"/>
                                        <p:tgtEl>
                                          <p:spTgt spid="2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1F8DAEA6-A5F2-2048-AC8C-FB7957AA6B67}"/>
              </a:ext>
            </a:extLst>
          </p:cNvPr>
          <p:cNvSpPr>
            <a:spLocks noGrp="1"/>
          </p:cNvSpPr>
          <p:nvPr>
            <p:ph type="title"/>
          </p:nvPr>
        </p:nvSpPr>
        <p:spPr/>
        <p:txBody>
          <a:bodyPr>
            <a:normAutofit fontScale="90000"/>
          </a:bodyPr>
          <a:lstStyle/>
          <a:p>
            <a:r>
              <a:rPr lang="en-US" sz="4800" dirty="0"/>
              <a:t>OpenFlow API</a:t>
            </a:r>
          </a:p>
        </p:txBody>
      </p:sp>
      <p:sp>
        <p:nvSpPr>
          <p:cNvPr id="2" name="Content Placeholder 1">
            <a:extLst>
              <a:ext uri="{FF2B5EF4-FFF2-40B4-BE49-F238E27FC236}">
                <a16:creationId xmlns:a16="http://schemas.microsoft.com/office/drawing/2014/main" id="{7A719438-0C98-CC4E-B2A6-DFB0F8C5A663}"/>
              </a:ext>
            </a:extLst>
          </p:cNvPr>
          <p:cNvSpPr>
            <a:spLocks noGrp="1"/>
          </p:cNvSpPr>
          <p:nvPr>
            <p:ph type="body" idx="1"/>
          </p:nvPr>
        </p:nvSpPr>
        <p:spPr/>
        <p:txBody>
          <a:bodyPr>
            <a:normAutofit/>
          </a:bodyPr>
          <a:lstStyle/>
          <a:p>
            <a:r>
              <a:rPr lang="en-US" altLang="en-US" dirty="0">
                <a:solidFill>
                  <a:srgbClr val="C00000"/>
                </a:solidFill>
                <a:latin typeface="Calibri" panose="020F0502020204030204" pitchFamily="34" charset="0"/>
                <a:ea typeface="ＭＳ Ｐゴシック" panose="020B0600070205080204" pitchFamily="34" charset="-128"/>
                <a:cs typeface="ＭＳ Ｐゴシック" panose="020B0600070205080204" pitchFamily="34" charset="-128"/>
              </a:rPr>
              <a:t>flow: </a:t>
            </a:r>
            <a:r>
              <a:rPr lang="en-US" altLang="en-US" dirty="0">
                <a:latin typeface="Calibri" panose="020F0502020204030204" pitchFamily="34" charset="0"/>
                <a:ea typeface="ＭＳ Ｐゴシック" panose="020B0600070205080204" pitchFamily="34" charset="-128"/>
                <a:cs typeface="ＭＳ Ｐゴシック" panose="020B0600070205080204" pitchFamily="34" charset="-128"/>
              </a:rPr>
              <a:t>defined by header field values </a:t>
            </a:r>
            <a:r>
              <a:rPr lang="en-US" altLang="en-US" sz="2400" dirty="0">
                <a:latin typeface="Calibri" panose="020F0502020204030204" pitchFamily="34" charset="0"/>
                <a:ea typeface="ＭＳ Ｐゴシック" panose="020B0600070205080204" pitchFamily="34" charset="-128"/>
                <a:cs typeface="ＭＳ Ｐゴシック" panose="020B0600070205080204" pitchFamily="34" charset="-128"/>
              </a:rPr>
              <a:t>(in link-, network-, transport-layer fields)</a:t>
            </a:r>
            <a:endParaRPr lang="en-US" altLang="en-US" dirty="0">
              <a:latin typeface="Calibri" panose="020F0502020204030204" pitchFamily="34" charset="0"/>
              <a:ea typeface="ＭＳ Ｐゴシック" panose="020B0600070205080204" pitchFamily="34" charset="-128"/>
              <a:cs typeface="ＭＳ Ｐゴシック" panose="020B0600070205080204" pitchFamily="34" charset="-128"/>
            </a:endParaRPr>
          </a:p>
          <a:p>
            <a:r>
              <a:rPr lang="en-US" altLang="en-US" dirty="0">
                <a:solidFill>
                  <a:srgbClr val="C00000"/>
                </a:solidFill>
                <a:latin typeface="Calibri" panose="020F0502020204030204" pitchFamily="34" charset="0"/>
                <a:ea typeface="ＭＳ Ｐゴシック" panose="020B0600070205080204" pitchFamily="34" charset="-128"/>
                <a:cs typeface="ＭＳ Ｐゴシック" panose="020B0600070205080204" pitchFamily="34" charset="-128"/>
              </a:rPr>
              <a:t>generalized forwarding: </a:t>
            </a:r>
            <a:r>
              <a:rPr lang="en-US" altLang="en-US" dirty="0">
                <a:latin typeface="Calibri" panose="020F0502020204030204" pitchFamily="34" charset="0"/>
                <a:ea typeface="ＭＳ Ｐゴシック" panose="020B0600070205080204" pitchFamily="34" charset="-128"/>
                <a:cs typeface="ＭＳ Ｐゴシック" panose="020B0600070205080204" pitchFamily="34" charset="-128"/>
              </a:rPr>
              <a:t>simple</a:t>
            </a:r>
            <a:r>
              <a:rPr lang="en-US" altLang="en-US" dirty="0">
                <a:solidFill>
                  <a:srgbClr val="C00000"/>
                </a:solidFill>
                <a:latin typeface="Calibri" panose="020F0502020204030204" pitchFamily="34" charset="0"/>
                <a:ea typeface="ＭＳ Ｐゴシック" panose="020B0600070205080204" pitchFamily="34" charset="-128"/>
                <a:cs typeface="ＭＳ Ｐゴシック" panose="020B0600070205080204" pitchFamily="34" charset="-128"/>
              </a:rPr>
              <a:t> </a:t>
            </a:r>
            <a:r>
              <a:rPr lang="en-US" altLang="en-US" dirty="0">
                <a:latin typeface="Calibri" panose="020F0502020204030204" pitchFamily="34" charset="0"/>
                <a:ea typeface="ＭＳ Ｐゴシック" panose="020B0600070205080204" pitchFamily="34" charset="-128"/>
                <a:cs typeface="ＭＳ Ｐゴシック" panose="020B0600070205080204" pitchFamily="34" charset="-128"/>
              </a:rPr>
              <a:t>packet-handling rules</a:t>
            </a:r>
          </a:p>
          <a:p>
            <a:pPr lvl="1"/>
            <a:r>
              <a:rPr lang="en-US" altLang="en-US" dirty="0">
                <a:solidFill>
                  <a:srgbClr val="0000A8"/>
                </a:solidFill>
                <a:latin typeface="Calibri" panose="020F0502020204030204" pitchFamily="34" charset="0"/>
                <a:ea typeface="ＭＳ Ｐゴシック" panose="020B0600070205080204" pitchFamily="34" charset="-128"/>
              </a:rPr>
              <a:t>match:</a:t>
            </a:r>
            <a:r>
              <a:rPr lang="en-US" altLang="en-US" dirty="0">
                <a:solidFill>
                  <a:srgbClr val="000090"/>
                </a:solidFill>
                <a:latin typeface="Calibri" panose="020F0502020204030204" pitchFamily="34" charset="0"/>
                <a:ea typeface="ＭＳ Ｐゴシック" panose="020B0600070205080204" pitchFamily="34" charset="-128"/>
              </a:rPr>
              <a:t> </a:t>
            </a:r>
            <a:r>
              <a:rPr lang="en-US" altLang="en-US" dirty="0">
                <a:latin typeface="Calibri" panose="020F0502020204030204" pitchFamily="34" charset="0"/>
                <a:ea typeface="ＭＳ Ｐゴシック" panose="020B0600070205080204" pitchFamily="34" charset="-128"/>
              </a:rPr>
              <a:t>pattern</a:t>
            </a:r>
            <a:r>
              <a:rPr lang="en-US" altLang="en-US" dirty="0">
                <a:solidFill>
                  <a:srgbClr val="000090"/>
                </a:solidFill>
                <a:latin typeface="Calibri" panose="020F0502020204030204" pitchFamily="34" charset="0"/>
                <a:ea typeface="ＭＳ Ｐゴシック" panose="020B0600070205080204" pitchFamily="34" charset="-128"/>
              </a:rPr>
              <a:t> </a:t>
            </a:r>
            <a:r>
              <a:rPr lang="en-US" altLang="en-US" dirty="0">
                <a:latin typeface="Calibri" panose="020F0502020204030204" pitchFamily="34" charset="0"/>
                <a:ea typeface="ＭＳ Ｐゴシック" panose="020B0600070205080204" pitchFamily="34" charset="-128"/>
              </a:rPr>
              <a:t>values in packet header fields</a:t>
            </a:r>
          </a:p>
          <a:p>
            <a:pPr lvl="1"/>
            <a:r>
              <a:rPr lang="en-US" altLang="en-US" dirty="0">
                <a:solidFill>
                  <a:srgbClr val="0000A8"/>
                </a:solidFill>
                <a:latin typeface="Calibri" panose="020F0502020204030204" pitchFamily="34" charset="0"/>
                <a:ea typeface="ＭＳ Ｐゴシック" panose="020B0600070205080204" pitchFamily="34" charset="-128"/>
              </a:rPr>
              <a:t>actions: </a:t>
            </a:r>
            <a:r>
              <a:rPr lang="en-US" altLang="en-US" dirty="0">
                <a:latin typeface="Calibri" panose="020F0502020204030204" pitchFamily="34" charset="0"/>
                <a:ea typeface="ＭＳ Ｐゴシック" panose="020B0600070205080204" pitchFamily="34" charset="-128"/>
              </a:rPr>
              <a:t>for matched packet: drop, forward, modify, matched packet or send matched packet to controller </a:t>
            </a:r>
          </a:p>
          <a:p>
            <a:pPr lvl="1"/>
            <a:r>
              <a:rPr lang="en-US" altLang="en-US" dirty="0">
                <a:solidFill>
                  <a:srgbClr val="0000A8"/>
                </a:solidFill>
                <a:latin typeface="Calibri" panose="020F0502020204030204" pitchFamily="34" charset="0"/>
                <a:ea typeface="ＭＳ Ｐゴシック" panose="020B0600070205080204" pitchFamily="34" charset="-128"/>
              </a:rPr>
              <a:t>priority: </a:t>
            </a:r>
            <a:r>
              <a:rPr lang="en-US" altLang="en-US" dirty="0">
                <a:latin typeface="Calibri" panose="020F0502020204030204" pitchFamily="34" charset="0"/>
                <a:ea typeface="ＭＳ Ｐゴシック" panose="020B0600070205080204" pitchFamily="34" charset="-128"/>
              </a:rPr>
              <a:t>disambiguate overlapping patterns</a:t>
            </a:r>
          </a:p>
          <a:p>
            <a:pPr lvl="1"/>
            <a:r>
              <a:rPr lang="en-US" altLang="en-US" dirty="0">
                <a:solidFill>
                  <a:srgbClr val="0000A8"/>
                </a:solidFill>
                <a:latin typeface="Calibri" panose="020F0502020204030204" pitchFamily="34" charset="0"/>
                <a:ea typeface="ＭＳ Ｐゴシック" panose="020B0600070205080204" pitchFamily="34" charset="-128"/>
              </a:rPr>
              <a:t>counters: </a:t>
            </a:r>
            <a:r>
              <a:rPr lang="en-US" altLang="en-US" dirty="0">
                <a:latin typeface="Calibri" panose="020F0502020204030204" pitchFamily="34" charset="0"/>
                <a:ea typeface="ＭＳ Ｐゴシック" panose="020B0600070205080204" pitchFamily="34" charset="-128"/>
              </a:rPr>
              <a:t>#bytes and #packets</a:t>
            </a:r>
          </a:p>
        </p:txBody>
      </p:sp>
      <p:sp>
        <p:nvSpPr>
          <p:cNvPr id="26" name="Slide Number Placeholder 3">
            <a:extLst>
              <a:ext uri="{FF2B5EF4-FFF2-40B4-BE49-F238E27FC236}">
                <a16:creationId xmlns:a16="http://schemas.microsoft.com/office/drawing/2014/main" id="{5A6A87A6-6869-BA48-B857-B9B45AE2678A}"/>
              </a:ext>
            </a:extLst>
          </p:cNvPr>
          <p:cNvSpPr>
            <a:spLocks noGrp="1"/>
          </p:cNvSpPr>
          <p:nvPr>
            <p:ph type="sldNum" sz="quarter" idx="4294967295"/>
          </p:nvPr>
        </p:nvSpPr>
        <p:spPr>
          <a:xfrm>
            <a:off x="9448800" y="64436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36</a:t>
            </a:fld>
            <a:endParaRPr lang="en-US"/>
          </a:p>
        </p:txBody>
      </p:sp>
      <p:grpSp>
        <p:nvGrpSpPr>
          <p:cNvPr id="53" name="Group 52">
            <a:extLst>
              <a:ext uri="{FF2B5EF4-FFF2-40B4-BE49-F238E27FC236}">
                <a16:creationId xmlns:a16="http://schemas.microsoft.com/office/drawing/2014/main" id="{DDFAE99D-C5EA-5147-B11F-7A5B7FCE54AE}"/>
              </a:ext>
            </a:extLst>
          </p:cNvPr>
          <p:cNvGrpSpPr/>
          <p:nvPr/>
        </p:nvGrpSpPr>
        <p:grpSpPr>
          <a:xfrm>
            <a:off x="847391" y="4483100"/>
            <a:ext cx="7244522" cy="2202828"/>
            <a:chOff x="848139" y="4484689"/>
            <a:chExt cx="7244522" cy="2202828"/>
          </a:xfrm>
        </p:grpSpPr>
        <p:cxnSp>
          <p:nvCxnSpPr>
            <p:cNvPr id="45" name="Straight Connector 44">
              <a:extLst>
                <a:ext uri="{FF2B5EF4-FFF2-40B4-BE49-F238E27FC236}">
                  <a16:creationId xmlns:a16="http://schemas.microsoft.com/office/drawing/2014/main" id="{362506F8-ECEC-2E42-805B-42E4D94FA9CB}"/>
                </a:ext>
              </a:extLst>
            </p:cNvPr>
            <p:cNvCxnSpPr/>
            <p:nvPr/>
          </p:nvCxnSpPr>
          <p:spPr>
            <a:xfrm>
              <a:off x="848139" y="6202017"/>
              <a:ext cx="5194852"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EFCF0EDD-3789-414C-ACC3-3BF841E39C99}"/>
                </a:ext>
              </a:extLst>
            </p:cNvPr>
            <p:cNvGrpSpPr/>
            <p:nvPr/>
          </p:nvGrpSpPr>
          <p:grpSpPr>
            <a:xfrm>
              <a:off x="2117350" y="5637144"/>
              <a:ext cx="2269120" cy="1028699"/>
              <a:chOff x="7493876" y="2774731"/>
              <a:chExt cx="1481958" cy="894622"/>
            </a:xfrm>
            <a:effectLst>
              <a:outerShdw blurRad="50800" dist="38100" dir="18900000" algn="bl" rotWithShape="0">
                <a:prstClr val="black">
                  <a:alpha val="40000"/>
                </a:prstClr>
              </a:outerShdw>
            </a:effectLst>
          </p:grpSpPr>
          <p:sp>
            <p:nvSpPr>
              <p:cNvPr id="6" name="Freeform 5">
                <a:extLst>
                  <a:ext uri="{FF2B5EF4-FFF2-40B4-BE49-F238E27FC236}">
                    <a16:creationId xmlns:a16="http://schemas.microsoft.com/office/drawing/2014/main" id="{CF1E2C8F-E181-3B43-A519-0FC1DEA4B61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7" name="Oval 6">
                <a:extLst>
                  <a:ext uri="{FF2B5EF4-FFF2-40B4-BE49-F238E27FC236}">
                    <a16:creationId xmlns:a16="http://schemas.microsoft.com/office/drawing/2014/main" id="{8CE0A78E-9FDA-334F-9AD4-8A4ED942B1C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8" name="Group 7">
                <a:extLst>
                  <a:ext uri="{FF2B5EF4-FFF2-40B4-BE49-F238E27FC236}">
                    <a16:creationId xmlns:a16="http://schemas.microsoft.com/office/drawing/2014/main" id="{0C1D1C42-5DC5-DE41-880F-2DB6C20303EA}"/>
                  </a:ext>
                </a:extLst>
              </p:cNvPr>
              <p:cNvGrpSpPr/>
              <p:nvPr/>
            </p:nvGrpSpPr>
            <p:grpSpPr>
              <a:xfrm>
                <a:off x="7713663" y="2848339"/>
                <a:ext cx="1042107" cy="425543"/>
                <a:chOff x="7786941" y="2884917"/>
                <a:chExt cx="897649" cy="353919"/>
              </a:xfrm>
            </p:grpSpPr>
            <p:sp>
              <p:nvSpPr>
                <p:cNvPr id="9" name="Freeform 8">
                  <a:extLst>
                    <a:ext uri="{FF2B5EF4-FFF2-40B4-BE49-F238E27FC236}">
                      <a16:creationId xmlns:a16="http://schemas.microsoft.com/office/drawing/2014/main" id="{AEEDB7BE-ECB9-AE43-B7F9-9420522500B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9">
                  <a:extLst>
                    <a:ext uri="{FF2B5EF4-FFF2-40B4-BE49-F238E27FC236}">
                      <a16:creationId xmlns:a16="http://schemas.microsoft.com/office/drawing/2014/main" id="{8484C86C-9AA8-0C48-9C1B-936E42E298D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11">
                  <a:extLst>
                    <a:ext uri="{FF2B5EF4-FFF2-40B4-BE49-F238E27FC236}">
                      <a16:creationId xmlns:a16="http://schemas.microsoft.com/office/drawing/2014/main" id="{79FD6387-1AB1-7743-A3A7-ED8933D501E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Freeform 12">
                  <a:extLst>
                    <a:ext uri="{FF2B5EF4-FFF2-40B4-BE49-F238E27FC236}">
                      <a16:creationId xmlns:a16="http://schemas.microsoft.com/office/drawing/2014/main" id="{5CDE1FFF-560A-D046-879A-1BAD0681C80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4" name="TextBox 8">
              <a:extLst>
                <a:ext uri="{FF2B5EF4-FFF2-40B4-BE49-F238E27FC236}">
                  <a16:creationId xmlns:a16="http://schemas.microsoft.com/office/drawing/2014/main" id="{B8332F6D-32E8-0249-999D-30692A5A7EA8}"/>
                </a:ext>
              </a:extLst>
            </p:cNvPr>
            <p:cNvSpPr txBox="1">
              <a:spLocks noChangeArrowheads="1"/>
            </p:cNvSpPr>
            <p:nvPr/>
          </p:nvSpPr>
          <p:spPr bwMode="auto">
            <a:xfrm>
              <a:off x="4737100" y="4484689"/>
              <a:ext cx="335556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Router’s flow table define router’s match+action rules</a:t>
              </a:r>
            </a:p>
          </p:txBody>
        </p:sp>
        <p:grpSp>
          <p:nvGrpSpPr>
            <p:cNvPr id="43" name="Group 42">
              <a:extLst>
                <a:ext uri="{FF2B5EF4-FFF2-40B4-BE49-F238E27FC236}">
                  <a16:creationId xmlns:a16="http://schemas.microsoft.com/office/drawing/2014/main" id="{7BA19BCA-1317-9E49-B6D6-B6CF8B58E795}"/>
                </a:ext>
              </a:extLst>
            </p:cNvPr>
            <p:cNvGrpSpPr/>
            <p:nvPr/>
          </p:nvGrpSpPr>
          <p:grpSpPr>
            <a:xfrm>
              <a:off x="2535862" y="4518992"/>
              <a:ext cx="1998847" cy="1325048"/>
              <a:chOff x="8327282" y="4055165"/>
              <a:chExt cx="2091509" cy="1325048"/>
            </a:xfrm>
          </p:grpSpPr>
          <p:grpSp>
            <p:nvGrpSpPr>
              <p:cNvPr id="20" name="Group 554">
                <a:extLst>
                  <a:ext uri="{FF2B5EF4-FFF2-40B4-BE49-F238E27FC236}">
                    <a16:creationId xmlns:a16="http://schemas.microsoft.com/office/drawing/2014/main" id="{F0AAF6D0-8EA6-E749-9758-CE8F2B209D9B}"/>
                  </a:ext>
                </a:extLst>
              </p:cNvPr>
              <p:cNvGrpSpPr>
                <a:grpSpLocks/>
              </p:cNvGrpSpPr>
              <p:nvPr/>
            </p:nvGrpSpPr>
            <p:grpSpPr bwMode="auto">
              <a:xfrm>
                <a:off x="8327282" y="4121430"/>
                <a:ext cx="2091509" cy="1258783"/>
                <a:chOff x="2932675" y="3919324"/>
                <a:chExt cx="429970" cy="319189"/>
              </a:xfrm>
            </p:grpSpPr>
            <p:sp>
              <p:nvSpPr>
                <p:cNvPr id="21" name="Rectangle 20">
                  <a:extLst>
                    <a:ext uri="{FF2B5EF4-FFF2-40B4-BE49-F238E27FC236}">
                      <a16:creationId xmlns:a16="http://schemas.microsoft.com/office/drawing/2014/main" id="{803BF111-23DE-1945-8735-48B7B51FDA35}"/>
                    </a:ext>
                  </a:extLst>
                </p:cNvPr>
                <p:cNvSpPr/>
                <p:nvPr/>
              </p:nvSpPr>
              <p:spPr>
                <a:xfrm>
                  <a:off x="2936722" y="3919324"/>
                  <a:ext cx="425923" cy="319189"/>
                </a:xfrm>
                <a:prstGeom prst="rect">
                  <a:avLst/>
                </a:prstGeom>
                <a:solidFill>
                  <a:srgbClr val="FFFFFF"/>
                </a:solidFill>
                <a:ln w="25400"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22" name="Straight Connector 21">
                  <a:extLst>
                    <a:ext uri="{FF2B5EF4-FFF2-40B4-BE49-F238E27FC236}">
                      <a16:creationId xmlns:a16="http://schemas.microsoft.com/office/drawing/2014/main" id="{3B28D0C4-B5C9-5844-BF1E-1197CD1800CC}"/>
                    </a:ext>
                  </a:extLst>
                </p:cNvPr>
                <p:cNvCxnSpPr/>
                <p:nvPr/>
              </p:nvCxnSpPr>
              <p:spPr>
                <a:xfrm>
                  <a:off x="2932675" y="4004959"/>
                  <a:ext cx="424911" cy="0"/>
                </a:xfrm>
                <a:prstGeom prst="line">
                  <a:avLst/>
                </a:prstGeom>
                <a:noFill/>
                <a:ln w="25400" cap="flat" cmpd="sng" algn="ctr">
                  <a:solidFill>
                    <a:srgbClr val="CC0000"/>
                  </a:solidFill>
                  <a:prstDash val="solid"/>
                </a:ln>
                <a:effectLst/>
              </p:spPr>
            </p:cxnSp>
            <p:cxnSp>
              <p:nvCxnSpPr>
                <p:cNvPr id="23" name="Straight Connector 22">
                  <a:extLst>
                    <a:ext uri="{FF2B5EF4-FFF2-40B4-BE49-F238E27FC236}">
                      <a16:creationId xmlns:a16="http://schemas.microsoft.com/office/drawing/2014/main" id="{293CE468-AA72-B340-AB98-BDBA2EE69A0B}"/>
                    </a:ext>
                  </a:extLst>
                </p:cNvPr>
                <p:cNvCxnSpPr/>
                <p:nvPr/>
              </p:nvCxnSpPr>
              <p:spPr>
                <a:xfrm>
                  <a:off x="2932675" y="4069207"/>
                  <a:ext cx="424911" cy="0"/>
                </a:xfrm>
                <a:prstGeom prst="line">
                  <a:avLst/>
                </a:prstGeom>
                <a:noFill/>
                <a:ln w="25400" cap="flat" cmpd="sng" algn="ctr">
                  <a:solidFill>
                    <a:srgbClr val="CC0000"/>
                  </a:solidFill>
                  <a:prstDash val="solid"/>
                </a:ln>
                <a:effectLst/>
              </p:spPr>
            </p:cxnSp>
            <p:cxnSp>
              <p:nvCxnSpPr>
                <p:cNvPr id="24" name="Straight Connector 23">
                  <a:extLst>
                    <a:ext uri="{FF2B5EF4-FFF2-40B4-BE49-F238E27FC236}">
                      <a16:creationId xmlns:a16="http://schemas.microsoft.com/office/drawing/2014/main" id="{1AFD2436-CAFF-8042-BF47-7E024FE6789B}"/>
                    </a:ext>
                  </a:extLst>
                </p:cNvPr>
                <p:cNvCxnSpPr>
                  <a:cxnSpLocks/>
                  <a:stCxn id="21" idx="2"/>
                </p:cNvCxnSpPr>
                <p:nvPr/>
              </p:nvCxnSpPr>
              <p:spPr>
                <a:xfrm flipH="1" flipV="1">
                  <a:off x="3148166" y="4001599"/>
                  <a:ext cx="1517" cy="236914"/>
                </a:xfrm>
                <a:prstGeom prst="line">
                  <a:avLst/>
                </a:prstGeom>
                <a:noFill/>
                <a:ln w="25400" cap="flat" cmpd="sng" algn="ctr">
                  <a:solidFill>
                    <a:srgbClr val="CC0000"/>
                  </a:solidFill>
                  <a:prstDash val="solid"/>
                </a:ln>
                <a:effectLst/>
              </p:spPr>
            </p:cxnSp>
          </p:grpSp>
          <p:sp>
            <p:nvSpPr>
              <p:cNvPr id="3" name="TextBox 2">
                <a:extLst>
                  <a:ext uri="{FF2B5EF4-FFF2-40B4-BE49-F238E27FC236}">
                    <a16:creationId xmlns:a16="http://schemas.microsoft.com/office/drawing/2014/main" id="{795B25A3-83EE-0C42-A451-21C2EA7C24E0}"/>
                  </a:ext>
                </a:extLst>
              </p:cNvPr>
              <p:cNvSpPr txBox="1"/>
              <p:nvPr/>
            </p:nvSpPr>
            <p:spPr>
              <a:xfrm>
                <a:off x="8759686" y="4055165"/>
                <a:ext cx="126573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Flow table</a:t>
                </a:r>
              </a:p>
            </p:txBody>
          </p:sp>
          <p:sp>
            <p:nvSpPr>
              <p:cNvPr id="41" name="TextBox 40">
                <a:extLst>
                  <a:ext uri="{FF2B5EF4-FFF2-40B4-BE49-F238E27FC236}">
                    <a16:creationId xmlns:a16="http://schemas.microsoft.com/office/drawing/2014/main" id="{0F3A5449-AA06-DE4B-8FA1-C9212AFA1460}"/>
                  </a:ext>
                </a:extLst>
              </p:cNvPr>
              <p:cNvSpPr txBox="1"/>
              <p:nvPr/>
            </p:nvSpPr>
            <p:spPr>
              <a:xfrm>
                <a:off x="8461513" y="4379843"/>
                <a:ext cx="837986"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match</a:t>
                </a:r>
              </a:p>
            </p:txBody>
          </p:sp>
          <p:sp>
            <p:nvSpPr>
              <p:cNvPr id="42" name="TextBox 41">
                <a:extLst>
                  <a:ext uri="{FF2B5EF4-FFF2-40B4-BE49-F238E27FC236}">
                    <a16:creationId xmlns:a16="http://schemas.microsoft.com/office/drawing/2014/main" id="{1BF5AE11-1691-C64E-A175-EA1E60B74E4A}"/>
                  </a:ext>
                </a:extLst>
              </p:cNvPr>
              <p:cNvSpPr txBox="1"/>
              <p:nvPr/>
            </p:nvSpPr>
            <p:spPr>
              <a:xfrm>
                <a:off x="9409044" y="4386470"/>
                <a:ext cx="83227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action</a:t>
                </a:r>
              </a:p>
            </p:txBody>
          </p:sp>
        </p:grpSp>
        <p:cxnSp>
          <p:nvCxnSpPr>
            <p:cNvPr id="46" name="Straight Connector 45">
              <a:extLst>
                <a:ext uri="{FF2B5EF4-FFF2-40B4-BE49-F238E27FC236}">
                  <a16:creationId xmlns:a16="http://schemas.microsoft.com/office/drawing/2014/main" id="{584E34B4-C7CA-6740-A020-13986B97F632}"/>
                </a:ext>
              </a:extLst>
            </p:cNvPr>
            <p:cNvCxnSpPr>
              <a:cxnSpLocks/>
              <a:stCxn id="6" idx="0"/>
            </p:cNvCxnSpPr>
            <p:nvPr/>
          </p:nvCxnSpPr>
          <p:spPr>
            <a:xfrm flipV="1">
              <a:off x="4386238" y="5804452"/>
              <a:ext cx="2398875" cy="19036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575B8A9-3D40-6341-867B-507C81B4BA39}"/>
                </a:ext>
              </a:extLst>
            </p:cNvPr>
            <p:cNvCxnSpPr>
              <a:cxnSpLocks/>
            </p:cNvCxnSpPr>
            <p:nvPr/>
          </p:nvCxnSpPr>
          <p:spPr>
            <a:xfrm>
              <a:off x="4399722" y="6361044"/>
              <a:ext cx="755373" cy="32647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3068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dissolve">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dissolve">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dissolve">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dissolve">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dissolve">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dissolve">
                                      <p:cBhvr>
                                        <p:cTn id="32" dur="500"/>
                                        <p:tgtEl>
                                          <p:spTgt spid="2">
                                            <p:txEl>
                                              <p:pRg st="4" end="4"/>
                                            </p:txEl>
                                          </p:spTgt>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animEffect transition="in" filter="dissolve">
                                      <p:cBhvr>
                                        <p:cTn id="35"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1F8DAEA6-A5F2-2048-AC8C-FB7957AA6B67}"/>
              </a:ext>
            </a:extLst>
          </p:cNvPr>
          <p:cNvSpPr>
            <a:spLocks noGrp="1"/>
          </p:cNvSpPr>
          <p:nvPr>
            <p:ph type="title"/>
          </p:nvPr>
        </p:nvSpPr>
        <p:spPr/>
        <p:txBody>
          <a:bodyPr>
            <a:normAutofit fontScale="90000"/>
          </a:bodyPr>
          <a:lstStyle/>
          <a:p>
            <a:r>
              <a:rPr lang="en-US" sz="4800" dirty="0"/>
              <a:t>OpenFlow API</a:t>
            </a:r>
          </a:p>
        </p:txBody>
      </p:sp>
      <p:sp>
        <p:nvSpPr>
          <p:cNvPr id="2" name="Text Placeholder 1">
            <a:extLst>
              <a:ext uri="{FF2B5EF4-FFF2-40B4-BE49-F238E27FC236}">
                <a16:creationId xmlns:a16="http://schemas.microsoft.com/office/drawing/2014/main" id="{C4A8B4E1-41A8-EC71-9B29-72B6BBFB03EF}"/>
              </a:ext>
            </a:extLst>
          </p:cNvPr>
          <p:cNvSpPr>
            <a:spLocks noGrp="1"/>
          </p:cNvSpPr>
          <p:nvPr>
            <p:ph type="body" idx="1"/>
          </p:nvPr>
        </p:nvSpPr>
        <p:spPr/>
        <p:txBody>
          <a:bodyPr/>
          <a:lstStyle/>
          <a:p>
            <a:endParaRPr lang="en-US" dirty="0"/>
          </a:p>
        </p:txBody>
      </p:sp>
      <p:sp>
        <p:nvSpPr>
          <p:cNvPr id="41" name="Slide Number Placeholder 3">
            <a:extLst>
              <a:ext uri="{FF2B5EF4-FFF2-40B4-BE49-F238E27FC236}">
                <a16:creationId xmlns:a16="http://schemas.microsoft.com/office/drawing/2014/main" id="{AA29DABC-DA37-E842-8BB6-80170D376CC3}"/>
              </a:ext>
            </a:extLst>
          </p:cNvPr>
          <p:cNvSpPr>
            <a:spLocks noGrp="1"/>
          </p:cNvSpPr>
          <p:nvPr>
            <p:ph type="sldNum" sz="quarter" idx="4294967295"/>
          </p:nvPr>
        </p:nvSpPr>
        <p:spPr>
          <a:xfrm>
            <a:off x="9448800" y="64436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37</a:t>
            </a:fld>
            <a:endParaRPr lang="en-US"/>
          </a:p>
        </p:txBody>
      </p:sp>
      <p:sp>
        <p:nvSpPr>
          <p:cNvPr id="111" name="Rectangle 22">
            <a:extLst>
              <a:ext uri="{FF2B5EF4-FFF2-40B4-BE49-F238E27FC236}">
                <a16:creationId xmlns:a16="http://schemas.microsoft.com/office/drawing/2014/main" id="{0AD70559-AC7C-9947-AC45-23DE9B6E4A95}"/>
              </a:ext>
            </a:extLst>
          </p:cNvPr>
          <p:cNvSpPr>
            <a:spLocks/>
          </p:cNvSpPr>
          <p:nvPr/>
        </p:nvSpPr>
        <p:spPr bwMode="auto">
          <a:xfrm>
            <a:off x="2071274" y="1501983"/>
            <a:ext cx="1446212" cy="687387"/>
          </a:xfrm>
          <a:prstGeom prst="rect">
            <a:avLst/>
          </a:prstGeom>
          <a:solidFill>
            <a:srgbClr val="BBE0E3"/>
          </a:solidFill>
          <a:ln w="12700">
            <a:solidFill>
              <a:srgbClr val="000000"/>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112" name="Rectangle 23">
            <a:extLst>
              <a:ext uri="{FF2B5EF4-FFF2-40B4-BE49-F238E27FC236}">
                <a16:creationId xmlns:a16="http://schemas.microsoft.com/office/drawing/2014/main" id="{5DB35E10-A1A0-7045-B47B-6F16D607C190}"/>
              </a:ext>
            </a:extLst>
          </p:cNvPr>
          <p:cNvSpPr>
            <a:spLocks/>
          </p:cNvSpPr>
          <p:nvPr/>
        </p:nvSpPr>
        <p:spPr bwMode="auto">
          <a:xfrm>
            <a:off x="2412586" y="1705589"/>
            <a:ext cx="59939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Match</a:t>
            </a:r>
          </a:p>
        </p:txBody>
      </p:sp>
      <p:sp>
        <p:nvSpPr>
          <p:cNvPr id="113" name="Rectangle 24">
            <a:extLst>
              <a:ext uri="{FF2B5EF4-FFF2-40B4-BE49-F238E27FC236}">
                <a16:creationId xmlns:a16="http://schemas.microsoft.com/office/drawing/2014/main" id="{BE807A08-7FD9-9545-85F5-D6F935F202EE}"/>
              </a:ext>
            </a:extLst>
          </p:cNvPr>
          <p:cNvSpPr>
            <a:spLocks/>
          </p:cNvSpPr>
          <p:nvPr/>
        </p:nvSpPr>
        <p:spPr bwMode="auto">
          <a:xfrm>
            <a:off x="3517486" y="1501983"/>
            <a:ext cx="1446213" cy="687387"/>
          </a:xfrm>
          <a:prstGeom prst="rect">
            <a:avLst/>
          </a:prstGeom>
          <a:solidFill>
            <a:schemeClr val="accent6">
              <a:lumMod val="20000"/>
              <a:lumOff val="80000"/>
            </a:schemeClr>
          </a:solidFill>
          <a:ln w="12700">
            <a:solidFill>
              <a:srgbClr val="697D3A"/>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114" name="Rectangle 25">
            <a:extLst>
              <a:ext uri="{FF2B5EF4-FFF2-40B4-BE49-F238E27FC236}">
                <a16:creationId xmlns:a16="http://schemas.microsoft.com/office/drawing/2014/main" id="{85913BFC-51C9-314A-ABD6-4F034C9B256A}"/>
              </a:ext>
            </a:extLst>
          </p:cNvPr>
          <p:cNvSpPr>
            <a:spLocks/>
          </p:cNvSpPr>
          <p:nvPr/>
        </p:nvSpPr>
        <p:spPr bwMode="auto">
          <a:xfrm>
            <a:off x="3690524" y="1705183"/>
            <a:ext cx="60325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Action</a:t>
            </a:r>
          </a:p>
        </p:txBody>
      </p:sp>
      <p:sp>
        <p:nvSpPr>
          <p:cNvPr id="115" name="Rectangle 26">
            <a:extLst>
              <a:ext uri="{FF2B5EF4-FFF2-40B4-BE49-F238E27FC236}">
                <a16:creationId xmlns:a16="http://schemas.microsoft.com/office/drawing/2014/main" id="{16236DDC-2598-9646-B25C-B30C4DFC7CB1}"/>
              </a:ext>
            </a:extLst>
          </p:cNvPr>
          <p:cNvSpPr>
            <a:spLocks/>
          </p:cNvSpPr>
          <p:nvPr/>
        </p:nvSpPr>
        <p:spPr bwMode="auto">
          <a:xfrm>
            <a:off x="4963699" y="1501983"/>
            <a:ext cx="1447800" cy="687387"/>
          </a:xfrm>
          <a:prstGeom prst="rect">
            <a:avLst/>
          </a:prstGeom>
          <a:solidFill>
            <a:schemeClr val="bg1">
              <a:lumMod val="95000"/>
            </a:schemeClr>
          </a:solidFill>
          <a:ln w="12700">
            <a:solidFill>
              <a:srgbClr val="800000"/>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116" name="Rectangle 27">
            <a:extLst>
              <a:ext uri="{FF2B5EF4-FFF2-40B4-BE49-F238E27FC236}">
                <a16:creationId xmlns:a16="http://schemas.microsoft.com/office/drawing/2014/main" id="{9C8898B1-B74A-254A-929E-364CFA1886A8}"/>
              </a:ext>
            </a:extLst>
          </p:cNvPr>
          <p:cNvSpPr>
            <a:spLocks/>
          </p:cNvSpPr>
          <p:nvPr/>
        </p:nvSpPr>
        <p:spPr bwMode="auto">
          <a:xfrm>
            <a:off x="5403642" y="1705183"/>
            <a:ext cx="4603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Stats</a:t>
            </a:r>
          </a:p>
        </p:txBody>
      </p:sp>
      <p:grpSp>
        <p:nvGrpSpPr>
          <p:cNvPr id="18" name="Group 17">
            <a:extLst>
              <a:ext uri="{FF2B5EF4-FFF2-40B4-BE49-F238E27FC236}">
                <a16:creationId xmlns:a16="http://schemas.microsoft.com/office/drawing/2014/main" id="{59F896C2-F45F-994F-85B3-1277A3B273B4}"/>
              </a:ext>
            </a:extLst>
          </p:cNvPr>
          <p:cNvGrpSpPr/>
          <p:nvPr/>
        </p:nvGrpSpPr>
        <p:grpSpPr>
          <a:xfrm>
            <a:off x="3169824" y="2200944"/>
            <a:ext cx="5634037" cy="2162712"/>
            <a:chOff x="3169824" y="2200944"/>
            <a:chExt cx="5634037" cy="2162712"/>
          </a:xfrm>
        </p:grpSpPr>
        <p:sp>
          <p:nvSpPr>
            <p:cNvPr id="117" name="Rectangle 28">
              <a:extLst>
                <a:ext uri="{FF2B5EF4-FFF2-40B4-BE49-F238E27FC236}">
                  <a16:creationId xmlns:a16="http://schemas.microsoft.com/office/drawing/2014/main" id="{9266D65C-F99C-1F43-8034-2A04FEF53866}"/>
                </a:ext>
              </a:extLst>
            </p:cNvPr>
            <p:cNvSpPr>
              <a:spLocks/>
            </p:cNvSpPr>
            <p:nvPr/>
          </p:nvSpPr>
          <p:spPr bwMode="auto">
            <a:xfrm>
              <a:off x="3169824" y="2967245"/>
              <a:ext cx="5634037" cy="1396411"/>
            </a:xfrm>
            <a:prstGeom prst="rect">
              <a:avLst/>
            </a:prstGeom>
            <a:solidFill>
              <a:schemeClr val="accent6">
                <a:lumMod val="20000"/>
                <a:lumOff val="80000"/>
              </a:schemeClr>
            </a:solidFill>
            <a:ln w="12700">
              <a:solidFill>
                <a:srgbClr val="697D3A"/>
              </a:solidFill>
              <a:miter lim="800000"/>
              <a:headEnd/>
              <a:tailEnd/>
            </a:ln>
          </p:spPr>
          <p:txBody>
            <a:bodyPr lIns="0" tIns="0" rIns="0" bIns="0" anchor="ctr"/>
            <a:lstStyle>
              <a:lvl1pPr marL="357188" indent="-330200"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357188" marR="0" lvl="0" indent="-330200" algn="l" defTabSz="457200" rtl="0" eaLnBrk="0" fontAlgn="base" latinLnBrk="0" hangingPunct="0">
                <a:lnSpc>
                  <a:spcPct val="100000"/>
                </a:lnSpc>
                <a:spcBef>
                  <a:spcPct val="0"/>
                </a:spcBef>
                <a:spcAft>
                  <a:spcPct val="0"/>
                </a:spcAft>
                <a:buClrTx/>
                <a:buSzTx/>
                <a:buFontTx/>
                <a:buAutoNum type="arabicPeriod"/>
                <a:tabLst/>
                <a:defRPr/>
              </a:pPr>
              <a:r>
                <a:rPr kumimoji="0" lang="en-US" altLang="en-US" sz="22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Forward packet to port(s)</a:t>
              </a:r>
            </a:p>
            <a:p>
              <a:pPr marL="357188" marR="0" lvl="0" indent="-330200" algn="l" defTabSz="457200" rtl="0" eaLnBrk="0" fontAlgn="base" latinLnBrk="0" hangingPunct="0">
                <a:lnSpc>
                  <a:spcPct val="100000"/>
                </a:lnSpc>
                <a:spcBef>
                  <a:spcPct val="0"/>
                </a:spcBef>
                <a:spcAft>
                  <a:spcPct val="0"/>
                </a:spcAft>
                <a:buClrTx/>
                <a:buSzTx/>
                <a:buFontTx/>
                <a:buAutoNum type="arabicPeriod"/>
                <a:tabLst/>
                <a:defRPr/>
              </a:pPr>
              <a:r>
                <a:rPr kumimoji="0" lang="en-US" altLang="en-US" sz="22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Drop packet</a:t>
              </a:r>
            </a:p>
            <a:p>
              <a:pPr marL="357188" marR="0" lvl="0" indent="-330200" algn="l" defTabSz="457200" rtl="0" eaLnBrk="0" fontAlgn="base" latinLnBrk="0" hangingPunct="0">
                <a:lnSpc>
                  <a:spcPct val="100000"/>
                </a:lnSpc>
                <a:spcBef>
                  <a:spcPct val="0"/>
                </a:spcBef>
                <a:spcAft>
                  <a:spcPct val="0"/>
                </a:spcAft>
                <a:buClrTx/>
                <a:buSzTx/>
                <a:buFontTx/>
                <a:buAutoNum type="arabicPeriod"/>
                <a:tabLst/>
                <a:defRPr/>
              </a:pPr>
              <a:r>
                <a:rPr kumimoji="0" lang="en-US" altLang="en-US" sz="22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Modify fields in header(s)</a:t>
              </a:r>
            </a:p>
            <a:p>
              <a:pPr marL="357188" marR="0" lvl="0" indent="-330200" algn="l" defTabSz="457200" rtl="0" eaLnBrk="0" fontAlgn="base" latinLnBrk="0" hangingPunct="0">
                <a:lnSpc>
                  <a:spcPct val="100000"/>
                </a:lnSpc>
                <a:spcBef>
                  <a:spcPct val="0"/>
                </a:spcBef>
                <a:spcAft>
                  <a:spcPct val="0"/>
                </a:spcAft>
                <a:buClrTx/>
                <a:buSzTx/>
                <a:buFontTx/>
                <a:buAutoNum type="arabicPeriod"/>
                <a:tabLst/>
                <a:defRPr/>
              </a:pPr>
              <a:r>
                <a:rPr kumimoji="0" lang="en-US" altLang="en-US" sz="22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Encapsulate and forward to controller</a:t>
              </a:r>
            </a:p>
          </p:txBody>
        </p:sp>
        <p:sp>
          <p:nvSpPr>
            <p:cNvPr id="119" name="Line 31">
              <a:extLst>
                <a:ext uri="{FF2B5EF4-FFF2-40B4-BE49-F238E27FC236}">
                  <a16:creationId xmlns:a16="http://schemas.microsoft.com/office/drawing/2014/main" id="{52B512E6-14A5-1848-BD25-C203B04E8EEA}"/>
                </a:ext>
              </a:extLst>
            </p:cNvPr>
            <p:cNvSpPr>
              <a:spLocks noChangeShapeType="1"/>
            </p:cNvSpPr>
            <p:nvPr/>
          </p:nvSpPr>
          <p:spPr bwMode="auto">
            <a:xfrm>
              <a:off x="3616272" y="2200944"/>
              <a:ext cx="1588" cy="758825"/>
            </a:xfrm>
            <a:prstGeom prst="line">
              <a:avLst/>
            </a:prstGeom>
            <a:noFill/>
            <a:ln w="38100">
              <a:solidFill>
                <a:srgbClr val="000000"/>
              </a:solidFill>
              <a:prstDash val="sysDot"/>
              <a:round/>
              <a:headEnd/>
              <a:tailEnd/>
            </a:ln>
            <a:extLst>
              <a:ext uri="{909E8E84-426E-40DD-AFC4-6F175D3DCCD1}">
                <a14:hiddenFill xmlns:a14="http://schemas.microsoft.com/office/drawing/2010/main">
                  <a:noFill/>
                </a14:hiddenFill>
              </a:ext>
            </a:extLst>
          </p:spPr>
          <p:txBody>
            <a:bodyPr lIns="64291" tIns="32146" rIns="64291" bIns="32146"/>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41" name="Group 140">
            <a:extLst>
              <a:ext uri="{FF2B5EF4-FFF2-40B4-BE49-F238E27FC236}">
                <a16:creationId xmlns:a16="http://schemas.microsoft.com/office/drawing/2014/main" id="{A4B313E8-BEC4-FE4B-9D13-E1494E2C29CB}"/>
              </a:ext>
            </a:extLst>
          </p:cNvPr>
          <p:cNvGrpSpPr/>
          <p:nvPr/>
        </p:nvGrpSpPr>
        <p:grpSpPr>
          <a:xfrm>
            <a:off x="5035074" y="2200945"/>
            <a:ext cx="3044825" cy="623425"/>
            <a:chOff x="5116099" y="2200945"/>
            <a:chExt cx="3044825" cy="623425"/>
          </a:xfrm>
        </p:grpSpPr>
        <p:sp>
          <p:nvSpPr>
            <p:cNvPr id="120" name="Rectangle 32">
              <a:extLst>
                <a:ext uri="{FF2B5EF4-FFF2-40B4-BE49-F238E27FC236}">
                  <a16:creationId xmlns:a16="http://schemas.microsoft.com/office/drawing/2014/main" id="{D609C7D3-AFCA-CD4D-A9FA-199E674273FE}"/>
                </a:ext>
              </a:extLst>
            </p:cNvPr>
            <p:cNvSpPr>
              <a:spLocks/>
            </p:cNvSpPr>
            <p:nvPr/>
          </p:nvSpPr>
          <p:spPr bwMode="auto">
            <a:xfrm>
              <a:off x="5116099" y="2440195"/>
              <a:ext cx="3044825" cy="384175"/>
            </a:xfrm>
            <a:prstGeom prst="rect">
              <a:avLst/>
            </a:prstGeom>
            <a:solidFill>
              <a:schemeClr val="bg1">
                <a:lumMod val="95000"/>
              </a:schemeClr>
            </a:solidFill>
            <a:ln w="12700">
              <a:solidFill>
                <a:srgbClr val="800000"/>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grpSp>
          <p:nvGrpSpPr>
            <p:cNvPr id="25" name="Group 24">
              <a:extLst>
                <a:ext uri="{FF2B5EF4-FFF2-40B4-BE49-F238E27FC236}">
                  <a16:creationId xmlns:a16="http://schemas.microsoft.com/office/drawing/2014/main" id="{8B95579B-B620-2543-AF1E-242CC2FF5E5D}"/>
                </a:ext>
              </a:extLst>
            </p:cNvPr>
            <p:cNvGrpSpPr/>
            <p:nvPr/>
          </p:nvGrpSpPr>
          <p:grpSpPr>
            <a:xfrm>
              <a:off x="5187757" y="2200945"/>
              <a:ext cx="2652492" cy="599613"/>
              <a:chOff x="5187757" y="2200945"/>
              <a:chExt cx="2652492" cy="599613"/>
            </a:xfrm>
          </p:grpSpPr>
          <p:sp>
            <p:nvSpPr>
              <p:cNvPr id="121" name="Rectangle 33">
                <a:extLst>
                  <a:ext uri="{FF2B5EF4-FFF2-40B4-BE49-F238E27FC236}">
                    <a16:creationId xmlns:a16="http://schemas.microsoft.com/office/drawing/2014/main" id="{75F85A0F-FD95-A049-B1DF-00E32B14CE21}"/>
                  </a:ext>
                </a:extLst>
              </p:cNvPr>
              <p:cNvSpPr>
                <a:spLocks/>
              </p:cNvSpPr>
              <p:nvPr/>
            </p:nvSpPr>
            <p:spPr bwMode="auto">
              <a:xfrm>
                <a:off x="5258974" y="2462420"/>
                <a:ext cx="25812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altLang="en-US" sz="22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Packet + byte counters</a:t>
                </a:r>
              </a:p>
            </p:txBody>
          </p:sp>
          <p:sp>
            <p:nvSpPr>
              <p:cNvPr id="122" name="Line 34">
                <a:extLst>
                  <a:ext uri="{FF2B5EF4-FFF2-40B4-BE49-F238E27FC236}">
                    <a16:creationId xmlns:a16="http://schemas.microsoft.com/office/drawing/2014/main" id="{870022B4-CB13-CE41-AE1A-A4275A96B6D5}"/>
                  </a:ext>
                </a:extLst>
              </p:cNvPr>
              <p:cNvSpPr>
                <a:spLocks noChangeShapeType="1"/>
              </p:cNvSpPr>
              <p:nvPr/>
            </p:nvSpPr>
            <p:spPr bwMode="auto">
              <a:xfrm rot="10800000" flipH="1">
                <a:off x="5187757" y="2200945"/>
                <a:ext cx="1587" cy="231775"/>
              </a:xfrm>
              <a:prstGeom prst="line">
                <a:avLst/>
              </a:prstGeom>
              <a:noFill/>
              <a:ln w="38100">
                <a:solidFill>
                  <a:srgbClr val="000000"/>
                </a:solidFill>
                <a:prstDash val="sysDot"/>
                <a:round/>
                <a:headEnd/>
                <a:tailEnd/>
              </a:ln>
              <a:extLst>
                <a:ext uri="{909E8E84-426E-40DD-AFC4-6F175D3DCCD1}">
                  <a14:hiddenFill xmlns:a14="http://schemas.microsoft.com/office/drawing/2010/main">
                    <a:noFill/>
                  </a14:hiddenFill>
                </a:ext>
              </a:extLst>
            </p:spPr>
            <p:txBody>
              <a:bodyPr lIns="64291" tIns="32146" rIns="64291" bIns="32146"/>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10" name="Group 9">
            <a:extLst>
              <a:ext uri="{FF2B5EF4-FFF2-40B4-BE49-F238E27FC236}">
                <a16:creationId xmlns:a16="http://schemas.microsoft.com/office/drawing/2014/main" id="{65D5C3D3-25BB-D54D-BCEB-FCA2C288C1FE}"/>
              </a:ext>
            </a:extLst>
          </p:cNvPr>
          <p:cNvGrpSpPr/>
          <p:nvPr/>
        </p:nvGrpSpPr>
        <p:grpSpPr>
          <a:xfrm>
            <a:off x="2117511" y="2200761"/>
            <a:ext cx="8446528" cy="3709144"/>
            <a:chOff x="2117511" y="2200761"/>
            <a:chExt cx="8446528" cy="3709144"/>
          </a:xfrm>
        </p:grpSpPr>
        <p:sp>
          <p:nvSpPr>
            <p:cNvPr id="79" name="文字方塊 29">
              <a:extLst>
                <a:ext uri="{FF2B5EF4-FFF2-40B4-BE49-F238E27FC236}">
                  <a16:creationId xmlns:a16="http://schemas.microsoft.com/office/drawing/2014/main" id="{064A0713-9D5B-6443-98A8-3EB2CC41AF85}"/>
                </a:ext>
              </a:extLst>
            </p:cNvPr>
            <p:cNvSpPr txBox="1">
              <a:spLocks noChangeArrowheads="1"/>
            </p:cNvSpPr>
            <p:nvPr/>
          </p:nvSpPr>
          <p:spPr bwMode="auto">
            <a:xfrm>
              <a:off x="2154100" y="4847642"/>
              <a:ext cx="2429474"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800" b="0" i="0" u="none" strike="noStrike" kern="1200" cap="none" spc="0" normalizeH="0" baseline="0" noProof="0">
                  <a:ln>
                    <a:noFill/>
                  </a:ln>
                  <a:solidFill>
                    <a:prstClr val="black"/>
                  </a:solidFill>
                  <a:effectLst/>
                  <a:uLnTx/>
                  <a:uFillTx/>
                  <a:latin typeface="Calibri" charset="0"/>
                  <a:ea typeface="新細明體" charset="0"/>
                </a:rPr>
                <a:t>Header fields to match:</a:t>
              </a:r>
              <a:endParaRPr kumimoji="0" lang="zh-TW" altLang="en-US" sz="1800" b="0" i="0" u="none" strike="noStrike" kern="1200" cap="none" spc="0" normalizeH="0" baseline="0" noProof="0">
                <a:ln>
                  <a:noFill/>
                </a:ln>
                <a:solidFill>
                  <a:prstClr val="black"/>
                </a:solidFill>
                <a:effectLst/>
                <a:uLnTx/>
                <a:uFillTx/>
                <a:latin typeface="Calibri" charset="0"/>
                <a:ea typeface="新細明體" charset="0"/>
              </a:endParaRPr>
            </a:p>
          </p:txBody>
        </p:sp>
        <p:sp>
          <p:nvSpPr>
            <p:cNvPr id="118" name="Line 30">
              <a:extLst>
                <a:ext uri="{FF2B5EF4-FFF2-40B4-BE49-F238E27FC236}">
                  <a16:creationId xmlns:a16="http://schemas.microsoft.com/office/drawing/2014/main" id="{77A0D0EE-2F6A-C542-92CB-4694F0C0D560}"/>
                </a:ext>
              </a:extLst>
            </p:cNvPr>
            <p:cNvSpPr>
              <a:spLocks noChangeShapeType="1"/>
            </p:cNvSpPr>
            <p:nvPr/>
          </p:nvSpPr>
          <p:spPr bwMode="auto">
            <a:xfrm>
              <a:off x="2127885" y="2200761"/>
              <a:ext cx="1858" cy="3054145"/>
            </a:xfrm>
            <a:prstGeom prst="line">
              <a:avLst/>
            </a:prstGeom>
            <a:noFill/>
            <a:ln w="38100">
              <a:solidFill>
                <a:srgbClr val="000000"/>
              </a:solidFill>
              <a:prstDash val="sysDot"/>
              <a:round/>
              <a:headEnd/>
              <a:tailEnd/>
            </a:ln>
            <a:extLst>
              <a:ext uri="{909E8E84-426E-40DD-AFC4-6F175D3DCCD1}">
                <a14:hiddenFill xmlns:a14="http://schemas.microsoft.com/office/drawing/2010/main">
                  <a:noFill/>
                </a14:hiddenFill>
              </a:ext>
            </a:extLst>
          </p:spPr>
          <p:txBody>
            <a:bodyPr lIns="64291" tIns="32146" rIns="64291" bIns="32146"/>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 name="矩形 15">
              <a:extLst>
                <a:ext uri="{FF2B5EF4-FFF2-40B4-BE49-F238E27FC236}">
                  <a16:creationId xmlns:a16="http://schemas.microsoft.com/office/drawing/2014/main" id="{CA379C48-5241-1340-B3EF-424003EEF91F}"/>
                </a:ext>
              </a:extLst>
            </p:cNvPr>
            <p:cNvSpPr/>
            <p:nvPr/>
          </p:nvSpPr>
          <p:spPr bwMode="auto">
            <a:xfrm>
              <a:off x="2117511" y="5262205"/>
              <a:ext cx="771961" cy="6477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400" b="0" i="0" u="none" strike="noStrike" kern="0" cap="none" spc="0" normalizeH="0" baseline="0" noProof="0">
                  <a:ln>
                    <a:noFill/>
                  </a:ln>
                  <a:solidFill>
                    <a:srgbClr val="FFFFFF"/>
                  </a:solidFill>
                  <a:effectLst/>
                  <a:uLnTx/>
                  <a:uFillTx/>
                  <a:latin typeface="Calibri" charset="0"/>
                  <a:ea typeface="新細明體" charset="0"/>
                  <a:cs typeface="新細明體" charset="0"/>
                </a:rPr>
                <a:t>Ingress Port</a:t>
              </a:r>
              <a:endParaRPr kumimoji="0" lang="zh-TW" altLang="en-US" sz="1400" b="0" i="0" u="none" strike="noStrike" kern="0" cap="none" spc="0" normalizeH="0" baseline="0" noProof="0">
                <a:ln>
                  <a:noFill/>
                </a:ln>
                <a:solidFill>
                  <a:srgbClr val="FFFFFF"/>
                </a:solidFill>
                <a:effectLst/>
                <a:uLnTx/>
                <a:uFillTx/>
                <a:latin typeface="Calibri" charset="0"/>
                <a:ea typeface="新細明體" charset="0"/>
                <a:cs typeface="新細明體" charset="0"/>
              </a:endParaRPr>
            </a:p>
          </p:txBody>
        </p:sp>
        <p:sp>
          <p:nvSpPr>
            <p:cNvPr id="64" name="矩形 17">
              <a:extLst>
                <a:ext uri="{FF2B5EF4-FFF2-40B4-BE49-F238E27FC236}">
                  <a16:creationId xmlns:a16="http://schemas.microsoft.com/office/drawing/2014/main" id="{EDDEBD12-93C8-C749-95E6-157B703157DF}"/>
                </a:ext>
              </a:extLst>
            </p:cNvPr>
            <p:cNvSpPr/>
            <p:nvPr/>
          </p:nvSpPr>
          <p:spPr bwMode="auto">
            <a:xfrm>
              <a:off x="2889472" y="5262205"/>
              <a:ext cx="655459" cy="6477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400" b="0" i="0" u="none" strike="noStrike" kern="0" cap="none" spc="0" normalizeH="0" baseline="0" noProof="0">
                  <a:ln>
                    <a:noFill/>
                  </a:ln>
                  <a:solidFill>
                    <a:srgbClr val="FFFFFF"/>
                  </a:solidFill>
                  <a:effectLst/>
                  <a:uLnTx/>
                  <a:uFillTx/>
                  <a:latin typeface="Calibri" charset="0"/>
                  <a:ea typeface="新細明體" charset="0"/>
                  <a:cs typeface="新細明體" charset="0"/>
                </a:rPr>
                <a:t>Src MAC</a:t>
              </a:r>
              <a:endParaRPr kumimoji="0" lang="zh-TW" altLang="en-US" sz="1400" b="0" i="0" u="none" strike="noStrike" kern="0" cap="none" spc="0" normalizeH="0" baseline="0" noProof="0">
                <a:ln>
                  <a:noFill/>
                </a:ln>
                <a:solidFill>
                  <a:srgbClr val="FFFFFF"/>
                </a:solidFill>
                <a:effectLst/>
                <a:uLnTx/>
                <a:uFillTx/>
                <a:latin typeface="Calibri" charset="0"/>
                <a:ea typeface="新細明體" charset="0"/>
                <a:cs typeface="新細明體" charset="0"/>
              </a:endParaRPr>
            </a:p>
          </p:txBody>
        </p:sp>
        <p:sp>
          <p:nvSpPr>
            <p:cNvPr id="65" name="矩形 18">
              <a:extLst>
                <a:ext uri="{FF2B5EF4-FFF2-40B4-BE49-F238E27FC236}">
                  <a16:creationId xmlns:a16="http://schemas.microsoft.com/office/drawing/2014/main" id="{BD494138-72F4-6849-A86F-6FAD87C96C5B}"/>
                </a:ext>
              </a:extLst>
            </p:cNvPr>
            <p:cNvSpPr/>
            <p:nvPr/>
          </p:nvSpPr>
          <p:spPr bwMode="auto">
            <a:xfrm>
              <a:off x="3544933" y="5262205"/>
              <a:ext cx="655459" cy="6477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400" b="0" i="0" u="none" strike="noStrike" kern="0" cap="none" spc="0" normalizeH="0" baseline="0" noProof="0">
                  <a:ln>
                    <a:noFill/>
                  </a:ln>
                  <a:solidFill>
                    <a:srgbClr val="FFFFFF"/>
                  </a:solidFill>
                  <a:effectLst/>
                  <a:uLnTx/>
                  <a:uFillTx/>
                  <a:latin typeface="Calibri" charset="0"/>
                  <a:ea typeface="新細明體" charset="0"/>
                  <a:cs typeface="新細明體" charset="0"/>
                </a:rPr>
                <a:t>Dst MAC</a:t>
              </a:r>
              <a:endParaRPr kumimoji="0" lang="zh-TW" altLang="en-US" sz="1400" b="0" i="0" u="none" strike="noStrike" kern="0" cap="none" spc="0" normalizeH="0" baseline="0" noProof="0">
                <a:ln>
                  <a:noFill/>
                </a:ln>
                <a:solidFill>
                  <a:srgbClr val="FFFFFF"/>
                </a:solidFill>
                <a:effectLst/>
                <a:uLnTx/>
                <a:uFillTx/>
                <a:latin typeface="Calibri" charset="0"/>
                <a:ea typeface="新細明體" charset="0"/>
                <a:cs typeface="新細明體" charset="0"/>
              </a:endParaRPr>
            </a:p>
          </p:txBody>
        </p:sp>
        <p:sp>
          <p:nvSpPr>
            <p:cNvPr id="66" name="矩形 19">
              <a:extLst>
                <a:ext uri="{FF2B5EF4-FFF2-40B4-BE49-F238E27FC236}">
                  <a16:creationId xmlns:a16="http://schemas.microsoft.com/office/drawing/2014/main" id="{89A4DCC1-6DF5-5340-A0A5-E76D4CDB272F}"/>
                </a:ext>
              </a:extLst>
            </p:cNvPr>
            <p:cNvSpPr/>
            <p:nvPr/>
          </p:nvSpPr>
          <p:spPr bwMode="auto">
            <a:xfrm>
              <a:off x="4200392" y="5262205"/>
              <a:ext cx="655459" cy="6477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400" b="0" i="0" u="none" strike="noStrike" kern="0" cap="none" spc="0" normalizeH="0" baseline="0" noProof="0">
                  <a:ln>
                    <a:noFill/>
                  </a:ln>
                  <a:solidFill>
                    <a:srgbClr val="FFFFFF"/>
                  </a:solidFill>
                  <a:effectLst/>
                  <a:uLnTx/>
                  <a:uFillTx/>
                  <a:latin typeface="Calibri" charset="0"/>
                  <a:ea typeface="新細明體" charset="0"/>
                  <a:cs typeface="新細明體" charset="0"/>
                </a:rPr>
                <a:t>Eth Type</a:t>
              </a:r>
              <a:endParaRPr kumimoji="0" lang="zh-TW" altLang="en-US" sz="1400" b="0" i="0" u="none" strike="noStrike" kern="0" cap="none" spc="0" normalizeH="0" baseline="0" noProof="0">
                <a:ln>
                  <a:noFill/>
                </a:ln>
                <a:solidFill>
                  <a:srgbClr val="FFFFFF"/>
                </a:solidFill>
                <a:effectLst/>
                <a:uLnTx/>
                <a:uFillTx/>
                <a:latin typeface="Calibri" charset="0"/>
                <a:ea typeface="新細明體" charset="0"/>
                <a:cs typeface="新細明體" charset="0"/>
              </a:endParaRPr>
            </a:p>
          </p:txBody>
        </p:sp>
        <p:sp>
          <p:nvSpPr>
            <p:cNvPr id="67" name="矩形 20">
              <a:extLst>
                <a:ext uri="{FF2B5EF4-FFF2-40B4-BE49-F238E27FC236}">
                  <a16:creationId xmlns:a16="http://schemas.microsoft.com/office/drawing/2014/main" id="{15670B19-5888-BF4A-8B11-FDBF006ADDB5}"/>
                </a:ext>
              </a:extLst>
            </p:cNvPr>
            <p:cNvSpPr/>
            <p:nvPr/>
          </p:nvSpPr>
          <p:spPr bwMode="auto">
            <a:xfrm>
              <a:off x="4855852" y="5262205"/>
              <a:ext cx="655459" cy="6477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400" b="0" i="0" u="none" strike="noStrike" kern="0" cap="none" spc="0" normalizeH="0" baseline="0" noProof="0">
                  <a:ln>
                    <a:noFill/>
                  </a:ln>
                  <a:solidFill>
                    <a:srgbClr val="FFFFFF"/>
                  </a:solidFill>
                  <a:effectLst/>
                  <a:uLnTx/>
                  <a:uFillTx/>
                  <a:latin typeface="Calibri" charset="0"/>
                  <a:ea typeface="新細明體" charset="0"/>
                  <a:cs typeface="新細明體" charset="0"/>
                </a:rPr>
                <a:t>VLAN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400" b="0" i="0" u="none" strike="noStrike" kern="0" cap="none" spc="0" normalizeH="0" baseline="0" noProof="0">
                  <a:ln>
                    <a:noFill/>
                  </a:ln>
                  <a:solidFill>
                    <a:srgbClr val="FFFFFF"/>
                  </a:solidFill>
                  <a:effectLst/>
                  <a:uLnTx/>
                  <a:uFillTx/>
                  <a:latin typeface="Calibri" charset="0"/>
                  <a:ea typeface="新細明體" charset="0"/>
                  <a:cs typeface="新細明體" charset="0"/>
                </a:rPr>
                <a:t> ID</a:t>
              </a:r>
              <a:endParaRPr kumimoji="0" lang="zh-TW" altLang="en-US" sz="1400" b="0" i="0" u="none" strike="noStrike" kern="0" cap="none" spc="0" normalizeH="0" baseline="0" noProof="0">
                <a:ln>
                  <a:noFill/>
                </a:ln>
                <a:solidFill>
                  <a:srgbClr val="FFFFFF"/>
                </a:solidFill>
                <a:effectLst/>
                <a:uLnTx/>
                <a:uFillTx/>
                <a:latin typeface="Calibri" charset="0"/>
                <a:ea typeface="新細明體" charset="0"/>
                <a:cs typeface="新細明體" charset="0"/>
              </a:endParaRPr>
            </a:p>
          </p:txBody>
        </p:sp>
        <p:sp>
          <p:nvSpPr>
            <p:cNvPr id="68" name="矩形 21">
              <a:extLst>
                <a:ext uri="{FF2B5EF4-FFF2-40B4-BE49-F238E27FC236}">
                  <a16:creationId xmlns:a16="http://schemas.microsoft.com/office/drawing/2014/main" id="{66D36742-74FB-594E-A690-B8C0858BCD8C}"/>
                </a:ext>
              </a:extLst>
            </p:cNvPr>
            <p:cNvSpPr/>
            <p:nvPr/>
          </p:nvSpPr>
          <p:spPr bwMode="auto">
            <a:xfrm>
              <a:off x="8068323" y="5262205"/>
              <a:ext cx="631307" cy="647700"/>
            </a:xfrm>
            <a:prstGeom prst="rect">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400" b="0" i="0" u="none" strike="noStrike" kern="0" cap="none" spc="0" normalizeH="0" baseline="0" noProof="0">
                  <a:ln>
                    <a:noFill/>
                  </a:ln>
                  <a:solidFill>
                    <a:srgbClr val="FFFFFF"/>
                  </a:solidFill>
                  <a:effectLst/>
                  <a:uLnTx/>
                  <a:uFillTx/>
                  <a:latin typeface="Calibri" charset="0"/>
                  <a:ea typeface="新細明體" charset="0"/>
                  <a:cs typeface="新細明體" charset="0"/>
                </a:rPr>
                <a:t>IP</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400" b="0" i="0" u="none" strike="noStrike" kern="0" cap="none" spc="0" normalizeH="0" baseline="0" noProof="0">
                  <a:ln>
                    <a:noFill/>
                  </a:ln>
                  <a:solidFill>
                    <a:srgbClr val="FFFFFF"/>
                  </a:solidFill>
                  <a:effectLst/>
                  <a:uLnTx/>
                  <a:uFillTx/>
                  <a:latin typeface="Calibri" charset="0"/>
                  <a:ea typeface="新細明體" charset="0"/>
                  <a:cs typeface="新細明體" charset="0"/>
                </a:rPr>
                <a:t>ToS</a:t>
              </a:r>
              <a:endParaRPr kumimoji="0" lang="zh-TW" altLang="en-US" sz="1400" b="0" i="0" u="none" strike="noStrike" kern="0" cap="none" spc="0" normalizeH="0" baseline="0" noProof="0">
                <a:ln>
                  <a:noFill/>
                </a:ln>
                <a:solidFill>
                  <a:srgbClr val="FFFFFF"/>
                </a:solidFill>
                <a:effectLst/>
                <a:uLnTx/>
                <a:uFillTx/>
                <a:latin typeface="Calibri" charset="0"/>
                <a:ea typeface="新細明體" charset="0"/>
                <a:cs typeface="新細明體" charset="0"/>
              </a:endParaRPr>
            </a:p>
          </p:txBody>
        </p:sp>
        <p:sp>
          <p:nvSpPr>
            <p:cNvPr id="69" name="矩形 22">
              <a:extLst>
                <a:ext uri="{FF2B5EF4-FFF2-40B4-BE49-F238E27FC236}">
                  <a16:creationId xmlns:a16="http://schemas.microsoft.com/office/drawing/2014/main" id="{3B962E35-4FCE-4748-95D0-2BAC40159868}"/>
                </a:ext>
              </a:extLst>
            </p:cNvPr>
            <p:cNvSpPr/>
            <p:nvPr/>
          </p:nvSpPr>
          <p:spPr bwMode="auto">
            <a:xfrm>
              <a:off x="7437016" y="5262205"/>
              <a:ext cx="631307" cy="647700"/>
            </a:xfrm>
            <a:prstGeom prst="rect">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400" b="0" i="0" u="none" strike="noStrike" kern="0" cap="none" spc="0" normalizeH="0" baseline="0" noProof="0">
                  <a:ln>
                    <a:noFill/>
                  </a:ln>
                  <a:solidFill>
                    <a:srgbClr val="FFFFFF"/>
                  </a:solidFill>
                  <a:effectLst/>
                  <a:uLnTx/>
                  <a:uFillTx/>
                  <a:latin typeface="Calibri" charset="0"/>
                  <a:ea typeface="新細明體" charset="0"/>
                  <a:cs typeface="新細明體" charset="0"/>
                </a:rPr>
                <a:t>IP Proto</a:t>
              </a:r>
              <a:endParaRPr kumimoji="0" lang="zh-TW" altLang="en-US" sz="1400" b="0" i="0" u="none" strike="noStrike" kern="0" cap="none" spc="0" normalizeH="0" baseline="0" noProof="0">
                <a:ln>
                  <a:noFill/>
                </a:ln>
                <a:solidFill>
                  <a:srgbClr val="FFFFFF"/>
                </a:solidFill>
                <a:effectLst/>
                <a:uLnTx/>
                <a:uFillTx/>
                <a:latin typeface="Calibri" charset="0"/>
                <a:ea typeface="新細明體" charset="0"/>
                <a:cs typeface="新細明體" charset="0"/>
              </a:endParaRPr>
            </a:p>
          </p:txBody>
        </p:sp>
        <p:sp>
          <p:nvSpPr>
            <p:cNvPr id="70" name="矩形 23">
              <a:extLst>
                <a:ext uri="{FF2B5EF4-FFF2-40B4-BE49-F238E27FC236}">
                  <a16:creationId xmlns:a16="http://schemas.microsoft.com/office/drawing/2014/main" id="{E0710398-489A-8E42-970A-84EBF2848538}"/>
                </a:ext>
              </a:extLst>
            </p:cNvPr>
            <p:cNvSpPr/>
            <p:nvPr/>
          </p:nvSpPr>
          <p:spPr bwMode="auto">
            <a:xfrm>
              <a:off x="6174401" y="5262205"/>
              <a:ext cx="631307" cy="647700"/>
            </a:xfrm>
            <a:prstGeom prst="rect">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400" b="0" i="0" u="none" strike="noStrike" kern="0" cap="none" spc="0" normalizeH="0" baseline="0" noProof="0">
                  <a:ln>
                    <a:noFill/>
                  </a:ln>
                  <a:solidFill>
                    <a:srgbClr val="FFFFFF"/>
                  </a:solidFill>
                  <a:effectLst/>
                  <a:uLnTx/>
                  <a:uFillTx/>
                  <a:latin typeface="Calibri" charset="0"/>
                  <a:ea typeface="新細明體" charset="0"/>
                  <a:cs typeface="新細明體" charset="0"/>
                </a:rPr>
                <a:t>IP Src</a:t>
              </a:r>
              <a:endParaRPr kumimoji="0" lang="zh-TW" altLang="en-US" sz="1400" b="0" i="0" u="none" strike="noStrike" kern="0" cap="none" spc="0" normalizeH="0" baseline="0" noProof="0">
                <a:ln>
                  <a:noFill/>
                </a:ln>
                <a:solidFill>
                  <a:srgbClr val="FFFFFF"/>
                </a:solidFill>
                <a:effectLst/>
                <a:uLnTx/>
                <a:uFillTx/>
                <a:latin typeface="Calibri" charset="0"/>
                <a:ea typeface="新細明體" charset="0"/>
                <a:cs typeface="新細明體" charset="0"/>
              </a:endParaRPr>
            </a:p>
          </p:txBody>
        </p:sp>
        <p:sp>
          <p:nvSpPr>
            <p:cNvPr id="71" name="矩形 24">
              <a:extLst>
                <a:ext uri="{FF2B5EF4-FFF2-40B4-BE49-F238E27FC236}">
                  <a16:creationId xmlns:a16="http://schemas.microsoft.com/office/drawing/2014/main" id="{36A6156D-DEAC-CD48-AB2C-460617505DF1}"/>
                </a:ext>
              </a:extLst>
            </p:cNvPr>
            <p:cNvSpPr/>
            <p:nvPr/>
          </p:nvSpPr>
          <p:spPr bwMode="auto">
            <a:xfrm>
              <a:off x="6805709" y="5262205"/>
              <a:ext cx="631307" cy="647700"/>
            </a:xfrm>
            <a:prstGeom prst="rect">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400" b="0" i="0" u="none" strike="noStrike" kern="0" cap="none" spc="0" normalizeH="0" baseline="0" noProof="0">
                  <a:ln>
                    <a:noFill/>
                  </a:ln>
                  <a:solidFill>
                    <a:srgbClr val="FFFFFF"/>
                  </a:solidFill>
                  <a:effectLst/>
                  <a:uLnTx/>
                  <a:uFillTx/>
                  <a:latin typeface="Calibri" charset="0"/>
                  <a:ea typeface="新細明體" charset="0"/>
                  <a:cs typeface="新細明體" charset="0"/>
                </a:rPr>
                <a:t>IP Dst</a:t>
              </a:r>
              <a:endParaRPr kumimoji="0" lang="zh-TW" altLang="en-US" sz="1400" b="0" i="0" u="none" strike="noStrike" kern="0" cap="none" spc="0" normalizeH="0" baseline="0" noProof="0">
                <a:ln>
                  <a:noFill/>
                </a:ln>
                <a:solidFill>
                  <a:srgbClr val="FFFFFF"/>
                </a:solidFill>
                <a:effectLst/>
                <a:uLnTx/>
                <a:uFillTx/>
                <a:latin typeface="Calibri" charset="0"/>
                <a:ea typeface="新細明體" charset="0"/>
                <a:cs typeface="新細明體" charset="0"/>
              </a:endParaRPr>
            </a:p>
          </p:txBody>
        </p:sp>
        <p:sp>
          <p:nvSpPr>
            <p:cNvPr id="72" name="矩形 25">
              <a:extLst>
                <a:ext uri="{FF2B5EF4-FFF2-40B4-BE49-F238E27FC236}">
                  <a16:creationId xmlns:a16="http://schemas.microsoft.com/office/drawing/2014/main" id="{1F3FF105-11DF-5A48-8361-56AEFF37DE1F}"/>
                </a:ext>
              </a:extLst>
            </p:cNvPr>
            <p:cNvSpPr/>
            <p:nvPr/>
          </p:nvSpPr>
          <p:spPr bwMode="auto">
            <a:xfrm>
              <a:off x="8706447" y="5262205"/>
              <a:ext cx="928796" cy="647700"/>
            </a:xfrm>
            <a:prstGeom prst="rect">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ts val="1480"/>
                </a:lnSpc>
                <a:spcBef>
                  <a:spcPct val="0"/>
                </a:spcBef>
                <a:spcAft>
                  <a:spcPct val="0"/>
                </a:spcAft>
                <a:buClrTx/>
                <a:buSzTx/>
                <a:buFontTx/>
                <a:buNone/>
                <a:tabLst/>
                <a:defRPr/>
              </a:pPr>
              <a:r>
                <a:rPr kumimoji="0" lang="en-US" altLang="zh-TW" sz="1400" b="0" i="0" u="none" strike="noStrike" kern="0" cap="none" spc="0" normalizeH="0" baseline="0" noProof="0">
                  <a:ln>
                    <a:noFill/>
                  </a:ln>
                  <a:solidFill>
                    <a:srgbClr val="FFFFFF"/>
                  </a:solidFill>
                  <a:effectLst/>
                  <a:uLnTx/>
                  <a:uFillTx/>
                  <a:latin typeface="Calibri" charset="0"/>
                  <a:ea typeface="新細明體" charset="0"/>
                  <a:cs typeface="新細明體" charset="0"/>
                </a:rPr>
                <a:t>TCP/UDP Src Port</a:t>
              </a:r>
              <a:endParaRPr kumimoji="0" lang="zh-TW" altLang="en-US" sz="1400" b="0" i="0" u="none" strike="noStrike" kern="0" cap="none" spc="0" normalizeH="0" baseline="0" noProof="0">
                <a:ln>
                  <a:noFill/>
                </a:ln>
                <a:solidFill>
                  <a:srgbClr val="FFFFFF"/>
                </a:solidFill>
                <a:effectLst/>
                <a:uLnTx/>
                <a:uFillTx/>
                <a:latin typeface="Calibri" charset="0"/>
                <a:ea typeface="新細明體" charset="0"/>
                <a:cs typeface="新細明體" charset="0"/>
              </a:endParaRPr>
            </a:p>
          </p:txBody>
        </p:sp>
        <p:sp>
          <p:nvSpPr>
            <p:cNvPr id="74" name="矩形 20">
              <a:extLst>
                <a:ext uri="{FF2B5EF4-FFF2-40B4-BE49-F238E27FC236}">
                  <a16:creationId xmlns:a16="http://schemas.microsoft.com/office/drawing/2014/main" id="{D4463F66-5C5E-EF4E-A286-CF91B7AD4661}"/>
                </a:ext>
              </a:extLst>
            </p:cNvPr>
            <p:cNvSpPr/>
            <p:nvPr/>
          </p:nvSpPr>
          <p:spPr bwMode="auto">
            <a:xfrm>
              <a:off x="5511311" y="5262205"/>
              <a:ext cx="655459" cy="6477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400" b="0" i="0" u="none" strike="noStrike" kern="0" cap="none" spc="0" normalizeH="0" baseline="0" noProof="0">
                  <a:ln>
                    <a:noFill/>
                  </a:ln>
                  <a:solidFill>
                    <a:srgbClr val="FFFFFF"/>
                  </a:solidFill>
                  <a:effectLst/>
                  <a:uLnTx/>
                  <a:uFillTx/>
                  <a:latin typeface="Calibri" charset="0"/>
                  <a:ea typeface="新細明體" charset="0"/>
                  <a:cs typeface="新細明體" charset="0"/>
                </a:rPr>
                <a:t>VLAN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400" b="0" i="0" u="none" strike="noStrike" kern="0" cap="none" spc="0" normalizeH="0" baseline="0" noProof="0">
                  <a:ln>
                    <a:noFill/>
                  </a:ln>
                  <a:solidFill>
                    <a:srgbClr val="FFFFFF"/>
                  </a:solidFill>
                  <a:effectLst/>
                  <a:uLnTx/>
                  <a:uFillTx/>
                  <a:latin typeface="Calibri" charset="0"/>
                  <a:ea typeface="新細明體" charset="0"/>
                  <a:cs typeface="新細明體" charset="0"/>
                </a:rPr>
                <a:t> Pri</a:t>
              </a:r>
              <a:endParaRPr kumimoji="0" lang="zh-TW" altLang="en-US" sz="1400" b="0" i="0" u="none" strike="noStrike" kern="0" cap="none" spc="0" normalizeH="0" baseline="0" noProof="0">
                <a:ln>
                  <a:noFill/>
                </a:ln>
                <a:solidFill>
                  <a:srgbClr val="FFFFFF"/>
                </a:solidFill>
                <a:effectLst/>
                <a:uLnTx/>
                <a:uFillTx/>
                <a:latin typeface="Calibri" charset="0"/>
                <a:ea typeface="新細明體" charset="0"/>
                <a:cs typeface="新細明體" charset="0"/>
              </a:endParaRPr>
            </a:p>
          </p:txBody>
        </p:sp>
        <p:sp>
          <p:nvSpPr>
            <p:cNvPr id="80" name="矩形 25">
              <a:extLst>
                <a:ext uri="{FF2B5EF4-FFF2-40B4-BE49-F238E27FC236}">
                  <a16:creationId xmlns:a16="http://schemas.microsoft.com/office/drawing/2014/main" id="{5FFDA9B9-54DA-4B46-8561-63255A4D55D6}"/>
                </a:ext>
              </a:extLst>
            </p:cNvPr>
            <p:cNvSpPr/>
            <p:nvPr/>
          </p:nvSpPr>
          <p:spPr bwMode="auto">
            <a:xfrm>
              <a:off x="9635243" y="5262205"/>
              <a:ext cx="928796" cy="647700"/>
            </a:xfrm>
            <a:prstGeom prst="rect">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ts val="1480"/>
                </a:lnSpc>
                <a:spcBef>
                  <a:spcPct val="0"/>
                </a:spcBef>
                <a:spcAft>
                  <a:spcPct val="0"/>
                </a:spcAft>
                <a:buClrTx/>
                <a:buSzTx/>
                <a:buFontTx/>
                <a:buNone/>
                <a:tabLst/>
                <a:defRPr/>
              </a:pPr>
              <a:r>
                <a:rPr kumimoji="0" lang="en-US" altLang="zh-TW" sz="1400" b="0" i="0" u="none" strike="noStrike" kern="0" cap="none" spc="0" normalizeH="0" baseline="0" noProof="0">
                  <a:ln>
                    <a:noFill/>
                  </a:ln>
                  <a:solidFill>
                    <a:srgbClr val="FFFFFF"/>
                  </a:solidFill>
                  <a:effectLst/>
                  <a:uLnTx/>
                  <a:uFillTx/>
                  <a:latin typeface="Calibri" charset="0"/>
                  <a:ea typeface="新細明體" charset="0"/>
                  <a:cs typeface="新細明體" charset="0"/>
                </a:rPr>
                <a:t>TCP/UDP Dst Port</a:t>
              </a:r>
              <a:endParaRPr kumimoji="0" lang="zh-TW" altLang="en-US" sz="1400" b="0" i="0" u="none" strike="noStrike" kern="0" cap="none" spc="0" normalizeH="0" baseline="0" noProof="0">
                <a:ln>
                  <a:noFill/>
                </a:ln>
                <a:solidFill>
                  <a:srgbClr val="FFFFFF"/>
                </a:solidFill>
                <a:effectLst/>
                <a:uLnTx/>
                <a:uFillTx/>
                <a:latin typeface="Calibri" charset="0"/>
                <a:ea typeface="新細明體" charset="0"/>
                <a:cs typeface="新細明體" charset="0"/>
              </a:endParaRPr>
            </a:p>
          </p:txBody>
        </p:sp>
      </p:grpSp>
      <p:grpSp>
        <p:nvGrpSpPr>
          <p:cNvPr id="8" name="Group 7">
            <a:extLst>
              <a:ext uri="{FF2B5EF4-FFF2-40B4-BE49-F238E27FC236}">
                <a16:creationId xmlns:a16="http://schemas.microsoft.com/office/drawing/2014/main" id="{0AAA8A2A-F690-D842-B569-854551A89B38}"/>
              </a:ext>
            </a:extLst>
          </p:cNvPr>
          <p:cNvGrpSpPr/>
          <p:nvPr/>
        </p:nvGrpSpPr>
        <p:grpSpPr>
          <a:xfrm>
            <a:off x="2930744" y="6077944"/>
            <a:ext cx="3235564" cy="549153"/>
            <a:chOff x="2826569" y="5888454"/>
            <a:chExt cx="3235564" cy="549153"/>
          </a:xfrm>
        </p:grpSpPr>
        <p:sp>
          <p:nvSpPr>
            <p:cNvPr id="123" name="文字方塊 29">
              <a:extLst>
                <a:ext uri="{FF2B5EF4-FFF2-40B4-BE49-F238E27FC236}">
                  <a16:creationId xmlns:a16="http://schemas.microsoft.com/office/drawing/2014/main" id="{CCD38D10-94F8-8543-A3D8-19F75A2CBC5B}"/>
                </a:ext>
              </a:extLst>
            </p:cNvPr>
            <p:cNvSpPr txBox="1">
              <a:spLocks noChangeArrowheads="1"/>
            </p:cNvSpPr>
            <p:nvPr/>
          </p:nvSpPr>
          <p:spPr bwMode="auto">
            <a:xfrm>
              <a:off x="3946642" y="6069307"/>
              <a:ext cx="9604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Link layer</a:t>
              </a:r>
              <a:endParaRPr kumimoji="0" lang="zh-TW"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 name="Left Brace 4">
              <a:extLst>
                <a:ext uri="{FF2B5EF4-FFF2-40B4-BE49-F238E27FC236}">
                  <a16:creationId xmlns:a16="http://schemas.microsoft.com/office/drawing/2014/main" id="{DD20D7D2-8080-1144-84E2-DF0AE45A3E07}"/>
                </a:ext>
              </a:extLst>
            </p:cNvPr>
            <p:cNvSpPr/>
            <p:nvPr/>
          </p:nvSpPr>
          <p:spPr>
            <a:xfrm rot="16200000">
              <a:off x="4340578" y="4374445"/>
              <a:ext cx="207546" cy="3235564"/>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7" name="Group 6">
            <a:extLst>
              <a:ext uri="{FF2B5EF4-FFF2-40B4-BE49-F238E27FC236}">
                <a16:creationId xmlns:a16="http://schemas.microsoft.com/office/drawing/2014/main" id="{43E68CBD-0ADB-BF45-9811-313CB44A39FD}"/>
              </a:ext>
            </a:extLst>
          </p:cNvPr>
          <p:cNvGrpSpPr/>
          <p:nvPr/>
        </p:nvGrpSpPr>
        <p:grpSpPr>
          <a:xfrm>
            <a:off x="6210166" y="6082290"/>
            <a:ext cx="2473565" cy="543987"/>
            <a:chOff x="6105991" y="5892800"/>
            <a:chExt cx="2473565" cy="543987"/>
          </a:xfrm>
        </p:grpSpPr>
        <p:sp>
          <p:nvSpPr>
            <p:cNvPr id="139" name="文字方塊 29">
              <a:extLst>
                <a:ext uri="{FF2B5EF4-FFF2-40B4-BE49-F238E27FC236}">
                  <a16:creationId xmlns:a16="http://schemas.microsoft.com/office/drawing/2014/main" id="{3C4B37B7-4F49-904E-87DA-069F41CD9CD0}"/>
                </a:ext>
              </a:extLst>
            </p:cNvPr>
            <p:cNvSpPr txBox="1">
              <a:spLocks noChangeArrowheads="1"/>
            </p:cNvSpPr>
            <p:nvPr/>
          </p:nvSpPr>
          <p:spPr bwMode="auto">
            <a:xfrm>
              <a:off x="6643718" y="6066899"/>
              <a:ext cx="13509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Network layer</a:t>
              </a:r>
              <a:endParaRPr kumimoji="0" lang="zh-TW"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157" name="Left Brace 156">
              <a:extLst>
                <a:ext uri="{FF2B5EF4-FFF2-40B4-BE49-F238E27FC236}">
                  <a16:creationId xmlns:a16="http://schemas.microsoft.com/office/drawing/2014/main" id="{2D2F3565-EA7A-1048-A9F5-6FD46BB2FE7C}"/>
                </a:ext>
              </a:extLst>
            </p:cNvPr>
            <p:cNvSpPr/>
            <p:nvPr/>
          </p:nvSpPr>
          <p:spPr>
            <a:xfrm rot="16200000">
              <a:off x="7238352" y="4760439"/>
              <a:ext cx="208844" cy="2473565"/>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B7B89AF4-D2C6-ED49-82AF-7F843E59C1F4}"/>
              </a:ext>
            </a:extLst>
          </p:cNvPr>
          <p:cNvGrpSpPr/>
          <p:nvPr/>
        </p:nvGrpSpPr>
        <p:grpSpPr>
          <a:xfrm>
            <a:off x="8436668" y="6082290"/>
            <a:ext cx="2349500" cy="547817"/>
            <a:chOff x="8332493" y="5892800"/>
            <a:chExt cx="2349500" cy="547817"/>
          </a:xfrm>
        </p:grpSpPr>
        <p:sp>
          <p:nvSpPr>
            <p:cNvPr id="140" name="文字方塊 29">
              <a:extLst>
                <a:ext uri="{FF2B5EF4-FFF2-40B4-BE49-F238E27FC236}">
                  <a16:creationId xmlns:a16="http://schemas.microsoft.com/office/drawing/2014/main" id="{2ABD9CD2-B6D6-3E47-89C5-B96007AAF9F3}"/>
                </a:ext>
              </a:extLst>
            </p:cNvPr>
            <p:cNvSpPr txBox="1">
              <a:spLocks noChangeArrowheads="1"/>
            </p:cNvSpPr>
            <p:nvPr/>
          </p:nvSpPr>
          <p:spPr bwMode="auto">
            <a:xfrm>
              <a:off x="8332493" y="6070729"/>
              <a:ext cx="2349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Transport layer</a:t>
              </a:r>
              <a:endParaRPr kumimoji="0" lang="zh-TW"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158" name="Left Brace 157">
              <a:extLst>
                <a:ext uri="{FF2B5EF4-FFF2-40B4-BE49-F238E27FC236}">
                  <a16:creationId xmlns:a16="http://schemas.microsoft.com/office/drawing/2014/main" id="{18486B04-E7B6-DC48-B5C3-FDA12199B810}"/>
                </a:ext>
              </a:extLst>
            </p:cNvPr>
            <p:cNvSpPr/>
            <p:nvPr/>
          </p:nvSpPr>
          <p:spPr>
            <a:xfrm rot="16200000">
              <a:off x="9405820" y="5104751"/>
              <a:ext cx="214489" cy="1790588"/>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4250989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dissolv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41"/>
                                        </p:tgtEl>
                                        <p:attrNameLst>
                                          <p:attrName>style.visibility</p:attrName>
                                        </p:attrNameLst>
                                      </p:cBhvr>
                                      <p:to>
                                        <p:strVal val="visible"/>
                                      </p:to>
                                    </p:set>
                                    <p:animEffect transition="in" filter="dissolve">
                                      <p:cBhvr>
                                        <p:cTn id="32"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1F8DAEA6-A5F2-2048-AC8C-FB7957AA6B67}"/>
              </a:ext>
            </a:extLst>
          </p:cNvPr>
          <p:cNvSpPr>
            <a:spLocks noGrp="1"/>
          </p:cNvSpPr>
          <p:nvPr>
            <p:ph type="title"/>
          </p:nvPr>
        </p:nvSpPr>
        <p:spPr/>
        <p:txBody>
          <a:bodyPr>
            <a:normAutofit fontScale="90000"/>
          </a:bodyPr>
          <a:lstStyle/>
          <a:p>
            <a:r>
              <a:rPr lang="en-US" sz="4800"/>
              <a:t>OpenFlow: examples</a:t>
            </a:r>
          </a:p>
        </p:txBody>
      </p:sp>
      <p:sp>
        <p:nvSpPr>
          <p:cNvPr id="5" name="Text Placeholder 4">
            <a:extLst>
              <a:ext uri="{FF2B5EF4-FFF2-40B4-BE49-F238E27FC236}">
                <a16:creationId xmlns:a16="http://schemas.microsoft.com/office/drawing/2014/main" id="{37EAAACF-58E9-531D-4B31-0D5691F81F24}"/>
              </a:ext>
            </a:extLst>
          </p:cNvPr>
          <p:cNvSpPr>
            <a:spLocks noGrp="1"/>
          </p:cNvSpPr>
          <p:nvPr>
            <p:ph type="body" idx="1"/>
          </p:nvPr>
        </p:nvSpPr>
        <p:spPr/>
        <p:txBody>
          <a:bodyPr/>
          <a:lstStyle/>
          <a:p>
            <a:endParaRPr lang="en-US"/>
          </a:p>
        </p:txBody>
      </p:sp>
      <p:sp>
        <p:nvSpPr>
          <p:cNvPr id="89" name="Rectangle 2">
            <a:extLst>
              <a:ext uri="{FF2B5EF4-FFF2-40B4-BE49-F238E27FC236}">
                <a16:creationId xmlns:a16="http://schemas.microsoft.com/office/drawing/2014/main" id="{526E2F5F-20F8-C742-A735-6EA6D01366B2}"/>
              </a:ext>
            </a:extLst>
          </p:cNvPr>
          <p:cNvSpPr>
            <a:spLocks/>
          </p:cNvSpPr>
          <p:nvPr/>
        </p:nvSpPr>
        <p:spPr bwMode="auto">
          <a:xfrm>
            <a:off x="798077" y="2691365"/>
            <a:ext cx="934278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spAutoFit/>
          </a:bodyP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IP datagrams destined to IP address  51.6.0.8 should be forwarded to router output port 6 </a:t>
            </a:r>
          </a:p>
        </p:txBody>
      </p:sp>
      <p:sp>
        <p:nvSpPr>
          <p:cNvPr id="175" name="Rectangle 2">
            <a:extLst>
              <a:ext uri="{FF2B5EF4-FFF2-40B4-BE49-F238E27FC236}">
                <a16:creationId xmlns:a16="http://schemas.microsoft.com/office/drawing/2014/main" id="{C661A0EE-3CAA-A148-951F-09D37CCB355B}"/>
              </a:ext>
            </a:extLst>
          </p:cNvPr>
          <p:cNvSpPr>
            <a:spLocks/>
          </p:cNvSpPr>
          <p:nvPr/>
        </p:nvSpPr>
        <p:spPr bwMode="auto">
          <a:xfrm>
            <a:off x="887520" y="4590922"/>
            <a:ext cx="778191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spAutoFit/>
          </a:bodyP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Block (do not forward) all datagrams destined to TCP  port 22 (ssh port #)</a:t>
            </a:r>
          </a:p>
        </p:txBody>
      </p:sp>
      <p:sp>
        <p:nvSpPr>
          <p:cNvPr id="210" name="Rectangle 2">
            <a:extLst>
              <a:ext uri="{FF2B5EF4-FFF2-40B4-BE49-F238E27FC236}">
                <a16:creationId xmlns:a16="http://schemas.microsoft.com/office/drawing/2014/main" id="{EEA18CF9-70FA-D747-97D5-F01B3D51AB8F}"/>
              </a:ext>
            </a:extLst>
          </p:cNvPr>
          <p:cNvSpPr>
            <a:spLocks/>
          </p:cNvSpPr>
          <p:nvPr/>
        </p:nvSpPr>
        <p:spPr bwMode="auto">
          <a:xfrm>
            <a:off x="182298" y="6039302"/>
            <a:ext cx="706748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spAutoFit/>
          </a:bodyP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Block (do not forward) all datagrams sent by host 128.119.1.1</a:t>
            </a:r>
          </a:p>
        </p:txBody>
      </p:sp>
      <p:grpSp>
        <p:nvGrpSpPr>
          <p:cNvPr id="4" name="Group 3">
            <a:extLst>
              <a:ext uri="{FF2B5EF4-FFF2-40B4-BE49-F238E27FC236}">
                <a16:creationId xmlns:a16="http://schemas.microsoft.com/office/drawing/2014/main" id="{2FB4CC91-5961-D74B-BEE0-5BC611D103E7}"/>
              </a:ext>
            </a:extLst>
          </p:cNvPr>
          <p:cNvGrpSpPr/>
          <p:nvPr/>
        </p:nvGrpSpPr>
        <p:grpSpPr>
          <a:xfrm>
            <a:off x="899508" y="1408083"/>
            <a:ext cx="8825324" cy="1339207"/>
            <a:chOff x="899508" y="1408083"/>
            <a:chExt cx="8825324" cy="1339207"/>
          </a:xfrm>
        </p:grpSpPr>
        <p:sp>
          <p:nvSpPr>
            <p:cNvPr id="54" name="Rectangle 2">
              <a:extLst>
                <a:ext uri="{FF2B5EF4-FFF2-40B4-BE49-F238E27FC236}">
                  <a16:creationId xmlns:a16="http://schemas.microsoft.com/office/drawing/2014/main" id="{E453A9EB-8E25-5848-9167-008BB1389040}"/>
                </a:ext>
              </a:extLst>
            </p:cNvPr>
            <p:cNvSpPr>
              <a:spLocks/>
            </p:cNvSpPr>
            <p:nvPr/>
          </p:nvSpPr>
          <p:spPr bwMode="auto">
            <a:xfrm>
              <a:off x="899508" y="1408083"/>
              <a:ext cx="37914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000090"/>
                  </a:solidFill>
                  <a:effectLst/>
                  <a:uLnTx/>
                  <a:uFillTx/>
                  <a:latin typeface="Calibri" panose="020F0502020204030204"/>
                  <a:ea typeface="ＭＳ Ｐゴシック" panose="020B0600070205080204" pitchFamily="34" charset="-128"/>
                  <a:cs typeface="+mn-cs"/>
                </a:rPr>
                <a:t>Destination-based forwarding:</a:t>
              </a:r>
            </a:p>
          </p:txBody>
        </p:sp>
        <p:sp>
          <p:nvSpPr>
            <p:cNvPr id="55" name="Rectangle 3">
              <a:extLst>
                <a:ext uri="{FF2B5EF4-FFF2-40B4-BE49-F238E27FC236}">
                  <a16:creationId xmlns:a16="http://schemas.microsoft.com/office/drawing/2014/main" id="{7C8B6D8A-6BE8-4647-9654-07BE563C9B1E}"/>
                </a:ext>
              </a:extLst>
            </p:cNvPr>
            <p:cNvSpPr>
              <a:spLocks/>
            </p:cNvSpPr>
            <p:nvPr/>
          </p:nvSpPr>
          <p:spPr bwMode="auto">
            <a:xfrm>
              <a:off x="914523" y="2420970"/>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79" name="Rectangle 27">
              <a:extLst>
                <a:ext uri="{FF2B5EF4-FFF2-40B4-BE49-F238E27FC236}">
                  <a16:creationId xmlns:a16="http://schemas.microsoft.com/office/drawing/2014/main" id="{E39ACBFE-5953-084E-8F77-0EB25D693A07}"/>
                </a:ext>
              </a:extLst>
            </p:cNvPr>
            <p:cNvSpPr>
              <a:spLocks/>
            </p:cNvSpPr>
            <p:nvPr/>
          </p:nvSpPr>
          <p:spPr bwMode="auto">
            <a:xfrm>
              <a:off x="1574923" y="2420970"/>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80" name="Rectangle 28">
              <a:extLst>
                <a:ext uri="{FF2B5EF4-FFF2-40B4-BE49-F238E27FC236}">
                  <a16:creationId xmlns:a16="http://schemas.microsoft.com/office/drawing/2014/main" id="{A850141C-A01C-844A-A1BF-3898D2F37F5F}"/>
                </a:ext>
              </a:extLst>
            </p:cNvPr>
            <p:cNvSpPr>
              <a:spLocks/>
            </p:cNvSpPr>
            <p:nvPr/>
          </p:nvSpPr>
          <p:spPr bwMode="auto">
            <a:xfrm>
              <a:off x="2003548" y="2420970"/>
              <a:ext cx="11334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81" name="Rectangle 29">
              <a:extLst>
                <a:ext uri="{FF2B5EF4-FFF2-40B4-BE49-F238E27FC236}">
                  <a16:creationId xmlns:a16="http://schemas.microsoft.com/office/drawing/2014/main" id="{FAB7056F-8C34-9141-B000-7855E5BAADDB}"/>
                </a:ext>
              </a:extLst>
            </p:cNvPr>
            <p:cNvSpPr>
              <a:spLocks/>
            </p:cNvSpPr>
            <p:nvPr/>
          </p:nvSpPr>
          <p:spPr bwMode="auto">
            <a:xfrm>
              <a:off x="2895723" y="2420970"/>
              <a:ext cx="66198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82" name="Rectangle 30">
              <a:extLst>
                <a:ext uri="{FF2B5EF4-FFF2-40B4-BE49-F238E27FC236}">
                  <a16:creationId xmlns:a16="http://schemas.microsoft.com/office/drawing/2014/main" id="{72C50015-7497-D942-AF54-C51884B6394E}"/>
                </a:ext>
              </a:extLst>
            </p:cNvPr>
            <p:cNvSpPr>
              <a:spLocks/>
            </p:cNvSpPr>
            <p:nvPr/>
          </p:nvSpPr>
          <p:spPr bwMode="auto">
            <a:xfrm>
              <a:off x="3557711" y="2420970"/>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83" name="Rectangle 31">
              <a:extLst>
                <a:ext uri="{FF2B5EF4-FFF2-40B4-BE49-F238E27FC236}">
                  <a16:creationId xmlns:a16="http://schemas.microsoft.com/office/drawing/2014/main" id="{DA496680-53BE-F546-95FD-109DD9F8E19F}"/>
                </a:ext>
              </a:extLst>
            </p:cNvPr>
            <p:cNvSpPr>
              <a:spLocks/>
            </p:cNvSpPr>
            <p:nvPr/>
          </p:nvSpPr>
          <p:spPr bwMode="auto">
            <a:xfrm>
              <a:off x="4218111" y="2420970"/>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84" name="Rectangle 32">
              <a:extLst>
                <a:ext uri="{FF2B5EF4-FFF2-40B4-BE49-F238E27FC236}">
                  <a16:creationId xmlns:a16="http://schemas.microsoft.com/office/drawing/2014/main" id="{D7ECA26F-CAE0-534E-9D1D-C3EF04FECE82}"/>
                </a:ext>
              </a:extLst>
            </p:cNvPr>
            <p:cNvSpPr>
              <a:spLocks/>
            </p:cNvSpPr>
            <p:nvPr/>
          </p:nvSpPr>
          <p:spPr bwMode="auto">
            <a:xfrm>
              <a:off x="5619044" y="2384457"/>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51.6.0.8</a:t>
              </a:r>
            </a:p>
          </p:txBody>
        </p:sp>
        <p:sp>
          <p:nvSpPr>
            <p:cNvPr id="85" name="Rectangle 33">
              <a:extLst>
                <a:ext uri="{FF2B5EF4-FFF2-40B4-BE49-F238E27FC236}">
                  <a16:creationId xmlns:a16="http://schemas.microsoft.com/office/drawing/2014/main" id="{29DFF160-B878-0A4E-BFAD-249619777992}"/>
                </a:ext>
              </a:extLst>
            </p:cNvPr>
            <p:cNvSpPr>
              <a:spLocks/>
            </p:cNvSpPr>
            <p:nvPr/>
          </p:nvSpPr>
          <p:spPr bwMode="auto">
            <a:xfrm>
              <a:off x="6288969" y="2420970"/>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86" name="Rectangle 34">
              <a:extLst>
                <a:ext uri="{FF2B5EF4-FFF2-40B4-BE49-F238E27FC236}">
                  <a16:creationId xmlns:a16="http://schemas.microsoft.com/office/drawing/2014/main" id="{4167C8E0-56A3-FC46-93E9-54F4DA679E78}"/>
                </a:ext>
              </a:extLst>
            </p:cNvPr>
            <p:cNvSpPr>
              <a:spLocks/>
            </p:cNvSpPr>
            <p:nvPr/>
          </p:nvSpPr>
          <p:spPr bwMode="auto">
            <a:xfrm>
              <a:off x="6949369" y="2420970"/>
              <a:ext cx="66198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87" name="Rectangle 35">
              <a:extLst>
                <a:ext uri="{FF2B5EF4-FFF2-40B4-BE49-F238E27FC236}">
                  <a16:creationId xmlns:a16="http://schemas.microsoft.com/office/drawing/2014/main" id="{281B26ED-A2EE-A54F-9252-8583B4CB8A7A}"/>
                </a:ext>
              </a:extLst>
            </p:cNvPr>
            <p:cNvSpPr>
              <a:spLocks/>
            </p:cNvSpPr>
            <p:nvPr/>
          </p:nvSpPr>
          <p:spPr bwMode="auto">
            <a:xfrm>
              <a:off x="7576455" y="2417480"/>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88" name="Rectangle 36">
              <a:extLst>
                <a:ext uri="{FF2B5EF4-FFF2-40B4-BE49-F238E27FC236}">
                  <a16:creationId xmlns:a16="http://schemas.microsoft.com/office/drawing/2014/main" id="{A5FAEAE2-0FFA-8A40-867D-054555F5B6A5}"/>
                </a:ext>
              </a:extLst>
            </p:cNvPr>
            <p:cNvSpPr>
              <a:spLocks/>
            </p:cNvSpPr>
            <p:nvPr/>
          </p:nvSpPr>
          <p:spPr bwMode="auto">
            <a:xfrm>
              <a:off x="8967593" y="2364472"/>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port6</a:t>
              </a:r>
            </a:p>
          </p:txBody>
        </p:sp>
        <p:grpSp>
          <p:nvGrpSpPr>
            <p:cNvPr id="2" name="Group 1">
              <a:extLst>
                <a:ext uri="{FF2B5EF4-FFF2-40B4-BE49-F238E27FC236}">
                  <a16:creationId xmlns:a16="http://schemas.microsoft.com/office/drawing/2014/main" id="{B612BAEA-BA2E-DA46-9549-B7E27B157F26}"/>
                </a:ext>
              </a:extLst>
            </p:cNvPr>
            <p:cNvGrpSpPr/>
            <p:nvPr/>
          </p:nvGrpSpPr>
          <p:grpSpPr>
            <a:xfrm>
              <a:off x="908298" y="1842896"/>
              <a:ext cx="8816534" cy="537306"/>
              <a:chOff x="908298" y="1842896"/>
              <a:chExt cx="8816534" cy="537306"/>
            </a:xfrm>
          </p:grpSpPr>
          <p:sp>
            <p:nvSpPr>
              <p:cNvPr id="112" name="Rectangle 5">
                <a:extLst>
                  <a:ext uri="{FF2B5EF4-FFF2-40B4-BE49-F238E27FC236}">
                    <a16:creationId xmlns:a16="http://schemas.microsoft.com/office/drawing/2014/main" id="{E950D51E-2315-BC42-98A4-6022C583B7EF}"/>
                  </a:ext>
                </a:extLst>
              </p:cNvPr>
              <p:cNvSpPr>
                <a:spLocks/>
              </p:cNvSpPr>
              <p:nvPr/>
            </p:nvSpPr>
            <p:spPr bwMode="auto">
              <a:xfrm>
                <a:off x="916112" y="1847978"/>
                <a:ext cx="660832"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13" name="Rectangle 6">
                <a:extLst>
                  <a:ext uri="{FF2B5EF4-FFF2-40B4-BE49-F238E27FC236}">
                    <a16:creationId xmlns:a16="http://schemas.microsoft.com/office/drawing/2014/main" id="{81D71D4B-BB61-E949-9E4B-ECCDE5605FA3}"/>
                  </a:ext>
                </a:extLst>
              </p:cNvPr>
              <p:cNvSpPr>
                <a:spLocks/>
              </p:cNvSpPr>
              <p:nvPr/>
            </p:nvSpPr>
            <p:spPr bwMode="auto">
              <a:xfrm>
                <a:off x="908298" y="1851027"/>
                <a:ext cx="657483"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Switch</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Port</a:t>
                </a:r>
              </a:p>
            </p:txBody>
          </p:sp>
          <p:sp>
            <p:nvSpPr>
              <p:cNvPr id="114" name="Rectangle 7">
                <a:extLst>
                  <a:ext uri="{FF2B5EF4-FFF2-40B4-BE49-F238E27FC236}">
                    <a16:creationId xmlns:a16="http://schemas.microsoft.com/office/drawing/2014/main" id="{B243B993-172B-C04C-AD45-F849E085F445}"/>
                  </a:ext>
                </a:extLst>
              </p:cNvPr>
              <p:cNvSpPr>
                <a:spLocks/>
              </p:cNvSpPr>
              <p:nvPr/>
            </p:nvSpPr>
            <p:spPr bwMode="auto">
              <a:xfrm>
                <a:off x="1576944" y="184797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15" name="Rectangle 8">
                <a:extLst>
                  <a:ext uri="{FF2B5EF4-FFF2-40B4-BE49-F238E27FC236}">
                    <a16:creationId xmlns:a16="http://schemas.microsoft.com/office/drawing/2014/main" id="{E029D11E-87DE-A54A-AED3-EAE717FDCA9F}"/>
                  </a:ext>
                </a:extLst>
              </p:cNvPr>
              <p:cNvSpPr>
                <a:spLocks/>
              </p:cNvSpPr>
              <p:nvPr/>
            </p:nvSpPr>
            <p:spPr bwMode="auto">
              <a:xfrm>
                <a:off x="1572479" y="1842896"/>
                <a:ext cx="657483"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MAC</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src</a:t>
                </a:r>
              </a:p>
            </p:txBody>
          </p:sp>
          <p:sp>
            <p:nvSpPr>
              <p:cNvPr id="116" name="Rectangle 9">
                <a:extLst>
                  <a:ext uri="{FF2B5EF4-FFF2-40B4-BE49-F238E27FC236}">
                    <a16:creationId xmlns:a16="http://schemas.microsoft.com/office/drawing/2014/main" id="{07B913C3-C149-1F45-926A-DC740C5FC388}"/>
                  </a:ext>
                </a:extLst>
              </p:cNvPr>
              <p:cNvSpPr>
                <a:spLocks/>
              </p:cNvSpPr>
              <p:nvPr/>
            </p:nvSpPr>
            <p:spPr bwMode="auto">
              <a:xfrm>
                <a:off x="2238892" y="184797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17" name="Rectangle 10">
                <a:extLst>
                  <a:ext uri="{FF2B5EF4-FFF2-40B4-BE49-F238E27FC236}">
                    <a16:creationId xmlns:a16="http://schemas.microsoft.com/office/drawing/2014/main" id="{D6809EEE-8747-3B45-B512-88681A90EF92}"/>
                  </a:ext>
                </a:extLst>
              </p:cNvPr>
              <p:cNvSpPr>
                <a:spLocks/>
              </p:cNvSpPr>
              <p:nvPr/>
            </p:nvSpPr>
            <p:spPr bwMode="auto">
              <a:xfrm>
                <a:off x="2269031" y="1842896"/>
                <a:ext cx="632925"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MAC</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dst</a:t>
                </a:r>
              </a:p>
            </p:txBody>
          </p:sp>
          <p:sp>
            <p:nvSpPr>
              <p:cNvPr id="118" name="Rectangle 11">
                <a:extLst>
                  <a:ext uri="{FF2B5EF4-FFF2-40B4-BE49-F238E27FC236}">
                    <a16:creationId xmlns:a16="http://schemas.microsoft.com/office/drawing/2014/main" id="{B8BECB12-67C4-EE4F-BF80-F66E6E478CAB}"/>
                  </a:ext>
                </a:extLst>
              </p:cNvPr>
              <p:cNvSpPr>
                <a:spLocks/>
              </p:cNvSpPr>
              <p:nvPr/>
            </p:nvSpPr>
            <p:spPr bwMode="auto">
              <a:xfrm>
                <a:off x="2908654" y="184797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19" name="Rectangle 12">
                <a:extLst>
                  <a:ext uri="{FF2B5EF4-FFF2-40B4-BE49-F238E27FC236}">
                    <a16:creationId xmlns:a16="http://schemas.microsoft.com/office/drawing/2014/main" id="{C434332D-59EC-B74F-9F8C-507B7CA153ED}"/>
                  </a:ext>
                </a:extLst>
              </p:cNvPr>
              <p:cNvSpPr>
                <a:spLocks/>
              </p:cNvSpPr>
              <p:nvPr/>
            </p:nvSpPr>
            <p:spPr bwMode="auto">
              <a:xfrm>
                <a:off x="2906422" y="1842896"/>
                <a:ext cx="658599"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Eth</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type</a:t>
                </a:r>
              </a:p>
            </p:txBody>
          </p:sp>
          <p:sp>
            <p:nvSpPr>
              <p:cNvPr id="120" name="Rectangle 13">
                <a:extLst>
                  <a:ext uri="{FF2B5EF4-FFF2-40B4-BE49-F238E27FC236}">
                    <a16:creationId xmlns:a16="http://schemas.microsoft.com/office/drawing/2014/main" id="{0603B87A-5594-0143-9514-53E6B12CF204}"/>
                  </a:ext>
                </a:extLst>
              </p:cNvPr>
              <p:cNvSpPr>
                <a:spLocks/>
              </p:cNvSpPr>
              <p:nvPr/>
            </p:nvSpPr>
            <p:spPr bwMode="auto">
              <a:xfrm>
                <a:off x="3570602" y="184797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21" name="Rectangle 14">
                <a:extLst>
                  <a:ext uri="{FF2B5EF4-FFF2-40B4-BE49-F238E27FC236}">
                    <a16:creationId xmlns:a16="http://schemas.microsoft.com/office/drawing/2014/main" id="{84AA24BD-AF02-3744-9254-F7FAD6F63630}"/>
                  </a:ext>
                </a:extLst>
              </p:cNvPr>
              <p:cNvSpPr>
                <a:spLocks/>
              </p:cNvSpPr>
              <p:nvPr/>
            </p:nvSpPr>
            <p:spPr bwMode="auto">
              <a:xfrm>
                <a:off x="3572835" y="1842896"/>
                <a:ext cx="658599"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VLAN</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ID</a:t>
                </a:r>
              </a:p>
            </p:txBody>
          </p:sp>
          <p:sp>
            <p:nvSpPr>
              <p:cNvPr id="122" name="Rectangle 15">
                <a:extLst>
                  <a:ext uri="{FF2B5EF4-FFF2-40B4-BE49-F238E27FC236}">
                    <a16:creationId xmlns:a16="http://schemas.microsoft.com/office/drawing/2014/main" id="{ACDCBE6B-E8E0-9E41-B964-CDA5370B3C75}"/>
                  </a:ext>
                </a:extLst>
              </p:cNvPr>
              <p:cNvSpPr>
                <a:spLocks/>
              </p:cNvSpPr>
              <p:nvPr/>
            </p:nvSpPr>
            <p:spPr bwMode="auto">
              <a:xfrm>
                <a:off x="4898598" y="184797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23" name="Rectangle 16">
                <a:extLst>
                  <a:ext uri="{FF2B5EF4-FFF2-40B4-BE49-F238E27FC236}">
                    <a16:creationId xmlns:a16="http://schemas.microsoft.com/office/drawing/2014/main" id="{666E027C-E8EA-784F-82C7-2574F61B1D4C}"/>
                  </a:ext>
                </a:extLst>
              </p:cNvPr>
              <p:cNvSpPr>
                <a:spLocks/>
              </p:cNvSpPr>
              <p:nvPr/>
            </p:nvSpPr>
            <p:spPr bwMode="auto">
              <a:xfrm>
                <a:off x="4905295" y="1842896"/>
                <a:ext cx="657483"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IP</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Src</a:t>
                </a:r>
              </a:p>
            </p:txBody>
          </p:sp>
          <p:sp>
            <p:nvSpPr>
              <p:cNvPr id="124" name="Rectangle 17">
                <a:extLst>
                  <a:ext uri="{FF2B5EF4-FFF2-40B4-BE49-F238E27FC236}">
                    <a16:creationId xmlns:a16="http://schemas.microsoft.com/office/drawing/2014/main" id="{DB9B35D3-E0C0-B649-A6FD-EDEEBD227E3D}"/>
                  </a:ext>
                </a:extLst>
              </p:cNvPr>
              <p:cNvSpPr>
                <a:spLocks/>
              </p:cNvSpPr>
              <p:nvPr/>
            </p:nvSpPr>
            <p:spPr bwMode="auto">
              <a:xfrm>
                <a:off x="5568360" y="184797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25" name="Rectangle 18">
                <a:extLst>
                  <a:ext uri="{FF2B5EF4-FFF2-40B4-BE49-F238E27FC236}">
                    <a16:creationId xmlns:a16="http://schemas.microsoft.com/office/drawing/2014/main" id="{3808025E-75EF-174C-B138-A3FFA79BD2DB}"/>
                  </a:ext>
                </a:extLst>
              </p:cNvPr>
              <p:cNvSpPr>
                <a:spLocks/>
              </p:cNvSpPr>
              <p:nvPr/>
            </p:nvSpPr>
            <p:spPr bwMode="auto">
              <a:xfrm>
                <a:off x="5563895" y="1842896"/>
                <a:ext cx="666413"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IP</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Dst</a:t>
                </a:r>
              </a:p>
            </p:txBody>
          </p:sp>
          <p:sp>
            <p:nvSpPr>
              <p:cNvPr id="126" name="Rectangle 19">
                <a:extLst>
                  <a:ext uri="{FF2B5EF4-FFF2-40B4-BE49-F238E27FC236}">
                    <a16:creationId xmlns:a16="http://schemas.microsoft.com/office/drawing/2014/main" id="{9595DC5C-50B7-2A42-BCD0-E4CFADBBB19B}"/>
                  </a:ext>
                </a:extLst>
              </p:cNvPr>
              <p:cNvSpPr>
                <a:spLocks/>
              </p:cNvSpPr>
              <p:nvPr/>
            </p:nvSpPr>
            <p:spPr bwMode="auto">
              <a:xfrm>
                <a:off x="6230308" y="1847978"/>
                <a:ext cx="660832"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27" name="Rectangle 20">
                <a:extLst>
                  <a:ext uri="{FF2B5EF4-FFF2-40B4-BE49-F238E27FC236}">
                    <a16:creationId xmlns:a16="http://schemas.microsoft.com/office/drawing/2014/main" id="{7C51EC29-85AF-D547-8269-C8EA4AC11583}"/>
                  </a:ext>
                </a:extLst>
              </p:cNvPr>
              <p:cNvSpPr>
                <a:spLocks/>
              </p:cNvSpPr>
              <p:nvPr/>
            </p:nvSpPr>
            <p:spPr bwMode="auto">
              <a:xfrm>
                <a:off x="6231424" y="1842896"/>
                <a:ext cx="650785"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IP</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Prot</a:t>
                </a:r>
              </a:p>
            </p:txBody>
          </p:sp>
          <p:sp>
            <p:nvSpPr>
              <p:cNvPr id="128" name="Rectangle 21">
                <a:extLst>
                  <a:ext uri="{FF2B5EF4-FFF2-40B4-BE49-F238E27FC236}">
                    <a16:creationId xmlns:a16="http://schemas.microsoft.com/office/drawing/2014/main" id="{BAD7F435-F866-D349-A83E-F7AB76D773DC}"/>
                  </a:ext>
                </a:extLst>
              </p:cNvPr>
              <p:cNvSpPr>
                <a:spLocks/>
              </p:cNvSpPr>
              <p:nvPr/>
            </p:nvSpPr>
            <p:spPr bwMode="auto">
              <a:xfrm>
                <a:off x="7551454" y="185495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29" name="Rectangle 22">
                <a:extLst>
                  <a:ext uri="{FF2B5EF4-FFF2-40B4-BE49-F238E27FC236}">
                    <a16:creationId xmlns:a16="http://schemas.microsoft.com/office/drawing/2014/main" id="{8CE88725-AAEE-994B-AFD5-4EBE14192F48}"/>
                  </a:ext>
                </a:extLst>
              </p:cNvPr>
              <p:cNvSpPr>
                <a:spLocks/>
              </p:cNvSpPr>
              <p:nvPr/>
            </p:nvSpPr>
            <p:spPr bwMode="auto">
              <a:xfrm>
                <a:off x="7589786" y="1849876"/>
                <a:ext cx="665297"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TCP</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s-port</a:t>
                </a:r>
              </a:p>
            </p:txBody>
          </p:sp>
          <p:sp>
            <p:nvSpPr>
              <p:cNvPr id="130" name="Rectangle 23">
                <a:extLst>
                  <a:ext uri="{FF2B5EF4-FFF2-40B4-BE49-F238E27FC236}">
                    <a16:creationId xmlns:a16="http://schemas.microsoft.com/office/drawing/2014/main" id="{1C1A9E4D-EEBE-E145-972B-37EC05AC2271}"/>
                  </a:ext>
                </a:extLst>
              </p:cNvPr>
              <p:cNvSpPr>
                <a:spLocks/>
              </p:cNvSpPr>
              <p:nvPr/>
            </p:nvSpPr>
            <p:spPr bwMode="auto">
              <a:xfrm>
                <a:off x="8221216" y="185495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31" name="Rectangle 24">
                <a:extLst>
                  <a:ext uri="{FF2B5EF4-FFF2-40B4-BE49-F238E27FC236}">
                    <a16:creationId xmlns:a16="http://schemas.microsoft.com/office/drawing/2014/main" id="{4C87DB57-6E20-3642-9479-C343967A9A8A}"/>
                  </a:ext>
                </a:extLst>
              </p:cNvPr>
              <p:cNvSpPr>
                <a:spLocks/>
              </p:cNvSpPr>
              <p:nvPr/>
            </p:nvSpPr>
            <p:spPr bwMode="auto">
              <a:xfrm>
                <a:off x="8215634" y="1849876"/>
                <a:ext cx="666413"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TCP</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d-port</a:t>
                </a:r>
              </a:p>
            </p:txBody>
          </p:sp>
          <p:sp>
            <p:nvSpPr>
              <p:cNvPr id="132" name="Rectangle 25">
                <a:extLst>
                  <a:ext uri="{FF2B5EF4-FFF2-40B4-BE49-F238E27FC236}">
                    <a16:creationId xmlns:a16="http://schemas.microsoft.com/office/drawing/2014/main" id="{A75A9C67-B078-5B42-BE13-4697F8B0DC8B}"/>
                  </a:ext>
                </a:extLst>
              </p:cNvPr>
              <p:cNvSpPr>
                <a:spLocks/>
              </p:cNvSpPr>
              <p:nvPr/>
            </p:nvSpPr>
            <p:spPr bwMode="auto">
              <a:xfrm>
                <a:off x="8887488" y="1852728"/>
                <a:ext cx="834970" cy="495980"/>
              </a:xfrm>
              <a:prstGeom prst="rect">
                <a:avLst/>
              </a:prstGeom>
              <a:solidFill>
                <a:schemeClr val="accent6">
                  <a:lumMod val="20000"/>
                  <a:lumOff val="80000"/>
                </a:schemeClr>
              </a:solidFill>
              <a:ln w="12700">
                <a:solidFill>
                  <a:srgbClr val="697D3A"/>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33" name="Rectangle 26">
                <a:extLst>
                  <a:ext uri="{FF2B5EF4-FFF2-40B4-BE49-F238E27FC236}">
                    <a16:creationId xmlns:a16="http://schemas.microsoft.com/office/drawing/2014/main" id="{B36098C4-C85C-8B4A-996C-DED76ACA5CBE}"/>
                  </a:ext>
                </a:extLst>
              </p:cNvPr>
              <p:cNvSpPr>
                <a:spLocks/>
              </p:cNvSpPr>
              <p:nvPr/>
            </p:nvSpPr>
            <p:spPr bwMode="auto">
              <a:xfrm>
                <a:off x="8882048" y="1972855"/>
                <a:ext cx="842784" cy="292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Action</a:t>
                </a:r>
              </a:p>
            </p:txBody>
          </p:sp>
          <p:sp>
            <p:nvSpPr>
              <p:cNvPr id="134" name="Rectangle 13">
                <a:extLst>
                  <a:ext uri="{FF2B5EF4-FFF2-40B4-BE49-F238E27FC236}">
                    <a16:creationId xmlns:a16="http://schemas.microsoft.com/office/drawing/2014/main" id="{9ACCD522-4973-E94A-A564-912D7EA75D11}"/>
                  </a:ext>
                </a:extLst>
              </p:cNvPr>
              <p:cNvSpPr>
                <a:spLocks/>
              </p:cNvSpPr>
              <p:nvPr/>
            </p:nvSpPr>
            <p:spPr bwMode="auto">
              <a:xfrm>
                <a:off x="4231002" y="1846643"/>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35" name="Rectangle 14">
                <a:extLst>
                  <a:ext uri="{FF2B5EF4-FFF2-40B4-BE49-F238E27FC236}">
                    <a16:creationId xmlns:a16="http://schemas.microsoft.com/office/drawing/2014/main" id="{C010EC06-CCA9-5746-B975-07A7EC8C7B2D}"/>
                  </a:ext>
                </a:extLst>
              </p:cNvPr>
              <p:cNvSpPr>
                <a:spLocks/>
              </p:cNvSpPr>
              <p:nvPr/>
            </p:nvSpPr>
            <p:spPr bwMode="auto">
              <a:xfrm>
                <a:off x="4221946" y="1859830"/>
                <a:ext cx="658599"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VLAN</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Pri</a:t>
                </a:r>
              </a:p>
            </p:txBody>
          </p:sp>
          <p:sp>
            <p:nvSpPr>
              <p:cNvPr id="136" name="Rectangle 19">
                <a:extLst>
                  <a:ext uri="{FF2B5EF4-FFF2-40B4-BE49-F238E27FC236}">
                    <a16:creationId xmlns:a16="http://schemas.microsoft.com/office/drawing/2014/main" id="{EA8ABC0D-754C-124F-B949-4FB39006D4D6}"/>
                  </a:ext>
                </a:extLst>
              </p:cNvPr>
              <p:cNvSpPr>
                <a:spLocks/>
              </p:cNvSpPr>
              <p:nvPr/>
            </p:nvSpPr>
            <p:spPr bwMode="auto">
              <a:xfrm>
                <a:off x="6890708" y="1853623"/>
                <a:ext cx="660832"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37" name="Rectangle 20">
                <a:extLst>
                  <a:ext uri="{FF2B5EF4-FFF2-40B4-BE49-F238E27FC236}">
                    <a16:creationId xmlns:a16="http://schemas.microsoft.com/office/drawing/2014/main" id="{684B0FE5-4F76-9D48-80DA-D3BC54E669F0}"/>
                  </a:ext>
                </a:extLst>
              </p:cNvPr>
              <p:cNvSpPr>
                <a:spLocks/>
              </p:cNvSpPr>
              <p:nvPr/>
            </p:nvSpPr>
            <p:spPr bwMode="auto">
              <a:xfrm>
                <a:off x="6891824" y="1848541"/>
                <a:ext cx="650785"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IP</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ToS</a:t>
                </a:r>
              </a:p>
            </p:txBody>
          </p:sp>
        </p:grpSp>
        <p:sp>
          <p:nvSpPr>
            <p:cNvPr id="138" name="Rectangle 35">
              <a:extLst>
                <a:ext uri="{FF2B5EF4-FFF2-40B4-BE49-F238E27FC236}">
                  <a16:creationId xmlns:a16="http://schemas.microsoft.com/office/drawing/2014/main" id="{A4C40E4D-D9CD-4E48-B9DD-6E97BD58DA5A}"/>
                </a:ext>
              </a:extLst>
            </p:cNvPr>
            <p:cNvSpPr>
              <a:spLocks/>
            </p:cNvSpPr>
            <p:nvPr/>
          </p:nvSpPr>
          <p:spPr bwMode="auto">
            <a:xfrm>
              <a:off x="8181445" y="2426615"/>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192" name="Rectangle 31">
              <a:extLst>
                <a:ext uri="{FF2B5EF4-FFF2-40B4-BE49-F238E27FC236}">
                  <a16:creationId xmlns:a16="http://schemas.microsoft.com/office/drawing/2014/main" id="{68AA5B20-D9AE-4C42-BAB2-D1AA2EB0CE4C}"/>
                </a:ext>
              </a:extLst>
            </p:cNvPr>
            <p:cNvSpPr>
              <a:spLocks/>
            </p:cNvSpPr>
            <p:nvPr/>
          </p:nvSpPr>
          <p:spPr bwMode="auto">
            <a:xfrm>
              <a:off x="4865811" y="2420970"/>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grpSp>
      <p:grpSp>
        <p:nvGrpSpPr>
          <p:cNvPr id="3" name="Group 2">
            <a:extLst>
              <a:ext uri="{FF2B5EF4-FFF2-40B4-BE49-F238E27FC236}">
                <a16:creationId xmlns:a16="http://schemas.microsoft.com/office/drawing/2014/main" id="{0EC63E77-7374-D949-887D-5F6F13097FB1}"/>
              </a:ext>
            </a:extLst>
          </p:cNvPr>
          <p:cNvGrpSpPr/>
          <p:nvPr/>
        </p:nvGrpSpPr>
        <p:grpSpPr>
          <a:xfrm>
            <a:off x="914400" y="3333754"/>
            <a:ext cx="8816534" cy="1376391"/>
            <a:chOff x="914400" y="3333754"/>
            <a:chExt cx="8816534" cy="1376391"/>
          </a:xfrm>
        </p:grpSpPr>
        <p:sp>
          <p:nvSpPr>
            <p:cNvPr id="140" name="Rectangle 3">
              <a:extLst>
                <a:ext uri="{FF2B5EF4-FFF2-40B4-BE49-F238E27FC236}">
                  <a16:creationId xmlns:a16="http://schemas.microsoft.com/office/drawing/2014/main" id="{EC64ED46-43A5-3B46-AF5D-5E39B460C12B}"/>
                </a:ext>
              </a:extLst>
            </p:cNvPr>
            <p:cNvSpPr>
              <a:spLocks/>
            </p:cNvSpPr>
            <p:nvPr/>
          </p:nvSpPr>
          <p:spPr bwMode="auto">
            <a:xfrm>
              <a:off x="920625" y="4389470"/>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141" name="Rectangle 27">
              <a:extLst>
                <a:ext uri="{FF2B5EF4-FFF2-40B4-BE49-F238E27FC236}">
                  <a16:creationId xmlns:a16="http://schemas.microsoft.com/office/drawing/2014/main" id="{045342D1-42C6-CF4C-97F9-990F4CEC9442}"/>
                </a:ext>
              </a:extLst>
            </p:cNvPr>
            <p:cNvSpPr>
              <a:spLocks/>
            </p:cNvSpPr>
            <p:nvPr/>
          </p:nvSpPr>
          <p:spPr bwMode="auto">
            <a:xfrm>
              <a:off x="1581025" y="4389470"/>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142" name="Rectangle 28">
              <a:extLst>
                <a:ext uri="{FF2B5EF4-FFF2-40B4-BE49-F238E27FC236}">
                  <a16:creationId xmlns:a16="http://schemas.microsoft.com/office/drawing/2014/main" id="{BEDBE7F8-8AB5-0B40-843B-8D55B05FDEF6}"/>
                </a:ext>
              </a:extLst>
            </p:cNvPr>
            <p:cNvSpPr>
              <a:spLocks/>
            </p:cNvSpPr>
            <p:nvPr/>
          </p:nvSpPr>
          <p:spPr bwMode="auto">
            <a:xfrm>
              <a:off x="2009650" y="4389470"/>
              <a:ext cx="11334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143" name="Rectangle 29">
              <a:extLst>
                <a:ext uri="{FF2B5EF4-FFF2-40B4-BE49-F238E27FC236}">
                  <a16:creationId xmlns:a16="http://schemas.microsoft.com/office/drawing/2014/main" id="{8B0EDE9C-C97A-1C4C-A183-024B87F43D58}"/>
                </a:ext>
              </a:extLst>
            </p:cNvPr>
            <p:cNvSpPr>
              <a:spLocks/>
            </p:cNvSpPr>
            <p:nvPr/>
          </p:nvSpPr>
          <p:spPr bwMode="auto">
            <a:xfrm>
              <a:off x="2901825" y="4389470"/>
              <a:ext cx="66198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144" name="Rectangle 30">
              <a:extLst>
                <a:ext uri="{FF2B5EF4-FFF2-40B4-BE49-F238E27FC236}">
                  <a16:creationId xmlns:a16="http://schemas.microsoft.com/office/drawing/2014/main" id="{D3A6A8C0-02B8-8E46-A0F9-02BF62540E99}"/>
                </a:ext>
              </a:extLst>
            </p:cNvPr>
            <p:cNvSpPr>
              <a:spLocks/>
            </p:cNvSpPr>
            <p:nvPr/>
          </p:nvSpPr>
          <p:spPr bwMode="auto">
            <a:xfrm>
              <a:off x="3563813" y="4389470"/>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145" name="Rectangle 31">
              <a:extLst>
                <a:ext uri="{FF2B5EF4-FFF2-40B4-BE49-F238E27FC236}">
                  <a16:creationId xmlns:a16="http://schemas.microsoft.com/office/drawing/2014/main" id="{44917D04-8F58-D245-B8A9-8DFD2DFA1EB7}"/>
                </a:ext>
              </a:extLst>
            </p:cNvPr>
            <p:cNvSpPr>
              <a:spLocks/>
            </p:cNvSpPr>
            <p:nvPr/>
          </p:nvSpPr>
          <p:spPr bwMode="auto">
            <a:xfrm>
              <a:off x="4224213" y="4389470"/>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146" name="Rectangle 32">
              <a:extLst>
                <a:ext uri="{FF2B5EF4-FFF2-40B4-BE49-F238E27FC236}">
                  <a16:creationId xmlns:a16="http://schemas.microsoft.com/office/drawing/2014/main" id="{BF1C0060-393A-FA4C-A742-EE387B349A8A}"/>
                </a:ext>
              </a:extLst>
            </p:cNvPr>
            <p:cNvSpPr>
              <a:spLocks/>
            </p:cNvSpPr>
            <p:nvPr/>
          </p:nvSpPr>
          <p:spPr bwMode="auto">
            <a:xfrm>
              <a:off x="5625146" y="4379333"/>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147" name="Rectangle 33">
              <a:extLst>
                <a:ext uri="{FF2B5EF4-FFF2-40B4-BE49-F238E27FC236}">
                  <a16:creationId xmlns:a16="http://schemas.microsoft.com/office/drawing/2014/main" id="{328175E3-6E77-524B-94A8-3B6ED932D62B}"/>
                </a:ext>
              </a:extLst>
            </p:cNvPr>
            <p:cNvSpPr>
              <a:spLocks/>
            </p:cNvSpPr>
            <p:nvPr/>
          </p:nvSpPr>
          <p:spPr bwMode="auto">
            <a:xfrm>
              <a:off x="6295071" y="4389470"/>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148" name="Rectangle 34">
              <a:extLst>
                <a:ext uri="{FF2B5EF4-FFF2-40B4-BE49-F238E27FC236}">
                  <a16:creationId xmlns:a16="http://schemas.microsoft.com/office/drawing/2014/main" id="{88F33C0F-0E51-724C-8D7B-CD85839436E8}"/>
                </a:ext>
              </a:extLst>
            </p:cNvPr>
            <p:cNvSpPr>
              <a:spLocks/>
            </p:cNvSpPr>
            <p:nvPr/>
          </p:nvSpPr>
          <p:spPr bwMode="auto">
            <a:xfrm>
              <a:off x="6955471" y="4389470"/>
              <a:ext cx="66198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149" name="Rectangle 35">
              <a:extLst>
                <a:ext uri="{FF2B5EF4-FFF2-40B4-BE49-F238E27FC236}">
                  <a16:creationId xmlns:a16="http://schemas.microsoft.com/office/drawing/2014/main" id="{0A8E27CA-5333-4645-BD13-5B5EC229046A}"/>
                </a:ext>
              </a:extLst>
            </p:cNvPr>
            <p:cNvSpPr>
              <a:spLocks/>
            </p:cNvSpPr>
            <p:nvPr/>
          </p:nvSpPr>
          <p:spPr bwMode="auto">
            <a:xfrm>
              <a:off x="7582557" y="4385980"/>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174" name="Rectangle 2">
              <a:extLst>
                <a:ext uri="{FF2B5EF4-FFF2-40B4-BE49-F238E27FC236}">
                  <a16:creationId xmlns:a16="http://schemas.microsoft.com/office/drawing/2014/main" id="{698219FB-1984-0F4C-9A2A-03629AC98BF2}"/>
                </a:ext>
              </a:extLst>
            </p:cNvPr>
            <p:cNvSpPr>
              <a:spLocks/>
            </p:cNvSpPr>
            <p:nvPr/>
          </p:nvSpPr>
          <p:spPr bwMode="auto">
            <a:xfrm>
              <a:off x="914400" y="3333754"/>
              <a:ext cx="10538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000090"/>
                  </a:solidFill>
                  <a:effectLst/>
                  <a:uLnTx/>
                  <a:uFillTx/>
                  <a:latin typeface="Calibri" panose="020F0502020204030204"/>
                  <a:ea typeface="ＭＳ Ｐゴシック" panose="020B0600070205080204" pitchFamily="34" charset="-128"/>
                  <a:cs typeface="+mn-cs"/>
                </a:rPr>
                <a:t>Firewall:</a:t>
              </a:r>
            </a:p>
          </p:txBody>
        </p:sp>
        <p:sp>
          <p:nvSpPr>
            <p:cNvPr id="150" name="Rectangle 36">
              <a:extLst>
                <a:ext uri="{FF2B5EF4-FFF2-40B4-BE49-F238E27FC236}">
                  <a16:creationId xmlns:a16="http://schemas.microsoft.com/office/drawing/2014/main" id="{D1B78981-9892-764C-A139-D159220A4F84}"/>
                </a:ext>
              </a:extLst>
            </p:cNvPr>
            <p:cNvSpPr>
              <a:spLocks/>
            </p:cNvSpPr>
            <p:nvPr/>
          </p:nvSpPr>
          <p:spPr bwMode="auto">
            <a:xfrm>
              <a:off x="8973695" y="4331996"/>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drop</a:t>
              </a:r>
            </a:p>
          </p:txBody>
        </p:sp>
        <p:grpSp>
          <p:nvGrpSpPr>
            <p:cNvPr id="151" name="Group 150">
              <a:extLst>
                <a:ext uri="{FF2B5EF4-FFF2-40B4-BE49-F238E27FC236}">
                  <a16:creationId xmlns:a16="http://schemas.microsoft.com/office/drawing/2014/main" id="{ACB16601-CDCF-EB49-87B1-0F9B5416891A}"/>
                </a:ext>
              </a:extLst>
            </p:cNvPr>
            <p:cNvGrpSpPr/>
            <p:nvPr/>
          </p:nvGrpSpPr>
          <p:grpSpPr>
            <a:xfrm>
              <a:off x="914400" y="3811396"/>
              <a:ext cx="8816534" cy="537306"/>
              <a:chOff x="908298" y="1842896"/>
              <a:chExt cx="8816534" cy="537306"/>
            </a:xfrm>
          </p:grpSpPr>
          <p:sp>
            <p:nvSpPr>
              <p:cNvPr id="152" name="Rectangle 5">
                <a:extLst>
                  <a:ext uri="{FF2B5EF4-FFF2-40B4-BE49-F238E27FC236}">
                    <a16:creationId xmlns:a16="http://schemas.microsoft.com/office/drawing/2014/main" id="{0E533D79-E367-C849-961B-C3945C168035}"/>
                  </a:ext>
                </a:extLst>
              </p:cNvPr>
              <p:cNvSpPr>
                <a:spLocks/>
              </p:cNvSpPr>
              <p:nvPr/>
            </p:nvSpPr>
            <p:spPr bwMode="auto">
              <a:xfrm>
                <a:off x="916112" y="1847978"/>
                <a:ext cx="660832"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53" name="Rectangle 6">
                <a:extLst>
                  <a:ext uri="{FF2B5EF4-FFF2-40B4-BE49-F238E27FC236}">
                    <a16:creationId xmlns:a16="http://schemas.microsoft.com/office/drawing/2014/main" id="{AFAD9CA5-19F2-F748-BF61-B6A9B0301102}"/>
                  </a:ext>
                </a:extLst>
              </p:cNvPr>
              <p:cNvSpPr>
                <a:spLocks/>
              </p:cNvSpPr>
              <p:nvPr/>
            </p:nvSpPr>
            <p:spPr bwMode="auto">
              <a:xfrm>
                <a:off x="908298" y="1851027"/>
                <a:ext cx="657483"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Switch</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Port</a:t>
                </a:r>
              </a:p>
            </p:txBody>
          </p:sp>
          <p:sp>
            <p:nvSpPr>
              <p:cNvPr id="154" name="Rectangle 7">
                <a:extLst>
                  <a:ext uri="{FF2B5EF4-FFF2-40B4-BE49-F238E27FC236}">
                    <a16:creationId xmlns:a16="http://schemas.microsoft.com/office/drawing/2014/main" id="{C5F12322-9535-4349-987B-2F327040A4C2}"/>
                  </a:ext>
                </a:extLst>
              </p:cNvPr>
              <p:cNvSpPr>
                <a:spLocks/>
              </p:cNvSpPr>
              <p:nvPr/>
            </p:nvSpPr>
            <p:spPr bwMode="auto">
              <a:xfrm>
                <a:off x="1576944" y="184797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55" name="Rectangle 8">
                <a:extLst>
                  <a:ext uri="{FF2B5EF4-FFF2-40B4-BE49-F238E27FC236}">
                    <a16:creationId xmlns:a16="http://schemas.microsoft.com/office/drawing/2014/main" id="{49608E33-C97C-B043-A95A-A1BBB8077E86}"/>
                  </a:ext>
                </a:extLst>
              </p:cNvPr>
              <p:cNvSpPr>
                <a:spLocks/>
              </p:cNvSpPr>
              <p:nvPr/>
            </p:nvSpPr>
            <p:spPr bwMode="auto">
              <a:xfrm>
                <a:off x="1572479" y="1842896"/>
                <a:ext cx="657483"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MAC</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src</a:t>
                </a:r>
              </a:p>
            </p:txBody>
          </p:sp>
          <p:sp>
            <p:nvSpPr>
              <p:cNvPr id="156" name="Rectangle 9">
                <a:extLst>
                  <a:ext uri="{FF2B5EF4-FFF2-40B4-BE49-F238E27FC236}">
                    <a16:creationId xmlns:a16="http://schemas.microsoft.com/office/drawing/2014/main" id="{7F75A028-A9C2-7948-9E26-6B1AE16196FE}"/>
                  </a:ext>
                </a:extLst>
              </p:cNvPr>
              <p:cNvSpPr>
                <a:spLocks/>
              </p:cNvSpPr>
              <p:nvPr/>
            </p:nvSpPr>
            <p:spPr bwMode="auto">
              <a:xfrm>
                <a:off x="2238892" y="184797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57" name="Rectangle 10">
                <a:extLst>
                  <a:ext uri="{FF2B5EF4-FFF2-40B4-BE49-F238E27FC236}">
                    <a16:creationId xmlns:a16="http://schemas.microsoft.com/office/drawing/2014/main" id="{CE16304A-93D1-6147-A26A-8F61BF0E4A36}"/>
                  </a:ext>
                </a:extLst>
              </p:cNvPr>
              <p:cNvSpPr>
                <a:spLocks/>
              </p:cNvSpPr>
              <p:nvPr/>
            </p:nvSpPr>
            <p:spPr bwMode="auto">
              <a:xfrm>
                <a:off x="2269031" y="1842896"/>
                <a:ext cx="632925"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MAC</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dst</a:t>
                </a:r>
              </a:p>
            </p:txBody>
          </p:sp>
          <p:sp>
            <p:nvSpPr>
              <p:cNvPr id="158" name="Rectangle 11">
                <a:extLst>
                  <a:ext uri="{FF2B5EF4-FFF2-40B4-BE49-F238E27FC236}">
                    <a16:creationId xmlns:a16="http://schemas.microsoft.com/office/drawing/2014/main" id="{13D92DC5-ED91-A24B-B61B-591E6BC2E9CB}"/>
                  </a:ext>
                </a:extLst>
              </p:cNvPr>
              <p:cNvSpPr>
                <a:spLocks/>
              </p:cNvSpPr>
              <p:nvPr/>
            </p:nvSpPr>
            <p:spPr bwMode="auto">
              <a:xfrm>
                <a:off x="2908654" y="184797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59" name="Rectangle 12">
                <a:extLst>
                  <a:ext uri="{FF2B5EF4-FFF2-40B4-BE49-F238E27FC236}">
                    <a16:creationId xmlns:a16="http://schemas.microsoft.com/office/drawing/2014/main" id="{D225AECB-2FEB-A845-94A5-7B4FBAE5644A}"/>
                  </a:ext>
                </a:extLst>
              </p:cNvPr>
              <p:cNvSpPr>
                <a:spLocks/>
              </p:cNvSpPr>
              <p:nvPr/>
            </p:nvSpPr>
            <p:spPr bwMode="auto">
              <a:xfrm>
                <a:off x="2906422" y="1842896"/>
                <a:ext cx="658599"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Eth</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type</a:t>
                </a:r>
              </a:p>
            </p:txBody>
          </p:sp>
          <p:sp>
            <p:nvSpPr>
              <p:cNvPr id="160" name="Rectangle 13">
                <a:extLst>
                  <a:ext uri="{FF2B5EF4-FFF2-40B4-BE49-F238E27FC236}">
                    <a16:creationId xmlns:a16="http://schemas.microsoft.com/office/drawing/2014/main" id="{B8FABEAF-4710-C94D-A722-41CBD26D91CD}"/>
                  </a:ext>
                </a:extLst>
              </p:cNvPr>
              <p:cNvSpPr>
                <a:spLocks/>
              </p:cNvSpPr>
              <p:nvPr/>
            </p:nvSpPr>
            <p:spPr bwMode="auto">
              <a:xfrm>
                <a:off x="3570602" y="184797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61" name="Rectangle 14">
                <a:extLst>
                  <a:ext uri="{FF2B5EF4-FFF2-40B4-BE49-F238E27FC236}">
                    <a16:creationId xmlns:a16="http://schemas.microsoft.com/office/drawing/2014/main" id="{E862F81A-5430-B54C-88FA-2720AD423B4F}"/>
                  </a:ext>
                </a:extLst>
              </p:cNvPr>
              <p:cNvSpPr>
                <a:spLocks/>
              </p:cNvSpPr>
              <p:nvPr/>
            </p:nvSpPr>
            <p:spPr bwMode="auto">
              <a:xfrm>
                <a:off x="3572835" y="1842896"/>
                <a:ext cx="658599"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VLAN</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ID</a:t>
                </a:r>
              </a:p>
            </p:txBody>
          </p:sp>
          <p:sp>
            <p:nvSpPr>
              <p:cNvPr id="162" name="Rectangle 15">
                <a:extLst>
                  <a:ext uri="{FF2B5EF4-FFF2-40B4-BE49-F238E27FC236}">
                    <a16:creationId xmlns:a16="http://schemas.microsoft.com/office/drawing/2014/main" id="{55C5912B-BB56-384D-B2A0-E0C58072DAC6}"/>
                  </a:ext>
                </a:extLst>
              </p:cNvPr>
              <p:cNvSpPr>
                <a:spLocks/>
              </p:cNvSpPr>
              <p:nvPr/>
            </p:nvSpPr>
            <p:spPr bwMode="auto">
              <a:xfrm>
                <a:off x="4898598" y="184797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63" name="Rectangle 16">
                <a:extLst>
                  <a:ext uri="{FF2B5EF4-FFF2-40B4-BE49-F238E27FC236}">
                    <a16:creationId xmlns:a16="http://schemas.microsoft.com/office/drawing/2014/main" id="{61DAE442-1FC5-5240-9A25-7B4F04066342}"/>
                  </a:ext>
                </a:extLst>
              </p:cNvPr>
              <p:cNvSpPr>
                <a:spLocks/>
              </p:cNvSpPr>
              <p:nvPr/>
            </p:nvSpPr>
            <p:spPr bwMode="auto">
              <a:xfrm>
                <a:off x="4905295" y="1842896"/>
                <a:ext cx="657483"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IP</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Src</a:t>
                </a:r>
              </a:p>
            </p:txBody>
          </p:sp>
          <p:sp>
            <p:nvSpPr>
              <p:cNvPr id="177" name="Rectangle 17">
                <a:extLst>
                  <a:ext uri="{FF2B5EF4-FFF2-40B4-BE49-F238E27FC236}">
                    <a16:creationId xmlns:a16="http://schemas.microsoft.com/office/drawing/2014/main" id="{4A3CB54A-F07F-7A41-9388-2A250BA2135F}"/>
                  </a:ext>
                </a:extLst>
              </p:cNvPr>
              <p:cNvSpPr>
                <a:spLocks/>
              </p:cNvSpPr>
              <p:nvPr/>
            </p:nvSpPr>
            <p:spPr bwMode="auto">
              <a:xfrm>
                <a:off x="5568360" y="184797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78" name="Rectangle 18">
                <a:extLst>
                  <a:ext uri="{FF2B5EF4-FFF2-40B4-BE49-F238E27FC236}">
                    <a16:creationId xmlns:a16="http://schemas.microsoft.com/office/drawing/2014/main" id="{23123971-B3B7-B149-9E3D-BD20422EDC19}"/>
                  </a:ext>
                </a:extLst>
              </p:cNvPr>
              <p:cNvSpPr>
                <a:spLocks/>
              </p:cNvSpPr>
              <p:nvPr/>
            </p:nvSpPr>
            <p:spPr bwMode="auto">
              <a:xfrm>
                <a:off x="5563895" y="1842896"/>
                <a:ext cx="666413"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IP</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Dst</a:t>
                </a:r>
              </a:p>
            </p:txBody>
          </p:sp>
          <p:sp>
            <p:nvSpPr>
              <p:cNvPr id="179" name="Rectangle 19">
                <a:extLst>
                  <a:ext uri="{FF2B5EF4-FFF2-40B4-BE49-F238E27FC236}">
                    <a16:creationId xmlns:a16="http://schemas.microsoft.com/office/drawing/2014/main" id="{8FD42CC2-DBAA-0F44-8638-A99BEB72EDD1}"/>
                  </a:ext>
                </a:extLst>
              </p:cNvPr>
              <p:cNvSpPr>
                <a:spLocks/>
              </p:cNvSpPr>
              <p:nvPr/>
            </p:nvSpPr>
            <p:spPr bwMode="auto">
              <a:xfrm>
                <a:off x="6230308" y="1847978"/>
                <a:ext cx="660832"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80" name="Rectangle 20">
                <a:extLst>
                  <a:ext uri="{FF2B5EF4-FFF2-40B4-BE49-F238E27FC236}">
                    <a16:creationId xmlns:a16="http://schemas.microsoft.com/office/drawing/2014/main" id="{F51FED94-423D-BA4D-9EC0-7F8CB0696B56}"/>
                  </a:ext>
                </a:extLst>
              </p:cNvPr>
              <p:cNvSpPr>
                <a:spLocks/>
              </p:cNvSpPr>
              <p:nvPr/>
            </p:nvSpPr>
            <p:spPr bwMode="auto">
              <a:xfrm>
                <a:off x="6231424" y="1842896"/>
                <a:ext cx="650785"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IP</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Prot</a:t>
                </a:r>
              </a:p>
            </p:txBody>
          </p:sp>
          <p:sp>
            <p:nvSpPr>
              <p:cNvPr id="181" name="Rectangle 21">
                <a:extLst>
                  <a:ext uri="{FF2B5EF4-FFF2-40B4-BE49-F238E27FC236}">
                    <a16:creationId xmlns:a16="http://schemas.microsoft.com/office/drawing/2014/main" id="{8243500F-0AA7-4D4E-B990-CBDE3AFBFF76}"/>
                  </a:ext>
                </a:extLst>
              </p:cNvPr>
              <p:cNvSpPr>
                <a:spLocks/>
              </p:cNvSpPr>
              <p:nvPr/>
            </p:nvSpPr>
            <p:spPr bwMode="auto">
              <a:xfrm>
                <a:off x="7551454" y="185495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82" name="Rectangle 22">
                <a:extLst>
                  <a:ext uri="{FF2B5EF4-FFF2-40B4-BE49-F238E27FC236}">
                    <a16:creationId xmlns:a16="http://schemas.microsoft.com/office/drawing/2014/main" id="{414C5E2C-A745-6549-8B54-66D9E5680172}"/>
                  </a:ext>
                </a:extLst>
              </p:cNvPr>
              <p:cNvSpPr>
                <a:spLocks/>
              </p:cNvSpPr>
              <p:nvPr/>
            </p:nvSpPr>
            <p:spPr bwMode="auto">
              <a:xfrm>
                <a:off x="7589786" y="1849876"/>
                <a:ext cx="665297"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TCP</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s-port</a:t>
                </a:r>
              </a:p>
            </p:txBody>
          </p:sp>
          <p:sp>
            <p:nvSpPr>
              <p:cNvPr id="183" name="Rectangle 23">
                <a:extLst>
                  <a:ext uri="{FF2B5EF4-FFF2-40B4-BE49-F238E27FC236}">
                    <a16:creationId xmlns:a16="http://schemas.microsoft.com/office/drawing/2014/main" id="{6A103B89-F255-E74E-96A8-EAB4DACDB722}"/>
                  </a:ext>
                </a:extLst>
              </p:cNvPr>
              <p:cNvSpPr>
                <a:spLocks/>
              </p:cNvSpPr>
              <p:nvPr/>
            </p:nvSpPr>
            <p:spPr bwMode="auto">
              <a:xfrm>
                <a:off x="8221216" y="185495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84" name="Rectangle 24">
                <a:extLst>
                  <a:ext uri="{FF2B5EF4-FFF2-40B4-BE49-F238E27FC236}">
                    <a16:creationId xmlns:a16="http://schemas.microsoft.com/office/drawing/2014/main" id="{EDC37871-9763-FD41-B912-044E5F0F4E98}"/>
                  </a:ext>
                </a:extLst>
              </p:cNvPr>
              <p:cNvSpPr>
                <a:spLocks/>
              </p:cNvSpPr>
              <p:nvPr/>
            </p:nvSpPr>
            <p:spPr bwMode="auto">
              <a:xfrm>
                <a:off x="8215634" y="1849876"/>
                <a:ext cx="666413"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TCP</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d-port</a:t>
                </a:r>
              </a:p>
            </p:txBody>
          </p:sp>
          <p:sp>
            <p:nvSpPr>
              <p:cNvPr id="185" name="Rectangle 25">
                <a:extLst>
                  <a:ext uri="{FF2B5EF4-FFF2-40B4-BE49-F238E27FC236}">
                    <a16:creationId xmlns:a16="http://schemas.microsoft.com/office/drawing/2014/main" id="{B999BDEC-7C35-3F40-8C49-6C4E21AF89C5}"/>
                  </a:ext>
                </a:extLst>
              </p:cNvPr>
              <p:cNvSpPr>
                <a:spLocks/>
              </p:cNvSpPr>
              <p:nvPr/>
            </p:nvSpPr>
            <p:spPr bwMode="auto">
              <a:xfrm>
                <a:off x="8887488" y="1852728"/>
                <a:ext cx="834970" cy="495980"/>
              </a:xfrm>
              <a:prstGeom prst="rect">
                <a:avLst/>
              </a:prstGeom>
              <a:solidFill>
                <a:schemeClr val="accent6">
                  <a:lumMod val="20000"/>
                  <a:lumOff val="80000"/>
                </a:schemeClr>
              </a:solidFill>
              <a:ln w="12700">
                <a:solidFill>
                  <a:srgbClr val="697D3A"/>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86" name="Rectangle 26">
                <a:extLst>
                  <a:ext uri="{FF2B5EF4-FFF2-40B4-BE49-F238E27FC236}">
                    <a16:creationId xmlns:a16="http://schemas.microsoft.com/office/drawing/2014/main" id="{7613D3D2-8994-B54F-9220-FB40A2B13F52}"/>
                  </a:ext>
                </a:extLst>
              </p:cNvPr>
              <p:cNvSpPr>
                <a:spLocks/>
              </p:cNvSpPr>
              <p:nvPr/>
            </p:nvSpPr>
            <p:spPr bwMode="auto">
              <a:xfrm>
                <a:off x="8882048" y="1972855"/>
                <a:ext cx="842784" cy="292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Action</a:t>
                </a:r>
              </a:p>
            </p:txBody>
          </p:sp>
          <p:sp>
            <p:nvSpPr>
              <p:cNvPr id="187" name="Rectangle 13">
                <a:extLst>
                  <a:ext uri="{FF2B5EF4-FFF2-40B4-BE49-F238E27FC236}">
                    <a16:creationId xmlns:a16="http://schemas.microsoft.com/office/drawing/2014/main" id="{7DB39F4D-7A82-6749-9F6A-3EADBC5CBF76}"/>
                  </a:ext>
                </a:extLst>
              </p:cNvPr>
              <p:cNvSpPr>
                <a:spLocks/>
              </p:cNvSpPr>
              <p:nvPr/>
            </p:nvSpPr>
            <p:spPr bwMode="auto">
              <a:xfrm>
                <a:off x="4231002" y="1846643"/>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88" name="Rectangle 14">
                <a:extLst>
                  <a:ext uri="{FF2B5EF4-FFF2-40B4-BE49-F238E27FC236}">
                    <a16:creationId xmlns:a16="http://schemas.microsoft.com/office/drawing/2014/main" id="{44FBFA86-B4C2-6540-9FD6-5793AC6E949A}"/>
                  </a:ext>
                </a:extLst>
              </p:cNvPr>
              <p:cNvSpPr>
                <a:spLocks/>
              </p:cNvSpPr>
              <p:nvPr/>
            </p:nvSpPr>
            <p:spPr bwMode="auto">
              <a:xfrm>
                <a:off x="4221946" y="1859830"/>
                <a:ext cx="658599"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VLAN</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Pri</a:t>
                </a:r>
              </a:p>
            </p:txBody>
          </p:sp>
          <p:sp>
            <p:nvSpPr>
              <p:cNvPr id="189" name="Rectangle 19">
                <a:extLst>
                  <a:ext uri="{FF2B5EF4-FFF2-40B4-BE49-F238E27FC236}">
                    <a16:creationId xmlns:a16="http://schemas.microsoft.com/office/drawing/2014/main" id="{DB4C9FEC-EF13-8048-AF42-E1A4C2B49B74}"/>
                  </a:ext>
                </a:extLst>
              </p:cNvPr>
              <p:cNvSpPr>
                <a:spLocks/>
              </p:cNvSpPr>
              <p:nvPr/>
            </p:nvSpPr>
            <p:spPr bwMode="auto">
              <a:xfrm>
                <a:off x="6890708" y="1853623"/>
                <a:ext cx="660832"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90" name="Rectangle 20">
                <a:extLst>
                  <a:ext uri="{FF2B5EF4-FFF2-40B4-BE49-F238E27FC236}">
                    <a16:creationId xmlns:a16="http://schemas.microsoft.com/office/drawing/2014/main" id="{1DD07B1B-9157-D144-B0C2-99FD1698F34D}"/>
                  </a:ext>
                </a:extLst>
              </p:cNvPr>
              <p:cNvSpPr>
                <a:spLocks/>
              </p:cNvSpPr>
              <p:nvPr/>
            </p:nvSpPr>
            <p:spPr bwMode="auto">
              <a:xfrm>
                <a:off x="6891824" y="1848541"/>
                <a:ext cx="650785"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IP</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ToS</a:t>
                </a:r>
              </a:p>
            </p:txBody>
          </p:sp>
        </p:grpSp>
        <p:sp>
          <p:nvSpPr>
            <p:cNvPr id="191" name="Rectangle 35">
              <a:extLst>
                <a:ext uri="{FF2B5EF4-FFF2-40B4-BE49-F238E27FC236}">
                  <a16:creationId xmlns:a16="http://schemas.microsoft.com/office/drawing/2014/main" id="{14434360-08B9-C145-8DE7-06A311851833}"/>
                </a:ext>
              </a:extLst>
            </p:cNvPr>
            <p:cNvSpPr>
              <a:spLocks/>
            </p:cNvSpPr>
            <p:nvPr/>
          </p:nvSpPr>
          <p:spPr bwMode="auto">
            <a:xfrm>
              <a:off x="8187547" y="4342363"/>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22</a:t>
              </a:r>
            </a:p>
          </p:txBody>
        </p:sp>
        <p:sp>
          <p:nvSpPr>
            <p:cNvPr id="193" name="Rectangle 32">
              <a:extLst>
                <a:ext uri="{FF2B5EF4-FFF2-40B4-BE49-F238E27FC236}">
                  <a16:creationId xmlns:a16="http://schemas.microsoft.com/office/drawing/2014/main" id="{B0EC3C66-AC13-324E-8D9B-02EB01198483}"/>
                </a:ext>
              </a:extLst>
            </p:cNvPr>
            <p:cNvSpPr>
              <a:spLocks/>
            </p:cNvSpPr>
            <p:nvPr/>
          </p:nvSpPr>
          <p:spPr bwMode="auto">
            <a:xfrm>
              <a:off x="4898315" y="4382264"/>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grpSp>
      <p:grpSp>
        <p:nvGrpSpPr>
          <p:cNvPr id="7" name="Group 6">
            <a:extLst>
              <a:ext uri="{FF2B5EF4-FFF2-40B4-BE49-F238E27FC236}">
                <a16:creationId xmlns:a16="http://schemas.microsoft.com/office/drawing/2014/main" id="{70D204D1-8DDC-A743-9FC3-3E5918DF3E22}"/>
              </a:ext>
            </a:extLst>
          </p:cNvPr>
          <p:cNvGrpSpPr/>
          <p:nvPr/>
        </p:nvGrpSpPr>
        <p:grpSpPr>
          <a:xfrm>
            <a:off x="914400" y="5202287"/>
            <a:ext cx="8816534" cy="910324"/>
            <a:chOff x="914400" y="5202287"/>
            <a:chExt cx="8816534" cy="910324"/>
          </a:xfrm>
        </p:grpSpPr>
        <p:grpSp>
          <p:nvGrpSpPr>
            <p:cNvPr id="194" name="Group 193">
              <a:extLst>
                <a:ext uri="{FF2B5EF4-FFF2-40B4-BE49-F238E27FC236}">
                  <a16:creationId xmlns:a16="http://schemas.microsoft.com/office/drawing/2014/main" id="{07921EF8-4B3F-E94A-B9DD-CF0D8E0B9DBB}"/>
                </a:ext>
              </a:extLst>
            </p:cNvPr>
            <p:cNvGrpSpPr/>
            <p:nvPr/>
          </p:nvGrpSpPr>
          <p:grpSpPr>
            <a:xfrm>
              <a:off x="914400" y="5202287"/>
              <a:ext cx="8816534" cy="537306"/>
              <a:chOff x="908298" y="1842896"/>
              <a:chExt cx="8816534" cy="537306"/>
            </a:xfrm>
          </p:grpSpPr>
          <p:sp>
            <p:nvSpPr>
              <p:cNvPr id="195" name="Rectangle 5">
                <a:extLst>
                  <a:ext uri="{FF2B5EF4-FFF2-40B4-BE49-F238E27FC236}">
                    <a16:creationId xmlns:a16="http://schemas.microsoft.com/office/drawing/2014/main" id="{0A5F6015-04EF-0B44-991D-9F343825DF60}"/>
                  </a:ext>
                </a:extLst>
              </p:cNvPr>
              <p:cNvSpPr>
                <a:spLocks/>
              </p:cNvSpPr>
              <p:nvPr/>
            </p:nvSpPr>
            <p:spPr bwMode="auto">
              <a:xfrm>
                <a:off x="916112" y="1847978"/>
                <a:ext cx="660832"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96" name="Rectangle 6">
                <a:extLst>
                  <a:ext uri="{FF2B5EF4-FFF2-40B4-BE49-F238E27FC236}">
                    <a16:creationId xmlns:a16="http://schemas.microsoft.com/office/drawing/2014/main" id="{218413A2-3D7F-BB40-A021-75B3072AC17E}"/>
                  </a:ext>
                </a:extLst>
              </p:cNvPr>
              <p:cNvSpPr>
                <a:spLocks/>
              </p:cNvSpPr>
              <p:nvPr/>
            </p:nvSpPr>
            <p:spPr bwMode="auto">
              <a:xfrm>
                <a:off x="908298" y="1851027"/>
                <a:ext cx="657483"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Switch</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Port</a:t>
                </a:r>
              </a:p>
            </p:txBody>
          </p:sp>
          <p:sp>
            <p:nvSpPr>
              <p:cNvPr id="197" name="Rectangle 7">
                <a:extLst>
                  <a:ext uri="{FF2B5EF4-FFF2-40B4-BE49-F238E27FC236}">
                    <a16:creationId xmlns:a16="http://schemas.microsoft.com/office/drawing/2014/main" id="{34A22EBA-8429-314E-AE49-1623B70B5717}"/>
                  </a:ext>
                </a:extLst>
              </p:cNvPr>
              <p:cNvSpPr>
                <a:spLocks/>
              </p:cNvSpPr>
              <p:nvPr/>
            </p:nvSpPr>
            <p:spPr bwMode="auto">
              <a:xfrm>
                <a:off x="1576944" y="184797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198" name="Rectangle 8">
                <a:extLst>
                  <a:ext uri="{FF2B5EF4-FFF2-40B4-BE49-F238E27FC236}">
                    <a16:creationId xmlns:a16="http://schemas.microsoft.com/office/drawing/2014/main" id="{4DA92BC3-7BB5-B34B-A2E1-C2D17235BA33}"/>
                  </a:ext>
                </a:extLst>
              </p:cNvPr>
              <p:cNvSpPr>
                <a:spLocks/>
              </p:cNvSpPr>
              <p:nvPr/>
            </p:nvSpPr>
            <p:spPr bwMode="auto">
              <a:xfrm>
                <a:off x="1572479" y="1842896"/>
                <a:ext cx="657483"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MAC</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src</a:t>
                </a:r>
              </a:p>
            </p:txBody>
          </p:sp>
          <p:sp>
            <p:nvSpPr>
              <p:cNvPr id="199" name="Rectangle 9">
                <a:extLst>
                  <a:ext uri="{FF2B5EF4-FFF2-40B4-BE49-F238E27FC236}">
                    <a16:creationId xmlns:a16="http://schemas.microsoft.com/office/drawing/2014/main" id="{17C7CA13-2C51-DC4F-80B3-9E5405746CD0}"/>
                  </a:ext>
                </a:extLst>
              </p:cNvPr>
              <p:cNvSpPr>
                <a:spLocks/>
              </p:cNvSpPr>
              <p:nvPr/>
            </p:nvSpPr>
            <p:spPr bwMode="auto">
              <a:xfrm>
                <a:off x="2238892" y="184797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257" name="Rectangle 10">
                <a:extLst>
                  <a:ext uri="{FF2B5EF4-FFF2-40B4-BE49-F238E27FC236}">
                    <a16:creationId xmlns:a16="http://schemas.microsoft.com/office/drawing/2014/main" id="{8FCB679B-2DE4-0C47-99E7-0AC048D01132}"/>
                  </a:ext>
                </a:extLst>
              </p:cNvPr>
              <p:cNvSpPr>
                <a:spLocks/>
              </p:cNvSpPr>
              <p:nvPr/>
            </p:nvSpPr>
            <p:spPr bwMode="auto">
              <a:xfrm>
                <a:off x="2269031" y="1842896"/>
                <a:ext cx="632925"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MAC</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dst</a:t>
                </a:r>
              </a:p>
            </p:txBody>
          </p:sp>
          <p:sp>
            <p:nvSpPr>
              <p:cNvPr id="258" name="Rectangle 11">
                <a:extLst>
                  <a:ext uri="{FF2B5EF4-FFF2-40B4-BE49-F238E27FC236}">
                    <a16:creationId xmlns:a16="http://schemas.microsoft.com/office/drawing/2014/main" id="{4D6953E0-158F-E94E-BDF0-75FBB13562F7}"/>
                  </a:ext>
                </a:extLst>
              </p:cNvPr>
              <p:cNvSpPr>
                <a:spLocks/>
              </p:cNvSpPr>
              <p:nvPr/>
            </p:nvSpPr>
            <p:spPr bwMode="auto">
              <a:xfrm>
                <a:off x="2908654" y="184797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259" name="Rectangle 12">
                <a:extLst>
                  <a:ext uri="{FF2B5EF4-FFF2-40B4-BE49-F238E27FC236}">
                    <a16:creationId xmlns:a16="http://schemas.microsoft.com/office/drawing/2014/main" id="{12985EE5-BB23-9B46-B2FD-D093AEE85768}"/>
                  </a:ext>
                </a:extLst>
              </p:cNvPr>
              <p:cNvSpPr>
                <a:spLocks/>
              </p:cNvSpPr>
              <p:nvPr/>
            </p:nvSpPr>
            <p:spPr bwMode="auto">
              <a:xfrm>
                <a:off x="2906422" y="1842896"/>
                <a:ext cx="658599"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Eth</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type</a:t>
                </a:r>
              </a:p>
            </p:txBody>
          </p:sp>
          <p:sp>
            <p:nvSpPr>
              <p:cNvPr id="260" name="Rectangle 13">
                <a:extLst>
                  <a:ext uri="{FF2B5EF4-FFF2-40B4-BE49-F238E27FC236}">
                    <a16:creationId xmlns:a16="http://schemas.microsoft.com/office/drawing/2014/main" id="{901A8102-2758-F446-9353-966176F4832D}"/>
                  </a:ext>
                </a:extLst>
              </p:cNvPr>
              <p:cNvSpPr>
                <a:spLocks/>
              </p:cNvSpPr>
              <p:nvPr/>
            </p:nvSpPr>
            <p:spPr bwMode="auto">
              <a:xfrm>
                <a:off x="3570602" y="184797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261" name="Rectangle 14">
                <a:extLst>
                  <a:ext uri="{FF2B5EF4-FFF2-40B4-BE49-F238E27FC236}">
                    <a16:creationId xmlns:a16="http://schemas.microsoft.com/office/drawing/2014/main" id="{50681195-E620-894B-A31E-991F36E4A1A7}"/>
                  </a:ext>
                </a:extLst>
              </p:cNvPr>
              <p:cNvSpPr>
                <a:spLocks/>
              </p:cNvSpPr>
              <p:nvPr/>
            </p:nvSpPr>
            <p:spPr bwMode="auto">
              <a:xfrm>
                <a:off x="3572835" y="1842896"/>
                <a:ext cx="658599"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VLAN</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ID</a:t>
                </a:r>
              </a:p>
            </p:txBody>
          </p:sp>
          <p:sp>
            <p:nvSpPr>
              <p:cNvPr id="262" name="Rectangle 15">
                <a:extLst>
                  <a:ext uri="{FF2B5EF4-FFF2-40B4-BE49-F238E27FC236}">
                    <a16:creationId xmlns:a16="http://schemas.microsoft.com/office/drawing/2014/main" id="{96DB3AA6-CBFE-DB4E-AB1E-78303B3BFCF7}"/>
                  </a:ext>
                </a:extLst>
              </p:cNvPr>
              <p:cNvSpPr>
                <a:spLocks/>
              </p:cNvSpPr>
              <p:nvPr/>
            </p:nvSpPr>
            <p:spPr bwMode="auto">
              <a:xfrm>
                <a:off x="4898598" y="184797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263" name="Rectangle 16">
                <a:extLst>
                  <a:ext uri="{FF2B5EF4-FFF2-40B4-BE49-F238E27FC236}">
                    <a16:creationId xmlns:a16="http://schemas.microsoft.com/office/drawing/2014/main" id="{C4FE2E68-A8AC-7B49-959C-F71BE98C789B}"/>
                  </a:ext>
                </a:extLst>
              </p:cNvPr>
              <p:cNvSpPr>
                <a:spLocks/>
              </p:cNvSpPr>
              <p:nvPr/>
            </p:nvSpPr>
            <p:spPr bwMode="auto">
              <a:xfrm>
                <a:off x="4905295" y="1842896"/>
                <a:ext cx="657483"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IP</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Src</a:t>
                </a:r>
              </a:p>
            </p:txBody>
          </p:sp>
          <p:sp>
            <p:nvSpPr>
              <p:cNvPr id="264" name="Rectangle 17">
                <a:extLst>
                  <a:ext uri="{FF2B5EF4-FFF2-40B4-BE49-F238E27FC236}">
                    <a16:creationId xmlns:a16="http://schemas.microsoft.com/office/drawing/2014/main" id="{9574B4F7-E691-C04D-B89C-CA191374ECFE}"/>
                  </a:ext>
                </a:extLst>
              </p:cNvPr>
              <p:cNvSpPr>
                <a:spLocks/>
              </p:cNvSpPr>
              <p:nvPr/>
            </p:nvSpPr>
            <p:spPr bwMode="auto">
              <a:xfrm>
                <a:off x="5568360" y="184797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265" name="Rectangle 18">
                <a:extLst>
                  <a:ext uri="{FF2B5EF4-FFF2-40B4-BE49-F238E27FC236}">
                    <a16:creationId xmlns:a16="http://schemas.microsoft.com/office/drawing/2014/main" id="{68BFEFFF-DB56-694D-90A4-51E3FEE7F819}"/>
                  </a:ext>
                </a:extLst>
              </p:cNvPr>
              <p:cNvSpPr>
                <a:spLocks/>
              </p:cNvSpPr>
              <p:nvPr/>
            </p:nvSpPr>
            <p:spPr bwMode="auto">
              <a:xfrm>
                <a:off x="5563895" y="1842896"/>
                <a:ext cx="666413"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IP</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Dst</a:t>
                </a:r>
              </a:p>
            </p:txBody>
          </p:sp>
          <p:sp>
            <p:nvSpPr>
              <p:cNvPr id="266" name="Rectangle 19">
                <a:extLst>
                  <a:ext uri="{FF2B5EF4-FFF2-40B4-BE49-F238E27FC236}">
                    <a16:creationId xmlns:a16="http://schemas.microsoft.com/office/drawing/2014/main" id="{0D921F8B-2B4A-7142-95C0-460B9891A54F}"/>
                  </a:ext>
                </a:extLst>
              </p:cNvPr>
              <p:cNvSpPr>
                <a:spLocks/>
              </p:cNvSpPr>
              <p:nvPr/>
            </p:nvSpPr>
            <p:spPr bwMode="auto">
              <a:xfrm>
                <a:off x="6230308" y="1847978"/>
                <a:ext cx="660832"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267" name="Rectangle 20">
                <a:extLst>
                  <a:ext uri="{FF2B5EF4-FFF2-40B4-BE49-F238E27FC236}">
                    <a16:creationId xmlns:a16="http://schemas.microsoft.com/office/drawing/2014/main" id="{73B158BE-2D4C-BB4C-B9E2-72FB1C352807}"/>
                  </a:ext>
                </a:extLst>
              </p:cNvPr>
              <p:cNvSpPr>
                <a:spLocks/>
              </p:cNvSpPr>
              <p:nvPr/>
            </p:nvSpPr>
            <p:spPr bwMode="auto">
              <a:xfrm>
                <a:off x="6231424" y="1842896"/>
                <a:ext cx="650785"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IP</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Prot</a:t>
                </a:r>
              </a:p>
            </p:txBody>
          </p:sp>
          <p:sp>
            <p:nvSpPr>
              <p:cNvPr id="268" name="Rectangle 21">
                <a:extLst>
                  <a:ext uri="{FF2B5EF4-FFF2-40B4-BE49-F238E27FC236}">
                    <a16:creationId xmlns:a16="http://schemas.microsoft.com/office/drawing/2014/main" id="{21BC995C-EA10-8A4A-86C9-09E9D18A5CFC}"/>
                  </a:ext>
                </a:extLst>
              </p:cNvPr>
              <p:cNvSpPr>
                <a:spLocks/>
              </p:cNvSpPr>
              <p:nvPr/>
            </p:nvSpPr>
            <p:spPr bwMode="auto">
              <a:xfrm>
                <a:off x="7551454" y="185495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269" name="Rectangle 22">
                <a:extLst>
                  <a:ext uri="{FF2B5EF4-FFF2-40B4-BE49-F238E27FC236}">
                    <a16:creationId xmlns:a16="http://schemas.microsoft.com/office/drawing/2014/main" id="{A7CF76F0-7B38-514E-8F35-21857DFF5967}"/>
                  </a:ext>
                </a:extLst>
              </p:cNvPr>
              <p:cNvSpPr>
                <a:spLocks/>
              </p:cNvSpPr>
              <p:nvPr/>
            </p:nvSpPr>
            <p:spPr bwMode="auto">
              <a:xfrm>
                <a:off x="7589786" y="1849876"/>
                <a:ext cx="665297"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TCP</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s-port</a:t>
                </a:r>
              </a:p>
            </p:txBody>
          </p:sp>
          <p:sp>
            <p:nvSpPr>
              <p:cNvPr id="270" name="Rectangle 23">
                <a:extLst>
                  <a:ext uri="{FF2B5EF4-FFF2-40B4-BE49-F238E27FC236}">
                    <a16:creationId xmlns:a16="http://schemas.microsoft.com/office/drawing/2014/main" id="{93987477-D8FA-DA45-8852-6C39439B8089}"/>
                  </a:ext>
                </a:extLst>
              </p:cNvPr>
              <p:cNvSpPr>
                <a:spLocks/>
              </p:cNvSpPr>
              <p:nvPr/>
            </p:nvSpPr>
            <p:spPr bwMode="auto">
              <a:xfrm>
                <a:off x="8221216" y="1854958"/>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271" name="Rectangle 24">
                <a:extLst>
                  <a:ext uri="{FF2B5EF4-FFF2-40B4-BE49-F238E27FC236}">
                    <a16:creationId xmlns:a16="http://schemas.microsoft.com/office/drawing/2014/main" id="{72A25E18-29FD-B54E-93AB-BFBD1F5E4C07}"/>
                  </a:ext>
                </a:extLst>
              </p:cNvPr>
              <p:cNvSpPr>
                <a:spLocks/>
              </p:cNvSpPr>
              <p:nvPr/>
            </p:nvSpPr>
            <p:spPr bwMode="auto">
              <a:xfrm>
                <a:off x="8215634" y="1849876"/>
                <a:ext cx="666413"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TCP</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d-port</a:t>
                </a:r>
              </a:p>
            </p:txBody>
          </p:sp>
          <p:sp>
            <p:nvSpPr>
              <p:cNvPr id="272" name="Rectangle 25">
                <a:extLst>
                  <a:ext uri="{FF2B5EF4-FFF2-40B4-BE49-F238E27FC236}">
                    <a16:creationId xmlns:a16="http://schemas.microsoft.com/office/drawing/2014/main" id="{ECF746A0-10FF-564E-B0C2-FDF04E94DBF2}"/>
                  </a:ext>
                </a:extLst>
              </p:cNvPr>
              <p:cNvSpPr>
                <a:spLocks/>
              </p:cNvSpPr>
              <p:nvPr/>
            </p:nvSpPr>
            <p:spPr bwMode="auto">
              <a:xfrm>
                <a:off x="8887488" y="1852728"/>
                <a:ext cx="834970" cy="495980"/>
              </a:xfrm>
              <a:prstGeom prst="rect">
                <a:avLst/>
              </a:prstGeom>
              <a:solidFill>
                <a:schemeClr val="accent6">
                  <a:lumMod val="20000"/>
                  <a:lumOff val="80000"/>
                </a:schemeClr>
              </a:solidFill>
              <a:ln w="12700">
                <a:solidFill>
                  <a:srgbClr val="697D3A"/>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273" name="Rectangle 26">
                <a:extLst>
                  <a:ext uri="{FF2B5EF4-FFF2-40B4-BE49-F238E27FC236}">
                    <a16:creationId xmlns:a16="http://schemas.microsoft.com/office/drawing/2014/main" id="{FCC55685-57B0-C04F-89AF-A3B4CAC4C861}"/>
                  </a:ext>
                </a:extLst>
              </p:cNvPr>
              <p:cNvSpPr>
                <a:spLocks/>
              </p:cNvSpPr>
              <p:nvPr/>
            </p:nvSpPr>
            <p:spPr bwMode="auto">
              <a:xfrm>
                <a:off x="8882048" y="1972855"/>
                <a:ext cx="842784" cy="292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Action</a:t>
                </a:r>
              </a:p>
            </p:txBody>
          </p:sp>
          <p:sp>
            <p:nvSpPr>
              <p:cNvPr id="274" name="Rectangle 13">
                <a:extLst>
                  <a:ext uri="{FF2B5EF4-FFF2-40B4-BE49-F238E27FC236}">
                    <a16:creationId xmlns:a16="http://schemas.microsoft.com/office/drawing/2014/main" id="{87CD17FF-C15F-BD4E-93F5-C59B4506232B}"/>
                  </a:ext>
                </a:extLst>
              </p:cNvPr>
              <p:cNvSpPr>
                <a:spLocks/>
              </p:cNvSpPr>
              <p:nvPr/>
            </p:nvSpPr>
            <p:spPr bwMode="auto">
              <a:xfrm>
                <a:off x="4231002" y="1846643"/>
                <a:ext cx="661948"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275" name="Rectangle 14">
                <a:extLst>
                  <a:ext uri="{FF2B5EF4-FFF2-40B4-BE49-F238E27FC236}">
                    <a16:creationId xmlns:a16="http://schemas.microsoft.com/office/drawing/2014/main" id="{2238CFE9-E305-8F4D-8279-4F47300266CA}"/>
                  </a:ext>
                </a:extLst>
              </p:cNvPr>
              <p:cNvSpPr>
                <a:spLocks/>
              </p:cNvSpPr>
              <p:nvPr/>
            </p:nvSpPr>
            <p:spPr bwMode="auto">
              <a:xfrm>
                <a:off x="4221946" y="1859830"/>
                <a:ext cx="658599"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VLAN</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Pri</a:t>
                </a:r>
              </a:p>
            </p:txBody>
          </p:sp>
          <p:sp>
            <p:nvSpPr>
              <p:cNvPr id="276" name="Rectangle 19">
                <a:extLst>
                  <a:ext uri="{FF2B5EF4-FFF2-40B4-BE49-F238E27FC236}">
                    <a16:creationId xmlns:a16="http://schemas.microsoft.com/office/drawing/2014/main" id="{487609AB-80CB-C641-A595-4C81B4D321EC}"/>
                  </a:ext>
                </a:extLst>
              </p:cNvPr>
              <p:cNvSpPr>
                <a:spLocks/>
              </p:cNvSpPr>
              <p:nvPr/>
            </p:nvSpPr>
            <p:spPr bwMode="auto">
              <a:xfrm>
                <a:off x="6890708" y="1853623"/>
                <a:ext cx="660832" cy="487849"/>
              </a:xfrm>
              <a:prstGeom prst="rect">
                <a:avLst/>
              </a:prstGeom>
              <a:solidFill>
                <a:srgbClr val="BBE0E3"/>
              </a:solidFill>
              <a:ln w="12700">
                <a:solidFill>
                  <a:schemeClr val="tx1"/>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
            <p:nvSpPr>
              <p:cNvPr id="277" name="Rectangle 20">
                <a:extLst>
                  <a:ext uri="{FF2B5EF4-FFF2-40B4-BE49-F238E27FC236}">
                    <a16:creationId xmlns:a16="http://schemas.microsoft.com/office/drawing/2014/main" id="{083990C2-30DC-B24D-89EC-C954EEAA5527}"/>
                  </a:ext>
                </a:extLst>
              </p:cNvPr>
              <p:cNvSpPr>
                <a:spLocks/>
              </p:cNvSpPr>
              <p:nvPr/>
            </p:nvSpPr>
            <p:spPr bwMode="auto">
              <a:xfrm>
                <a:off x="6891824" y="1848541"/>
                <a:ext cx="650785" cy="52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IP</a:t>
                </a:r>
              </a:p>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ToS</a:t>
                </a:r>
              </a:p>
            </p:txBody>
          </p:sp>
        </p:grpSp>
        <p:sp>
          <p:nvSpPr>
            <p:cNvPr id="278" name="Rectangle 3">
              <a:extLst>
                <a:ext uri="{FF2B5EF4-FFF2-40B4-BE49-F238E27FC236}">
                  <a16:creationId xmlns:a16="http://schemas.microsoft.com/office/drawing/2014/main" id="{3D538A99-E373-2843-A395-0BCD8CEA89D4}"/>
                </a:ext>
              </a:extLst>
            </p:cNvPr>
            <p:cNvSpPr>
              <a:spLocks/>
            </p:cNvSpPr>
            <p:nvPr/>
          </p:nvSpPr>
          <p:spPr bwMode="auto">
            <a:xfrm>
              <a:off x="914400" y="5791936"/>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279" name="Rectangle 27">
              <a:extLst>
                <a:ext uri="{FF2B5EF4-FFF2-40B4-BE49-F238E27FC236}">
                  <a16:creationId xmlns:a16="http://schemas.microsoft.com/office/drawing/2014/main" id="{7592C1BA-488D-F341-B343-A07F6E1D11A3}"/>
                </a:ext>
              </a:extLst>
            </p:cNvPr>
            <p:cNvSpPr>
              <a:spLocks/>
            </p:cNvSpPr>
            <p:nvPr/>
          </p:nvSpPr>
          <p:spPr bwMode="auto">
            <a:xfrm>
              <a:off x="1574800" y="5791936"/>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280" name="Rectangle 28">
              <a:extLst>
                <a:ext uri="{FF2B5EF4-FFF2-40B4-BE49-F238E27FC236}">
                  <a16:creationId xmlns:a16="http://schemas.microsoft.com/office/drawing/2014/main" id="{EB6E85EC-CDDC-574B-BC87-267E65A4F156}"/>
                </a:ext>
              </a:extLst>
            </p:cNvPr>
            <p:cNvSpPr>
              <a:spLocks/>
            </p:cNvSpPr>
            <p:nvPr/>
          </p:nvSpPr>
          <p:spPr bwMode="auto">
            <a:xfrm>
              <a:off x="2003425" y="5791936"/>
              <a:ext cx="11334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281" name="Rectangle 29">
              <a:extLst>
                <a:ext uri="{FF2B5EF4-FFF2-40B4-BE49-F238E27FC236}">
                  <a16:creationId xmlns:a16="http://schemas.microsoft.com/office/drawing/2014/main" id="{2CE31FDA-E835-2C43-80A4-494731B46A64}"/>
                </a:ext>
              </a:extLst>
            </p:cNvPr>
            <p:cNvSpPr>
              <a:spLocks/>
            </p:cNvSpPr>
            <p:nvPr/>
          </p:nvSpPr>
          <p:spPr bwMode="auto">
            <a:xfrm>
              <a:off x="2895600" y="5791936"/>
              <a:ext cx="66198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282" name="Rectangle 30">
              <a:extLst>
                <a:ext uri="{FF2B5EF4-FFF2-40B4-BE49-F238E27FC236}">
                  <a16:creationId xmlns:a16="http://schemas.microsoft.com/office/drawing/2014/main" id="{637AED49-0E95-FB47-8B81-2E5FA378CE94}"/>
                </a:ext>
              </a:extLst>
            </p:cNvPr>
            <p:cNvSpPr>
              <a:spLocks/>
            </p:cNvSpPr>
            <p:nvPr/>
          </p:nvSpPr>
          <p:spPr bwMode="auto">
            <a:xfrm>
              <a:off x="3557588" y="5791936"/>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283" name="Rectangle 31">
              <a:extLst>
                <a:ext uri="{FF2B5EF4-FFF2-40B4-BE49-F238E27FC236}">
                  <a16:creationId xmlns:a16="http://schemas.microsoft.com/office/drawing/2014/main" id="{E29B6916-0DE6-8F40-B29F-353E3767D79D}"/>
                </a:ext>
              </a:extLst>
            </p:cNvPr>
            <p:cNvSpPr>
              <a:spLocks/>
            </p:cNvSpPr>
            <p:nvPr/>
          </p:nvSpPr>
          <p:spPr bwMode="auto">
            <a:xfrm>
              <a:off x="4217988" y="5791936"/>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284" name="Rectangle 32">
              <a:extLst>
                <a:ext uri="{FF2B5EF4-FFF2-40B4-BE49-F238E27FC236}">
                  <a16:creationId xmlns:a16="http://schemas.microsoft.com/office/drawing/2014/main" id="{9FBE9C2F-CFA2-9F4D-9EEA-B603925D89D6}"/>
                </a:ext>
              </a:extLst>
            </p:cNvPr>
            <p:cNvSpPr>
              <a:spLocks/>
            </p:cNvSpPr>
            <p:nvPr/>
          </p:nvSpPr>
          <p:spPr bwMode="auto">
            <a:xfrm>
              <a:off x="5618921" y="5781799"/>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285" name="Rectangle 33">
              <a:extLst>
                <a:ext uri="{FF2B5EF4-FFF2-40B4-BE49-F238E27FC236}">
                  <a16:creationId xmlns:a16="http://schemas.microsoft.com/office/drawing/2014/main" id="{8F7452E9-7359-A848-8C21-AD6F9EF2B2D1}"/>
                </a:ext>
              </a:extLst>
            </p:cNvPr>
            <p:cNvSpPr>
              <a:spLocks/>
            </p:cNvSpPr>
            <p:nvPr/>
          </p:nvSpPr>
          <p:spPr bwMode="auto">
            <a:xfrm>
              <a:off x="6288846" y="5791936"/>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286" name="Rectangle 34">
              <a:extLst>
                <a:ext uri="{FF2B5EF4-FFF2-40B4-BE49-F238E27FC236}">
                  <a16:creationId xmlns:a16="http://schemas.microsoft.com/office/drawing/2014/main" id="{C7FC204D-475E-B44A-907D-705ACD7336D8}"/>
                </a:ext>
              </a:extLst>
            </p:cNvPr>
            <p:cNvSpPr>
              <a:spLocks/>
            </p:cNvSpPr>
            <p:nvPr/>
          </p:nvSpPr>
          <p:spPr bwMode="auto">
            <a:xfrm>
              <a:off x="6949246" y="5791936"/>
              <a:ext cx="66198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287" name="Rectangle 35">
              <a:extLst>
                <a:ext uri="{FF2B5EF4-FFF2-40B4-BE49-F238E27FC236}">
                  <a16:creationId xmlns:a16="http://schemas.microsoft.com/office/drawing/2014/main" id="{4B9C886A-4915-D245-93DB-9F1DA8798E60}"/>
                </a:ext>
              </a:extLst>
            </p:cNvPr>
            <p:cNvSpPr>
              <a:spLocks/>
            </p:cNvSpPr>
            <p:nvPr/>
          </p:nvSpPr>
          <p:spPr bwMode="auto">
            <a:xfrm>
              <a:off x="7576332" y="5788446"/>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288" name="Rectangle 36">
              <a:extLst>
                <a:ext uri="{FF2B5EF4-FFF2-40B4-BE49-F238E27FC236}">
                  <a16:creationId xmlns:a16="http://schemas.microsoft.com/office/drawing/2014/main" id="{BB727D3E-2308-E141-AE05-DE74EB48D318}"/>
                </a:ext>
              </a:extLst>
            </p:cNvPr>
            <p:cNvSpPr>
              <a:spLocks/>
            </p:cNvSpPr>
            <p:nvPr/>
          </p:nvSpPr>
          <p:spPr bwMode="auto">
            <a:xfrm>
              <a:off x="8967470" y="5734462"/>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drop</a:t>
              </a:r>
            </a:p>
          </p:txBody>
        </p:sp>
        <p:sp>
          <p:nvSpPr>
            <p:cNvPr id="289" name="Rectangle 35">
              <a:extLst>
                <a:ext uri="{FF2B5EF4-FFF2-40B4-BE49-F238E27FC236}">
                  <a16:creationId xmlns:a16="http://schemas.microsoft.com/office/drawing/2014/main" id="{3F333C50-5FDD-3A4C-9EC2-303F354A0CFE}"/>
                </a:ext>
              </a:extLst>
            </p:cNvPr>
            <p:cNvSpPr>
              <a:spLocks/>
            </p:cNvSpPr>
            <p:nvPr/>
          </p:nvSpPr>
          <p:spPr bwMode="auto">
            <a:xfrm>
              <a:off x="8181322" y="5791129"/>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7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a:t>
              </a:r>
            </a:p>
          </p:txBody>
        </p:sp>
        <p:sp>
          <p:nvSpPr>
            <p:cNvPr id="290" name="Rectangle 32">
              <a:extLst>
                <a:ext uri="{FF2B5EF4-FFF2-40B4-BE49-F238E27FC236}">
                  <a16:creationId xmlns:a16="http://schemas.microsoft.com/office/drawing/2014/main" id="{5B8DF240-DF5F-684C-BD17-FF8BBD2A857A}"/>
                </a:ext>
              </a:extLst>
            </p:cNvPr>
            <p:cNvSpPr>
              <a:spLocks/>
            </p:cNvSpPr>
            <p:nvPr/>
          </p:nvSpPr>
          <p:spPr bwMode="auto">
            <a:xfrm>
              <a:off x="4834217" y="5750006"/>
              <a:ext cx="79108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t>128.119.1.1</a:t>
              </a:r>
            </a:p>
          </p:txBody>
        </p:sp>
      </p:grpSp>
    </p:spTree>
    <p:extLst>
      <p:ext uri="{BB962C8B-B14F-4D97-AF65-F5344CB8AC3E}">
        <p14:creationId xmlns:p14="http://schemas.microsoft.com/office/powerpoint/2010/main" val="1291180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1000"/>
                                  </p:stCondLst>
                                  <p:childTnLst>
                                    <p:set>
                                      <p:cBhvr>
                                        <p:cTn id="10" dur="1" fill="hold">
                                          <p:stCondLst>
                                            <p:cond delay="0"/>
                                          </p:stCondLst>
                                        </p:cTn>
                                        <p:tgtEl>
                                          <p:spTgt spid="89"/>
                                        </p:tgtEl>
                                        <p:attrNameLst>
                                          <p:attrName>style.visibility</p:attrName>
                                        </p:attrNameLst>
                                      </p:cBhvr>
                                      <p:to>
                                        <p:strVal val="visible"/>
                                      </p:to>
                                    </p:set>
                                    <p:animEffect transition="in" filter="dissolve">
                                      <p:cBhvr>
                                        <p:cTn id="11" dur="500"/>
                                        <p:tgtEl>
                                          <p:spTgt spid="8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dissolve">
                                      <p:cBhvr>
                                        <p:cTn id="16" dur="500"/>
                                        <p:tgtEl>
                                          <p:spTgt spid="3"/>
                                        </p:tgtEl>
                                      </p:cBhvr>
                                    </p:animEffect>
                                  </p:childTnLst>
                                </p:cTn>
                              </p:par>
                            </p:childTnLst>
                          </p:cTn>
                        </p:par>
                        <p:par>
                          <p:cTn id="17" fill="hold">
                            <p:stCondLst>
                              <p:cond delay="500"/>
                            </p:stCondLst>
                            <p:childTnLst>
                              <p:par>
                                <p:cTn id="18" presetID="9" presetClass="entr" presetSubtype="0" fill="hold" grpId="0" nodeType="afterEffect">
                                  <p:stCondLst>
                                    <p:cond delay="1000"/>
                                  </p:stCondLst>
                                  <p:childTnLst>
                                    <p:set>
                                      <p:cBhvr>
                                        <p:cTn id="19" dur="1" fill="hold">
                                          <p:stCondLst>
                                            <p:cond delay="0"/>
                                          </p:stCondLst>
                                        </p:cTn>
                                        <p:tgtEl>
                                          <p:spTgt spid="175"/>
                                        </p:tgtEl>
                                        <p:attrNameLst>
                                          <p:attrName>style.visibility</p:attrName>
                                        </p:attrNameLst>
                                      </p:cBhvr>
                                      <p:to>
                                        <p:strVal val="visible"/>
                                      </p:to>
                                    </p:set>
                                    <p:animEffect transition="in" filter="dissolve">
                                      <p:cBhvr>
                                        <p:cTn id="20" dur="500"/>
                                        <p:tgtEl>
                                          <p:spTgt spid="175"/>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dissolve">
                                      <p:cBhvr>
                                        <p:cTn id="25" dur="500"/>
                                        <p:tgtEl>
                                          <p:spTgt spid="7"/>
                                        </p:tgtEl>
                                      </p:cBhvr>
                                    </p:animEffect>
                                  </p:childTnLst>
                                </p:cTn>
                              </p:par>
                            </p:childTnLst>
                          </p:cTn>
                        </p:par>
                        <p:par>
                          <p:cTn id="26" fill="hold">
                            <p:stCondLst>
                              <p:cond delay="500"/>
                            </p:stCondLst>
                            <p:childTnLst>
                              <p:par>
                                <p:cTn id="27" presetID="9" presetClass="entr" presetSubtype="0" fill="hold" grpId="0" nodeType="afterEffect">
                                  <p:stCondLst>
                                    <p:cond delay="1000"/>
                                  </p:stCondLst>
                                  <p:childTnLst>
                                    <p:set>
                                      <p:cBhvr>
                                        <p:cTn id="28" dur="1" fill="hold">
                                          <p:stCondLst>
                                            <p:cond delay="0"/>
                                          </p:stCondLst>
                                        </p:cTn>
                                        <p:tgtEl>
                                          <p:spTgt spid="210"/>
                                        </p:tgtEl>
                                        <p:attrNameLst>
                                          <p:attrName>style.visibility</p:attrName>
                                        </p:attrNameLst>
                                      </p:cBhvr>
                                      <p:to>
                                        <p:strVal val="visible"/>
                                      </p:to>
                                    </p:set>
                                    <p:animEffect transition="in" filter="dissolve">
                                      <p:cBhvr>
                                        <p:cTn id="29" dur="500"/>
                                        <p:tgtEl>
                                          <p:spTgt spid="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175" grpId="0"/>
      <p:bldP spid="21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CD85E7-B9DB-9043-B7EC-8C0919E801A1}"/>
              </a:ext>
            </a:extLst>
          </p:cNvPr>
          <p:cNvSpPr>
            <a:spLocks noGrp="1"/>
          </p:cNvSpPr>
          <p:nvPr>
            <p:ph type="title"/>
          </p:nvPr>
        </p:nvSpPr>
        <p:spPr/>
        <p:txBody>
          <a:bodyPr>
            <a:normAutofit fontScale="90000"/>
          </a:bodyPr>
          <a:lstStyle/>
          <a:p>
            <a:r>
              <a:rPr lang="en-US" sz="4800"/>
              <a:t>OpenFlow: </a:t>
            </a:r>
            <a:r>
              <a:rPr lang="en-US"/>
              <a:t>controller-to-switch messages</a:t>
            </a:r>
          </a:p>
        </p:txBody>
      </p:sp>
      <p:sp>
        <p:nvSpPr>
          <p:cNvPr id="2" name="Rectangle 1">
            <a:extLst>
              <a:ext uri="{FF2B5EF4-FFF2-40B4-BE49-F238E27FC236}">
                <a16:creationId xmlns:a16="http://schemas.microsoft.com/office/drawing/2014/main" id="{CD610955-4D70-5844-AF3C-17FCA079A4DB}"/>
              </a:ext>
            </a:extLst>
          </p:cNvPr>
          <p:cNvSpPr/>
          <p:nvPr/>
        </p:nvSpPr>
        <p:spPr>
          <a:xfrm>
            <a:off x="918575" y="1523276"/>
            <a:ext cx="6058423" cy="4031873"/>
          </a:xfrm>
          <a:prstGeom prst="rect">
            <a:avLst/>
          </a:prstGeom>
        </p:spPr>
        <p:txBody>
          <a:bodyPr wrap="square">
            <a:spAutoFit/>
          </a:bodyPr>
          <a:lstStyle/>
          <a:p>
            <a:r>
              <a:rPr lang="en-US" sz="3200" dirty="0">
                <a:solidFill>
                  <a:srgbClr val="000090"/>
                </a:solidFill>
              </a:rPr>
              <a:t>Key controller-to-switch messages</a:t>
            </a:r>
          </a:p>
          <a:p>
            <a:pPr marL="342900" indent="-280988">
              <a:buClr>
                <a:srgbClr val="0000A8"/>
              </a:buClr>
              <a:buFont typeface="Wingdings" pitchFamily="2" charset="2"/>
              <a:buChar char="§"/>
            </a:pPr>
            <a:r>
              <a:rPr lang="en-US" sz="2800" i="1" dirty="0">
                <a:solidFill>
                  <a:srgbClr val="CC0000"/>
                </a:solidFill>
              </a:rPr>
              <a:t>features: </a:t>
            </a:r>
            <a:r>
              <a:rPr lang="en-US" sz="2800" dirty="0"/>
              <a:t>controller queries switch features, switch replies</a:t>
            </a:r>
          </a:p>
          <a:p>
            <a:pPr marL="342900" indent="-280988">
              <a:buClr>
                <a:srgbClr val="0000A8"/>
              </a:buClr>
              <a:buFont typeface="Wingdings" pitchFamily="2" charset="2"/>
              <a:buChar char="§"/>
            </a:pPr>
            <a:r>
              <a:rPr lang="en-US" sz="2800" i="1" dirty="0">
                <a:solidFill>
                  <a:srgbClr val="CC0000"/>
                </a:solidFill>
              </a:rPr>
              <a:t>configure: </a:t>
            </a:r>
            <a:r>
              <a:rPr lang="en-US" sz="2800" dirty="0"/>
              <a:t>controller queries/sets switch configuration parameters</a:t>
            </a:r>
          </a:p>
          <a:p>
            <a:pPr marL="342900" indent="-280988">
              <a:buClr>
                <a:srgbClr val="0000A8"/>
              </a:buClr>
              <a:buFont typeface="Wingdings" pitchFamily="2" charset="2"/>
              <a:buChar char="§"/>
            </a:pPr>
            <a:r>
              <a:rPr lang="en-US" sz="2800" i="1" dirty="0">
                <a:solidFill>
                  <a:srgbClr val="CC0000"/>
                </a:solidFill>
              </a:rPr>
              <a:t>modify-state: </a:t>
            </a:r>
            <a:r>
              <a:rPr lang="en-US" sz="2800" dirty="0"/>
              <a:t>add, delete, modify flow entries in the OpenFlow tables</a:t>
            </a:r>
          </a:p>
          <a:p>
            <a:pPr marL="342900" indent="-280988">
              <a:buClr>
                <a:srgbClr val="0000A8"/>
              </a:buClr>
              <a:buFont typeface="Wingdings" pitchFamily="2" charset="2"/>
              <a:buChar char="§"/>
            </a:pPr>
            <a:r>
              <a:rPr lang="en-US" sz="2800" i="1" dirty="0">
                <a:solidFill>
                  <a:srgbClr val="CC0000"/>
                </a:solidFill>
              </a:rPr>
              <a:t>packet-out: </a:t>
            </a:r>
            <a:r>
              <a:rPr lang="en-US" sz="2800" dirty="0"/>
              <a:t>controller can send this packet out of specific switch port</a:t>
            </a:r>
          </a:p>
        </p:txBody>
      </p:sp>
      <p:grpSp>
        <p:nvGrpSpPr>
          <p:cNvPr id="178" name="Group 177">
            <a:extLst>
              <a:ext uri="{FF2B5EF4-FFF2-40B4-BE49-F238E27FC236}">
                <a16:creationId xmlns:a16="http://schemas.microsoft.com/office/drawing/2014/main" id="{0113BED9-58BA-0E4C-982E-AE0EDD7B0E96}"/>
              </a:ext>
            </a:extLst>
          </p:cNvPr>
          <p:cNvGrpSpPr/>
          <p:nvPr/>
        </p:nvGrpSpPr>
        <p:grpSpPr>
          <a:xfrm>
            <a:off x="7839227" y="1446146"/>
            <a:ext cx="3616623" cy="3732173"/>
            <a:chOff x="7686822" y="1446146"/>
            <a:chExt cx="3616623" cy="3732173"/>
          </a:xfrm>
        </p:grpSpPr>
        <p:grpSp>
          <p:nvGrpSpPr>
            <p:cNvPr id="179" name="Group 950">
              <a:extLst>
                <a:ext uri="{FF2B5EF4-FFF2-40B4-BE49-F238E27FC236}">
                  <a16:creationId xmlns:a16="http://schemas.microsoft.com/office/drawing/2014/main" id="{C87BE356-E809-EF48-A80D-4A417DAFE452}"/>
                </a:ext>
              </a:extLst>
            </p:cNvPr>
            <p:cNvGrpSpPr>
              <a:grpSpLocks/>
            </p:cNvGrpSpPr>
            <p:nvPr/>
          </p:nvGrpSpPr>
          <p:grpSpPr bwMode="auto">
            <a:xfrm>
              <a:off x="8811486" y="2119745"/>
              <a:ext cx="440889" cy="845230"/>
              <a:chOff x="4140" y="429"/>
              <a:chExt cx="1425" cy="2396"/>
            </a:xfrm>
          </p:grpSpPr>
          <p:sp>
            <p:nvSpPr>
              <p:cNvPr id="224" name="Freeform 951">
                <a:extLst>
                  <a:ext uri="{FF2B5EF4-FFF2-40B4-BE49-F238E27FC236}">
                    <a16:creationId xmlns:a16="http://schemas.microsoft.com/office/drawing/2014/main" id="{8B755082-0279-7A40-9C72-674AB2F7D51D}"/>
                  </a:ext>
                </a:extLst>
              </p:cNvPr>
              <p:cNvSpPr>
                <a:spLocks/>
              </p:cNvSpPr>
              <p:nvPr/>
            </p:nvSpPr>
            <p:spPr bwMode="auto">
              <a:xfrm>
                <a:off x="5268" y="433"/>
                <a:ext cx="283" cy="2286"/>
              </a:xfrm>
              <a:custGeom>
                <a:avLst/>
                <a:gdLst>
                  <a:gd name="T0" fmla="*/ 6 w 354"/>
                  <a:gd name="T1" fmla="*/ 0 h 2742"/>
                  <a:gd name="T2" fmla="*/ 30 w 354"/>
                  <a:gd name="T3" fmla="*/ 46 h 2742"/>
                  <a:gd name="T4" fmla="*/ 30 w 354"/>
                  <a:gd name="T5" fmla="*/ 354 h 2742"/>
                  <a:gd name="T6" fmla="*/ 0 w 354"/>
                  <a:gd name="T7" fmla="*/ 371 h 2742"/>
                  <a:gd name="T8" fmla="*/ 6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25" name="Rectangle 952">
                <a:extLst>
                  <a:ext uri="{FF2B5EF4-FFF2-40B4-BE49-F238E27FC236}">
                    <a16:creationId xmlns:a16="http://schemas.microsoft.com/office/drawing/2014/main" id="{06E02BA7-5429-0541-8F8D-A4483DC7BE7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26" name="Freeform 953">
                <a:extLst>
                  <a:ext uri="{FF2B5EF4-FFF2-40B4-BE49-F238E27FC236}">
                    <a16:creationId xmlns:a16="http://schemas.microsoft.com/office/drawing/2014/main" id="{B5F45512-74FD-D844-85E9-BD3B03BACEDA}"/>
                  </a:ext>
                </a:extLst>
              </p:cNvPr>
              <p:cNvSpPr>
                <a:spLocks/>
              </p:cNvSpPr>
              <p:nvPr/>
            </p:nvSpPr>
            <p:spPr bwMode="auto">
              <a:xfrm>
                <a:off x="5321" y="570"/>
                <a:ext cx="169" cy="2115"/>
              </a:xfrm>
              <a:custGeom>
                <a:avLst/>
                <a:gdLst>
                  <a:gd name="T0" fmla="*/ 2 w 211"/>
                  <a:gd name="T1" fmla="*/ 0 h 2537"/>
                  <a:gd name="T2" fmla="*/ 18 w 211"/>
                  <a:gd name="T3" fmla="*/ 30 h 2537"/>
                  <a:gd name="T4" fmla="*/ 2 w 211"/>
                  <a:gd name="T5" fmla="*/ 338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27" name="Freeform 954">
                <a:extLst>
                  <a:ext uri="{FF2B5EF4-FFF2-40B4-BE49-F238E27FC236}">
                    <a16:creationId xmlns:a16="http://schemas.microsoft.com/office/drawing/2014/main" id="{D8C02203-D9C6-F34B-AC03-3C858C080097}"/>
                  </a:ext>
                </a:extLst>
              </p:cNvPr>
              <p:cNvSpPr>
                <a:spLocks/>
              </p:cNvSpPr>
              <p:nvPr/>
            </p:nvSpPr>
            <p:spPr bwMode="auto">
              <a:xfrm>
                <a:off x="5284" y="1640"/>
                <a:ext cx="263" cy="189"/>
              </a:xfrm>
              <a:custGeom>
                <a:avLst/>
                <a:gdLst>
                  <a:gd name="T0" fmla="*/ 2 w 328"/>
                  <a:gd name="T1" fmla="*/ 0 h 226"/>
                  <a:gd name="T2" fmla="*/ 29 w 328"/>
                  <a:gd name="T3" fmla="*/ 18 h 226"/>
                  <a:gd name="T4" fmla="*/ 29 w 328"/>
                  <a:gd name="T5" fmla="*/ 32 h 226"/>
                  <a:gd name="T6" fmla="*/ 0 w 328"/>
                  <a:gd name="T7" fmla="*/ 1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28" name="Rectangle 955">
                <a:extLst>
                  <a:ext uri="{FF2B5EF4-FFF2-40B4-BE49-F238E27FC236}">
                    <a16:creationId xmlns:a16="http://schemas.microsoft.com/office/drawing/2014/main" id="{6F5DF8ED-356A-1F48-89F6-988C453DD7E1}"/>
                  </a:ext>
                </a:extLst>
              </p:cNvPr>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229" name="Group 956">
                <a:extLst>
                  <a:ext uri="{FF2B5EF4-FFF2-40B4-BE49-F238E27FC236}">
                    <a16:creationId xmlns:a16="http://schemas.microsoft.com/office/drawing/2014/main" id="{5692F48A-AD68-9C40-A365-9BA8519139DF}"/>
                  </a:ext>
                </a:extLst>
              </p:cNvPr>
              <p:cNvGrpSpPr>
                <a:grpSpLocks/>
              </p:cNvGrpSpPr>
              <p:nvPr/>
            </p:nvGrpSpPr>
            <p:grpSpPr bwMode="auto">
              <a:xfrm>
                <a:off x="4748" y="662"/>
                <a:ext cx="578" cy="150"/>
                <a:chOff x="613" y="2566"/>
                <a:chExt cx="721" cy="144"/>
              </a:xfrm>
            </p:grpSpPr>
            <p:sp>
              <p:nvSpPr>
                <p:cNvPr id="254" name="AutoShape 957">
                  <a:extLst>
                    <a:ext uri="{FF2B5EF4-FFF2-40B4-BE49-F238E27FC236}">
                      <a16:creationId xmlns:a16="http://schemas.microsoft.com/office/drawing/2014/main" id="{02BFDCD0-FDDC-2947-BDE5-8CD4058533F7}"/>
                    </a:ext>
                  </a:extLst>
                </p:cNvPr>
                <p:cNvSpPr>
                  <a:spLocks noChangeArrowheads="1"/>
                </p:cNvSpPr>
                <p:nvPr/>
              </p:nvSpPr>
              <p:spPr bwMode="auto">
                <a:xfrm>
                  <a:off x="613" y="2566"/>
                  <a:ext cx="721" cy="144"/>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55" name="AutoShape 958">
                  <a:extLst>
                    <a:ext uri="{FF2B5EF4-FFF2-40B4-BE49-F238E27FC236}">
                      <a16:creationId xmlns:a16="http://schemas.microsoft.com/office/drawing/2014/main" id="{5B2B27AD-5761-7540-842C-82291E43BE13}"/>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230" name="Rectangle 959">
                <a:extLst>
                  <a:ext uri="{FF2B5EF4-FFF2-40B4-BE49-F238E27FC236}">
                    <a16:creationId xmlns:a16="http://schemas.microsoft.com/office/drawing/2014/main" id="{76391211-601A-8C4A-A897-DFF32EBDF63A}"/>
                  </a:ext>
                </a:extLst>
              </p:cNvPr>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231" name="Group 960">
                <a:extLst>
                  <a:ext uri="{FF2B5EF4-FFF2-40B4-BE49-F238E27FC236}">
                    <a16:creationId xmlns:a16="http://schemas.microsoft.com/office/drawing/2014/main" id="{4A898D0A-BA19-C241-A002-318AA4A734B6}"/>
                  </a:ext>
                </a:extLst>
              </p:cNvPr>
              <p:cNvGrpSpPr>
                <a:grpSpLocks/>
              </p:cNvGrpSpPr>
              <p:nvPr/>
            </p:nvGrpSpPr>
            <p:grpSpPr bwMode="auto">
              <a:xfrm>
                <a:off x="4748" y="990"/>
                <a:ext cx="578" cy="134"/>
                <a:chOff x="615" y="2564"/>
                <a:chExt cx="721" cy="139"/>
              </a:xfrm>
            </p:grpSpPr>
            <p:sp>
              <p:nvSpPr>
                <p:cNvPr id="252" name="AutoShape 961">
                  <a:extLst>
                    <a:ext uri="{FF2B5EF4-FFF2-40B4-BE49-F238E27FC236}">
                      <a16:creationId xmlns:a16="http://schemas.microsoft.com/office/drawing/2014/main" id="{DEC50F88-815B-C24E-A746-BF72E29A4B48}"/>
                    </a:ext>
                  </a:extLst>
                </p:cNvPr>
                <p:cNvSpPr>
                  <a:spLocks noChangeArrowheads="1"/>
                </p:cNvSpPr>
                <p:nvPr/>
              </p:nvSpPr>
              <p:spPr bwMode="auto">
                <a:xfrm>
                  <a:off x="615" y="2564"/>
                  <a:ext cx="721" cy="139"/>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53" name="AutoShape 962">
                  <a:extLst>
                    <a:ext uri="{FF2B5EF4-FFF2-40B4-BE49-F238E27FC236}">
                      <a16:creationId xmlns:a16="http://schemas.microsoft.com/office/drawing/2014/main" id="{5671BDCF-839B-8F47-8971-DA91198ACE84}"/>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232" name="Rectangle 963">
                <a:extLst>
                  <a:ext uri="{FF2B5EF4-FFF2-40B4-BE49-F238E27FC236}">
                    <a16:creationId xmlns:a16="http://schemas.microsoft.com/office/drawing/2014/main" id="{B5952670-8B35-7A47-8424-CACDB8CA4313}"/>
                  </a:ext>
                </a:extLst>
              </p:cNvPr>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3" name="Rectangle 964">
                <a:extLst>
                  <a:ext uri="{FF2B5EF4-FFF2-40B4-BE49-F238E27FC236}">
                    <a16:creationId xmlns:a16="http://schemas.microsoft.com/office/drawing/2014/main" id="{4422A870-3BD1-D34E-8CDA-00C00B708AC2}"/>
                  </a:ext>
                </a:extLst>
              </p:cNvPr>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234" name="Group 965">
                <a:extLst>
                  <a:ext uri="{FF2B5EF4-FFF2-40B4-BE49-F238E27FC236}">
                    <a16:creationId xmlns:a16="http://schemas.microsoft.com/office/drawing/2014/main" id="{7BD4432F-75CD-5A4E-8DAB-BC0C4367758E}"/>
                  </a:ext>
                </a:extLst>
              </p:cNvPr>
              <p:cNvGrpSpPr>
                <a:grpSpLocks/>
              </p:cNvGrpSpPr>
              <p:nvPr/>
            </p:nvGrpSpPr>
            <p:grpSpPr bwMode="auto">
              <a:xfrm>
                <a:off x="4738" y="1653"/>
                <a:ext cx="578" cy="135"/>
                <a:chOff x="618" y="2586"/>
                <a:chExt cx="720" cy="124"/>
              </a:xfrm>
            </p:grpSpPr>
            <p:sp>
              <p:nvSpPr>
                <p:cNvPr id="250" name="AutoShape 966">
                  <a:extLst>
                    <a:ext uri="{FF2B5EF4-FFF2-40B4-BE49-F238E27FC236}">
                      <a16:creationId xmlns:a16="http://schemas.microsoft.com/office/drawing/2014/main" id="{C4C30E79-C938-2042-9CE7-B4778F899E3A}"/>
                    </a:ext>
                  </a:extLst>
                </p:cNvPr>
                <p:cNvSpPr>
                  <a:spLocks noChangeArrowheads="1"/>
                </p:cNvSpPr>
                <p:nvPr/>
              </p:nvSpPr>
              <p:spPr bwMode="auto">
                <a:xfrm>
                  <a:off x="618" y="2586"/>
                  <a:ext cx="720" cy="124"/>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51" name="AutoShape 967">
                  <a:extLst>
                    <a:ext uri="{FF2B5EF4-FFF2-40B4-BE49-F238E27FC236}">
                      <a16:creationId xmlns:a16="http://schemas.microsoft.com/office/drawing/2014/main" id="{DC3F7F0B-6562-E448-8B3E-D4FEFDCED372}"/>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235" name="Freeform 968">
                <a:extLst>
                  <a:ext uri="{FF2B5EF4-FFF2-40B4-BE49-F238E27FC236}">
                    <a16:creationId xmlns:a16="http://schemas.microsoft.com/office/drawing/2014/main" id="{E28409B3-F332-2440-A29A-38392FADE58D}"/>
                  </a:ext>
                </a:extLst>
              </p:cNvPr>
              <p:cNvSpPr>
                <a:spLocks/>
              </p:cNvSpPr>
              <p:nvPr/>
            </p:nvSpPr>
            <p:spPr bwMode="auto">
              <a:xfrm>
                <a:off x="5288" y="1354"/>
                <a:ext cx="263" cy="188"/>
              </a:xfrm>
              <a:custGeom>
                <a:avLst/>
                <a:gdLst>
                  <a:gd name="T0" fmla="*/ 2 w 328"/>
                  <a:gd name="T1" fmla="*/ 0 h 226"/>
                  <a:gd name="T2" fmla="*/ 29 w 328"/>
                  <a:gd name="T3" fmla="*/ 17 h 226"/>
                  <a:gd name="T4" fmla="*/ 29 w 328"/>
                  <a:gd name="T5" fmla="*/ 30 h 226"/>
                  <a:gd name="T6" fmla="*/ 0 w 328"/>
                  <a:gd name="T7" fmla="*/ 1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236" name="Group 969">
                <a:extLst>
                  <a:ext uri="{FF2B5EF4-FFF2-40B4-BE49-F238E27FC236}">
                    <a16:creationId xmlns:a16="http://schemas.microsoft.com/office/drawing/2014/main" id="{1FF28CE3-79C0-BE4F-853E-9C567B0F5A71}"/>
                  </a:ext>
                </a:extLst>
              </p:cNvPr>
              <p:cNvGrpSpPr>
                <a:grpSpLocks/>
              </p:cNvGrpSpPr>
              <p:nvPr/>
            </p:nvGrpSpPr>
            <p:grpSpPr bwMode="auto">
              <a:xfrm>
                <a:off x="4739" y="1330"/>
                <a:ext cx="588" cy="134"/>
                <a:chOff x="613" y="2571"/>
                <a:chExt cx="732" cy="134"/>
              </a:xfrm>
            </p:grpSpPr>
            <p:sp>
              <p:nvSpPr>
                <p:cNvPr id="248" name="AutoShape 970">
                  <a:extLst>
                    <a:ext uri="{FF2B5EF4-FFF2-40B4-BE49-F238E27FC236}">
                      <a16:creationId xmlns:a16="http://schemas.microsoft.com/office/drawing/2014/main" id="{3AAB8674-EC1E-BE4D-8DB2-C08A9FA50AD5}"/>
                    </a:ext>
                  </a:extLst>
                </p:cNvPr>
                <p:cNvSpPr>
                  <a:spLocks noChangeArrowheads="1"/>
                </p:cNvSpPr>
                <p:nvPr/>
              </p:nvSpPr>
              <p:spPr bwMode="auto">
                <a:xfrm>
                  <a:off x="613" y="2571"/>
                  <a:ext cx="732" cy="134"/>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9" name="AutoShape 971">
                  <a:extLst>
                    <a:ext uri="{FF2B5EF4-FFF2-40B4-BE49-F238E27FC236}">
                      <a16:creationId xmlns:a16="http://schemas.microsoft.com/office/drawing/2014/main" id="{A28B1EC1-8CC0-1744-813E-EA7223658EF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237" name="Rectangle 972">
                <a:extLst>
                  <a:ext uri="{FF2B5EF4-FFF2-40B4-BE49-F238E27FC236}">
                    <a16:creationId xmlns:a16="http://schemas.microsoft.com/office/drawing/2014/main" id="{08FF9A56-98A2-4547-99BE-094F811ABF0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8" name="Freeform 973">
                <a:extLst>
                  <a:ext uri="{FF2B5EF4-FFF2-40B4-BE49-F238E27FC236}">
                    <a16:creationId xmlns:a16="http://schemas.microsoft.com/office/drawing/2014/main" id="{7E8CEB32-B8AA-CB4E-85C5-D96A7437C087}"/>
                  </a:ext>
                </a:extLst>
              </p:cNvPr>
              <p:cNvSpPr>
                <a:spLocks/>
              </p:cNvSpPr>
              <p:nvPr/>
            </p:nvSpPr>
            <p:spPr bwMode="auto">
              <a:xfrm>
                <a:off x="5312" y="1007"/>
                <a:ext cx="237" cy="213"/>
              </a:xfrm>
              <a:custGeom>
                <a:avLst/>
                <a:gdLst>
                  <a:gd name="T0" fmla="*/ 2 w 296"/>
                  <a:gd name="T1" fmla="*/ 0 h 256"/>
                  <a:gd name="T2" fmla="*/ 26 w 296"/>
                  <a:gd name="T3" fmla="*/ 18 h 256"/>
                  <a:gd name="T4" fmla="*/ 26 w 296"/>
                  <a:gd name="T5" fmla="*/ 34 h 256"/>
                  <a:gd name="T6" fmla="*/ 0 w 296"/>
                  <a:gd name="T7" fmla="*/ 1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9" name="Freeform 974">
                <a:extLst>
                  <a:ext uri="{FF2B5EF4-FFF2-40B4-BE49-F238E27FC236}">
                    <a16:creationId xmlns:a16="http://schemas.microsoft.com/office/drawing/2014/main" id="{63DD5A39-8435-7A4D-BE8A-4626DB36CA7B}"/>
                  </a:ext>
                </a:extLst>
              </p:cNvPr>
              <p:cNvSpPr>
                <a:spLocks/>
              </p:cNvSpPr>
              <p:nvPr/>
            </p:nvSpPr>
            <p:spPr bwMode="auto">
              <a:xfrm>
                <a:off x="5315" y="680"/>
                <a:ext cx="244" cy="240"/>
              </a:xfrm>
              <a:custGeom>
                <a:avLst/>
                <a:gdLst>
                  <a:gd name="T0" fmla="*/ 0 w 304"/>
                  <a:gd name="T1" fmla="*/ 0 h 288"/>
                  <a:gd name="T2" fmla="*/ 27 w 304"/>
                  <a:gd name="T3" fmla="*/ 23 h 288"/>
                  <a:gd name="T4" fmla="*/ 25 w 304"/>
                  <a:gd name="T5" fmla="*/ 39 h 288"/>
                  <a:gd name="T6" fmla="*/ 2 w 304"/>
                  <a:gd name="T7" fmla="*/ 1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0" name="Oval 975">
                <a:extLst>
                  <a:ext uri="{FF2B5EF4-FFF2-40B4-BE49-F238E27FC236}">
                    <a16:creationId xmlns:a16="http://schemas.microsoft.com/office/drawing/2014/main" id="{2F96D7D3-E797-7D4A-930E-A888E52C67A6}"/>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1" name="Freeform 976">
                <a:extLst>
                  <a:ext uri="{FF2B5EF4-FFF2-40B4-BE49-F238E27FC236}">
                    <a16:creationId xmlns:a16="http://schemas.microsoft.com/office/drawing/2014/main" id="{0AC0D9D6-FAB0-2149-AB34-1A7502AFDA70}"/>
                  </a:ext>
                </a:extLst>
              </p:cNvPr>
              <p:cNvSpPr>
                <a:spLocks/>
              </p:cNvSpPr>
              <p:nvPr/>
            </p:nvSpPr>
            <p:spPr bwMode="auto">
              <a:xfrm>
                <a:off x="5302" y="2614"/>
                <a:ext cx="245" cy="200"/>
              </a:xfrm>
              <a:custGeom>
                <a:avLst/>
                <a:gdLst>
                  <a:gd name="T0" fmla="*/ 0 w 306"/>
                  <a:gd name="T1" fmla="*/ 15 h 240"/>
                  <a:gd name="T2" fmla="*/ 2 w 306"/>
                  <a:gd name="T3" fmla="*/ 33 h 240"/>
                  <a:gd name="T4" fmla="*/ 27 w 306"/>
                  <a:gd name="T5" fmla="*/ 15 h 240"/>
                  <a:gd name="T6" fmla="*/ 26 w 306"/>
                  <a:gd name="T7" fmla="*/ 0 h 240"/>
                  <a:gd name="T8" fmla="*/ 0 w 306"/>
                  <a:gd name="T9" fmla="*/ 1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2" name="AutoShape 977">
                <a:extLst>
                  <a:ext uri="{FF2B5EF4-FFF2-40B4-BE49-F238E27FC236}">
                    <a16:creationId xmlns:a16="http://schemas.microsoft.com/office/drawing/2014/main" id="{2BB3F677-6C0A-9244-B2D3-C6578659C6B4}"/>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3" name="AutoShape 978">
                <a:extLst>
                  <a:ext uri="{FF2B5EF4-FFF2-40B4-BE49-F238E27FC236}">
                    <a16:creationId xmlns:a16="http://schemas.microsoft.com/office/drawing/2014/main" id="{9B575564-0643-C840-BEC1-EA0A874905F8}"/>
                  </a:ext>
                </a:extLst>
              </p:cNvPr>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4" name="Oval 979">
                <a:extLst>
                  <a:ext uri="{FF2B5EF4-FFF2-40B4-BE49-F238E27FC236}">
                    <a16:creationId xmlns:a16="http://schemas.microsoft.com/office/drawing/2014/main" id="{42DAB0D6-0E47-E246-A457-039BA6634E12}"/>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5" name="Oval 980">
                <a:extLst>
                  <a:ext uri="{FF2B5EF4-FFF2-40B4-BE49-F238E27FC236}">
                    <a16:creationId xmlns:a16="http://schemas.microsoft.com/office/drawing/2014/main" id="{26D69774-403D-214E-BF62-A85CBE6513F9}"/>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endParaRPr>
              </a:p>
            </p:txBody>
          </p:sp>
          <p:sp>
            <p:nvSpPr>
              <p:cNvPr id="246" name="Oval 981">
                <a:extLst>
                  <a:ext uri="{FF2B5EF4-FFF2-40B4-BE49-F238E27FC236}">
                    <a16:creationId xmlns:a16="http://schemas.microsoft.com/office/drawing/2014/main" id="{26DC7522-3EF5-7241-AF1E-E415C56DDD9F}"/>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7" name="Rectangle 982">
                <a:extLst>
                  <a:ext uri="{FF2B5EF4-FFF2-40B4-BE49-F238E27FC236}">
                    <a16:creationId xmlns:a16="http://schemas.microsoft.com/office/drawing/2014/main" id="{8DEF73AD-782C-4544-88F5-4A758E660664}"/>
                  </a:ext>
                </a:extLst>
              </p:cNvPr>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pic>
          <p:nvPicPr>
            <p:cNvPr id="180" name="Picture 4">
              <a:extLst>
                <a:ext uri="{FF2B5EF4-FFF2-40B4-BE49-F238E27FC236}">
                  <a16:creationId xmlns:a16="http://schemas.microsoft.com/office/drawing/2014/main" id="{C1C7DF53-B6EC-4E47-9C75-9D5334D96A5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291361" y="2246085"/>
              <a:ext cx="1629624" cy="4313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81" name="TextBox 180">
              <a:extLst>
                <a:ext uri="{FF2B5EF4-FFF2-40B4-BE49-F238E27FC236}">
                  <a16:creationId xmlns:a16="http://schemas.microsoft.com/office/drawing/2014/main" id="{9B6AB8F7-2F1B-B247-9F4F-49854BA9BB07}"/>
                </a:ext>
              </a:extLst>
            </p:cNvPr>
            <p:cNvSpPr txBox="1"/>
            <p:nvPr/>
          </p:nvSpPr>
          <p:spPr>
            <a:xfrm>
              <a:off x="7757772" y="1446146"/>
              <a:ext cx="3222357" cy="523220"/>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800" b="0" i="0" u="none" strike="noStrike" kern="0" cap="none" spc="0" normalizeH="0" baseline="0" noProof="0">
                  <a:ln>
                    <a:noFill/>
                  </a:ln>
                  <a:solidFill>
                    <a:srgbClr val="0000A8"/>
                  </a:solidFill>
                  <a:effectLst/>
                  <a:uLnTx/>
                  <a:uFillTx/>
                  <a:ea typeface="ＭＳ Ｐゴシック" charset="0"/>
                </a:rPr>
                <a:t>OpenFlow Controller</a:t>
              </a:r>
            </a:p>
          </p:txBody>
        </p:sp>
        <p:sp>
          <p:nvSpPr>
            <p:cNvPr id="182" name="Freeform 3">
              <a:extLst>
                <a:ext uri="{FF2B5EF4-FFF2-40B4-BE49-F238E27FC236}">
                  <a16:creationId xmlns:a16="http://schemas.microsoft.com/office/drawing/2014/main" id="{C2351F8B-C157-A844-9FBF-33F526E5C07B}"/>
                </a:ext>
              </a:extLst>
            </p:cNvPr>
            <p:cNvSpPr>
              <a:spLocks/>
            </p:cNvSpPr>
            <p:nvPr/>
          </p:nvSpPr>
          <p:spPr bwMode="auto">
            <a:xfrm>
              <a:off x="7686822" y="3573747"/>
              <a:ext cx="3616623" cy="1604572"/>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 name="connsiteX0" fmla="*/ 0 w 9831"/>
                <a:gd name="connsiteY0" fmla="*/ 4265 h 9728"/>
                <a:gd name="connsiteX1" fmla="*/ 973 w 9831"/>
                <a:gd name="connsiteY1" fmla="*/ 2114 h 9728"/>
                <a:gd name="connsiteX2" fmla="*/ 2351 w 9831"/>
                <a:gd name="connsiteY2" fmla="*/ 84 h 9728"/>
                <a:gd name="connsiteX3" fmla="*/ 6893 w 9831"/>
                <a:gd name="connsiteY3" fmla="*/ 624 h 9728"/>
                <a:gd name="connsiteX4" fmla="*/ 8909 w 9831"/>
                <a:gd name="connsiteY4" fmla="*/ 2780 h 9728"/>
                <a:gd name="connsiteX5" fmla="*/ 9773 w 9831"/>
                <a:gd name="connsiteY5" fmla="*/ 6266 h 9728"/>
                <a:gd name="connsiteX6" fmla="*/ 7373 w 9831"/>
                <a:gd name="connsiteY6" fmla="*/ 9162 h 9728"/>
                <a:gd name="connsiteX7" fmla="*/ 4413 w 9831"/>
                <a:gd name="connsiteY7" fmla="*/ 9673 h 9728"/>
                <a:gd name="connsiteX8" fmla="*/ 2067 w 9831"/>
                <a:gd name="connsiteY8" fmla="*/ 9460 h 9728"/>
                <a:gd name="connsiteX9" fmla="*/ 453 w 9831"/>
                <a:gd name="connsiteY9" fmla="*/ 7416 h 9728"/>
                <a:gd name="connsiteX10" fmla="*/ 0 w 9831"/>
                <a:gd name="connsiteY10" fmla="*/ 4265 h 9728"/>
                <a:gd name="connsiteX0" fmla="*/ 0 w 10003"/>
                <a:gd name="connsiteY0" fmla="*/ 4299 h 9915"/>
                <a:gd name="connsiteX1" fmla="*/ 990 w 10003"/>
                <a:gd name="connsiteY1" fmla="*/ 2088 h 9915"/>
                <a:gd name="connsiteX2" fmla="*/ 2391 w 10003"/>
                <a:gd name="connsiteY2" fmla="*/ 1 h 9915"/>
                <a:gd name="connsiteX3" fmla="*/ 6715 w 10003"/>
                <a:gd name="connsiteY3" fmla="*/ 1965 h 9915"/>
                <a:gd name="connsiteX4" fmla="*/ 9062 w 10003"/>
                <a:gd name="connsiteY4" fmla="*/ 2773 h 9915"/>
                <a:gd name="connsiteX5" fmla="*/ 9941 w 10003"/>
                <a:gd name="connsiteY5" fmla="*/ 6356 h 9915"/>
                <a:gd name="connsiteX6" fmla="*/ 7500 w 10003"/>
                <a:gd name="connsiteY6" fmla="*/ 9333 h 9915"/>
                <a:gd name="connsiteX7" fmla="*/ 4489 w 10003"/>
                <a:gd name="connsiteY7" fmla="*/ 9858 h 9915"/>
                <a:gd name="connsiteX8" fmla="*/ 2103 w 10003"/>
                <a:gd name="connsiteY8" fmla="*/ 9640 h 9915"/>
                <a:gd name="connsiteX9" fmla="*/ 461 w 10003"/>
                <a:gd name="connsiteY9" fmla="*/ 7538 h 9915"/>
                <a:gd name="connsiteX10" fmla="*/ 0 w 10003"/>
                <a:gd name="connsiteY10" fmla="*/ 4299 h 9915"/>
                <a:gd name="connsiteX0" fmla="*/ 0 w 10000"/>
                <a:gd name="connsiteY0" fmla="*/ 4336 h 10000"/>
                <a:gd name="connsiteX1" fmla="*/ 990 w 10000"/>
                <a:gd name="connsiteY1" fmla="*/ 2106 h 10000"/>
                <a:gd name="connsiteX2" fmla="*/ 2390 w 10000"/>
                <a:gd name="connsiteY2" fmla="*/ 1 h 10000"/>
                <a:gd name="connsiteX3" fmla="*/ 6713 w 10000"/>
                <a:gd name="connsiteY3" fmla="*/ 1982 h 10000"/>
                <a:gd name="connsiteX4" fmla="*/ 9059 w 10000"/>
                <a:gd name="connsiteY4" fmla="*/ 2797 h 10000"/>
                <a:gd name="connsiteX5" fmla="*/ 9938 w 10000"/>
                <a:gd name="connsiteY5" fmla="*/ 6410 h 10000"/>
                <a:gd name="connsiteX6" fmla="*/ 7498 w 10000"/>
                <a:gd name="connsiteY6" fmla="*/ 9413 h 10000"/>
                <a:gd name="connsiteX7" fmla="*/ 4488 w 10000"/>
                <a:gd name="connsiteY7" fmla="*/ 9943 h 10000"/>
                <a:gd name="connsiteX8" fmla="*/ 2102 w 10000"/>
                <a:gd name="connsiteY8" fmla="*/ 9723 h 10000"/>
                <a:gd name="connsiteX9" fmla="*/ 461 w 10000"/>
                <a:gd name="connsiteY9" fmla="*/ 7603 h 10000"/>
                <a:gd name="connsiteX10" fmla="*/ 0 w 10000"/>
                <a:gd name="connsiteY10" fmla="*/ 4336 h 10000"/>
                <a:gd name="connsiteX0" fmla="*/ 0 w 10000"/>
                <a:gd name="connsiteY0" fmla="*/ 4336 h 10000"/>
                <a:gd name="connsiteX1" fmla="*/ 990 w 10000"/>
                <a:gd name="connsiteY1" fmla="*/ 2106 h 10000"/>
                <a:gd name="connsiteX2" fmla="*/ 2390 w 10000"/>
                <a:gd name="connsiteY2" fmla="*/ 1 h 10000"/>
                <a:gd name="connsiteX3" fmla="*/ 6713 w 10000"/>
                <a:gd name="connsiteY3" fmla="*/ 1982 h 10000"/>
                <a:gd name="connsiteX4" fmla="*/ 9059 w 10000"/>
                <a:gd name="connsiteY4" fmla="*/ 2797 h 10000"/>
                <a:gd name="connsiteX5" fmla="*/ 9938 w 10000"/>
                <a:gd name="connsiteY5" fmla="*/ 6410 h 10000"/>
                <a:gd name="connsiteX6" fmla="*/ 7498 w 10000"/>
                <a:gd name="connsiteY6" fmla="*/ 9413 h 10000"/>
                <a:gd name="connsiteX7" fmla="*/ 4488 w 10000"/>
                <a:gd name="connsiteY7" fmla="*/ 9943 h 10000"/>
                <a:gd name="connsiteX8" fmla="*/ 2102 w 10000"/>
                <a:gd name="connsiteY8" fmla="*/ 9723 h 10000"/>
                <a:gd name="connsiteX9" fmla="*/ 461 w 10000"/>
                <a:gd name="connsiteY9" fmla="*/ 7603 h 10000"/>
                <a:gd name="connsiteX10" fmla="*/ 0 w 10000"/>
                <a:gd name="connsiteY10" fmla="*/ 4336 h 10000"/>
                <a:gd name="connsiteX0" fmla="*/ 0 w 10000"/>
                <a:gd name="connsiteY0" fmla="*/ 4002 h 9666"/>
                <a:gd name="connsiteX1" fmla="*/ 990 w 10000"/>
                <a:gd name="connsiteY1" fmla="*/ 1772 h 9666"/>
                <a:gd name="connsiteX2" fmla="*/ 3804 w 10000"/>
                <a:gd name="connsiteY2" fmla="*/ 1 h 9666"/>
                <a:gd name="connsiteX3" fmla="*/ 6713 w 10000"/>
                <a:gd name="connsiteY3" fmla="*/ 1648 h 9666"/>
                <a:gd name="connsiteX4" fmla="*/ 9059 w 10000"/>
                <a:gd name="connsiteY4" fmla="*/ 2463 h 9666"/>
                <a:gd name="connsiteX5" fmla="*/ 9938 w 10000"/>
                <a:gd name="connsiteY5" fmla="*/ 6076 h 9666"/>
                <a:gd name="connsiteX6" fmla="*/ 7498 w 10000"/>
                <a:gd name="connsiteY6" fmla="*/ 9079 h 9666"/>
                <a:gd name="connsiteX7" fmla="*/ 4488 w 10000"/>
                <a:gd name="connsiteY7" fmla="*/ 9609 h 9666"/>
                <a:gd name="connsiteX8" fmla="*/ 2102 w 10000"/>
                <a:gd name="connsiteY8" fmla="*/ 9389 h 9666"/>
                <a:gd name="connsiteX9" fmla="*/ 461 w 10000"/>
                <a:gd name="connsiteY9" fmla="*/ 7269 h 9666"/>
                <a:gd name="connsiteX10" fmla="*/ 0 w 10000"/>
                <a:gd name="connsiteY10" fmla="*/ 4002 h 9666"/>
                <a:gd name="connsiteX0" fmla="*/ 103 w 9643"/>
                <a:gd name="connsiteY0" fmla="*/ 4486 h 10000"/>
                <a:gd name="connsiteX1" fmla="*/ 633 w 9643"/>
                <a:gd name="connsiteY1" fmla="*/ 1833 h 10000"/>
                <a:gd name="connsiteX2" fmla="*/ 3447 w 9643"/>
                <a:gd name="connsiteY2" fmla="*/ 1 h 10000"/>
                <a:gd name="connsiteX3" fmla="*/ 6356 w 9643"/>
                <a:gd name="connsiteY3" fmla="*/ 1705 h 10000"/>
                <a:gd name="connsiteX4" fmla="*/ 8702 w 9643"/>
                <a:gd name="connsiteY4" fmla="*/ 2548 h 10000"/>
                <a:gd name="connsiteX5" fmla="*/ 9581 w 9643"/>
                <a:gd name="connsiteY5" fmla="*/ 6286 h 10000"/>
                <a:gd name="connsiteX6" fmla="*/ 7141 w 9643"/>
                <a:gd name="connsiteY6" fmla="*/ 9393 h 10000"/>
                <a:gd name="connsiteX7" fmla="*/ 4131 w 9643"/>
                <a:gd name="connsiteY7" fmla="*/ 9941 h 10000"/>
                <a:gd name="connsiteX8" fmla="*/ 1745 w 9643"/>
                <a:gd name="connsiteY8" fmla="*/ 9713 h 10000"/>
                <a:gd name="connsiteX9" fmla="*/ 104 w 9643"/>
                <a:gd name="connsiteY9" fmla="*/ 7520 h 10000"/>
                <a:gd name="connsiteX10" fmla="*/ 103 w 9643"/>
                <a:gd name="connsiteY10" fmla="*/ 4486 h 10000"/>
                <a:gd name="connsiteX0" fmla="*/ 107 w 10000"/>
                <a:gd name="connsiteY0" fmla="*/ 4486 h 10000"/>
                <a:gd name="connsiteX1" fmla="*/ 1304 w 10000"/>
                <a:gd name="connsiteY1" fmla="*/ 2006 h 10000"/>
                <a:gd name="connsiteX2" fmla="*/ 3575 w 10000"/>
                <a:gd name="connsiteY2" fmla="*/ 1 h 10000"/>
                <a:gd name="connsiteX3" fmla="*/ 6591 w 10000"/>
                <a:gd name="connsiteY3" fmla="*/ 1705 h 10000"/>
                <a:gd name="connsiteX4" fmla="*/ 9024 w 10000"/>
                <a:gd name="connsiteY4" fmla="*/ 2548 h 10000"/>
                <a:gd name="connsiteX5" fmla="*/ 9936 w 10000"/>
                <a:gd name="connsiteY5" fmla="*/ 6286 h 10000"/>
                <a:gd name="connsiteX6" fmla="*/ 7405 w 10000"/>
                <a:gd name="connsiteY6" fmla="*/ 9393 h 10000"/>
                <a:gd name="connsiteX7" fmla="*/ 4284 w 10000"/>
                <a:gd name="connsiteY7" fmla="*/ 9941 h 10000"/>
                <a:gd name="connsiteX8" fmla="*/ 1810 w 10000"/>
                <a:gd name="connsiteY8" fmla="*/ 9713 h 10000"/>
                <a:gd name="connsiteX9" fmla="*/ 108 w 10000"/>
                <a:gd name="connsiteY9" fmla="*/ 7520 h 10000"/>
                <a:gd name="connsiteX10" fmla="*/ 107 w 10000"/>
                <a:gd name="connsiteY10" fmla="*/ 4486 h 10000"/>
                <a:gd name="connsiteX0" fmla="*/ 0 w 9893"/>
                <a:gd name="connsiteY0" fmla="*/ 4486 h 10000"/>
                <a:gd name="connsiteX1" fmla="*/ 1197 w 9893"/>
                <a:gd name="connsiteY1" fmla="*/ 2006 h 10000"/>
                <a:gd name="connsiteX2" fmla="*/ 3468 w 9893"/>
                <a:gd name="connsiteY2" fmla="*/ 1 h 10000"/>
                <a:gd name="connsiteX3" fmla="*/ 6484 w 9893"/>
                <a:gd name="connsiteY3" fmla="*/ 1705 h 10000"/>
                <a:gd name="connsiteX4" fmla="*/ 8917 w 9893"/>
                <a:gd name="connsiteY4" fmla="*/ 2548 h 10000"/>
                <a:gd name="connsiteX5" fmla="*/ 9829 w 9893"/>
                <a:gd name="connsiteY5" fmla="*/ 6286 h 10000"/>
                <a:gd name="connsiteX6" fmla="*/ 7298 w 9893"/>
                <a:gd name="connsiteY6" fmla="*/ 9393 h 10000"/>
                <a:gd name="connsiteX7" fmla="*/ 4177 w 9893"/>
                <a:gd name="connsiteY7" fmla="*/ 9941 h 10000"/>
                <a:gd name="connsiteX8" fmla="*/ 1703 w 9893"/>
                <a:gd name="connsiteY8" fmla="*/ 9713 h 10000"/>
                <a:gd name="connsiteX9" fmla="*/ 645 w 9893"/>
                <a:gd name="connsiteY9" fmla="*/ 7520 h 10000"/>
                <a:gd name="connsiteX10" fmla="*/ 0 w 9893"/>
                <a:gd name="connsiteY10" fmla="*/ 4486 h 10000"/>
                <a:gd name="connsiteX0" fmla="*/ 0 w 10000"/>
                <a:gd name="connsiteY0" fmla="*/ 4486 h 10041"/>
                <a:gd name="connsiteX1" fmla="*/ 1210 w 10000"/>
                <a:gd name="connsiteY1" fmla="*/ 2006 h 10041"/>
                <a:gd name="connsiteX2" fmla="*/ 3506 w 10000"/>
                <a:gd name="connsiteY2" fmla="*/ 1 h 10041"/>
                <a:gd name="connsiteX3" fmla="*/ 6554 w 10000"/>
                <a:gd name="connsiteY3" fmla="*/ 1705 h 10041"/>
                <a:gd name="connsiteX4" fmla="*/ 9013 w 10000"/>
                <a:gd name="connsiteY4" fmla="*/ 2548 h 10041"/>
                <a:gd name="connsiteX5" fmla="*/ 9935 w 10000"/>
                <a:gd name="connsiteY5" fmla="*/ 6286 h 10041"/>
                <a:gd name="connsiteX6" fmla="*/ 7377 w 10000"/>
                <a:gd name="connsiteY6" fmla="*/ 9393 h 10041"/>
                <a:gd name="connsiteX7" fmla="*/ 4222 w 10000"/>
                <a:gd name="connsiteY7" fmla="*/ 9941 h 10041"/>
                <a:gd name="connsiteX8" fmla="*/ 1951 w 10000"/>
                <a:gd name="connsiteY8" fmla="*/ 7983 h 10041"/>
                <a:gd name="connsiteX9" fmla="*/ 652 w 10000"/>
                <a:gd name="connsiteY9" fmla="*/ 7520 h 10041"/>
                <a:gd name="connsiteX10" fmla="*/ 0 w 10000"/>
                <a:gd name="connsiteY10" fmla="*/ 4486 h 10041"/>
                <a:gd name="connsiteX0" fmla="*/ 0 w 10000"/>
                <a:gd name="connsiteY0" fmla="*/ 4486 h 10041"/>
                <a:gd name="connsiteX1" fmla="*/ 1210 w 10000"/>
                <a:gd name="connsiteY1" fmla="*/ 2006 h 10041"/>
                <a:gd name="connsiteX2" fmla="*/ 3506 w 10000"/>
                <a:gd name="connsiteY2" fmla="*/ 1 h 10041"/>
                <a:gd name="connsiteX3" fmla="*/ 6554 w 10000"/>
                <a:gd name="connsiteY3" fmla="*/ 1705 h 10041"/>
                <a:gd name="connsiteX4" fmla="*/ 9013 w 10000"/>
                <a:gd name="connsiteY4" fmla="*/ 2548 h 10041"/>
                <a:gd name="connsiteX5" fmla="*/ 9935 w 10000"/>
                <a:gd name="connsiteY5" fmla="*/ 6286 h 10041"/>
                <a:gd name="connsiteX6" fmla="*/ 7377 w 10000"/>
                <a:gd name="connsiteY6" fmla="*/ 9393 h 10041"/>
                <a:gd name="connsiteX7" fmla="*/ 4222 w 10000"/>
                <a:gd name="connsiteY7" fmla="*/ 9941 h 10041"/>
                <a:gd name="connsiteX8" fmla="*/ 1951 w 10000"/>
                <a:gd name="connsiteY8" fmla="*/ 7983 h 10041"/>
                <a:gd name="connsiteX9" fmla="*/ 652 w 10000"/>
                <a:gd name="connsiteY9" fmla="*/ 7520 h 10041"/>
                <a:gd name="connsiteX10" fmla="*/ 0 w 10000"/>
                <a:gd name="connsiteY10" fmla="*/ 4486 h 10041"/>
                <a:gd name="connsiteX0" fmla="*/ 0 w 10000"/>
                <a:gd name="connsiteY0" fmla="*/ 4486 h 10041"/>
                <a:gd name="connsiteX1" fmla="*/ 1210 w 10000"/>
                <a:gd name="connsiteY1" fmla="*/ 2006 h 10041"/>
                <a:gd name="connsiteX2" fmla="*/ 3506 w 10000"/>
                <a:gd name="connsiteY2" fmla="*/ 1 h 10041"/>
                <a:gd name="connsiteX3" fmla="*/ 6554 w 10000"/>
                <a:gd name="connsiteY3" fmla="*/ 1705 h 10041"/>
                <a:gd name="connsiteX4" fmla="*/ 9013 w 10000"/>
                <a:gd name="connsiteY4" fmla="*/ 2548 h 10041"/>
                <a:gd name="connsiteX5" fmla="*/ 9935 w 10000"/>
                <a:gd name="connsiteY5" fmla="*/ 6286 h 10041"/>
                <a:gd name="connsiteX6" fmla="*/ 7377 w 10000"/>
                <a:gd name="connsiteY6" fmla="*/ 9393 h 10041"/>
                <a:gd name="connsiteX7" fmla="*/ 4222 w 10000"/>
                <a:gd name="connsiteY7" fmla="*/ 9941 h 10041"/>
                <a:gd name="connsiteX8" fmla="*/ 1951 w 10000"/>
                <a:gd name="connsiteY8" fmla="*/ 7983 h 10041"/>
                <a:gd name="connsiteX9" fmla="*/ 652 w 10000"/>
                <a:gd name="connsiteY9" fmla="*/ 7520 h 10041"/>
                <a:gd name="connsiteX10" fmla="*/ 0 w 10000"/>
                <a:gd name="connsiteY10" fmla="*/ 4486 h 10041"/>
                <a:gd name="connsiteX0" fmla="*/ 0 w 10000"/>
                <a:gd name="connsiteY0" fmla="*/ 4486 h 10041"/>
                <a:gd name="connsiteX1" fmla="*/ 1210 w 10000"/>
                <a:gd name="connsiteY1" fmla="*/ 2006 h 10041"/>
                <a:gd name="connsiteX2" fmla="*/ 3506 w 10000"/>
                <a:gd name="connsiteY2" fmla="*/ 1 h 10041"/>
                <a:gd name="connsiteX3" fmla="*/ 6554 w 10000"/>
                <a:gd name="connsiteY3" fmla="*/ 1705 h 10041"/>
                <a:gd name="connsiteX4" fmla="*/ 9013 w 10000"/>
                <a:gd name="connsiteY4" fmla="*/ 2548 h 10041"/>
                <a:gd name="connsiteX5" fmla="*/ 9935 w 10000"/>
                <a:gd name="connsiteY5" fmla="*/ 6286 h 10041"/>
                <a:gd name="connsiteX6" fmla="*/ 7377 w 10000"/>
                <a:gd name="connsiteY6" fmla="*/ 9393 h 10041"/>
                <a:gd name="connsiteX7" fmla="*/ 4222 w 10000"/>
                <a:gd name="connsiteY7" fmla="*/ 9941 h 10041"/>
                <a:gd name="connsiteX8" fmla="*/ 1951 w 10000"/>
                <a:gd name="connsiteY8" fmla="*/ 7983 h 10041"/>
                <a:gd name="connsiteX9" fmla="*/ 652 w 10000"/>
                <a:gd name="connsiteY9" fmla="*/ 7520 h 10041"/>
                <a:gd name="connsiteX10" fmla="*/ 0 w 10000"/>
                <a:gd name="connsiteY10" fmla="*/ 4486 h 10041"/>
                <a:gd name="connsiteX0" fmla="*/ 0 w 10000"/>
                <a:gd name="connsiteY0" fmla="*/ 4486 h 10016"/>
                <a:gd name="connsiteX1" fmla="*/ 1210 w 10000"/>
                <a:gd name="connsiteY1" fmla="*/ 2006 h 10016"/>
                <a:gd name="connsiteX2" fmla="*/ 3506 w 10000"/>
                <a:gd name="connsiteY2" fmla="*/ 1 h 10016"/>
                <a:gd name="connsiteX3" fmla="*/ 6554 w 10000"/>
                <a:gd name="connsiteY3" fmla="*/ 1705 h 10016"/>
                <a:gd name="connsiteX4" fmla="*/ 9013 w 10000"/>
                <a:gd name="connsiteY4" fmla="*/ 2548 h 10016"/>
                <a:gd name="connsiteX5" fmla="*/ 9935 w 10000"/>
                <a:gd name="connsiteY5" fmla="*/ 6286 h 10016"/>
                <a:gd name="connsiteX6" fmla="*/ 7377 w 10000"/>
                <a:gd name="connsiteY6" fmla="*/ 9393 h 10016"/>
                <a:gd name="connsiteX7" fmla="*/ 4222 w 10000"/>
                <a:gd name="connsiteY7" fmla="*/ 9941 h 10016"/>
                <a:gd name="connsiteX8" fmla="*/ 2296 w 10000"/>
                <a:gd name="connsiteY8" fmla="*/ 8329 h 10016"/>
                <a:gd name="connsiteX9" fmla="*/ 652 w 10000"/>
                <a:gd name="connsiteY9" fmla="*/ 7520 h 10016"/>
                <a:gd name="connsiteX10" fmla="*/ 0 w 10000"/>
                <a:gd name="connsiteY10" fmla="*/ 4486 h 10016"/>
                <a:gd name="connsiteX0" fmla="*/ 0 w 10000"/>
                <a:gd name="connsiteY0" fmla="*/ 4486 h 10016"/>
                <a:gd name="connsiteX1" fmla="*/ 1210 w 10000"/>
                <a:gd name="connsiteY1" fmla="*/ 2006 h 10016"/>
                <a:gd name="connsiteX2" fmla="*/ 3506 w 10000"/>
                <a:gd name="connsiteY2" fmla="*/ 1 h 10016"/>
                <a:gd name="connsiteX3" fmla="*/ 6554 w 10000"/>
                <a:gd name="connsiteY3" fmla="*/ 1705 h 10016"/>
                <a:gd name="connsiteX4" fmla="*/ 9013 w 10000"/>
                <a:gd name="connsiteY4" fmla="*/ 2548 h 10016"/>
                <a:gd name="connsiteX5" fmla="*/ 9935 w 10000"/>
                <a:gd name="connsiteY5" fmla="*/ 6286 h 10016"/>
                <a:gd name="connsiteX6" fmla="*/ 7377 w 10000"/>
                <a:gd name="connsiteY6" fmla="*/ 9393 h 10016"/>
                <a:gd name="connsiteX7" fmla="*/ 4222 w 10000"/>
                <a:gd name="connsiteY7" fmla="*/ 9941 h 10016"/>
                <a:gd name="connsiteX8" fmla="*/ 2296 w 10000"/>
                <a:gd name="connsiteY8" fmla="*/ 8329 h 10016"/>
                <a:gd name="connsiteX9" fmla="*/ 652 w 10000"/>
                <a:gd name="connsiteY9" fmla="*/ 7520 h 10016"/>
                <a:gd name="connsiteX10" fmla="*/ 0 w 10000"/>
                <a:gd name="connsiteY10" fmla="*/ 4486 h 1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00" h="10016">
                  <a:moveTo>
                    <a:pt x="0" y="4486"/>
                  </a:moveTo>
                  <a:cubicBezTo>
                    <a:pt x="23" y="3587"/>
                    <a:pt x="627" y="2754"/>
                    <a:pt x="1210" y="2006"/>
                  </a:cubicBezTo>
                  <a:cubicBezTo>
                    <a:pt x="1794" y="1258"/>
                    <a:pt x="2615" y="51"/>
                    <a:pt x="3506" y="1"/>
                  </a:cubicBezTo>
                  <a:cubicBezTo>
                    <a:pt x="4396" y="-49"/>
                    <a:pt x="5636" y="1281"/>
                    <a:pt x="6554" y="1705"/>
                  </a:cubicBezTo>
                  <a:cubicBezTo>
                    <a:pt x="7473" y="2129"/>
                    <a:pt x="8449" y="1784"/>
                    <a:pt x="9013" y="2548"/>
                  </a:cubicBezTo>
                  <a:cubicBezTo>
                    <a:pt x="9577" y="3312"/>
                    <a:pt x="10207" y="5145"/>
                    <a:pt x="9935" y="6286"/>
                  </a:cubicBezTo>
                  <a:cubicBezTo>
                    <a:pt x="9662" y="7428"/>
                    <a:pt x="8329" y="8783"/>
                    <a:pt x="7377" y="9393"/>
                  </a:cubicBezTo>
                  <a:cubicBezTo>
                    <a:pt x="6425" y="10002"/>
                    <a:pt x="5069" y="10118"/>
                    <a:pt x="4222" y="9941"/>
                  </a:cubicBezTo>
                  <a:cubicBezTo>
                    <a:pt x="3375" y="9764"/>
                    <a:pt x="2767" y="8820"/>
                    <a:pt x="2296" y="8329"/>
                  </a:cubicBezTo>
                  <a:cubicBezTo>
                    <a:pt x="1825" y="7838"/>
                    <a:pt x="1035" y="8161"/>
                    <a:pt x="652" y="7520"/>
                  </a:cubicBezTo>
                  <a:cubicBezTo>
                    <a:pt x="269" y="6879"/>
                    <a:pt x="99" y="5188"/>
                    <a:pt x="0" y="448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0"/>
              </a:endParaRPr>
            </a:p>
          </p:txBody>
        </p:sp>
        <p:cxnSp>
          <p:nvCxnSpPr>
            <p:cNvPr id="183" name="Straight Connector 182">
              <a:extLst>
                <a:ext uri="{FF2B5EF4-FFF2-40B4-BE49-F238E27FC236}">
                  <a16:creationId xmlns:a16="http://schemas.microsoft.com/office/drawing/2014/main" id="{4F9DD47E-E6C7-254B-9D7A-8386B96CFBA3}"/>
                </a:ext>
              </a:extLst>
            </p:cNvPr>
            <p:cNvCxnSpPr/>
            <p:nvPr/>
          </p:nvCxnSpPr>
          <p:spPr>
            <a:xfrm flipV="1">
              <a:off x="7988607" y="3775213"/>
              <a:ext cx="1203228" cy="660205"/>
            </a:xfrm>
            <a:prstGeom prst="line">
              <a:avLst/>
            </a:prstGeom>
            <a:noFill/>
            <a:ln w="25400" cap="flat" cmpd="sng" algn="ctr">
              <a:solidFill>
                <a:srgbClr val="000000"/>
              </a:solidFill>
              <a:prstDash val="solid"/>
            </a:ln>
            <a:effectLst/>
          </p:spPr>
        </p:cxnSp>
        <p:cxnSp>
          <p:nvCxnSpPr>
            <p:cNvPr id="184" name="Straight Connector 183">
              <a:extLst>
                <a:ext uri="{FF2B5EF4-FFF2-40B4-BE49-F238E27FC236}">
                  <a16:creationId xmlns:a16="http://schemas.microsoft.com/office/drawing/2014/main" id="{63CDEDC8-E645-5647-87E8-71F346110444}"/>
                </a:ext>
              </a:extLst>
            </p:cNvPr>
            <p:cNvCxnSpPr/>
            <p:nvPr/>
          </p:nvCxnSpPr>
          <p:spPr>
            <a:xfrm>
              <a:off x="7988607" y="4435418"/>
              <a:ext cx="1203228" cy="517808"/>
            </a:xfrm>
            <a:prstGeom prst="line">
              <a:avLst/>
            </a:prstGeom>
            <a:noFill/>
            <a:ln w="25400" cap="flat" cmpd="sng" algn="ctr">
              <a:solidFill>
                <a:srgbClr val="000000"/>
              </a:solidFill>
              <a:prstDash val="solid"/>
            </a:ln>
            <a:effectLst/>
          </p:spPr>
        </p:cxnSp>
        <p:cxnSp>
          <p:nvCxnSpPr>
            <p:cNvPr id="185" name="Straight Connector 184">
              <a:extLst>
                <a:ext uri="{FF2B5EF4-FFF2-40B4-BE49-F238E27FC236}">
                  <a16:creationId xmlns:a16="http://schemas.microsoft.com/office/drawing/2014/main" id="{3C4CA3CC-7C14-9C43-9C88-18B3AC78DF59}"/>
                </a:ext>
              </a:extLst>
            </p:cNvPr>
            <p:cNvCxnSpPr/>
            <p:nvPr/>
          </p:nvCxnSpPr>
          <p:spPr>
            <a:xfrm>
              <a:off x="8998012" y="3982336"/>
              <a:ext cx="319671" cy="828494"/>
            </a:xfrm>
            <a:prstGeom prst="line">
              <a:avLst/>
            </a:prstGeom>
            <a:noFill/>
            <a:ln w="25400" cap="flat" cmpd="sng" algn="ctr">
              <a:solidFill>
                <a:srgbClr val="000000"/>
              </a:solidFill>
              <a:prstDash val="solid"/>
            </a:ln>
            <a:effectLst/>
          </p:spPr>
        </p:cxnSp>
        <p:cxnSp>
          <p:nvCxnSpPr>
            <p:cNvPr id="186" name="Straight Connector 185">
              <a:extLst>
                <a:ext uri="{FF2B5EF4-FFF2-40B4-BE49-F238E27FC236}">
                  <a16:creationId xmlns:a16="http://schemas.microsoft.com/office/drawing/2014/main" id="{88CC3EBD-E425-184C-894C-EAB5273767D9}"/>
                </a:ext>
              </a:extLst>
            </p:cNvPr>
            <p:cNvCxnSpPr/>
            <p:nvPr/>
          </p:nvCxnSpPr>
          <p:spPr>
            <a:xfrm>
              <a:off x="9268742" y="3917611"/>
              <a:ext cx="1307416" cy="271850"/>
            </a:xfrm>
            <a:prstGeom prst="line">
              <a:avLst/>
            </a:prstGeom>
            <a:noFill/>
            <a:ln w="25400" cap="flat" cmpd="sng" algn="ctr">
              <a:solidFill>
                <a:srgbClr val="000000"/>
              </a:solidFill>
              <a:prstDash val="solid"/>
            </a:ln>
            <a:effectLst/>
          </p:spPr>
        </p:cxnSp>
        <p:cxnSp>
          <p:nvCxnSpPr>
            <p:cNvPr id="187" name="Straight Connector 186">
              <a:extLst>
                <a:ext uri="{FF2B5EF4-FFF2-40B4-BE49-F238E27FC236}">
                  <a16:creationId xmlns:a16="http://schemas.microsoft.com/office/drawing/2014/main" id="{FEF48E80-646F-7F47-A7F6-ED0682948DB1}"/>
                </a:ext>
              </a:extLst>
            </p:cNvPr>
            <p:cNvCxnSpPr/>
            <p:nvPr/>
          </p:nvCxnSpPr>
          <p:spPr>
            <a:xfrm flipV="1">
              <a:off x="9461009" y="4344802"/>
              <a:ext cx="1115149" cy="608426"/>
            </a:xfrm>
            <a:prstGeom prst="line">
              <a:avLst/>
            </a:prstGeom>
            <a:noFill/>
            <a:ln w="25400" cap="flat" cmpd="sng" algn="ctr">
              <a:solidFill>
                <a:srgbClr val="000000"/>
              </a:solidFill>
              <a:prstDash val="solid"/>
            </a:ln>
            <a:effectLst/>
          </p:spPr>
        </p:cxnSp>
        <p:grpSp>
          <p:nvGrpSpPr>
            <p:cNvPr id="188" name="Group 187">
              <a:extLst>
                <a:ext uri="{FF2B5EF4-FFF2-40B4-BE49-F238E27FC236}">
                  <a16:creationId xmlns:a16="http://schemas.microsoft.com/office/drawing/2014/main" id="{0C804D6D-5E6C-524E-BD9D-63A040FEC0E8}"/>
                </a:ext>
              </a:extLst>
            </p:cNvPr>
            <p:cNvGrpSpPr/>
            <p:nvPr/>
          </p:nvGrpSpPr>
          <p:grpSpPr>
            <a:xfrm>
              <a:off x="10288073" y="4115087"/>
              <a:ext cx="753999" cy="373786"/>
              <a:chOff x="7493876" y="2774731"/>
              <a:chExt cx="1481958" cy="894622"/>
            </a:xfrm>
          </p:grpSpPr>
          <p:sp>
            <p:nvSpPr>
              <p:cNvPr id="217" name="Freeform 216">
                <a:extLst>
                  <a:ext uri="{FF2B5EF4-FFF2-40B4-BE49-F238E27FC236}">
                    <a16:creationId xmlns:a16="http://schemas.microsoft.com/office/drawing/2014/main" id="{1AEAF277-EC15-C74A-A897-429ECC402C3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18" name="Oval 217">
                <a:extLst>
                  <a:ext uri="{FF2B5EF4-FFF2-40B4-BE49-F238E27FC236}">
                    <a16:creationId xmlns:a16="http://schemas.microsoft.com/office/drawing/2014/main" id="{2A985C30-AA68-A449-AE2D-96537804B4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19" name="Group 218">
                <a:extLst>
                  <a:ext uri="{FF2B5EF4-FFF2-40B4-BE49-F238E27FC236}">
                    <a16:creationId xmlns:a16="http://schemas.microsoft.com/office/drawing/2014/main" id="{24F1D6E1-F974-6F44-8BEC-75356C5B094E}"/>
                  </a:ext>
                </a:extLst>
              </p:cNvPr>
              <p:cNvGrpSpPr/>
              <p:nvPr/>
            </p:nvGrpSpPr>
            <p:grpSpPr>
              <a:xfrm>
                <a:off x="7713663" y="2848339"/>
                <a:ext cx="1042107" cy="425543"/>
                <a:chOff x="7786941" y="2884917"/>
                <a:chExt cx="897649" cy="353919"/>
              </a:xfrm>
            </p:grpSpPr>
            <p:sp>
              <p:nvSpPr>
                <p:cNvPr id="220" name="Freeform 219">
                  <a:extLst>
                    <a:ext uri="{FF2B5EF4-FFF2-40B4-BE49-F238E27FC236}">
                      <a16:creationId xmlns:a16="http://schemas.microsoft.com/office/drawing/2014/main" id="{D2D2DF33-027B-624E-9924-24F57D13560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1" name="Freeform 220">
                  <a:extLst>
                    <a:ext uri="{FF2B5EF4-FFF2-40B4-BE49-F238E27FC236}">
                      <a16:creationId xmlns:a16="http://schemas.microsoft.com/office/drawing/2014/main" id="{FD076409-B5DE-A74C-BF70-A33601526BB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2" name="Freeform 221">
                  <a:extLst>
                    <a:ext uri="{FF2B5EF4-FFF2-40B4-BE49-F238E27FC236}">
                      <a16:creationId xmlns:a16="http://schemas.microsoft.com/office/drawing/2014/main" id="{E72E3A76-24C6-EC4C-8E11-1C51A153027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3" name="Freeform 222">
                  <a:extLst>
                    <a:ext uri="{FF2B5EF4-FFF2-40B4-BE49-F238E27FC236}">
                      <a16:creationId xmlns:a16="http://schemas.microsoft.com/office/drawing/2014/main" id="{49634892-5A40-3442-A58E-C4B4759475C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89" name="Group 188">
              <a:extLst>
                <a:ext uri="{FF2B5EF4-FFF2-40B4-BE49-F238E27FC236}">
                  <a16:creationId xmlns:a16="http://schemas.microsoft.com/office/drawing/2014/main" id="{B6461273-4C3C-0849-8B76-2FDBB4CC2A8B}"/>
                </a:ext>
              </a:extLst>
            </p:cNvPr>
            <p:cNvGrpSpPr/>
            <p:nvPr/>
          </p:nvGrpSpPr>
          <p:grpSpPr>
            <a:xfrm>
              <a:off x="7988218" y="4212069"/>
              <a:ext cx="753999" cy="373786"/>
              <a:chOff x="7493876" y="2774731"/>
              <a:chExt cx="1481958" cy="894622"/>
            </a:xfrm>
          </p:grpSpPr>
          <p:sp>
            <p:nvSpPr>
              <p:cNvPr id="210" name="Freeform 209">
                <a:extLst>
                  <a:ext uri="{FF2B5EF4-FFF2-40B4-BE49-F238E27FC236}">
                    <a16:creationId xmlns:a16="http://schemas.microsoft.com/office/drawing/2014/main" id="{0B58449A-7556-5A49-A023-3F0D33B630A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11" name="Oval 210">
                <a:extLst>
                  <a:ext uri="{FF2B5EF4-FFF2-40B4-BE49-F238E27FC236}">
                    <a16:creationId xmlns:a16="http://schemas.microsoft.com/office/drawing/2014/main" id="{8186502C-C7FD-5E47-ACE6-24FC52D26CA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12" name="Group 211">
                <a:extLst>
                  <a:ext uri="{FF2B5EF4-FFF2-40B4-BE49-F238E27FC236}">
                    <a16:creationId xmlns:a16="http://schemas.microsoft.com/office/drawing/2014/main" id="{826D19B7-26A5-6F41-8DE5-1C7D29CC3B5D}"/>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a16="http://schemas.microsoft.com/office/drawing/2014/main" id="{8AFF7ABF-7E52-BA4F-B603-86430FC57D6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Freeform 213">
                  <a:extLst>
                    <a:ext uri="{FF2B5EF4-FFF2-40B4-BE49-F238E27FC236}">
                      <a16:creationId xmlns:a16="http://schemas.microsoft.com/office/drawing/2014/main" id="{990D02A4-17F1-4148-A484-7A3E4098F2B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5" name="Freeform 214">
                  <a:extLst>
                    <a:ext uri="{FF2B5EF4-FFF2-40B4-BE49-F238E27FC236}">
                      <a16:creationId xmlns:a16="http://schemas.microsoft.com/office/drawing/2014/main" id="{C9431E55-EC7D-724C-BFA7-F051A9194A8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6" name="Freeform 215">
                  <a:extLst>
                    <a:ext uri="{FF2B5EF4-FFF2-40B4-BE49-F238E27FC236}">
                      <a16:creationId xmlns:a16="http://schemas.microsoft.com/office/drawing/2014/main" id="{AE2A32CC-B405-C94F-84DA-694071AE6C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0" name="Group 189">
              <a:extLst>
                <a:ext uri="{FF2B5EF4-FFF2-40B4-BE49-F238E27FC236}">
                  <a16:creationId xmlns:a16="http://schemas.microsoft.com/office/drawing/2014/main" id="{A76B67DA-7126-4047-8481-D05777A4AF59}"/>
                </a:ext>
              </a:extLst>
            </p:cNvPr>
            <p:cNvGrpSpPr/>
            <p:nvPr/>
          </p:nvGrpSpPr>
          <p:grpSpPr>
            <a:xfrm>
              <a:off x="8971890" y="4738542"/>
              <a:ext cx="753999" cy="373786"/>
              <a:chOff x="7493876" y="2774731"/>
              <a:chExt cx="1481958" cy="894622"/>
            </a:xfrm>
          </p:grpSpPr>
          <p:sp>
            <p:nvSpPr>
              <p:cNvPr id="203" name="Freeform 202">
                <a:extLst>
                  <a:ext uri="{FF2B5EF4-FFF2-40B4-BE49-F238E27FC236}">
                    <a16:creationId xmlns:a16="http://schemas.microsoft.com/office/drawing/2014/main" id="{0E61F05A-5C6C-BA45-A2A0-3E2645B8EE6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04" name="Oval 203">
                <a:extLst>
                  <a:ext uri="{FF2B5EF4-FFF2-40B4-BE49-F238E27FC236}">
                    <a16:creationId xmlns:a16="http://schemas.microsoft.com/office/drawing/2014/main" id="{0FA1DFC2-AB5D-C54C-9442-B2A75748131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05" name="Group 204">
                <a:extLst>
                  <a:ext uri="{FF2B5EF4-FFF2-40B4-BE49-F238E27FC236}">
                    <a16:creationId xmlns:a16="http://schemas.microsoft.com/office/drawing/2014/main" id="{90A54D4C-3F79-C743-9C80-084991D41200}"/>
                  </a:ext>
                </a:extLst>
              </p:cNvPr>
              <p:cNvGrpSpPr/>
              <p:nvPr/>
            </p:nvGrpSpPr>
            <p:grpSpPr>
              <a:xfrm>
                <a:off x="7713663" y="2848339"/>
                <a:ext cx="1042107" cy="425543"/>
                <a:chOff x="7786941" y="2884917"/>
                <a:chExt cx="897649" cy="353919"/>
              </a:xfrm>
            </p:grpSpPr>
            <p:sp>
              <p:nvSpPr>
                <p:cNvPr id="206" name="Freeform 205">
                  <a:extLst>
                    <a:ext uri="{FF2B5EF4-FFF2-40B4-BE49-F238E27FC236}">
                      <a16:creationId xmlns:a16="http://schemas.microsoft.com/office/drawing/2014/main" id="{1E26A4E5-AF3D-4947-B66A-F398E4D69CB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 name="Freeform 206">
                  <a:extLst>
                    <a:ext uri="{FF2B5EF4-FFF2-40B4-BE49-F238E27FC236}">
                      <a16:creationId xmlns:a16="http://schemas.microsoft.com/office/drawing/2014/main" id="{108468E8-5985-1D44-89B2-DDB119754CD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 name="Freeform 207">
                  <a:extLst>
                    <a:ext uri="{FF2B5EF4-FFF2-40B4-BE49-F238E27FC236}">
                      <a16:creationId xmlns:a16="http://schemas.microsoft.com/office/drawing/2014/main" id="{6EE1E107-11AB-F041-8F7D-A8495BAABDD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 name="Freeform 208">
                  <a:extLst>
                    <a:ext uri="{FF2B5EF4-FFF2-40B4-BE49-F238E27FC236}">
                      <a16:creationId xmlns:a16="http://schemas.microsoft.com/office/drawing/2014/main" id="{78CC0B5F-254D-0F46-A315-DC344F1CAB1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1" name="Group 190">
              <a:extLst>
                <a:ext uri="{FF2B5EF4-FFF2-40B4-BE49-F238E27FC236}">
                  <a16:creationId xmlns:a16="http://schemas.microsoft.com/office/drawing/2014/main" id="{1B1C1707-4E61-344B-83ED-C9AB38B851B6}"/>
                </a:ext>
              </a:extLst>
            </p:cNvPr>
            <p:cNvGrpSpPr/>
            <p:nvPr/>
          </p:nvGrpSpPr>
          <p:grpSpPr>
            <a:xfrm>
              <a:off x="8736362" y="3768724"/>
              <a:ext cx="753999" cy="373786"/>
              <a:chOff x="7493876" y="2774731"/>
              <a:chExt cx="1481958" cy="894622"/>
            </a:xfrm>
          </p:grpSpPr>
          <p:sp>
            <p:nvSpPr>
              <p:cNvPr id="196" name="Freeform 195">
                <a:extLst>
                  <a:ext uri="{FF2B5EF4-FFF2-40B4-BE49-F238E27FC236}">
                    <a16:creationId xmlns:a16="http://schemas.microsoft.com/office/drawing/2014/main" id="{8FE70426-9A03-474A-BFF9-2E4D882C6CB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97" name="Oval 196">
                <a:extLst>
                  <a:ext uri="{FF2B5EF4-FFF2-40B4-BE49-F238E27FC236}">
                    <a16:creationId xmlns:a16="http://schemas.microsoft.com/office/drawing/2014/main" id="{8BF428C1-730C-E94C-B289-CC31047CC39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98" name="Group 197">
                <a:extLst>
                  <a:ext uri="{FF2B5EF4-FFF2-40B4-BE49-F238E27FC236}">
                    <a16:creationId xmlns:a16="http://schemas.microsoft.com/office/drawing/2014/main" id="{138A4A7A-09DC-8A49-8467-DF8F2FD046F4}"/>
                  </a:ext>
                </a:extLst>
              </p:cNvPr>
              <p:cNvGrpSpPr/>
              <p:nvPr/>
            </p:nvGrpSpPr>
            <p:grpSpPr>
              <a:xfrm>
                <a:off x="7713663" y="2848339"/>
                <a:ext cx="1042107" cy="425543"/>
                <a:chOff x="7786941" y="2884917"/>
                <a:chExt cx="897649" cy="353919"/>
              </a:xfrm>
            </p:grpSpPr>
            <p:sp>
              <p:nvSpPr>
                <p:cNvPr id="199" name="Freeform 198">
                  <a:extLst>
                    <a:ext uri="{FF2B5EF4-FFF2-40B4-BE49-F238E27FC236}">
                      <a16:creationId xmlns:a16="http://schemas.microsoft.com/office/drawing/2014/main" id="{7EBACC77-0606-D34F-BFE6-DF15F0FDF53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 name="Freeform 199">
                  <a:extLst>
                    <a:ext uri="{FF2B5EF4-FFF2-40B4-BE49-F238E27FC236}">
                      <a16:creationId xmlns:a16="http://schemas.microsoft.com/office/drawing/2014/main" id="{1DEC1B92-3C4E-444D-8F87-8E4953BA090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 name="Freeform 200">
                  <a:extLst>
                    <a:ext uri="{FF2B5EF4-FFF2-40B4-BE49-F238E27FC236}">
                      <a16:creationId xmlns:a16="http://schemas.microsoft.com/office/drawing/2014/main" id="{C2399E85-9E76-C24E-AAB4-E6CD2D0D44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 name="Freeform 201">
                  <a:extLst>
                    <a:ext uri="{FF2B5EF4-FFF2-40B4-BE49-F238E27FC236}">
                      <a16:creationId xmlns:a16="http://schemas.microsoft.com/office/drawing/2014/main" id="{0E184E1F-EE40-B843-B55F-8DB9C138745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92" name="Up-Down Arrow 191">
              <a:extLst>
                <a:ext uri="{FF2B5EF4-FFF2-40B4-BE49-F238E27FC236}">
                  <a16:creationId xmlns:a16="http://schemas.microsoft.com/office/drawing/2014/main" id="{9CE87CD0-C188-3E4C-B71D-8AE494AD257B}"/>
                </a:ext>
              </a:extLst>
            </p:cNvPr>
            <p:cNvSpPr/>
            <p:nvPr/>
          </p:nvSpPr>
          <p:spPr>
            <a:xfrm rot="18842452">
              <a:off x="9773071" y="2749725"/>
              <a:ext cx="110632" cy="1621438"/>
            </a:xfrm>
            <a:prstGeom prst="upDownArrow">
              <a:avLst/>
            </a:prstGeom>
            <a:solidFill>
              <a:srgbClr val="CC0000">
                <a:alpha val="78000"/>
              </a:srgbClr>
            </a:solidFill>
            <a:ln>
              <a:noFill/>
            </a:ln>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93" name="Up-Down Arrow 192">
              <a:extLst>
                <a:ext uri="{FF2B5EF4-FFF2-40B4-BE49-F238E27FC236}">
                  <a16:creationId xmlns:a16="http://schemas.microsoft.com/office/drawing/2014/main" id="{F49C411D-1F42-6D46-925C-79C8590CCA79}"/>
                </a:ext>
              </a:extLst>
            </p:cNvPr>
            <p:cNvSpPr/>
            <p:nvPr/>
          </p:nvSpPr>
          <p:spPr>
            <a:xfrm rot="1544330">
              <a:off x="8498334" y="2913840"/>
              <a:ext cx="132567" cy="1340938"/>
            </a:xfrm>
            <a:prstGeom prst="upDownArrow">
              <a:avLst/>
            </a:prstGeom>
            <a:solidFill>
              <a:srgbClr val="CC0000">
                <a:alpha val="78000"/>
              </a:srgbClr>
            </a:solidFill>
            <a:ln>
              <a:noFill/>
            </a:ln>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94" name="Up-Down Arrow 193">
              <a:extLst>
                <a:ext uri="{FF2B5EF4-FFF2-40B4-BE49-F238E27FC236}">
                  <a16:creationId xmlns:a16="http://schemas.microsoft.com/office/drawing/2014/main" id="{7B4919E6-79AD-8A4F-B81F-ABA9415D1A52}"/>
                </a:ext>
              </a:extLst>
            </p:cNvPr>
            <p:cNvSpPr/>
            <p:nvPr/>
          </p:nvSpPr>
          <p:spPr>
            <a:xfrm>
              <a:off x="8891032" y="2979040"/>
              <a:ext cx="132567" cy="794393"/>
            </a:xfrm>
            <a:prstGeom prst="upDownArrow">
              <a:avLst/>
            </a:prstGeom>
            <a:solidFill>
              <a:srgbClr val="CC0000">
                <a:alpha val="78000"/>
              </a:srgbClr>
            </a:solidFill>
            <a:ln>
              <a:noFill/>
            </a:ln>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95" name="Up-Down Arrow 194">
              <a:extLst>
                <a:ext uri="{FF2B5EF4-FFF2-40B4-BE49-F238E27FC236}">
                  <a16:creationId xmlns:a16="http://schemas.microsoft.com/office/drawing/2014/main" id="{7FC3545F-3992-AC46-9AF7-CA1EA8A14152}"/>
                </a:ext>
              </a:extLst>
            </p:cNvPr>
            <p:cNvSpPr/>
            <p:nvPr/>
          </p:nvSpPr>
          <p:spPr>
            <a:xfrm rot="21168731">
              <a:off x="9181573" y="2978458"/>
              <a:ext cx="132567" cy="1740801"/>
            </a:xfrm>
            <a:prstGeom prst="upDownArrow">
              <a:avLst/>
            </a:prstGeom>
            <a:solidFill>
              <a:srgbClr val="CC0000">
                <a:alpha val="78000"/>
              </a:srgbClr>
            </a:solidFill>
            <a:ln>
              <a:noFill/>
            </a:ln>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Tree>
    <p:extLst>
      <p:ext uri="{BB962C8B-B14F-4D97-AF65-F5344CB8AC3E}">
        <p14:creationId xmlns:p14="http://schemas.microsoft.com/office/powerpoint/2010/main" val="2917271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dissolv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dissolv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dissolv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dissolve">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CD85E7-B9DB-9043-B7EC-8C0919E801A1}"/>
              </a:ext>
            </a:extLst>
          </p:cNvPr>
          <p:cNvSpPr>
            <a:spLocks noGrp="1"/>
          </p:cNvSpPr>
          <p:nvPr>
            <p:ph type="title"/>
          </p:nvPr>
        </p:nvSpPr>
        <p:spPr/>
        <p:txBody>
          <a:bodyPr>
            <a:normAutofit fontScale="90000"/>
          </a:bodyPr>
          <a:lstStyle/>
          <a:p>
            <a:r>
              <a:rPr lang="en-US" sz="5400"/>
              <a:t>OpenFlow: </a:t>
            </a:r>
            <a:r>
              <a:rPr lang="en-US" sz="4800"/>
              <a:t>switch-to-controller messages</a:t>
            </a:r>
            <a:endParaRPr lang="en-US"/>
          </a:p>
        </p:txBody>
      </p:sp>
      <p:sp>
        <p:nvSpPr>
          <p:cNvPr id="2" name="Rectangle 1">
            <a:extLst>
              <a:ext uri="{FF2B5EF4-FFF2-40B4-BE49-F238E27FC236}">
                <a16:creationId xmlns:a16="http://schemas.microsoft.com/office/drawing/2014/main" id="{CD610955-4D70-5844-AF3C-17FCA079A4DB}"/>
              </a:ext>
            </a:extLst>
          </p:cNvPr>
          <p:cNvSpPr/>
          <p:nvPr/>
        </p:nvSpPr>
        <p:spPr>
          <a:xfrm>
            <a:off x="805841" y="1385490"/>
            <a:ext cx="6446729" cy="3662541"/>
          </a:xfrm>
          <a:prstGeom prst="rect">
            <a:avLst/>
          </a:prstGeom>
        </p:spPr>
        <p:txBody>
          <a:bodyPr wrap="square">
            <a:spAutoFit/>
          </a:bodyPr>
          <a:lstStyle/>
          <a:p>
            <a:r>
              <a:rPr lang="en-US" sz="3200">
                <a:solidFill>
                  <a:srgbClr val="000090"/>
                </a:solidFill>
              </a:rPr>
              <a:t>Key switch-to-controller messages</a:t>
            </a:r>
          </a:p>
          <a:p>
            <a:pPr marL="347663" indent="-285750">
              <a:buClr>
                <a:srgbClr val="0000A8"/>
              </a:buClr>
              <a:buFont typeface="Wingdings" pitchFamily="2" charset="2"/>
              <a:buChar char="§"/>
            </a:pPr>
            <a:r>
              <a:rPr lang="en-US" sz="2800" i="1">
                <a:solidFill>
                  <a:srgbClr val="CC0000"/>
                </a:solidFill>
              </a:rPr>
              <a:t>packet-in: </a:t>
            </a:r>
            <a:r>
              <a:rPr lang="en-US" sz="2800"/>
              <a:t>transfer packet (and its control) to controller.  See packet-out message from controller</a:t>
            </a:r>
          </a:p>
          <a:p>
            <a:pPr marL="347663" indent="-285750">
              <a:buClr>
                <a:srgbClr val="0000A8"/>
              </a:buClr>
              <a:buFont typeface="Wingdings" pitchFamily="2" charset="2"/>
              <a:buChar char="§"/>
            </a:pPr>
            <a:r>
              <a:rPr lang="en-US" sz="2800" i="1">
                <a:solidFill>
                  <a:srgbClr val="CC0000"/>
                </a:solidFill>
              </a:rPr>
              <a:t>flow-removed: </a:t>
            </a:r>
            <a:r>
              <a:rPr lang="en-US" sz="2800"/>
              <a:t>flow table entry deleted at switch</a:t>
            </a:r>
          </a:p>
          <a:p>
            <a:pPr marL="347663" indent="-285750">
              <a:buClr>
                <a:srgbClr val="0000A8"/>
              </a:buClr>
              <a:buFont typeface="Wingdings" pitchFamily="2" charset="2"/>
              <a:buChar char="§"/>
            </a:pPr>
            <a:r>
              <a:rPr lang="en-US" sz="2800" i="1">
                <a:solidFill>
                  <a:srgbClr val="CC0000"/>
                </a:solidFill>
              </a:rPr>
              <a:t>port status: </a:t>
            </a:r>
            <a:r>
              <a:rPr lang="en-US" sz="2800"/>
              <a:t>inform controller of a change on a port</a:t>
            </a:r>
            <a:r>
              <a:rPr lang="en-US" sz="3200"/>
              <a:t>.</a:t>
            </a:r>
          </a:p>
        </p:txBody>
      </p:sp>
      <p:grpSp>
        <p:nvGrpSpPr>
          <p:cNvPr id="178" name="Group 177">
            <a:extLst>
              <a:ext uri="{FF2B5EF4-FFF2-40B4-BE49-F238E27FC236}">
                <a16:creationId xmlns:a16="http://schemas.microsoft.com/office/drawing/2014/main" id="{05C1E192-3943-264E-808F-6249874B1A90}"/>
              </a:ext>
            </a:extLst>
          </p:cNvPr>
          <p:cNvGrpSpPr/>
          <p:nvPr/>
        </p:nvGrpSpPr>
        <p:grpSpPr>
          <a:xfrm>
            <a:off x="7839227" y="1446146"/>
            <a:ext cx="3616623" cy="3732173"/>
            <a:chOff x="7686822" y="1446146"/>
            <a:chExt cx="3616623" cy="3732173"/>
          </a:xfrm>
        </p:grpSpPr>
        <p:grpSp>
          <p:nvGrpSpPr>
            <p:cNvPr id="179" name="Group 950">
              <a:extLst>
                <a:ext uri="{FF2B5EF4-FFF2-40B4-BE49-F238E27FC236}">
                  <a16:creationId xmlns:a16="http://schemas.microsoft.com/office/drawing/2014/main" id="{ED88F4A4-5370-FC45-B097-B21D7F69D8AD}"/>
                </a:ext>
              </a:extLst>
            </p:cNvPr>
            <p:cNvGrpSpPr>
              <a:grpSpLocks/>
            </p:cNvGrpSpPr>
            <p:nvPr/>
          </p:nvGrpSpPr>
          <p:grpSpPr bwMode="auto">
            <a:xfrm>
              <a:off x="8811486" y="2119745"/>
              <a:ext cx="440889" cy="845230"/>
              <a:chOff x="4140" y="429"/>
              <a:chExt cx="1425" cy="2396"/>
            </a:xfrm>
          </p:grpSpPr>
          <p:sp>
            <p:nvSpPr>
              <p:cNvPr id="224" name="Freeform 951">
                <a:extLst>
                  <a:ext uri="{FF2B5EF4-FFF2-40B4-BE49-F238E27FC236}">
                    <a16:creationId xmlns:a16="http://schemas.microsoft.com/office/drawing/2014/main" id="{8D022F74-05A3-F946-90D6-8934EA188FBE}"/>
                  </a:ext>
                </a:extLst>
              </p:cNvPr>
              <p:cNvSpPr>
                <a:spLocks/>
              </p:cNvSpPr>
              <p:nvPr/>
            </p:nvSpPr>
            <p:spPr bwMode="auto">
              <a:xfrm>
                <a:off x="5268" y="433"/>
                <a:ext cx="283" cy="2286"/>
              </a:xfrm>
              <a:custGeom>
                <a:avLst/>
                <a:gdLst>
                  <a:gd name="T0" fmla="*/ 6 w 354"/>
                  <a:gd name="T1" fmla="*/ 0 h 2742"/>
                  <a:gd name="T2" fmla="*/ 30 w 354"/>
                  <a:gd name="T3" fmla="*/ 46 h 2742"/>
                  <a:gd name="T4" fmla="*/ 30 w 354"/>
                  <a:gd name="T5" fmla="*/ 354 h 2742"/>
                  <a:gd name="T6" fmla="*/ 0 w 354"/>
                  <a:gd name="T7" fmla="*/ 371 h 2742"/>
                  <a:gd name="T8" fmla="*/ 6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25" name="Rectangle 952">
                <a:extLst>
                  <a:ext uri="{FF2B5EF4-FFF2-40B4-BE49-F238E27FC236}">
                    <a16:creationId xmlns:a16="http://schemas.microsoft.com/office/drawing/2014/main" id="{6494FE2D-440B-9E49-AA10-826B0BF674EF}"/>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26" name="Freeform 953">
                <a:extLst>
                  <a:ext uri="{FF2B5EF4-FFF2-40B4-BE49-F238E27FC236}">
                    <a16:creationId xmlns:a16="http://schemas.microsoft.com/office/drawing/2014/main" id="{84F74045-C7A2-DC4D-9204-B67518C2E636}"/>
                  </a:ext>
                </a:extLst>
              </p:cNvPr>
              <p:cNvSpPr>
                <a:spLocks/>
              </p:cNvSpPr>
              <p:nvPr/>
            </p:nvSpPr>
            <p:spPr bwMode="auto">
              <a:xfrm>
                <a:off x="5321" y="570"/>
                <a:ext cx="169" cy="2115"/>
              </a:xfrm>
              <a:custGeom>
                <a:avLst/>
                <a:gdLst>
                  <a:gd name="T0" fmla="*/ 2 w 211"/>
                  <a:gd name="T1" fmla="*/ 0 h 2537"/>
                  <a:gd name="T2" fmla="*/ 18 w 211"/>
                  <a:gd name="T3" fmla="*/ 30 h 2537"/>
                  <a:gd name="T4" fmla="*/ 2 w 211"/>
                  <a:gd name="T5" fmla="*/ 338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27" name="Freeform 954">
                <a:extLst>
                  <a:ext uri="{FF2B5EF4-FFF2-40B4-BE49-F238E27FC236}">
                    <a16:creationId xmlns:a16="http://schemas.microsoft.com/office/drawing/2014/main" id="{CDADCCE7-7390-5449-B3A0-3CB4987A2A7B}"/>
                  </a:ext>
                </a:extLst>
              </p:cNvPr>
              <p:cNvSpPr>
                <a:spLocks/>
              </p:cNvSpPr>
              <p:nvPr/>
            </p:nvSpPr>
            <p:spPr bwMode="auto">
              <a:xfrm>
                <a:off x="5284" y="1640"/>
                <a:ext cx="263" cy="189"/>
              </a:xfrm>
              <a:custGeom>
                <a:avLst/>
                <a:gdLst>
                  <a:gd name="T0" fmla="*/ 2 w 328"/>
                  <a:gd name="T1" fmla="*/ 0 h 226"/>
                  <a:gd name="T2" fmla="*/ 29 w 328"/>
                  <a:gd name="T3" fmla="*/ 18 h 226"/>
                  <a:gd name="T4" fmla="*/ 29 w 328"/>
                  <a:gd name="T5" fmla="*/ 32 h 226"/>
                  <a:gd name="T6" fmla="*/ 0 w 328"/>
                  <a:gd name="T7" fmla="*/ 1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28" name="Rectangle 955">
                <a:extLst>
                  <a:ext uri="{FF2B5EF4-FFF2-40B4-BE49-F238E27FC236}">
                    <a16:creationId xmlns:a16="http://schemas.microsoft.com/office/drawing/2014/main" id="{03799953-C230-BF4C-B1AF-FCDEDB55B2FF}"/>
                  </a:ext>
                </a:extLst>
              </p:cNvPr>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229" name="Group 956">
                <a:extLst>
                  <a:ext uri="{FF2B5EF4-FFF2-40B4-BE49-F238E27FC236}">
                    <a16:creationId xmlns:a16="http://schemas.microsoft.com/office/drawing/2014/main" id="{BF026E67-31D1-1044-9990-DBE10FF35EA3}"/>
                  </a:ext>
                </a:extLst>
              </p:cNvPr>
              <p:cNvGrpSpPr>
                <a:grpSpLocks/>
              </p:cNvGrpSpPr>
              <p:nvPr/>
            </p:nvGrpSpPr>
            <p:grpSpPr bwMode="auto">
              <a:xfrm>
                <a:off x="4748" y="662"/>
                <a:ext cx="578" cy="150"/>
                <a:chOff x="613" y="2566"/>
                <a:chExt cx="721" cy="144"/>
              </a:xfrm>
            </p:grpSpPr>
            <p:sp>
              <p:nvSpPr>
                <p:cNvPr id="254" name="AutoShape 957">
                  <a:extLst>
                    <a:ext uri="{FF2B5EF4-FFF2-40B4-BE49-F238E27FC236}">
                      <a16:creationId xmlns:a16="http://schemas.microsoft.com/office/drawing/2014/main" id="{D10904F7-5809-B44A-AA68-E56B9AF410C9}"/>
                    </a:ext>
                  </a:extLst>
                </p:cNvPr>
                <p:cNvSpPr>
                  <a:spLocks noChangeArrowheads="1"/>
                </p:cNvSpPr>
                <p:nvPr/>
              </p:nvSpPr>
              <p:spPr bwMode="auto">
                <a:xfrm>
                  <a:off x="613" y="2566"/>
                  <a:ext cx="721" cy="144"/>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55" name="AutoShape 958">
                  <a:extLst>
                    <a:ext uri="{FF2B5EF4-FFF2-40B4-BE49-F238E27FC236}">
                      <a16:creationId xmlns:a16="http://schemas.microsoft.com/office/drawing/2014/main" id="{478D1C0E-669A-8A4C-9FD6-DF7DE2B5510D}"/>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230" name="Rectangle 959">
                <a:extLst>
                  <a:ext uri="{FF2B5EF4-FFF2-40B4-BE49-F238E27FC236}">
                    <a16:creationId xmlns:a16="http://schemas.microsoft.com/office/drawing/2014/main" id="{ECCCA03F-6C83-4847-8B32-FD635E3CBDCE}"/>
                  </a:ext>
                </a:extLst>
              </p:cNvPr>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231" name="Group 960">
                <a:extLst>
                  <a:ext uri="{FF2B5EF4-FFF2-40B4-BE49-F238E27FC236}">
                    <a16:creationId xmlns:a16="http://schemas.microsoft.com/office/drawing/2014/main" id="{0804097F-BA94-F74B-A0B7-2F9289D7577A}"/>
                  </a:ext>
                </a:extLst>
              </p:cNvPr>
              <p:cNvGrpSpPr>
                <a:grpSpLocks/>
              </p:cNvGrpSpPr>
              <p:nvPr/>
            </p:nvGrpSpPr>
            <p:grpSpPr bwMode="auto">
              <a:xfrm>
                <a:off x="4748" y="990"/>
                <a:ext cx="578" cy="134"/>
                <a:chOff x="615" y="2564"/>
                <a:chExt cx="721" cy="139"/>
              </a:xfrm>
            </p:grpSpPr>
            <p:sp>
              <p:nvSpPr>
                <p:cNvPr id="252" name="AutoShape 961">
                  <a:extLst>
                    <a:ext uri="{FF2B5EF4-FFF2-40B4-BE49-F238E27FC236}">
                      <a16:creationId xmlns:a16="http://schemas.microsoft.com/office/drawing/2014/main" id="{D0EAF987-F31A-CD44-9881-D65869619310}"/>
                    </a:ext>
                  </a:extLst>
                </p:cNvPr>
                <p:cNvSpPr>
                  <a:spLocks noChangeArrowheads="1"/>
                </p:cNvSpPr>
                <p:nvPr/>
              </p:nvSpPr>
              <p:spPr bwMode="auto">
                <a:xfrm>
                  <a:off x="615" y="2564"/>
                  <a:ext cx="721" cy="139"/>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53" name="AutoShape 962">
                  <a:extLst>
                    <a:ext uri="{FF2B5EF4-FFF2-40B4-BE49-F238E27FC236}">
                      <a16:creationId xmlns:a16="http://schemas.microsoft.com/office/drawing/2014/main" id="{60EC5489-D035-9B4B-A4F5-96DDBFD05E98}"/>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232" name="Rectangle 963">
                <a:extLst>
                  <a:ext uri="{FF2B5EF4-FFF2-40B4-BE49-F238E27FC236}">
                    <a16:creationId xmlns:a16="http://schemas.microsoft.com/office/drawing/2014/main" id="{916372AD-6FE4-0C47-88A5-A7F42E6F33AF}"/>
                  </a:ext>
                </a:extLst>
              </p:cNvPr>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3" name="Rectangle 964">
                <a:extLst>
                  <a:ext uri="{FF2B5EF4-FFF2-40B4-BE49-F238E27FC236}">
                    <a16:creationId xmlns:a16="http://schemas.microsoft.com/office/drawing/2014/main" id="{C683EB98-4D0D-9C46-9199-45671D6234D8}"/>
                  </a:ext>
                </a:extLst>
              </p:cNvPr>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234" name="Group 965">
                <a:extLst>
                  <a:ext uri="{FF2B5EF4-FFF2-40B4-BE49-F238E27FC236}">
                    <a16:creationId xmlns:a16="http://schemas.microsoft.com/office/drawing/2014/main" id="{CF0C4A90-DBEC-954E-8086-480578A797B8}"/>
                  </a:ext>
                </a:extLst>
              </p:cNvPr>
              <p:cNvGrpSpPr>
                <a:grpSpLocks/>
              </p:cNvGrpSpPr>
              <p:nvPr/>
            </p:nvGrpSpPr>
            <p:grpSpPr bwMode="auto">
              <a:xfrm>
                <a:off x="4738" y="1653"/>
                <a:ext cx="578" cy="135"/>
                <a:chOff x="618" y="2586"/>
                <a:chExt cx="720" cy="124"/>
              </a:xfrm>
            </p:grpSpPr>
            <p:sp>
              <p:nvSpPr>
                <p:cNvPr id="250" name="AutoShape 966">
                  <a:extLst>
                    <a:ext uri="{FF2B5EF4-FFF2-40B4-BE49-F238E27FC236}">
                      <a16:creationId xmlns:a16="http://schemas.microsoft.com/office/drawing/2014/main" id="{0F93C577-0D34-C543-977D-0F60E9400A2F}"/>
                    </a:ext>
                  </a:extLst>
                </p:cNvPr>
                <p:cNvSpPr>
                  <a:spLocks noChangeArrowheads="1"/>
                </p:cNvSpPr>
                <p:nvPr/>
              </p:nvSpPr>
              <p:spPr bwMode="auto">
                <a:xfrm>
                  <a:off x="618" y="2586"/>
                  <a:ext cx="720" cy="124"/>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51" name="AutoShape 967">
                  <a:extLst>
                    <a:ext uri="{FF2B5EF4-FFF2-40B4-BE49-F238E27FC236}">
                      <a16:creationId xmlns:a16="http://schemas.microsoft.com/office/drawing/2014/main" id="{F6998813-5124-CA4D-A29E-CED92C67869F}"/>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235" name="Freeform 968">
                <a:extLst>
                  <a:ext uri="{FF2B5EF4-FFF2-40B4-BE49-F238E27FC236}">
                    <a16:creationId xmlns:a16="http://schemas.microsoft.com/office/drawing/2014/main" id="{3340235E-8B73-BB4A-9B6A-15B10538648B}"/>
                  </a:ext>
                </a:extLst>
              </p:cNvPr>
              <p:cNvSpPr>
                <a:spLocks/>
              </p:cNvSpPr>
              <p:nvPr/>
            </p:nvSpPr>
            <p:spPr bwMode="auto">
              <a:xfrm>
                <a:off x="5288" y="1354"/>
                <a:ext cx="263" cy="188"/>
              </a:xfrm>
              <a:custGeom>
                <a:avLst/>
                <a:gdLst>
                  <a:gd name="T0" fmla="*/ 2 w 328"/>
                  <a:gd name="T1" fmla="*/ 0 h 226"/>
                  <a:gd name="T2" fmla="*/ 29 w 328"/>
                  <a:gd name="T3" fmla="*/ 17 h 226"/>
                  <a:gd name="T4" fmla="*/ 29 w 328"/>
                  <a:gd name="T5" fmla="*/ 30 h 226"/>
                  <a:gd name="T6" fmla="*/ 0 w 328"/>
                  <a:gd name="T7" fmla="*/ 1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236" name="Group 969">
                <a:extLst>
                  <a:ext uri="{FF2B5EF4-FFF2-40B4-BE49-F238E27FC236}">
                    <a16:creationId xmlns:a16="http://schemas.microsoft.com/office/drawing/2014/main" id="{0E42419B-D2AA-0846-8F75-77A9FA9EB5A4}"/>
                  </a:ext>
                </a:extLst>
              </p:cNvPr>
              <p:cNvGrpSpPr>
                <a:grpSpLocks/>
              </p:cNvGrpSpPr>
              <p:nvPr/>
            </p:nvGrpSpPr>
            <p:grpSpPr bwMode="auto">
              <a:xfrm>
                <a:off x="4739" y="1330"/>
                <a:ext cx="588" cy="134"/>
                <a:chOff x="613" y="2571"/>
                <a:chExt cx="732" cy="134"/>
              </a:xfrm>
            </p:grpSpPr>
            <p:sp>
              <p:nvSpPr>
                <p:cNvPr id="248" name="AutoShape 970">
                  <a:extLst>
                    <a:ext uri="{FF2B5EF4-FFF2-40B4-BE49-F238E27FC236}">
                      <a16:creationId xmlns:a16="http://schemas.microsoft.com/office/drawing/2014/main" id="{DB7D3A5D-962D-CB4C-B5A6-5E12BB47FD12}"/>
                    </a:ext>
                  </a:extLst>
                </p:cNvPr>
                <p:cNvSpPr>
                  <a:spLocks noChangeArrowheads="1"/>
                </p:cNvSpPr>
                <p:nvPr/>
              </p:nvSpPr>
              <p:spPr bwMode="auto">
                <a:xfrm>
                  <a:off x="613" y="2571"/>
                  <a:ext cx="732" cy="134"/>
                </a:xfrm>
                <a:prstGeom prst="roundRect">
                  <a:avLst>
                    <a:gd name="adj" fmla="val 50000"/>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9" name="AutoShape 971">
                  <a:extLst>
                    <a:ext uri="{FF2B5EF4-FFF2-40B4-BE49-F238E27FC236}">
                      <a16:creationId xmlns:a16="http://schemas.microsoft.com/office/drawing/2014/main" id="{FCCD4FE2-901D-8A49-91C6-E78A34078014}"/>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237" name="Rectangle 972">
                <a:extLst>
                  <a:ext uri="{FF2B5EF4-FFF2-40B4-BE49-F238E27FC236}">
                    <a16:creationId xmlns:a16="http://schemas.microsoft.com/office/drawing/2014/main" id="{4BF8D1A2-C396-EF44-9A08-CC7859590702}"/>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8" name="Freeform 973">
                <a:extLst>
                  <a:ext uri="{FF2B5EF4-FFF2-40B4-BE49-F238E27FC236}">
                    <a16:creationId xmlns:a16="http://schemas.microsoft.com/office/drawing/2014/main" id="{65A953F5-2FD0-5248-A466-4C952B2397A0}"/>
                  </a:ext>
                </a:extLst>
              </p:cNvPr>
              <p:cNvSpPr>
                <a:spLocks/>
              </p:cNvSpPr>
              <p:nvPr/>
            </p:nvSpPr>
            <p:spPr bwMode="auto">
              <a:xfrm>
                <a:off x="5312" y="1007"/>
                <a:ext cx="237" cy="213"/>
              </a:xfrm>
              <a:custGeom>
                <a:avLst/>
                <a:gdLst>
                  <a:gd name="T0" fmla="*/ 2 w 296"/>
                  <a:gd name="T1" fmla="*/ 0 h 256"/>
                  <a:gd name="T2" fmla="*/ 26 w 296"/>
                  <a:gd name="T3" fmla="*/ 18 h 256"/>
                  <a:gd name="T4" fmla="*/ 26 w 296"/>
                  <a:gd name="T5" fmla="*/ 34 h 256"/>
                  <a:gd name="T6" fmla="*/ 0 w 296"/>
                  <a:gd name="T7" fmla="*/ 1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9" name="Freeform 974">
                <a:extLst>
                  <a:ext uri="{FF2B5EF4-FFF2-40B4-BE49-F238E27FC236}">
                    <a16:creationId xmlns:a16="http://schemas.microsoft.com/office/drawing/2014/main" id="{5B291DF5-93D6-2D4F-B5FE-FF4C935D037B}"/>
                  </a:ext>
                </a:extLst>
              </p:cNvPr>
              <p:cNvSpPr>
                <a:spLocks/>
              </p:cNvSpPr>
              <p:nvPr/>
            </p:nvSpPr>
            <p:spPr bwMode="auto">
              <a:xfrm>
                <a:off x="5315" y="680"/>
                <a:ext cx="244" cy="240"/>
              </a:xfrm>
              <a:custGeom>
                <a:avLst/>
                <a:gdLst>
                  <a:gd name="T0" fmla="*/ 0 w 304"/>
                  <a:gd name="T1" fmla="*/ 0 h 288"/>
                  <a:gd name="T2" fmla="*/ 27 w 304"/>
                  <a:gd name="T3" fmla="*/ 23 h 288"/>
                  <a:gd name="T4" fmla="*/ 25 w 304"/>
                  <a:gd name="T5" fmla="*/ 39 h 288"/>
                  <a:gd name="T6" fmla="*/ 2 w 304"/>
                  <a:gd name="T7" fmla="*/ 1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0" name="Oval 975">
                <a:extLst>
                  <a:ext uri="{FF2B5EF4-FFF2-40B4-BE49-F238E27FC236}">
                    <a16:creationId xmlns:a16="http://schemas.microsoft.com/office/drawing/2014/main" id="{F97A395F-5F78-0544-9F2A-B54ED781EB5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1" name="Freeform 976">
                <a:extLst>
                  <a:ext uri="{FF2B5EF4-FFF2-40B4-BE49-F238E27FC236}">
                    <a16:creationId xmlns:a16="http://schemas.microsoft.com/office/drawing/2014/main" id="{31A267CC-4663-FA49-AE86-BC76EBFDF356}"/>
                  </a:ext>
                </a:extLst>
              </p:cNvPr>
              <p:cNvSpPr>
                <a:spLocks/>
              </p:cNvSpPr>
              <p:nvPr/>
            </p:nvSpPr>
            <p:spPr bwMode="auto">
              <a:xfrm>
                <a:off x="5302" y="2614"/>
                <a:ext cx="245" cy="200"/>
              </a:xfrm>
              <a:custGeom>
                <a:avLst/>
                <a:gdLst>
                  <a:gd name="T0" fmla="*/ 0 w 306"/>
                  <a:gd name="T1" fmla="*/ 15 h 240"/>
                  <a:gd name="T2" fmla="*/ 2 w 306"/>
                  <a:gd name="T3" fmla="*/ 33 h 240"/>
                  <a:gd name="T4" fmla="*/ 27 w 306"/>
                  <a:gd name="T5" fmla="*/ 15 h 240"/>
                  <a:gd name="T6" fmla="*/ 26 w 306"/>
                  <a:gd name="T7" fmla="*/ 0 h 240"/>
                  <a:gd name="T8" fmla="*/ 0 w 306"/>
                  <a:gd name="T9" fmla="*/ 1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2" name="AutoShape 977">
                <a:extLst>
                  <a:ext uri="{FF2B5EF4-FFF2-40B4-BE49-F238E27FC236}">
                    <a16:creationId xmlns:a16="http://schemas.microsoft.com/office/drawing/2014/main" id="{35462EBA-8A38-2B46-9524-E22DB06B155A}"/>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3" name="AutoShape 978">
                <a:extLst>
                  <a:ext uri="{FF2B5EF4-FFF2-40B4-BE49-F238E27FC236}">
                    <a16:creationId xmlns:a16="http://schemas.microsoft.com/office/drawing/2014/main" id="{AE34B956-F883-AF4E-B0B2-D6B6F7FB7944}"/>
                  </a:ext>
                </a:extLst>
              </p:cNvPr>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4" name="Oval 979">
                <a:extLst>
                  <a:ext uri="{FF2B5EF4-FFF2-40B4-BE49-F238E27FC236}">
                    <a16:creationId xmlns:a16="http://schemas.microsoft.com/office/drawing/2014/main" id="{9961BA94-561E-1E45-A972-55B4657D788E}"/>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5" name="Oval 980">
                <a:extLst>
                  <a:ext uri="{FF2B5EF4-FFF2-40B4-BE49-F238E27FC236}">
                    <a16:creationId xmlns:a16="http://schemas.microsoft.com/office/drawing/2014/main" id="{211B158E-F0A5-DC41-A61F-CF9975C6C3A1}"/>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endParaRPr>
              </a:p>
            </p:txBody>
          </p:sp>
          <p:sp>
            <p:nvSpPr>
              <p:cNvPr id="246" name="Oval 981">
                <a:extLst>
                  <a:ext uri="{FF2B5EF4-FFF2-40B4-BE49-F238E27FC236}">
                    <a16:creationId xmlns:a16="http://schemas.microsoft.com/office/drawing/2014/main" id="{1FA20AE6-7C51-CE49-AFEA-25559B77B3F2}"/>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47" name="Rectangle 982">
                <a:extLst>
                  <a:ext uri="{FF2B5EF4-FFF2-40B4-BE49-F238E27FC236}">
                    <a16:creationId xmlns:a16="http://schemas.microsoft.com/office/drawing/2014/main" id="{F3093C32-3005-3F4D-8D5F-537AD20A0CCF}"/>
                  </a:ext>
                </a:extLst>
              </p:cNvPr>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pic>
          <p:nvPicPr>
            <p:cNvPr id="180" name="Picture 4">
              <a:extLst>
                <a:ext uri="{FF2B5EF4-FFF2-40B4-BE49-F238E27FC236}">
                  <a16:creationId xmlns:a16="http://schemas.microsoft.com/office/drawing/2014/main" id="{64F6B4D6-D900-BA4F-A6AC-21C186EF14C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291361" y="2246085"/>
              <a:ext cx="1629624" cy="4313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81" name="TextBox 180">
              <a:extLst>
                <a:ext uri="{FF2B5EF4-FFF2-40B4-BE49-F238E27FC236}">
                  <a16:creationId xmlns:a16="http://schemas.microsoft.com/office/drawing/2014/main" id="{97A37A37-AE4E-3340-AC58-0D411013A587}"/>
                </a:ext>
              </a:extLst>
            </p:cNvPr>
            <p:cNvSpPr txBox="1"/>
            <p:nvPr/>
          </p:nvSpPr>
          <p:spPr>
            <a:xfrm>
              <a:off x="7757772" y="1446146"/>
              <a:ext cx="3222357" cy="523220"/>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800" b="0" i="0" u="none" strike="noStrike" kern="0" cap="none" spc="0" normalizeH="0" baseline="0" noProof="0">
                  <a:ln>
                    <a:noFill/>
                  </a:ln>
                  <a:solidFill>
                    <a:srgbClr val="0000A8"/>
                  </a:solidFill>
                  <a:effectLst/>
                  <a:uLnTx/>
                  <a:uFillTx/>
                  <a:ea typeface="ＭＳ Ｐゴシック" charset="0"/>
                </a:rPr>
                <a:t>OpenFlow Controller</a:t>
              </a:r>
            </a:p>
          </p:txBody>
        </p:sp>
        <p:sp>
          <p:nvSpPr>
            <p:cNvPr id="182" name="Freeform 3">
              <a:extLst>
                <a:ext uri="{FF2B5EF4-FFF2-40B4-BE49-F238E27FC236}">
                  <a16:creationId xmlns:a16="http://schemas.microsoft.com/office/drawing/2014/main" id="{54FD3CCF-B127-EE47-AD35-99BFCEDA53BA}"/>
                </a:ext>
              </a:extLst>
            </p:cNvPr>
            <p:cNvSpPr>
              <a:spLocks/>
            </p:cNvSpPr>
            <p:nvPr/>
          </p:nvSpPr>
          <p:spPr bwMode="auto">
            <a:xfrm>
              <a:off x="7686822" y="3573747"/>
              <a:ext cx="3616623" cy="1604572"/>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 name="connsiteX0" fmla="*/ 0 w 9831"/>
                <a:gd name="connsiteY0" fmla="*/ 4265 h 9728"/>
                <a:gd name="connsiteX1" fmla="*/ 973 w 9831"/>
                <a:gd name="connsiteY1" fmla="*/ 2114 h 9728"/>
                <a:gd name="connsiteX2" fmla="*/ 2351 w 9831"/>
                <a:gd name="connsiteY2" fmla="*/ 84 h 9728"/>
                <a:gd name="connsiteX3" fmla="*/ 6893 w 9831"/>
                <a:gd name="connsiteY3" fmla="*/ 624 h 9728"/>
                <a:gd name="connsiteX4" fmla="*/ 8909 w 9831"/>
                <a:gd name="connsiteY4" fmla="*/ 2780 h 9728"/>
                <a:gd name="connsiteX5" fmla="*/ 9773 w 9831"/>
                <a:gd name="connsiteY5" fmla="*/ 6266 h 9728"/>
                <a:gd name="connsiteX6" fmla="*/ 7373 w 9831"/>
                <a:gd name="connsiteY6" fmla="*/ 9162 h 9728"/>
                <a:gd name="connsiteX7" fmla="*/ 4413 w 9831"/>
                <a:gd name="connsiteY7" fmla="*/ 9673 h 9728"/>
                <a:gd name="connsiteX8" fmla="*/ 2067 w 9831"/>
                <a:gd name="connsiteY8" fmla="*/ 9460 h 9728"/>
                <a:gd name="connsiteX9" fmla="*/ 453 w 9831"/>
                <a:gd name="connsiteY9" fmla="*/ 7416 h 9728"/>
                <a:gd name="connsiteX10" fmla="*/ 0 w 9831"/>
                <a:gd name="connsiteY10" fmla="*/ 4265 h 9728"/>
                <a:gd name="connsiteX0" fmla="*/ 0 w 10003"/>
                <a:gd name="connsiteY0" fmla="*/ 4299 h 9915"/>
                <a:gd name="connsiteX1" fmla="*/ 990 w 10003"/>
                <a:gd name="connsiteY1" fmla="*/ 2088 h 9915"/>
                <a:gd name="connsiteX2" fmla="*/ 2391 w 10003"/>
                <a:gd name="connsiteY2" fmla="*/ 1 h 9915"/>
                <a:gd name="connsiteX3" fmla="*/ 6715 w 10003"/>
                <a:gd name="connsiteY3" fmla="*/ 1965 h 9915"/>
                <a:gd name="connsiteX4" fmla="*/ 9062 w 10003"/>
                <a:gd name="connsiteY4" fmla="*/ 2773 h 9915"/>
                <a:gd name="connsiteX5" fmla="*/ 9941 w 10003"/>
                <a:gd name="connsiteY5" fmla="*/ 6356 h 9915"/>
                <a:gd name="connsiteX6" fmla="*/ 7500 w 10003"/>
                <a:gd name="connsiteY6" fmla="*/ 9333 h 9915"/>
                <a:gd name="connsiteX7" fmla="*/ 4489 w 10003"/>
                <a:gd name="connsiteY7" fmla="*/ 9858 h 9915"/>
                <a:gd name="connsiteX8" fmla="*/ 2103 w 10003"/>
                <a:gd name="connsiteY8" fmla="*/ 9640 h 9915"/>
                <a:gd name="connsiteX9" fmla="*/ 461 w 10003"/>
                <a:gd name="connsiteY9" fmla="*/ 7538 h 9915"/>
                <a:gd name="connsiteX10" fmla="*/ 0 w 10003"/>
                <a:gd name="connsiteY10" fmla="*/ 4299 h 9915"/>
                <a:gd name="connsiteX0" fmla="*/ 0 w 10000"/>
                <a:gd name="connsiteY0" fmla="*/ 4336 h 10000"/>
                <a:gd name="connsiteX1" fmla="*/ 990 w 10000"/>
                <a:gd name="connsiteY1" fmla="*/ 2106 h 10000"/>
                <a:gd name="connsiteX2" fmla="*/ 2390 w 10000"/>
                <a:gd name="connsiteY2" fmla="*/ 1 h 10000"/>
                <a:gd name="connsiteX3" fmla="*/ 6713 w 10000"/>
                <a:gd name="connsiteY3" fmla="*/ 1982 h 10000"/>
                <a:gd name="connsiteX4" fmla="*/ 9059 w 10000"/>
                <a:gd name="connsiteY4" fmla="*/ 2797 h 10000"/>
                <a:gd name="connsiteX5" fmla="*/ 9938 w 10000"/>
                <a:gd name="connsiteY5" fmla="*/ 6410 h 10000"/>
                <a:gd name="connsiteX6" fmla="*/ 7498 w 10000"/>
                <a:gd name="connsiteY6" fmla="*/ 9413 h 10000"/>
                <a:gd name="connsiteX7" fmla="*/ 4488 w 10000"/>
                <a:gd name="connsiteY7" fmla="*/ 9943 h 10000"/>
                <a:gd name="connsiteX8" fmla="*/ 2102 w 10000"/>
                <a:gd name="connsiteY8" fmla="*/ 9723 h 10000"/>
                <a:gd name="connsiteX9" fmla="*/ 461 w 10000"/>
                <a:gd name="connsiteY9" fmla="*/ 7603 h 10000"/>
                <a:gd name="connsiteX10" fmla="*/ 0 w 10000"/>
                <a:gd name="connsiteY10" fmla="*/ 4336 h 10000"/>
                <a:gd name="connsiteX0" fmla="*/ 0 w 10000"/>
                <a:gd name="connsiteY0" fmla="*/ 4336 h 10000"/>
                <a:gd name="connsiteX1" fmla="*/ 990 w 10000"/>
                <a:gd name="connsiteY1" fmla="*/ 2106 h 10000"/>
                <a:gd name="connsiteX2" fmla="*/ 2390 w 10000"/>
                <a:gd name="connsiteY2" fmla="*/ 1 h 10000"/>
                <a:gd name="connsiteX3" fmla="*/ 6713 w 10000"/>
                <a:gd name="connsiteY3" fmla="*/ 1982 h 10000"/>
                <a:gd name="connsiteX4" fmla="*/ 9059 w 10000"/>
                <a:gd name="connsiteY4" fmla="*/ 2797 h 10000"/>
                <a:gd name="connsiteX5" fmla="*/ 9938 w 10000"/>
                <a:gd name="connsiteY5" fmla="*/ 6410 h 10000"/>
                <a:gd name="connsiteX6" fmla="*/ 7498 w 10000"/>
                <a:gd name="connsiteY6" fmla="*/ 9413 h 10000"/>
                <a:gd name="connsiteX7" fmla="*/ 4488 w 10000"/>
                <a:gd name="connsiteY7" fmla="*/ 9943 h 10000"/>
                <a:gd name="connsiteX8" fmla="*/ 2102 w 10000"/>
                <a:gd name="connsiteY8" fmla="*/ 9723 h 10000"/>
                <a:gd name="connsiteX9" fmla="*/ 461 w 10000"/>
                <a:gd name="connsiteY9" fmla="*/ 7603 h 10000"/>
                <a:gd name="connsiteX10" fmla="*/ 0 w 10000"/>
                <a:gd name="connsiteY10" fmla="*/ 4336 h 10000"/>
                <a:gd name="connsiteX0" fmla="*/ 0 w 10000"/>
                <a:gd name="connsiteY0" fmla="*/ 4002 h 9666"/>
                <a:gd name="connsiteX1" fmla="*/ 990 w 10000"/>
                <a:gd name="connsiteY1" fmla="*/ 1772 h 9666"/>
                <a:gd name="connsiteX2" fmla="*/ 3804 w 10000"/>
                <a:gd name="connsiteY2" fmla="*/ 1 h 9666"/>
                <a:gd name="connsiteX3" fmla="*/ 6713 w 10000"/>
                <a:gd name="connsiteY3" fmla="*/ 1648 h 9666"/>
                <a:gd name="connsiteX4" fmla="*/ 9059 w 10000"/>
                <a:gd name="connsiteY4" fmla="*/ 2463 h 9666"/>
                <a:gd name="connsiteX5" fmla="*/ 9938 w 10000"/>
                <a:gd name="connsiteY5" fmla="*/ 6076 h 9666"/>
                <a:gd name="connsiteX6" fmla="*/ 7498 w 10000"/>
                <a:gd name="connsiteY6" fmla="*/ 9079 h 9666"/>
                <a:gd name="connsiteX7" fmla="*/ 4488 w 10000"/>
                <a:gd name="connsiteY7" fmla="*/ 9609 h 9666"/>
                <a:gd name="connsiteX8" fmla="*/ 2102 w 10000"/>
                <a:gd name="connsiteY8" fmla="*/ 9389 h 9666"/>
                <a:gd name="connsiteX9" fmla="*/ 461 w 10000"/>
                <a:gd name="connsiteY9" fmla="*/ 7269 h 9666"/>
                <a:gd name="connsiteX10" fmla="*/ 0 w 10000"/>
                <a:gd name="connsiteY10" fmla="*/ 4002 h 9666"/>
                <a:gd name="connsiteX0" fmla="*/ 103 w 9643"/>
                <a:gd name="connsiteY0" fmla="*/ 4486 h 10000"/>
                <a:gd name="connsiteX1" fmla="*/ 633 w 9643"/>
                <a:gd name="connsiteY1" fmla="*/ 1833 h 10000"/>
                <a:gd name="connsiteX2" fmla="*/ 3447 w 9643"/>
                <a:gd name="connsiteY2" fmla="*/ 1 h 10000"/>
                <a:gd name="connsiteX3" fmla="*/ 6356 w 9643"/>
                <a:gd name="connsiteY3" fmla="*/ 1705 h 10000"/>
                <a:gd name="connsiteX4" fmla="*/ 8702 w 9643"/>
                <a:gd name="connsiteY4" fmla="*/ 2548 h 10000"/>
                <a:gd name="connsiteX5" fmla="*/ 9581 w 9643"/>
                <a:gd name="connsiteY5" fmla="*/ 6286 h 10000"/>
                <a:gd name="connsiteX6" fmla="*/ 7141 w 9643"/>
                <a:gd name="connsiteY6" fmla="*/ 9393 h 10000"/>
                <a:gd name="connsiteX7" fmla="*/ 4131 w 9643"/>
                <a:gd name="connsiteY7" fmla="*/ 9941 h 10000"/>
                <a:gd name="connsiteX8" fmla="*/ 1745 w 9643"/>
                <a:gd name="connsiteY8" fmla="*/ 9713 h 10000"/>
                <a:gd name="connsiteX9" fmla="*/ 104 w 9643"/>
                <a:gd name="connsiteY9" fmla="*/ 7520 h 10000"/>
                <a:gd name="connsiteX10" fmla="*/ 103 w 9643"/>
                <a:gd name="connsiteY10" fmla="*/ 4486 h 10000"/>
                <a:gd name="connsiteX0" fmla="*/ 107 w 10000"/>
                <a:gd name="connsiteY0" fmla="*/ 4486 h 10000"/>
                <a:gd name="connsiteX1" fmla="*/ 1304 w 10000"/>
                <a:gd name="connsiteY1" fmla="*/ 2006 h 10000"/>
                <a:gd name="connsiteX2" fmla="*/ 3575 w 10000"/>
                <a:gd name="connsiteY2" fmla="*/ 1 h 10000"/>
                <a:gd name="connsiteX3" fmla="*/ 6591 w 10000"/>
                <a:gd name="connsiteY3" fmla="*/ 1705 h 10000"/>
                <a:gd name="connsiteX4" fmla="*/ 9024 w 10000"/>
                <a:gd name="connsiteY4" fmla="*/ 2548 h 10000"/>
                <a:gd name="connsiteX5" fmla="*/ 9936 w 10000"/>
                <a:gd name="connsiteY5" fmla="*/ 6286 h 10000"/>
                <a:gd name="connsiteX6" fmla="*/ 7405 w 10000"/>
                <a:gd name="connsiteY6" fmla="*/ 9393 h 10000"/>
                <a:gd name="connsiteX7" fmla="*/ 4284 w 10000"/>
                <a:gd name="connsiteY7" fmla="*/ 9941 h 10000"/>
                <a:gd name="connsiteX8" fmla="*/ 1810 w 10000"/>
                <a:gd name="connsiteY8" fmla="*/ 9713 h 10000"/>
                <a:gd name="connsiteX9" fmla="*/ 108 w 10000"/>
                <a:gd name="connsiteY9" fmla="*/ 7520 h 10000"/>
                <a:gd name="connsiteX10" fmla="*/ 107 w 10000"/>
                <a:gd name="connsiteY10" fmla="*/ 4486 h 10000"/>
                <a:gd name="connsiteX0" fmla="*/ 0 w 9893"/>
                <a:gd name="connsiteY0" fmla="*/ 4486 h 10000"/>
                <a:gd name="connsiteX1" fmla="*/ 1197 w 9893"/>
                <a:gd name="connsiteY1" fmla="*/ 2006 h 10000"/>
                <a:gd name="connsiteX2" fmla="*/ 3468 w 9893"/>
                <a:gd name="connsiteY2" fmla="*/ 1 h 10000"/>
                <a:gd name="connsiteX3" fmla="*/ 6484 w 9893"/>
                <a:gd name="connsiteY3" fmla="*/ 1705 h 10000"/>
                <a:gd name="connsiteX4" fmla="*/ 8917 w 9893"/>
                <a:gd name="connsiteY4" fmla="*/ 2548 h 10000"/>
                <a:gd name="connsiteX5" fmla="*/ 9829 w 9893"/>
                <a:gd name="connsiteY5" fmla="*/ 6286 h 10000"/>
                <a:gd name="connsiteX6" fmla="*/ 7298 w 9893"/>
                <a:gd name="connsiteY6" fmla="*/ 9393 h 10000"/>
                <a:gd name="connsiteX7" fmla="*/ 4177 w 9893"/>
                <a:gd name="connsiteY7" fmla="*/ 9941 h 10000"/>
                <a:gd name="connsiteX8" fmla="*/ 1703 w 9893"/>
                <a:gd name="connsiteY8" fmla="*/ 9713 h 10000"/>
                <a:gd name="connsiteX9" fmla="*/ 645 w 9893"/>
                <a:gd name="connsiteY9" fmla="*/ 7520 h 10000"/>
                <a:gd name="connsiteX10" fmla="*/ 0 w 9893"/>
                <a:gd name="connsiteY10" fmla="*/ 4486 h 10000"/>
                <a:gd name="connsiteX0" fmla="*/ 0 w 10000"/>
                <a:gd name="connsiteY0" fmla="*/ 4486 h 10041"/>
                <a:gd name="connsiteX1" fmla="*/ 1210 w 10000"/>
                <a:gd name="connsiteY1" fmla="*/ 2006 h 10041"/>
                <a:gd name="connsiteX2" fmla="*/ 3506 w 10000"/>
                <a:gd name="connsiteY2" fmla="*/ 1 h 10041"/>
                <a:gd name="connsiteX3" fmla="*/ 6554 w 10000"/>
                <a:gd name="connsiteY3" fmla="*/ 1705 h 10041"/>
                <a:gd name="connsiteX4" fmla="*/ 9013 w 10000"/>
                <a:gd name="connsiteY4" fmla="*/ 2548 h 10041"/>
                <a:gd name="connsiteX5" fmla="*/ 9935 w 10000"/>
                <a:gd name="connsiteY5" fmla="*/ 6286 h 10041"/>
                <a:gd name="connsiteX6" fmla="*/ 7377 w 10000"/>
                <a:gd name="connsiteY6" fmla="*/ 9393 h 10041"/>
                <a:gd name="connsiteX7" fmla="*/ 4222 w 10000"/>
                <a:gd name="connsiteY7" fmla="*/ 9941 h 10041"/>
                <a:gd name="connsiteX8" fmla="*/ 1951 w 10000"/>
                <a:gd name="connsiteY8" fmla="*/ 7983 h 10041"/>
                <a:gd name="connsiteX9" fmla="*/ 652 w 10000"/>
                <a:gd name="connsiteY9" fmla="*/ 7520 h 10041"/>
                <a:gd name="connsiteX10" fmla="*/ 0 w 10000"/>
                <a:gd name="connsiteY10" fmla="*/ 4486 h 10041"/>
                <a:gd name="connsiteX0" fmla="*/ 0 w 10000"/>
                <a:gd name="connsiteY0" fmla="*/ 4486 h 10041"/>
                <a:gd name="connsiteX1" fmla="*/ 1210 w 10000"/>
                <a:gd name="connsiteY1" fmla="*/ 2006 h 10041"/>
                <a:gd name="connsiteX2" fmla="*/ 3506 w 10000"/>
                <a:gd name="connsiteY2" fmla="*/ 1 h 10041"/>
                <a:gd name="connsiteX3" fmla="*/ 6554 w 10000"/>
                <a:gd name="connsiteY3" fmla="*/ 1705 h 10041"/>
                <a:gd name="connsiteX4" fmla="*/ 9013 w 10000"/>
                <a:gd name="connsiteY4" fmla="*/ 2548 h 10041"/>
                <a:gd name="connsiteX5" fmla="*/ 9935 w 10000"/>
                <a:gd name="connsiteY5" fmla="*/ 6286 h 10041"/>
                <a:gd name="connsiteX6" fmla="*/ 7377 w 10000"/>
                <a:gd name="connsiteY6" fmla="*/ 9393 h 10041"/>
                <a:gd name="connsiteX7" fmla="*/ 4222 w 10000"/>
                <a:gd name="connsiteY7" fmla="*/ 9941 h 10041"/>
                <a:gd name="connsiteX8" fmla="*/ 1951 w 10000"/>
                <a:gd name="connsiteY8" fmla="*/ 7983 h 10041"/>
                <a:gd name="connsiteX9" fmla="*/ 652 w 10000"/>
                <a:gd name="connsiteY9" fmla="*/ 7520 h 10041"/>
                <a:gd name="connsiteX10" fmla="*/ 0 w 10000"/>
                <a:gd name="connsiteY10" fmla="*/ 4486 h 10041"/>
                <a:gd name="connsiteX0" fmla="*/ 0 w 10000"/>
                <a:gd name="connsiteY0" fmla="*/ 4486 h 10041"/>
                <a:gd name="connsiteX1" fmla="*/ 1210 w 10000"/>
                <a:gd name="connsiteY1" fmla="*/ 2006 h 10041"/>
                <a:gd name="connsiteX2" fmla="*/ 3506 w 10000"/>
                <a:gd name="connsiteY2" fmla="*/ 1 h 10041"/>
                <a:gd name="connsiteX3" fmla="*/ 6554 w 10000"/>
                <a:gd name="connsiteY3" fmla="*/ 1705 h 10041"/>
                <a:gd name="connsiteX4" fmla="*/ 9013 w 10000"/>
                <a:gd name="connsiteY4" fmla="*/ 2548 h 10041"/>
                <a:gd name="connsiteX5" fmla="*/ 9935 w 10000"/>
                <a:gd name="connsiteY5" fmla="*/ 6286 h 10041"/>
                <a:gd name="connsiteX6" fmla="*/ 7377 w 10000"/>
                <a:gd name="connsiteY6" fmla="*/ 9393 h 10041"/>
                <a:gd name="connsiteX7" fmla="*/ 4222 w 10000"/>
                <a:gd name="connsiteY7" fmla="*/ 9941 h 10041"/>
                <a:gd name="connsiteX8" fmla="*/ 1951 w 10000"/>
                <a:gd name="connsiteY8" fmla="*/ 7983 h 10041"/>
                <a:gd name="connsiteX9" fmla="*/ 652 w 10000"/>
                <a:gd name="connsiteY9" fmla="*/ 7520 h 10041"/>
                <a:gd name="connsiteX10" fmla="*/ 0 w 10000"/>
                <a:gd name="connsiteY10" fmla="*/ 4486 h 10041"/>
                <a:gd name="connsiteX0" fmla="*/ 0 w 10000"/>
                <a:gd name="connsiteY0" fmla="*/ 4486 h 10041"/>
                <a:gd name="connsiteX1" fmla="*/ 1210 w 10000"/>
                <a:gd name="connsiteY1" fmla="*/ 2006 h 10041"/>
                <a:gd name="connsiteX2" fmla="*/ 3506 w 10000"/>
                <a:gd name="connsiteY2" fmla="*/ 1 h 10041"/>
                <a:gd name="connsiteX3" fmla="*/ 6554 w 10000"/>
                <a:gd name="connsiteY3" fmla="*/ 1705 h 10041"/>
                <a:gd name="connsiteX4" fmla="*/ 9013 w 10000"/>
                <a:gd name="connsiteY4" fmla="*/ 2548 h 10041"/>
                <a:gd name="connsiteX5" fmla="*/ 9935 w 10000"/>
                <a:gd name="connsiteY5" fmla="*/ 6286 h 10041"/>
                <a:gd name="connsiteX6" fmla="*/ 7377 w 10000"/>
                <a:gd name="connsiteY6" fmla="*/ 9393 h 10041"/>
                <a:gd name="connsiteX7" fmla="*/ 4222 w 10000"/>
                <a:gd name="connsiteY7" fmla="*/ 9941 h 10041"/>
                <a:gd name="connsiteX8" fmla="*/ 1951 w 10000"/>
                <a:gd name="connsiteY8" fmla="*/ 7983 h 10041"/>
                <a:gd name="connsiteX9" fmla="*/ 652 w 10000"/>
                <a:gd name="connsiteY9" fmla="*/ 7520 h 10041"/>
                <a:gd name="connsiteX10" fmla="*/ 0 w 10000"/>
                <a:gd name="connsiteY10" fmla="*/ 4486 h 10041"/>
                <a:gd name="connsiteX0" fmla="*/ 0 w 10000"/>
                <a:gd name="connsiteY0" fmla="*/ 4486 h 10016"/>
                <a:gd name="connsiteX1" fmla="*/ 1210 w 10000"/>
                <a:gd name="connsiteY1" fmla="*/ 2006 h 10016"/>
                <a:gd name="connsiteX2" fmla="*/ 3506 w 10000"/>
                <a:gd name="connsiteY2" fmla="*/ 1 h 10016"/>
                <a:gd name="connsiteX3" fmla="*/ 6554 w 10000"/>
                <a:gd name="connsiteY3" fmla="*/ 1705 h 10016"/>
                <a:gd name="connsiteX4" fmla="*/ 9013 w 10000"/>
                <a:gd name="connsiteY4" fmla="*/ 2548 h 10016"/>
                <a:gd name="connsiteX5" fmla="*/ 9935 w 10000"/>
                <a:gd name="connsiteY5" fmla="*/ 6286 h 10016"/>
                <a:gd name="connsiteX6" fmla="*/ 7377 w 10000"/>
                <a:gd name="connsiteY6" fmla="*/ 9393 h 10016"/>
                <a:gd name="connsiteX7" fmla="*/ 4222 w 10000"/>
                <a:gd name="connsiteY7" fmla="*/ 9941 h 10016"/>
                <a:gd name="connsiteX8" fmla="*/ 2296 w 10000"/>
                <a:gd name="connsiteY8" fmla="*/ 8329 h 10016"/>
                <a:gd name="connsiteX9" fmla="*/ 652 w 10000"/>
                <a:gd name="connsiteY9" fmla="*/ 7520 h 10016"/>
                <a:gd name="connsiteX10" fmla="*/ 0 w 10000"/>
                <a:gd name="connsiteY10" fmla="*/ 4486 h 10016"/>
                <a:gd name="connsiteX0" fmla="*/ 0 w 10000"/>
                <a:gd name="connsiteY0" fmla="*/ 4486 h 10016"/>
                <a:gd name="connsiteX1" fmla="*/ 1210 w 10000"/>
                <a:gd name="connsiteY1" fmla="*/ 2006 h 10016"/>
                <a:gd name="connsiteX2" fmla="*/ 3506 w 10000"/>
                <a:gd name="connsiteY2" fmla="*/ 1 h 10016"/>
                <a:gd name="connsiteX3" fmla="*/ 6554 w 10000"/>
                <a:gd name="connsiteY3" fmla="*/ 1705 h 10016"/>
                <a:gd name="connsiteX4" fmla="*/ 9013 w 10000"/>
                <a:gd name="connsiteY4" fmla="*/ 2548 h 10016"/>
                <a:gd name="connsiteX5" fmla="*/ 9935 w 10000"/>
                <a:gd name="connsiteY5" fmla="*/ 6286 h 10016"/>
                <a:gd name="connsiteX6" fmla="*/ 7377 w 10000"/>
                <a:gd name="connsiteY6" fmla="*/ 9393 h 10016"/>
                <a:gd name="connsiteX7" fmla="*/ 4222 w 10000"/>
                <a:gd name="connsiteY7" fmla="*/ 9941 h 10016"/>
                <a:gd name="connsiteX8" fmla="*/ 2296 w 10000"/>
                <a:gd name="connsiteY8" fmla="*/ 8329 h 10016"/>
                <a:gd name="connsiteX9" fmla="*/ 652 w 10000"/>
                <a:gd name="connsiteY9" fmla="*/ 7520 h 10016"/>
                <a:gd name="connsiteX10" fmla="*/ 0 w 10000"/>
                <a:gd name="connsiteY10" fmla="*/ 4486 h 1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00" h="10016">
                  <a:moveTo>
                    <a:pt x="0" y="4486"/>
                  </a:moveTo>
                  <a:cubicBezTo>
                    <a:pt x="23" y="3587"/>
                    <a:pt x="627" y="2754"/>
                    <a:pt x="1210" y="2006"/>
                  </a:cubicBezTo>
                  <a:cubicBezTo>
                    <a:pt x="1794" y="1258"/>
                    <a:pt x="2615" y="51"/>
                    <a:pt x="3506" y="1"/>
                  </a:cubicBezTo>
                  <a:cubicBezTo>
                    <a:pt x="4396" y="-49"/>
                    <a:pt x="5636" y="1281"/>
                    <a:pt x="6554" y="1705"/>
                  </a:cubicBezTo>
                  <a:cubicBezTo>
                    <a:pt x="7473" y="2129"/>
                    <a:pt x="8449" y="1784"/>
                    <a:pt x="9013" y="2548"/>
                  </a:cubicBezTo>
                  <a:cubicBezTo>
                    <a:pt x="9577" y="3312"/>
                    <a:pt x="10207" y="5145"/>
                    <a:pt x="9935" y="6286"/>
                  </a:cubicBezTo>
                  <a:cubicBezTo>
                    <a:pt x="9662" y="7428"/>
                    <a:pt x="8329" y="8783"/>
                    <a:pt x="7377" y="9393"/>
                  </a:cubicBezTo>
                  <a:cubicBezTo>
                    <a:pt x="6425" y="10002"/>
                    <a:pt x="5069" y="10118"/>
                    <a:pt x="4222" y="9941"/>
                  </a:cubicBezTo>
                  <a:cubicBezTo>
                    <a:pt x="3375" y="9764"/>
                    <a:pt x="2767" y="8820"/>
                    <a:pt x="2296" y="8329"/>
                  </a:cubicBezTo>
                  <a:cubicBezTo>
                    <a:pt x="1825" y="7838"/>
                    <a:pt x="1035" y="8161"/>
                    <a:pt x="652" y="7520"/>
                  </a:cubicBezTo>
                  <a:cubicBezTo>
                    <a:pt x="269" y="6879"/>
                    <a:pt x="99" y="5188"/>
                    <a:pt x="0" y="4486"/>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0"/>
              </a:endParaRPr>
            </a:p>
          </p:txBody>
        </p:sp>
        <p:cxnSp>
          <p:nvCxnSpPr>
            <p:cNvPr id="183" name="Straight Connector 182">
              <a:extLst>
                <a:ext uri="{FF2B5EF4-FFF2-40B4-BE49-F238E27FC236}">
                  <a16:creationId xmlns:a16="http://schemas.microsoft.com/office/drawing/2014/main" id="{1D84AED9-6BA5-604F-8E6C-11A72E61C06B}"/>
                </a:ext>
              </a:extLst>
            </p:cNvPr>
            <p:cNvCxnSpPr/>
            <p:nvPr/>
          </p:nvCxnSpPr>
          <p:spPr>
            <a:xfrm flipV="1">
              <a:off x="7988607" y="3775213"/>
              <a:ext cx="1203228" cy="660205"/>
            </a:xfrm>
            <a:prstGeom prst="line">
              <a:avLst/>
            </a:prstGeom>
            <a:noFill/>
            <a:ln w="25400" cap="flat" cmpd="sng" algn="ctr">
              <a:solidFill>
                <a:srgbClr val="000000"/>
              </a:solidFill>
              <a:prstDash val="solid"/>
            </a:ln>
            <a:effectLst/>
          </p:spPr>
        </p:cxnSp>
        <p:cxnSp>
          <p:nvCxnSpPr>
            <p:cNvPr id="184" name="Straight Connector 183">
              <a:extLst>
                <a:ext uri="{FF2B5EF4-FFF2-40B4-BE49-F238E27FC236}">
                  <a16:creationId xmlns:a16="http://schemas.microsoft.com/office/drawing/2014/main" id="{B4390229-331E-5444-AF63-6E5782A98B94}"/>
                </a:ext>
              </a:extLst>
            </p:cNvPr>
            <p:cNvCxnSpPr/>
            <p:nvPr/>
          </p:nvCxnSpPr>
          <p:spPr>
            <a:xfrm>
              <a:off x="7988607" y="4435418"/>
              <a:ext cx="1203228" cy="517808"/>
            </a:xfrm>
            <a:prstGeom prst="line">
              <a:avLst/>
            </a:prstGeom>
            <a:noFill/>
            <a:ln w="25400" cap="flat" cmpd="sng" algn="ctr">
              <a:solidFill>
                <a:srgbClr val="000000"/>
              </a:solidFill>
              <a:prstDash val="solid"/>
            </a:ln>
            <a:effectLst/>
          </p:spPr>
        </p:cxnSp>
        <p:cxnSp>
          <p:nvCxnSpPr>
            <p:cNvPr id="185" name="Straight Connector 184">
              <a:extLst>
                <a:ext uri="{FF2B5EF4-FFF2-40B4-BE49-F238E27FC236}">
                  <a16:creationId xmlns:a16="http://schemas.microsoft.com/office/drawing/2014/main" id="{DFB9B0AD-2ACD-A843-97CA-75D5471523AA}"/>
                </a:ext>
              </a:extLst>
            </p:cNvPr>
            <p:cNvCxnSpPr/>
            <p:nvPr/>
          </p:nvCxnSpPr>
          <p:spPr>
            <a:xfrm>
              <a:off x="8998012" y="3982336"/>
              <a:ext cx="319671" cy="828494"/>
            </a:xfrm>
            <a:prstGeom prst="line">
              <a:avLst/>
            </a:prstGeom>
            <a:noFill/>
            <a:ln w="25400" cap="flat" cmpd="sng" algn="ctr">
              <a:solidFill>
                <a:srgbClr val="000000"/>
              </a:solidFill>
              <a:prstDash val="solid"/>
            </a:ln>
            <a:effectLst/>
          </p:spPr>
        </p:cxnSp>
        <p:cxnSp>
          <p:nvCxnSpPr>
            <p:cNvPr id="186" name="Straight Connector 185">
              <a:extLst>
                <a:ext uri="{FF2B5EF4-FFF2-40B4-BE49-F238E27FC236}">
                  <a16:creationId xmlns:a16="http://schemas.microsoft.com/office/drawing/2014/main" id="{AF6DD7B2-65F3-A348-8F7B-042958844DF4}"/>
                </a:ext>
              </a:extLst>
            </p:cNvPr>
            <p:cNvCxnSpPr/>
            <p:nvPr/>
          </p:nvCxnSpPr>
          <p:spPr>
            <a:xfrm>
              <a:off x="9268742" y="3917611"/>
              <a:ext cx="1307416" cy="271850"/>
            </a:xfrm>
            <a:prstGeom prst="line">
              <a:avLst/>
            </a:prstGeom>
            <a:noFill/>
            <a:ln w="25400" cap="flat" cmpd="sng" algn="ctr">
              <a:solidFill>
                <a:srgbClr val="000000"/>
              </a:solidFill>
              <a:prstDash val="solid"/>
            </a:ln>
            <a:effectLst/>
          </p:spPr>
        </p:cxnSp>
        <p:cxnSp>
          <p:nvCxnSpPr>
            <p:cNvPr id="187" name="Straight Connector 186">
              <a:extLst>
                <a:ext uri="{FF2B5EF4-FFF2-40B4-BE49-F238E27FC236}">
                  <a16:creationId xmlns:a16="http://schemas.microsoft.com/office/drawing/2014/main" id="{F3F9C352-8615-9E48-86B7-1581130D71A9}"/>
                </a:ext>
              </a:extLst>
            </p:cNvPr>
            <p:cNvCxnSpPr/>
            <p:nvPr/>
          </p:nvCxnSpPr>
          <p:spPr>
            <a:xfrm flipV="1">
              <a:off x="9461009" y="4344802"/>
              <a:ext cx="1115149" cy="608426"/>
            </a:xfrm>
            <a:prstGeom prst="line">
              <a:avLst/>
            </a:prstGeom>
            <a:noFill/>
            <a:ln w="25400" cap="flat" cmpd="sng" algn="ctr">
              <a:solidFill>
                <a:srgbClr val="000000"/>
              </a:solidFill>
              <a:prstDash val="solid"/>
            </a:ln>
            <a:effectLst/>
          </p:spPr>
        </p:cxnSp>
        <p:grpSp>
          <p:nvGrpSpPr>
            <p:cNvPr id="188" name="Group 187">
              <a:extLst>
                <a:ext uri="{FF2B5EF4-FFF2-40B4-BE49-F238E27FC236}">
                  <a16:creationId xmlns:a16="http://schemas.microsoft.com/office/drawing/2014/main" id="{C522FD38-55CF-7A4B-9A35-5C821D9004B4}"/>
                </a:ext>
              </a:extLst>
            </p:cNvPr>
            <p:cNvGrpSpPr/>
            <p:nvPr/>
          </p:nvGrpSpPr>
          <p:grpSpPr>
            <a:xfrm>
              <a:off x="10288073" y="4115087"/>
              <a:ext cx="753999" cy="373786"/>
              <a:chOff x="7493876" y="2774731"/>
              <a:chExt cx="1481958" cy="894622"/>
            </a:xfrm>
          </p:grpSpPr>
          <p:sp>
            <p:nvSpPr>
              <p:cNvPr id="217" name="Freeform 216">
                <a:extLst>
                  <a:ext uri="{FF2B5EF4-FFF2-40B4-BE49-F238E27FC236}">
                    <a16:creationId xmlns:a16="http://schemas.microsoft.com/office/drawing/2014/main" id="{869C965F-3B45-6641-93EC-B4195C569FA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18" name="Oval 217">
                <a:extLst>
                  <a:ext uri="{FF2B5EF4-FFF2-40B4-BE49-F238E27FC236}">
                    <a16:creationId xmlns:a16="http://schemas.microsoft.com/office/drawing/2014/main" id="{DB26611F-8306-3648-A55C-D397BA18B4E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19" name="Group 218">
                <a:extLst>
                  <a:ext uri="{FF2B5EF4-FFF2-40B4-BE49-F238E27FC236}">
                    <a16:creationId xmlns:a16="http://schemas.microsoft.com/office/drawing/2014/main" id="{752E43F4-F228-BA4D-BC39-B4CB01149E4C}"/>
                  </a:ext>
                </a:extLst>
              </p:cNvPr>
              <p:cNvGrpSpPr/>
              <p:nvPr/>
            </p:nvGrpSpPr>
            <p:grpSpPr>
              <a:xfrm>
                <a:off x="7713663" y="2848339"/>
                <a:ext cx="1042107" cy="425543"/>
                <a:chOff x="7786941" y="2884917"/>
                <a:chExt cx="897649" cy="353919"/>
              </a:xfrm>
            </p:grpSpPr>
            <p:sp>
              <p:nvSpPr>
                <p:cNvPr id="220" name="Freeform 219">
                  <a:extLst>
                    <a:ext uri="{FF2B5EF4-FFF2-40B4-BE49-F238E27FC236}">
                      <a16:creationId xmlns:a16="http://schemas.microsoft.com/office/drawing/2014/main" id="{59B1C7B3-31CE-B24A-AE5F-B2F7A74D33A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1" name="Freeform 220">
                  <a:extLst>
                    <a:ext uri="{FF2B5EF4-FFF2-40B4-BE49-F238E27FC236}">
                      <a16:creationId xmlns:a16="http://schemas.microsoft.com/office/drawing/2014/main" id="{C08841AA-A94F-F94F-873B-6D3084A4944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2" name="Freeform 221">
                  <a:extLst>
                    <a:ext uri="{FF2B5EF4-FFF2-40B4-BE49-F238E27FC236}">
                      <a16:creationId xmlns:a16="http://schemas.microsoft.com/office/drawing/2014/main" id="{9B6B1DED-0785-124F-9887-8A1FC7DFDB2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3" name="Freeform 222">
                  <a:extLst>
                    <a:ext uri="{FF2B5EF4-FFF2-40B4-BE49-F238E27FC236}">
                      <a16:creationId xmlns:a16="http://schemas.microsoft.com/office/drawing/2014/main" id="{11EC627D-1981-B849-B140-30CB8661FF8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89" name="Group 188">
              <a:extLst>
                <a:ext uri="{FF2B5EF4-FFF2-40B4-BE49-F238E27FC236}">
                  <a16:creationId xmlns:a16="http://schemas.microsoft.com/office/drawing/2014/main" id="{B40CECD0-49AE-FB41-9F96-68CCF72316C9}"/>
                </a:ext>
              </a:extLst>
            </p:cNvPr>
            <p:cNvGrpSpPr/>
            <p:nvPr/>
          </p:nvGrpSpPr>
          <p:grpSpPr>
            <a:xfrm>
              <a:off x="7988218" y="4212069"/>
              <a:ext cx="753999" cy="373786"/>
              <a:chOff x="7493876" y="2774731"/>
              <a:chExt cx="1481958" cy="894622"/>
            </a:xfrm>
          </p:grpSpPr>
          <p:sp>
            <p:nvSpPr>
              <p:cNvPr id="210" name="Freeform 209">
                <a:extLst>
                  <a:ext uri="{FF2B5EF4-FFF2-40B4-BE49-F238E27FC236}">
                    <a16:creationId xmlns:a16="http://schemas.microsoft.com/office/drawing/2014/main" id="{A7C4764E-24DB-A047-99F6-3DBE6983B61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11" name="Oval 210">
                <a:extLst>
                  <a:ext uri="{FF2B5EF4-FFF2-40B4-BE49-F238E27FC236}">
                    <a16:creationId xmlns:a16="http://schemas.microsoft.com/office/drawing/2014/main" id="{F741EDFB-6243-E24D-B5BF-A9D294BAEED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12" name="Group 211">
                <a:extLst>
                  <a:ext uri="{FF2B5EF4-FFF2-40B4-BE49-F238E27FC236}">
                    <a16:creationId xmlns:a16="http://schemas.microsoft.com/office/drawing/2014/main" id="{7CE34015-4D02-4946-9B76-2DF282A68899}"/>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a16="http://schemas.microsoft.com/office/drawing/2014/main" id="{17F8A9CB-A73C-7546-8BDB-A37A94696A6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Freeform 213">
                  <a:extLst>
                    <a:ext uri="{FF2B5EF4-FFF2-40B4-BE49-F238E27FC236}">
                      <a16:creationId xmlns:a16="http://schemas.microsoft.com/office/drawing/2014/main" id="{C1CBDBCE-EA5B-D345-8591-E5BF7383258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5" name="Freeform 214">
                  <a:extLst>
                    <a:ext uri="{FF2B5EF4-FFF2-40B4-BE49-F238E27FC236}">
                      <a16:creationId xmlns:a16="http://schemas.microsoft.com/office/drawing/2014/main" id="{3D28C298-F0C7-8241-B8A9-A923470630E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6" name="Freeform 215">
                  <a:extLst>
                    <a:ext uri="{FF2B5EF4-FFF2-40B4-BE49-F238E27FC236}">
                      <a16:creationId xmlns:a16="http://schemas.microsoft.com/office/drawing/2014/main" id="{AFBA7058-1BB8-E143-A99E-2D88BA17833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0" name="Group 189">
              <a:extLst>
                <a:ext uri="{FF2B5EF4-FFF2-40B4-BE49-F238E27FC236}">
                  <a16:creationId xmlns:a16="http://schemas.microsoft.com/office/drawing/2014/main" id="{27B28F7C-56F1-BE43-AA43-32D01C7C54FE}"/>
                </a:ext>
              </a:extLst>
            </p:cNvPr>
            <p:cNvGrpSpPr/>
            <p:nvPr/>
          </p:nvGrpSpPr>
          <p:grpSpPr>
            <a:xfrm>
              <a:off x="8971890" y="4738542"/>
              <a:ext cx="753999" cy="373786"/>
              <a:chOff x="7493876" y="2774731"/>
              <a:chExt cx="1481958" cy="894622"/>
            </a:xfrm>
          </p:grpSpPr>
          <p:sp>
            <p:nvSpPr>
              <p:cNvPr id="203" name="Freeform 202">
                <a:extLst>
                  <a:ext uri="{FF2B5EF4-FFF2-40B4-BE49-F238E27FC236}">
                    <a16:creationId xmlns:a16="http://schemas.microsoft.com/office/drawing/2014/main" id="{1C4A2479-EF6B-5B4C-A959-B30CE906CD9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04" name="Oval 203">
                <a:extLst>
                  <a:ext uri="{FF2B5EF4-FFF2-40B4-BE49-F238E27FC236}">
                    <a16:creationId xmlns:a16="http://schemas.microsoft.com/office/drawing/2014/main" id="{D44C0515-019A-CC4C-97DA-1120D58576A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05" name="Group 204">
                <a:extLst>
                  <a:ext uri="{FF2B5EF4-FFF2-40B4-BE49-F238E27FC236}">
                    <a16:creationId xmlns:a16="http://schemas.microsoft.com/office/drawing/2014/main" id="{8BDFEB46-6F5A-A24E-A578-5E94DC623A9F}"/>
                  </a:ext>
                </a:extLst>
              </p:cNvPr>
              <p:cNvGrpSpPr/>
              <p:nvPr/>
            </p:nvGrpSpPr>
            <p:grpSpPr>
              <a:xfrm>
                <a:off x="7713663" y="2848339"/>
                <a:ext cx="1042107" cy="425543"/>
                <a:chOff x="7786941" y="2884917"/>
                <a:chExt cx="897649" cy="353919"/>
              </a:xfrm>
            </p:grpSpPr>
            <p:sp>
              <p:nvSpPr>
                <p:cNvPr id="206" name="Freeform 205">
                  <a:extLst>
                    <a:ext uri="{FF2B5EF4-FFF2-40B4-BE49-F238E27FC236}">
                      <a16:creationId xmlns:a16="http://schemas.microsoft.com/office/drawing/2014/main" id="{144E3D98-45D5-5D45-B85D-9EF0A8C6E2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 name="Freeform 206">
                  <a:extLst>
                    <a:ext uri="{FF2B5EF4-FFF2-40B4-BE49-F238E27FC236}">
                      <a16:creationId xmlns:a16="http://schemas.microsoft.com/office/drawing/2014/main" id="{D631B7E2-2EAB-E44C-8FBF-9713FEA10E3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 name="Freeform 207">
                  <a:extLst>
                    <a:ext uri="{FF2B5EF4-FFF2-40B4-BE49-F238E27FC236}">
                      <a16:creationId xmlns:a16="http://schemas.microsoft.com/office/drawing/2014/main" id="{433AA9E5-7018-7A4E-BA11-815432A8EA5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 name="Freeform 208">
                  <a:extLst>
                    <a:ext uri="{FF2B5EF4-FFF2-40B4-BE49-F238E27FC236}">
                      <a16:creationId xmlns:a16="http://schemas.microsoft.com/office/drawing/2014/main" id="{6212BFF3-E70B-6843-BA1F-02E366A5976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1" name="Group 190">
              <a:extLst>
                <a:ext uri="{FF2B5EF4-FFF2-40B4-BE49-F238E27FC236}">
                  <a16:creationId xmlns:a16="http://schemas.microsoft.com/office/drawing/2014/main" id="{B42AD403-50EF-3E4B-9989-B68D82E414CB}"/>
                </a:ext>
              </a:extLst>
            </p:cNvPr>
            <p:cNvGrpSpPr/>
            <p:nvPr/>
          </p:nvGrpSpPr>
          <p:grpSpPr>
            <a:xfrm>
              <a:off x="8736362" y="3768724"/>
              <a:ext cx="753999" cy="373786"/>
              <a:chOff x="7493876" y="2774731"/>
              <a:chExt cx="1481958" cy="894622"/>
            </a:xfrm>
          </p:grpSpPr>
          <p:sp>
            <p:nvSpPr>
              <p:cNvPr id="196" name="Freeform 195">
                <a:extLst>
                  <a:ext uri="{FF2B5EF4-FFF2-40B4-BE49-F238E27FC236}">
                    <a16:creationId xmlns:a16="http://schemas.microsoft.com/office/drawing/2014/main" id="{B052A106-FBCD-1D49-AF8F-257B4D8BF09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97" name="Oval 196">
                <a:extLst>
                  <a:ext uri="{FF2B5EF4-FFF2-40B4-BE49-F238E27FC236}">
                    <a16:creationId xmlns:a16="http://schemas.microsoft.com/office/drawing/2014/main" id="{1573664B-E1B9-5F43-A5FD-918D0B3DD93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98" name="Group 197">
                <a:extLst>
                  <a:ext uri="{FF2B5EF4-FFF2-40B4-BE49-F238E27FC236}">
                    <a16:creationId xmlns:a16="http://schemas.microsoft.com/office/drawing/2014/main" id="{EFE998AB-5E6A-E44D-B228-2F1E2AD25009}"/>
                  </a:ext>
                </a:extLst>
              </p:cNvPr>
              <p:cNvGrpSpPr/>
              <p:nvPr/>
            </p:nvGrpSpPr>
            <p:grpSpPr>
              <a:xfrm>
                <a:off x="7713663" y="2848339"/>
                <a:ext cx="1042107" cy="425543"/>
                <a:chOff x="7786941" y="2884917"/>
                <a:chExt cx="897649" cy="353919"/>
              </a:xfrm>
            </p:grpSpPr>
            <p:sp>
              <p:nvSpPr>
                <p:cNvPr id="199" name="Freeform 198">
                  <a:extLst>
                    <a:ext uri="{FF2B5EF4-FFF2-40B4-BE49-F238E27FC236}">
                      <a16:creationId xmlns:a16="http://schemas.microsoft.com/office/drawing/2014/main" id="{EFE2C3E2-8D68-6044-8D28-EB7E1EDF79C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 name="Freeform 199">
                  <a:extLst>
                    <a:ext uri="{FF2B5EF4-FFF2-40B4-BE49-F238E27FC236}">
                      <a16:creationId xmlns:a16="http://schemas.microsoft.com/office/drawing/2014/main" id="{638CAAB7-888B-7549-BE62-EE803BA82DF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 name="Freeform 200">
                  <a:extLst>
                    <a:ext uri="{FF2B5EF4-FFF2-40B4-BE49-F238E27FC236}">
                      <a16:creationId xmlns:a16="http://schemas.microsoft.com/office/drawing/2014/main" id="{946C451F-A552-EE4D-BD40-16A17FD4A00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 name="Freeform 201">
                  <a:extLst>
                    <a:ext uri="{FF2B5EF4-FFF2-40B4-BE49-F238E27FC236}">
                      <a16:creationId xmlns:a16="http://schemas.microsoft.com/office/drawing/2014/main" id="{3A3E8969-C83C-164C-8601-C0AB3B9843C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92" name="Up-Down Arrow 191">
              <a:extLst>
                <a:ext uri="{FF2B5EF4-FFF2-40B4-BE49-F238E27FC236}">
                  <a16:creationId xmlns:a16="http://schemas.microsoft.com/office/drawing/2014/main" id="{B01770F3-ACAF-5048-A1B2-5D7A6DF4C093}"/>
                </a:ext>
              </a:extLst>
            </p:cNvPr>
            <p:cNvSpPr/>
            <p:nvPr/>
          </p:nvSpPr>
          <p:spPr>
            <a:xfrm rot="18842452">
              <a:off x="9773071" y="2749725"/>
              <a:ext cx="110632" cy="1621438"/>
            </a:xfrm>
            <a:prstGeom prst="upDownArrow">
              <a:avLst/>
            </a:prstGeom>
            <a:solidFill>
              <a:srgbClr val="CC0000">
                <a:alpha val="78000"/>
              </a:srgbClr>
            </a:solidFill>
            <a:ln>
              <a:noFill/>
            </a:ln>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93" name="Up-Down Arrow 192">
              <a:extLst>
                <a:ext uri="{FF2B5EF4-FFF2-40B4-BE49-F238E27FC236}">
                  <a16:creationId xmlns:a16="http://schemas.microsoft.com/office/drawing/2014/main" id="{AB757BA5-0C24-C146-AA7E-79A947FB7B05}"/>
                </a:ext>
              </a:extLst>
            </p:cNvPr>
            <p:cNvSpPr/>
            <p:nvPr/>
          </p:nvSpPr>
          <p:spPr>
            <a:xfrm rot="1544330">
              <a:off x="8498334" y="2913840"/>
              <a:ext cx="132567" cy="1340938"/>
            </a:xfrm>
            <a:prstGeom prst="upDownArrow">
              <a:avLst/>
            </a:prstGeom>
            <a:solidFill>
              <a:srgbClr val="CC0000">
                <a:alpha val="78000"/>
              </a:srgbClr>
            </a:solidFill>
            <a:ln>
              <a:noFill/>
            </a:ln>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94" name="Up-Down Arrow 193">
              <a:extLst>
                <a:ext uri="{FF2B5EF4-FFF2-40B4-BE49-F238E27FC236}">
                  <a16:creationId xmlns:a16="http://schemas.microsoft.com/office/drawing/2014/main" id="{E13386F3-16D9-6044-A873-1E221BB1655F}"/>
                </a:ext>
              </a:extLst>
            </p:cNvPr>
            <p:cNvSpPr/>
            <p:nvPr/>
          </p:nvSpPr>
          <p:spPr>
            <a:xfrm>
              <a:off x="8891032" y="2979040"/>
              <a:ext cx="132567" cy="794393"/>
            </a:xfrm>
            <a:prstGeom prst="upDownArrow">
              <a:avLst/>
            </a:prstGeom>
            <a:solidFill>
              <a:srgbClr val="CC0000">
                <a:alpha val="78000"/>
              </a:srgbClr>
            </a:solidFill>
            <a:ln>
              <a:noFill/>
            </a:ln>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95" name="Up-Down Arrow 194">
              <a:extLst>
                <a:ext uri="{FF2B5EF4-FFF2-40B4-BE49-F238E27FC236}">
                  <a16:creationId xmlns:a16="http://schemas.microsoft.com/office/drawing/2014/main" id="{A30B77AA-A0AC-DB4E-9B97-AA2AA751FB9C}"/>
                </a:ext>
              </a:extLst>
            </p:cNvPr>
            <p:cNvSpPr/>
            <p:nvPr/>
          </p:nvSpPr>
          <p:spPr>
            <a:xfrm rot="21168731">
              <a:off x="9181573" y="2978458"/>
              <a:ext cx="132567" cy="1740801"/>
            </a:xfrm>
            <a:prstGeom prst="upDownArrow">
              <a:avLst/>
            </a:prstGeom>
            <a:solidFill>
              <a:srgbClr val="CC0000">
                <a:alpha val="78000"/>
              </a:srgbClr>
            </a:solidFill>
            <a:ln>
              <a:noFill/>
            </a:ln>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spTree>
    <p:extLst>
      <p:ext uri="{BB962C8B-B14F-4D97-AF65-F5344CB8AC3E}">
        <p14:creationId xmlns:p14="http://schemas.microsoft.com/office/powerpoint/2010/main" val="8667548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dissolv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dissolv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dissolve">
                                      <p:cBhvr>
                                        <p:cTn id="1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ENTI_PPT_SLIDE_MAP" val="{&quot;2518&quot;:&quot;ogqzfm53wevg&quot;,&quot;2519&quot;:&quot;j4cuudxdks5n&quot;,&quot;2520&quot;:&quot;wsf5mxom5iqu&quot;,&quot;2521&quot;:&quot;n4kh3gqi244t&quot;,&quot;2522&quot;:&quot;xcapusqkjrm8&quot;}"/>
  <p:tag name="MENTIMETER_SERIES_ID_KEY" val="alneukmf9s5q6kgas591puz49xetektz"/>
</p:tagLst>
</file>

<file path=ppt/theme/theme1.xml><?xml version="1.0" encoding="utf-8"?>
<a:theme xmlns:a="http://schemas.openxmlformats.org/drawingml/2006/main" name="Office Theme [1779947382472]">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peedtest" id="{D8385C4F-113A-AE40-95B2-06B18BF69CD5}" vid="{DAA86BB2-E181-564D-A2BE-38AE03467D3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2D6F214-5255-1745-B6CD-19613C285265}">
  <we:reference id="WA200010001" version="1.0.0.1" store="Omex" storeType="OMEX"/>
  <we:alternateReferences>
    <we:reference id="WA200010001" version="1.0.0.1" store="WA200010001" storeType="OMEX"/>
  </we:alternateReferences>
  <we:properties>
    <we:property name="claude.fileId" value="&quot;69137f23-819a-4249-b7a5-8ea903be9a6d&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BFCE94-6EC9-4D8E-89B6-C22DE7AD70CB}">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s>
</ds:datastoreItem>
</file>

<file path=customXml/itemProps2.xml><?xml version="1.0" encoding="utf-8"?>
<ds:datastoreItem xmlns:ds="http://schemas.openxmlformats.org/officeDocument/2006/customXml" ds:itemID="{211845F9-C5F4-4AA5-BA9E-EC2182E91488}">
  <ds:schemaRefs>
    <ds:schemaRef ds:uri="http://schemas.microsoft.com/office/2006/metadata/properties"/>
    <ds:schemaRef ds:uri="http://www.w3.org/2000/xmlns/"/>
    <ds:schemaRef ds:uri="http://schemas.microsoft.com/sharepoint/v3"/>
    <ds:schemaRef ds:uri="http://www.w3.org/2001/XMLSchema-instance"/>
    <ds:schemaRef ds:uri="71af3243-3dd4-4a8d-8c0d-dd76da1f02a5"/>
    <ds:schemaRef ds:uri="http://schemas.microsoft.com/office/infopath/2007/PartnerControls"/>
    <ds:schemaRef ds:uri="230e9df3-be65-4c73-a93b-d1236ebd677e"/>
  </ds:schemaRefs>
</ds:datastoreItem>
</file>

<file path=customXml/itemProps3.xml><?xml version="1.0" encoding="utf-8"?>
<ds:datastoreItem xmlns:ds="http://schemas.openxmlformats.org/officeDocument/2006/customXml" ds:itemID="{6C8B084D-D430-4822-B3CB-DEADB2E7A5F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Office Theme [1778134386449]</Template>
  <TotalTime>6133</TotalTime>
  <Words>2037</Words>
  <Application>Microsoft Office PowerPoint</Application>
  <PresentationFormat>Widescreen</PresentationFormat>
  <Paragraphs>608</Paragraphs>
  <Slides>40</Slides>
  <Notes>20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 [1779947382472]</vt:lpstr>
      <vt:lpstr>PowerPoint Presentation</vt:lpstr>
      <vt:lpstr>Routing Recap</vt:lpstr>
      <vt:lpstr>Today’s Session: Routing</vt:lpstr>
      <vt:lpstr>Inter-domain routing</vt:lpstr>
      <vt:lpstr>Internet addressing or IP address</vt:lpstr>
      <vt:lpstr>IP addresses are hierarchical</vt:lpstr>
      <vt:lpstr>Question: How many Subnets?</vt:lpstr>
      <vt:lpstr>Why 4 dotted representation of IP addresses?</vt:lpstr>
      <vt:lpstr>Limitations of Classful Addressing</vt:lpstr>
      <vt:lpstr>Example: IP Addresses of two AS </vt:lpstr>
      <vt:lpstr>CIDR: Classless InterDomain Routing (pronounced “cider”)</vt:lpstr>
      <vt:lpstr>Inter-AS routing</vt:lpstr>
      <vt:lpstr>Internet inter-AS routing</vt:lpstr>
      <vt:lpstr>What is Border Gateway Protocol (BGP)</vt:lpstr>
      <vt:lpstr>BGP Example</vt:lpstr>
      <vt:lpstr>BGP Example</vt:lpstr>
      <vt:lpstr>BGP Example: What if there is a loop in the network?</vt:lpstr>
      <vt:lpstr>BGP path advertisement: multiple paths</vt:lpstr>
      <vt:lpstr>Inter-AS Routing: Policies</vt:lpstr>
      <vt:lpstr>What happens if local pref is the same? </vt:lpstr>
      <vt:lpstr>BGP route selection rules</vt:lpstr>
      <vt:lpstr>BGP: achieving policy via selective advertisements</vt:lpstr>
      <vt:lpstr>Policy via Selective Advertisements</vt:lpstr>
      <vt:lpstr>Connecting Intra- and Inter-domain Routing</vt:lpstr>
      <vt:lpstr>Recap</vt:lpstr>
      <vt:lpstr>PowerPoint Presentation</vt:lpstr>
      <vt:lpstr>Traffic engineering: difficult with traditional routing</vt:lpstr>
      <vt:lpstr>Traffic engineering: difficult with traditional routing</vt:lpstr>
      <vt:lpstr>Traditional Router: Per-router distributed control plane</vt:lpstr>
      <vt:lpstr>Idea of Software Defined Networks</vt:lpstr>
      <vt:lpstr>(Logically) Centralized Controller</vt:lpstr>
      <vt:lpstr>A Helpful Analogy: Computer Systems (From Nick McKeown’s talk “Making SDN Work” at the Open Networking Summit, April 2012)</vt:lpstr>
      <vt:lpstr>Network Elements</vt:lpstr>
      <vt:lpstr>Software-defined Network Architecture</vt:lpstr>
      <vt:lpstr>OpenFlow: An SDN Architecture Example </vt:lpstr>
      <vt:lpstr>OpenFlow API</vt:lpstr>
      <vt:lpstr>OpenFlow API</vt:lpstr>
      <vt:lpstr>OpenFlow: examples</vt:lpstr>
      <vt:lpstr>OpenFlow: controller-to-switch messages</vt:lpstr>
      <vt:lpstr>OpenFlow: switch-to-controller messages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Tarun Mangla</dc:creator>
  <cp:lastModifiedBy>Tarun Mangla</cp:lastModifiedBy>
  <cp:revision>15</cp:revision>
  <dcterms:created xsi:type="dcterms:W3CDTF">2026-05-28T05:46:58Z</dcterms:created>
  <dcterms:modified xsi:type="dcterms:W3CDTF">2026-06-09T04:40:47Z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