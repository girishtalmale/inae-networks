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4.xml" ContentType="application/inkml+xml"/>
  <Override PartName="/ppt/notesSlides/notesSlide9.xml" ContentType="application/vnd.openxmlformats-officedocument.presentationml.notesSlide+xml"/>
  <Override PartName="/ppt/ink/ink5.xml" ContentType="application/inkml+xml"/>
  <Override PartName="/ppt/ink/ink6.xml" ContentType="application/inkml+xml"/>
  <Override PartName="/ppt/notesSlides/notesSlide10.xml" ContentType="application/vnd.openxmlformats-officedocument.presentationml.notesSlide+xml"/>
  <Override PartName="/ppt/ink/ink7.xml" ContentType="application/inkml+xml"/>
  <Override PartName="/ppt/notesSlides/notesSlide11.xml" ContentType="application/vnd.openxmlformats-officedocument.presentationml.notesSlide+xml"/>
  <Override PartName="/ppt/ink/ink8.xml" ContentType="application/inkml+xml"/>
  <Override PartName="/ppt/ink/ink9.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0.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1.xml" ContentType="application/inkml+xml"/>
  <Override PartName="/ppt/notesSlides/notesSlide16.xml" ContentType="application/vnd.openxmlformats-officedocument.presentationml.notesSlide+xml"/>
  <Override PartName="/ppt/ink/ink12.xml" ContentType="application/inkml+xml"/>
  <Override PartName="/ppt/notesSlides/notesSlide17.xml" ContentType="application/vnd.openxmlformats-officedocument.presentationml.notesSlide+xml"/>
  <Override PartName="/ppt/ink/ink13.xml" ContentType="application/inkml+xml"/>
  <Override PartName="/ppt/notesSlides/notesSlide18.xml" ContentType="application/vnd.openxmlformats-officedocument.presentationml.notesSlide+xml"/>
  <Override PartName="/ppt/ink/ink14.xml" ContentType="application/inkml+xml"/>
  <Override PartName="/ppt/ink/ink15.xml" ContentType="application/inkml+xml"/>
  <Override PartName="/ppt/notesSlides/notesSlide19.xml" ContentType="application/vnd.openxmlformats-officedocument.presentationml.notesSlide+xml"/>
  <Override PartName="/ppt/ink/ink16.xml" ContentType="application/inkml+xml"/>
  <Override PartName="/ppt/notesSlides/notesSlide20.xml" ContentType="application/vnd.openxmlformats-officedocument.presentationml.notesSlide+xml"/>
  <Override PartName="/ppt/ink/ink17.xml" ContentType="application/inkml+xml"/>
  <Override PartName="/ppt/notesSlides/notesSlide21.xml" ContentType="application/vnd.openxmlformats-officedocument.presentationml.notesSlide+xml"/>
  <Override PartName="/ppt/ink/ink18.xml" ContentType="application/inkml+xml"/>
  <Override PartName="/ppt/notesSlides/notesSlide22.xml" ContentType="application/vnd.openxmlformats-officedocument.presentationml.notesSlide+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webextensions/webextension5.xml" ContentType="application/vnd.ms-office.webextension+xml"/>
  <Override PartName="/ppt/webextensions/webextension6.xml" ContentType="application/vnd.ms-office.webextension+xml"/>
  <Override PartName="/ppt/webextensions/webextension7.xml" ContentType="application/vnd.ms-office.webextension+xml"/>
  <Override PartName="/ppt/webextensions/webextension8.xml" ContentType="application/vnd.ms-office.webextension+xml"/>
  <Override PartName="/ppt/webextensions/webextension9.xml" ContentType="application/vnd.ms-office.webextension+xml"/>
  <Override PartName="/ppt/webextensions/webextension10.xml" ContentType="application/vnd.ms-office.webextension+xml"/>
  <Override PartName="/ppt/webextensions/webextension11.xml" ContentType="application/vnd.ms-office.webextension+xml"/>
  <Override PartName="/ppt/webextensions/webextension12.xml" ContentType="application/vnd.ms-office.webextension+xml"/>
  <Override PartName="/ppt/webextensions/webextension13.xml" ContentType="application/vnd.ms-office.webextension+xml"/>
  <Override PartName="/ppt/webextensions/webextension14.xml" ContentType="application/vnd.ms-office.webextension+xml"/>
  <Override PartName="/ppt/webextensions/webextension15.xml" ContentType="application/vnd.ms-office.webextension+xml"/>
  <Override PartName="/ppt/webextensions/webextension16.xml" ContentType="application/vnd.ms-office.webextension+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97" r:id="rId4"/>
  </p:sldMasterIdLst>
  <p:notesMasterIdLst>
    <p:notesMasterId r:id="rId42"/>
  </p:notesMasterIdLst>
  <p:handoutMasterIdLst>
    <p:handoutMasterId r:id="rId43"/>
  </p:handoutMasterIdLst>
  <p:sldIdLst>
    <p:sldId id="2435" r:id="rId5"/>
    <p:sldId id="2465" r:id="rId6"/>
    <p:sldId id="2436" r:id="rId7"/>
    <p:sldId id="2466" r:id="rId8"/>
    <p:sldId id="2467" r:id="rId9"/>
    <p:sldId id="2468" r:id="rId10"/>
    <p:sldId id="2472" r:id="rId11"/>
    <p:sldId id="2441" r:id="rId12"/>
    <p:sldId id="2476" r:id="rId13"/>
    <p:sldId id="2474" r:id="rId14"/>
    <p:sldId id="2481" r:id="rId15"/>
    <p:sldId id="2482" r:id="rId16"/>
    <p:sldId id="2496" r:id="rId17"/>
    <p:sldId id="2492" r:id="rId18"/>
    <p:sldId id="2449" r:id="rId19"/>
    <p:sldId id="2497" r:id="rId20"/>
    <p:sldId id="2450" r:id="rId21"/>
    <p:sldId id="1321" r:id="rId22"/>
    <p:sldId id="2504" r:id="rId23"/>
    <p:sldId id="2487" r:id="rId24"/>
    <p:sldId id="2483" r:id="rId25"/>
    <p:sldId id="1288" r:id="rId26"/>
    <p:sldId id="1337" r:id="rId27"/>
    <p:sldId id="2486" r:id="rId28"/>
    <p:sldId id="1290" r:id="rId29"/>
    <p:sldId id="2509" r:id="rId30"/>
    <p:sldId id="1332" r:id="rId31"/>
    <p:sldId id="2515" r:id="rId32"/>
    <p:sldId id="2516" r:id="rId33"/>
    <p:sldId id="2517" r:id="rId34"/>
    <p:sldId id="2518" r:id="rId35"/>
    <p:sldId id="2519" r:id="rId36"/>
    <p:sldId id="2520" r:id="rId37"/>
    <p:sldId id="2521" r:id="rId38"/>
    <p:sldId id="2522" r:id="rId39"/>
    <p:sldId id="2523" r:id="rId40"/>
    <p:sldId id="2524" r:id="rId41"/>
  </p:sldIdLst>
  <p:sldSz cx="12192000" cy="6858000"/>
  <p:notesSz cx="6858000" cy="9144000"/>
  <p:custDataLst>
    <p:tags r:id="rId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00" userDrawn="1">
          <p15:clr>
            <a:srgbClr val="A4A3A4"/>
          </p15:clr>
        </p15:guide>
        <p15:guide id="2" pos="381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AF8219-553B-9C43-9400-0DAB2653712F}" v="101" dt="2026-05-29T03:30:37.417"/>
    <p1510:client id="{9E0C9CC7-04BB-3B43-AB97-83FE0C529816}" v="1" dt="2026-05-29T03:24:54.768"/>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187"/>
    <p:restoredTop sz="79204"/>
  </p:normalViewPr>
  <p:slideViewPr>
    <p:cSldViewPr snapToGrid="0">
      <p:cViewPr>
        <p:scale>
          <a:sx n="105" d="100"/>
          <a:sy n="105" d="100"/>
        </p:scale>
        <p:origin x="328" y="216"/>
      </p:cViewPr>
      <p:guideLst>
        <p:guide orient="horz" pos="300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gs" Target="tags/tag1.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un Mangla" userId="88b13cb7-320d-4618-8f69-c67540fd8b8b" providerId="ADAL" clId="{B1A93881-C5B7-5A3A-8E14-6CE2B5CD3772}"/>
    <pc:docChg chg="modSld">
      <pc:chgData name="Tarun Mangla" userId="88b13cb7-320d-4618-8f69-c67540fd8b8b" providerId="ADAL" clId="{B1A93881-C5B7-5A3A-8E14-6CE2B5CD3772}" dt="2026-05-29T03:23:58.623" v="11" actId="20577"/>
      <pc:docMkLst>
        <pc:docMk/>
      </pc:docMkLst>
      <pc:sldChg chg="modSp mod">
        <pc:chgData name="Tarun Mangla" userId="88b13cb7-320d-4618-8f69-c67540fd8b8b" providerId="ADAL" clId="{B1A93881-C5B7-5A3A-8E14-6CE2B5CD3772}" dt="2026-05-29T03:23:58.623" v="11" actId="20577"/>
        <pc:sldMkLst>
          <pc:docMk/>
          <pc:sldMk cId="3581257907" sldId="2436"/>
        </pc:sldMkLst>
        <pc:spChg chg="mod">
          <ac:chgData name="Tarun Mangla" userId="88b13cb7-320d-4618-8f69-c67540fd8b8b" providerId="ADAL" clId="{B1A93881-C5B7-5A3A-8E14-6CE2B5CD3772}" dt="2026-05-29T03:23:58.623" v="11" actId="20577"/>
          <ac:spMkLst>
            <pc:docMk/>
            <pc:sldMk cId="3581257907" sldId="2436"/>
            <ac:spMk id="3" creationId="{852F545E-74F4-8E0C-2E43-BE1F1F979160}"/>
          </ac:spMkLst>
        </pc:spChg>
      </pc:sldChg>
    </pc:docChg>
  </pc:docChgLst>
  <pc:docChgLst>
    <pc:chgData name="Tarun Mangla" userId="88b13cb7-320d-4618-8f69-c67540fd8b8b" providerId="ADAL" clId="{19AB1C34-A1D1-41A2-B59E-C940E8658E55}"/>
    <pc:docChg chg="custSel modSld">
      <pc:chgData name="Tarun Mangla" userId="88b13cb7-320d-4618-8f69-c67540fd8b8b" providerId="ADAL" clId="{19AB1C34-A1D1-41A2-B59E-C940E8658E55}" dt="2026-05-29T07:33:20.203" v="101" actId="7634"/>
      <pc:docMkLst>
        <pc:docMk/>
      </pc:docMkLst>
      <pc:sldChg chg="addSp mod">
        <pc:chgData name="Tarun Mangla" userId="88b13cb7-320d-4618-8f69-c67540fd8b8b" providerId="ADAL" clId="{19AB1C34-A1D1-41A2-B59E-C940E8658E55}" dt="2026-05-29T07:33:20.203" v="101" actId="7634"/>
        <pc:sldMkLst>
          <pc:docMk/>
          <pc:sldMk cId="3608365802" sldId="1288"/>
        </pc:sldMkLst>
        <pc:inkChg chg="add">
          <ac:chgData name="Tarun Mangla" userId="88b13cb7-320d-4618-8f69-c67540fd8b8b" providerId="ADAL" clId="{19AB1C34-A1D1-41A2-B59E-C940E8658E55}" dt="2026-05-29T07:33:20.203" v="101" actId="7634"/>
          <ac:inkMkLst>
            <pc:docMk/>
            <pc:sldMk cId="3608365802" sldId="1288"/>
            <ac:inkMk id="3" creationId="{16097C23-E5F6-5D7B-015A-FABD260B6154}"/>
          </ac:inkMkLst>
        </pc:inkChg>
      </pc:sldChg>
      <pc:sldChg chg="addSp mod">
        <pc:chgData name="Tarun Mangla" userId="88b13cb7-320d-4618-8f69-c67540fd8b8b" providerId="ADAL" clId="{19AB1C34-A1D1-41A2-B59E-C940E8658E55}" dt="2026-05-29T07:33:20.203" v="101" actId="7634"/>
        <pc:sldMkLst>
          <pc:docMk/>
          <pc:sldMk cId="2512589018" sldId="1290"/>
        </pc:sldMkLst>
        <pc:inkChg chg="add">
          <ac:chgData name="Tarun Mangla" userId="88b13cb7-320d-4618-8f69-c67540fd8b8b" providerId="ADAL" clId="{19AB1C34-A1D1-41A2-B59E-C940E8658E55}" dt="2026-05-29T07:33:20.203" v="101" actId="7634"/>
          <ac:inkMkLst>
            <pc:docMk/>
            <pc:sldMk cId="2512589018" sldId="1290"/>
            <ac:inkMk id="7" creationId="{1DD0F6C7-A644-B24F-559D-A2F28CD91990}"/>
          </ac:inkMkLst>
        </pc:inkChg>
      </pc:sldChg>
      <pc:sldChg chg="addSp mod">
        <pc:chgData name="Tarun Mangla" userId="88b13cb7-320d-4618-8f69-c67540fd8b8b" providerId="ADAL" clId="{19AB1C34-A1D1-41A2-B59E-C940E8658E55}" dt="2026-05-29T07:33:20.203" v="101" actId="7634"/>
        <pc:sldMkLst>
          <pc:docMk/>
          <pc:sldMk cId="2476764005" sldId="1332"/>
        </pc:sldMkLst>
        <pc:inkChg chg="add">
          <ac:chgData name="Tarun Mangla" userId="88b13cb7-320d-4618-8f69-c67540fd8b8b" providerId="ADAL" clId="{19AB1C34-A1D1-41A2-B59E-C940E8658E55}" dt="2026-05-29T07:33:20.203" v="101" actId="7634"/>
          <ac:inkMkLst>
            <pc:docMk/>
            <pc:sldMk cId="2476764005" sldId="1332"/>
            <ac:inkMk id="591" creationId="{3B496790-EA19-9992-C81C-A3DAC7FF5E63}"/>
          </ac:inkMkLst>
        </pc:inkChg>
      </pc:sldChg>
      <pc:sldChg chg="addSp mod">
        <pc:chgData name="Tarun Mangla" userId="88b13cb7-320d-4618-8f69-c67540fd8b8b" providerId="ADAL" clId="{19AB1C34-A1D1-41A2-B59E-C940E8658E55}" dt="2026-05-29T07:33:20.203" v="101" actId="7634"/>
        <pc:sldMkLst>
          <pc:docMk/>
          <pc:sldMk cId="3475713500" sldId="1337"/>
        </pc:sldMkLst>
        <pc:inkChg chg="add">
          <ac:chgData name="Tarun Mangla" userId="88b13cb7-320d-4618-8f69-c67540fd8b8b" providerId="ADAL" clId="{19AB1C34-A1D1-41A2-B59E-C940E8658E55}" dt="2026-05-29T07:33:20.203" v="101" actId="7634"/>
          <ac:inkMkLst>
            <pc:docMk/>
            <pc:sldMk cId="3475713500" sldId="1337"/>
            <ac:inkMk id="3" creationId="{19C9D4A1-1E38-3C07-D66A-876F704F2403}"/>
          </ac:inkMkLst>
        </pc:inkChg>
      </pc:sldChg>
      <pc:sldChg chg="addSp mod">
        <pc:chgData name="Tarun Mangla" userId="88b13cb7-320d-4618-8f69-c67540fd8b8b" providerId="ADAL" clId="{19AB1C34-A1D1-41A2-B59E-C940E8658E55}" dt="2026-05-29T07:33:20.203" v="101" actId="7634"/>
        <pc:sldMkLst>
          <pc:docMk/>
          <pc:sldMk cId="2868561694" sldId="2441"/>
        </pc:sldMkLst>
        <pc:inkChg chg="add">
          <ac:chgData name="Tarun Mangla" userId="88b13cb7-320d-4618-8f69-c67540fd8b8b" providerId="ADAL" clId="{19AB1C34-A1D1-41A2-B59E-C940E8658E55}" dt="2026-05-29T07:33:20.203" v="101" actId="7634"/>
          <ac:inkMkLst>
            <pc:docMk/>
            <pc:sldMk cId="2868561694" sldId="2441"/>
            <ac:inkMk id="4" creationId="{24474BE1-1B32-345B-6EDC-56252ED08D85}"/>
          </ac:inkMkLst>
        </pc:inkChg>
      </pc:sldChg>
      <pc:sldChg chg="addSp mod">
        <pc:chgData name="Tarun Mangla" userId="88b13cb7-320d-4618-8f69-c67540fd8b8b" providerId="ADAL" clId="{19AB1C34-A1D1-41A2-B59E-C940E8658E55}" dt="2026-05-29T07:33:20.203" v="101" actId="7634"/>
        <pc:sldMkLst>
          <pc:docMk/>
          <pc:sldMk cId="3716717075" sldId="2449"/>
        </pc:sldMkLst>
        <pc:inkChg chg="add">
          <ac:chgData name="Tarun Mangla" userId="88b13cb7-320d-4618-8f69-c67540fd8b8b" providerId="ADAL" clId="{19AB1C34-A1D1-41A2-B59E-C940E8658E55}" dt="2026-05-29T07:33:20.203" v="101" actId="7634"/>
          <ac:inkMkLst>
            <pc:docMk/>
            <pc:sldMk cId="3716717075" sldId="2449"/>
            <ac:inkMk id="4" creationId="{A4D383D4-0765-7A42-524C-7F9F43B2C892}"/>
          </ac:inkMkLst>
        </pc:inkChg>
      </pc:sldChg>
      <pc:sldChg chg="addSp mod">
        <pc:chgData name="Tarun Mangla" userId="88b13cb7-320d-4618-8f69-c67540fd8b8b" providerId="ADAL" clId="{19AB1C34-A1D1-41A2-B59E-C940E8658E55}" dt="2026-05-29T07:33:20.203" v="101" actId="7634"/>
        <pc:sldMkLst>
          <pc:docMk/>
          <pc:sldMk cId="2819961109" sldId="2450"/>
        </pc:sldMkLst>
        <pc:inkChg chg="add">
          <ac:chgData name="Tarun Mangla" userId="88b13cb7-320d-4618-8f69-c67540fd8b8b" providerId="ADAL" clId="{19AB1C34-A1D1-41A2-B59E-C940E8658E55}" dt="2026-05-29T07:33:20.203" v="101" actId="7634"/>
          <ac:inkMkLst>
            <pc:docMk/>
            <pc:sldMk cId="2819961109" sldId="2450"/>
            <ac:inkMk id="3" creationId="{1D8A3D58-7714-E5A1-9D11-DBBD832DCA6B}"/>
          </ac:inkMkLst>
        </pc:inkChg>
      </pc:sldChg>
      <pc:sldChg chg="modSp mod">
        <pc:chgData name="Tarun Mangla" userId="88b13cb7-320d-4618-8f69-c67540fd8b8b" providerId="ADAL" clId="{19AB1C34-A1D1-41A2-B59E-C940E8658E55}" dt="2026-05-29T03:28:55.412" v="67" actId="20577"/>
        <pc:sldMkLst>
          <pc:docMk/>
          <pc:sldMk cId="2639620307" sldId="2465"/>
        </pc:sldMkLst>
        <pc:spChg chg="mod">
          <ac:chgData name="Tarun Mangla" userId="88b13cb7-320d-4618-8f69-c67540fd8b8b" providerId="ADAL" clId="{19AB1C34-A1D1-41A2-B59E-C940E8658E55}" dt="2026-05-29T03:28:55.412" v="67" actId="20577"/>
          <ac:spMkLst>
            <pc:docMk/>
            <pc:sldMk cId="2639620307" sldId="2465"/>
            <ac:spMk id="2" creationId="{0F300117-0992-0B5F-90CF-0B1DCEF83E32}"/>
          </ac:spMkLst>
        </pc:spChg>
      </pc:sldChg>
      <pc:sldChg chg="addSp mod">
        <pc:chgData name="Tarun Mangla" userId="88b13cb7-320d-4618-8f69-c67540fd8b8b" providerId="ADAL" clId="{19AB1C34-A1D1-41A2-B59E-C940E8658E55}" dt="2026-05-29T07:33:20.203" v="101" actId="7634"/>
        <pc:sldMkLst>
          <pc:docMk/>
          <pc:sldMk cId="2064812850" sldId="2467"/>
        </pc:sldMkLst>
        <pc:inkChg chg="add">
          <ac:chgData name="Tarun Mangla" userId="88b13cb7-320d-4618-8f69-c67540fd8b8b" providerId="ADAL" clId="{19AB1C34-A1D1-41A2-B59E-C940E8658E55}" dt="2026-05-29T07:33:20.203" v="101" actId="7634"/>
          <ac:inkMkLst>
            <pc:docMk/>
            <pc:sldMk cId="2064812850" sldId="2467"/>
            <ac:inkMk id="7" creationId="{A721892B-8C66-8741-082C-50E99B79AC2E}"/>
          </ac:inkMkLst>
        </pc:inkChg>
      </pc:sldChg>
      <pc:sldChg chg="addSp mod">
        <pc:chgData name="Tarun Mangla" userId="88b13cb7-320d-4618-8f69-c67540fd8b8b" providerId="ADAL" clId="{19AB1C34-A1D1-41A2-B59E-C940E8658E55}" dt="2026-05-29T07:33:20.203" v="101" actId="7634"/>
        <pc:sldMkLst>
          <pc:docMk/>
          <pc:sldMk cId="3798013684" sldId="2468"/>
        </pc:sldMkLst>
        <pc:inkChg chg="add">
          <ac:chgData name="Tarun Mangla" userId="88b13cb7-320d-4618-8f69-c67540fd8b8b" providerId="ADAL" clId="{19AB1C34-A1D1-41A2-B59E-C940E8658E55}" dt="2026-05-29T07:33:20.203" v="101" actId="7634"/>
          <ac:inkMkLst>
            <pc:docMk/>
            <pc:sldMk cId="3798013684" sldId="2468"/>
            <ac:inkMk id="4" creationId="{7250B325-84F4-C113-5941-EBAA055D2780}"/>
          </ac:inkMkLst>
        </pc:inkChg>
      </pc:sldChg>
      <pc:sldChg chg="modSp mod delAnim">
        <pc:chgData name="Tarun Mangla" userId="88b13cb7-320d-4618-8f69-c67540fd8b8b" providerId="ADAL" clId="{19AB1C34-A1D1-41A2-B59E-C940E8658E55}" dt="2026-05-29T03:30:37.417" v="100" actId="27704"/>
        <pc:sldMkLst>
          <pc:docMk/>
          <pc:sldMk cId="2941289628" sldId="2472"/>
        </pc:sldMkLst>
        <pc:spChg chg="mod">
          <ac:chgData name="Tarun Mangla" userId="88b13cb7-320d-4618-8f69-c67540fd8b8b" providerId="ADAL" clId="{19AB1C34-A1D1-41A2-B59E-C940E8658E55}" dt="2026-05-29T03:30:20.618" v="92" actId="20577"/>
          <ac:spMkLst>
            <pc:docMk/>
            <pc:sldMk cId="2941289628" sldId="2472"/>
            <ac:spMk id="2" creationId="{B842D42B-19D9-07AA-4B51-101482CCF4BD}"/>
          </ac:spMkLst>
        </pc:spChg>
      </pc:sldChg>
      <pc:sldChg chg="addSp mod">
        <pc:chgData name="Tarun Mangla" userId="88b13cb7-320d-4618-8f69-c67540fd8b8b" providerId="ADAL" clId="{19AB1C34-A1D1-41A2-B59E-C940E8658E55}" dt="2026-05-29T07:33:20.203" v="101" actId="7634"/>
        <pc:sldMkLst>
          <pc:docMk/>
          <pc:sldMk cId="2334331085" sldId="2481"/>
        </pc:sldMkLst>
        <pc:inkChg chg="add">
          <ac:chgData name="Tarun Mangla" userId="88b13cb7-320d-4618-8f69-c67540fd8b8b" providerId="ADAL" clId="{19AB1C34-A1D1-41A2-B59E-C940E8658E55}" dt="2026-05-29T07:33:20.203" v="101" actId="7634"/>
          <ac:inkMkLst>
            <pc:docMk/>
            <pc:sldMk cId="2334331085" sldId="2481"/>
            <ac:inkMk id="7" creationId="{49CA6F4D-2CAD-BFC6-E53B-A8904075C0BC}"/>
          </ac:inkMkLst>
        </pc:inkChg>
      </pc:sldChg>
      <pc:sldChg chg="addSp mod">
        <pc:chgData name="Tarun Mangla" userId="88b13cb7-320d-4618-8f69-c67540fd8b8b" providerId="ADAL" clId="{19AB1C34-A1D1-41A2-B59E-C940E8658E55}" dt="2026-05-29T07:33:20.203" v="101" actId="7634"/>
        <pc:sldMkLst>
          <pc:docMk/>
          <pc:sldMk cId="290674836" sldId="2486"/>
        </pc:sldMkLst>
        <pc:inkChg chg="add">
          <ac:chgData name="Tarun Mangla" userId="88b13cb7-320d-4618-8f69-c67540fd8b8b" providerId="ADAL" clId="{19AB1C34-A1D1-41A2-B59E-C940E8658E55}" dt="2026-05-29T07:33:20.203" v="101" actId="7634"/>
          <ac:inkMkLst>
            <pc:docMk/>
            <pc:sldMk cId="290674836" sldId="2486"/>
            <ac:inkMk id="2" creationId="{9A28554A-CE26-B91C-DA76-FB1908313B01}"/>
          </ac:inkMkLst>
        </pc:inkChg>
      </pc:sldChg>
      <pc:sldChg chg="addSp mod">
        <pc:chgData name="Tarun Mangla" userId="88b13cb7-320d-4618-8f69-c67540fd8b8b" providerId="ADAL" clId="{19AB1C34-A1D1-41A2-B59E-C940E8658E55}" dt="2026-05-29T07:33:20.203" v="101" actId="7634"/>
        <pc:sldMkLst>
          <pc:docMk/>
          <pc:sldMk cId="2632267853" sldId="2487"/>
        </pc:sldMkLst>
        <pc:inkChg chg="add">
          <ac:chgData name="Tarun Mangla" userId="88b13cb7-320d-4618-8f69-c67540fd8b8b" providerId="ADAL" clId="{19AB1C34-A1D1-41A2-B59E-C940E8658E55}" dt="2026-05-29T07:33:20.203" v="101" actId="7634"/>
          <ac:inkMkLst>
            <pc:docMk/>
            <pc:sldMk cId="2632267853" sldId="2487"/>
            <ac:inkMk id="59" creationId="{B2D4CB03-BCF2-18D8-282C-ED42D5D3D706}"/>
          </ac:inkMkLst>
        </pc:inkChg>
      </pc:sldChg>
      <pc:sldChg chg="addSp mod">
        <pc:chgData name="Tarun Mangla" userId="88b13cb7-320d-4618-8f69-c67540fd8b8b" providerId="ADAL" clId="{19AB1C34-A1D1-41A2-B59E-C940E8658E55}" dt="2026-05-29T07:33:20.203" v="101" actId="7634"/>
        <pc:sldMkLst>
          <pc:docMk/>
          <pc:sldMk cId="1531462756" sldId="2492"/>
        </pc:sldMkLst>
        <pc:inkChg chg="add">
          <ac:chgData name="Tarun Mangla" userId="88b13cb7-320d-4618-8f69-c67540fd8b8b" providerId="ADAL" clId="{19AB1C34-A1D1-41A2-B59E-C940E8658E55}" dt="2026-05-29T07:33:20.203" v="101" actId="7634"/>
          <ac:inkMkLst>
            <pc:docMk/>
            <pc:sldMk cId="1531462756" sldId="2492"/>
            <ac:inkMk id="3" creationId="{87B2A924-AF7C-FBC3-93B2-FD68903B3032}"/>
          </ac:inkMkLst>
        </pc:inkChg>
      </pc:sldChg>
      <pc:sldChg chg="addSp mod">
        <pc:chgData name="Tarun Mangla" userId="88b13cb7-320d-4618-8f69-c67540fd8b8b" providerId="ADAL" clId="{19AB1C34-A1D1-41A2-B59E-C940E8658E55}" dt="2026-05-29T07:33:20.203" v="101" actId="7634"/>
        <pc:sldMkLst>
          <pc:docMk/>
          <pc:sldMk cId="995189484" sldId="2496"/>
        </pc:sldMkLst>
        <pc:inkChg chg="add">
          <ac:chgData name="Tarun Mangla" userId="88b13cb7-320d-4618-8f69-c67540fd8b8b" providerId="ADAL" clId="{19AB1C34-A1D1-41A2-B59E-C940E8658E55}" dt="2026-05-29T07:33:20.203" v="101" actId="7634"/>
          <ac:inkMkLst>
            <pc:docMk/>
            <pc:sldMk cId="995189484" sldId="2496"/>
            <ac:inkMk id="5" creationId="{D3171D8C-CE99-8E59-52C3-B4B109F7094A}"/>
          </ac:inkMkLst>
        </pc:inkChg>
      </pc:sldChg>
      <pc:sldChg chg="addSp mod">
        <pc:chgData name="Tarun Mangla" userId="88b13cb7-320d-4618-8f69-c67540fd8b8b" providerId="ADAL" clId="{19AB1C34-A1D1-41A2-B59E-C940E8658E55}" dt="2026-05-29T07:33:20.203" v="101" actId="7634"/>
        <pc:sldMkLst>
          <pc:docMk/>
          <pc:sldMk cId="3797389251" sldId="2497"/>
        </pc:sldMkLst>
        <pc:inkChg chg="add">
          <ac:chgData name="Tarun Mangla" userId="88b13cb7-320d-4618-8f69-c67540fd8b8b" providerId="ADAL" clId="{19AB1C34-A1D1-41A2-B59E-C940E8658E55}" dt="2026-05-29T07:33:20.203" v="101" actId="7634"/>
          <ac:inkMkLst>
            <pc:docMk/>
            <pc:sldMk cId="3797389251" sldId="2497"/>
            <ac:inkMk id="3" creationId="{46A4C9C1-FF31-84D4-C304-6C2645F9DC29}"/>
          </ac:inkMkLst>
        </pc:inkChg>
      </pc:sldChg>
      <pc:sldChg chg="addSp mod">
        <pc:chgData name="Tarun Mangla" userId="88b13cb7-320d-4618-8f69-c67540fd8b8b" providerId="ADAL" clId="{19AB1C34-A1D1-41A2-B59E-C940E8658E55}" dt="2026-05-29T07:33:20.203" v="101" actId="7634"/>
        <pc:sldMkLst>
          <pc:docMk/>
          <pc:sldMk cId="3463367653" sldId="2509"/>
        </pc:sldMkLst>
        <pc:inkChg chg="add">
          <ac:chgData name="Tarun Mangla" userId="88b13cb7-320d-4618-8f69-c67540fd8b8b" providerId="ADAL" clId="{19AB1C34-A1D1-41A2-B59E-C940E8658E55}" dt="2026-05-29T07:33:20.203" v="101" actId="7634"/>
          <ac:inkMkLst>
            <pc:docMk/>
            <pc:sldMk cId="3463367653" sldId="2509"/>
            <ac:inkMk id="4" creationId="{E61A65FE-6889-B9B4-7A8A-F9BD5B23CDC0}"/>
          </ac:inkMkLst>
        </pc:inkChg>
      </pc:sldChg>
      <pc:sldChg chg="addSp mod">
        <pc:chgData name="Tarun Mangla" userId="88b13cb7-320d-4618-8f69-c67540fd8b8b" providerId="ADAL" clId="{19AB1C34-A1D1-41A2-B59E-C940E8658E55}" dt="2026-05-29T07:33:20.203" v="101" actId="7634"/>
        <pc:sldMkLst>
          <pc:docMk/>
          <pc:sldMk cId="2225326369" sldId="2515"/>
        </pc:sldMkLst>
        <pc:inkChg chg="add">
          <ac:chgData name="Tarun Mangla" userId="88b13cb7-320d-4618-8f69-c67540fd8b8b" providerId="ADAL" clId="{19AB1C34-A1D1-41A2-B59E-C940E8658E55}" dt="2026-05-29T07:33:20.203" v="101" actId="7634"/>
          <ac:inkMkLst>
            <pc:docMk/>
            <pc:sldMk cId="2225326369" sldId="2515"/>
            <ac:inkMk id="5" creationId="{17FEF5F6-9D5D-78E6-977F-F098738489CA}"/>
          </ac:inkMkLst>
        </pc:inkChg>
      </pc:sldChg>
      <pc:sldChg chg="addSp mod">
        <pc:chgData name="Tarun Mangla" userId="88b13cb7-320d-4618-8f69-c67540fd8b8b" providerId="ADAL" clId="{19AB1C34-A1D1-41A2-B59E-C940E8658E55}" dt="2026-05-29T07:33:20.203" v="101" actId="7634"/>
        <pc:sldMkLst>
          <pc:docMk/>
          <pc:sldMk cId="1266855418" sldId="2516"/>
        </pc:sldMkLst>
        <pc:inkChg chg="add">
          <ac:chgData name="Tarun Mangla" userId="88b13cb7-320d-4618-8f69-c67540fd8b8b" providerId="ADAL" clId="{19AB1C34-A1D1-41A2-B59E-C940E8658E55}" dt="2026-05-29T07:33:20.203" v="101" actId="7634"/>
          <ac:inkMkLst>
            <pc:docMk/>
            <pc:sldMk cId="1266855418" sldId="2516"/>
            <ac:inkMk id="2" creationId="{5ADFE125-B250-DFB0-83C2-B6B10624DFB2}"/>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5/29/26</a:t>
            </a:fld>
            <a:endParaRPr lang="en-US"/>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2688 5246 7994,'-8'0'-1162,"0"0"2181,3 0-616,3 0 1,-9-2 270,7-2-161,-1 2-57,5-4-228,-6 6-47,4 0-119,-4 0 30,6 0 1,6 0-112,4 0 0,2 0 164,2 0 0,7 0-29,3 0 1,2 0 1,3 0 0,4 0 35,0 0 0,5 0-85,-5 0 0,5 0 22,-5 0 1,1 0-126,-6 0 0,-1 0 44,-3 0 1,-4 0 56,-6 0-58,1-7 3,-8 6-6,0-6-2,-7 7 508,0 0-733,-7-6 1,0 3 42,-8-7 1,6 7 35,-1-1 0,1-3 18,-5 3 1,-1-8-191,1 3 1,5 1 136,-1-1 1,1 4 47,-5-5 0,4 6 297,1-6 0,4 5-72,-5-4 194,7 6 49,-3-4-171,6 7 1,2 0 58,2 0 1,-1 5 172,7 0 0,-1 6-139,6-2 1,-6 4-128,1 1 0,-3-4-68,3-1 1,1 1 216,-6 4-420,6 0 83,-3 0 0,0 1-140,-4-1 11,-2 0 0,-4 0-242,-2 1 0,-6-3-229,-9-2 0,3 2-1590,-3-2 2245,-3 2 0,-19-4 0,-11-1 0</inkml:trace>
  <inkml:trace contextRef="#ctx0" brushRef="#br0">3683 5388 8279,'0'-9'712,"0"-1"1,0 5-475,0-4 0,5 4 13,-1-4 1,3 4-63,-3-5 0,0 1-116,5-5 1,0 0 66,6-1 0,0-5-155,4-4 0,4-3 46,5-1 1,-4-5-148,-1-1 1,-5-5-24,1 1 1,-3 3 43,-2 2 0,-6-2-148,-4 2 1,-2 5 45,-2 4 1,-2 8 41,-2 2 0,-4 1 139,-6 9 0,-1-1 88,1 5 1,-5 2-39,0 2 0,0 4 142,5 6 1,-2 5 31,-3 0 0,8 5-101,-3-5 0,4 6 242,1-1 0,1 3 61,3 1 0,4 1 39,-4-1 0,3-4-79,2-1 1,0 1 71,0 5 0,0-3-265,0-2 1,2 1-133,3-6 1,-4 2 51,4-2 0,-3-3-212,-2 3 0,4-8-149,1-2-40,0-6-73,-5 4 349,0-7 1,0-2 214,0-3 0,0-3-279,0-6 1,0 0-134,0 0 0,0-5 175,0 0 1,0 0 44,0 5 1,0-5 3,0 0 0,5 0 16,-1 5 0,7 4-16,-1 1 0,-2 4 20,1-5 1,1 7 17,4-2 1,0 4 21,0 1 0,1 1 142,-1 4 0,0 5-12,0 9 0,-1-2-89,-4 7 0,2-7-80,-6 2 1,5-2-102,-6 2 1,3-3-612,-2 3-88,-4-3 86,12-2 0,-5-6 287,6-3 0,0-5-113,0-5 0,0-3 448,1-6 0,-1-5-25,0 0 1,0-5 414,1 5 0,-1-4-84,0 4 1,-6 0 72,-3 5 0,-2-1 456,2 1 655,-4 6-1136,5 2 0,-10 7-105,-1 4 1,-1 3 83,1 6 0,2 1-43,-7-1 1,7 5-136,-2 0 1,-1 4 6,1-4 0,2 0-13,8-4 0,-2-3-494,7-2 1,4 1-550,5-7 1,1 6 501,-1-5 0,3-2-118,7-8 1,-1 0 385,1-9 1,-7 1-63,-3-10 1,-3 1 483,-2-2 0,-6-8-116,-4 4 1,-2-2 44,-2 6 1,-6-1-6,-4 6 0,-4-3 71,-5 8 0,2-2-24,-7 11 0,5 0-77,-5 5 0,7 4-80,-2 5 1,-2 1 19,2 8 1,2 3 148,8-2 0,-4 5-293,3-5 0,4 4-214,1-4 0,4 0 182,1-5 0,6-1-94,4-3 1,4 1-36,5-7 0,3 1-203,6-5 0,1-2 214,-1-2 0,1-4 37,-1-6 1,-1-1 537,-3 1 1,1-3-3,-6 3 1,0-4 216,-5 9 0,-4 1 24,-1-2 162,-6 7-350,3-3 1,-6 7 133,0 4 0,0-2 17,0 7 0,-1 1-133,-4 8 0,4-3-328,-4 3-324,3-4 0,2 0-926,0-1 895,0 0 1,7-1-227,2-4 0,4-2 55,1-7 0,2 0-317,3 0 0,-4-2 476,4-3 1,-3 2 45,-2-6 0,1 5 803,-1 0-276,0 2 1,-4-3 800,-1 1-699,-6-1 1,4 6 764,-7 4-459,6-3-312,-5 10 0,6-8-600,-7 5 1,6-6 192,4 2 1,-3-3-397,3-2 1,1-2 137,8-3 0,-3 2-29,3-6 0,-4-1 200,0-4 0,-6 0 91,1-1 0,-7-4-25,2 1 1,-4-1 292,-1 4 60,0 1-163,-6 0 0,-2 6 59,-6 3 1,-1 4-93,1 1 1,5 0 42,-1 0-117,7 6 1,-3-3-164,6 7 179,0-7 1,8 3-4,6-6 0,0 0-166,5 0 0,2-1-88,-2-4 0,0-2-203,-5-2 1,-2-4-807,-2 4-957,3-4 1683,-12-1 0,4 1 485,-10 4 0,-15 3 0,-10 6 0</inkml:trace>
  <inkml:trace contextRef="#ctx0" brushRef="#br0">5545 5232 8151,'7'-15'0,"2"1"0,-3 5 247,-1-1 1,2 6 444,-3-6 1,1 5 626,-5-4 411,0 6-935,0-4 0,-2 7 155,-2 0 0,1 0-416,-7 0 0,1 0-215,-6 0 1,1 0-103,0 0 1,0 5-60,-1 0 1,1 6-96,0-2 1,1 4-22,4 1 0,-2-4-156,6-1 0,0 1-75,5 4 0,0 0-317,0 0 1,2-4 4,3-1 1,3-1 157,6 2 1,5-4 15,0-6 0,4 0 180,-4 0 0,7-2 44,-3-2 1,-2-4 45,-2-6 1,-5-1 222,-4 1 0,1-5-132,-7 0 0,1-5 91,-5 6 1,-6-6-17,-4 5 0,-7 1-100,-2 9 1,0-2 105,5 6 0,-5 0-54,0 5 1,2 2-45,7 3 1,-1-2-28,6 6 0,0 1 7,5 4 0,2-1-12,3-4 1,9 2-9,10-6 1,4 0-245,5-5 1,5-2-23,10-3 0,-3-9-14,8-9 0,-8-4 66,3-2 1,-9-1 23,-1-3 0,-14 3 198,-5-3 0,-10 4 269,-9 6 0,-1-3-120,-4 8 0,-3 3 263,-6 6 1,-5 6 78,0-2 0,-6 10-98,1 4 0,2 5 45,-2 5 1,7 3-85,-2 7 1,5 6 6,4 3 0,-1-2-63,6 2 1,1 0 129,4 4 0,1 1-96,4 0 1,1-1-24,4 1 0,2-7-281,-2-3 0,-2-1-41,1 1 0,-6-9-99,2 0 0,-3-7 148,-2-3 1,-2-1-86,-3-4 0,2-2 132,-6-7 1,-5 0 19,-5 0 0,-2 0-110,2 0 1,2-7 49,-7-2 1,7-4-230,-2-1 1,8 0-301,1 0 1,7-5-415,-2 0 0,7-7-10,7 3 0,7-1-637,13-4 1,7 7 733,7-7 1,-1 4-720,6 0 1547,-4-3 0,30 12 0,-33 4 0,0 1 0</inkml:trace>
  <inkml:trace contextRef="#ctx0" brushRef="#br0">7152 4890 8285,'-2'8'2146,"-2"-3"-910,2-3-105,-4-2 130,-1 0-405,6 0 52,-12 0-738,5 0 0,-6-2-116,0-3 1,4 4 53,1-4 1,-1 3-58,-4 2 0,0-4-137,0-1 1,0-5-160,-1 6-266,1-7 1,1 1 50,4-9 0,3 3-327,6-2 0,1-5 397,4 0 0,3 1-23,6-2 1,5 5 330,0-5 1,5 8 106,-5 2 0,0 2 207,-5 7 0,0-5 125,0 6 28,1-1 1,-3 6 9,-2 4 0,-2 3 209,-4 6 0,-2 1-147,3-1 1,-4 0 100,-1 0 1,0 0-74,0 1 1,-5-6-252,1 1 0,-1-6 129,5 6-193,0-7 1,-2 8-74,-2-6 140,2 0-278,-4-5-138,6 0-939,0 0 908,0 6 1,-2-5 18,-3 4 172,4 3 27,-5 0 0,6 6 8,0 0 173,0 1 1,0-1-105,0 0 1,0 0-21,0 0 0,0 1-67,0-1 44,0 0 1,0 0 35,0 1-4,0-1 0,1-2-1,4-2 1,-4 2-19,4-2 0,-3-2 23,-2 1 0,0-4 133,0 5 23,0-1-321,0 5 77,0 0-25,0 1 28,0-1-32,-7 0 11,0-6 1,-8 0-13,1-3 0,5-4 16,-1 4 0,1-3 11,-6-2 1,1-5 53,0 0-63,0-6 2,0 3-2,-1-6 0,3 4-25,2 1-49,4 6-22,6-4-142,-6 1 187,4 5-417,-4-6 139,6 7 204,0 0 52,6 0 49,-4 0 1,5 0-26,-2 0 56,-3 0-6,10 0 1,-8 0 106,5 0 1,-4 0 19,4 0 0,-4 0-61,5 0 0,-6 0 34,6 0-146,-1 0 1,5 0-3,1 0 0,-1 0 26,0 0 1,0 0-102,1 0 1,-1 0-103,0 0 1,5-1 43,0-4 0,0 2 180,-5-7 0,0 1-86,0-5 0,1-1-231,-1 1 380,0 0 1,-1 0 577,-4 0-86,-2 6 382,-7-5-642,0 11-643,0-4 559,0 12 0,1 2 14,4 7 0,-4-1 91,4 0 1,-3 0-220,-2 0 1,0 1-112,0-1 1,5-5-47,-1 1-508,1-1 368,-5 5-247,0-6 192,0-1 0,2-7-85,2 0 0,-1-2-76,7-3 1,-2-3 216,1-6 0,4 0 216,-4 0 1,4 0-44,1-1 1,1 1 211,-1 0 1,5 1-68,0 4 0,-5 1 89,-5 3 0,1 4 502,4-4-307,0 3 1,0 9 63,1 2 1,-7 4-108,-4 1 1,0 0 33,0 0 1,-2 1-404,3-1 1,-2 0-343,1 0 1,-2-4-115,3-1 1,1-4 105,-1 4-282,6-5 0,-3 2 212,6-6 0,5-6 12,0-4 1,0-3 300,-5-1 1,5-8 204,0-6 1,0-2-100,-5-8 0,-4 1 205,-1 0 0,-6-3-16,2 7 0,-3 4 62,-2 6 0,0 5 369,0-1 47,0 4 73,0 7-776,0 1 0,0 23 312,0 3 1,-5 5 277,0-5 1,0 1-109,5 4 1,0 3-143,0-3 0,0-2-202,0 1 0,0-4 26,0 5 1,2-7-144,3 2 0,-4-3-38,4-2 0,3 1-287,1-1 1,4-2 62,1-2 0,1-2-150,-1-3 1,2-4 230,2 4 1,0-10 58,6-4 0,-5-6 138,4-3 1,-5 0-4,1-6 1,-2 2 167,2-1 1,-8-4-37,3 3 0,-4 4 88,-1 1 0,-3 3-19,-6 2 0,0 4 356,0 1-495,0 5 0,-1-2-151,-4 6 0,2 2-56,-7 2 0,1 4 48,-5 7 1,0 4 88,-1-1 1,7 3 8,4-2 1,1-3-6,-2 3 0,3-2-20,-3 2 1,5-3 29,5 3 0,3-3-112,6-2 1,1-2 137,-1-2 1,5 1-101,0-6 1,4-1 66,-4-4 0,5-1-8,-5-4 0,5-3 13,-5-6 1,0-2 92,-5-3 0,3-1-38,-3-4 0,4-1 162,-9 6 0,-1 0 11,2 5 0,-7-1-90,2 1 1,1 5-254,-1-1-63,-1 7-74,-4-3 0,2 7 210,3 4 1,1 3 17,3 6 1,3 0 69,-8 1 1,6-1 189,-6 0 1,6 0-154,-5 1 0,6-1 143,-2 0 1,-2 0-114,-3 0 0,3 1-33,-3-1 1,1 0 10,-5 0 0,5-4-109,0-1-344,-1-6 275,3 10 1,1-11 40,6 2 0,-5-4 68,1-4 1,1 0-38,8-5 1,-3-1 53,2-4 0,-2-5-8,-2 0 1,5-4 11,0 4 0,-4-5-23,-6 5 0,-1 0 4,1 5 0,3 4 52,-8 1 1,1 4 268,-5-4-713,0 6 334,0-4 0,0 9 289,0 3 0,0 2 148,0 8 0,0-1 186,0 0 0,0 5-209,0 0 1,0 0-27,0-5 1,0 5-38,0 0 1,0 0-4,0-5 0,0 0-473,0 1 1,0-6 201,0 1 1,0-6-1160,0 6 562,0-7 498,0 3 0,0-7-188,0-4 1,0-3-169,0-6 1,5-5 174,-1 0 1,8-6 83,-3 1 1,-1 3 167,1 3 1,-1-3-65,2 2 1,2 5 274,-2 4-97,3 1 0,1 1 30,0 3 0,0 4 21,0 1 0,1 0 217,-1 0 0,-5 6-108,1 3 0,-2 4 55,1 1 0,2 1-245,-6-1 0,4 0 230,-4 0-601,6 0 0,-8 1-385,7-1 117,-1-6 1,6-2 271,-1-6 0,2 0-77,3 0 1,-4 0 81,4 0 1,-3-6 52,-2-4 0,5-2 338,0-3 1,0 0-67,-5-4 1,-1 3 342,-3-3 0,1 3 15,-7 2 0,1 0 753,-5-1-529,0 1 131,0 0-746,0 6 0,-6 2-344,-4 6 1,2 1 177,-1 4 1,4 3 75,-4 6 1,6 2-177,-2 3 0,3-3-16,2 3 0,0-3 116,0-2 0,5 0-32,0 0 0,6 0 10,-2 1 1,9-1 111,1 0 1,4-6 90,-4-3 1,6-4 78,-1-1 0,1-1-118,-1-4 1,3-5 286,-3-8 1,1-5-47,-1-5 0,1 0-160,-6-1 0,0 1 11,-5-1 1,0-2 10,1 2 1,-8-1 160,-2 11 315,-3 0-178,-2 5-314,-7 6 0,4 2-668,-6 6 494,6 6 0,-8 4 157,6 9 1,-5-2-6,6 7 0,-6-2-90,5 1 1,1 4 963,4-3 1,0-2-367,0 2 0,0-5-498,0 4 0,6-5-50,3 1 1,2-3-83,-1-2 1,7-6-82,-2-4 1,2-2-449,-3-2 1,5-2 14,0-2 1,6-6-469,-1-9 0,3-4 72,1-11 0,-4 0-471,0-4 0,-7-2-258,2 7 0,-9-5 1721,-6 5 0,-40 6 0,-11 7 0</inkml:trace>
  <inkml:trace contextRef="#ctx0" brushRef="#br0">9711 4734 8011,'-6'8'2942,"4"-2"-1674,-10-6-841,10 0 0,2 0 19,10 0 1,8 0-197,6 0 0,8-1 0,1-4 1,5-1-329,-5-4 0,0-1-447,-4 6 1,-3-4-814,-2 4 1,-3-4-993,-7 4 167,0 0 2163,-6-1 0,-71-2 0,19 1 0,1 0 0</inkml:trace>
  <inkml:trace contextRef="#ctx0" brushRef="#br0">7749 4734 12025,'0'-9'487,"0"-1"1,6 5-434,4-4 1,4 1-164,5-1 0,3-9-205,7 4 0,1-2-614,3 7 1,-3-4 927,3 4 0,3-10 0,1-4 0</inkml:trace>
  <inkml:trace contextRef="#ctx0" brushRef="#br0">9725 4691 7850,'-6'-14'12,"4"0"0,-4 0 843,6 0-122,0 6-230,0-5 1,-1 7 293,-4-4 134,3 4-65,-4 0-290,6 4-167,0-4-243,0 6 1,0 1-65,0 4 0,0 3 69,0 6 0,0 2-82,0 3 1,0-2-181,0 7 1,0 0 51,0 4 0,0 1-10,0-1 1,0 0-45,0 1 1,0-2-87,0-4 1,0 3-19,0-7 1,0 1-734,0-1 18,0-3-568,0 4 64,0-5-214,0-7 1630,0-2 0,-6-57 0,-2-12 0</inkml:trace>
  <inkml:trace contextRef="#ctx0" brushRef="#br0">9541 4876 7885,'-2'-9'303,"-3"-1"0,4 6 472,-4-6 1,-1 5 490,1-4 173,0 6-1002,5-10 1,2 11-33,2-2 0,0-3-339,5 3 0,5-3 95,5 3 0,2 2-269,-2-3 1,-2 4 52,7 1 1,-5-5 49,4 0 1,-5 1-175,1 4 1,-3 0-810,-2 0 180,0 0 223,0 0 1,-4 0-408,-1 0-349,-6 0-755,4 0 1234,-7 0 862,0 6 0,-38 14 0,-10 10 0</inkml:trace>
  <inkml:trace contextRef="#ctx0" brushRef="#br0">10849 4464 7986,'9'0'928,"1"0"-657,-7-6 0,5 4 452,-4-3-81,-2-3 212,4 7-337,-6-5 57,0-1-384,0 6 174,0-6-296,0 7-73,-6 0-56,-2 0 0,-6 0 77,0 0 0,4 0-144,1 0 1,-1 0 162,-4 0 64,0 0 1,-1 0 83,1 0 100,0 0-2,0 0 1,4 0 89,1 0 222,6 0-375,-10 0-206,11 0-88,-4 0-23,0 0-100,4 0 217,-4 0 0,6 2-88,0 3 89,0-4-33,0 12 0,-2-7 72,-2 4 1,2 2 24,-3-2 1,4-2 46,1 1 1,0 5-137,0 5 0,0 0 2,0-5 0,0 5 27,0 0 0,0 7 1,0-3 0,0-1-34,0 2 0,0-2-13,0 2 1,-5 1 49,0-6 0,1 5 11,4-5 1,0 5 115,0-6 1,-5 3-123,0-2 1,0-3 8,5 3 0,-4-3-9,-1-2 1,0 0 14,5 0 1,0 0-36,0 1 1,-5-1-13,1 0 1,-1 0-12,5 0 0,0-4-23,0-1 1,0 1-198,0 4 184,0 0 1,0 1 36,0-1 1,0-5 41,0 1 1,0-6 8,0 6 0,0-5 26,0 4 19,0-6 4,6 4 0,-3-7 141,7 0 1,-5 0 287,4 0 0,1 0-115,4 0 1,0 0 49,0 0 0,0-2-146,1-3 1,0 4-30,4-4 0,-8-1-65,4 1 0,-4 0-94,3 5 1,-5-5 190,1 1-326,-7-1-94,3 5 0,-4 0-188,3 0-99,-4 0-70,6 0-506,-7 0 276,0 0-426,-7 0-609,6 0-1255,-6 0-1313,7 0 4299,0 0 0,-12-38 0,-4-9 0</inkml:trace>
  <inkml:trace contextRef="#ctx0" brushRef="#br0">2744 6070 8061,'-9'0'-1891,"0"0"2625,5 0 1451,-8 0-638,10 0-673,-11 0-290,12 0 33,-5 0-195,12 0 0,3 0-84,10 0 1,-1 5-68,5 0 1,1 0-58,5-5 1,-1 0 28,0 0 1,6 0-192,-1 0 1,2 0-7,-2 0 0,-3 0-125,3 0 0,0 0 64,-5 0 1,4 0-146,-8 0 0,-4 0 38,-1 0 36,-3 0 36,-8-7 41,-2 6 61,-6-12 0,-6 5-139,-3-6 0,-6 5-160,-4-1 1,-3 1 100,-6-6 1,1 6-113,3-1 1,-1 6 157,6-6 0,0 7-47,5-2 38,0-3 332,6 7-100,1-6 0,18 12 41,4 0 0,8 6 162,1-2 1,-2 4-123,2 1 1,-7 2-6,2 3 1,-3-3-115,-2 3 1,-1-2-122,-4 2 1,-2-3 30,-7 3 0,0-2-152,0 2 0,-7-3-1047,-2 3 1,-9 2-35,0-3 1,-8 0-1716,3-9 2953,-4 4 0,-14-24 0,-4 1 0</inkml:trace>
  <inkml:trace contextRef="#ctx0" brushRef="#br0">3967 6198 8240,'-9'0'-768,"-1"0"1323,7 0 1222,-10 0-759,6 0-179,-1 0 168,-5 0-465,11 0-362,-4 0 382,6 0-312,0 0 0,6 0-68,4 0 1,3-4-112,1-1 0,5-6-191,0 1 0,1-4 71,-1-5 0,2 2-1,2-7 1,3 5-175,-7-5 1,4 1-169,-4-6 1,0-1 153,-5-3 0,-1 3-46,-3-3 1,1 5 97,-7 4 0,0-1-13,-9 6 1,2 1 122,-7 9 1,1 2 217,-6 7 0,1 0-14,0 0 1,0 2-68,0 3 1,4-2 220,1 6 1,4 6-71,-5 4 1,3 1 138,-3-1 1,2-2-65,3 7 1,4-5 120,-4 5 0,3-5-34,2 4 0,0-4-119,0 5 1,0-7 24,0 2 1,0 2-87,0-2 1,2 0 11,3-5 0,-4 0-28,4 0 1,-2 5-213,2 0 146,-3 0 1,4-4-143,-6-1 0,0 0 130,0 0-193,0 0 0,-2-1-73,-2-3-14,2 2 85,-11-10-15,12 4-43,-6-6-94,7 0 1,0-6-310,0-4 0,0-4-21,0-5 0,5 3 190,0-3 0,6 4 140,-1 0 0,1 1 50,-2 0 1,4 0 103,-4-1 0,2 6-8,-1 0 1,2 1 320,-2-2 0,2 4-81,3 6 1,-6 0 169,1 0 1,-1 0 74,5 0 0,-4 5-145,-1-1 1,-4 7 19,4-1 0,-4 7-195,5 2 1,-7 0-1,2-5 1,-2 1-307,2-1-708,-4 0 500,5 0 0,-4-1-227,3-4 0,-2-2-77,6-7 110,-5 0 802,8-7 0,-6-1 48,4-6 0,-2 0 102,-3 0 1,-4 0-128,4-1 1,1 1 569,-1 0 123,0 0 485,1-1-771,-4 1-496,4 6 66,0 2 0,-3 8-92,7 2 0,-7 4-215,2 6 1,1 1 89,-1-1 1,6-5-179,-2 1 0,4-2-123,1 1 0,2-1-263,3-3 1,-3-4 376,3 4 1,-3-3 80,-2-2 1,2-2 296,3-3 1,-5 2 75,0-6 0,-1-5 178,-9-5 0,1 0-141,-5 4 0,0-3 55,0-1 1,-6 0-27,-4 4 0,-4 6-60,-5-1 0,2 7-300,-7-1 0,7 2 166,-2 2 0,-2 2-288,2 2 0,-4 4-4,4 6 1,0 1-122,4-1 1,6-3-63,-1 3 1,7-8-972,-1 9 998,2-4 0,8 1-43,4-2 0,7-4 1,2-6 1,8-1 69,1-4 0,1 2 500,4-7 0,-3 1 110,-2-6 0,1 1 347,-1 0 1,-6 5-248,-3-1 1,-3 7 933,-2-2-430,1 4-404,-1 1 1,-6 1 63,-4 4 1,-2 3-107,-2 6 1,0 0-315,0 0 1,-2 1-163,-2-1 0,2 0-592,-3 0-482,4 1-1165,1-1 1202,0 0 376,0-6 1,6-2 93,4-6 0,-2-5 263,1 1 1,5-6 453,5 6 0,0-6 114,-5 5 1,1-1 107,-1 1 1,0 4 375,0-4 883,0 3-1115,1 2 1,-1 0 661,0 0-275,-6 0-27,5 0-935,-12 0-116,12 0 49,-5 0 0,1-4 1,1-1 0,-6-6-144,6 1 1,-7-2 194,2-3 1,-4 1 98,-1 0 0,0 0-101,0 0 1,-1 4 56,-4 1 0,2 6-586,-7-2 0,6 3-976,-6 2 333,1 0 1,-1 7-250,1 2 1545,6 4 0,15 26 0,12 7 0</inkml:trace>
  <inkml:trace contextRef="#ctx0" brushRef="#br0">5602 5957 8153,'0'-15'0,"0"1"943,0 0 1391,0 6 11,0-5-1100,0 12-377,0-5-484,0 6 1,0 6 64,0 3 1,0 9-222,0 1 1,0 1-127,0-1 0,-1 2-19,-4 2 1,3 4-234,-2-3 1,2-2-606,2 2 0,-5-5 352,1 4 1,-1-5-317,5 1 1,1-3-6,4-2 1,1 0-137,4 0 0,3-6 486,-4-3 0,8-4 326,2-1 0,2-6-6,-2-3 0,-2-4 174,7-1 0,-7 1-257,2 4 1,-5-4 32,-4 4 1,1 1 2042,-6-2-250,6 7-140,-10-3-1057,12 6 0,-11 1 538,2 4-803,4 3 0,-5 5-164,7-4-412,-1 4 1,6-7 198,-1 3 0,0-2 3,0-7 1,0 0 62,1 0 1,-1 0-79,0 0 1,-4-7 137,-1-2 345,-6-4 0,8-1-165,-6 0 0,0 0 152,-5-1 0,-2 6-860,-3 0 0,-2 4 280,-8-5 1,0 7-1295,-4-2 0,3 4 387,-3 1 0,-2 0 74,2 0 0,-1 5 1105,1-1 0,-29 14 0,-12-3 0</inkml:trace>
  <inkml:trace contextRef="#ctx0" brushRef="#br0">5474 6042 8153,'-14'0'1544,"0"0"2142,0-6-2589,6 4 0,8-6-532,9 3 1,16 2-449,9-6 1,5 4-385,4-4 0,4 4-470,1-5 0,-3 7 295,-7-2 1,-5-1-1217,-9 1-2016,3 1 1965,-17 4 1709,-4 0 0,-65 6 0,-18 2 0</inkml:trace>
  <inkml:trace contextRef="#ctx0" brushRef="#br0">6740 5999 8017,'9'-9'742,"1"-1"1156,-7 1-1233,9-5 1,-10 4 508,3 1-6,-4 6-628,-1-4-527,0 7 1,0 2 231,0 3 0,0 2 43,0 8 1,0-1-272,0 0 1,0 0 154,0 1 1,0-1-100,0 0 0,-4 0-232,-1 0 0,0 1-536,5-1 219,0 0-78,-6 0 172,4 0 236,-4-6 0,6-3-73,0-10 1,0-3-186,0-6 1,1-2 427,4-2 0,2 0 82,2-6 0,4 7 151,-4-2 1,4 3-87,1 2 0,0 1 90,0 4 1,1 3 8,-1 6-30,0 0 0,0 1-38,0 4 1,-1 4 185,-3 10 0,1-3-255,-7 3 1,3-3-80,-3-2 0,-2 2-102,3 3 0,-4-8-355,-1 3-768,0-3 421,0 3-431,0-6 460,0-1 372,7-14 0,-4-2 549,6-10 0,1 3-85,4-3 1,0 3 63,0 2 1,1-5 86,-1 0 1,0 5 871,0 5-830,1-1 1,-1-3 301,0 4-361,0 3-361,0 6 64,1 6 1,-3 2 31,-2 6 1,-2 0-94,-4 1 0,-2-6-400,3 1-611,3-1 268,-7 5 223,12 0 1,-10-6 343,6-3 1,-4-3 125,5-2 1,-1-2 420,5-3 1,1-3-228,-1-6 0,-5 2 474,1 2 0,-1-3-194,5 4 1,-4 1 1,-1-1 0,-5 4 6,0-5 1,3 6 103,-3-6-268,1 7-461,1-3 269,-4 6 21,11 0 0,-10 1-273,6 4 254,-6-3 1,5 5-247,-3-2 155,-3-3-145,4 4 342,-6-6 1,2 0 374,2 0 436,-2 0-225,4 0 209,-6 0-224,0 0-508,-6 0-463,4 0 301,-4 0-217,6 0-865,0 0 524,-6 0 102,4 0 152,-4 0 246,6 0 1,-2 0-95,-3 0 47,4 0 49,-5 0 17,6 0-102,0 0-451,-7 0-251,6 0-289,-6 0 343,7 0 2456,0 0-1086,-6 0-156,4 0-496,-4 0-686,6 0-1023,0 0-844,0 6 2648,0-4 0,19-2 0,5-8 0</inkml:trace>
  <inkml:trace contextRef="#ctx0" brushRef="#br0">11460 4805 8059,'0'-14'-274,"0"4"-69,0 1 0,0 4 2370,0-4-528,0-1-291,0-4-780,0 0 0,0 4-67,0 1 0,-2 6-172,-2-2 1,0 3-57,-5 2 1,0 2-113,-6 3 1,1-2 140,0 6 0,0 6-225,-1 4 1,0 1-24,-4-1 0,8 2-68,-4 2 1,4 3-63,-3-8 1,6 3-175,3-2 1,2-8 140,-1 3 1,2-3-36,-3 4 0,10-8 54,4-2 1,6-3 81,4-2 0,-2-7 12,7-2 0,-2-4 101,2-1 1,2-5 189,-2 0 1,-3-6 14,-2 1 1,-4-3 301,0-1 1,-6 0-141,1-1 1,-7 1 46,1-1 0,-2 1 586,-2-1-531,0 7 0,-2 3 453,-2 10-949,2 2-344,-11 7 0,10 12 412,-6 2 0,4 9 110,-4 1 1,5 3 13,0 1 0,1 1 12,-2-1 0,3 1-240,-2-1 0,2-1 90,2-3 0,2-4-512,2-6 0,4 4 121,6-4 0,1 2-61,-1-11 1,0-1 165,0-4 0,5-1-68,0-4 0,2-3 213,-2-6 0,-2-2 177,7-3 0,-7 2 42,2-7 0,2 2-59,-2-2 1,1 2 205,-1 3 1,-3 8-25,3-3 1,-2 4-64,2 1 1,-6 3-63,6 6 1,-11 0 73,6 0 1,-8 0 51,4 0 10,-7 6-124,3 2 0,-6 1 27,0 1 149,0-7 168,0 3 416,0-6-440,0 0-350,-6 0-9,-2 0 1,-6 0-177,-1 0 1,1 0-32,0 0 0,3 0 165,-3 0 1,3 2-127,-8 3 1,3-2-127,2 6 1,4-1-106,1 2 0,1 2-21,-2-2 0,2-2-630,4 1 276,2 1 350,2 4 0,10-6 173,9-4 0,-4-2 80,4-2 0,2 0 39,-2 0 0,5-6 146,-5-4 1,-1 2 240,-3-1 0,-1 4 16,0-4 1,-4 4 922,-1-5-701,-6 7-211,10-3 337,-12 6-382,6 0 0,-7 6-70,0 4 1,0 2-105,0 3 1,5-6-126,-1 1 0,3-3-71,-3 3 0,-1 1-287,7-6 0,-5-1 153,4-4 1,1 0-75,4 0 1,0-1-95,0-4 1,2-4 110,3-10 0,-3-3 213,3-7 0,-3 1-18,-2-1 1,-2-4 139,-2 0 1,1-5 114,-6 5 0,-1 6 687,-4 8-258,0 3-107,0 2 0,0 9-408,0 10 0,0 5 112,0 13 0,0 1 272,0 4 1,-4 1 32,-1-1 0,0 1 74,5-1 1,0 1-507,0-1 0,0-6-400,0-3 0,0-3-73,0-2 1,7-1-482,2-4 0,4-3-48,1-6 1,6-1 353,4-4 1,3-3 174,1-6 1,2-7 180,4-2 1,-4-4 123,3-2 0,0 3 48,-5 2 0,2 3 240,-11 7 1,0 2 29,-4 2 1,-6 4 923,1 6-730,-7 0 1,3 1 153,-6 4-62,0 3 1,0 6-45,0 0-522,0-6 225,0 5-333,0-11 221,0 4-181,0-6-41,0 0 0,-2-5 31,-2 0 1,1-6 8,-7 2 1,5 1 135,-4-2 0,-1 7 33,-4-1 1,0 2 18,0 2 1,-1 2 7,1 2 1,0-1-62,0 7 0,0-1 21,-1 6 0,6 4-169,-1 0 0,7 0 109,-1-5 0,2 0-381,2 0 1,2-1 125,2-4 1,4 2 107,6-6 1,5 0 98,0-5 0,5-7-17,-5-2 0,2 1 250,-3-1 331,-2-1 0,5-2 360,-7 2 0,-5-1 103,1 6-585,-7 1 35,3 4-252,1 0 0,-4 1-292,6 4 1,-5-2-582,0 6 1,4-4 389,2 5 1,-2-7-187,1 2 0,1 1-588,4-1 0,0-1 456,0-4 1,0-6 660,1-3 0,-20-67 0,0 29 0,0 1 0</inkml:trace>
  <inkml:trace contextRef="#ctx0" brushRef="#br0">12114 4620 8766,'-8'7'1419,"2"-6"0,7 6-904,4-7 0,3 0-128,6 0 1,7 0-141,2 0 0,3-5-1264,-3 0 0,4-4-69,-3 4 1,1-1 1085,-1 1 0,15-9 0,-1-9 0</inkml:trace>
  <inkml:trace contextRef="#ctx0" brushRef="#br0">13223 4905 8036,'-8'6'996,"2"-4"1640,6 4-927,0-6-1276,6 0 0,2-5-194,6 0 1,0-4-115,1 4 0,4-6-231,0 2 1,-1-4 31,-3-1 0,0-2-200,4-3 0,-3 2-51,3-7 1,-3 0-360,-2-4 0,-6-1 398,-3 1 0,1-5 107,-1 0 0,0 4 224,-5 6 123,-7 5 314,-1-2 1,-6 12-213,0 3 0,1 5 101,4 5 1,-2 3-17,6 6 0,-4 2 113,4 3 1,-5 1-62,6 4 1,-6 3-138,5-4 0,1 3-203,4-3 1,-5 4 74,0-3 1,0 3-80,5 1 0,0 1 49,0-1 0,-4 0-145,-1 1 1,0 4-2,5 0 1,0 0-114,0-4 1,0 1-31,0 3 1,0-5 14,0 1 0,0-1-121,0-4 0,2-2 92,3 2 1,-4-2-130,4 2 0,1-9-7,-1-5 0,6-2-146,-2 1 1,-1-2 44,2-7 392,-1 0 0,6-7 629,-1-2 1,0-4-357,0-1 1,-4-7 245,-1-2 0,-1-6-230,2-4 1,1 3-98,-7-3 0,1-2-4,-5 2 0,0-5-257,0 5 1,0-5-47,0 5 1,-6 0-332,-4 4 1,-7 7 113,-2 3 1,0 5 85,5 4 1,-5 4-10,0 6 1,-2 0 221,2 0 0,5 6 145,0 4 1,0 1-90,4-2 0,4 4-25,1-3-137,-3 2 56,7 2 1,2-6 273,13-3 1,2-3-51,8-2 1,0-2 65,4-3 0,7-3-225,3-6 1,-2-5 0,2 0 0,0-6 58,5 1 0,-2-2 10,-3-3 1,-4 1 99,-5-1 1,-12 1-8,-3-1 0,-4 6 117,-1-1 1,-2 7-59,-7-2 0,-2 4 162,-3 6 1,2 1-212,-6 3 0,4 4-43,-5-4 0,1 8-12,-5 2 1,0 8-191,-1 1 1,1 2-27,0 7 1,0 1 247,-1 4 0,1 1 193,0-1 1,6 1-184,3-1 0,-1-1-25,1-3 1,1 2-201,4-2 0,1-3-231,4-2 1,4-4 54,10 0 0,-1-3-230,5-2 1,1-4 115,5-6 0,-6 0 104,1 0 0,-2-6 122,2-4 1,-4-2 172,-5-3 0,-1 0 333,0-4 1,0 3 4,0-3 0,-6 3 305,-3 2 1,1 4-254,-1 1 0,0 4 669,-5-4-845,0 6-152,0-4 0,0 9-242,0 3 1,0 3 336,0 6 0,0 5 36,0 0 1,0 0-229,0-5 1,0 0-169,0 0 0,6 0-303,4 1 0,1-1 249,-2 0 0,4-6 19,-4-3 1,9-4 140,1-1 0,0 0-6,-5 0 1,0-8 38,0-6 1,0-2 132,1-7 0,-6-1-12,1-4 0,-7-1 296,2 1 0,-5 6 28,-5 3 1,2-2-98,-7 2 0,1 7-356,-6 7 0,-4 3 80,1 2 1,-1 0-29,4 0 1,-2 2 106,3 3 1,-4 2-340,9 8 1,1-6-200,-1 1 1,5-6-210,0 6 1,4-5 397,4 4 1,4-6 97,6 2 1,7-3 84,3-2 1,3 0 178,1 0 0,0-2 38,1-3 1,-1 4 111,1-4 1,-6 3 217,1 2 1,-6 0-118,0 0 1,-2 2 24,-2 3 0,-4-2-38,-1 6 0,-5 1-2,0 4 1,-2 0-357,-2 0 1,0 1 142,0-1 1,0-5-427,0 1 1,5-6-569,-1 6 46,1-7 1,-3 3 456,2-6 1,0 0-95,5 0 0,1-1 112,4-4 0,0 2 170,0-7 0,-4 6 106,-1-6 0,1 6 381,4-6 239,0 7 0,0-3-210,1 6 1,-6 0 5,0 0 0,-4 0 378,5 0-133,-1 6 1,4-3-197,-4 7 0,4-7 7,-4 1 0,-1-2 100,2-2-404,-1 0 0,5 0-53,1 0 0,-6-6 253,1-4-200,-7-2 0,8-7-217,-6 0 0,-1 0-233,-4 5 0,-4-5-343,-1 0 1,-5 0-2388,6 4 3097,-7 8 0,3 38 0,-7 17 0</inkml:trace>
  <inkml:trace contextRef="#ctx0" brushRef="#br0">14986 4876 8103,'0'-14'1275,"0"0"276,0 0 1486,-6 6-1976,4 1-569,-4 7-415,6 0 0,0 7 46,0 2 0,0 4-61,0 1 1,0 5 5,0 0 0,-5 0-136,0-5 0,-6 0-490,2 1 1,1-1-670,-2 0 1,6-5 423,-6 1 803,7-7 0,16-47 0,10-19 0</inkml:trace>
  <inkml:trace contextRef="#ctx0" brushRef="#br0">15498 4819 8109,'-8'0'3629,"-5"7"-2891,12-6 1,-7 6 435,3-7 17,3 0-945,-4 0 1,12-5-300,4 0 1,3-6 117,1 2 1,0-4-82,0-1 0,2 0 137,3-1 0,-3-1-150,3-2 1,1 0-366,-1-6 0,0 6 53,-5-6 1,-4 2-59,-1-2 0,-4-1 112,5 6 1,-7 0-291,1 5 488,-2-1 1,-4 3 137,-2 2 0,1 4-145,-7 6 0,1 5 28,-6-1 0,1 12 246,0-2 0,0 5 155,0 0 1,1-1 186,3 5 1,-1 0-135,7 0 0,-6 4 30,5-3 0,1-2-134,4 2 1,-5-2-62,0 1 0,0 4-27,5-3 0,0-2-19,0 2 0,0-5-138,0 4 0,5-4-22,0 5 0,0-5-140,-5 5 1,4-7 54,1 2 1,0 2-75,-5-2 1,0-1 119,0-3-8,0-1 1,0-5 194,0 1 1,-2-7 626,-2 2-346,2-4 1,-6-7-404,3-3 0,4-4-507,-4-1 1,2-7 41,-2-3 1,4-4-325,-4-5 0,3 1 362,2-6 1,5 2-148,0-2 1,6 2 400,-2 3 1,-1 4-63,2 1 1,4 1 90,5 8 0,1 2 20,-1 7 1,-1 4 154,5 6 1,-4 0 34,5 0 0,-7 6 58,2 4 1,-4 7 27,-6 2 1,-3 0 92,-6-5 1,5 5-30,0 0 0,-2-5 205,-8-4 1,2-1-17,-6 5 1,-1-4-208,-4-1 1,-2-6-231,-3 2 0,2-3-19,-7-2 1,5 0-490,-5 0 1,5 0 315,-4 0 0,5-5-108,-1 0 0,4-4 113,0 4 1,6-4-6,-1 4-924,7-6 361,-3 9 415,6-4 1,6 6 366,4 0 1,2 0 228,3 0 0,0 0-121,4 0 1,2 0 152,3 0 1,2 0-357,-2 0 0,3-5 69,1 0 1,1-10-336,-1 0 0,6-4 160,-1 1 1,-5 0 114,-4-6 1,-7 7 13,2-2 0,-8-1 211,-1 1 0,-7 0-26,2 4 0,-5 8 365,-5 2 0,-3-1-315,-6 1 1,0 2-42,-1 7 1,1 4-526,0 6 0,1 1 150,4-1 1,-2 0-51,6 0 1,0 1 46,5-1 1,2-2-93,3-2 0,1 3 160,3-4 1,4-1 327,-4 1 0,6-1 272,4 2 1,-4 1-221,4-6 1,-3 1 241,-2-1 0,-1-2-81,-3 6 0,1-4 527,-7 4-362,1-5-360,1 8 0,-4-9-153,3 7-637,-4-7-220,-1 10-130,0-12 1,2 6 175,3-7 0,-2 0 382,6 0 1,-4 0 299,4 0 1,1-7-75,4-2 1,0-2 130,1 1 1,-6-2 8,1 2 0,-1-1 276,5 2 1,-4-2 196,-1 6 0,-4-5-167,4 6 1,-4-1 196,5 5-115,-7 0-52,9 0 1,-8 0 162,5 0-155,-6 6 0,8-3-150,-6 7 1,1-7-33,-1 2 0,-2-4-64,7-1 72,-1 0 0,5 0-169,1 0 0,-6 0 23,1 0 0,-6-4 24,6-1 1,-2-6 98,1 1 0,-1 2 106,-3-1-171,-4-1 0,7-4 8,-3 0 0,-3 5-219,2-1 1,-2 5 25,-2-4-683,0 6 467,-6-4 1,2 7-493,-5 0 670,6 0 0,-10 0 260,4 0 1,1 2-121,-2 3 0,6-2 176,-6 6 0,5-6 444,-4 2-144,6 3-74,-10-6 1,12 6 330,-4-4-81,3-2-445,-4 4-298,4-6 156,-4 0 0,4 0-124,-2 0-440,2 0 361,-4 0 0,4 0-342,-3 0 42,4 0-86,-5 0 332,6 0 12,-7 0 130,6 0 0,-10 2 22,6 3 1,0-2-7,5 6 0,0-4-8,0 4 1,-5-4 33,1 5 0,-1-6 33,5 6 0,1-5 0,4 4 0,-2-4-12,7 4 1,-1-6 96,6 2 0,-1 1-46,0-1 1,0 0 135,0-5 1,5 0 0,0 0 1,2 0-91,-2 0 0,-3-2 194,3-2 1,-4 0 29,0-5 1,-6 0 411,1-6-615,-1 1 0,-1 0-162,-3 0 0,-4-1-37,-1 1 1,0 0-673,0 0 573,0 0 1,0-1 7,0 1 1,-1 5-126,-4-1 0,2 7 83,-7-2 1,6-1 114,-6 1 1,5 0-71,-4 5 1,4-4-59,-4-1 1,4 0 126,-5 5 0,6 0-74,-6 0-146,7 0 0,-5 0-235,3 0-48,4 0 295,-6 0-73,7 7 154,0 0 249,0 8 0,7-3-39,2-2 1,-1 1 181,2-6 1,-1 4 117,5-4 0,2 0-101,3-5 0,-2 0-14,7 0 1,0 0-75,4 0 1,2-7 16,4-2 1,0-5-63,4-5 0,2 1-4,-7-5 1,-5-1 142,-4-5 1,-7 1-126,2 0 0,-9 5-20,-5 4 0,-4-1 27,-1 1 0,-1 5 37,-4 4 0,-3 7-74,-6-2 1,4 4-79,1 1 0,-1 6-38,-4 4 1,0 4-228,0 5 0,4 4 291,1 11 0,4-3 369,-5 7 0,7-6 220,-1 1 0,2 2-192,2-2 0,0 0 32,0-5 0,0 1-198,0-1 1,0-4 196,0 0-337,0-7 0,2 2-390,2-10 1,-1-2 155,7-7 1,-1 0-222,6 0 1,-1-7 1,0-2 0,0-8 118,0-2 1,1-2-25,-1 2 0,2 3-6,3-3 1,-8 4-392,3 0 551,-3 1 223,3 0 0,-4 6-58,-1 3 136,-6 4 1,4 7 438,-7 4 1,0 2-305,0 2 1,0 1 269,0-1-421,0 0 0,1 0-223,4 0 1,-3-4 18,2-1 0,4-5-254,2 0 0,-2-2 127,1-2 0,1 0-31,4 0 0,-2-6 244,-2-4 0,2-4-92,-2-5 0,1 2 322,-2-7 0,3 5-22,-8-5 0,1 7 109,-5-2 1,0 3-187,0 2 0,-5 4-40,1 1 1,-9 6-61,-1-2 1,-1 3-211,-3 2 1,-3 7-12,2 2 1,0 4 95,5 1 1,0 0-335,-1 1 1,8-6-129,2 1-689,3-1 803,2 5 1,8-4 127,6-1 1,2-6 58,8 2 1,4-3 99,5-2 0,5-5 294,-4 0 1,5-6-159,-1 2 1,-3 1 497,-2-2 1,-3 7-98,-2-2 0,-6 2 81,-3-2 0,-3 4 46,-2-4 85,-6 4 56,-1 1-134,-7 0 722,0 0-424,-7 0-365,6 0-439,-12 0-647,5 0 350,-6 0 0,0 0-794,0 0 860,-1 0 0,1 4-77,0 1 1,1 6-26,4-1 0,-4 2-1,4 2 1,2 1 419,3-1 1,-3 0 69,3 0-186,-1 1 1,5-1-133,0 0 0,6-5-150,4 1 0,7-7 150,2 2 1,5-4-158,-5-1 1,6 0-132,-1 0 0,2-6 62,3-3 0,-2 1 343,-4-2 0,3 1 12,-7-5 0,0 4 359,-5 1-115,0 5 197,0-2-274,0 6 1,-6 2 25,-3 2 1,-3 0 439,-2 5 0,4 1-155,1 4 0,0 0 3,-5 0 0,5 0-200,-1 1 0,7-3-252,-1-2 1,3 1 120,1-7 0,0 1-126,0-5 1,0 0 64,1 0 1,-1-1-134,0-4 0,-1-5 29,-4-9 0,4 4 70,-4-4 0,-2 1-12,-3-1 0,-2 4-213,-2-4 0,-2 3-303,-2 2 1,-4 6 68,-7 3 1,1-1-182,0 1 0,-5 2 139,0 8 1,-5-2 61,5 6 1,1 1 5,3 4 270,1 0 0,1 0 321,4 0-154,3 1 0,6-1 277,0 0 0,1-6-28,4-3 1,4-2 151,10 2 1,4-4-182,5 4 1,0-8-28,1-2 1,1-6-68,3 2 1,-3-6 14,3-4 1,-3-3-621,-1-6 0,1-2 132,3-3 0,-9 1-25,-1-6 0,-10 7 99,-4-3 1,-5 4-279,0 2 461,-2 6 1,-4 3 116,-2 9 0,0 4 2,-5 6 1,4 2-29,-4 2 0,-1 6 130,-4 9 0,0 3 215,0 6 1,-1 1 524,1-1 0,5 1-432,-1-1 0,5 1 71,-4-1 0,6 0-339,-2 1 0,3-7-183,2-3 1,7 1-34,2-1 1,4-1 17,1-9 1,0 2 24,1-6 1,3 0 3,1-5 0,5-5-289,-5 0 1,5-10-25,-5 0 1,6-4-70,-1 0 0,-2-1-3,2-4 0,-5-1-209,4 6 1,-5 0 34,1 5 1,-4 1-107,0 4 415,-1 2 1,0 7-15,0 0 1,-1 2 263,-4 3 1,2 3 188,-6 6 1,0 2 1430,-5 3-1149,0-4 0,0 6 255,0-7 1,0 0-512,0 0-704,-6-6 0,-4 0-842,-9-3 1,2-3 421,-7 2 1,-4-2-1746,-6-2 2591,-5 0 0,-22-13 0,-20-9 0,-3 0 0,14 4 0,0 1 0,0-1 0,0 0 0</inkml:trace>
  <inkml:trace contextRef="#ctx0" brushRef="#br0">16820 4578 7988,'-5'-5'2085,"10"0"1,11 0-1573,17 5 0,10 0-539,9 0 1,3 0-416,2 0 0,-2 0 131,-3 0 1,-9 0-353,-10 0 1,-11 7 661,-7 2 0,-52 29 0,-18 8 0</inkml:trace>
  <inkml:trace contextRef="#ctx0" brushRef="#br0">18825 4876 7895,'0'-9'596,"0"-1"1,1 7 2516,4-2-1949,-3-3-424,4 7-175,-6-5-296,6 6 0,-4 1-14,3 4 0,-4-2 0,-1 7 1,-5-1-325,1 5 0,-6 0-297,5 1 0,-4-1-1210,4 0-591,-6 0 2167,3 1 0,7-14 0,2-2 0</inkml:trace>
  <inkml:trace contextRef="#ctx0" brushRef="#br0">19209 4876 8344,'1'-12'3057,"4"2"1,-2-3-2543,7 4 1,-1-4-607,5-1 0,2-2 147,3-3 0,2-1-124,2-4 0,4-3 119,-3 4 1,-4-4-205,-1-2 0,-4 7 92,-6 3 208,-3 3 142,-6 2 0,-1 6-292,-4 4 1,-3 2-202,-6 2 0,0 6-17,-1 4 1,3 2-308,2 3 1,4-1 228,6 0 1,2 0 1,2 1 1,4 4 134,6-1 0,7 1 109,3-4 0,-2-1 280,1 0 0,-5 0 159,1 0-4,3 1 0,-6-1 460,3 0-202,-10-6 0,-4 3 127,-10-6 0,-3 1-287,-6-1 1,-2-4-437,-3 4 1,4-3-216,-4-2 1,-2 0-264,2 0 0,0 0-33,5 0-39,0 0 1,-1 0-83,1 0 161,6 0 1,-3-2-305,7-3 395,-1 4 578,5-5-106,0 6 344,0 0-98,6 0 0,2 0-163,6 0 0,5-2 69,0-3 1,6 4-446,-1-4 1,3-1 62,1 1 0,2-6-193,4 1 1,-3 2 105,7-1 0,-6-5-9,1-5 1,-5 0 52,-4 5 1,-3-1-80,-7 1 136,0 0 522,-6 0-369,-2 0 0,-12 6 89,-4 3 1,-2 3-351,-2 2 1,-5 5 53,0 0 0,0 7 13,4 3 1,1-1 128,0 5 0,0-3 82,0-2 0,6 0-74,3 0 1,3 1 194,2-1 1,0 0-112,0 0 1,2 0-8,3 1 0,3-6-208,6 1 1,5-6-48,0 6 1,6-7-215,-1 2 0,1-4 125,-1-1 1,3-1 66,-4-4 1,-1-3 79,2-6 0,-7 1 16,2 4 1,2-9 31,-2 4 0,0 0 256,-5 0 0,5 7-12,0-7 1,0 3 58,-5-3-174,0 6 1,1-3-36,-1 6 1,-5 0 27,1 5-64,-7 0 0,3 2-37,-6 3 101,0-4 186,0 6-110,0-1 205,0-4 458,0 4-581,0-6 1,-1 0-37,-4 0 1,2 0-87,-7 0 1,6 0-124,-6 0 0,5 0 163,-4 0-260,-1 6 1,-4-3-61,0 7 0,4-5 21,1 4 0,1-4-168,-1 4 281,-4 1 0,7 4 18,-4 0 1,2 0-19,3 1 0,4-1-3,-4 0 0,4-5-54,1 1 1,1-1-2,4 6 1,3-7 104,6-4 1,0-1-113,0 2 1,5-3-7,0 3 0,2-5-3,-2-5 0,-2-3-105,7-6 0,-5-2 79,5-3 0,-7 2-27,2-7 0,1 6 62,-1 0 1,-1 2-4,-9 2 1,-1 1 111,-3 3-74,-4-2 5,6 10 1,-7-3 134,0 10 1,0 3 247,0 6 0,-2 1-122,-3-1 1,4 0 27,-4 0 0,4 0-12,1 1 0,4-1 146,1 0 0,5-5-305,-6 1 0,7-2 23,-1 1 0,7 2-162,2-6 0,2 0 113,-2-5 1,-4 0-195,4 0 1,2-5 201,-2 0 0,0-6 137,-5 2 0,-1-5-148,-4-5 1,2 3 6,-6-3 0,4 3 272,-4 2 1,0 0 263,-5 0 4,0-1-551,0 1-456,0 6 304,0 2 1,0 7-206,0 4 1,-2 3 216,-2 6 1,2 1 77,-3-1 1,4 0 210,1 0 1,0 0-103,0 1 0,1-1-118,4 0 1,-2-5-50,7 1 0,-6-2-86,6 1 0,-1-2 110,6-7 1,-1 0-116,0 0 1,0 0 123,0 0 1,2-7-46,3-2 0,-3-4 172,3-1 0,-3-2 48,-2-3 0,-1 3 133,-4-2 1,2 2-39,-6 2 1,4-1 83,-4 1 0,0 5 133,-5-1-115,0 7-994,-6-3 540,-2 6 1,-2 1-71,1 4 0,6-2-43,-2 7 0,3-1-91,2 5 0,5-4 146,0-1 0,6 1 93,-2 4 0,4-5 51,1 1 0,2-1 205,3 6 0,-8-6-8,3 1 0,-3-6 236,3 6 0,-4-2 247,-1 1-272,-5 4 1,3-7 27,-2 4 1,-3-3 37,2-2-390,-2-3-193,-2 4-281,0-6 1,2 0-57,2 0 1,0 0 248,5 0 1,-4 0 17,4 0 1,1-6 38,4-4 0,-1-2 60,-4-3 0,4 1-12,-4 0 1,4 0 223,1 0 1,-5-1-28,1 1 0,-5 5 276,4-1 0,-6 5 397,2-4-259,-3 6-225,-2-3-189,0 6 1,0 1-197,0 4 0,0-2 232,0 6 1,0-4 14,0 5 0,1-2-97,4 1 0,-2 2 25,7-6 1,-6 4-128,6-4 0,-1 0 149,6-5 0,-6 0-134,0 0 1,1 0 45,4 0 1,2-2 11,3-3 0,-3-2-86,3-8 0,-4 0-119,0-4 1,-6 1 108,1-5 0,-6-6 46,6-4 1,-7-7-55,2 3 1,-4 2-21,-1 2 1,0 3 310,0 1 1,-1 7-46,-4 3 235,3 3-348,-4 8 0,5 5-30,-4 13 1,3 2 284,-2 17 1,-3-4 285,2 8 0,-1 2 414,1-2 1,4 5-375,-4-5 1,3 2-176,2-2 1,0-4-312,0-1 0,0-1-236,0-8 0,0 5 68,0-6 0,2 0-80,3-9 0,-2-2-945,6-7-1943,-5 0 1510,8 0 1,-10-2 754,3-3 0,-4-4-952,-1-10 1736,-6-3 0,-11-12 0,-6-5 0,-4-3 0,1 0 0</inkml:trace>
  <inkml:trace contextRef="#ctx0" brushRef="#br0">21242 4677 11622,'14'0'1227,"0"0"1,7 0-944,2 0 0,4 0-237,2 0 0,-1 0 98,1 0 0,-1-5-190,0 1 1,-1-3-170,-3 3 1,-3 2 335,-7-3-814,6-3 211,-4 7 122,-2-5 477,-7 6 156,-7 0 1,4 6-132,1 3 0,5 4 74,-6 1 1,3 0 78,-3 1 1,3-1-42,2 0 1,4-1-317,-4-4 1,6 4-51,3-4 1,-2-2-198,3-3 0,2-2 128,-2-2 0,0 0-73,-5 0 1,5-2 103,0-2 1,0-9 49,-5-6-1,-5 0 364,1 5 1,-7 0 31,2-1 713,3-5-404,-7 4-101,6-4-575,-14 12 1,1 3-322,-3 10 0,-4 7 364,3 7 0,3 7 94,-3-3 0,5 4 363,-4 1 0,6 6-219,-2-1 1,2 2 267,-2-2 0,3-3-141,-2 3 0,2-8 44,2-1 0,0-2-242,0 2 0,0-8-162,0-7 1,0-4 279,0 4-258,0-6 3,-6 4 0,-2-12 66,-6 0 1,4-6-228,1 2 1,1-4-132,-2-1 0,-1-5-172,7 0 1,-1-6-8,5 1 1,0-1-275,0 1 0,6-3 19,4 3 0,1 2-383,-2-1 1,4 5 177,-4-1 1,-1 4 928,2 0 0,-39-24 0,-4-7 0</inkml:trace>
  <inkml:trace contextRef="#ctx0" brushRef="#br0">22152 4364 7977,'-8'-14'712,"-5"0"1,7 0-459,-4 0 0,4 4 386,6 1 412,-6 5-747,4-8 0,-4 9 366,6-7-593,6 7-36,2-3 1,6 6-82,0 0 1,1 0 134,-1 0 1,6 0-158,4 0 0,-2 0-74,2 0 0,0 0-79,4 0 0,1 0 83,-1 0 0,-4 0-26,-1 0 0,-4 0 270,5 0 0,-7 0 3,2 0 0,-8 1 343,-1 4-238,-7-3-65,3 4 98,-6-6-108,0 6 0,-1 2 31,-4 6 1,2 2 96,-7 3 0,2 3 204,-1 7 0,-4 5-152,4 4 0,-2 5 24,1 4 1,-2 4-164,2 6 1,-1-5-23,2 0 0,-4-6 17,4 1 0,-6-7-1,-4-2 1,8-7-36,-3 2 1,3-9 30,-3-5 1,-5-8-194,0-1 1,5-7-200,4 1 1,1-2-230,-5-2 1,-7-6-379,-3-4 1,-4-4-974,-5-5 0,-4 3 709,-5-3 1086,-7-3 0,-15 0 0,-11-3 0,19 5 0,0 0 0,0 0 0</inkml:trace>
  <inkml:trace contextRef="#ctx0" brushRef="#br0">6825 5914 7872,'0'-8'221,"0"-5"1,2 7 962,2-3-183,-2 2 116,4 1-95,-6 4-406,0-4-540,6 6 129,-4 0 0,4 6 52,-6 4 0,0 3-51,0 1 1,0 2-14,0 3 0,0-4-164,0 4 1,5 2-3,0-2 0,0 0-362,-5-5 0,4 0 107,1 0 0,6 1-50,-1-1 1,-2-5 178,1 1 1,0-7-32,6 2 1,-1-5 134,0-5 0,2 0 151,3-9 0,-3 3 246,3-8 1,-4-3-187,0-2 0,-3 2 300,-2-2 0,2 2-125,-2-1 0,-4 2 372,-1 7-587,-3 0-370,-2 6 123,0 1-182,0 7 1,0 11 94,0 4 1,-2 4 11,-3 0 1,4-4 172,-4 4 0,3 2-112,2-2 0,0 0 16,0-5 0,2 0-15,3 0 0,-2-4-97,6-1 1,1-1 183,4 2 1,5-4-26,0-6-1,1-2 110,-1-2 0,-1-4-98,5-6 0,-5-5 430,1 0 0,-3-5-56,-2 5 0,-5-6 87,1 1 0,-7-3-135,2-1 0,-4 6-71,-1 3 1,0 3-243,0 2 0,-6 6 134,-4 3 0,3 4-771,-3 1 0,1 1 327,-6 4 0,3 3-417,2 6 1,-1 0 202,6 0 0,-4 1 59,4-1 0,0 0 62,5 0 0,0-4 24,0-1 0,7-1 218,2 2 1,4-4 110,1-6 0,5 0-23,0 0 1,5-2 198,-5-2 0,1-4 347,-1-7 0,-3 1-106,3 0 0,-3 0 386,-2 0 0,-5 1 199,1 3 359,-7-2-802,10 4-767,-12 0 192,6 2 1,-9 7 117,-3 4 0,4 3-225,-4 6 1,-1 0-59,1 1 1,0 4-577,5 0 331,-6-1 0,4-3-220,-2-1 1,8 0 321,6 0 1,-2-4-15,1-1 0,1-6 251,4 2 1,0-2-40,0 2 1,0-3 336,1 2 0,-1-2 289,0-2 709,0 0-765,1 0 0,-6 0 886,1 0-509,-7 0 77,3 0-599,-6 0 98,0 0-293,0 6-278,0-4-450,0 4 446,6 1-1,-3-6-326,7 4 120,-7 3 167,10-7 0,-10 6 307,6-7 1,-4 1-127,5 4 311,-7-3 247,9 4 80,-4-6-408,7-6 0,-3-2-51,-2-7 1,1 6-13,-7-1-21,8 1 1,-6-5 105,3 0 0,2 4-104,-6 1 0,1 4-66,-1-5 0,-3 6 147,2-6 62,-2 7-304,-2-3-464,0 6-21,0 0 727,-6 6-156,4 2 0,-6 6 193,4 0-205,2 1 0,-4-1-20,6 0 1,0-5-5,0 1 0,0-5-154,0 4 1,1-4 15,4 4 79,3-5 1,6 2 175,0-6 0,5 0-150,0 0 0,2-2 138,-2-2 1,-2-9 2,7-6 1,-7-6 193,2 1 0,2-4-142,-2-6 1,0-4-60,-5-9 0,-5 3-68,1-4 0,-7 6-174,2 4 0,-4 5 31,-1 9 132,0 10-354,0 7 0,0 15 207,0 7 0,0 5 187,0 9 0,0 1 80,0 3 1,0 2 319,0 2 1,-5 3-118,1-7 1,-6 2 187,6-2 1,-1-3-141,5 3 0,-5-3-83,0-1 1,1-3-276,4-2 0,6-3 39,3-7 1,4-1-136,1-4 1,2 2 115,3-6 0,-3 0-65,3-5 0,1-2 17,-1-3 1,5-3 11,-5-6 0,5-5 51,-5 0 0,4-6-7,-4 1 1,0-3-275,-5-1 1,1 0 20,-1-1 0,-6 2 33,-4 4 0,-2 2-71,-2 7 153,0 6 1,-2 2-96,-2 6 1,-4 6-145,-6 3 0,-1 6 320,1 4 0,1 1-61,4 4 0,3 1 331,6-6 1,0 5-76,0-5 0,1 0 23,4-5 1,4-5-193,10 1 0,-3-5-16,3 4 1,2-6-244,-2 2 0,0-8-555,-5-2 0,0-6-1057,0 1 0,-6-7 1887,-3-2 0,-29-50 0,8 30 0,1 0 0</inkml:trace>
  <inkml:trace contextRef="#ctx0" brushRef="#br0">8033 5857 7872,'-14'0'0,"2"-1"3813,2-4-2756,-3 3 0,13-4-480,0 6 1,8-5-540,11 0 0,3-6-522,7 2 1,-5 1-295,-1-1 1,-1 4 460,2-5 0,1 6-2581,-6-6 2898,0 7 0,27-10 0,8 5 0</inkml:trace>
  <inkml:trace contextRef="#ctx0" brushRef="#br0">9341 5999 7937,'0'-9'0,"0"-1"0,0 1 1667,0-5 0,-1 4 710,-4 1-256,4 6-1079,-6-4-88,7 7-571,0 0 0,0 7 94,0 2 1,0 4-335,0 1 0,0 5 63,0 0 0,0 0-112,0-5 0,0 0 2,0 0 1,0-4-166,0-1 0,0-4-214,0 5-727,0-7 454,0 3 0,0-8-559,0-2 0,0-6 515,0-9 0,7 2 238,2-7 0,4 7 320,1-2 1,2-2 65,3 2 1,-2 2 277,7 8 1,-7-2-84,2 6 1,2 0 307,-2 5 1,-2 6 276,-8 4 1,2 2-310,-6 3 1,5 0-117,-6 4 0,1-3-190,-5 3 1,5-3-170,0-2 0,-1 0-309,-4 1 1,2-6-1700,3 1 1349,3-7 1,6 3-373,0-6 0,5-6 447,0-4 1,2-2 452,-3-3 1,-2-5 443,3-4 0,2-1-52,-2 1 1,-2-1 332,-7 6 1,1 0-231,-7 5 0,1 4 967,-5 1-283,0 6-565,0-4 1,-6 11-362,-4 5 0,-2 0-287,-3 10 0,6-1 105,0 1 1,5-3-141,0 3 1,2-4-235,2 0 1,0-1 148,0 0 0,0-5-172,0 1 0,8-7 39,6 2 0,0-4-141,5-1 0,2-1 207,-2-4 0,6 2 44,-1-7 0,-4 1 508,-1-5 0,-3 1-42,-2 4 0,1-4 233,-1 4 0,-5 2 1,1 2 257,-7-2-183,9 5-54,-10-4-155,4 12 1,-6 2 65,0 6 0,0 0-67,0 1 0,0-1-304,0 0 0,0-5-581,0 1 480,7-1 1,1 1-32,6-1 1,0-5 7,0 0 0,2-2-183,3-2 0,-3-5 104,3 0 0,1-6-52,-1 2 0,0-4 491,-5-1 1,-4 0 27,-1 0 1,-1-1 322,2 1-4,2 0 296,-10 0-369,4-1 141,-6 8-466,0 0-597,0 7-420,0 0-80,-6 0-590,4 0 890,-4 0 1,6 2-1210,0 3 639,0-4-301,0 5 1511,0-6 0,32-18 0,7-6 0</inkml:trace>
  <inkml:trace contextRef="#ctx0" brushRef="#br0">10337 5957 7920,'-8'0'3720,"2"0"-1245,-1-7-1642,6 6 0,-6-7 197,7 3 1,-1 4-348,-4-4-535,3 3-47,-4 2-261,6 0 0,0 2-261,0 3 258,0 2 1,0 8-208,0-1 1,0 0 163,0 0 1,5-4-16,0-1 1,6-6 319,-2 2 1,5-3 391,5-2 0,-1 0-167,5 0 0,-5-7 149,1-2 1,1-5-103,-1-5 0,0 1-158,-5-5 0,-4 1-208,-1-2 0,-6 2-414,2 3 0,-3 3-868,-2-3 1,-2 10 31,-3 4 1,-2 3-980,-8 2 0,0 3 1017,-4 7 1207,3-1 0,-5 37 0,7 0 0</inkml:trace>
  <inkml:trace contextRef="#ctx0" brushRef="#br0">11275 5857 7820,'6'-8'4593,"-4"0"-3286,3 4-255,-4 2 293,-1-4-587,0 6 617,0 0-1346,0 6 1,-1 0-568,-4 4 427,3 2 0,-5-5-525,2 2 1,3-1-53,-3-3 255,4-4 201,1 6 99,-6-7 0,4-2-86,-3-3 0,5-2 40,5-8 1,1 1 183,4 0 0,2 0 196,-2 0 1,3-1 48,1 1 0,0 5-106,0-1 1,-3 7 116,3-2-173,-2 4 0,8 2 147,-6 4 1,-1 3 45,-4 6 0,2 5 99,-6 0 0,2 0-242,-3-5 0,-2 0-38,3 1 0,-2-1-1508,1 0 240,-2 0 406,4 0 1,1-6 451,2-3 1,-1 1 80,2-1 1,-1-2 19,5-7 1,0 0 180,1-5 0,2-1 23,-3-4 0,4 2 275,-9 2 1,4-3-747,1 4-547,-6 3-1361,-2-7 1021,1 11 1363,-6-4 0,18 19 0,-3 3 0</inkml:trace>
  <inkml:trace contextRef="#ctx0" brushRef="#br0">11943 5530 7897,'0'-14'0,"0"0"0,-4 0 1567,-1-1 1,-1 7 512,1 4-416,3 2-1087,-4 2-672,6 0 0,0 8 541,0 6 0,0 2-71,0 8 0,0 4-75,0 5 1,-2 7 153,-2-2 0,-4 1 125,-7-1 1,4 3-107,-3-3 0,3 3-165,-8 2 0,-1-2-63,1-3 0,-5-3 14,5-7 0,-2 0-143,3 1 1,3-7-183,1-3 0,0-3-67,4-2 0,4-5-1095,1 1-1470,-3-7 1504,7 3 0,-5-4-725,6 3 1,1-4 802,4 4 0,-2-3-1307,7-2 2423,-1 0 0,49-51 0,-23 19 0,0 1 0</inkml:trace>
  <inkml:trace contextRef="#ctx0" brushRef="#br0">12043 5886 7897,'0'-8'3480,"0"-5"-354,0 11-1287,0-10-649,0 10-86,0-4-761,0 6 0,0 2-95,0 2 1,0-1-257,0 7 1,0-1-310,0 6 0,0-1-653,0 0 1,0 5 512,0 0 1,1-2-229,4-7 1,-2 2 110,7-2 1,-5 1-544,4-2 961,1-2 1,4-7 241,0 0 0,2 0-88,3 0 0,-5-7 177,0-2 0,0 1 542,-4-1 0,1-1 121,-2-4 128,4 0-436,-5-1-395,0 8-114,-2 0 0,-4 7-202,2 0 0,-2 2 103,3 3 1,3-2 57,1 6 0,4-4 103,1 4 1,0-4-9,0 5 1,5-7 136,0 2 1,5-4 11,-5-1 0,5-1 157,-5-4 0,0-3 99,-5-6 0,-2-2 313,-2-3 1,1 3-563,-6-3 1,-1-1-406,-4 1 0,-6 1-1500,-3 9 0,-4-2 918,-1 6 0,-5 0-953,0 5 0,-2 7 4,2 2 1705,4 4 0,-19 33 0,4 7 0</inkml:trace>
  <inkml:trace contextRef="#ctx0" brushRef="#br0">13706 5871 7848,'0'-14'0,"0"0"0,-1 0 564,-4 0 1,2 4 273,-7 1 1,1-1-37,-5-4 0,-1 4-251,1 1 1,0 1-32,0-1 1,0 2-316,-1 7 1,0 0-185,-4 0 1,3 7 67,-3 2 0,-2 5-70,2 5 0,0-1 22,5 5 0,0-1-337,0 2 1,6 1-60,3-6 1,2 0-106,-2-5 1,4 1-284,-4-1 1,5-6 407,5-3 0,4-4 112,10-1 1,-2-1 104,7-4 0,-6-3 90,0-6 1,3-1 633,-2 1 1,0-5-361,-5 0 1,0 0 473,1 5 0,-6 5-285,1-1 0,-6 2 267,6-1-747,-7-4-379,3 12 0,-6 1 341,0 9 0,0 4 57,0 1 0,0 2 34,0 3 0,0-4-88,0 4 1,0-3-122,0-2 0,5-4 44,0-1 0,6-1-75,-2 2 1,5-4 125,5-6 0,-1-1-149,6-4 1,-2-8 73,1-6 0,3-6-13,-7 1 0,1-3 309,-1-1 0,-8 4 144,3 1 1,-7 5 196,2-1 1,-6 3 155,2 2 70,-3 6-553,-2 2 1,0 9-248,0 7 1,-2 1 408,-3 12 1,4 1 309,-4 5 0,3-1-242,2 0 0,-4 1-22,-1-1 1,0 1 128,5-1 1,0 1-149,0-1 1,0-4-225,0-1 1,0-1 33,0 2 1,-5-3-191,1-7 0,-1 0-154,5 0-211,0-6 1,-2 3-434,-2-6 606,2 0 150,-4-5-12,6-7 1,0-5-7,0-7 1,-2-8-169,-3-1 1,4-6-276,-4-3 0,4-5 322,1 5 0,0-3 115,0 2 1,4 3 190,1 7 1,6 6-174,-1 3 0,2 3 6,2 2 0,2 6 45,3 3 1,2 4 135,2 1 0,3 6 21,-7 3 0,4 9-74,-4 1 0,-5 0-51,-4-5 0,-7 0-71,2 0 582,3 1-330,-7-1 0,-1-2 62,-9-2 0,-4-4-55,-1-6 0,0 5-215,0 0 0,-5-1 45,0-4 1,0 0-231,4 0 1,1 0-159,0 0-497,0 0-668,0-6 587,-1 5-130,7-6 851,2 7 1,12 0 363,4 0 1,7-1-207,2-4 1,11 2 79,-1-7 0,4 6-81,0-6 1,-1 2 157,6-1 0,-7-4 317,2 4 0,-4-2-168,-5 1 1,1-3 106,-6 4 1,-2 1 547,-7-1 401,2 5-390,-10-2 165,4 6-836,-6 0 0,-5 6-303,1 4 0,-3 7 563,3 2 0,2 11-50,-3-1 0,2 2-80,-2-2 0,4 4-151,-4 0 0,3 0-24,2-4 1,0-1-71,0 0 1,0-1-205,0-3 1,0-3-44,0-7-605,0-6 437,0 4 213,0-10 1,0 3 1048,0-10 0,-1-3-539,-4-6 1,2-5-281,-6 0 0,4-11-260,-5 1 1,7-8-586,-2-1 1,4 1 359,1-1 1,0 5-188,0-5 0,1 8 106,4 2 0,5 1-273,9 8 1,-2 0 269,7 5 0,-5 1 157,4 4 0,-4 2 41,5 7 1,-5 5 69,5 0 0,-9 6 97,0-2 1,-3 4-11,-7 1 0,0 1 188,-5-1 1,0 0 517,0 0 0,0-4-57,0-1 114,-7 1 0,0 2-320,-8-2 0,1 1-192,0-6 1,-2 6 7,-3-2 0,8-3-171,-3-1 0,4-2-92,1 2-806,-4-3-342,5 4 519,0-6 300,2 0 1,17-2 56,3-2 0,12-4-33,2-7 0,1 1 210,4 0 0,-3-5 45,-2 0 0,1 0 57,-1 5 0,-1 0 240,-3 0 0,-4 6 333,-6 3 0,-4 3-93,-1 2-112,-6 0 1,4 2 177,-7 3 0,0 3 370,0 6 1,0 5-327,0 0 1,0 4 53,0-4 0,0 5-230,0-5 0,-2 0 42,-3-5 60,4 0-405,-5 1-626,6-8 226,0 0 0,0-9-539,0-3 0,4-4 500,1-10 1,8 2 71,1-7 0,0 0 244,5-4 1,-3 6-34,-2 3 0,0 3 417,1 2 0,-6 1-31,1 4-405,-1-4 1,4 13 196,-4 0 0,2 3 225,-6 11 1,1-3 36,-1 8 0,-3-3 169,2-2 1,3 1-301,-3-1 0,3 0-128,-3 0 1,0-1-444,5-4 1,-4-2 207,4-7 1,1 0 55,4 0 1,2-2 67,3-3 1,-2-3-173,7-6 1,-2-5 199,2 0 0,-2-1 12,-3 1 1,-4 5 25,4-1 0,-3 1 391,-2 5-300,1 2 1,-1 1 50,0 6 0,-4 6 174,-1 4 0,-6 4 87,2 5 0,-3-2 286,-2 7 1,0-7-324,0 2 0,0-3 30,0-2 0,0-4-305,0-1 0,-2-1-213,-3 2 0,2-4-151,-6-6 1,-1 0-669,-4 0 1,-5 0-1212,0 0 0,-5-1 2154,5-4 0,-44-35 0,28 13 0,1 1 0</inkml:trace>
  <inkml:trace contextRef="#ctx0" brushRef="#br0">16294 5601 7805,'6'-14'1045,"-4"0"1,4 4 635,-6 1-51,0 6-499,0-4-389,0 7 0,-1 0-462,-4 0 0,-3 7-315,-6 2 0,0 10 320,-1 5 1,-5 3-98,-4 1 1,4 5-34,1 0 0,-2 2 32,2-2 0,-6-1-27,1 6 1,2-7-108,-2 3 1,7-6 41,-2-4 1,-2 1-315,2-6 1,2 0-1433,8-5-1911,-4-6 581,5 5 1392,0-12 0,3 4 1589,10-10 0,41-15 0,16-10 0</inkml:trace>
  <inkml:trace contextRef="#ctx0" brushRef="#br0">16308 6028 8874,'8'-7'1931,"5"6"1,-10-10-1270,6 6 1,-4-6-131,5 2 1,-6 1 84,6-2 0,-1 1-527,5-6 0,2-3-140,3-1 0,-1-2-179,5 2 1,1-3 165,4-6 0,-1 1-70,-3 3 1,1-1 13,-6 6 1,-5 0-395,-4 5 269,-7 6 1,2 1 62,-10 7 0,-3 0-87,-6 0 1,0 7 101,0 2 0,-1 9 60,1 0 0,5 6 54,-1-5 1,7 5 92,-2-5 0,4 1-74,1-1 0,1-3 135,4 3 0,-2-3-51,7-2 1,-1 0 228,5 0 0,-4-4 269,-1-1-278,1 1 1,-1-2 45,1-3 0,-7-2-71,2 1 1,-5-2 78,-5 3 0,-3-4-356,-6-1 1,-5 0-346,0 0 1,-2-1 217,2-4 1,4 3 95,-4-2 0,3-3-297,2 3 1,4-1 14,1 5 0,4-5-573,-5 0 392,7 1 259,-3 4 302,6 0 605,0 0-470,6 0 1,-3 1 29,7 4 0,1-3 209,8 2 0,-2-2-186,7-2 0,0 0-93,4 0 0,1 0-77,-1 0 1,2-6-201,3-4 1,-1-3 74,6-1 1,-5 0-126,5 0 1,-7 0 63,3-1 0,-9-4 48,-1 0 1,-9-1 332,0 1 40,-1 3-84,-13-4 0,4 7-222,-10 4 1,-3 2 18,-6 7 0,0 2-98,0 3 0,-5 2-210,0 8 1,0 0 197,5 4 1,-1-1 60,1 5 1,5-4 119,-1 5 0,7-7-20,-2 2 1,4-3 87,1-2 0,0 1-87,0-1 1,6-1 6,4-4 1,7 2-85,2-6 0,6 0 6,-1-5 0,3 0-4,1 0 0,1-7-172,-1-2 0,-4-4 151,-1-1 1,0-5 79,0 0 0,-2-2 123,-7 2 0,-1 4-31,-4-4 1,2 3 168,-6 2 1,0 4-57,-5 1 0,0 4 158,0-4 1,-2 5-208,-3 0 1,2 2-72,-6 2 0,4 0-298,-4 0 1,4 0-211,-5 0 0,7 2-945,-2 2 819,4-2 0,1 6-340,0-3 1,1-4 492,4 4 0,3-3 314,6-2 0,0 4-2,1 1 1,-1 0 176,0-5 0,0 4 85,1 1 0,-1 5 87,0-6 0,-1 3 995,-4-3-778,4 4 0,-12 7 109,4-1 0,-3 0 229,-2 0-624,0 0 1,0 1-101,0-1 1,0 0-83,0 0 0,0-4-586,0-1 0,0-4-39,0 5 248,6-7 0,-3 8-104,7-7 157,-1 1 0,5-6 42,1-4 0,3-3 186,1-6 0,0 0-171,-4-1 1,4-5-56,0-4 1,-1-3 248,-3-1 0,-3 4 30,-2 0 1,1 7 104,-6-2 252,6 3 707,-10 2-783,6 6-200,-7 2 1,0 7 41,0 4 0,0 3-154,0 6 1,-5 1 325,0-1 0,0 0-113,5 0 1,0 0-134,0 1 0,5-1-111,0 0 1,6 0-96,-2 0 1,-1-4 15,2-1 0,-1-1-257,5 2 0,-4 1 155,-1-6 1,1-1-348,4-4 654,0 0 0,1 0 51,-1 0 0,0-6 131,0-3 1,-4-9-241,-1-1 0,-1-4-18,2 4 1,1-2 149,-7 2 1,6 3 62,-5-3 1,-1 8 187,-4 2 0,0 4 144,0-4-750,0 5 0,-1-2-567,-4 6-669,3 0 597,-4 0 208,6 0 1,0 2 228,0 2 0,6-2 36,4 3 1,2-4 266,3-1 1,4 5 216,0 0 1,0 0 355,-5-5 1,0 0-43,0 0 0,0 0 876,1 0-945,-7 0 1,3 1 447,-7 4-424,1-4 1,-5 12-14,0-3 0,0-3-190,0 3 0,0-1-88,0 6 0,-1-1-158,-4 0 0,3 0-125,-3 0 0,4 1-271,1-1 1,0 0 170,0 0 1,6-4-194,4-1 0,2-6 221,3 2 0,-1-3-63,0-2 1,2 0 264,3 0 0,-2-7-108,7-2 0,-7-5 306,2-5 0,-1 1-32,0-5 1,-2 4-34,3-5 1,-3 8 19,-2 2 1,-4 0-28,-1 4 0,1 2-62,4-1 31,-6 6-167,4-3 0,-8 6-13,5 0 291,-6 6 0,4-3 273,-7 6 199,0-5-373,0 2 0,0-4 584,0 2-279,0-2-334,0 4 1,-2-6-95,-3 0 1,2 0-221,-6 0 1,4 0-201,-5 0 1,1 0-190,-5 0 95,-1 6 0,1 2 156,0 7 1,1-6-1,4 1 1,-2-1 156,6 5 0,-4 0 9,4 1 0,0-1 75,5 0 1,2-1-93,2-4 1,6 2 91,9-6 0,-2 5-41,7-6 1,1 1 16,8-5 1,-1-2 15,6-2 0,0-6 79,5-9 0,-2 2-67,-4-7 1,-2 0-36,-6-4 1,-2 0 101,-4-1 0,-4 2-83,-9 4 1,-4 2 242,-6 7 0,-8 6-133,-6 3 1,-7 4-242,-7 1 1,-1 6 57,1 3 1,4 10-107,1 5 1,1 3 218,-2 1 0,8 1 143,7-1 1,5 1 42,0-1 0,4-6-170,4-3 0,11-3 105,8-2 0,6-6-185,4-3 1,-1-4-221,5-1 1,-5-1-175,1-4 1,-8-8-562,-1-5 1,-2-8 990,2 3 0,-24-34 0,-11-14 0,-2-7 0,1 1 0</inkml:trace>
  <inkml:trace contextRef="#ctx0" brushRef="#br0">18171 5559 7805,'-15'0'2181,"1"0"-948,0 0-1311,6 0 78,2-7 0,44-7 0,9-8 0</inkml:trace>
  <inkml:trace contextRef="#ctx0" brushRef="#br0">19863 5786 7722,'-10'-13'300,"1"4"1,4-4 1196,-5 4-399,7 3 94,-9-1 249,4 1-1009,-6 4 1,-1-4-200,1 6 0,-5 6-101,0 4 0,0 2-131,5 3 1,0-1 121,0 0 1,-1 5-58,1 0 1,2 0-38,2-5 1,4 5-302,6 0 0,1 0-62,4-5 1,5-1 123,8-4 1,5-1 161,5-3 1,0-3 70,1 2 0,-1-8 126,1-6 0,-6-3-31,1-1 0,-6-2 164,0-3 1,-2 2-43,-2-7 0,-6 5 126,-3-4 0,1 1-403,-1-2 0,-5-1 53,-5 6 1,-10 1-433,0 9 1,-8 3 94,-1 6 1,-3 0-77,-1 0 1,1 7 162,3 8 0,-3-1-2,4 5 1,2-3 118,2-2 0,8 0 236,2 0 1,5 1-646,0-1 359,2 0 0,10-6 237,6-3 0,2-4 37,8-1 1,1 0-24,8 0 1,-3-6-92,3-4 1,-3 2 133,-1-1 1,-2 4-105,-4-4 0,3 6 129,-7-2 1,4 3 162,-4 2 1,0 0-109,-5 0 0,1 2 206,-1 3 1,0 4 67,0 10 1,-4-2 94,-1 7 0,-6-5-167,2 5 1,-3-2-4,-2 2 0,0 1-196,0-6 1,0 0 177,0-5-575,-7 0 0,6-4 200,-4-1-1104,4-6 749,1 4 0,6-14 15,3-2 1,10-4 143,5-1 0,3-2 107,1-3 1,1 3 82,-1-3 1,1-1-72,-1 1 0,-1 2-476,-3 7 0,-4-1-1034,-6 6-1093,-6 1 1824,-1 4 0,-9 6-264,-3 3 1,-4 4 1106,-10 1 0,-16 13 0,-9 3 0</inkml:trace>
  <inkml:trace contextRef="#ctx0" brushRef="#br0">21498 5587 7722,'-43'6'-497,"8"-4"497,7 3 0,50 9 0,19 2 0</inkml:trace>
  <inkml:trace contextRef="#ctx0" brushRef="#br0">21299 5871 7749,'-8'0'1836,"0"-4"-1186,3-1 1,4-1 202,-4 1-431,3 3 0,9-10-111,2 2 0,8 2 62,2-1 0,7-1-205,-3-4 1,4-2-66,2-3 1,-1 2 21,0-7 1,1 5-177,-1-4 1,-7 5-69,-7-1 0,-1 3 111,-9 2 1,1 0-38,-5 0 1,-6 6-23,-4 3 0,-9 4-20,-4 1 0,-3 6 58,3 3 0,-4 9 14,3 1 1,4 4 76,1-4 1,0 7-4,5-3 1,-2-1 67,11 2 0,0-5-94,5 5 0,0-7-121,0 2 0,7-3 53,2-2 1,10-6-116,5-3 0,4-4-43,5-1 1,-3 0-223,4 0 0,-4-4 138,-2-1 0,-1-6-91,-3 1 0,1-4 361,-6-5 1,0 3-136,-5-3 1,0 4 459,0 0 1,-4 1-108,-1 0 0,-6 5 273,2-1-44,-3 7 235,-2-3-289,0 18 1,-2-2 157,-3 9 0,4-2-81,-4 2 0,4-3-163,1 3 0,0 1-285,0-1 1,0 0-89,0-5 1,1 1-351,4-1 0,1-5 64,4 1 29,9-7 0,-5 3-63,10-6 0,-4 0-327,-6 0 0,5-6 293,0-4 0,2-7 94,-2-2 0,-3-5 442,2 5 1,-3-4 62,-6 4 1,4-5 108,-4 5 1,-2 0-132,-3 5 0,-2 0 409,-2 0-18,0 6 1,-2 1-192,-2 7 0,-4 0-265,-6 0 1,4 2 109,1 3 1,-1 3-134,-4 6 1,6 0 16,3 0 0,-1 0-127,1 1 1,0-1 40,5 0 1,7 0-103,2 1 0,4-6 45,1 0 1,2-5-178,3 0 1,3-2-139,6-2 0,2-2 146,4-2 0,-4-4 106,3-6 1,-3-2 110,-2-3 0,-4 1 234,0-5 1,-9 1-76,0-2 0,-7-1 195,-8 6 0,0 0-149,0 4 1,-2 3 17,-3 2 1,-7 4-313,-7 6 1,-7 2-28,3 2 0,1 9-57,-2 6 1,6 6 231,-1-1 1,4 3 124,0 1 0,3 1-147,2-1 0,4-1 9,6-3 1,2 1-104,2-6 1,11 3-83,8-8 0,4 2-435,2-11 0,1-1 182,3-4 0,-5-1-19,1-4 1,-3-3 257,-7-6 1,5 0 267,-5 0 1,-2-1 13,-7 1 0,-2 5 339,-3-1 1,-4 5 398,4-4-335,-4 6 555,-1-3-668,0 18 0,-1-2 310,-4 9 1,2 1-243,-6-1 0,4 0-74,-5-5 0,7 0-353,-2 1 1,-1-6-490,1 1 129,1-7-368,-3 3 68,6-6 1,-6-6-47,7-4 1,2-9-289,3-4 0,3 1 606,6-2 1,2 0 376,3-4 0,-4 6 29,4 3 0,2 3 198,-2 2 1,5 6 12,-6 3 0,6 3 320,-5 2 0,0 11 41,-5 4 0,1 8 4,-1 1 1,-6 3 140,-4 1 0,-2-4-415,-2 0 1,5-5-154,-1 4 1,1-10-362,-5 1 0,0-7-979,0 2-255,0-6-171,0 4 0,6-14-125,4-2 0,-2-4 348,1-1 1332,1 0 0,-2-19 0,-2-5 0</inkml:trace>
  <inkml:trace contextRef="#ctx0" brushRef="#br0">23517 5758 7645,'7'-15'-237,"5"1"740,-8 0 1,3 6 1937,-3 3-1245,-2-3-55,4 7-348,-6-5-388,0 6 1,0 1-75,0 4 1,0 3-99,0 6 0,0 0 81,0 0 1,0 1-148,0-1 0,-4 0-102,-1 0 1,0 1 38,5-1 1,-2-5-231,-2 1-78,2-1-222,-4 5 254,6-6 1,-2 3-142,-3-6 0,4-2-233,-4-8 1,4 2 264,1-6 0,0-2-35,0-8 0,4 3 56,1-3 0,6 3 32,-1 2 1,2 0 104,2 0 0,1 1 183,-1 4 0,0-3 173,0 8 0,1-1 173,-1 5-65,0 0 1,0 5-94,0-1 0,-4 8 114,-1-3 1,-5 4-127,0 1 1,-2 0-86,-2 0 1,0-4-78,0-1-485,0 1 1,0-1-691,0 1 660,0-7-102,0 3-45,0-6 208,0 0 1,1-6 139,4-4 0,3-7 105,6-2 0,1 0 77,-1 5 0,2-5 223,2 0 1,-2 2 178,3 7 0,-3-1-180,-2 6 1,0 1-31,1 4 1,-1 0 24,0 0 0,-1 6 168,-4 3 0,2 6-87,-6 4 0,5-2 19,-6 7 1,6-7-54,-6 2 1,1-3 234,-5-2-1089,7 0 361,-6 0 1,7-6-130,-3-3 1,3-3 114,6-2 1,0-2-80,0-3 1,1-3 138,-1-6 1,5-2 102,0-3 0,4 2 120,-4-7 1,5 7-8,-5-2 0,1 0 135,-1 5 1,-3-2-9,3 11-30,-3-6 1,-2 10-32,0-4 101,1 3 0,-3 4-42,-2 3 1,-4-2 384,-6 6-226,6-6 194,-4 4 479,4-7-336,-6 0 0,0 0-769,-6 0 146,-2 0 1,-6 0-206,0 0 0,-1 0 119,1 0 1,-2 6-60,-3 4 0,4 2 33,-4 2 1,3 1 57,2-1 1,-1 0 4,1 0 1,2 1-254,2-1-26,-2 0 0,10 0 204,-3 0 1,10-6 41,4-3 0,6-3-81,4-2 1,3 0 50,6 0 1,-4-7 98,0-2 1,-6 1 51,6-2 1,-6 1 146,1-5 0,-4 4-8,0 1 0,-6 6 363,0-2-434,-5-3-396,2 6 344,-6-4 1,0 8 102,0 2 0,0 0 175,0 5-78,0 1-68,0 4-169,6 0 1,-3-6-72,7-3 0,-1-4 20,6-1 0,4 0-146,0 0 0,-1-1 76,-3-4 0,4-3-147,0-6 0,0 4 119,-5 1 1,0-1 136,0-4 1,0 5 142,1-1 1,-3 5-111,-2-4 0,-2 6 76,-4-2 0,0 3 41,5 2 1,-6 2 397,2 3-65,-3 3 1,2 11 173,1 0-105,0 0 0,-5-5-183,0 0 1,0 0-18,0 0 0,0-4-236,0-1 1,-2-6-188,-3 2 96,4 3 0,-7-6-384,3 2 192,4-2 1,-7-4-262,3-2 0,3 1-138,-2-7 0,2 1 204,2-6 1,0 0 73,0-4 1,6 3 115,4-3 0,3 3 39,1 2 1,2 1 97,3 4 0,-4-2 289,4 6 0,-3 0-214,-2 5 1,0 0 103,1 0 0,-3 7 617,-2 2 1,2 4-338,-2 1 0,-2 0-88,1 0 1,-4 1-155,5-1 0,-6 0-218,6 0 1,-6-4-265,6-1-203,-1-6 1,6 4-145,-1-7 0,0 0 204,0 0 1,1-5 20,-1 0 1,6-11 210,4 2 0,-2-5 231,2 0 0,-5 3-104,4-3 1,-5 4 50,1 0 1,1 1 108,-1 0 197,0 6 0,-5 2 318,1 6-230,-7 0 80,4 0-94,-10 6-228,4 2 1,-6 1 10,0 1 13,0-7 176,0 3 237,0-6-488,0 0 76,-6 0-216,-2 0 0,-6 0 15,-1 0 0,-3 0-15,-1 0 1,-2 2 94,2 3 1,2-2-20,-7 6 0,7-4-86,-2 5 0,3-1-78,2 5 1,4 1 42,1-1 1,6 0 95,-2 0 1,5-4-87,5-1 0,7-1-6,7 1 0,5-1-100,-5-3 1,6-3 150,-1 2 1,3-4 23,1-4 0,-4-4 8,-1-6 1,-5-1 106,1 1 0,-3 0 298,-2 0 0,-2 0 21,-2-1 516,3 1-511,-12 0-302,5 6 170,-6 2-221,0 12 1,0 2 82,0 6 0,-4 0-50,-1 1 0,0-1 75,5 0 0,2-1-88,3-4 1,-2 2-238,6-6 0,1 1-13,4-1 0,0-4-27,0 4 0,5-5 65,0-5 1,6 2-148,-1-6 0,-2-1 97,2-4 0,-5 0 38,5 0 1,-5 0 122,4-1 0,-5 3-140,1 2 291,-4-2 1,0 10 196,-1-3-108,-6 4 0,0 1 107,-4 0 145,-2 0-133,4 6 174,-6 2-325,7 6-44,-6 0 0,6-4-354,-7-1 116,0-6 204,0 4 137,0-1 272,0-4-439,0 4 1,-2-11 22,-3 0 0,-3-1-74,-6 1 1,0 4 134,0-4 1,-1 4-196,1 1 0,-5 0-27,0 0 1,0 0-130,5 0 1,0 0 30,0 0 0,-1 6-48,1 3 1,6-1 90,4 2 0,-3-1-51,3 5 173,5 1 0,9-3-80,9-2 1,-2 1 135,7-6 0,-5-1 13,4-4 1,-4 0 191,5 0 1,-7-4-10,2-1 0,-3-6 123,-2 1 1,1-1-41,-1 2 1,-5-4 98,1 4 0,-7-4-5,2-1 1,-4 4 157,-1 1-174,0 6-497,0-4-375,0 7 1,-1 7 517,-4 2 0,2 8 167,-7 2 0,2 7-36,-1-3 0,-2 4 202,6 2 1,-4 4-168,4 0 0,-5 0-78,6-4 1,-6-1-23,5 0 1,-4-4-19,4 0 1,-4-7 21,4 2 0,-5-8-8,6-1 1,-7-7-53,1 2 0,-2-4-28,-3-1 0,1-5-156,0 1 1,-5-7-85,0 1 1,0-2 114,5-3 0,6 1 55,3 0 1,-1 0-201,1-1 0,7 0-298,7-4 1,10 3 134,5-3 0,9-2-138,5 3 1,3-8 358,2 3 1,4 0 6,0 0 1,6-1 25,-6-4 1,-1-1 33,-8 1 1,-5 4 96,-9 0 0,-5 7 88,-10-2 1,-3 8 183,-6 1 0,-8 7-193,-6-1 0,-6 2-65,-9 2 1,1 8-44,-1 6 0,1 2 116,-1 8 1,1-1 140,0 6 0,7-1-124,7 1 1,1-6 48,8 1 1,2-2-134,8 2 0,5-5 25,8-10 0,6 2-194,9-6 0,-3 0-387,4-5 0,0 0-925,-1 0 0,-4-2 35,-5-3 1458,-7-2 0,4-27 0,-7-4 0</inkml:trace>
  <inkml:trace contextRef="#ctx0" brushRef="#br0">26701 5786 7695,'0'-8'2330,"0"-4"-1837,7 10 1,-4-4 618,6 6-630,1 0 0,2 1 32,-2 4 1,3 3 59,-4 6 1,-1 2-128,1 3 0,-5-3-30,0 3 1,-2-4-3,-2 0-170,0 5-24,0 2-258,0 0 58,0-1 0,-2-13-265,-2-3 0,0-4-419,-5-1 0,4-1 222,-4-4 1,6-3-259,-2-6 1,3-2 331,2-3 1,0 2 99,0-7 1,8 5 231,6-5 0,1 7 201,4-2 0,3 5 424,1 4 1,-1 4-224,2 6 1,-2 0 7,2 0 1,-4 6 43,-5 4 1,2 7 271,-3 2 0,-1 5-349,-8-5 0,-4 4-131,4-4 1,-3 5-182,-2-5 0,-5 0-208,0-5 1,-1-4-2007,1-1 1366,3-6 1,-9 5-1056,7-3 948,-1-4 0,7 6-428,2-7 1,4-5 1352,6 0 0,20-44 0,3-6 0</inkml:trace>
  <inkml:trace contextRef="#ctx0" brushRef="#br0">27355 5416 7766,'5'-9'0,"0"0"0,0 4 840,-5-5 0,0 6 3118,0-6-1834,0 7-839,0-3-705,0 18 1,0 4-130,0 12 0,-5 6 40,0-1 0,-4 6-188,4-1 0,-6 5-42,1 4 0,2-1-56,-1 6 1,0-1-14,-6 1 1,3 3-128,2-3 1,-2-3 56,2-1 0,-3-6-50,-1-4 1,5 0-60,-1-9 1,2 1-289,-1-12-540,-4 1-824,12-4-1861,-6-7 2621,7-2 1,0-8-889,0-2 0,2 2 886,3-3 1,3-3-652,6-1 1532,0-10 0,5-19 0,1-9 0,3-7 0,0 0 0</inkml:trace>
  <inkml:trace contextRef="#ctx0" brushRef="#br0">27426 5857 7789,'8'-14'1202,"-3"0"1673,3 0-1541,-6-1-123,4 1-687,-6 6 0,0 3 121,0 10 0,0 3-17,0 6 1,0 5 178,0 0 1,0 2-565,0-2 0,0-4-337,0 4 1,0-3-405,0-2 0,1 1 319,4-1 0,-2-1-153,7-4 1,-5 2-184,4-6 0,1 0-613,4-5 0,0 0 558,0 0 1,0-2 342,1-3 0,-1 2 351,0-6 1,0 1 100,1-2 0,-6-1 859,0 6-752,-5-6 98,8 10-119,-4-6 0,2 7 120,-1 0 0,-1 2-87,1 3 0,4-2 57,-3 6 1,2-4-405,2 5 1,5-7-77,0 2 0,2-4-3,-2-1 1,-3 0 135,3 0 0,1-6 29,-1-4 0,0 1 26,-5-5 1,-4 3-29,-1-8 1,-6-2-68,2 2 1,-3 0 51,-2 5 0,0 0 37,0 0-370,0-1-605,0 7-413,-7 2 116,6 6 0,1 0 523,9 0 1,4 0-41,1 0 1,5 5-128,0 0 0,5 4 813,-5-4 0,19-13 0,0-8 0</inkml:trace>
  <inkml:trace contextRef="#ctx0" brushRef="#br0">21441 6540 7736,'14'-15'0,"-1"6"131,-4-1 1,2 6 676,-6-6-14,0 7 195,-5-10-518,0 12 0,-2-6 757,-3 7-814,-3 0 1,-7 2-54,-4 3 0,1 3 38,-5 6 1,1 0-240,-2 0 0,-3 5-1,3 0 1,4 7 3,1-3 0,-2 4-26,2 2 1,5-1 35,5 0 1,5 6 25,0-1 0,2 5-79,2-5 0,8 0-4,6-5 1,2-1-68,8-3 1,-1 0 38,6-10 1,-1 2-97,1-12 0,-6 1-114,1-5 1,-7 0-929,2 0-176,-3 0-1198,-2 0 1190,-6-6 0,-1 3 233,-7-7 0,-2 7-945,-3-2 1946,-9 4 0,-46-44 0,22 18 0,0-1 0</inkml:trace>
  <inkml:trace contextRef="#ctx0" brushRef="#br0">21910 6696 7864,'9'0'72,"1"0"1,-7-2 291,2-2-283,-4 2 19,6-4-442,-6-1-122,6 6-533,-7-6 289,0 7 708,0 0 0,-7 7 0,6-6 0,-6 6 0,7-6 12,0 4 0,-1-3 210,-4 2 317,4-2 653,-6-2 396,7 0 1315,0 0-3228,0-6 104,0 4-307,0-4 288,0 6 0,0-2 19,0-3 421,0 4-34,0-6 647,0 7 956,0 0-1104,0-6 36,0 5-418,0-6-109,0 7 0,0 2 41,0 3 0,0-2-20,0 6 0,2 5-34,3 5 0,-4 7 65,4-3 1,-4 4 186,-1 2 0,5 5-252,0 4 1,0-1 7,-5 1 0,4-5-77,1 5 1,0-7 55,-5 2 0,0-9-559,0-5 1,0-3-312,0-2-342,0 0 290,0-6 0,-2-1-2205,-2-7 2176,2 0 1,-4-7-90,6-2 1,-2-4-158,-3-1 0,4-5 681,-4 0 1,2-11 367,-2 2 0,2-6 0,-7 1 0,3 3 0,-3-3 0,-1 3 0,6 2 0,-4-2 0,4-4 0,0 4 152,5-3 0,0 3 243,0 2 1,2 4 774,3 0 0,3 2-269,6-1 1,2 7-141,3 6 0,-2 6-279,7-6 0,-2 7-75,1-2 1,4 5-104,-3 5 0,1 3-39,-1 6 0,1 0-99,-6 0 0,-1 1-81,-9-1 0,-1 0-89,-3 0 1,-5 1 78,0-1 0,-7 0-95,-7 0 0,-6 0-148,-4 1 1,2-3-230,-2-2 1,-4 1 196,-6-7 0,4 6-87,2-5 0,9 4-76,-5-4 1,7 0-642,3-5-213,0 0 782,6 0 0,9 0 318,13 0 0,13-7 8,11-2 0,3-4-40,2-1 0,0 0-89,-1 0 1,1-1-1,0 1 1,-7 0 259,-3 0 0,-5 0 134,-4-1 0,-3 1 400,-7 0-271,-6 0 0,-3 1 134,-10 4 1,2-3 144,-7 8-127,1-1 1,-5 5-140,-1 0 1,6 2 52,-1 2 0,7 4 186,-2 6 1,2 2-124,-1 3 1,2-1-18,-3 5 1,4-5-18,1 1 1,0 1 29,0-1 0,4 2-112,1-2-277,0-4 0,0 6 219,-1-7-411,1-6 134,-5 5 1,2-12-151,2 4 1,-2-5-292,3-5 1,-4-3 207,-1-6 1,0 0-141,0 0 1,5-5 133,0 0 0,4-7 128,-4 3 1,6-4 12,-1-2 0,1 3 41,-2 2 0,5 3-223,1 7 0,-1 2-185,5 2 0,-4-1-293,0 6 1,0 1 37,4 4 0,-3 6-267,3 3 0,-8 4 356,-1 1 668,-7 0 0,28 13 0,1 3 0</inkml:trace>
  <inkml:trace contextRef="#ctx0" brushRef="#br0">22735 6653 7864,'0'-14'953,"0"0"1377,0 0-1617,-7-1 1,-1 3-274,-6 2 1,0 4-99,0 6 1,0 0-191,-1 0 1,1 2-95,0 2 1,-4 4 113,4 6 0,-3 5-83,7 0 1,4 5 74,1-5 1,-1 5-144,1-5 1,1 4-186,4-4 0,1 0 73,4-5 0,4 1 36,10-1 1,-1-6 54,5-3 1,1-4-113,5-1 0,-6 0 82,1 0 1,-2-6-22,2-4 0,-2-7 68,-3-2 1,-5-2 0,0 2 0,-1 2-150,-8-7 1,-1 2 15,-4-1 0,0-3 32,0 7 0,-8 0-31,-6 5 1,-2 5-154,-7-1 1,1 7 124,-2-2 0,-1 10 8,6 5 1,-5 4 72,5 5 0,0-3 102,5 2 0,4 3 48,1-2 0,6 0-167,-2-5 0,5-1-175,5-4 0,4 2 116,10-6 1,3 0-118,7-5 1,4-2 82,0-3 0,5-2-140,-5-8 0,2 1 240,-2 0 1,-1-5 113,6 0 1,-12 0 311,3 5 1,-5 0-70,-1-1 1,-2 8 495,-7 2-279,0 3-176,0 2 1,-1 7-169,-3 2 1,-2 4 183,-4 1-192,-2 0 1,4 0-246,-6 1-24,0-8 0,0 1-35,0-3 195,0-3 1,0 2-51,0-8 1,-5 0-156,1-5 0,-7 1 75,1-1 1,-3-4 34,-1 3 0,0 3 123,0-3 0,-5 7 151,0-2 0,0 4 20,5 1 0,-5 0-172,0 0 0,0 6-126,5 3 1,1 6 61,4 4 1,-3-2-140,8 7 0,-1-7 86,5 2 1,6 2-114,4-3 0,7 1-28,2-4 1,5-7-179,-5-4 0,6-2 115,-1-2 1,-2-2 225,2-2 0,-7-4 266,2-7 1,-3 0-144,-2-4 1,-1 3 70,-4-3 0,-1 3 388,-3 2 567,-4 0-766,6 0-449,-7 6 1,0 4 52,0 14 1,0 1 121,0 13 1,-2 1 110,-3 8 0,4-1 64,-4 6 1,3-2 287,2 2 0,0 3-245,0-3 1,0-3-71,0-2 1,0-3-18,0-2 1,-4-6-26,-1-3 1,-1-5 197,1-4-224,-3 3 1,-6-12-110,-1 4 1,-3-8-69,-1-2 1,0-6-310,4 1 0,1-4 135,0-5 0,1 2-135,4-7 0,-2 1 67,6-6 0,0 1-60,5-1 1,7-1-246,2-3 1,5 3 145,5-3 0,-1 3 32,5 1 0,6 3 216,4 2 0,5-1 134,-5 6 1,5 0-43,-5 5 0,0 6 108,-4 3 0,-2-1-38,-4 1 1,-2 2 109,-7 7 0,-1 0 368,-4 5 0,4 1 457,-4 4-278,-2 0 0,4 0-207,-7 0 1,1 1 655,-5-1-805,0 0 0,0 0-153,0 0 62,6 1-164,-4-1-975,4-6 549,-6 4 165,0-10 90,0 4 0,0-12 23,0-3 0,-4 1 53,-1-2 1,0-1 26,5-8 0,0 3-7,0-3 0,0 4 15,0 0 0,6-4-90,4 0 0,-2 1-18,1 3 0,1 6-123,4-1 1,2 2 36,3-1 0,-2 3-102,7 6 0,-7 0-30,2 0 1,-1 0-213,1 0 1,-4 1-8,4 4 0,-8-2-175,-1 7 1,-2-6 52,1 6 1,-1-7-728,-3 2-536,-4 3 1950,6 0 0,-1-7 0,2-3 0</inkml:trace>
  <inkml:trace contextRef="#ctx0" brushRef="#br0">23886 6667 9471,'0'-9'1657,"0"0"0,0 4-958,0-5 1,0 6 211,0-6 0,0 5-319,0-4 1,-1 6-185,-4-2 0,2 3-298,-7 2-62,1 0 0,-5 0-7,-1 0 1,1 2 67,0 3 1,0 4-189,0 10 0,1-3-81,3 3 0,-1 1-438,7-1 0,-3 0 142,3-4 1,2-1-251,-3 0 0,10 0-43,4 0 0,1-4 277,4-1 0,-3-5 187,8 0 0,-1-2 153,0-2 1,-2-5 156,3 0 0,-3-6-14,-2 2 1,0-4 206,1-1 0,-6 0 387,1 0 14,-7-1 1,3 1 824,-6 0-752,6 6-290,-4-5-286,4 12 1,-6-4-212,0 10 0,0-2 140,0 6 0,0-4-248,0 5-450,0-1-100,0 5 0,7-1 126,2-4 0,-1-2 72,2-7 535,-1 6 0,5-4-58,0 2 0,-1-4 126,-3-4 1,2 1 40,-2-7 0,-2 7 454,1-2 1,-4-1-171,4 1 1,-4-1 333,4 1 0,-4 3-15,5-2-404,-7 2 0,8 4 141,-6 2 1,-1 0-175,-4 5 0,5-4 424,0 4-325,0 1-302,-5 4-53,0 0-545,0 0-424,0-6 373,0 5-15,-7-11 456,-1 4 0,-4-8 33,2-2 1,4 0-83,6-5 0,0-1 63,0-4 1,0 0 99,0 0 0,2 0-24,2-1 1,4 1 205,6 0 0,-4 0-6,-1 0 0,1 6-15,4 3 0,0 3-24,0 2 1,1 0 189,-1 0 1,-1 2-105,-4 3 1,4-2 72,-4 6 0,-3 1-18,-1 4 1,-2 0 184,2 0-925,-3 1-73,4-1-427,-6 0 943,0-6 0,0 0 73,0-3-128,0-4 0,0 4-8,0-10 1,0-3-160,0-6 0,0 0-116,0 0 0,5-1 258,-1 1 0,8 2 116,-3 2 0,-1-1 127,1 6 1,1-4-44,4 4 0,0 0 135,1 5 1,-1 0-159,0 0 1,-5 0 117,1 0 0,-2 7 143,1 2 1,4-1 553,-4 1-666,-2 1 1,4 4-288,-6 0 0,4-4-384,-4-1 1,6-6 171,-2 2 1,-1-3-252,2-2 1,-1 0-32,5 0 253,1 0 0,-1-2 81,0-3 29,0-2 1,0-8 373,1 1 0,-6 5 82,1-1 1,-7 5 274,2-4 1,-2 6-131,1-2 27,-2-3-320,4 7-194,-6-6 0,2 7 188,3 0 0,-4 2 12,4 3 0,3-2-288,1 6 0,-1-6-50,2 2 1,-1 1-4,5-1 1,-4 5 88,-1-6 1,2 1 51,8-5 0,-3 5 102,3 0 1,-3-1 118,-2-4 0,0 5 36,1 0 1,4 1-105,-1-1 1,1-4 264,-4 4 1,-1-3-52,0-2 0,5 5 28,0-1 1,2 1-175,-2-5 1,-4 0-104,4 0 0,3 0 44,2 0 0,-2 0-144,2 0 0,-5-2 9,5-2 1,-2-3 105,1-2 0,-2-2 183,-7 6-142,0-6 1,-1 3 318,-4-6-299,-2 6 1,-7 0 132,0 3-245,0 4-277,0-6-123,0 7 0,-2 0-23,-3 0 29,4 0 397,-5 0 385,6 7-118,0 1 80,0 6 0,0 0-136,0 0 1,0 1 50,0-1 0,0 0-40,0 0 0,0 5 106,0 0 0,0 2-103,0-2 1,4-2-66,1 7 1,0-2-44,-5 2 1,0 2-17,0-2 1,0-2-84,0 2 1,0-7 187,0 2 0,-2-3 2,-3-2 0,2 0 40,-6 1 0,-1-3 136,-4-2 1,-5-4-55,0-6 1,0 0-17,5 0 1,-5-6 107,0-4 1,2-2-295,7-3 0,-1 0-166,6-4 0,2-3-291,8-7 0,5 1-678,8-1 0,5-4-567,5 0 0,5 0 770,0 4 0,-4 6-516,-5-1 0,-1 7 446,6-2 1,-7 3-624,-3 2 1531,-10 6 0,-40 1 0,-17 7 0</inkml:trace>
  <inkml:trace contextRef="#ctx0" brushRef="#br0">26232 6696 7696,'0'-14'1022,"0"0"225,0-1 0,0 6 752,0-1-998,0 7-175,0-3-564,0 6 1,0 1-159,0 4 73,0 3 1,0 11 0,0 0 0,0 0-44,0-5 0,0 0-81,0 1 0,0-1-1347,0 0 971,6 0 0,-2-1-351,5-4 1,-4 2 221,4-6 1,-4 0-388,5-5 589,-1 0 0,5-2 259,0-2 0,-4 0-89,-1-5 0,-4 4 47,5-4 1,-6 6 295,6-2 1,-5-2-131,4 3 1,-4-1 421,4 5 1,-4 2-78,5 2 0,-3-1 111,3 7 0,1-5-235,-6 4 1,6-1-19,-2 2 1,4-3-174,1-2 0,2-3 24,3 3 1,-3-4-168,3-1 0,1-1 70,-1-4 1,0-3 18,-5-6 0,-1-2-84,-4-3 0,2 3-63,-6-3 1,0-1-279,-5 1 0,0-5-481,0 5 0,-6 0-128,-4 5 1,2 1-833,-1 4 0,-1 2-745,-4 7 2502,6 0 0,2 32 0,6 7 0</inkml:trace>
  <inkml:trace contextRef="#ctx0" brushRef="#br0">26815 6412 7706,'0'-15'0,"0"1"494,0 0 1,0 4 728,0 1 0,0 4-80,0-4-789,0 6 1,5-2-19,0 10 1,-1 9 53,-4 10 0,0 4 241,0 5 1,0 3-180,0 7 0,-1 5-41,-4-1 1,2 0-104,-7-4 0,6 1 70,-6 4 0,1-6-344,-6 1 0,6-2 121,-1-8 1,6 0-93,-6-4 1,6-4-282,-6-6-612,7 0-662,-3-11-1778,-1 0 898,6-2-444,1-6 2816,8 0 0,31-25 0,7-7 0</inkml:trace>
  <inkml:trace contextRef="#ctx0" brushRef="#br0">27256 6753 7710,'0'8'739,"-2"0"1067,-2-4-999,2-2 1,-6 4-332,3-6 1,4 2 790,-4 3-490,3-4-100,2 12-407,0-5 1,0 6-13,0 0 0,0-4 76,0-1-170,7 1-181,-6 4 0,7-5 180,-3 1-3,-3-7 261,4 3 262,-6-6-492,0 0 1,0-6-285,0-4 0,1-2-441,4-2 0,-2-5-331,7 0 0,-2-5 193,1 5 1,4-2-75,-4 2 1,4 8 201,1-3 1,0 5-183,1-1 1,-1-1-355,0 6-99,0 1 572,0 4 607,1 6 0,-7 21 0,-2 11 0</inkml:trace>
  <inkml:trace contextRef="#ctx0" brushRef="#br0">27739 6739 7732,'-4'-15'2452,"-1"1"1,-6 2-1685,1 2 1,2-1-28,-1 6 1,-1-4 72,-4 4-579,0 0 0,0 7-169,0 3 1,-1 3-225,1 6 1,0 5-74,0 0 1,1 6 259,4-1 1,-3 2-245,8 3 0,-1-1-28,5 1 1,0-6-70,0 1 1,2-6 127,2 0 0,6-6 59,9-3 1,-2-6 118,7 2 0,0-5-10,4-5 0,-1-3-57,-4-6 1,4-2 12,-3-3 0,1-3 46,-1-6 1,-3 1-6,-7 3 0,-6-3 75,-4 4 1,-2-3-120,-2 3 1,-3-3-86,-7 7 1,-1 5 58,-12 5 0,-1 6-93,-5-2 1,-1 5 78,-3 5 0,3 3 24,-3 6 0,8 0-7,1 0 0,8 5-56,2 0 0,6 5-68,8-5 1,0 0 10,0-5 0,11 0-151,3 0 1,12-6 115,2-3 0,2-3-90,8-2 0,-5 0 312,5 0 0,-5-7 136,5-2 0,-8-4 370,-1-1 0,-7 1-112,-8 4 0,0-4 1151,1 4-735,-8 2 122,0 1-586,-7 6 1,-5 2-141,0 2 1,1 4-41,4 6 0,-5 1 58,0-1 0,0 5-240,5 0 0,2 0-235,3-5 0,3 0-366,6 0 0,0-4 196,0-1 1,2-5-288,3 0 0,-2-2 356,7-2 0,-5-2-12,5-2 1,-7 0 240,2-5 1,-3-1 143,-2-4 0,0 0 201,0 0 0,-6 4-34,-3 1 0,-3 4 675,-2-4-634,0 5-47,0-2 0,0 6 0,0 6 119,0 4 0,0-2-7,0 1 1,0 1-72,0 4 0,0-5 44,0 1 0,1-7-190,4 2 1,-2 1-112,7-1 0,-1 0 110,5-5 1,5 0-114,0 0 1,2-7 15,-2-2 1,-2-4-171,7-1 1,-7-2 38,2-3 1,-3-3-62,-2-6 1,-1-1-67,-4 1 1,2-5 25,-6-1 0,1-5-67,-1 1 0,-3 3 235,2 2 1,-4 5 160,-4 4-83,2 3 219,-11 14 0,7 2 73,-3 10 0,-4 2-125,4 8 1,2 5 190,3 4 1,-3-2 103,2 2 1,1-1 248,4 6 0,-2-1-282,-3 1 0,4-6 52,-4 1 0,3 0-254,2 4 1,2-4-141,3 0 0,1-7-182,4 2 0,2 1 50,-2-1 0,7-4-63,2-6 0,5-4-46,-5 4 0,6-5-204,-1 0 0,1-2 114,-1-2 0,3-5 109,-4 0 0,4-10 86,1 0 0,-5-4 80,-4 0 0,-4-1 171,0-4 0,-3-1-30,-2 6 1,-4-5-82,-6 5 54,0 0-50,0 5 1,-6 6-179,-4 4 1,-2 2-199,-3 2 1,1 6 127,0 4 1,4 4 60,1 5 0,1-3 178,-1 3 0,2 1-92,7-1 1,0 2-9,0-2 0,0-4-37,0 4 1,7-3 15,2-2 0,4-6-7,1-3 1,2 1 24,3-1 1,-2 0 28,7-5 0,-5-2-17,4-2 0,-4-4 24,5-7 1,-7-4-1,2 0 1,-3-1 98,-2 1 1,-1 3-95,-3-3 1,1 3 25,-7 2-3,1 0 1,-5 5 74,0-1-224,0 7 0,-2-3-200,-2 6 0,2 6 440,-3 3 0,2 9 81,-1 1 0,2 4 203,-3-4 1,4 5-166,1-5 0,0 0 24,0-5 0,0 0-8,0 1 0,4-1 94,1 0 1,0-4 64,-5-1 0,1-6 397,4 2-2,-3-4-656,4-1 0,-4-1-305,2-4 1,-2-3 105,3-6 0,1 0-101,-1 0 1,6-1-155,-2 1 0,-1-5-384,2 0 1,-1 0 142,5 5 1,-4 5-297,-1-1 0,1 5-146,4-4 1,-4 6-735,-1-2 655,0 3 1,6 7 275,-1 0 0,-5 4-931,1-4 1719,-1 6 0,37-3 0,8 6 0</inkml:trace>
  <inkml:trace contextRef="#ctx0" brushRef="#br0">29488 6838 7312,'-8'6'148,"2"-4"0,4 4 3579,-2-6-2055,2 0-910,-11 0 0,10-4 654,-6-1-520,-1-6 1,-9 4-575,0-2 1,0 1-100,5 3 1,0 4-909,0-4 27,-1 3 92,1 2 0,2 7 351,2 2 0,4 9-176,6 1 1,6 4 35,4-4 1,4 6 79,5-1 0,-3-2 378,3 2 1,-4-7 157,0 2 1,-6-8 183,0-1 1,-5-5 123,0 4-134,-2-6 0,-10 4-537,-6-7 1,-11-2-508,-9-3 0,-5 2-290,1-6 1,2 4-1094,-2-5 0,5 6 1992,-5-6 0,-32-25 0,29 13 0,0-1 0</inkml:trace>
  <inkml:trace contextRef="#ctx0" brushRef="#br0">28493 6682 8305,'-7'-8'1163,"6"-5"0,-5 10 1103,6-6-2018,0 5 0,1-7-388,4 7 0,3-1-28,6 5 0,2 0-233,3 0 1,-2 1-1068,7 4 0,4-2 553,5 7 0,2-5 915,-2 4 0,8 1 0,5 2 0,7 3 0,0 0 0</inkml:trace>
  <inkml:trace contextRef="#ctx0" brushRef="#br0">29787 6881 7838,'0'-8'2693,"0"-5"1,0 10-2329,0-6 1,1 4-218,4-5 0,3 7-98,6-2 1,0-1-217,0 1 0,7-1-15,3 1 0,3 2 230,1-6 1,-4-1-118,-1-4 0,0 5-129,0-1 0,-4 5 118,-9-4 0,-4 4 97,-6-4 1,-2 5 48,-2 0 0,-6 2-51,-9 2 1,-4 0 21,-11 0 1,6 0-57,-1 0 1,3 6-146,7 4 0,-5 3 126,5 1 1,5 2 19,4 3 0,7-4 31,-2 4 0,4 2 2,1-2 0,6 0 114,4-5 1,7 0-113,2 0 1,6-1 18,-1-3 1,3-3 29,1-2 1,1-3 98,-1 2 0,-4-4 84,-1-4 0,0 1-157,0-7 1,-2-4-51,-7-5 0,0-6-27,0 1 1,-1 2-138,-3-2 0,1-4 85,-7-5 0,6-1-177,-5 6 1,-1 1 223,-4 3 0,0-1 14,0 6 1,-4 0 244,-1 5 0,-6 6-88,1 3 0,2 4-31,-1 1 1,4 0-110,-4 0 1,4 6-139,-4 4 0,5 7 312,0 2 1,-3 6 252,3-1 1,-1 3-67,5 1 0,0-1 129,0-3 0,0 3-281,0-4 0,1-1-75,4 2 0,-2-7-81,7 2 0,-1-3 20,5-2 0,1-1-191,-1-3 0,5-4-25,0-6 0,6 0-200,-1 0 0,-2-2 6,2-2 0,-5-4-208,4-7 0,-4-4-93,5 0 0,-7 1 206,2 3 1,-3 1 25,-2 0 1,-1 4 93,-4 1 0,4 6 98,-3-2 0,-3 3-62,3 2 423,-7 0-124,10 0 1,-12 2 455,4 3 279,-3-4-221,-2 6 67,0-1-228,0-4-151,0 4 0,-2-6-214,-3 0 0,2 0-213,-6 0 0,4 0 104,-5 0 0,6 0-134,-6 0 1,1 1-26,-6 4 1,6-2 188,0 7 0,1-5 199,-2 4 1,-1-4-165,6 4 1,-4-4 49,4 4 89,0 1-59,5 4 0,2-1-118,3-4 1,3 2-515,6-6 0,5 1-323,0-1 0,8-3-34,1 2 1,0-2-648,6-2 1,0 0 1546,0 0 0,-29-34 0,-9-14 0,-1-3 0,-1-1 0</inkml:trace>
  <inkml:trace contextRef="#ctx0" brushRef="#br0">30298 6639 7838,'15'0'217,"-1"0"1,2 0 364,3 0 0,-2 0-419,7 0 1,1 0-353,8 0 0,-1 0-1672,6 0 1861,-7-6 0,48-8 0,-37 2 0,0 1 0</inkml:trace>
  <inkml:trace contextRef="#ctx0" brushRef="#br0">31180 6312 7838,'14'-8'0,"0"0"493,1 4 0,-1 2 722,0-3 0,0 4-565,0 1 0,-1 6 24,-3 3 0,2 6-236,-2 4 0,-4 9-35,-1 10 1,-4 3 411,-1 2 0,-1 6-193,-4 3 0,-8 3-46,-6 2 0,-1-7-139,1-2 0,2-5 59,-7-6 1,5-2-318,-5-6 1,7-7-216,-2-3 0,-2-4 19,2 0 0,-6-6-191,1 1 1,-7-7-2010,-2 2 0,-7-4 119,2-1 1,-11 0 2097,-8 0 0,1-10 0,-8-5 0,-7-1 0,0 0 0</inkml:trace>
  <inkml:trace contextRef="#ctx0" brushRef="#br0">22436 4947 7807,'0'-8'441,"0"1"158,0 2 0,-2 3 395,-2-3 98,2-2-86,-4 5-372,6-4-319,0 6 676,0 0-955,-6 0 0,2 0 155,-5 0-335,-1 0 0,-4 1-324,0 4 249,0-3 28,0 4 57,-1-6-226,7-6 271,2-2 1,8-5 0,2 4 0,0 1 142,5 3 0,1 3 193,4-2 1,0 2 212,0 2 0,0 5-68,1-1 0,-3 8 109,-2-3 1,1 4-188,-6 1 0,4 2 16,-4 3 0,-1-4-127,-4 4 0,0 3-146,0 2 1,-1-3-518,-4-2 0,-3 1 298,-6-1 1,-2 0-928,-3-5 1,-3 4-32,-6-4 0,4 3-374,0-7 0,1-4 716,-6-1 0,2 1 778,4-1 0,27-38 0,14-15 0</inkml:trace>
  <inkml:trace contextRef="#ctx0" brushRef="#br0">23005 4691 7902,'8'-7'231,"-2"-1"2040,-6 3-949,0 3 171,0-4-503,0 0-134,0 4-744,0-4 65,-6 6 0,-2 1-35,-6 4 0,4 3-4,1 6 0,-1 0-91,-4 1 0,0 0-7,-1 4 1,6-3-188,-1 3 0,6 2-72,-6-2 0,7 1-145,-2-1 1,4-3-69,1 3 0,1-3 157,4-2 1,3-5 22,6 1 0,5-7-20,0 2 1,0-4 17,-5-1 0,1 0 135,-1 0 0,0-4 192,0-1 0,0-6 35,1 1 0,-1-2 294,0-3 1,-4 1 125,-1 0 0,-6 5 148,2-1-328,3 1 0,-7-1-39,4 1 71,-3 5-144,-2-2-417,0 6 248,0 6 0,0 2 18,0 7 0,0-6-265,0 1 0,0-1 67,0 5 0,0-4-264,0-1 1,6-4 134,4 4 1,-3-5 25,3 0 0,4-2 53,5-2 1,0 0 1,-5 0 1,5-5 67,0 0 0,0-6 253,-5 2 0,1-9 289,-1 0 1,-6-3-217,-4 2 0,3 3 41,-3-3 1,0 4-137,-9 0 0,-3 1-38,-6 0 1,-2 6-32,-3 3 1,3 4-184,-3 1 1,-1 0 34,1 0 1,0 4-202,5 1 0,-1 6 100,1-1 0,2 2-19,2 2-142,-3 1 1,12-1 5,-4 0 0,3-4 36,2-1 1,2-6 47,3 2 1,4 1 9,10-1 1,2 0 72,2-5 0,4-5 108,-3 0 0,1-4 327,-1 4 1,3-6-196,-3 2 0,-4 1 430,-1-2 0,2 7-238,-2-2 0,-1-1 113,-3 1 216,-1 1-130,0 4 1,-1 1-16,-4 4 1,-2 3 70,-7 6 0,0 0 27,0 0 0,0 2-165,0 3 0,0-3-127,0 3 1,-2-3-131,-3-2 1,2-5-160,-6 1 1,4-2 100,-5 1 1,7-1-82,-1-3 1,0-4-151,0 4-581,2-3 557,-4-2 1,6-2-243,0-3 100,0-2 1,1-8 136,4 1 0,-2-2-26,7-3 0,-6 4 66,6-4 0,-1 3-8,6 2 1,-6-1 53,1 1 0,-1 2-26,5 2 1,0-1 107,1 6 0,-1-4-67,0 4 0,0 0 118,1 5 0,-6 0 236,1 0 33,-1 7 0,4 1-10,-4 6 0,-3 0 152,-6 0 1,5 0-147,0 1 1,0-1-129,-5 0 1,0-5-196,0 1 314,0-1-741,0 6 0,0-6-402,0 1-329,0-7 702,0 3 128,0-6 197,0 0 1,1-6 81,4-4 1,-2 2 44,7-1 1,-1-1-34,5-4 0,1 0 172,-1 0 1,0 4 70,0 1 1,0 1 75,1-2 1,-3 3-95,-2 2 0,2 3-80,-2-2 0,-2 2 34,1 2-23,-6 0 0,8 2 461,-6 2-335,0 4 1,-4 6-114,4 1 0,-3-1-190,3 0 1,1-5-293,-1 1 1,6-1 67,-2 6 0,4-6-162,1 1 0,0-7 108,0 2 1,1-4 19,-1-1 1,0 0 228,0 0 0,5 0 198,0 0 1,0-6 298,-5-4 0,-4-2-92,-1-3 0,-1 6 242,2-1 0,-2 6-154,-4-6 0,-2 6 754,3-6-1444,-4 7 338,-1-3-42,0 6 0,0 6 76,0 3 1,-4 4 279,-1 1 0,-2 0-51,3 1 1,2-1 170,-3 0-402,4 0 0,-4 1-64,0-1 1,1-5 90,4 1-240,0-7 345,0 9-106,0-10 49,0 4 0,0-7-238,0-4 1,0-3-300,0-6 0,0 0 63,0 0 0,4-5-166,1 0 1,5 0 159,-6 4 1,6 1-30,-5 0 0,6 1-123,-2 4 249,4-4 1,1 7 233,0-4 1,-4 4 66,-1 6 0,-1 2 170,1 2 0,3 0 60,-8 5 1,6 1 227,-6 4 1,1 0-210,-5 0 0,2 0 500,3 1-904,-4-1 251,5 0-330,-6 0 1,0-4-245,0-1-109,0-6 286,0 4 123,0-7-256,0-7 0,2 0 93,3-8 1,3-4 94,6 0 0,0 0 83,0 5 0,-4 0 93,-1 0 0,1 4-30,4 1 1,0 1 194,0-2-175,1 4 0,-1 6 135,0 0 32,0 0 0,-4 5 160,-1 0 1,-6 6 619,2-2-659,3 4 1,-6 1-128,2 0 1,-2-4-213,-2-1 0,5-4-874,-1 4 609,1-5 1,1 3-190,4-2 1,-2-3 253,1 3 0,1-5-13,4-5 1,0-3 313,0-6 0,1-1-86,-1 1 1,0 0 296,0 0 0,-1 0 7,-4-1 1,2 6 142,-6-1 0,0 6 161,-5-6 208,0 7-545,0-3 1,0 7-84,0 4 1,0-2 313,0 7 0,0-1-84,0 5 0,0 1-475,0-1 0,0 0-60,0 0 1,2 0-63,2 1 0,4-3-96,6-2 1,1 1-305,-1-6 1,5 4 253,0-4 1,1 0-68,-1-5 1,-3-2 365,3-3 0,-2 2 90,2-6 1,-8-2 307,4-8 0,-4 3-173,3-3 0,-1 3 437,-4 2 232,-3 0 642,-6-1-710,0 1-391,0 6-669,0 2 420,0 19 0,-1-4 106,-4 10 1,3-3-294,-2-2 0,2 0-271,2 0 1,0 1 124,0-1 1,5-5-176,0 1 0,6-5-328,-2 4 1,4-6 296,1 2 1,5-3 128,0-2 1,5 0 229,-5 0 0,-1-7 209,-3-2 1,4-4 47,0-1 1,-2 0 274,-8-1 1,3 6 12,-8-1 360,7 1 361,-9-5-454,4 6-626,-6 2 1,0 7 271,0 4 1,-1 3 208,-4 6 0,2 0-237,-7 0 0,7 1-67,-2-1 0,-1-5-85,1 1 1,-4-1-85,4 6-537,0-8 0,4 4-28,-4-6-125,3 0 114,-4-5-467,6 0 649,0-6 1,0-7 43,0-6 0,5 0-85,0 5 1,6 0 0,-2-1 1,2 1 164,-1 0 1,2 0 57,-2 0 0,2 4 151,3 1 1,-1 5-60,0 0 1,0 2 292,1 2-100,-1 6 0,0 2 257,0 7 1,-4-1-187,-1 0 0,-6 0 283,2 0-490,3 1 0,-2-1-150,4 0-417,2-6 1,-4 3 145,7-6 1,-1 0-50,0-5 0,-5 0 135,1 0 1,-1-7 67,6-2 0,4-4 128,0-1 0,-1 0 215,-3-1 1,-6 1-21,1 0 0,-2 0-50,1 0 1,-3-1 985,-6 1-442,7 6-321,-6 2-121,6 6 0,-12 2 105,0 2 1,-4 4-46,4 6 0,0 1 114,5-1 0,-5 0-258,1 0 0,-1 0-232,5 1 0,0-1-68,0 0 1,5-4-46,-1-1 0,7-6-101,-1 2 1,3-3 154,1-2 0,5 0-33,0 0 1,1-2 29,-1-3 1,-1-3 64,5-6 0,-4-2 42,5-3 0,-5 4 164,5-4 1,-7 0-41,2 4 1,-3-2-39,-2 8 0,-5 1-11,1-2 27,-1 7 1,1-3-4,-1 6 0,-4 4 92,5 1 0,-7 6 185,1-1 0,-2-2-24,-2 1 1,0-4 475,0 4-194,0-6 96,0 4 333,0-1-430,0-4-343,0 4 0,-2-8-78,-2-2 1,1 2-222,-7-3 0,5 4-201,-4 1 1,-1 0 63,-4 0 80,0 0 1,0 0 32,-1 0 1,3 1-39,2 4 0,-1-2 129,7 7 1,-6-1-129,5 5 6,1 1 1,4-1-174,0 0 0,6-4 78,3-1 0,4-1-146,1 1 1,5-2 89,0-7 0,6 0 54,-1 0 1,3-7 63,1-2 0,1-4 121,-1-1 0,1-2 164,-1-3 1,-1 4-23,-3-4 0,1 3 152,-6 2 1,0 1 125,-5 3 26,0-2 0,-4 10-93,-1-2 1,-6 4-57,2 4 0,-3-1 57,-2 7 1,5-5-56,-1 4 0,1-4 163,-5 4 0,0-4-12,0 5-273,0-7 32,0 3 0,0-4 57,0 2-23,0-2-27,0 4-317,0-6 45,-6 0 1,-2-5-161,-6 1 1,4-1 83,1 5 0,-1 0-32,-4 0 0,0 5 125,-1-1 0,3 8 8,2-3 1,-1-1-210,7 1 165,-7 1 1,4 4-86,-2 0 0,2-4 54,7-1 74,7-6 0,1 4 81,6-7 0,2 0 125,3 0 0,-4-2-84,4-3 1,-3 2 167,-2-6 0,1-1 236,-1-4 1,0 0-48,0 0 0,-1 4 112,-4 1 0,-2 4-107,-7-5-224,6 7-249,-4-3-324,10 6 0,-9 2 431,7 2 1,-5 3 63,4 2 0,-4 2-114,4-6 0,1 4-16,4-4 0,0 5-71,0-6 0,2 1 136,3-5 0,-1-1 51,5-4 0,-5-3-68,1-6 1,-4-5-273,0 0 1,-1-7 157,0 3 1,-5-4 54,1-2 1,-7 1 110,2 0 1,-4 1 116,-1 3 70,0 4 0,-1 7-303,-4 3-87,4 4 0,-6 9 216,7 7 0,0 1 171,0 13 0,0-2 23,0 1 0,-5 4 201,1-3 0,-1-2-496,5 2 0,-2-5-155,-2 4 1,2-5-1146,-3 1 972,-3-4 0,1-5-171,-8-1 0,1-5 177,0 0 0,1-4 0,4-4 0,-2-4 270,6-7 1,-1 1 190,1 0 1,3 0 160,-2 0 1,8-1-46,6 1 0,4 0 156,5 0 0,2 1-68,2 4 0,3-4 31,-8 3 1,8 4-97,-3 1 0,0 4-73,0 1 0,-4 0 134,5 0-18,-7 0 195,4 0-371,-7 0 0,-6 1 43,-3 4 85,-4 3 1,-1 6 511,0 0-580,0 1 1,5-1-120,0 0 0,1 0 33,-1 1 0,-2-1-185,6 0 0,1-5-502,4 1 0,0-5 269,1 4 1,4-6 52,0 2 1,1-3 148,-1-2 0,-3-2 212,3-3 0,-3-3 10,-2-6 1,0 0 700,0 0-246,0 0 159,-6-1 444,-1 1-788,-1 6-764,-4 2 598,4 6-27,-6 0 0,0 6-108,0 4 0,0-2-21,0 1 0,6-4-27,4 4 1,2-6-149,3 2 0,-1-2 21,0 2 1,5-3 62,0 2 1,6-7 40,-1-1 0,-4-8 62,-1 3 1,-4-4-35,-6-1 0,-3 0-101,-6 0 1,-1 0-92,-4-1 1,-9 3 122,-10 2 1,-3-1 21,-1 6 0,-1 1 71,1 4 0,1 0-14,3 0 0,4 0 1,6 0 1,4 4-305,1 1 20,6 0 1,-2 0 213,10-1 0,4 1 131,10-5 0,-2 5 80,7 0 0,0-1-132,4-4 0,1 0 88,-1 0 0,0-4 47,1-1 1,-7 0 144,-3 5 1,2 0 13,-3 0 1,1 0 548,-4 0-114,-1 0 201,0 0-541,0 0-324,-6 6 1,-1-2 274,-7 5-111,0 1-272,0 4 0,0-5-161,0 1 1,0-6-894,0 6 209,0-7-787,0 3 828,0-6 243,0 0-724,-7 0 765,6 0 0,-6-1-498,7-4 1055,0-3 0,20-45 0,11-22 0,-10 23 0,0 0 0,0 0 0</inkml:trace>
  <inkml:trace contextRef="#ctx0" brushRef="#br0">27768 4350 7918,'-15'0'3162,"8"-1"-2126,2-4-684,3 3 1,4-10-593,3 2 0,4 2 77,10-1 1,-3 4-63,3-4 1,3 1 137,2-2 1,-4-1-53,-1 6 1,-3-4 140,-2 4 0,0-1-97,1 1 0,-6 4 16,0-4 434,-5 3-172,8 2 1,-9 2-4,7 3 0,-7-2 67,2 6 1,-2 1 3,2 4 1,-4 5 130,4 0 0,-3 1-59,-2-1 0,0 3 102,0 7 0,0-1 122,0 1 1,-5-1-143,0 1 0,-1 4-339,1 0 0,3 5-56,-2-5 1,2 5-122,2-5 1,0 7 105,0-2 1,0-4-103,0-1 0,-1-3-57,-4-1 1,2-5-198,-7-1 0,-1-5-11,-8 1 1,-4-8 101,-11-2 0,-16-6-463,-17 2 1,27-6 0,-3-3 152,-6 0 1,-2-1 0,-1-3 0,-2-2-1893,-2 1 1,-1-1 2471,0-2 0,0-1 0,-2 4 0,-1 1 0,1-4 0,0 0 0,0 0 0,1-1 0</inkml:trace>
  <inkml:trace contextRef="#ctx0" brushRef="#br0">2759 7165 7907,'-15'0'204,"6"0"157,0 0 1,4 0 1029,-5 0-424,7 0 358,-3 0-473,6 0-96,0 0 0,6 0-747,4 0 0,4 0 292,5 0 0,3 0-97,6 0 1,1-2-60,-1-2 0,5 2-4,1-3 0,0 2-13,-1-1 1,-3 2-10,4-3 1,-9 4 20,-1 1 1,-7-5-22,2 0 0,-3 0-211,-2 5 1,-5 0-154,1 0 136,-7 0 227,3 0-158,-6 0 0,-1-4-114,-4-1 1,2 0 69,-7 5 1,6-5-97,-6 1 0,6-3 45,-6 3 1,5 2-566,-4-3 426,6-3 0,-8 5-106,6-6 386,-6 6 1,8-4-252,-7 7 210,7-6-7,-10 4 0,10-4-15,-6 6 83,6 0 200,-10 0 158,11 0-160,-10 0-94,10 0-180,-4 0-249,-1 0 196,6 0-275,-5 0 193,6 0-1274,0 0 674,0 6 5,6-4-495,-5 4 319,6-6 419,-7 0 0,1 5-2,4 0 539,-3 0 0,23 26 0,-1 9 0</inkml:trace>
  <inkml:trace contextRef="#ctx0" brushRef="#br0">28877 5388 7734,'8'-6'198,"-1"3"546,-2-7-480,-3 7 0,6-8 483,-4 6 85,-2-6-226,4 9-162,-6-10-232,-6 10 1,-2-4-13,-6 6 1,0-2-123,-1-2 0,1 2-167,0-3 0,0 4 66,0 1 1,-1 0-88,1 0 1,0 0-79,0 0 1,4 0 69,1 0 0,4 4 12,-4 1 197,5 6 1,-2-3 128,6 6 0,-5 1-38,1-1 1,-1 0 160,5 0 0,0 0-116,0 1 1,0 4 121,0 0 1,0 6-110,0-1 1,0 2-48,0 3 0,0-1 56,0 1 1,0 5-36,0 4 1,0-3-129,0-2 0,0 2-32,0-2 1,5 0-128,-1-4 0,6-1-13,-5 1 0,6-7-203,-2-3 0,4-3-48,1-2 0,0-5-256,0 1 1,5-7-633,0 2 0,0-4 546,-5-1 1,5-6-84,0-4 0,0 3 762,-4-3 0,5-37 0,2-15 0</inkml:trace>
  <inkml:trace contextRef="#ctx0" brushRef="#br0">29175 5459 7796,'-4'-14'516,"-1"0"0,0-1-224,5 1 1,0 5 465,0-1-24,0 7 402,0-3-698,0 6 0,0 1-94,0 4 0,5 3 68,0 6 1,4 7-93,-4 2 0,-1 4 26,-4 2 1,5-1-96,0 1 0,0-1 25,-5 0 0,0 1-69,0-1 0,4-4 12,1 0 1,0-5-206,-5 4 0,0-5 69,0 1 1,0-3-983,0-2 0,0-5-1087,0 1-1019,0-7 2146,0 3 0,0-7-597,0-4 1456,0-3 0,-25-57 0,9 26 0,0 1 0</inkml:trace>
  <inkml:trace contextRef="#ctx0" brushRef="#br0">29104 5658 7796,'-5'-9'-42,"1"-1"1,-3 7 753,3-2 1038,2-3-1147,-4 0 0,6-1 966,0 0-685,0 5-624,6-8 0,7 10-324,6-3 1,6 4-59,-1 1 0,1 0-57,-1 0 1,2 0 78,-2 0 0,-2 0-192,2 0 1,-7 0 133,2 0 0,-3 5-58,-2-1 0,-4 6 386,-1-5 0,-1 6 135,2-2 1,-4-1 139,-6 1 1,5 1-105,-1 4 1,1 5 62,-5 0 1,0 0-71,0-5 1,2 0 320,2 1-551,-2-1 1,4 0 15,-6 0 0,0-4-206,0-1 128,0-6-224,0 4 276,0-7 129,0 0-293,0-7 1,-4 0-191,-1-8 1,-1-4 24,1 0 0,3-4-33,-2 4 1,4-5-65,4 5 0,-1 0-24,7 5 0,-1 0-188,6-1 0,-1 3-26,0 2 0,2-1-118,3 7 1,-3-1 43,3 5 0,1 5-128,-1-1 0,0 7 13,-5-1 0,-1 2 759,-4 3 0,2-1 0,-6 0 0,0 7 0,-5 1 0</inkml:trace>
  <inkml:trace contextRef="#ctx0" brushRef="#br0">29758 5701 7808,'10'-7'893,"-1"-2"0,-6 1 528,2-1-806,-3-1 1,-2-4 39,0 0 0,0 4 277,0 1 0,-7 6-526,-2-2 0,1 3-155,-2 2 1,1 0-152,-5 0 1,-2 0-195,-3 0 1,8 7-57,-3 2 0,3 4 94,-4 1 0,1 0 5,0 0 1,6 5-237,3 0 0,-1 0-295,1-5 0,2 1 294,8-1 0,-2 0 49,7 0 1,1-1 133,8-4 1,-2-1 174,7-3 1,-5-3 210,4 2 1,-5-7-45,1-2 1,-4-6 77,0 2 1,-1-4-141,0-1 1,-4-2-56,-1-3 0,-6-1-75,2-4 1,-4 4-50,-1 5 1,0 1-12,0 0 0,-1 1-269,-4 4 0,-3 2 58,-6 7 1,0 2-182,0 3 1,-5-2 136,0 6 1,4 1 12,6 4 0,4 0-96,-4 1 1,6-6-391,-2 1 244,3-1 1,9 4 121,2-4 0,4 2 127,1-6 0,6 0 111,4-5 1,1 0 126,-1 0 0,1-5 591,-6 0 0,2-4-392,-2 4 1,-8-1 675,3 1-420,-3 3 1,-1-4 657,-1 6-502,-6 0-479,4 0 1,-7 2 98,0 2 1,0 4-44,0 6 0,0-4-207,0-1 1,4 1 27,1 4 1,1-1-346,-1-4 0,-2 2 123,7-6 1,-1 4 17,6-4 0,-1 0-34,0-5 53,0 0 1,0-5 152,1 0 1,-6-4 291,1 4 0,-6-4 440,6 4-497,-7-6 0,3 8-860,-6-7 215,7 7 325,-6-3 0,5 7 265,-6 4 12,7 3 1,-4 6-158,6 1 0,-4-1 232,5 0 0,-1-5-271,5 1 1,1-5 67,-1 4 0,0-6-49,0 2 0,0-3 54,1-2 1,0-7-175,4-2 1,-3-4 29,3-1 1,-5-7-121,-4-2 1,1-4-50,-6-2 0,4-5-120,-4-4 1,0-6 98,-5 1 1,0-1 259,0 10 1,0 1 277,0 5 1,0 11-78,0 2-38,-7 11 1,4-1-106,-6 10 0,4 4-9,-5 10 0,3 3 744,-3 7 1,-1 1-300,6 3 0,-1-3 249,1 3 1,4 0-212,-4-4 1,3 2-323,2-7 1,0 1-76,0-1 0,0 1-197,0-6 161,0 0-252,0-5 106,0-6 1,2-2-150,3-6 0,-2-4 319,6-1 1,-4-6-188,4 1 0,3-7-105,7-2 0,-4 2 20,4 7 1,-1-2-180,1 2 0,-2 4 270,7 1 1,-7 3 53,2 2 1,-3 0-32,-2 0 1,0 2 1,0 3 0,-6-2 182,-3 6 1,-3 1 45,-2 4 1,0 0 44,0 1 1,-2-6-203,-3 0 0,-3-1-25,-6 2 1,0 1-115,0-6 0,-7-1-260,-2-4 0,0 5 156,0 0 0,5 0-22,-1-5 0,4 0-31,0 0 0,1 0 78,0 0 241,6 0 0,0 0 30,3 0 0,4-2 219,-4-3 0,10 4-21,4-4 0,4 2 152,1-2 0,5 3-127,0-2 0,6-4 21,-1-2 1,3 2-270,1-1 1,2 0 106,4-6 0,-3 1-525,7 0 1,-6-7 117,1-2 0,-5-4-21,-4-2 0,1-5 50,-6-4 0,-1-2-37,-9 2 0,-3 4 46,-6 5 1,0 2 77,0 4 0,-6 4 194,-3 9 0,-4 4 12,-1 6 0,-2 0-63,-3 0 1,2 6 3,-7 4 1,7 7 126,-2 2 0,0 6 79,4-1 1,-2-2 324,8 2 0,1-1-103,-2 6 1,7 4 114,-2 0 1,4 0-151,1-4 1,1-1-55,4 1 1,4-6-117,10 1 0,-1-7-93,6 2 0,-1-3-155,6-2 0,-1-1-38,1-4 1,-6-2-284,1-7 0,0 0 138,4 0 1,-4-7-181,-1-2 1,-5-5 125,1-5 1,-2 1-5,2-5 1,-5 4 86,1-5 0,-3 7 95,-7-2 1,0 3 171,-5 2-416,0 6 184,0 2 1,-2 6 188,-3 0 0,-7 6-75,-7 3 0,0 4 149,5 1 1,1 2-116,3 3 372,-2-3 1,5 4-157,-2-5 1,3-1-20,6 0 0,0-5-91,0 1 0,1-7 35,4 2 0,3 1-85,6-1 1,5 0-201,0-5 0,5 0 30,-5 0 1,6-5 8,-1 0 0,1-6 69,-1 2 0,1-4-25,-6-1 0,6 0-106,-1-1 1,-4 3 43,-1 2 0,2 2-184,-2 4 0,0 2 180,-5-3 0,0 5 59,0 5 0,-1 3 330,-3 6 0,1-4-61,-7-1 1,1 1-64,-5 4 0,0 0 42,0 0 0,-1-4 151,-4-1 0,2-4-189,-7 4 0,1-6-48,-6 2 1,-4-3-146,1-2 0,-6 0-361,5 0 0,-5 0-19,5 0 1,-4 0 167,4 0 0,0 0 33,4 0 1,1 0-72,0 0 1,4-5-350,1 0 243,6 1 77,-3 4 396,6 0 1,6 0 301,3 0 1,6 0-25,3 0 0,5 0-175,5 0 1,0 0-89,1 0 1,-2 0-58,-4 0 0,7-5-189,-6 0 1,6-6 64,-6 2 0,1-4-217,-1-1 0,1-7 102,-6-2 1,-2-4-75,-7-2 1,1-1-3,-6-3 0,-1 1 231,-4-5 0,0 5 159,0-1 0,-6 9-141,-3 5 108,-4 3 1,-1 8-11,0 4 1,-1 2 87,1 2 0,0 6 22,0 4 1,0 7 169,-1 2 1,3 7 460,2-3 1,-1 4-116,6 1 1,1 1 82,4-1 1,0 1-283,0-1 1,0 1-97,0-1 0,0-4-146,0-1 1,1-5 26,4 1 0,-2 1-110,7-1 0,-7-4-95,2-6-34,2-6 27,-5 10-55,4-12 141,-6 6 1,2-14 60,3-2 0,-4 1-343,4-1 0,-2-1-253,2-4 1,-4 0-1,4-1 0,1 1-411,-1 0 0,5 4 173,-6 1 0,3 1 373,-3-1 0,0 2-81,5 7 240,-6 0 504,10 0-230,-5 0-12,6 7 1,0 1 17,0 6 0,-4-5 164,-1 1 0,1-1-500,4 5 1,0-4-114,1-1 0,4-4-168,-1 5 0,3-7 178,-2 1 0,-3-2 115,3-2 1,-3 0 3,-2 0 1,0-6 15,0-4 0,-4-2 95,-1-3 0,-4 3 480,4 2 168,-5-2-453,2 4-426,-6 0 282,0 2 1,-2 7-34,-2 4 1,2 3 45,-3 6 0,4 0 65,1 0 1,0 1 214,0-1 1,0 0-98,0 0 0,1 0-154,4 1 1,3-6-46,6 1 1,0-7-93,0 2 1,5-4 123,0-1 1,5 0-144,-5 0 0,0-5 89,-5 1 0,0-9 3,1-1 1,-3 0-33,-2-5 0,-4-2-21,-6 2 0,0-1-84,0 1 0,-6 4 85,-4 1 1,-7 2-107,-2 7 0,-11 0 135,2 5 0,-4 0-10,3 0 1,3 0-15,2 0 1,2 5-4,3 0 1,8 6-99,-3-2 0,9-1-115,0 1-9,4 1 1,4 3 168,6-4 1,2 2-31,13-6 1,0 0 65,4-5 1,0 0 99,1 0 0,3 0-7,-4 0 0,5 0 192,-4 0 1,-6 0-101,6 0 0,-10 0 84,0 0 1,-4 0 101,0 0-155,-1 0-59,0 0 0,-4 0 36,-1 0-77,-6 0 1,5 4 253,-3 1-199,-4 0-161,12-5 1,-5 0 169,6 0 1,-4 0 111,-1 0-113,1 0 0,4-7 101,0-2 0,-4-2-163,-1 1 1,-6-2 9,2 2 0,-4-2-132,-1-2 1,0-1 106,0 1-161,0 0 1,-6 1 60,-3 4 0,-6-2 39,-4 6 1,4 0-41,-4 5 0,3 0-147,2 0 0,-1 5 264,1 0-29,0 6 0,1-3 67,4 6 0,-2-5-65,6 1 0,0-5-29,5 4 0,2-4 44,3 4 1,-2-4 16,6 4 0,2-5 19,8 0 1,-3-2 3,3-2 1,2 0 27,-2 0 0,1 0 129,-1 0 1,-3-6-191,3-4 0,-3-2 25,-2-3 0,0 0-177,0-4 0,1 1-58,-1-6 1,-5 1-194,1-6 1,-7 1 170,2-1 0,-4 6-38,-1-1 1,0 7-16,0-2 0,0 3-203,0 2 1,2 0-432,3-1 278,-4 1 517,12 0 0,-5 0 9,6-1 1,-2 6 197,-2 0 1,3 1-117,-4-2 0,4-3 153,1 4 1,-5-2 88,1 1 1,-5 4 687,4 6-643,-6 0-162,4 0 0,-7 3 208,0 7 1,0 6 157,0 12 0,0 5 103,0 0 1,0 5-200,0-5 1,0 5-56,0-4 1,0-1-159,0-5 0,4 1 13,1-1 1,1 0-50,-1 1 0,-2-7-128,7-3 0,-1-5-82,5-4 0,1 1-353,-1-7 0,0 1-258,0-5 0,5 0 255,0 0 0,7-1 45,-3-4 0,-2-3 56,-2-6 0,1-2 72,-1-3 0,0 3-479,-5-3-155,-6 3-463,5 2 911,-11 6 0,2 4 356,-8 8 1,2 6 184,-3 9 0,-1-2 179,1 7 1,0 0-163,5 4 0,0-1 88,0-4 1,0 4-87,0-3 0,5-3 406,0-2-926,0-4-1079,-5 0 1465,0-8 0,-33-24 0,-17-16 0,-1-3 0,0 1 0</inkml:trace>
  <inkml:trace contextRef="#ctx0" brushRef="#br0">32644 5758 7892,'0'-15'336,"0"6"165,0-1 1,5 1-210,0-5 0,0 4-30,-5 1 0,1 4-112,4-4 1,-4 4-110,4-5 37,3 7 0,0-3 83,6 6 0,2 0-537,3 0 0,6 6 210,13 4 166,13 9 0,3-6 0,13 0 0,3 2 0,6 2 0,1 0 0,-1 1 0</inkml:trace>
  <inkml:trace contextRef="#ctx0" brushRef="#br0">33213 5459 8022,'-14'-8'119,"0"-4"0,4 8 177,1-5 0,6 4 105,-2-4 0,3 4 424,2-4-6,0 5-465,0-8 1,7 5 82,2-2-190,4-4 0,1 7-108,0-4 1,0 4-135,1 6 1,-1-5-72,0 1 1,2-1 90,3 5 0,-3 0-113,2 0 0,-2 2-32,-2 2 0,1-1 105,-1 7 1,0 4 55,0 5 1,1 2 23,-1-2 1,-5 3 43,1 6 0,-2 1 157,1-1 0,-3 2 123,-6 3 1,0 3-91,0 7 1,0 0 36,0-1 1,-6 3 37,-3 2 0,2-3-105,3 4 0,0-4-11,0-1 0,2-2-5,-3-3 1,5-4-92,5-5 0,-3-7-5,2-3 0,3-3-71,-3-2 45,1 0-92,-5-6 1,-3-2 7,-6-6 1,-2-1-112,-13-4 0,-6-3-530,-8-6 0,-3 1-948,-2 4 1,-4-4 605,-1 4 936,1 2 0,-2-12 0,-2 3 0</inkml:trace>
  <inkml:trace contextRef="#ctx0" brushRef="#br0">23403 6141 8101,'8'-9'1786,"-4"0"-567,4 5-329,-6-8-204,4 10-51,-6-10-290,0 10-266,0-4-58,0 6-237,0 6 1,5 2 161,0 6 1,1 0 70,-1 0 1,-2 2-73,6 3 1,-4-3 35,5 3 1,-7-3 79,2-2-46,2 0 11,-5 0 1,6-1 59,-3-3 0,-4-3-39,4-2 236,-3-3 0,-4 4-204,-3-6 1,2-6-330,-6-4 0,-2 2 180,-8-1 0,3-1 44,-3-4 0,3 0 5,2 0 1,0 4-32,-1 1 0,6 6-31,-1-2 1,1-1-294,-5 1 106,6 0 211,-5 5 43,12 6 88,-6 2-47,7 7 0,7-6 50,2 1 0,4-7 225,1 1 0,0-2-134,0-2 0,2 0 92,3 0 1,-8 0-334,3 0 1,-3 0 174,4 0 1,-6 0-897,1 0 0,-6 0-923,6 0-879,-7 0 2598,3 0 0,-37 19 0,-9 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9825 14927 8341,'0'-14'435,"0"0"1,0 4 213,0 1 1,0 6-230,-6-4-172,4 7 17,-4 0 0,4 5-18,-3 0 0,4 6-56,-4-2 0,-1 4-22,1 1 1,-6 0-76,1 1 0,3 0 79,-3 4 1,1-1-98,-6 5 0,1-4 35,0 5 1,0-2-161,0 2 0,-7 4 135,-3 1 1,4-1-176,1 5 1,-2-3 115,2-1 0,0 4 54,5 0 1,0 0 81,0-4 0,-1 1-56,1 3 1,5-3 15,-1 3 0,2-8-34,-1-1 1,-2-2 29,6 2 1,-6-4-67,2-5 1,1-1 3,-2 0 1,5-4 1,-4-1 1,4-6-218,-4 2-180,6-3 22,-4-2 65,7-7 0,0-5-239,0-7 1,8-8-521,6-2 0,7-1 337,7-8 1,1-1-115,-1-8 1,5 1 148,1-6 0,3-5 348,-3-5 0,-1 1 351,-5 4 1,-6 1-71,-3 4 1,-8 0-24,-1 10 0,-7 8 154,2 15 0,-5 10 1140,-5 4-368,3 4-248,-4 1 0,5 6-22,-4 3 0,3 4-47,-2 1 0,2 0-44,2 1 0,-5 4-72,0 0 0,-6 6-174,2-1 0,1 2 33,-1 3 1,1-1 151,-2 1 0,-2 4-228,2 0 0,-3 2-1,-1-2 1,5-3-97,-1 3 1,1 2-253,-5-2 1,4-1-321,1-9 0,1 3 41,-2-7 0,-1 0-260,6-5 1,-1-2-246,1-2-524,4-4-469,-6 1 1882,1-6 0,5-39 0,-6-17 0</inkml:trace>
  <inkml:trace contextRef="#ctx0" brushRef="#br0">10266 15240 8482,'0'-9'8,"0"-1"152,0 7 712,0-10 312,0 5-782,0-6 0,0 5-30,0-1 1,-2 7-20,-3-2-79,4 4 1,-12 1-200,4 0 1,1 0-71,-2 0 0,2 1-51,-1 4 1,-4 3 39,4 6 0,-2 0-141,1 1 1,-2-1 104,2 0 1,-1 5 51,2 0 1,-4 5-60,3-5 1,4 4 99,1-4 1,-1 0-70,1-5 5,1 7 1,4-5-131,0 3 1,6-5 128,3-5 0,4 2-28,1-6 0,0 0 29,1-5 1,4-2-4,0-2 0,0-4 66,-5-7 1,0 6 7,0 0 1,-4-1 81,-1-4 0,-1 0-19,2-1 0,-3 6 84,-2-1 73,-3 1 330,4-5-697,-6 6-392,0 2 70,0 6 311,0 0 236,0 6 0,0-3-10,0 6 0,0 1 98,0 4 0,5-4-308,0-1 0,1 1 29,-1 4 0,-2-6 65,6-4 0,1 3 47,4-2 1,0-1-176,0-4 1,2 0 112,3 0 0,-3-1-49,3-4 0,1-3 55,-1-6 1,0 0 150,-4-1 1,-3 1-10,-2 0 0,1 0 222,-7 0 1,1-2-274,-5-3 0,-6 8-207,-4-4 0,-2 4-107,-2-3 0,-1 6 102,1 4 0,-5 2-172,0 2 1,0 0 43,5 0 0,0 6 122,0 4 1,-1 2 8,1 3 0,2-1 228,2 0 1,-1 0-143,6 1 1,1-6 57,4 0-307,0 1-76,0 4 1,3-6 448,6-3 0,1-4-31,9-1 1,1-1-85,-1-4 1,6-3 24,-1-6 1,-2 1 205,2 4 1,-5-4-44,5 4 0,-6-2 175,6 1 1,-6-1-148,1 6 1,-8 1 54,-2 4-252,1 0 0,4 0 241,0 0 0,-6 6 249,-3 3 0,1 9-192,-1 1 0,4 1 72,-4-1 0,1-3-375,-1 3 0,-3 2 150,2-2 0,-2-1-1124,-2-3 255,0-1-232,0 0 793,0-6 292,0-2 1,5-7-346,-1-4 1,3-4 8,-3-10 0,0 3 128,5-3 1,-1 3 59,1 2 1,4 0 110,-3-1 1,-3 3-127,3 2-361,-1-2 315,6 10 0,-1-4 27,0 6 1,-5 1 63,1 4 1,-5 3 169,4 6 0,-6 0 46,2 1 0,1 0 243,-1 4 0,5-3-298,-6 3 0,3-3-29,-3-2 0,0 0-644,5 1 136,-6-1 314,10-6 0,-5-2 171,6-6 0,-5 0 147,1 0 1,-2-6-247,1-4 1,4-7 13,-4-2 0,-2-6-158,-3 1 0,3-3 239,-2-1 0,1-6-304,-1 1 1,-4 5 7,4 4 0,-4 7 95,-1-2 0,0 3-59,0 2-35,0 6-294,0 2-1,0 6 1,0 1 265,0 4 1,0 4 41,0 10 1,0-3 779,0 3 0,0 2-159,0-2 0,0 4 64,0-4 0,2 5-233,3-5 0,-4 0-91,4-5 1,1 2-20,-1 3 1,5-3 8,-6 3 0,6-8-557,-5-2 0,6-1 89,-2 1 1,9-1-74,0-3 1,3-3 166,-2 2 0,-2-8 112,7-6 0,0-2 29,4-3 0,-4-4 16,0 0 1,-9-4 124,0 4 0,-1-5 267,-5 5 0,-2 0 41,-3 5-222,-2 0 102,-2 0 1,-2 6-253,-2 3 1,0 3-244,-5 2 0,0 7 146,-6 2 1,6 4 20,-1 1 0,2 0 125,-1 0 0,-2 5-18,6 0 0,0 0-68,5-5 0,0 1-6,0-1 0,0 0-327,0 0 1,2-4 59,3-1 0,3-6 36,6 2 0,0-3 132,0-2 1,1 0-153,-1 0 0,5-7 182,0-2 0,4-4 5,-4-1 1,0 0 48,-5 0 1,2 1-76,3 4 1,-8-2 35,3 6 1,-2-5 34,2 6 0,-5-1 108,1 5 1,-6 0-19,6 0 0,-7 1 192,2 4 0,-2-2 101,2 7 0,-4-1 356,4 5 0,-3 1-8,-2-1 0,-2 2-180,-3 3 1,4-4-318,-4 4 1,-1-8-148,1-1-567,0-1-35,-1 6-697,4-7 449,-4-2 510,6-6 1,2-6-36,2-4 1,4-3 74,6-1 1,1-5 160,-1 0 0,0-4 43,0 4 0,1-5 190,-1 5 1,0 0 18,0 5 1,-6 0 135,-3-1 0,-2 6-12,2-1-33,-4 7-654,6-3 1,-7 8 230,0 2 1,0 4 220,0 6 0,-5 1 51,0-1 0,0 0 253,5 0 1,0 0-285,0 1 1,0-1 24,0 0-60,0 0 68,7 1 58,1-1 1,6-6-90,0-4 0,-4-2 22,-1-2 0,0-6-152,6-4 1,0-4-78,4-5 1,-3 2 63,3-7 1,-5 0-204,-4-4 1,3-1 128,-4 1 1,2 1 15,-1 3 1,-4 4 242,-6 6-302,0-1-571,0 8 278,0 0 434,0 20 0,0 1 260,0 10 0,0 1 403,0-6 1,0 5-222,0-5 0,0 4 45,0-4 0,1 2-250,4-2 1,-2-3 8,7 3 0,-1-5-286,6-5 0,-6 2 41,0-6 0,1 5-139,4-6 1,0 1-134,1-5 0,-1-6-217,0-4 1,3-2-36,-2-3 1,5 0-340,-10-4 1,5-4-677,-5-5 0,3 1 1582,1 3 0,-19-40 0,-4-6 0</inkml:trace>
  <inkml:trace contextRef="#ctx0" brushRef="#br0">12114 15354 9434,'6'-8'3435,"-4"2"-2532,10-1-703,-4-1 1,7-1-1,-1-1 0,-5 6-1239,1-6 1,-1 5-46,5-4 0,1 4-1666,-1-4 2750,0-1 0,0-23 0,1-5 0</inkml:trace>
  <inkml:trace contextRef="#ctx0" brushRef="#br0">11090 15297 11866,'-20'0'0,"4"1"625,-3 4 1,3-3 784,2 3 0,4-4-173,1-1-916,6 0 1,-2 0-37,10 0 1,4 0 4,10 0 0,10-5 71,9 1 0,3-7 36,1 1 1,1 2-540,0-1 0,-9 1-388,-5-2 1,-2-1-514,-8 7 1,0-3-444,-5 2-702,-6 4 2192,-8-5 1,-59 12 0,-18 2-1</inkml:trace>
  <inkml:trace contextRef="#ctx0" brushRef="#br0">11133 15098 7221,'-8'-6'2452,"2"4"-1917,6-4-132,0 6-85,0 0 0,0 6-233,0 3 1,0-1-13,0 2 1,0 1-127,0 8 0,0-3 60,0 3 0,0 1-57,0-1 0,0 5 58,0-5 0,0 0-9,0-5 1,0 5-18,0 0 1,0 0-53,0-5-70,0 0 157,0 0-409,0 1-18,0-8-308,0 0-189,0-7-556,0 0 1463,-7 0 0,-19-32 0,-12-7 0</inkml:trace>
  <inkml:trace contextRef="#ctx0" brushRef="#br0">10977 15340 8125,'0'-8'-190,"0"-5"0,0 10 1439,0-7-875,-7 7 1,6-5-38,-4 4-254,3 2 128,9-4 1,1 6-102,6 0 0,5 0-44,0 0 0,6-2 97,-1-3 1,-2 4-166,1-4 0,-5 3 36,1 2 1,1 0-187,-1 0 160,0 0 0,-5 0 75,1 0-27,-7 0 34,-2 0-188,-6 0 57,0 0 0,-6 0-225,-4 0 1,2 0 132,-1 0 0,-1 0-117,-4 0 0,0 0 37,0 0 1,-1 0 57,1 0 0,5 5 53,-1 0 0,5 0-166,-4-5 239,6 0-10,-4 0 0,9 0 156,3 0 0,7 0-76,7 0 0,0-2 136,-4-3 1,-1 4-245,0-4 0,0 3-250,0 2 0,-4 0-365,-1 0-540,-5 0 1222,2 0 0,-43 8 0,-27 3 0,1 1 0,-1 0 0</inkml:trace>
  <inkml:trace contextRef="#ctx0" brushRef="#br0">9697 14941 8456,'-8'-14'-182,"2"5"-45,6-1 0,0 6 584,0-6 0,0 5 1648,0-4-681,0 6-264,0-10-373,0 11-300,0-4 35,0 6-263,0 0 1,-2 6-150,-3 4 0,4 3 12,-4 1 0,-1 0 14,1 0 0,-4 7 8,4 2 0,-5 0 2,6 0 1,-7 1 20,1 4 1,-3 1 83,-1-1 0,5 5-38,-1 1 0,1-1-109,-5-5 0,-1 5-30,1 1 1,0-1 67,0-5 0,-1 1-15,1-1 1,5-4-1,-1-1 1,6-5 83,-6 1-7,7-3-51,-3-2-12,6 0-57,0-6-135,0-2 1,1-7 307,4-4 0,-2 2-139,7-7 0,-6 1-43,6-5 1,-1-1-45,5 1 1,-4-6-177,-1-4 0,6-3 154,4-1 1,0-7-152,-5-3 0,0-3 148,0-2 1,7-4 6,2-1 0,-2-4-237,-2 5 1,-3 1 175,-2 8 0,0 0 293,0 10 1,-1 3 76,-4 10 449,-2 7-227,-7 2-217,0 6 1,0 2-138,0 2 1,0 0-178,0 5 0,-5 1 41,0 4 1,-6 0 269,2 0 1,-4 5 217,-1 0 0,0 6-219,0-1 1,-1 5 103,1 4 1,0-3-173,0 3 0,-1 2 43,1-2 0,0 5 4,0-5 1,0 6-10,-1-1 0,3-3-220,2-2 1,-2-3-21,2-1 0,2-7-81,-1-3 0,6-3 25,-2-2-427,3-6-124,2-2-29,0-6 1,0-2 140,0-2 1,5 1-104,0-7 0,6 2-2546,-2-1 3191,4-4 0,14-8 0,3-9 0</inkml:trace>
  <inkml:trace contextRef="#ctx0" brushRef="#br0">9754 14927 8476,'14'0'2,"0"-4"0,-1-3 77,-4-1 0,2 4 552,-6-6-316,6 7 1,-8-8 522,7 6-547,-7 0 1,3 4 302,-6-4-35,0 3-262,0-4 139,0 6-392,0 0 253,0 6 1,0-2 98,0 5 1,-4-4-212,-1 4 1,-1-4 34,1 5 1,3-1-27,-3 5-85,-2 0 0,0 1-89,-2-1 0,1 0 121,3 0 1,2 2-46,-6 3 1,4-3-76,-5 3 1,6-2 9,-6 2 1,5-1-15,-4 5 0,4-4-134,-4 5 1,4-5 79,-5 5 1,6-7 80,-6 2 1,7 1-91,-2-1 1,-1 2 93,1-2 0,-1-3-7,1 3 1,4-4 21,-4 0 0,2-1 19,-2 0 0,3 0 4,-2 0 1,-3-4 8,3-1 0,-3-4-202,3 5 116,2-1 0,-6 1 6,3-1 4,4-6-22,-6 4 11,1-1-20,5-5 102,-6 6 212,7-7 140,0 0-199,0-7-384,0 0 1,2-8 86,3 1 0,-4 0 48,4 0 1,-2-1-40,2 1 1,-4-6-28,4-4 1,1 2-16,-1-2 0,1 1-152,-1-6 0,-2 1 54,7-1 1,-7 1 62,2-1 1,1 6 186,-1-1 1,4 7-67,-4-2 30,0 3-133,-5 2 0,0 7-75,0 7 1,0 8 356,0 11 1,-7 3 272,-2 7 0,-4 1 120,-1 3 1,0-3-228,0 3 1,-1 2 122,1-2 1,0 5-122,0-5 1,1 0-152,4-4 0,-4-1-16,4 1 1,2-3-272,2-2 1,2-3 114,-1-7-230,2 0-854,-4 0 526,6-6-1190,0-2-663,0-6 501,0 0 0,1-4 1887,4-1 0,-41-44 0,-5-6 0</inkml:trace>
  <inkml:trace contextRef="#ctx0" brushRef="#br0">4195 16264 22888,'0'-10'-2858,"0"1"2619,0 5 0,0-3 619,0 2-302,0 3-362,0-4 678,0 6 924,0 0-1582,0 6 1,0 2 508,0 6 1,0 1-192,0-1 1,0 0 165,0 0 1,0 0-319,0 1 53,0-1 1,0 0 17,0 0 1,0-4-1044,0-1 371,0 1 502,0-2 168,0 4 4,0-10 0,0 3 474,0-10 0,0-3-488,0-6 1,-5-2-164,0-3 1,0 3 110,5-3 0,-1 3 61,-4 2 0,4 5 104,-4-1 0,3 6-96,2-6 1,-1 7-537,-4-2-797,3-3 1192,-4 7 990,6 1 0,0 8-589,0 6 0,0 0-25,0 0 0,0 0-207,0 1 0,0-1-1227,0 0 737,0 0 1,0 1-806,0-1 0,2-5-873,2 1 2189,-2-7 0,11-3 1,-6-8-1</inkml:trace>
  <inkml:trace contextRef="#ctx0" brushRef="#br0">4252 16008 26106,'-10'-15'-6834,"1"1"6175,5 0 667,-8 0 1,10 4 279,-3 1 1,2 6 593,-1-2-596,2 3 1,-6 2 1348,3 0-1497,4 0 0,-7 2 1065,3 3 0,2-1-123,-7 11 0,1-4-174,-5 8 0,0 3-341,-1 1 1,1 4-108,0 2 1,-5-1 69,0 1 1,0-1-575,5 0 1,0 1 0,-1-1 1,3 6-590,2-1 0,-1 0 575,6-5 0,1 1-461,4-1 0,0-1 27,0-3 0,6-2-303,4-3 1,2-3-15,2 3 0,5-5 381,0-5 1,2 2 347,-2-6 0,1 5 189,4-6 1,1 1 195,-6-5 0,2 0 273,-2 0 0,-3-2 301,3-2 1,-4-4 503,0-6 0,-1-1-366,0 1 1,0-5-1017,0 0 0,-4-6 0,-1 1 0,-1-7 0,2-3 0,2-5 0,-2 1 0,-4-3 0,-1-2 0,-3 1-466,-2-1 0,0 2-477,0 3 0,0 3-121,0 7 1,-2 1 76,-3 3 0,-3 4-20,-6 6 1,5 6 199,-1 3 0,-4 3 389,-5 2 0,-2 0-143,2 0 0,4 11 448,-4 4 1,-2 8 267,2 1 0,-6 47 0,14-29 0,0 0 0</inkml:trace>
  <inkml:trace contextRef="#ctx0" brushRef="#br0">4820 16548 21841,'0'-8'1872,"0"2"-2052,-6-1-442,4 6 1,-4-7 289,6 3 1,0 2 783,0-6 0,2-1 223,2-4 1,3-2 89,2-3 0,9-1-393,-4-4 0,5-5-50,0 1 0,-2-2-489,7-8 0,-1 2 557,6-2 0,-5 3-85,-1 7 1,-7-1-336,-2 1 1,-1 6-1,-8 3-909,-1 9 264,-4 4 0,-6 7 382,-3 4 1,-4 3 259,-1 6 1,-5 1 441,0-1 0,0 2-85,5 3 1,1-4 50,4 4 1,-3-3-223,8-2 0,-1 1 247,5-1 0,0-5-420,0 1 1,0-1-432,0 5 1,6-4-613,4-1 1,2-4 361,3 5 0,4-6-101,0 6 0,4-6 365,-4 6 0,0-5-304,-5 4 1,-1-4 352,-3 4 1,1 1-262,-7 4 0,1 0 442,-5 1 1,0-1 554,0 0 0,-6 5-35,-4 0 0,-7 0 314,-2-5 0,-5-1-96,5-4 0,-4 4 244,4-4 0,-2-2-47,2-3 1,3-2 277,-3-2 1,-1 0-235,1 0 1,0 0 146,5 0 0,-1-6-1048,1-4 0,2 2-758,2-1 1,-1 4 155,6-4-486,1 5 121,4-8-626,0 10 982,0-4-419,6 6 1285,2 6 1,6 0-193,0 4 0,0 1-113,1-6 0,-1 4 449,0-4 0,2 4-543,3-4 0,-2 0 233,7-5 1,-2 0 231,2 0 0,3-2 267,-4-2 1,4-4 198,2-7 1,-3 1 281,-2 0 1,3-5 15,-3 0 0,1-5-175,-1 5 1,1-4-87,-6 4 1,5-5-339,-5 5 0,1 2 553,-1 7-472,-3-2 0,4 10-614,-5-3 0,-1 4-179,0 1-342,-6 0 814,5 6-1536,-12-4-676,5 10 702,-6-10 1,0 6-280,0-3 717,0-4 1116,-6 5 0,-2-6-181,-6 0 0,0 5 354,0 0 0,-1 1 502,1-1 0,0-2 346,0 7 0,0-6 118,-1 6 0,1-1-438,0 6 1,0-3-94,-1-2 0,6 2-769,-1-2 0,6 2 0,-6 3 0,7-1-423,-2 0 0,5 0-457,5 0 1,3 1-364,6-1 1,7-6 416,2-3 1,0-4-79,0-1 0,3 0 250,7 0 0,-3 0 187,3 0 1,-8-6 476,-1-4 0,0-2 594,4-3 0,-4 1 479,-1 0 1,-4-2 283,5-3 0,-7 3-437,2-2 1,-3 2-392,-2 2 1,4-1 27,-4 1 1,8 5-275,-8-1 0,-1 7-293,-4-2 0,1 4 0,4 1 0,0 0 0,1 0 0,-6 0-343,1 0-195,-7 6-1993,3-4 563,-6 4-83,0 0 494,0-4 1643,-6 4 0,-2-6-254,-6 0 1,-1 5 318,1 0 0,-5 4 149,0-4 1,-1 6 1033,1-2 0,3 4-578,-3 1 0,-2-1 187,2-4 1,1 9 828,3-4-1764,1 3 1,1-3 187,4 1 0,3-1-822,6 0 0,0-4-289,0-1 0,11-6-15,3 2 0,10-3 12,-1-2 1,4-2 340,2-3 1,-3-1 248,-2-4 1,3-2 562,-3 2 0,-2-2 195,2-3 0,-9 1 775,0 0 1,-1 0-276,-5 0 1,-2-1-279,-3 1 0,-2 5-300,-2-1 54,0 7-1369,0-3-567,-6 6 0,-1 6 1044,-2 4 0,1 2-67,3 2 0,4 1 83,-4-1 0,3 0 103,2 0 1,0-4-103,0-1 15,7 1 0,0 2 36,8-2 0,-1 1 596,0-6 0,2-1-807,3-4 1,-2-6 670,7-3 1,-5-4 421,5-1 1,-5-7 1,4-3 0,-4 2 126,5-1 1,-7-6 97,2-4 0,-8-6-251,-1 1 0,-5 1-310,4-1 0,-6 7-150,2-2 0,-5 4-1770,-5 6 633,4 2 433,-12 7 0,10 6 121,-7 3 1,7 5 1075,-2 5 1,4 3-757,1 6 0,0 0 384,0 0 0,-5 2 350,0 3 1,1-1 3,4 5 1,-5-4 544,0 5 0,0 0-15,5 4 1,-4-4-212,-1-1 1,-1 0-1278,1 0 1,3 2 672,-2-6 1,2 5-373,2-5 0,0 0-309,0-5 1,6 0-251,4 1 1,2-7 106,3-4 1,5 3 272,4-3 0,3 1 13,1-5 0,5-6 590,0-4 0,5-2 282,-4-3 1,0-3 282,-1-1 1,-7-5 223,2 5 1,-3-6 340,4 1 1,-7-3-790,-3-1 1,-10 1-271,-4 3 0,-3 4-647,-2 5 45,0 1 1,-2 2-691,-3 2 0,-4 4 327,-10 6 0,3 6 794,-3 4 1,2 7 29,-2 2 1,3 6 243,-3-1 0,3-2 127,2 2 1,5-2-56,-1 1 1,7 3-9,-2-7 0,4 4 26,1-4 1,6-1-1012,4-9 0,8 4-551,6-4 1,1-2 190,-1-3 1,3-2-341,-3-2 0,-2-6 341,2-4 0,-7-1-267,2 2 1,-8-4 1008,-2 3 54,-5-2 0,-11-9 0,-9-1 0</inkml:trace>
  <inkml:trace contextRef="#ctx0" brushRef="#br0">3967 17429 6630,'-8'0'495,"2"0"0,4 0 2,-2 0 27,2 0-18,-4 0-131,6 0 55,-7 0-286,6 0 64,-5 0 1,6-1-214,0-4 1,-2 3 19,-3-2-100,4 2 0,-6 1 78,7-4 4,0 3 1,2-9-11,3 6 1,-2-1-212,6 1 136,1 4 0,4-6 85,0 7-89,0-6 0,1 5 83,-1-4 1,-5 3-5,1 2 7,-7 0 0,8 2-1,-6 3 1,-1-2 33,-4 6 0,-1 1 5,-4 4 1,-1 0 42,-4 0 0,-2 1-66,2-1 0,-4 5-3,-5 0 0,3 0 0,-3-5 0,4 5-8,0 0 1,1 0 8,0-5 1,4 0-3,1 0-14,6 1 1,-4-6-20,7 1 169,0-7 0,2 3-135,3-6 1,7 0 242,7 0 1,5 0-75,-5 0 1,5-5 44,-5 1 0,4-3-102,-4 2 0,2 2-12,-2-6 0,-3 6 99,3-2-90,-4 3 1,0 2-259,-1 0 186,-6 0-807,-2 0-109,-6 0-440,0 0 663,-6 0 0,-2 0-1046,-6 0 1696,6 0 0,-56 0 0,-7 0 0</inkml:trace>
  <inkml:trace contextRef="#ctx0" brushRef="#br0">4109 17273 8116,'-6'-8'0,"3"0"-88,-7 3 1,6 2-39,-6-6 1,5 6 366,-4-2 278,6-3-128,-10 6-211,5-4 0,-6 6-49,0 0 0,4 0 55,1 0 1,4 0-18,-4 0 0,-1 2-16,-4 2 0,4 0-135,1 5 1,0 1 77,-6 4 1,1-5-139,0 1 0,0-1 127,-1 5 1,1 1-111,0-1 1,0 5 1,0 0 0,4 0 109,1-5 1,1 5-14,-2 0 1,-1 0-8,6-5 0,-4 5 0,4 0 1,0 1-23,5-1 0,0-3 7,0 3 0,0 2-21,0-2 0,0 0-4,0-5 1,2 0-93,3 0 1,-4 0 3,4 1 0,1-1-269,-1 0 280,6 0 0,-4 1-99,2-1 94,4 0 1,-5-1-101,6-4 173,0 4 0,0-7 141,0 4 1,1-4-36,-1-6 1,0 5-18,0-1 1,1 1 98,-1-5 0,0-2-92,0-2 1,5 1-6,0-7 1,0 1 33,-5-6 0,5 1 26,0 0 0,0 0-121,-5 0 1,5-1-3,0 1 1,0-5-92,-5 0 1,1-6 29,-1 1 0,0 2-54,0-2 1,1 2 85,-1-1 0,-2-4-20,-2 3 1,1 2-2,-6-2 0,-1 5 7,-4-4 1,0 5-1,0-1 1,0-1 0,0 1 1,-6 0-132,-3 5 1,-4-1 60,-1 1 0,0 5-148,-1-1 1,1 2 119,0-1 0,0 1-130,-1 3 0,1 4-58,0-4-5,0 3 0,0 2-499,-1 0 52,1 7 0,5 1-148,-1 6 0,7 0 883,-2 0 0,23 32 0,5 8 0</inkml:trace>
  <inkml:trace contextRef="#ctx0" brushRef="#br0">4479 17756 8116,'-2'-9'176,"-2"-1"90,2 7 1,-6-5 608,3 4-245,4 2 198,-12-4-541,5 6 0,-1 4 171,-1 1-278,7 6 1,-5-4-20,4 2-22,2 4-378,-4-5 0,7-1-123,4-2 0,-2-3 166,7-2 0,-1 0 72,5 0 0,-4-2 130,-1-3 1,-1 2 345,2-6-355,2-1 77,-10-4-256,4 0-564,-6 0-437,0 6 0,-6 3 1183,-4 10 0,-40 41 0,19-16 0,0 1 0</inkml:trace>
  <inkml:trace contextRef="#ctx0" brushRef="#br0">7479 16036 8464,'0'-8'-1769,"0"-4"3340,0 10-442,0-4-324,0-1 147,0 6-323,0-6-68,0 7-146,0 0 68,0-6-425,0 5 184,0-6-204,0 7-67,0 7 1,-2 0 111,-2 8 0,-4-1-63,-6 0 1,-1 0 7,1 1 0,-2 5 60,-3 4 1,2-2 7,-7 2 0,1 1-9,-6 8 0,2-1 15,4 6 1,-6-5-35,1 5 1,4-7-34,-4 2 0,9-3-107,0-1 1,3-1 104,2 1 0,1-6-18,4 1 0,-3-7-21,8 2 1,-6-3-18,6-2 0,-6-4 16,5-1 0,-1-5 22,1 0 0,4-1-75,-4 2-269,3-3-550,-4 4 361,4-6 106,-4 0 0,12-2 15,4-2 397,3 2 0,32-17 0,9 3 0</inkml:trace>
  <inkml:trace contextRef="#ctx0" brushRef="#br0">7906 16249 8129,'0'-8'0,"0"-4"1,0 9 1572,0-7-137,0 7-491,0-10-497,0 12 1,0-7-32,0 3-453,0 4 327,0-6 0,0 9-37,0 3 1,0 3-18,0 6 1,-2 2-81,-3 2 1,4 5-199,-4 5 1,-1-1 56,1-3 1,-2 2-151,3-2 0,1 3 111,-7 1 1,5 1-136,-4-1 0,1-6-41,-1-3 1,1-3 45,3-2 0,2-1 120,-7-4 1,5-2 42,-4-7 0,4-2 6,-4-3 0,1-2-91,-2-8 1,3 0-1,2-4 0,3-8 11,-3-6 1,5-7-103,5 2 1,-2-3 207,7-2 0,-1 6-92,6-1 0,3 1 57,1-1 1,2 5-110,-2 10 1,-2 0 17,7 4 0,-5 5 33,5 0 0,-5 6-14,4 8 1,-4 0 36,5 0 1,-5 2-14,5 2 1,-7 3 132,2 2 0,-3 4-141,-2-4 1,-6 4 277,-3 1 1,1 0 23,-1 1 0,-1 0 10,-4 4 0,-6-3-97,-3 3 1,-4-3-31,-1-2 0,-5 0-103,0 1 0,-6-1-224,1 0 0,-3-1-273,-1-4 1,-2 4 232,-4-4 0,9-1-78,-3 2 0,9-7 138,0 2 1,3-4-83,2-1 147,6 0 316,2 0 0,7-5-166,4 1 1,-2-1 90,6 5 0,1-5 2,4 0 1,0 1-47,1 4 1,-1 0 46,0 0 1,0 4-27,1 1 0,-1 5-38,0-6 1,-5 7-43,1-1 0,-2 3 49,1 1 0,4 5 97,-4 0 0,-1 1 81,2-1 1,-5-3-308,4 3 0,-1-3 129,1-2-51,4 0 0,-5-1 24,6-4 1,0-2-14,1-7 0,-1 0 37,0 0 0,0-7 9,0-2 1,5-4-81,0-1 1,5-7 13,-5-2 0,6-4-205,-1-2 1,-4 1-19,-1 0 0,-3-1-22,-2 1 0,-1 4 105,-3 0 1,1 7-59,-7-2 109,1 9 0,-6 4-19,-4 6 1,2 0-64,-7 0 0,1 8 18,-6 6 1,-3 2 276,-1 8 0,0-5-55,4 4 1,1-4 108,0 5 0,0-5-6,0 5 0,1-7-129,3 2 1,4 2-76,6-2 0,0-1 66,0-3-34,0-1 0,6-1-28,4-4 1,7-3 88,2-6 0,6 0-66,-1 0 1,3-6-78,1-3 1,1-4 18,-1-1 1,-1-5-98,-3 0 0,1-6 84,-6 1 1,2 2-141,-2-2 0,-4 2 127,4-2 0,-3-1-128,-2 6 245,1 0-123,5 5 1,-4 1 94,3 4 1,1 2 63,-1 7 0,0 2 211,-4 3 0,2 3-107,-3 6 0,4-5 73,-9 1 1,-1 4-203,1 5 1,-5 0 18,0-5 0,-4 0-115,-4 1 0,-4-1 84,-7 0 1,0 0-349,-4 0 1,-3 1 5,-7-1 0,5-5-122,1 1 0,-1-5 112,-4 4 1,-1-6-26,1 2 0,6 1 196,3-1 0,-2 0 77,2-5 0,5 0 156,4 0-281,1 0 382,1 0-65,2 0 1,7 0 34,4 0 0,3 0-69,6 0 1,0 0 128,1 0 1,4-5-267,0 0 1,4-1-3,-4 1 1,6 2-80,-1-6 0,5 1 84,4-2 1,-3-2-132,3 2 1,-1-4 127,1-5 0,-8 3-27,3-3 1,-4 3 79,0 2 1,-4-5 160,-5 0 0,-7 5 101,-4 4 112,-2 7 1,-2-5 322,0 4-416,0 2 1,-2-4-216,-2 6 1,0 5 20,-5-1 0,6 7-150,-2-1 0,2-2 196,-2 1 0,3 1-27,-2 4 0,2 5-91,2 0 0,0 0-167,0-5 0,0 0 11,0 0 0,6 1 105,4-1 0,3-5-278,1 1 0,0-2 43,0 1 1,2-3 29,3-6 1,-2 0 135,7 0 0,-5-1-15,5-4 0,-5-4 10,4-10 0,-4 1 7,5-5 1,-7-1 91,2-4 1,-3-1-55,-2 1 1,-1-1 10,-3 1 0,-3-1 4,-2 1 0,-3 1 0,2 3 0,-2-1-22,-2 6 1,0 0 6,0 5 1,-2 0 60,-2 0 0,2 4-3,-3 1 0,-1 4 80,1-5 1,-1 7-48,1-2 122,4 4 1,-7 1 184,3 0 203,4 0-150,-12 0-250,5 6 1,-5 2 39,4 6 1,-2-4 132,6-1 1,-4 1-93,4 4 1,-1 5-79,1 0 1,2 0-18,-7-5 1,7 5-8,-2 0 1,-1 5 0,1-5 0,0 4-29,5-4 0,-4 7-183,-1-3 0,0-1 54,5 2 1,0-5-80,0 5 1,7-5-208,2 4 1,-1-5 153,1 1 1,2-5-149,8-5 1,-3 2 4,3-6 0,3 0 121,2-5 1,-2 0-19,2 0 0,-2-6 1,2-4 0,-2-3 79,-3-1 1,-4-5 126,4 0 0,-4-6 101,-6 1 1,4 2-37,-4-1 1,-2 4 186,-3-5-117,-2 7 172,-2-4-141,0 7-93,0 6 1,0 3-60,0 10 1,0 3-15,0 6 1,0 0 232,0 0 1,0 1-117,0-1 1,0 2 48,0 3 0,0-4-141,0 4 1,0-3 3,0-2 0,1 1-55,4-1 1,2 0-232,2 0 0,8-4 86,-2-1 0,2-6-188,-3 2 0,5-3 49,0-2 0,5 0 78,-5 0 0,6-7 212,-1-2 0,-4-8-71,-1-2 0,2-5 128,-2 5 1,0-6-72,-5 1 1,-1-1 27,-4 1 0,-1-1 166,-3 6 0,-4-2-11,4 2 238,-3 10-285,-9-4 1,-1 13-125,-6 0 1,0 2 40,0 2 1,-1 4-3,1 7 1,0 0 44,0 4 0,4-3-5,1 3 1,6-2-51,-2 2 1,2-3-40,-2 3 0,3-3-441,-2-2 304,2 0 1,8 1-73,4-1 1,4-5 41,5 1 1,-3-7-162,3 2 0,3-4 163,2-1 0,-2-6 27,2-4 1,-6-2 206,6-2 0,-6-2-126,0-3 0,3 3 317,-2-3 0,-2 3-88,-7 2 1,2 5 416,-2-1 32,3 7-14,1-3-337,0 6 0,-1 6 116,-4 3 1,-1 4-74,-3 1 0,-4 1 104,4-1 0,1 0-227,-1 0 1,0 2-153,-5 3 0,0-3-283,0 3 0,0-8-57,0-2 1,0-4-996,0 4 715,0-5 212,0 2 0,0-8 20,0-2 0,6-4 53,4-7 1,2-3 175,3-1 0,0-7 124,4 3 0,-3-3 222,3 3 0,-3 2-35,-2 7 0,0 0 110,1-1 1,-1 8-84,0 2 1,-5 3 56,1 2 0,-5 0-140,4 0 0,-4 7 170,4 2 1,-5 5 172,0 5 0,3-3-156,-3 3 1,3-3-187,-3-2 0,-2 0-243,3 0-249,3 1 0,-1-3 17,8-2 1,-6-2-879,1-4 926,-1-2 0,5 3-68,1-10 0,-1-5 83,0-8 0,0 0 130,0-6 1,1 5 220,-1-4 0,0 5-72,0-1 0,-1 4 139,-4 0 1,4 6 8,-3-1 1,2 7 97,2-1 1,-4 2 431,-1 2-265,1 0 109,4 0-285,0 6 1,-4-3 419,-1 7-507,-6-7-257,4 3 302,-7 1-261,0-6-15,0 6-113,-7-7 1,-1 0-132,-6 0 151,0 0 0,0 0 136,0 0 1,-1 4 56,1 1 1,0 5-19,0-6 0,4 7 15,1-1 0,4 3 151,-4 1 1,4-5-83,-5 1 0,7-1 5,-2 5 1,4 1-207,1-1 0,11-2 90,3-2 0,5 1-20,0-6 1,3-1-16,7-4 0,-1 0-170,0 0 1,1-6 162,-1-3 1,1-4-3,-1-1 0,-4-2 52,0-3 0,-7 3 163,2-3 0,-8-1 154,-2 1 0,-5 0 226,0 5-47,-2-1-10,-2 1-53,0 6-341,-6 2 1,-1 12-215,-2 4 1,3 2 410,6 3 0,0-1-106,0 0 1,0 5-145,0 0 1,0 0-6,0-5 1,4 0-131,1 1 0,6-1-21,-1 0 1,2-4-195,2-1 0,5-6 64,0 2 0,0-4-159,-5-1 1,1 0 215,-1 0 0,5-7 46,0-8 0,0 0 238,-5-9 1,2 0 40,3-4 0,-8 4 93,3 0 1,-9 7-76,0-2 0,1 3 353,-1 2 28,-1 6-148,-4 2 0,-1 6-291,-4 0 1,3 6-324,-2 4 0,-3 9 474,3 4 0,-6 4-16,5 2 0,-4-1-66,4 0 1,0 6-71,5-1 1,-1 6-8,-4-1 1,4-3-47,-4-2 1,3 2-99,2-2 0,-5 0 185,1-4 0,-6-6-209,6 1 1,-8-11 146,3 1 0,1-5 308,-1 1 106,-1-4 1,-4-7-152,0-4 1,-1-3 25,1-6 0,2-2-168,2-3 0,2-5 1,4-9 0,4 1-708,0-5 1,6 0 319,8-1 1,2-1-267,3 6 1,-2 3 119,7 1 0,-2 9-53,2-9 0,3 10-21,-4 0 1,-1 4-741,2 0 199,-7 7 453,4 2 0,-15 5-1712,-6-4 2257,-6 3 0,-34-11 0,-16-5 0,-3 2 0,1 0 0</inkml:trace>
  <inkml:trace contextRef="#ctx0" brushRef="#br0">9953 16121 8335,'-8'-6'0,"0"3"512,3-7 868,4 7-1659,-12-9 1,5 10 278,-6-3 0,-28 6 0,-12 3 0,-5 0 0,1 0 0</inkml:trace>
  <inkml:trace contextRef="#ctx0" brushRef="#br0">9014 16136 8411,'-12'-7'2110,"2"-2"1,2 1-1655,4-2 0,2 6-279,-3-6-1724,4 7 1547,1-3 0,12 31 0,4 7 0</inkml:trace>
  <inkml:trace contextRef="#ctx0" brushRef="#br0">5161 17401 8932,'8'0'1995,"-1"0"-1550,-7 0 12,0 0-313,0 6 0,0-3-210,0 7 1,0-5 105,0 4 0,-5 1-66,0 4 0,0 0 102,5 0 0,-1 5 13,-4 0 1,4 5 44,-4-5 1,2 4-23,-2-4 1,3 5-80,-2-5 0,-3 5 33,3-5 0,-1 0-122,5-5 0,-5 0 46,0 0-287,1 1-182,-3-1-14,6-6 0,-7-2-1674,3-6 935,3 0 480,-4 0 1,11-2 751,0-2 0,44-55 0,-22 20 0,1 1 0</inkml:trace>
  <inkml:trace contextRef="#ctx0" brushRef="#br0">5204 17444 8392,'0'-15'-103,"0"1"-205,0 0 957,0 0 1045,-6-1-1130,4 1 0,-3 2-226,10 2 0,3 2-225,6 3 0,2 4 64,3-4 0,-2 4 17,7 1 1,-5 0-48,5 0 0,0 1-165,4 4 0,-4-2 8,-1 7 0,-5-1-149,1 5 1,-4 7 90,0 2 1,-3 0-9,-2 0 1,1 1 192,-6 4 1,-1 1-100,-4-1 0,-4 1 2,-1-1 1,-11-1-49,2-3 0,-8 3-5,3-4 1,-6-2-8,1-2 1,2-3-166,-2-2 1,0-2 89,-4-2 0,4-2-85,0-4 1,2-2 98,-1 3 0,2-5 81,7-5 1,0-3 168,-1-6 0,8 0-139,2 0 0,3-1 302,2 1-57,0 0 347,7 0-111,0-1-85,8 8-484,-1 0 123,0 7-4,0 0 1,-4 5-5,-1 0 1,-4 6-27,5-2 1,-6-1-69,6 2 1,-6-6-118,6 6 0,-1-7 16,6 2 1,0 1-119,4-1 0,-1 0 30,5-5 0,-4-2 127,5-3 0,0-3 47,4-6 1,5-2 3,1-3 1,-1 2 120,-5-7 1,1 1-81,-1-6 0,-6 5 127,-3 1 1,-3 5-9,-2-1 1,-6 8 430,-3 2 66,-4 6-307,-1-4 0,-4 14-105,-1 2 1,-6 4 56,1 1 1,2 2 173,-1 3 1,4-3-225,-4 3 1,6-2-12,-2 2 1,3-3-85,2 3-478,0-4 0,0 0-91,0-1 1,7-6 201,2-3 1,8-4-47,2-1 1,5 0 39,-5 0 1,6-6 33,-1-4 1,3-7 151,1-2 0,-1-5-115,-3 5 1,3-1 211,-4 1 1,-2 5-16,-2-1 0,-3 3 521,-2 7 1,0 0 207,0 5-341,1 0 1,-3 2-100,-2 3 0,1 2-93,-6 8 1,-1-1-117,-4 0 0,0 0 92,0 1-91,0-1 0,0 0-132,0 0 1,-4-4-249,-1-1 0,-8-1-97,-1 2 1,0-4-73,-5-6 1,-2 5 170,2-1 1,-1 1 20,1-5 1,3-1 182,-3-4 1,3 3 130,2-3 0,0-1-110,0 1 1,4-1 328,1 1 117,5 4 129,-2-6-188,6 7 0,2 0-106,2 0 1,4 0 97,7 0 0,-1 5-202,0 0 0,2 4-124,3-4 0,-2 0 26,7-5 0,-5 0-177,4 0 0,1 0-213,5 0 1,-1-2 78,1-2 0,4-6 9,0-9 0,-2 2 183,-7-7 1,3 2 0,-3-2 0,-4-7 44,-1 2 0,-5-4 138,-4 0 1,1 1-30,-6-6 0,-1 8 224,-4 2 0,-1 1 193,-4 8 116,4 0 237,-12 11-618,11 2 0,-4 12-208,6 4 1,-2 7 427,-2 2 0,2 6-83,-3-1 1,4 1-70,1-1 0,0 3-118,0-3 1,0 2-5,0 3 0,0-2-64,0-4 1,0 4-152,0-3 0,1-2 61,4 2 1,-2-7-165,7 2 1,-1-5-93,5-4 1,1 1 95,-1-6 1,0-1 8,0-4 1,1-1 94,-1-4 1,2-4-24,2-10 1,-2 1-43,3-6 1,-3 1-3,-2-6 1,-1-1 59,-4-3 1,2 8 2,-6-4 0,0 9 236,-5-4 1,0 12-15,0-3-50,0 11 1,-6-3-7,-4 7 1,-4 7 85,-5 2 1,8 4-171,-3 1 0,4 0 6,1 0 0,2 1-31,7-1 0,0 0-187,0 0 0,7-4 63,2-1 0,4-1-107,1 2 1,7-4 175,2-6 0,-1 5-13,2-1 0,-7 1 258,2-5 1,-3 0-105,-2 0 1,-4 0 48,-1 0 1,-4 0 133,5 0 0,-7 2 325,2 2 1,-4 0-146,-1 5 1,-1 1 160,-4 4 0,2 0-348,-7 0 1,7 0 47,-2 1 0,4-1-526,1 0 0,0-4 74,0-1 0,1-1-80,4 1-1,4-1-96,10-3 0,-1-3-405,5 2 1,1-4 238,5-4 1,-6 0-91,1-5 1,0-2 345,4-8 1,-6 3-53,-3-3 1,-3-1 700,-2 1 96,0 0-37,-6 5 0,-1 4-117,-7 1-205,0 5 0,0 0 260,0 8-100,0 4 0,0 7 110,0-1-206,0 0 0,6 0-221,3 0 0,4-6-99,1-3 0,1 1-307,-1-1 1,5 0 180,0-5 1,4-2-26,-4-2 1,5-3-12,-5-2 0,0-9-184,-5 4 0,-1-8 185,-4 3 0,2-6 10,-6 1 0,0-4 236,-5-5 1,0 4 23,0 1 1,-7 1 266,-2 8 0,1 0 98,-1 5-115,-1 6 1,-4 1-18,0 7 1,4 4 134,1 5 0,4 1 279,-4 9 0,5-2-198,0 2 0,0 3 314,0 6 1,2-1-257,-3-3 0,4 3-173,1-3 0,0 2-176,0 3 1,0-6-196,0 1 1,0-5 144,0 5 1,0-7-320,0 2-564,0-3 0,1-7-212,4 1 586,-3-7 0,6-3 34,-4-9 1,4-6-113,6-4 1,1 2 303,-1-7 0,0 1 209,0-6 1,5 6-131,0-1 1,5 6 171,-5 0 1,5 3 44,-5 6 0,4 2 302,-4 7 1,0 0 199,-5 0 0,-1 7-185,-3 2 0,1 6 25,-7 3 1,1-2-202,-5 3 0,-2 2-96,-2-2 0,1 0-9,-7-5 0,-4 0-184,-5 0 1,-5-1-524,5-4 0,-6 2 293,1-6 1,-1 5-407,1-6 1,-1 1 267,6-5 1,-1-1 176,1-4 0,8 2 218,-4-7 0,11 5 272,-1-4 0,3 4 80,2-4 340,0 6-232,0-10-191,7 11 0,0-4 89,8 6 0,-6 0-203,1 0 0,-1 0-68,5 0 1,-4 0-149,-1 0 0,2 0-298,8 0 1,-3 0 50,3 0 0,2 0-168,-2 0 1,4 0 151,-4 0 1,5-6 9,-5-4 0,5-1 280,-5 2 1,-1-4 35,-3 4 0,-1-9 168,0-1 1,-6 5 147,-3 5 572,3-1-634,-7 2 0,4 2-126,-10 6 1,4 2 28,-4 2 0,-1 4 101,1 6 0,0 2 94,5 3 0,0-3-189,0 3 0,0-3-68,0-2 0,2 0-239,2 0 1,4-1-401,7-4 0,0 2 95,4-6 0,-3 0-216,3-5 0,2 0 285,-2 0 0,0-8 27,-5-6 1,0 0 222,0-5 0,-4-2 116,-1 2 1,-4-5 276,4 6 1,-5-6 71,0 5 1,-2 5 1025,-2 4-781,0 7-218,0-3 0,0 7-6,0 4 0,-5 3-73,0 6 0,1 0 25,4 1 0,0-1-155,0 0 0,4 2-175,1 3 0,6-5-46,-1 0 1,-2 0-262,1-4 1,1-4 55,4-1 0,5 1-159,0-1 0,0-2 90,-5-8 1,5-2 109,0-8 0,4 1 119,-4 0 1,0-7 1,-4-2 1,-1-4 247,0-2 0,-1-4-86,-4 0 1,-1-6 106,-3 1 0,-4 3-65,4 2 0,-3 4 116,-2 6 1,0 2 762,0 7-375,0 6-620,0 2 0,-5 9 222,0 6 1,-1 1 83,1 9 0,4 3 19,-4 1 0,-2 0 219,3 0 0,-6 1-205,6 4 1,-3 1-70,2-1 1,4 1-254,-4-1 0,4 1 80,1-1 1,0-4-229,0-1 0,1-4 22,4 5 0,1-7-23,4 2 1,7-9-22,-3-5 0,5-4-83,0-1 1,-1 0 97,5 0 1,-1-6 82,2-4 0,1-9-14,-6-4 1,5-3 21,-5 3 1,0-4 111,-5 3 1,-1-3-51,-4-1 0,2 1 17,-6 3 81,0 4 130,-5 6 1,-7 6-231,-2 3 1,-4 10 2,-1 4 0,0 5 169,0 5 0,1-1-120,4 5 0,-2-5 20,6 1 1,0-2-98,5 2 1,0-3-164,0 3 1,6-5 111,4-4 0,4 1-162,5-7 0,-2 6-316,7-5 0,0-1 211,4-4 0,1-6 135,-1-3 0,1-4 100,-1-1 0,0-1 186,1 1 1,-1 0-26,1 0 0,-7 1 274,-3 4 0,-3-2-129,-2 6 1,0 0 242,0 5-115,0 0 1,-6 2 480,-3 2 43,-3-2-328,-2 11 141,0-12-105,0 12-101,0-12-105,0 6-235,0-7-280,-7 0-333,-1 0 0,-6 0-126,0 0 1,-5 0 268,0 0 0,0 0-3,5 0 1,-5 5 216,0-1 0,0 7 186,5-1 1,1 2-101,4 3 1,-2-1 201,6 0 1,0 0-85,5 1 0,2-3 139,2-2 1,6 1-99,9-7 1,3 6-136,6-5 1,1-1 9,-1-4 1,1-6 25,-1-3 1,1-6-15,-1-4 1,-1-3 16,-3-6 1,1-1 1,-6 1 1,-2-5-70,-7 0 0,-4-7-15,-6 2 1,0-3-21,0-1 1,0 10 75,0 4 1,-5 13 328,1 1 1,-7 9-158,1 1 1,2 4-269,-1 4 1,4 9 346,-5 6 0,3 8 285,-3 1 1,2 1-82,3 4 1,4-3 340,-4-2 1,4 5 50,1 1 1,1-3-315,4-7 1,-2 1-555,6-6 1,6 0-273,4-5 1,4-1-341,-4-4 0,5-2 61,-5-7 0,5 0-779,-5 0 0,3-7 488,-8-2 910,3-4 0,-15-33 0,4-7 0</inkml:trace>
  <inkml:trace contextRef="#ctx0" brushRef="#br0">8147 17515 8551,'-8'0'3442,"4"-2"-3082,8-3 0,17 4-396,12-4 1,8-1 401,6 1-366,10 0 0,-13-1 0,2 0 0,6-2 0,-1 0 0</inkml:trace>
  <inkml:trace contextRef="#ctx0" brushRef="#br0">10237 17401 8273,'-14'-14'-150,"0"4"-75,0 1 0,-1 4 949,1-4 1128,0 5-1248,0-8 0,-1 10-60,1-3 1,5 5 287,-1 5-639,1-3 1,-4 10-1,4-2 1,-2-2 7,6 1 1,-5 1-90,6 4 1,-1-5 38,5 1 0,2-2-261,2 1 1,1 2 155,9-6 0,-3 6 78,8-1 1,2-3 54,-2 3 1,0-5-128,-5 4 0,0-1-129,0 2 1,1 1 124,-1-7 0,-6 7 3,-4-1 0,-2-2-19,-2 1 1,0-4-192,0 4 1,-8-4-94,-6 5 0,-2-7-204,-8 2 1,1-4-52,-6-1 0,1 0 172,-1 0 0,3-1 128,2-4 0,3 2 174,7-7 1,1 5 519,4-4-473,-4 6 1,12-5 230,-4 3-85,3 4 0,4-6 146,3 7 1,-2 5 224,6 0 1,-1 6-183,2-2 1,4-1-80,0 2 1,0-2-100,5 1 0,-1 2-178,1-6 0,1 4-104,4-4 0,3 0 90,-4-5 1,0 0-564,0 0 0,1-2 195,4-3 1,-1-2 41,-3-8 0,-3 0 157,-7-4 1,3 1 205,-3-5 0,2 4-39,-11-5 1,1 7 274,-1-2 1,-3 3-113,2 2 1,-2 4 459,-2 1-16,-6 5-299,4-2 1,-9 12-94,6 4 0,0 7-10,5 2 0,-4 5-34,-1-5 1,0 5-132,5-5 1,2 4-224,2-4 1,4 5-510,7-5 0,-1-2 368,0-7 1,2 1-154,3-7 1,-3 1 97,3-5 0,1-1 46,-1-4 0,0-9 108,-5-10 1,-1 2 243,-4-2 0,2 0 53,-6-4 1,0 1 316,-5 4 0,0-3 433,0 7 1,0 5-9,0 5-182,0 5-371,0-2 1,0 9 13,0 7 1,0 1 124,0 13 0,1-1 178,4 6 1,-3 4-199,3 0 1,-2 5-85,1-5 1,-2 7-424,3-3 1,-4 0 144,-1 1 1,0-7-9,0 2 0,-6-3-95,-3-1 0,-4-7-128,-1-3 0,-1-3 101,1-2 1,-5-1-70,0-4 1,-4-3 236,4-6 0,-2-1 13,2-4 0,3 0 27,-3-9 0,4 3-69,0-8 1,7-3-243,4-2 0,2-3 7,2-1 1,6 0-39,4-1 1,9-4 125,5 0 0,9-5-199,5 5 0,3-2 114,1 2 1,7 3 11,4-3 0,-3 3 39,2 1 1,-6 2-19,1 4 0,-7 2 5,-2 7 0,-13 6 251,-1 3 0,-12 4 326,-2 1 1,-7 1-193,2 4 0,-4-2 6,-1 7 0,0 1 52,0 8 0,0-2 334,0 7 1,0-7-250,0 2 1,-4 2-113,-1-2 0,-1 1-136,1-1 1,2-3-152,-7 3 1,5-5-86,-4-5 0,3 4-87,-9-3 1,8-4-189,-12-1 1,6-4 94,-6-1 1,2-1-64,-2-4 1,3-3 200,-3-6 0,3-5 102,2 0 1,1-5 55,4 5 0,-2 0 256,6 5 0,0 0 50,5 0 0,-1 1 172,-4 4-193,3-4 0,-2 11-86,8-2 0,3 4 155,2 4 1,4 4-83,-4 6 1,6 1 121,3-1 0,-2 0-295,3 0 1,2 0-177,-2 1 0,6-6-325,-1 1 0,-2-2 176,1 1 1,1-3-14,5-6 0,-1 0 76,0 0 1,-4-6-262,0-3 1,-2-9 161,2-1 0,-4-6 135,-6 1 0,1-3 60,-1-1 0,-1-5-72,-4 0 0,-3-1 220,-6 6 0,0 1 1,0 3 0,0 4 247,0 6-44,0 6 445,0 2-559,-6 6 0,4 6-222,-2 3 0,1 6 382,-2 3 1,3 0 251,-3 6 1,4-5-165,1 4 0,-2-1-202,-2 2 1,2 1-153,-3-6 1,4 2 2,1-2 1,1-3-272,4 2 1,-2-2 59,7-2 1,1 1-278,8-1 0,-2-6 101,7-3 1,-5-4-118,4-1 1,-4-1 260,5-4 1,-5-5 95,5-9 0,-7 2 172,2-7 1,-3 5-162,-2-4 1,-4 1 134,-1-2 1,-6 3 81,2 7 0,-4 5 227,-1-1 1,-1 2-80,-4-1 1,-3 2-127,-6 7 1,5 2-77,-1 3 0,1 4 91,-6 10 0,3-3 143,2 3 0,4 2-203,6-3 0,-5 6-18,0-5 0,2 0-159,8-5 0,3 5-234,6 0 0,2 0-4,3-5 1,-2-6-348,7-3 1,-2-3 20,2-2 1,6-2 316,-6-3 0,6-3 251,-7-6 0,2-2-118,-1-3 0,1 4 253,-6-4 0,5 3 116,-5 2 0,-5 4 416,-4 1 0,-5 6 715,4-2-909,-6 3 0,3 9 351,-6 2 1,0 4-188,0 1 0,0 0-71,0 0 1,0 5-278,0 0 0,-1 0-307,-4-5 168,4 1-274,-6-1-1142,7 0 981,0-6 1,0-3-132,0-10 1,0-3 31,0-6 0,2-2-154,3-3 1,2-3 250,8-7 1,-1 6 162,0-1 1,0 5 11,1-5 0,4 7 180,-1-2 0,1 8 73,-4 2 0,-1 5 380,0 0 0,0 2 371,1 2 0,-6 6-130,0 4 1,-4 4 145,5 5 1,-7-2-419,2 7 1,-4-6-155,-1 0 1,0 0-93,0 1 0,0-8-141,0 3-475,0-3-1136,0 3 315,0-6 734,0-1 0,5-14-137,0-2 1,6-4 265,-2-1 0,-1-2 194,2-3 0,-1 8 109,5-3 1,-4 3 258,-1-3 1,-4 6 314,4 3-140,1-3 0,-1 7 123,1-4 0,-5 5 19,4 5 1,-6 2 282,2 8 1,-3-1-255,-2 0 0,4 0 93,1 0 0,0 1-714,-5-1 1,5 2 157,-1 3 1,3-8-171,-3 3 1,3-8-109,2 4 1,4-7-219,-4 2 0,4-4 227,1-1 1,0-1-106,1-4 1,0-3 51,4-6 0,-3 0 116,3-1 0,-8 0 294,-1-4 0,-1 3-61,5-3 1,-4 3 6,-1 2 1,-4 0-217,4-1 1,-5 1-145,0 0 1,-2 0-458,-2 0 1,2 4-889,2 1 1,-2-1 576,3-4 1056,2 0 0,-11-7 0,2-1 0</inkml:trace>
  <inkml:trace contextRef="#ctx0" brushRef="#br0">10891 17230 8443,'14'0'1027,"1"0"1,7 0-759,6 0 1,9 0-426,10 0 0,8 0-236,7 0 0,3 0 392,-9 0 0,-33-25 0,-20-7 0</inkml:trace>
  <inkml:trace contextRef="#ctx0" brushRef="#br0">6370 17486 8553,'0'-9'698,"0"-1"0,0 6-331,0-6 366,-6 7 0,4-3-212,-4-1-296,6 6-150,0-6 1,8 7 172,6 0 0,6 0-351,9 0 1,-1-1-19,1-4 0,-1 3-19,1-2 1,-6 2-131,1 2 0,-11-5-804,1 1-58,-3-1 114,-3 5 0,-10 0 1018,-12 0 0,-33-10 0,-15-5 0,-8-1 0,1 0 0</inkml:trace>
  <inkml:trace contextRef="#ctx0" brushRef="#br0">6015 17259 8553,'-23'-8'-1733,"-2"-5"1718,6 4 1,-5-2 920,6 1 1,-8-1 181,3 6-611,2 1 1,0 4 474,7 0-617,0 0 0,1 6-87,4 3 1,-4 4 3,4 1 1,3 1-18,1-1 0,3 0-34,2 0-510,0 0 74,0 1 1,2-8-295,3-2 0,4-3 142,10-2 0,-3-7 115,3-2 0,-4-4-103,0-1 1,-3 3 156,-2-3 1,1 8 38,-6-9 0,-1 4-466,-4-3 196,0 0 1,-6 6 30,-3 3 0,1 4 418,-2 1 0,-25 44 0,-10 11 0</inkml:trace>
  <inkml:trace contextRef="#ctx0" brushRef="#br0">12199 16022 19189,'-8'-14'-5398,"4"-1"5680,2 1 20,-4 6 1,4 0 353,-3 4-254,4 2 1,1-3 856,0 10 1,0-2-674,0 7 1,0 1-618,0 8 1,0-2 571,0 7 0,-6 1 293,-4 8 1,-4-1-157,-5 6 0,1 0-143,-5 4 0,4 7-196,-5 3 1,5-1-653,-5 1 0,7-6 197,-2 1 0,3 2 123,2-1 1,0-7 19,0-8 1,1-5-139,4-4 0,-2 1-147,6-6 87,-6-6 1022,9-7-236,-11-6 1,12-1-233,-4-4 1,4 2-1352,1-7 1,0 6-1623,0-6 501,0 1 1,0-1 711,0 1 1,1 5 1596,4 0 0,22-10 1,11-2-1</inkml:trace>
  <inkml:trace contextRef="#ctx0" brushRef="#br0">12469 16491 12446,'8'-9'-1271,"-3"-1"1362,-3 7 0,-1-5 1417,4 3-888,-3 4 0,4-7 133,-6 3-849,0 3 1,1-9 106,4 7 1,-2-6-150,7 5 1,-1-4 233,5 4 0,1-6-122,-1 2 1,5-4 183,0-1 1,6-5-330,-1 0 1,3-5 199,1 5 0,-1-4 14,-3 4 0,3-7-111,-4 3 0,-2-4 42,-2-2 0,-5 6-102,-5-1 1,2 7 96,-6-2 1,-2 3-91,-7 2 1,0 4-55,-5 1 0,-1 6 155,-4-2 0,5 3 62,-1 2 0,1 2 243,-5 3 0,-1-2-3,1 6 1,0 1-73,0 4 0,1 0-11,4 0 1,-4 1 19,4-1 0,1 2 3,-2 3 1,2-4-44,-1 4 0,-2-3-58,6-2 0,-1 1-91,1-1 1,3 0-40,-2 0 0,2 0-60,2 1 1,0-1-1,0 0 1,0 0-32,0 0 51,0 7 1,5-5-76,-1 3 0,1-3-16,-5-2 1,5 0-28,0 0 0,-1-4-149,-4-1 219,0 1 115,0 4 105,0 0-56,0 0 0,0-4-2,0-1-36,0-6-12,0 10-362,0-11 304,0 4-148,0-6 287,0 0-79,7-6 0,-4-2-78,6-7 1,-1-3-9,2-1 1,4-2 26,0 2 1,0 3 173,5-3 0,-3 4 10,-2 0 1,1 1-10,-1 0 1,0 4 283,0 1-99,0 6 1,1-4-66,-1 7 0,-6 7-122,-3 2 1,-4 4-90,-1 1 1,0 7 115,0 2 0,0 3-181,0-3 1,0 4-66,0-3 1,0-2-206,0 2 1,0-7-396,0 2 1,2-5-218,2-4 0,4-2 544,7-4 1,-1-2 34,0 3 1,5-10 185,0-5 1,5-7 33,-5-2 1,4-6 139,-4 1 0,0-3 361,-5-1 1,1 1 328,-1 3 1,-2-1-254,-2 6 1,1 0 1278,-6 5-1122,0 6-954,-5 2 406,0 6 0,0 6 11,0 3 1,-5 9 11,0 1 0,0 1-80,5-1 0,0-3-310,0 3 1,0 2 45,0-2 1,2-1-546,3-3 1,-2-6 119,6 1 1,-4-6 142,4 6 1,1-7 385,4 2 1,-4-4-18,-1-1 0,1-1 147,4-4 0,-5-3 346,1-6 0,-2 0 100,1-1 0,4-3-173,-4-1 0,-1 0 129,2 4 1,-1 1 6,5 0 0,-4 0-268,-1 0 1,1-1-104,4 1 0,-1 5-191,-4-1 1,4 7 218,-4-2 0,4 4-164,1 1 0,-4 0-79,-1 0 1,-4 0 103,4 0 1,-4 0 26,4 0 68,-5 0 253,2 0-173,-6 0 1214,0 0-1222,-6 0 0,-2 0-8,-6 0 1,4 1 45,1 4 1,-1-2-29,-4 7 1,0-6 1,-1 6 1,0-1-41,-4 6 1,4-1-57,1 0 1,0 0-27,5 0 1,-3 5-592,3 0 0,1 0 197,3-5 1,4 1-442,-4-1 0,10-5 30,4 1 0,5-7 81,5 2 0,-1-4 358,6-1 0,-2-6 370,1-3 0,3-6 59,-7-4 1,0 2 305,-5-7 0,-2 5 27,-2-4 0,1 1-199,-6-2 1,-1 3 713,-4 7 0,0 0 257,0 0 52,0-1-1072,-6 8 0,0 2-102,-4 10 1,-1 4 190,6 10 1,1-2-73,4 7 0,-5-2 86,0 2 0,1 3-32,4-4 1,0 4-307,0 2 0,4-6-121,1 1 0,0 0-35,-5 4 1,0-1-101,0-3 1,0 3-63,0-4 1,0-1 165,0 2 0,-2-8-67,-3-2 1,-2 0 355,-8-4 1,1-2 19,0 1 0,0-6 299,-1 2 1,3-5-89,2-5 0,-1 2-42,7-6 0,-1-5-239,5-5 1,0-7 1,0 3 0,11-9 9,3-1 0,8-2-202,-3 2 1,6 1-140,-1-6 1,8 5 90,1-5 1,2 0 43,-2-4 1,3-1 80,7 0 0,-5-4-138,0 0 1,-8 4 274,-2 5 0,-6 7 43,-8-3 0,-6 11-169,-3 4 0,-5 4 53,-5 6 1,-3 3 239,-6 6 1,-2 0-40,-3 0 1,2 1 89,-7 4 0,2 3 56,-1 6 0,-3 0 122,7 1 1,0 4-149,5-1 1,0 8 97,0-3 0,6 3-82,3-3 0,3 3-47,2-7 0,0 6-194,0-1 0,2 1-65,3-1 0,-2 1-206,6-6 1,-1 4 39,2-4 0,1 2-125,-6-2 159,-1-3-264,3 4 384,-6-6 111,6-6 181,-7-1 0,0-14-161,0-2 0,1-4-219,4-1 0,-2-2 117,7-3 0,-3 2-256,3-7 0,7 2 299,-3-2 0,4 4 38,-4 6 0,0-1 68,1 1 0,-1 2 90,0 2 1,0 4 576,0 6-580,1 0 0,-3 6-40,-2 4 1,1 4 24,-6 5 0,-1-3 61,-4 3 1,0 1-255,0-1 0,2 0-198,3-5-127,-4 0 0,7-1-471,-3-3 0,-2-4-321,6-6 0,6 0 690,4 0 1,1-6-472,-1-4 1,-2-7 184,7-2 1,-8-7 709,-2 3 1,-13-15 0,-7-8 0,-1-4 0,-1 1-1</inkml:trace>
  <inkml:trace contextRef="#ctx0" brushRef="#br0">13465 16008 8566,'-35'0'185,"5"0"47,-3 0 0,-2 0 514,2 0 0,-5 0-230,5 0 1,1 1 526,8 4-577,4 3 0,12 6-212,2 0 1,12-1-38,3-4 0,9-2-81,1-7 1,6 0-204,-1 0 1,-2 0-285,2 0 0,-7 0 229,2 0 0,-8-5 12,-2 0 1,-4-1 6,5 1 0,-7 2-29,2-6 1,-4 4-17,-1-5 0,-6 2-226,-4-1 1,-2 3-276,-3 6 1,1 0-1656,0 0 2304,0 0 0,-26 19 0,-5 4 0</inkml:trace>
  <inkml:trace contextRef="#ctx0" brushRef="#br0">14602 16434 11904,'-8'0'-1282,"-3"-1"1186,6-4 1,-1 3 1731,1-2-1125,4 2-415,-6 2 416,1 0-497,5 0-190,-6 0 1,9 0 54,3 0 0,2-2 108,8-2 1,-1-3 54,0-2 1,7-4-114,2 4 0,-1-5 252,2-5 1,-2 1-109,2-6 0,1 6-12,-6-6 0,0 2 173,-5-2 0,-1-3-25,-4 3 0,-2 4 68,-7 1-181,0 3 1,-7 4-167,-2 2 0,-4 5 205,-1 10 0,0-2-4,0 7 0,-5 4-44,0 5 0,0 1 10,5-1 0,-1-1-112,1 5 0,2-5 123,2 1 1,-1 1 95,6-1 1,0 2-24,5-2 0,0-3-234,0 3 1,0 1-69,0-1 1,7 0 11,2-5 1,-1 2 59,2 3 0,-2-3-50,1 3 1,2-4 1,-6 0 1,1 0 126,-1 4 1,-4-3-23,4 3 0,-3-1 44,-2 1 0,0-4 15,0 4 0,0 2 49,0-2 1,0 0-80,0-5 1,0 0-4,0 0 0,0 1 26,0-1-323,0 0-81,0 0-25,0 0 99,0 1 168,0-7-3,0-2 170,0-6 0,0-2 268,0-2 0,0 0-196,0-5 1,0 4 89,0-4 0,0-1-111,0-4 0,0 0-111,0 0 0,0-5-201,0 0 1,0-5 158,0 5 1,5-6-179,-1 1 1,3-3 113,-3-1 0,-1-1 30,7 1 1,-1-5-41,6 0 0,-1 1 4,0 8 0,0-1 215,1 6 1,4 0-49,-1 5 1,1 6 63,-4 3 0,-1 4-33,0 1 0,3 1 106,-2 4 0,0 3-226,-10 6 0,5 5-66,-6 0 0,1 2 216,-5-3 0,-1-2-24,-4 3 1,-3-1-23,-6 1 0,0-4-141,-1 4 0,1-8-16,0-1 1,-2-2 172,-3 1 0,3 2-62,-3-6 1,-1 0 173,1-5 0,0 0-74,5 0 0,-1 0 301,1 0-433,6 0 155,-4 0-231,10 0 1,-3-5-160,10 0 0,-2 1 306,7 4 1,4-5 23,5 0 1,1-1-32,-1 1 0,4 2-11,5-7 1,-4 6-49,-1-6 1,1 1-96,5-6 1,1 1-148,3 0 1,-3-5 128,3 0 0,-3-6-227,-2 1 1,1-3 213,-1-1 1,-7 1 77,-7 3 1,-1 4-116,-9 6 301,1-1 0,-7 7-297,-2 4 1,-6 2 205,-9 2 0,4 8 242,-4 6 0,-2 2-26,2 8 0,0-1-125,5 6 0,0-1 10,-1 1 1,6-1-24,0 1 0,5-3-79,0-2 1,2 1-38,2-6 0,6 0-247,4-4 1,4-3-219,5-2 1,3-4 167,7-6 1,-1 0 29,0 0 1,1-8-74,-1-6 1,1-2 221,-1-8 0,1 2 50,-1-1 0,-6-4 72,-3 3 0,-3 2 217,-2-2 1,-1 7 156,-4-2 1,2 3-54,-6 2-247,0 6 0,-4 2 7,4 6 0,-3 1 60,2 4 0,0 3-153,0 6 0,-1 2 240,7 3 0,-7-3-107,2 3 1,-2 1-43,2-1 0,-4 2-148,4-2 0,1-4-141,-1 4 0,0-3-115,-5-2 0,5 1 101,-1-1 1,3-5-156,-3 1 0,0-6 113,5 6 1,1-7 5,4 2 0,0-4 107,0-1 1,5-6 166,0-3 1,6-4 143,-1-1 1,-2-7 90,2-2 0,-2-4 0,2-2 1,1-4-199,-6 0 1,0-7-47,-5 3 1,5-3-2,0 2 0,-5-1-62,-4 5 1,-7 8-203,2 7 448,-4-3-83,-1 12-203,-6-3 1,3 13-136,-7 0 1,5 7 202,-4 2 1,1 4 62,-1 1 0,-2 2 80,6 3 0,-5-3 180,6 3 0,-6 1-144,5-1 1,1 5 174,4-5 1,-5 4 151,0-4 1,0 5-289,5-5 0,-1 5-106,-4-5 0,4 6 13,-4-1 0,3-2 44,2 1 0,0-4-64,0 5 1,0-5-114,0 5 1,2-5 79,3 4 1,-4-4-259,4 5 1,1-5 27,-1 5 1,4-7 100,-4 2 1,1 2-169,-1-2 0,-2 4 8,7-4 1,-7 0-165,2-5 1,1 5 167,-1 0 1,4-5-99,-4-4 0,1-7 15,-1 2 118,3 3 1,6-8 305,0 0 1,1-8-50,-1-11 0,5 1 211,0-5 1,0 2-126,-5-7 0,0 3 76,0-9 0,1 3-111,-1-2 0,-5 1-104,1-6 1,-7 5 45,2-5 0,-5 2-180,-5-2 1,-5 3-117,-9 7 0,-3 5 118,-6 5 0,-1 3-37,1 6 1,-5 3 197,0 6 1,0 1 39,4 4 0,5 4-8,1 10 0,7-1-50,2 5 1,1-4-83,8 5 0,1-7 1,4 2 0,1-3-139,4-2 0,3-4-18,6-1 0,7-6-180,2 2 1,4-3 84,2-2 1,5-2 151,4-3 1,-3-2 192,-2-8 0,-3 1 268,-1 0 0,-1 0-118,0-1 1,-5-3 121,-4-1 1,-10 4 1110,-4 6-737,3-1 253,-7 2-743,-1 2 1,-6 8 36,-4 2 0,-1 0-128,7 5 1,-6 1-231,5 4 0,-1 2 84,1 3 21,4-4 1,-6 6-116,7-7 1,2-4-371,3-1 1,3-1 10,6 1 0,0-2 108,0-7 1,5 0 205,0 0 1,0-7 232,-5-2 0,1-5 152,-1-5 1,0 1-182,0-5 0,-1 1 3,-4-2 0,2-3 421,-6 3 0,0-2-228,-5-3 0,-2 2 16,-2 4 0,-4 2-166,-7 7 0,1 4-81,0 1 0,-2 6 38,-3-2 1,4 8-75,-4 2 1,3 11 144,2-2 1,-1 5-178,1 0 1,5-2 23,-1 7 1,5-2 128,-4 2 1,6-2-394,-2-3 0,3-3 1,2 2 1,7-3-122,2-6 1,4 2 180,1-6 0,2 0 78,3-5 0,-2 0 158,7 0 0,-7-5 272,2 0 1,2-6-37,-2 2 0,1-9-94,-1-1 0,-3 0 325,3 5 1,-5-2 38,-4-3 1,2 4-112,-2-4 0,-4 8-303,-1 1 0,-2 5 56,2-4-182,-4 6 0,10-2-163,-6 10 0,5 3 186,-6 6 0,7 0-86,-1 0 0,-2 2 135,1 3 0,-1-3-88,2 3 1,2 1 25,-2-1 0,-2 2-117,1-2 1,-6-3-51,2 3 0,1-4-22,-1 0 1,0-6-346,-5 1-106,0-7 307,0 9 322,6-10 1,-3 3 56,7-10 1,-2-3-4,1-6 0,9-2 81,-4-3 0,3 3 20,-3-3 1,5-1 39,0 1 0,0 0 105,-5 5 0,5-1 77,0 1 1,0 0 311,-4 0-325,-1 6-28,0 2 0,-1 7 67,-4 4 0,-3 3-183,-6 6 1,0 0 169,0 0 0,0 1-269,0-1 0,0 2-61,0 3 1,0-4-468,0 4 0,-1-3 16,-4-2-470,4 1-226,-6-1-196,7 0 536,0-6 166,0-2 550,7-18 1,0 2-21,8-9 0,0-3 520,4-2 1,-3-1-240,3 1 1,2-1 531,-2 6 1,1-1-244,-1 1 1,-3 8 145,3-4 0,-3 11-26,-2-1 1,-5 3-96,1 2 1,-5 7-268,4 2 0,-6 5-37,2 5 1,-3-1-183,-2 5 1,-2-4 94,-3 5 0,2-5-698,-6 5 1,5-7 84,0 2 0,2-3-176,2-2 0,0-5-600,0 1 588,0-7 1,2 3 343,2-6 0,4-1 280,7-4 0,-1-8 287,0-5 1,5-3-142,0 2 1,5-2 552,-5-2 1,4-2-147,-4 6 0,0 0 572,-5 4-14,1 1 217,-1 6-951,-6 2 0,-2 12-44,-6 4 1,0 2 35,0 3 0,0 4-112,0 0 0,0-1-632,0-3 0,0-1-118,0 0 1,0 0-370,0 1 1,2-3 401,2-2 0,0 1-101,5-7 1,0 1 397,6-5 0,-1 0-236,0 0 1,2-6 573,3-4 0,-2-2-87,7-2 1,-5-7 379,5-3 0,-5 2-3,4-1 0,-5-1 201,1-5 1,1 7-232,-1 3 0,0 4-24,-5 0 0,0 3-28,1 2 0,-1 4-119,0 6 0,0 0-139,1 0 0,-6 6-23,1 4 1,-7 2-545,1 3 177,4-1 1,-6 0-219,3 0 1,-4-4-272,-1-1-16,0-6 248,0 4 345,0-7 883,0 0-375,-6 0 0,3 0 137,-7 0 0,1-5 29,-5 0 0,-5 0 138,0 5 0,-2 0-122,2 0 0,-1 2-37,-4 3 1,-1-2-106,6 6 0,0 1-167,5 4 0,-4 2-270,4 3 0,-2-3 146,11 3 0,1-4-561,4 0 1,1-1-97,4 0 1,4-1-158,10-4 0,-1-3 367,5-6 0,1 0-11,5 0 0,-1-1 171,0-4 0,-4-3 216,0-6 1,-2 0 476,2 0 0,-4-5-228,-6 0 0,-4 0 657,-1 4 0,-5-3 348,0-1 78,-2 6-728,-2 7-426,-6 6 1,-1 1 167,-2 4 0,-2 3-51,6 6 1,-1 5-324,1 0 0,3-5-110,-2-4 1,4-1-312,4 5 0,4-1 87,6-4 0,2 3-264,3-8 1,-1 1 444,5-5 1,1-2-200,4-2 0,-4-1 348,0-9 1,-2 3 278,2-8 0,1 4 295,-6 6 1,-5-2 25,-4 6 1,-6-4 752,6 4 266,-7 0-419,3 5 1,-6 7-593,0 2 1,-1 4 54,-4 1 1,3 0-426,-2 0 0,-3-4-352,3-1-111,-1 1 0,3 2 133,-3-2 0,4-2-935,-4-3 824,4-4 0,1 4 125,0-10 1,1-1-67,4-4 0,-2-7 105,7 3 1,-3-5 30,3 0 1,3 3 220,-4-3 0,4-1 24,1 1 1,0 1-42,0 9 1,-4-2 39,-1 6-15,1 0 0,4 5 234,0 0 0,-4 6-240,-1 4 1,-4 3 143,4 1 0,-5 5-205,0 0 1,3 0-52,-3-5 1,3 0-1317,-3 0 917,-2 1 0,6-3-35,-3-2 0,-2-4 185,6-6 0,-4 0 3,4 0 0,1-2 157,4-2 1,0-6-143,1-9 0,4-1 249,0-4 1,6-3 179,-2 3 0,3-1 41,-3 1 0,0 4 9,-4 6 1,-4 1 43,4 4-155,-3 2 95,-2 7 0,-1 2-188,-4 3 0,-1 3 66,-3 6 1,-3-5-200,2 1 0,-2-6-160,-2 6-232,0-7 384,0 3-78,0-6 525,0 0-431,0-6 0,-2 4 131,-2-2 1,-4 2 133,-6 2 0,-1 0 10,1 0 1,-5 2-149,0 2 1,0 0 123,5 5 0,0 1-70,0 4 1,4 0-141,1 0 1,5 5 57,0 0 0,4 0-231,4-5 1,6 4-386,9-4 0,5 3 242,9-7 0,1 1-144,4-2 0,5-2 49,0-7 1,-1-2 287,6-3 0,-6-3 123,-4-6 1,-3-2 42,-6-3 0,-7 4 243,-3-4-50,-4-3 1,-7 6 547,-3-3-526,-3 9 1,-9 4 184,-2 6 1,-9 0 72,-1 0 0,2 6-7,8 4 0,-4 1 38,4-2 0,2 4-384,2-4 0,4-1-10,1 2 0,1-5-299,4 4 1,3-6-295,6 2 0,2-3-68,3-2 1,2 0-791,2 0 0,3 0-2826,-7 0 4146,6 0 1,-22-38 0,2-10 0</inkml:trace>
  <inkml:trace contextRef="#ctx0" brushRef="#br0">20190 16193 13545,'-8'0'-405,"1"-2"0,6-1-3,-4-2 1,4-1 1531,-4 1-1061,3 3 231,-4-4-168,4 6 945,-4 0-464,6 0 0,0 6-329,0 4 0,0 3 138,0 1 0,5 0-202,-1 0 1,1 0-32,-5 1 1,5 0-126,0 4 1,-1-1 194,-4 5 0,2 1-554,3 5 0,-4 4-101,4 0 1,-3 6 156,-2-1 1,0 5 95,0 4 0,0-2 22,0 2 1,0 2 69,0-2 1,0 2-185,0-1 1,0-4 292,0 3 1,0 2 9,0-1 0,0 1-9,0-2 0,-2-3 86,-3 4 0,4 1 294,-4-2 0,3 2-190,2-2 0,-4-1 190,-1 6 1,-1-4-206,1 4 1,2 0 1,-7 5 1,2-2-268,-1-3 0,-4 3 175,4-2 0,1-3-135,-2 2 1,2-6 40,-1 1 1,1-2-322,3-3 0,2 1-101,-6 0 1,6-2 232,-2-3 0,3-5-106,2-10 0,-4 4 46,-1-3 0,0-3-114,5-3 1,2-3 138,2-6 1,-2-1-347,3-3 73,3-4 27,-1 6 1,3-7-67,-1 0 1,-4-5-231,5 0 0,-2-6 722,1 2 0,10-42 0,-3-10 0</inkml:trace>
  <inkml:trace contextRef="#ctx0" brushRef="#br0">21057 16392 14152,'-14'-7'-1555,"6"4"262,3-6 1939,-3 5 1,5-7 471,-6 7-737,5-7 0,-2 3 14,6-7 1,2 6 125,2-1 0,6 3-75,9-3 1,-2-1 117,7 6 1,0-6-122,4 2 1,0 2-102,1 3 1,-7 2-93,-3 2 1,1 0-71,-1 0 0,-4 0-186,-6 0 1,-6 6-363,2 4 0,-3 4-4,-2 5 0,-2-3 230,-3 3 0,-3 1 117,-6-1 1,0 2 21,0-2 1,-5-3 135,0 3 0,5-8 82,4-2-245,1 1-30,-6-2 385,8 4 0,2-10-61,10 2 0,7-2-115,7-2 0,2 5 106,-2 0 1,-2-1-254,7-4 0,-7 5 33,2 0 0,-3 6-163,-2-2 0,-6 4-36,-3 1 0,-4 2 147,-1 3 1,-1-2 115,-4 7 1,-8-7-233,-6 2 0,-4-3 38,4-2 1,-5 1-510,5-1 0,-5-5 121,5 1 1,0-7-473,5 2 0,0 1 234,0-1 0,1-2 181,4-8 528,2-3 0,20-57 0,3-12 0</inkml:trace>
  <inkml:trace contextRef="#ctx0" brushRef="#br0">21270 16150 14152,'-8'-21'-1926,"-4"6"1725,2-4 1,-1-2 492,2 2 0,-6 0 367,1 5 0,0 1 31,-5 4 0,3 1 289,2 3 0,0 4-249,0-4 0,-2 5-298,-3 5 0,3 2 192,-3 8 0,-1-1 5,1 0 1,-5 7-281,5 2 1,-6 4 127,1 2 1,-3 1-266,-1 3 0,-1 3-216,1 7 0,6-1-304,3 1 0,3 1-65,2 4 0,6 1-35,3 3 1,3-2 49,2-2 1,2-4 32,3 3 0,3-4-156,6-5 1,5-3-79,0-7 0,5 1 46,-6-1 0,8-6 115,-3-3 0,4-3-76,2-2 0,4 0 117,0 0 1,5-6 353,-5-3 1,5-3 164,-5-2 1,5-2 36,-5-3 1,5-4 192,-5-10 1,2 2 116,-2-7 0,2-5 184,3-4 0,2-6-301,-7 1 0,5-8 56,-5-1 1,-2-7 17,-7 2-1,-10-3-371,-9-2 0,-5-2-78,-5-2 1,-9-1-274,-10 0 0,-9 2-119,-5 13 0,-3 6 105,-1 8 0,-6 0-96,1 4 0,-2 10 348,1 14 1,4 4-89,-3 1 1,4 8-1381,5 6 1,3 7 331,7 7 1,8 5 1154,5 0 0,-2 5 0,11-1 0,6 0 0,6 3 0,3-2 0</inkml:trace>
  <inkml:trace contextRef="#ctx0" brushRef="#br0">22166 16420 11225,'0'-14'-541,"-2"1"999,-2 4 405,2-4 0,-9 10-266,6-7 1,-1 7 277,1-2-471,4 4 1,-12 1-147,3 0 0,3 0-355,-3 0 324,1 0 1,-6 5 163,1-1-209,0 1 1,0-5-535,0 0 0,6-1-379,3-4 1,3-3 347,2-6 0,0-2-80,0-3 0,7-2 365,2-2 1,4-3 435,1 7 1,-1 1-163,-4 3 0,4 1 159,-4 0 1,4 6-22,1 3 1,-4-1 626,-1 1-211,0 0 0,4 12-241,-3 2 0,1 4-302,-7 1 1,6 5 4,-5 0 1,4 6 188,-4-1 1,4 3-281,-4 1 0,5 1-182,-6-1 0,1 1 112,-5-1 0,0 0-334,0 1 0,0-1 60,0 1 1,-8 2 65,-6-2 0,0 2-287,-5-7 0,-2-3 162,2-3 1,-4-2-72,4-1 1,-5-8 122,5-2 1,0 1 137,5-1 0,0-2-9,-1-7 0,3 0-100,2-5 1,-1 4 474,6-4 0,1 4 198,4-4 469,0 5-415,0-8-219,0 10 0,0-6-130,0 4-309,0 2 1,1-4 251,4 6 1,-2 0-341,7 0 1,-1-5 206,5 0 0,1-1-84,-1 1 1,5 2 75,0-7 1,4 3 27,-4-3 0,7-3-4,-3 4 1,4-4 47,2-1 1,-1 0-83,0 0 0,1-2 255,-1-3 1,1 3-246,-1-3 1,-1 3 48,-3 2 1,-4 0 12,-6 0 1,1 6 106,-1 3 0,-5 4 28,1 1 139,-1 0 1,4 6-162,-4 3 0,3 4 157,-8 1 0,3-1-183,-3-4 0,-2 6 49,3-1-218,-4 0 1,-1 6-28,0-5 0,0-1-246,0 0 1,-6-1 171,-4-4 1,-2 4-184,-2-4 0,-7-1 187,-3 2 1,2-6-48,-1 6 1,0-7-44,0 2 1,-3-4-353,7-1 723,-6 0 1,9 0 15,-3 0 1,8 0-8,2 0-221,6 0 107,-4 0 1,9 0 94,3 0 1,-2-1 277,6-4 0,1 4-107,4-4 1,0 3 61,1 2 0,-1-5-574,0 1 0,5-6 1,0 6 0,6-6-37,-1 5 1,-2-6 68,2 2 0,-1-4-255,6-1 1,4-2 103,0-3 0,5 2-39,-5-7 1,0 7 181,-4-2 0,-1 3 252,1 2 1,-7 6 281,-3 3 1,-3 4 16,-2 1-105,0 0 1,-1 6-53,-4 3 1,-3 4 201,-6 1 0,2 5-116,3 0 0,-4 0 129,4-5 1,-5 0-122,-5 1 0,4-1-274,-4 0 1,-3 0-423,-1 1 1,1-6 61,-2 1 1,-4-6-129,-5 6 1,0-2 370,5 1 1,-5-3-172,0-6 1,0 5 139,5 0 1,0 0 5,-1-5 52,1 6 1,5-4 462,-1 2 463,7-2-287,-3-2-32,6 0-366,0 0 0,6-5 10,4 0 1,7-6-176,2 2 0,6-4-307,-1-1 0,1 3 206,-1-3 1,4 3-173,1-8 1,-6 1 99,6-1 0,-4 4 233,4-4 1,-3-2 190,-2 2 0,-5 0-284,-9 5 1,1 4 435,-7 1-155,1 6 148,-5-3 1,0 7-163,0 4 0,-5 3 165,1 6 1,-6 0-14,5 0 0,-1 1-202,1-1 1,4 5-320,-4 0-137,3 0 1,2-5-518,0 0 0,2 0-90,3 1 1,3-6 436,6 1 0,2-7-673,3 1 0,-2-2 401,7-2 1,-5-2 416,4-2 1,-1-4 343,2-6 0,1-5 336,-6 0 0,0-5 4,-4 5 1,-3-5 381,-2 5 0,1 0 122,-7 5 1,1 5 123,-5-1-372,0 7 0,-1-3-194,-4 6 1,3 6 17,-2 4 0,-3 2-166,2 2 1,1 1-91,4-1 1,0 0-203,0 0 1,0 0-243,0 1 0,6-1-506,4 0 1,2-1 468,2-4 0,5 2-879,0-6 1,7 5 415,-3-6 1,-1 1-147,2-5 1,-5-2 475,5-2 0,-5-4 517,4-6 1,-5-5-29,1 0 0,-8-5 210,-2 5 1,-4-6 43,5 1 1,-7 3 302,1 3 1,-2 2 47,-2 2-258,-6-1 0,-2 7-53,-6 4 1,4 2-103,1 2 0,-1 6-57,-4 4 1,1 4 82,4 5 0,-2-3 129,6 3 1,0 1-293,5-1 1,0 0-171,0-5 1,2 2 168,3 3 1,2-8-227,8 4 0,5-6-523,4 0 0,-2-2-89,2-7 1,-1 0-234,6 0 1,-5 0 338,-1 0 1,-5-7-92,1-2 1,-5-4 192,-5-1 1,-1 0 44,-3 0 1,-4-1-4,4 1 0,-3 5 416,-2-1 0,-7 13 0,0-1 0</inkml:trace>
  <inkml:trace contextRef="#ctx0" brushRef="#br0">23773 16662 8540,'-10'-8'999,"1"3"319,5-3 0,-4 5-529,4-7 1,2 6-270,-3-6 1,4 6 40,1-6-315,0 1 0,0-6-109,0 1 1,6 0-181,4 0 1,7-2-319,2-3 1,8 3 242,1-3 0,2-1-61,8 1 0,-1 1 154,0 9 1,3-2 299,-7 6 0,-1 0-203,-9 5 1,3 0 165,-7 0-72,0 7 0,-11 1 132,-4 6 1,-2 0 68,-2 0 0,-8 0-92,-6 1 1,-2-1-346,-8 0 1,2 0-307,-2 0 1,-2 1-549,2-1 0,-3-5 323,-1 1 1,5-2-375,4 1 1,8 2 974,2-6 0,50-7 0,8-5 0</inkml:trace>
  <inkml:trace contextRef="#ctx0" brushRef="#br0">24910 16434 10795,'0'-14'-462,"-2"1"1000,-2 4 0,0-4 1043,-5 4 1,4 2-880,-4 3 0,-1 1-104,-4-2 1,0 3 233,0-3 0,-1 5-169,1 5 0,5-2-531,-1 7 0,1 4-34,-5 5 0,4 0 4,1-5 0,5 5 26,0 0 1,2 0-346,2-5 1,2 5-8,2 0 1,0 0-84,5-5 1,1-4-595,4-1 0,5-6 346,0 2 0,6-3-337,-1-2 1,-2 0 415,1 0 1,-5-7 286,1-2 0,-3-4 163,-2-1 1,-2-5 331,-2 0 1,-4-1-246,-6 1 0,0 1 122,0-5 0,-6 5-122,-4-1 1,-7 8 35,-2 2 0,-5 6 63,5-2 0,-4 3-130,4 2 1,0 5 29,5 0 1,1 6 29,4-2 0,2 4-25,7 1 1,2 0-50,3 1 1,4-7 88,10-4 0,5 3-242,9-3 0,2-1 121,2-7 0,9 1-417,-3-7 1,1-4 36,-6-5 1,2-6-104,-7 1 0,3-1 358,-7 1 0,-6-1 264,-13 6 0,-4-2-97,-6 2 1,-6 5 257,-4 0 1,-4 1 36,-5 8 1,2 1-163,-7 4 1,5 1 427,-5 4 0,7 5-93,-2 8 0,3 3 10,2 3 0,0 7-69,0-2 0,6 2 60,3-2 0,-1 5-28,1 4 1,0 3 7,5 2 0,6 0-85,4-1 1,1 1-169,-2 0 0,2 3-125,-6-4 0,5 2 23,-6-10 0,1 0-69,-5 0 0,-6-4 68,-4 3 0,-2-10-207,-2-4 0,-2 0 96,-3-4 0,1 0-2,-5-10 1,5 0-69,-1-5 0,4-5 128,0 0 1,3-10-223,2 0 0,-1-10-376,6-3 1,7-4-610,8-11 1,4 2 3,5-11 0,3 8-833,6 1 0,5 2 1971,1 8 0,2 18 1,5 3-1,1 2 0,0 0 1</inkml:trace>
  <inkml:trace contextRef="#ctx0" brushRef="#br0">25692 16690 8153,'0'-14'0,"0"4"476,0 1 0,0 4 529,0-4-131,0 6-516,6-10 1,-3 10 86,7-7 0,-1 7-70,6-2 0,-1-1 214,0 1 0,5-6-224,0 2 1,5 1 1,-5-2 1,6-1-182,-1-8 0,-2 2 71,1-7 1,-5 5-213,1-4 1,-8-1 77,-2-4 0,-6-1-72,2 1 0,-3 4-196,-2 0 0,-8 7-385,-6-2 1,-1 8 237,-4 1 0,2 7-113,-2-1 0,3 2 229,-3 2 1,4 2 84,0 2 1,3 4 126,2 6 0,-2-3 5,2 4 0,2-4 255,-1 8 1,6 1-113,-2-1 0,3 5 97,2-5 1,0 6 41,0-1 0,0 1 145,0-1 1,0 3-59,0-4 0,0 1-40,0 4 0,0-4-288,0 5 1,0-1 21,0-4 1,-5 4-182,1 5 1,-1-3 117,5 3 0,-5-3-65,1-1 0,-1 1 72,5 3 1,-5-3-5,0 3 0,1 2-53,4-2 1,0 5 62,0-5 0,0 0-220,0-4 1,0-2 14,0-4 0,0 0-139,0-5 1,6-6 151,3 2 0,4-10-140,1 1 0,0-5 185,1-5 0,-1-2-34,0-8 0,0-5 175,1-4 1,3-4-90,1-5 0,0 1-275,-4-6 1,-1-1-6,0-9 0,-4 4 135,-1-3 0,-6 2 15,2 3 0,-10-1-172,-4 0 0,-6-2 160,-3 2 1,-5 5-4,-5 14 0,0 4 168,-1 6 1,-4 6 44,0 3 0,1 3 178,8 2 0,-1 7-128,6 2 79,0 4 1,11 1-271,4 0-354,2 0 406,2 1 0,8-6-115,6 1 0,5-7-23,5 1 0,7-2 19,-2-2 1,4-6-92,0-4 1,-1-2 206,6-3 1,-2 0 176,2-4 1,1 1-29,-5-5 1,-6 4 182,-4-5 0,-2 7-129,2-2 0,-5 8 142,-10 1 105,4 7-342,-12-3-25,12 6 0,-12 1 71,4 4 1,1-2-29,-1 7 0,0-6 116,-5 6 191,6-7-178,-4 10 32,4-12 109,-6 5-111,0-6-267,0 0 1,-6 0 55,-4 0 1,-2 0-67,-2 0 0,-1 0 101,1 0 1,0 2-10,0 3 1,-5-2-56,0 6 1,0-4-6,5 5 1,4-2-85,1 1 0,1 4-112,-2-4-15,-2 4 1,10 1 101,-3 0 0,5-1-216,5-4 1,8 2 101,6-6 1,6 0-121,-1-5 0,1 0 208,-1 0 1,2-2 118,-2-2 1,-2-4 67,2-7 0,-7 1 181,2 0 0,-8 0 226,-1 0 0,-5-1-108,4 1 1,-6 0 107,2 0 1,-4 4 101,-1 1-377,-6 6 0,3-4-104,-6 7 1,4 2-215,-5 3 1,7 2 131,-2 8 1,-1-4 112,1 3 1,1-3-25,4 8 0,0-3-89,0-2 0,6-1-134,3-4 1,-1 4 58,2-4 0,1-1-184,8 2 0,-3-7 93,3 1 1,-2 3-184,2-2 1,-3-2 260,3-8 0,-4 2-41,0-7 1,2 1 220,-3-5 1,4-2 0,-9-3 0,2 3 199,-1-3 1,1 3 268,-7 2 476,1 0-333,-5 0 83,0 6-651,0 1 92,0 7 1,-1 5 52,-4 0 1,3 6-54,-2-2 1,2 4-9,2 1 1,0 1-180,0-1 1,0-5-202,0 1 0,6-2-12,4 1 0,-2 2-249,1-6 1,1 4-139,4-4 0,0 0 265,0-5 1,0 0 149,1 0 0,1-6-7,2-4 1,-6-3 133,2-1 0,-3-2-33,3-3 1,-5 4 283,1-4 0,-5 3 600,4 2-366,-6 6-295,4-5 76,-7 12-27,0-6-124,0 7 1,0 7 4,0 2 0,1 2 3,4-1 0,-2 2-17,7-2 0,-6 2-7,6 3 0,-5-1 96,4 0-122,1 0 1,4 0 85,0 1 0,-5-6-2,1 1 0,-5-6-56,4 6-25,1-7 0,-1 5-37,1-3 1,-6-4-33,6 4 27,-1-3 1,5-2-16,1 0 1,-6-5 5,1 0 0,-1-6 22,5 1 1,1-2 0,-1-2 0,0-1-73,0 1 1,-4-2-1,-1-3 1,-1 4 32,2-4 1,1 3-11,-7 2 1,1 4 100,-5 1 0,0 4 58,0-4-48,0 5-279,0-2-58,0 6 1,0 2 287,0 2 0,0 4 204,0 6 0,-5 1-132,1-1 1,-1 0 243,5 0-251,0 1 0,0-1 424,0 0-457,0 0 92,0 0-222,0 1 388,0-1 296,0-6-340,0-2 287,0-6-362,0 0-49,0-6 1,5-2-609,-1-6 0,3-1 69,-3 1 0,3-5-135,2 0 1,4 0 162,-4 5 0,-1 5-55,2-1 0,-6 2 147,6-1 0,-1-2 229,6 6 0,-6 0-97,1 5 0,-1 0 197,5 0 0,1 0 482,-1 0 1,-5 5-138,1 0 0,-2 6 83,1-2 1,2 4-164,-6 1 0,4-4-108,-4-1 0,1-1-128,-1 1 0,-2 3-173,7-8 1,-5 6 77,4-6 1,-1 3-136,1-2 1,4-4-330,-4 4 0,4-4 152,1-1 0,5-1-10,0-4 1,7-3 207,-3-6 1,-2-2 34,-2-3 0,1 2 1,-1-7 0,0 7 32,-5-2 0,-6 3-82,-3 2 187,-3 0 1,-4 1 107,-3 3 0,-3 4-79,-6 6 0,-2 0 63,-3 0 0,4 6-79,-4 4 0,-2 3 124,2 1 1,0 0-101,5 0 1,5 5 317,-1 0-352,7 0 0,-3-5 4,6 1 0,0-1-217,0 0 0,7-1-131,8-4 1,0-1-151,9-3 0,0-4 179,4 4 1,1-3-56,-1-2 0,5-7 209,1-2 0,-1 1 89,-5-2 0,-4 1-64,0-5 1,-7 4 186,2 1 1,-3 6-208,-2-2 1,0-1 128,0 1 1,-4 0 395,-1 5-268,1 6 0,-1 1 132,1 2 1,-7 4-62,2-4 0,-4-1 150,-1 2 1,0-1 152,0 5-372,0 1 0,-1-1-118,-4 0 0,2-4 32,-7-1 1,2-4-235,-1 4 0,-4-6 95,4 2 0,-4-3-151,-1-2 1,4 4 128,1 1 0,4 0-288,-4-5 434,6 0 559,-10 0-64,11 0-199,-4 0-280,6-6 1,2-2-100,2-6 0,4 1-257,6 3 1,1-2 77,-1 2 1,0-2-132,0-3 0,5 3 77,0 2 0,6-1-120,-1 7 1,1-6 411,-1 5 0,8 1-25,-4 4 1,4 0 124,-4 0 1,5 0 123,1 0 0,-3 1 326,-7 4 1,3-4-241,-4 4 0,-7 2 116,-2-3 1,-7 3 135,2-3-482,-6-2-290,4 4 47,-7-6-34,-7 7-15,-1-6 0,-6 10-150,0-6 1,5 4-11,-1-4 1,2 1-471,-1-1 505,-4-3 1,10 9-145,-7-6 503,7-1-68,-3-4 338,0 0-197,4 0 53,-4 0 1,4-1-63,-3-4 1,4 2-68,-4-7 0,4 6-29,1-6 0,-2 7-285,-3-2-1633,4-3-416,-6 7-1057,1-6 3379,4 7 0,2 13 0,8 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5019 6369 7372,'0'-8'-1229,"0"0"1229,0 3 513,0 4 1055,0-5-647,0 6 26,0-7-94,0 6-416,0-6-268,0 7-48,0 0-12,7 0 1,-6 7-93,4 2 1,-3 4-14,-2 1 0,0 0 22,0 0 0,0 2 13,0 3 0,4-3-92,1 3 0,0-2 95,-5 2 0,4-3-30,1 3 1,0-3-141,-5-2 61,0 0 0,2 0-72,2 1 178,-2-7 2,4-2 2,-6 0 14,0-4-175,0 4 54,0-6 1,0-2-349,0-2 0,-1 2-893,-4-3 0,2-1 1305,-7 1 0,-12-25 0,-8-1 0</inkml:trace>
  <inkml:trace contextRef="#ctx0" brushRef="#br0">5133 6241 7998,'-5'-9'-891,"1"-1"0,-3 5 1053,3-4 1,0 1 792,-5-2 1,-1-1-786,-4 7 0,5-6 101,-1 5 0,1-4 117,-5 4 0,-1-1-227,1 1 1,5 4 161,-1-4-129,1 3 1,-6 2-29,1 0 0,2 7-6,2 2 0,-3-1-162,4 1 1,-4 1 40,-1 4 1,5 2 69,-1 3 1,1-3-141,-6 3 1,6-2 102,0 2 1,4-2-80,-5 7 1,7-5 98,-2 5 0,-1-2-17,1 2 1,1 1-39,4-6 0,0 6-80,0-1 1,1-4 94,4-1 0,-2 2-31,7-2 0,-3 0-8,3-5 1,1 0-4,-6 0 1,4 1-82,-4-1 0,6-2 65,-2-2 0,-1 1-94,2-6 0,1 1 76,8-1 1,-3-4-10,3 4 0,1-3-29,-1-2 0,6 0 34,-1 0 1,3-5-5,1 0 0,1-6 25,-1 2 0,-1-4-2,-3-1 1,3 0 43,-4-1 1,-1-1 10,2-2 0,-6 0 168,1-6 1,-4 6-60,0-6 0,-1 0 129,0-4 0,-6-1-35,-3 1 1,1-2-88,-1-3 1,-1 3-80,-4-4 0,-1 4-3,-4 2 0,2 1 2,-7 3 0,1-1-163,-5 6 1,-2 2-319,-3 7 0,-3-2 198,-7 2 1,-1 4 99,-3 1 0,2 4-269,-7 1 1,5 0-355,-5 0 0,6 4-9,-1 1 1,9 6-310,5-1 0,8 2 317,2 2 725,6 1 0,34 12 0,17 3 0</inkml:trace>
  <inkml:trace contextRef="#ctx0" brushRef="#br0">5602 6525 8817,'10'-1'2815,"-1"-4"-2338,-6 3-751,4-4 1,-7 5 226,0-4-2644,0 3 2691,0-4 0,-13 12 0,-3 2 0</inkml:trace>
  <inkml:trace contextRef="#ctx0" brushRef="#br0">6327 6042 6155,'-8'-6'2041,"2"4"-1029,6-4-647,0 6 0,0-2 205,0-3-259,0 4-250,0-5 329,0 6-245,0 0-253,0-7 1,8 6 83,6-4 1,2 2 280,8-2 0,-1 3-82,6-2 1,-1 1 55,1-2 1,1 2-158,3-7 1,-8 7-105,4-2 1,-10 4 132,0 1 1,-8-2-83,-2-3-437,1 4-71,-3-6-285,0 7 303,-7 0 0,-2 0-1024,-3 0 901,-2 0 1,-9 2-67,-3 3 1,3-4 657,-3 4 0,3 1 0,2-1 0,-5 5 0,0-6 0,0 3 0,5-3 0,4-2 0,1 3 0,0 1 354,-6-1 676,7 0 90,-4-5 799,10 0-802,-4 0-238,6 0-554,0 0-413,6 6 1,-3-3 18,7 7 1,-5-1 33,4 5 1,-6 0-60,2 1 1,1 4-56,-1 0 0,1 4 38,-1-4 1,-3 6 84,2-1 1,-2-2 82,-2 2 1,0-5-24,0 5 0,0-7-122,0 2 1,0-3-441,0-2-777,0 0 66,0 0-917,0-6 2156,0 5 0,6-11 0,27-40 0,13-18 0</inkml:trace>
  <inkml:trace contextRef="#ctx0" brushRef="#br0">6697 6255 7982,'0'-9'-854,"0"-1"1625,6 7 331,-4-10 1,4 10 165,-6-6-308,0 6-430,0-4-423,0 7 0,-1 2-148,-4 3 0,3 3 112,-2 6 1,-3 5-84,3 0 0,-1 0 22,5-5 1,-5 5-302,0 0 0,1 0-89,4-5 1,1 0 178,4 0 0,-2-1 23,7-3 0,1 1 193,8-7 1,-4 1-9,4-5 1,2 0 60,-2 0 1,6-8 211,-1-6 1,-4-2-30,-1-8 1,-5 2 157,-4-1 1,1-4-224,-6 3 0,-1-1-3,-4 1 1,-4 4-173,-1 5 1,-8 3 10,-1 2 1,0-1-209,-5 6 1,-2 1 56,2 4 1,1 4-81,3 1 1,1 6 23,0-1 0,1 2-55,4 3 0,2-1-93,7 0 0,0-5 33,0 1 1,2-2 123,3 1 1,7-2-7,7-7 1,7 0-5,-3 0 0,4 0 63,2 0 0,-1-5 100,0 0 0,-4-6 16,0 2 1,-2-4 248,2-1 1,-5 0 1088,-10-1-474,4 1-93,-12 0-106,6 6 199,-7 2-700,0 6 0,0 1-353,0 4 1,-2 8 293,-3 6 1,4 4 22,-4-4 1,3 7 180,2-3 1,0 4-142,0 2 0,0-1-22,0 0 0,2 1 148,3-1 1,-4 2-43,4 3 1,-3-7 89,-2 2 1,0-9-17,0 0 0,0-3-704,0-2-1169,0 0 1108,-7-6 410,6-2 1,-7-7 171,3-4 0,4-3-193,-4-6 0,-2-2-114,3-3 0,-1-4 5,5-11 0,0-2-284,0-7 1,0 1-5,0-1 1,0 1 245,0-1 1,5 2 88,-1 3 0,8 2-66,-3 2 0,2 11 150,-1-1 0,2 8-83,-2 7 1,4 2 24,5 7 0,-8 2 47,3 3 1,-4-2 15,-1 6 0,2 6 14,-6 4 0,0-1 81,-5-3 1,0-1 82,0 0 0,-2 2-58,-3 3 0,-3-3-117,-6 3 0,0-8-52,0-2 1,0 1-152,-1 4 0,1-1 112,0-4 0,0 2-102,-1-6-31,1 6-84,0-10 417,6 6 1,3-7-201,10 0 0,8-2 433,6-3 0,6 2-120,-1-6 0,3-1-108,1-4 0,-4 0-65,-1 0 0,-4-5 35,5 0 0,-7 0 0,2 5 1,-3 1 42,-2 3 1,-4-1 349,-1 7-329,-6-7 32,4 9-151,-7-4-252,0 6 330,0 6 0,-5 2 32,0 6 1,1 5-80,4 0 1,0 0-14,0-5 0,0 0-32,0 1 1,1-1-16,4 0 0,-2 0-86,7 1 0,-1-8 95,5-2 1,0 1-126,1-1 1,0 0 90,4-5 0,-1-6-28,5-4 0,0-4 76,0-5 0,-2 2 0,-7-7 0,-1 0 329,-4-4 0,2 1-123,-6 3 1,-2-1 5,-8 6 1,-3 0-180,-6 5 1,-5 1-108,0 4 0,-6 2 71,1 7 0,-2 2-151,-3 3 1,5 3 87,1 6 0,5 2-132,-1 3 1,8-4 64,2 4 0,4 2 123,-4-2 1,5 0 12,0-5 1,8 0 7,6 0 0,4-4 23,5-1 0,3-5-40,7 0 0,1-2 15,3-2 0,-3-6-107,3-4 0,-1-3-166,1-1 1,-2-6 53,7-4 0,-8-1 144,-1 1 0,-2-3-27,-8 3 1,0-2 96,-5-3 1,-6 2 173,-4 4 0,-2-3-99,-2 7 1,-6 2 136,-4 8 1,2 2-70,-1 7 1,-1 0 434,-4 0-452,0 0 1,0 8 38,-1 6 1,1 1 142,0 4 1,5 3-43,-1 1-1,5-1 200,-4 2 0,6-5-173,-2 5 1,3-2-87,2 2 0,0 1-96,0-6 0,2 5-159,3-6 0,3 1-70,6-4 1,5-3 82,0-2 0,6 1-637,-1-6 1,3-1 61,1-4 1,-4-6 19,-1-3 1,1-6 294,5-4 0,-1 2 91,0-7 1,-4 1 66,0-6 1,-2 5 266,2 1 0,-2 5 156,-3-1 0,-4 5-111,4 5 1,-3-2-6,-2 6 0,-4 0 296,-1 5 286,-5 0-61,2 0-287,-6 0 733,0 0-770,0 7-234,0-6 0,-2 5-96,-2-6 0,0 0-84,-5 0 1,-1 2-333,-4 3 0,0-2 185,0 6 0,-5-1-138,0 2 1,0 2 116,5-2 0,-4 2-59,4 3 0,-6 4 266,10 0 0,-4 0-72,9-5 0,-4 0 19,4 0 0,0 0 66,5 1 0,6-3-1,4-2 0,4 1-62,5-6 1,-1-1 3,5-4 1,1 0 73,4 0 1,1-6-73,-1-3 1,-1-4 195,-3-1 0,1-5 24,-6 0 1,0-5 44,-5 5 1,-6-6-117,-3 1 1,-4 2-19,-1-2 0,-1 7 5,-4-2 1,-3 3-22,-6 2 1,-7 6-55,-2 3 0,-4 5-174,-2 5 0,3 3-47,2 6 1,2 0 69,3 1 1,5 0-52,-1 4 0,3-3-25,7 3 11,0-3 0,7-2 47,3 0 0,9-6-82,9-3 0,6-3 58,4-2 0,-1 0-36,6 0 1,0-7 270,4-2 0,-1-4 49,-3-1 1,2 0 177,-7-1 1,3 1-87,-7 0 0,1 5 85,-11-1 1,0 7 355,-5-2 349,0-3-327,-6 7 109,-2-6-678,-6 7 119,0 0-185,0 7 1,-1-6 196,-4 4-118,3-3 1,-6-2-63,4 0 0,0 0-134,-5 0 1,4 0-6,-4 0 0,-1 0-144,-4 0 1,-2 6-26,-3 3 0,4-1 8,-4 2 0,3-5 107,2 4 1,-1-1 34,1 1 1,5 4-17,-1-3 1,5 2 17,-4 2 1,6-4 19,-2-1 1,5-1-30,5 2 1,3 1-13,6-7 1,0 1-162,0-5 1,5 0 146,0 0 1,5-1 138,-5-4 1,5 2 99,-5-7 1,0 1 301,-5-5 1,-5-1-200,1 1 0,-2 5 189,1-1 254,-3 1 1,-6-1 195,0 1-566,0 6-199,0-4 1,-4 14-186,-1 2 0,-6 5 196,1 5 0,2 3 16,-1 7 0,4-1 44,-4 1 1,4 4-13,-4 0 0,4 5-100,-5-5 0,6 2 26,-6-2 0,5-3-129,-4 3 0,4-8 45,-4-1 1,4-6-287,-5 0 501,1-8 209,-5-4-408,0-6 1,4-8 15,1-6 1,5-2-308,0-7 1,2-6-137,2-4 0,6-2-188,4 2 0,4 3 255,5-3 0,-2 3-16,7 2 0,0-1 293,4 1 1,-1 6 174,-3 3 1,3 1-51,-4-1 0,3 10 279,-3-1 1,-2 7 15,-7 3 68,0 0 70,1 0-269,-8 6 0,0 2-32,-7 7-142,6-1 0,-3 0-153,7 0 0,-6-4 40,6-1 0,-1-6-188,6 2 1,4-3 100,0-2 0,4-7-45,-4-2 0,6-4 214,-1-1 0,-2-2 68,2-3 1,-7 3 221,2-2 1,-4 2 348,-6 1 563,4 1-829,-12 0-316,6 6 0,-9 8 187,-3 10 0,2 9-134,-6 4 0,5 6 139,0 4 0,-3 2-35,3 3 0,-6 3 127,5-3 1,-4 3-163,4 1 1,-1-4-3,1 0 1,2-6-63,-6 1 1,4-3-62,-5-2 1,2-6 136,-1-3 0,-2-8-113,6-1 0,-6-7 188,2 2 0,-2-5-14,1-5 0,-3 0 159,4-9 0,-2 1-381,1-10 1,4-1-338,6-4 0,2-7-190,2-3 0,6-3-615,9-2 1,3 5-767,6 0 0,1 2 967,-1-2 1,5 3-637,1 7 1,4 0 163,-5-1 1404,6 1 0,4 6 0,7 1 0</inkml:trace>
  <inkml:trace contextRef="#ctx0" brushRef="#br0">10109 6014 7859,'0'-15'212,"0"1"173,0 0 0,0 0-5,0-1 1,0 6 740,0 0-324,0 5 0,0-4 258,0 4-185,0 2-646,0-4 1,0 12-136,0 4 0,-1 4 183,-4 5 1,2 3 133,-7 6 1,1 7-245,-5 3 1,-2-2-100,-3 2 0,3 0-72,-3 5 0,3-5-32,2 0 1,1-7-225,4 2 0,-2-4-132,6-5 0,-4 1-391,4-6 1,-1-2-291,1-7 181,3-4 0,-2-6-716,8 0 1,-1 0 1612,7 0 0,44-57 0,-20 21 0,1 1 0</inkml:trace>
  <inkml:trace contextRef="#ctx0" brushRef="#br0">10223 6397 7967,'8'0'1765,"3"-1"-1309,-6-4 0,4 2-37,-4-7 1,4 6-144,-4-6 0,6 1 27,-1-5 1,7-2-108,2-3 0,6 1-105,-1-5 0,4-3-104,6-7 0,-4 3 89,3-3 1,-3-2-109,-2 2 1,-6 0 60,-3 5 0,-4 1 190,-6 3-273,-3 3 141,-12 7 1,-2 6-100,-6 4 1,0 2-116,-1 2 1,1 6-284,0 4 0,0 4 212,0 5 0,1 3 89,3 7 1,-1-1 166,7 0 1,-6 6 209,5-1 0,1-5-124,4-4 0,0 0 154,0 4 0,0 0-99,0 1 0,0-7-48,0-3 1,0-3 59,0-2-189,0 0 1,0-4-392,0-1 452,0-6 4,6 4 0,-4-14-37,2-2 1,-2 1 31,-2-2 0,5 1-232,-1-5 1,6 0 126,-5-1 1,4 1-244,-4 0 1,6 0 31,-2-1 0,-1 6 25,2-1 0,-6 6-7,6-6 58,-1 7 0,6-3 119,-1 6 0,-5 0 301,1 0-148,-1 0 60,6 6 0,-3 2-251,-2 6 1,2-4-147,-2-1 0,-2-4-668,1 4 641,1-5 1,4 7-8,0-7 1,0 1 193,0-5 0,-4 0 198,-1 0 654,1 0-439,4 0 274,0 0-12,-6 0 60,-1-6-238,-7 4-219,0-4-37,0 6-225,0 0 1,4 1-590,1 4 331,0-3 126,1 4 1,2-1 40,6 0 1,0-1 56,1-4 0,-1-4 97,0-1 1,0-6 192,1 1 1,3-2-1,1-3 0,0 0 264,-4-4 1,-3 3 86,-2-3 0,1 8 240,-6 1-599,6 1 0,-10-1 24,4 1-419,-4 6 22,-1-4-672,0 7 550,0 7-53,0 1 338,0 6 1,0 0-74,0 0 1,2-6 84,3-3-54,-4 3 0,6-5 11,-7 7 44,6-7 0,-4 5-121,2-4 71,-2-2 14,4 4 349,-4 1-221,4-6 457,-6 5 16,0-6-2556,0 0 1,-25-6 0,-7-2-1</inkml:trace>
  <inkml:trace contextRef="#ctx0" brushRef="#br0">10920 6170 7967,'-15'-14'2230,"8"-1"0,-5 6-1534,8 0-388,-1 5-1111,5-2-1888,0 6 2691,0 0 0,0 25 0,0 7 0</inkml:trace>
  <inkml:trace contextRef="#ctx0" brushRef="#br0">11261 6127 7929,'-6'-14'-556,"4"5"941,-3-1 0,-1 1 953,1-6 1,-1 6-679,1-1 1,4 6 607,-4-6-956,-3 7 0,5-3-203,-7 6 1,6 0-104,-6 0 0,5 0-298,-4 0 1,4 6 139,-4 4 1,5 2-90,0 2 1,2 1-275,2-1 0,0 5 256,0 0 0,6 4 63,4-4 1,4 2 143,5-2 0,-3-3 209,3 3 0,-3-4-54,-2 0 0,0-1 175,0 0 1,-4-4-82,-1-1 0,-6 1 137,2 4 1,-3-5 172,-2 1 0,-7-6-214,-2 6 0,-10-7-119,-5 2 1,-7 1-188,-2-1 0,-1 0-268,6-5 0,4 0 159,1 0 1,7-2-57,2-3 1,1 2-346,8-6 1,2-2 208,8-8 0,4 3-857,10-3 1,3 2 477,7-2 1,1 3 349,3-3 0,-3-2 208,3 2 0,-1-4 113,1 4 0,-3-7-21,3 3 0,-3 1 156,-1-2 1,-7 2 510,-3-2 1,-5 4 114,-5 5 147,-2 1 144,-7 6 461,0 2-1226,0 6 1,-5 1-362,0 4 1,0 5 356,5 9 1,0-2 191,0 7 1,0-2 96,0 2 1,0 4-125,0 0 0,0-4-176,0 5 0,0-6-92,0 1 0,0 3-161,0-4 0,-1-2-176,-4-2 0,3-3-993,-2-2-149,2 0-1397,-4-6 1794,4-2 0,-6-7 315,4-4 1,2-4 13,-3-10 1,-1-3 239,1-7 0,-4 1 152,4-1 1,-1 2 224,1 4 1,3 1 571,-2 3-221,2 3 31,2-5 0,2 13 366,2 4 1,4 2-173,7 2 0,5 0-13,4 0 1,-2 0-194,2 0 0,-1 0-196,6 0 1,-2 0-53,-4 0 1,3 0-86,-8 0 0,1 0 30,-4 0 0,-6 0-336,1 0-93,-7 6 575,3-4 162,-6 11 1,-5-6-201,1 8 1,-6 1 39,5 2 0,-4-2-122,4 3 0,-4-3-42,4-2 1,0 0-293,5 1 0,0-1 140,0 0 1,2-1 220,3-4 1,2 2-258,8-6 0,-1 0-257,0-5 1,5 0 281,0 0 0,5-2 182,-5-3 0,4-7 5,-4-7 0,0-2 249,-5 2 1,1-3-61,-1-6 1,-5 4-48,1 0 1,-7 7-110,2-2 0,-5 3-118,-5 2 0,2 1-241,-7 4 0,-4 3 84,-5 6 0,-1 0-199,1 0 1,1 1 114,-5 4 0,5 3 24,-1 6 0,4-1 24,0-4 1,6 4-337,-1-4 0,7-1-295,-2 2 0,5-6 520,5 6 1,5-7 125,9 2 1,-2-4 8,7-1 1,4 0 129,5 0 0,5-1 75,-5-4 0,2 2-119,-2-7 1,-3 6 596,4-6 0,-9 7-35,-2-2 0,-5 4 700,1 1-436,-3 0-256,-8 6 1,-2 2-60,-6 6 1,0 0-22,0 1 0,0-1-124,0 0 0,0-5 216,0 1-356,-6-1 1,4 1 40,-3-1 0,2-5 49,-2 0 295,4-2 27,-6-2-584,7 0-342,-6-6 0,4-2-3,-2-7 1,2-4-277,2 1 0,2-3 114,2 2 0,0 3 50,5-3 1,1 3-154,4 2 0,-5 0 15,1 0 1,4 6-78,5 3 0,1-1-2,-1 1 1,2 0-216,3 5 1,-2 5 344,-3 0 1,-2 6 86,7-2 1,-7-1 473,2 2 0,-3-2 0,-2 1 0,5-3 0,0-6 0,0 2 0,-5 3 0,-4-4 0,-1 4 782,1-3 1156,4-2-942,-6 0 1,-2-2 2212,-6-3-1660,0 4-753,-6-6 0,3 7-34,-7 0 1,5 0-207,-4 0-730,6 0 31,-10 0 0,12 7-339,-4 2 0,3-1 53,2 2 1,0-1-674,0 5 0,7-4 362,2-1 0,4-1-174,1 2 1,6-4 488,4-6 0,1 0 282,-1 0 0,1-2 197,-6-2 0,5-4 24,-5-6 1,3-2 240,-8-3 1,4 3 286,-9-3 837,-2 3-712,-1 2-348,-6 6 1,-2 2-453,-2 6 1,0 6 46,-5 4 1,-1 9 111,-4 4 0,5 6 228,-1 4 1,5-2 264,-4 7 0,1-4-111,-1 3 1,-4 1 211,4 5 1,1-7-322,-2-2 0,5-4-147,-4-2 0,4-3-54,-4-6 1,4 0 57,-5-9 0,6-4 193,-6-1 0,1-4-205,-5-1 0,4-6-55,1-4 0,1-7-291,-2-2 1,-1-6-581,6 1 0,1-4-939,4-5 1,11 1 757,3-6 0,10 6-904,-1-1 0,9 3 647,1 2 1,7-1-545,-2 1 1700,9 0 0,22-7 0,-28 17 0,-1-1 0</inkml:trace>
  <inkml:trace contextRef="#ctx0" brushRef="#br0">13948 5942 7770,'0'-7'3692,"0"-6"-3011,0 5 168,0 0 519,0 2-950,0 6 0,-5 1-26,1 4 0,-7 5-141,1 9 1,-3 3 58,-1 6 0,-6 5-50,-4 0 0,2 7 0,-2-2 0,0 1-250,-4-1 0,0 2-175,-1-7 0,5 0-258,1-4 0,1-3-163,-2-2 0,3 1-664,7-6 1,0-4-65,0-6 0,4-1 671,1 1 0,7-2 643,2-7 0,70-45 0,-24 18 0,1-1 0</inkml:trace>
  <inkml:trace contextRef="#ctx0" brushRef="#br0">14332 6170 7866,'0'-14'366,"0"-1"0,0 1 577,0 0 0,0 0-489,0 0 0,-2-1-29,-2 1 0,0 5 41,-5-1 1,4 6 788,-4-6-936,-1 7 0,-9-2-239,0 10 1,0 0-226,5 9 1,-5-2 98,0 12 1,-4-2-51,4 2 1,0 3-182,4-3 0,6 1-339,-1-2 1,7-2-23,-1-7 1,2 0-203,2 1 105,0-1 1,11-6 330,3-3 1,10-5 217,0-5 0,1-3 178,-1-6 0,2-5 229,-2 0 1,-3-2 377,-2 2 1,-4 3-357,0-2 0,-3 2 226,-2 1 0,1 1 446,-6 0 243,-1 6-815,-4 2-698,0 6 0,0 1 338,0 4 0,0 3 36,0 6 1,0 5-75,0 0 1,0 0 46,0-5 1,0 1-272,0-1 0,0 0-99,0 0 0,7-4-208,2-1 0,4-6 254,1 2 0,2-3 53,3-2 0,-2-7 157,7-2 0,-7-5 21,2-5 1,2 1 381,-2-5 1,-5 5-191,-5-1 1,-1 3 390,2 2 1,-2 5 34,-4-1-28,-2 7-354,4-3-146,-6 6 0,0 8 323,0 6 0,0 2 246,0 7 0,0 1-91,0 5 0,-1 4 104,-4 0 1,3 2-291,-2-2 1,2-3-69,2 3 1,0-3-150,0-2 1,0-4 8,0 0 1,-5-7-108,1 2 0,-1-3 14,5-2 1,-2-6-593,-2-3 580,2-4 262,-4-1 1,4-3-329,-3-6 0,4-2 108,-4-13 1,3-1-369,2-8 1,0-4-60,0-5 1,0-1-278,0 0 0,7 2 400,2 3 1,-1 2-37,2 3 0,-1 4 50,5 1 0,2 6 218,3 8 1,-3 4 7,3 1 0,1 6 9,-1-2 0,0 5 60,-5 5 1,1 2 68,-1 8 0,-5-1-93,1 0 0,-7 0 20,2 0 0,-4-4 126,-1-1 0,0 1-19,0 4 0,-6-4 130,-3-1 1,-4-1-174,-1 1 1,-1 3-44,1-8 1,0 6-180,0-6 1,0 6-101,-1-5 104,1-1 1,2-2-26,2 3 0,2-4-569,3 4 494,4-3 0,-4-2 27,10 0 0,3-2 379,6-3 0,6 2-102,4-6 0,5-1-171,4-4 0,-2 0 49,7 0 1,-6-1 22,1 1 1,-3 0 66,-1 0 0,-7 4 149,-3 1-50,-4-1 0,-5-2 491,-1 2 235,-6 4-317,4 6-582,-14 0 161,6 0 0,-10 8 195,6 6 0,-1 2-80,1 7 0,3 1 104,-2 5 0,1-1-84,-2 0 0,3 2 173,-2 4 1,-3-4-251,2 3 0,-4-3 66,4-2 0,-1-4-276,1 0 0,2-7-76,-6 2 0,5-3-356,0-2 378,-4-6-152,6 5 290,-10-12 0,8-1 325,-5-9 1,4-4-548,-4-1 0,6-7-208,-2-2 1,3-11-203,2-4 1,0-3 279,0-1 0,2-1-98,3 0 1,2 2 73,8 3 0,4 4 45,0 5 0,4 7 61,-4 3 1,6 10 148,-1 4 1,3 3 110,1 2 1,-5 2-66,-4 3 1,-5 3 115,-5 6 1,2 0 10,-6 0 0,0-4-2,-5-1 1,0 1-127,0 4 1,-2-1 10,-3-4 1,2 2 184,-6-6 0,-1 6 278,-4-2 1,0-1-420,0 2 0,-1-6 57,1 6 1,0-7-456,0 2 130,0 3 1,4-7-332,1 4 211,5-3 234,-2-2 1,8 0 74,2 0 1,6-5 134,9 0 0,3-7 85,6-3 1,1 0-43,-1-9 1,7 5-202,3-5 0,-2 0 82,2-4 1,-6 0 0,1-1 1,-8 1-1,-1-1 0,-11 2-23,1 4 1,-9-4-11,-1 3 0,-2 4-10,-2 1 0,0 8 356,0 1-246,-6 7 1,-2-3-72,-7 6 1,6 6-15,0 4 1,-1 2-84,-4 2 1,0 2 206,-1 3 1,1 2 159,0 2 1,1 4-92,4-3 1,-4-2 116,4 2 0,2-2-42,3 2 1,0 1-79,0-6 0,2 1-131,-3-1 0,5-3-72,5 3 0,-2-5-154,7-4 0,-1 1 35,6-7 0,-1 6-141,0-5 1,5-1 140,0-4 1,1-6 74,-1-3 0,-1-1 144,5-4 0,-5 3-102,1-8 1,1-2 134,-1 2 0,-1 0 44,-9 5 0,2 0 129,-6 0 0,4 4 52,-4 1-149,0 6-316,-5-4-167,0 7 0,0 7 311,0 2 1,0 4 56,0 1 1,0 0 122,0 0 0,0 1-253,0-1 0,5-5-139,-1 1 0,7-1 51,-1 6 1,3-6-224,1 1 1,2-7 214,2 1 0,0-2-82,6-2 1,-7-6 230,2-4 1,1-2-77,-1-3 0,5-4-6,-5 0 0,5-4 54,-5 4 0,4 0 191,-4 5 0,0-1-27,-4 1 0,-3 5-31,-2-1-76,2 7 1,-9-3-35,7 6 0,-7 1 330,2 4-180,-4-3 80,-1 10 0,0-9 141,0 7 138,0-7-291,0 3 1,-4-4 352,-1 3-268,0-4-286,-1 6 1,-2-7-105,-6 0 0,0 4 67,-1 1 0,1 5-59,0-6 1,0 6-82,-1-5 0,1 6-49,0-2 1,5-1 43,-1 1 0,5-4-233,-4 5 196,6-1 0,-4 5 117,7 1 0,0-6 125,0 1 1,2-6-129,3 6 1,4-7 127,10 2 0,-2-4-79,7-1 0,0 0 3,4 0 1,5-1 15,1-4 1,0-3-1,0-6 1,-3-5-2,7 0 0,-6 0-4,1 5 1,-3-5 114,-2 0 1,-6 5-123,-3 4 1,-3 2 207,-2-1 1,-4 2 31,-1 7 67,-5 0-137,2 0-4,-6 0 132,0 7 154,0-6-309,0 12 0,-2-11 90,-2 2 237,2-2-79,-4 4-189,6-4 0,-7 4-106,-2-6 0,1 0-142,-2 0 0,1 5 55,-5 0 1,0 4-159,-1-4 0,0 6 68,-4-2 0,3 2 88,-3-1 1,3 2-74,2-2 1,1 3-89,4 1 0,-2-5-183,6 1 0,0-1 150,5 5 0,0-4-8,0-1 1,6-5 104,4 0 1,7-2-55,2-2 0,7 0-112,-3 0 1,3-6-27,-3-4 0,2-3 344,-6-1 1,5 0 96,-5 0 0,0-5 173,-5 0 0,-1 0 323,-4 5 442,4-1-523,-11 1 26,4 6-1186,-6 2 482,0 6 1,0 6 287,0 4 0,0 2-37,0 3 0,0-6 66,0 1 0,5-1-157,-1 5 0,7-4-4,-1-1 0,3-1-35,1 2 1,0-4 4,0-6 1,5 0-69,0 0 1,6-6 60,-1-4 1,-3-2-212,-2-3 0,1 0-49,-1-4 1,0-4 16,-5-5 1,1-5 92,-1 0 0,-2 0-93,-2 4 0,-2 1 198,-4-1 1,-2 7-78,3 3 264,-4 10 1,-2 2-58,-4 7 0,3 7-111,-2 2 0,2 10 301,2 5 1,-1 3 443,-4 1 1,3 1-259,-2-1 0,2 0 196,2 1 1,-2-5-268,-2-1 0,2-4-156,-3 5 0,-1-11-460,1 1 1,-1-3 254,1 3-831,4-6 499,-12-2 0,5-6-121,-6 0 1,4-6 128,1-4 1,6-2-102,-2-2 0,3-5 74,2 0 1,0-2-34,0 2 1,7 3 160,2-3 0,9 4 7,1 0 0,1 6 447,-1-1 0,-2 7 15,7-1 0,-7-3 259,2 3 0,2-1-169,-2 5 0,0 0 241,-5 0 0,0 0 147,1 0-292,-1 6 1,-5-3-166,1 7 0,-7-6-127,2 6 0,-4-5-136,-1 4 44,0-6 0,0 10-314,0-4 30,0-2 0,2 4-256,3-6 1,-2 4 151,6-4 1,-4 4-707,4-4 664,1 0 0,9-1 132,0 1 0,0 0 194,-5-5 1,2-2-48,3-2 1,-4-3 232,4-2 1,-3-4 18,-2 4 0,1 1 196,-1-2 0,-1 6-17,-4-6 0,-1 7 586,-3-2-337,-4 4-148,6 1-12,-7 0-153,0 0 0,4 6 110,1 3 1,1-1-201,-1 2 1,-2-2 138,7 1-228,-1 4 1,5-10-160,1 6 0,0-5-41,4 0 0,-3-2 69,3-2 0,-3-2 22,-2-2 1,2 0-38,3-5 0,-5-5 42,0-5 0,1-2-44,-6 2 0,-3 4-119,-1-4 0,-3 3 71,-2 2 0,-2-1-87,-3 1 1,-3 6-32,-6 3 1,-5-1 88,0 1 1,-1 1-81,1 4 0,3 0-6,-3 0 1,8 4 20,2 1 0,4 1-386,-5-1-386,7-3 422,-3 4 468,6 0 0,6-4 300,4 3 1,4-4-180,5-1 0,-2 0 86,7 0 0,-7 0 66,2 0 0,2 0 225,-2 0 0,1 0-80,-1 0 1,-3 0 567,3 0-301,-3 0-133,-2 0-484,0 0 0,-4 5 107,-1 0-80,-6 0-287,4-5-236,-7 6 0,1-5 207,4 4 0,-2-3-105,7-2 0,-6-2 138,6-3 1,-1 4 35,6-4 0,-3 2 287,-2-2 1,2 4 111,-2-4 1,-2 3 486,1 2-253,1 0 282,4 0-8,0 0-144,0 7 0,0-6-260,1 4 0,-6-2-151,1 2 0,-6-4-892,6 4 1,-1-3-417,6-2 1,-6 0-2541,1 0 3734,-1-7 0,-1-19 0,-2-12 0</inkml:trace>
  <inkml:trace contextRef="#ctx0" brushRef="#br0">6470 7364 7757,'6'-8'377,"-5"-4"0,6 4 2015,-7-7-776,0 8-876,0-6 1,0 10 1154,0-7-1240,0 7-296,0-3-195,0 6 1,0 8-14,0 6 0,0 2 135,0 7 0,-5 3 125,0 7 0,1 2-218,4 3 1,-2 3-38,-3-4 0,4 0-125,-4 1 1,3-5-12,2 5 1,0-8-118,0-2 0,0-1 341,0-8-154,0 0 1,0-9-553,0-1 0,-1-6-752,-4 2 0,3-10-38,-2-4 0,2-10 536,2-5 0,0-4 174,0-6 1,2-2 228,2-7 1,-2-4-29,3 0 1,-2-7 315,2 2 0,-4 3 261,4 1 0,1 11-107,-1 3 1,6 9 204,-1 1 1,2 9 105,2 0 0,7 8-163,3 7 0,-2 4 73,1 1 1,0 11-92,0-2 1,-2 5-72,-7 0 0,-5-2 25,1 7 1,-7-5 99,2 5 1,-10-5-116,-4 4 0,-6-1 11,-4 2 0,-1 1-855,-4-6 0,-3 0 55,4-5 1,-4-4-287,-2-1 1,6-1-1156,-1 2 2032,7 2 0,9-16 0,9 2 0</inkml:trace>
  <inkml:trace contextRef="#ctx0" brushRef="#br0">6654 7705 7837,'13'-1'3648,"-4"-4"-2700,-2 3 1,-2-5 282,-1 2 0,6 2-503,-6-7 0,8 5-228,-3-4 0,-1-1-332,1-4 1,1 0-183,4 0 1,5 0-56,0-1 1,5-4-238,-5 0 1,0-4 114,-5 4 1,3 0-928,-3 5-113,4-1 256,-17 1 564,6 6 1,-14 2 145,-2 6 0,-4 6 44,-1 4 0,1 2 102,4 3 0,-2-1 99,6 0 1,0 0-10,5 0 0,0 1 301,0-1 177,0 0 1,7 0-140,2 1 0,-1-6 65,2 1 0,-1-3-155,5 3 0,0 1 76,1-6 0,-1 4 319,0-4 43,0 6-53,1-3-384,-1 6 1,-6-4-226,-4-1-475,-2-6-702,-2 4 457,0-7-528,0 0 889,6 0 0,1-7-82,2-2 1,4-4 75,-4-1 0,-1 0 123,2-1 1,-6 1 334,6 0 1,-5 5 250,4-1 367,-6 1-419,10 1-99,-12-5 0,7 11 411,-3-2-374,-3 8 0,6 4 131,-4 7 0,-2-6 115,3 1 1,1-1-151,-1 5 1,4-4-250,-4-1 0,6-4-210,-2 4 1,4-5 55,1 0 0,0-2-216,1-2 0,-1 0 173,0 0 1,0-5-39,1 0 0,-1-6 139,0 2 0,-1-9 69,-4 0 1,-1-3 2,-3 2 1,-4 2-22,4-7 0,-5 7-2,-5-2 0,-3 3-161,-6 2 0,-5 1-215,0 4 1,-1 2 84,1 7 1,3 0 56,-3 0 1,2 7 33,-2 2 1,8 4-149,-4 1 0,6 0 354,-1 0 0,3 2-107,2 3 103,3-3 1,-2 4-136,8-5 0,-1-3 19,7-2 1,-1 1-149,6-7 0,0 1-227,4-5 1,-1 0 62,5 0 0,0-1 70,0-4 0,4-3 11,-3-6 1,3-2 174,1-3 1,-1-3 155,-3-7 0,1-4 35,-6 0 0,0-5 270,-5 5 0,-6 0 5,-3 4 1,-4 7 825,-1 3-351,0 10-222,0 3 1,-1 6 392,-4 0-713,3 0 0,-6 6-315,4 3 1,2 9 324,-3 1 0,4 6 198,1-1 0,0-2-265,0 1 0,0-4-47,0 5 1,0-5-195,0 5 0,0-7-25,0 2 1,1-3 29,4-2 1,-2-4-167,7-1 1,-5-4-442,4 4 0,0-6 239,6 2 1,-1-3-2,0-2 0,0-7 300,1-2 0,-1 0-113,0-6 1,0 4 250,0-8 0,-1 3-58,-3 2 0,1 0 97,-7 0 1,6 4 339,-5 1 361,-1 6-510,-4-4-406,0 7 272,0 0 0,0 7 112,0 2 1,0 4 53,0 1 1,0 0-189,0 0 1,0 1-47,0-1 1,5 0-120,0 0 0,6-1-197,-2-4 0,6 3 124,4-8 1,-2 1-126,7-5 1,-5 0 183,4 0 0,-5-2 40,1-2 1,1-4 426,-1-6 0,0-5-197,-5 0 1,-1-5 165,-4 5 1,2-5-124,-6 5 1,0 0-49,-5 5 1,-6-3-144,-4 3 1,-7-4-334,-2 9 0,-7 2 45,3 3 1,-4 2-209,-1 2 1,1 0 136,3 0 1,3 6-75,7 4 1,0-2 113,0 1 0,1 1 82,4 4 0,2 0 51,7 0 0,0 1-3,0-1 1,2-2 45,3-2 0,3 3-17,6-4 1,2-3-40,3-1 0,-2 1 96,7-1 1,-2 0-73,1-5 0,6 0 237,-1 0 1,1-6 10,4-4 1,-3-3-9,-2-1 0,6 0 11,-1 0 1,-2 4 150,-7 1 1,1 1-79,-6-1 0,0 1 112,-5 3 26,1 3-110,-8-4 136,0 6-47,-7 0 282,0 0-212,-7 0 24,6 0-168,-5 0 0,4 0 257,-3 0-502,4 0 279,-6 0-889,1 0 373,-2 0 0,-6 0-57,0 0 0,4 2 116,1 2 1,-1-2-178,-4 3 162,0 3 1,0-1-62,-1 8 0,3-6 187,2 1 0,2-3-58,4 3 1,2 3 46,-3-4 0,4 4-29,1 1 49,0 0 0,8-1 20,6-4 1,2 2 15,7-6 1,-4 0 4,5-5 0,0 0 104,4 0 1,-4-7 141,0-2 0,-5 1-70,4-1 1,-5-2 221,1-8 0,-4 3 248,0-3-274,-8 3 1,1 3-16,-3 4-66,-3-4-122,4 12-251,-6-6 1,-2 7-815,-2 0 1,2 2 445,-3 3 0,4 3 482,1 6 0,0 0 14,0 0 1,1 0 71,4 1 0,1-1-92,4 0 0,3-1 150,-4-4 1,4 2-88,1-6 0,5 0 112,0-5 1,1 0 36,-1 0 1,-3-7-106,3-2 1,2-4 49,-2-1 1,-2-6-15,-8-4 1,2 2 93,-6-2 1,0 2-187,-5-2 1,0-1-104,0 6 0,-2 0 108,-2 5 0,-4 4-149,-7 1 0,-3 6-267,-1-2 0,-5 5 163,5 5 0,-5-2-356,5 6 1,0 2 248,5 8 1,0-3 133,0 3 1,4-3 120,1-2 0,6 0 203,-2 1 0,3-1-117,2 0 139,0 0 1,2-1-4,3-4 1,4 2-25,10-6 0,-2 0 164,7-5 1,0-2-49,4-2 1,1 0-54,-1-5 1,0-1-136,1-4 0,-1-5 6,1 0 1,-1-6-18,1 1 0,-1-7-165,1-2 1,-7 1 78,-3 8 1,-5-3 73,-5 4 0,-2 2-108,-7 2 0,-2 5 22,-3 5 0,-3-2-136,-6 6 0,0 0 56,0 5 1,0 0-464,-1 0 343,-5 0 0,1 2-151,0 2 0,0 4 103,9 7 1,3 0-10,-3 4 1,7-3 447,-2 3 1,4 2 91,1-3 1,0 6 95,0-5 1,1 2-47,4-2 1,-2-4 154,7 4 1,-1-3-92,5-2 0,5-1 10,0-3 0,5 1-109,-5-7 1,6 1-145,-1-5 0,1-2-100,-1-2 0,-2 1-35,-3-7 1,-2-4-125,7-5 1,-7-5-57,2 5 0,2-1-174,-2 1 0,0 3 93,-5-3 0,0 3-56,0 2 0,-4 6 76,-1 3 1,-4 2 119,4-2 1,-4 4 15,5-4 0,-7 10 160,2 4 0,1 4 248,-1 1 0,-1 0 99,-4 1 0,0-1 267,0 0 0,0 2-191,0 3 1,-4-3 98,-1 3 0,-6-8-776,1-2 1,-7-1 213,-2 2 1,-1 1-740,1-7 0,1 1-617,-6-5 0,6 0-3045,-6 0 4395,0 0 0,-30-38 0,-6-9 0</inkml:trace>
  <inkml:trace contextRef="#ctx0" brushRef="#br0">7607 7449 14322,'13'-12'514,"6"2"1,7-2-393,8 2 0,-3-2-198,7-3 1,-6 1-398,1 0 0,-5 4-168,-4 1 0,-3 4-1828,-7-4-243,-6 6 2712,-2-4 0,-82 7 0,29 0 0,-1 0 0</inkml:trace>
  <inkml:trace contextRef="#ctx0" brushRef="#br0">5488 7378 7711,'7'8'843,"1"-1"1387,0-7-1039,-2 0 128,-6 0 482,0 0-1653,6 0 0,2 0 22,6 0 1,7 0-128,3 0 1,-1 0 46,6 0 1,-4-2-189,8-3 0,-3 4 52,-1-4 0,-3-1 14,-2 1 1,-2-5-28,-3 6 0,-8-1 121,4 5 48,-11-6-186,3-2 0,-9-5-166,-3 4 1,-3-4 0,-6 3 1,0 3-228,0-3 1,-1 7 87,1-2 1,5 4-115,-1 1 1,6 0-530,-6 0 783,7 0 0,-2 1 328,10 4 0,-2 1 104,7 4 1,-1 7 328,5-3 1,-1 4-120,-4-4 0,4 0 384,-3 0 0,-4 1-192,-1-1 1,-4 0 242,-1 0 0,0 0-453,0 1 0,-6-6-151,-4 1 0,-4-3-399,-5 3 0,2 1-554,-7-6 0,5 1-925,-5-1 1,9-2 839,0 6 805,1 1 0,0-2 0,-8-2 0</inkml:trace>
  <inkml:trace contextRef="#ctx0" brushRef="#br0">5602 8373 9003,'0'-7'2050,"-6"0"-1098,4 7 44,-4-6-566,6 4-261,0-4 34,0 6 0,2 0 0,2 0 0,4 0-3,6 0 1,7 0-101,3 0 1,9 0 4,5 0 1,-2 0 21,2 0 1,-2-5-133,2 1 0,-5-1 85,-9 5 1,-3 0-112,-7 0 1,-5 0 307,1 0-19,-7 0-429,-3-6 0,-13-1-400,-6-2 0,-6 1 83,1 3 1,-1-1 96,1-4 0,-1-1 18,6 6 1,0-4 127,5 4 1,5-1-215,-1 1 240,7 4 1,-2-6 24,10 7 0,4 2 677,10 3 0,-1-2-270,5 6 1,0 1 60,0 4 1,-2 0 72,-7 0 1,0 1 220,0-1 1,-6 0-166,-3 0 1,-3 0 121,-2 1 1,-2-1-416,-3 0 0,-3-1-408,-6-4 1,-5 4-504,0-4 0,-4-1 801,4 2 0,-7-13 0,4 1 0</inkml:trace>
  <inkml:trace contextRef="#ctx0" brushRef="#br0">6697 8274 7885,'0'-8'143,"0"-5"490,0 4-229,0-4 0,0 4 814,0-1 494,0 7-636,0-3-671,0 6 0,-2 0-136,-2 0 0,1 6-38,-7 4 0,1 7-133,-6 2 0,3 6-163,2-1 1,-2-2 100,2 2 1,2-1-334,-1 6 1,4-5-81,-4-1 0,4 1 192,-5 4 1,7-5-76,-2-5 0,4-2 23,1-1 1,0-6-283,0 0 828,0-5-162,0 2-422,0-6 0,0-8-52,0-6 0,0-2-132,0-8 1,5-1 225,-1-8 1,7 1 42,-1-6 0,2 2 47,3-2 0,0-3 133,4 3 1,-3 3 277,3 2 0,-3 10-149,-2 4 1,0 3 294,1 2-180,-1 6 1,0 8 135,0 9 1,-1 4-59,-4 1 0,2 7 21,-6 2 0,2 4 102,-3 2 1,-2 4 198,3 0 0,-4 0 74,-1-5 1,5 1-244,0-1 0,-1-1-375,-4-3 0,0 1-67,0-6-201,0 0-146,0-5-560,0 1 466,0-8 27,0 0 0,0-9-538,0-3 1,0 2 312,0-6 0,0 4-1167,0-4 0,-4-1 1783,-1-4 0,-31-32 0,-4-8 0</inkml:trace>
  <inkml:trace contextRef="#ctx0" brushRef="#br0">6583 8402 7885,'2'8'1746,"3"-3"-511,-4-4-160,5-1-200,-6 0 212,0 0-617,7 0-381,-6 0 1,12 0-142,-4 0 1,-1 0 21,2 0 1,4 0-183,5 0 0,6-5 14,-1 1 0,8-9-128,1-1 0,6 0 127,-1-5 1,-3-2 6,-2 2 1,-3-5 156,-1 5 1,-3-4 39,-2 4 0,-5 0 367,-9 5-257,-4-1 168,-6 8-342,-6 0 1,-2 7-131,-7 0 0,0 7 122,-4 2 0,8 8-64,-4 2 1,6 0 174,-1-4 0,-1-1-117,7 0 1,-1 0-14,5 0 1,0-4 21,0-1 0,1-4 18,4 5 0,3-7 56,6 1 0,2-2 106,3-2 0,-2 0-59,7 0 0,-6 0 131,1 0 0,-4-5-49,0 1 1,-1-1 408,0 5-242,-6-6-41,4 4 0,-10-3 165,3 10 0,-4-2-132,-1 7 1,0-1 5,0 5 0,0 5-142,0 0 1,0 0-104,0-5 1,0 1-474,0-1 0,0 0-169,0 0-137,0 0 406,0 1 0,2-7-155,3-4 0,-2-2 153,6-2 1,1-2 98,4-2 0,2-4 88,3-7 0,-3 0 202,3-4 0,-4 3 735,0-3-602,-1 3 1,0 2-9,0 0 0,-6 4-9,-3 1 0,-2 6 299,2-2-451,-4 3-215,6 2 248,-7 0 0,0 2 3,0 3 1,4-2-180,1 6 0,0-4-13,-5 4 0,1-4-126,4 5 0,-2-7 135,7 2 1,-5-2 34,4 1 0,-4-2 50,4 3 0,-4-4-24,4-1 0,-4 0 67,5 0 223,-1 0 91,5 0 0,-1-1 89,-3-4 221,-4 3-375,0-4 1,-4 5 204,2-4-243,-2 3 68,4-4-226,-4 6-380,4 0-443,-6-6 437,0 4 1,0-6-496,0 3 337,0 4 197,0-6 1,0 6-36,0-4 8,0 4 150,0-6 0,0 6 100,0-4 119,0 3 37,0-4 158,-6 6-54,4 0 294,-10 0-261,10 0-39,-10 0 1,8 0-37,-5 0 0,4 0 411,-4 0-286,-1 0 1,-4 6-167,0 4 0,4-2-191,1 1 1,1 1 158,-2 4 0,-1 0-162,7 0 0,-6 5-26,5 0 0,1 0-240,4-5 1,0 1 109,0-1 1,1-2-111,4-2 1,3 1 213,6-6 0,5 4-14,0-4 1,5 0 262,-5-5 0,4-2 14,-4-3 0,7-2 55,-3-8 0,-1 1-74,2 0 0,-7-2-5,2-3 0,-3 3 52,-2-3 0,-6-1 94,-3 1 1,1 0 110,-1 5-215,0-1-81,-5 1 0,0 5 159,0-1-8,-6 7-634,4-3 1,-6 6-646,3 0 852,4 6 1,-6 2 57,7 6 0,-4-4 301,-1-1 1,0 1 56,5 4-80,0 0 1,0 0-210,0 1 56,0-1-13,0 0-4,0 0 1,0-4-9,0-1-14,7-6 0,-4 4-2,6-7 1,-4 0 102,4 0 228,-5 0 1,8-5-158,-2 0 0,-2-6 70,1 2 1,-6-9-215,2-1 0,1-1-163,-1 1 0,0-3 98,-5-7 1,0 1-129,0-1 1,0-5-32,0-4 1,0 1-206,0-1 0,0 7 86,0-2 0,0 7-199,0 3 626,0 5-337,0 4 103,0 8 0,0 7 254,0 4 1,0 0 295,0 9 0,0-1-119,0 10 0,0-4 42,0 5 1,0 0 498,0 4 1,-5 1-308,0-1 0,1 1 72,4-1 1,0-1-213,0-3 0,-2 2-182,-3-2 1,4 3-19,-4 1 1,3-4-118,2 0 0,0-5 138,0 4 0,0-5-178,0 1 0,0-8-386,0-2 234,0-6-394,0 4 378,0-7 377,0 0 1,0-7-334,0-2 0,0-4-257,0-1 0,5 0 131,0 0 1,1-5-59,-1 0 0,-2 0-244,6 5 1,1-1 215,4 1 0,-4 5 102,-1-1 1,1 5 93,4-4 1,-5 6 285,1-2-79,-1 3 1,6 2 281,-1 0 1,-6 7 163,-4 2 0,3-1-235,-3 2 1,1-1-11,-5 5 1,5 1-353,0-1 1,-1-5-283,-4 1 0,2-6 309,3 6 1,-2-5 158,6 4-492,1-6 0,4 4-666,0-7 0,0 0 722,1 0 0,-1-2 322,0-3 1,0 2 107,1-6 0,-1 1 184,0-2 1,-5-2 819,1 2-478,-7 4 215,3-7-409,-6 12-448,0-6 198,0 7 1,0 2 3,0 3 0,0-2 45,0 6 1,0 1-162,0 4 1,2-5-104,3 1 1,-2-2-13,6 1 0,-4 2-231,5-6 0,-1 5 146,5-6 1,1 1-39,-1-5 1,0 0 14,0 0 0,5-2 184,0-2 0,0 1-23,-5-7 1,0-4-79,1-5 0,-1-2 19,0 2 1,-1-3 27,-4-6 1,2-5-124,-6 0 0,0-7 29,-5 2 0,0 3-158,0 2 0,0 10 388,0 4-73,0 3 43,0 2-153,0 6 1,0 3 19,0 10 0,0 3 334,0 6 1,0 0 411,0 0 1,0 2-96,0 3 0,-5 2 332,0 2 0,1 4-475,4-3 1,-2-2-265,-3 2 0,4-5-197,-4 4 0,3-4 97,2 5 0,0-5-65,0 5 1,0-7-54,0 2 1,5-3-370,0-2 0,6-2 114,-2-2 1,-1-2-104,2-3 1,-1-4 235,5 4 0,1-5 172,-1-5 0,0 0 89,0-9 1,1 3-51,-1-8 0,0-1-88,0 1 1,5-7-28,0 3 0,-2-3 5,-7 3 0,3-2-18,-4 6 1,-3 0-189,-1 4 0,-3 6 46,-2-1 70,0 7-736,0-3 698,0 6 0,-7 6 254,-2 4 1,-2 7-80,1 2 0,-1 0 108,7-5 1,-6 0-98,5 1 0,1-1 63,4 0 1,0 0-177,0 1-3,0-1 0,6-2-161,3-2 0,10 1 32,5-6 0,3-1-39,1-4 0,1-1 153,-1-4 0,5 2-6,1-7 0,-1 1 52,-5-5 1,2 0 200,3-1 1,-9 1-39,0 0 1,-7 4 374,-3 1-44,1 6-53,-1-10-131,-6 12-108,-2-6 1,-6 9 340,0 3-195,0-4 198,0 5-266,0-6 1,-2 0 578,-2 0 154,2 0-323,-4 0-492,6 7-184,-7-6 0,4 6-338,-6-7 0,1 1 296,-2 4 0,-2-3-112,2 2 0,2 3 67,-1-3 0,4 7-99,-4-1 1,4-2 29,-4 1 0,5 1 112,0 4 1,2-5-61,2 1 156,0-1 0,2 4 111,2-3 0,6-3-56,9-2 0,-2-3 58,7 2 0,-5-2-33,5-2 0,-1-6 184,6-4 1,4-4-182,0-5 1,-5 2-72,-4-7 0,-2 2-8,2-2 1,-4-7-16,-5 2 0,-3-4-152,-2 0 1,-4 3 107,-6-3 1,0 9-129,0 5 168,-6 3 0,-2 8-22,-6 4 1,4 2-247,1 2 0,4 8 183,-4 6 0,4 2 286,-5 8 0,7-5 65,-2 4 1,-1-1 317,1 2 1,1 1-273,4-6 1,0 5-44,0-5 0,0 0-134,0-5 1,0 0 79,0 1 1,0-1-1637,0 0-347,0-6-1171,0 5 1297,0-12 776,0 5 1,-2-6 363,-3 0 1,2-6 99,-6-3 1,6-4 434,-2-1 0,-2 4 0,3 1 0,-1-1-53,5-4 1,2 5 268,2-1 1,4 2 193,6-1 1,1-2 104,-1 6 0,5-1 582,0 1 0,1 3-421,-1-2 1,2 0 30,2 0 1,3 2-236,-7-3 0,1 4-45,-1 1 1,-3 0 8,3 0-280,-3 0 0,-2 0-61,0 0 28,-6 0 1,-2 1 1,-6 4 47,0 3 1,0 6-171,0 0 1,0 1 41,0-1 0,0-3-130,0 3 0,0-8-41,0 9 0,5-4-24,0 3 1,6-5-192,-2 1 1,6-2 71,4 1 0,-2-2-112,7-7 1,1 0 86,8 0 1,-3-2-23,3-3 1,-7-3 232,-3-6 1,-5 0-71,1 0 0,-5 0 122,-5-1 1,-1 1 16,-3 0 0,-3-2 134,2-3 1,-4 8-94,-4-3 1,0 9 118,-5 0 1,1 2-31,-1-1 89,-4 2 0,7-3-132,-4 10 1,-1-2-34,6 7 0,-1-6 249,1 6 0,4-1-46,-4 5 1,3-4-126,2-1 0,0 1-83,0 4 1,5-4-98,0-1 0,6-4 29,-2 4 0,4-1-225,1 2 0,0-4 138,1-6 0,0 0-139,4 0 1,-3 0 120,3 0 0,2-6 38,-2-4 1,6-2 27,-1-3 0,-2 1 42,1 0 1,-5 0 139,1-1 1,0 1 87,-5 0 97,3 0 1,-15 4 124,3 1 187,-4 6-606,-1-4 1,-5 9 152,1 3 0,-6 3-7,6 6 0,-6-3 93,5 3 1,-4-3 196,4 8 1,0-3-211,5-2 0,-1-4-35,-4-1 0,3 1-116,-2 4 0,2-5-328,2 1-442,0-7 474,0 10 203,0-12-145,0 5 60,0-6 1,0-6-83,0-3 0,5 1-130,0-2 1,4 1-50,-4-5-161,6-1 328,-3 1 99,6 0 339,0 0-234,0 6 123,1 1 1,-1 7 103,0 0 0,-4 0 211,-1 0 0,1 0-198,4 0 0,5 0 17,0 0 0,0 0-310,-5 0 1,0-1 66,0-4 0,5 4-113,0-4 0,0-1 61,-5 1 1,-1-6 9,-4 1 1,4-1-59,-3 2 31,-4-4-25,0 5 53,-6-6 0,-6 6-282,-4 3 1,-2 4 13,-2 1 1,-5 4 43,0 1 0,0 6 209,4-1 0,6 7 190,0 2 0,1 0-171,-2-5 0,-1 0 57,6 1 0,1-6-68,4 1 0,0-1-5,0 5 0,1-6-159,4-3 1,4 1 120,10-1 1,2 0-147,3-5 0,4-5 123,0 0 1,1-6 32,4 2 0,2-5-45,-2-5 1,0 3 1,-4-3 0,-1 8 194,0 1 1,-1 7-100,-3-2 1,-3 4 269,-7 1 1,0 0 392,0 0-308,-6 6 1,-2 2-85,-6 6 1,-1-1 23,-4-4 1,-3 4-253,-6-4 1,0-1-109,0 2 0,-7-2-478,-3 1 1,-1-1-930,1-3 1,-2-4-1952,2 4 3431,3-3 0,-25-40 0,1-10 0</inkml:trace>
  <inkml:trace contextRef="#ctx0" brushRef="#br0">11631 8061 7728,'0'-15'915,"0"1"1,1 6 1272,4 4-949,-4 2-598,6 2 1,-9 0-284,-3 0 0,2 6-97,-6 4 0,-1 9-171,-4 5 0,0 4 22,0 5 0,-1-1 61,1 6 0,2-5-75,2 5 0,-1-7-161,6 2 0,-4-3-99,4-1 0,0 4-176,5 0 1,0-6-1138,0-8 615,0 3 1,7-6-377,2 3 0,1-10 433,4-4 1,-3-3-905,8-2 1707,3 0 0,19-26 0,11-5 0</inkml:trace>
  <inkml:trace contextRef="#ctx0" brushRef="#br0">11815 8601 7773,'10'0'2005,"-1"0"-685,-6 0 319,4 0-479,-7 0-433,6 0 0,-3-2-664,7-2 1,-5 0 34,4-5 1,0 0-363,6-6 0,4-4 76,0 0 0,6-6-83,-1 1 1,2-4 175,3-5 1,-2-2-89,-4-3 1,-2-3 25,-7 3 0,-1 2 68,-4-2 1,-2 2 48,-7-2 1,0 5 123,0 9 0,-7 3 162,-2 7 1,1 1-88,-2 4 1,6 3-27,-6 6-196,7 0 1,-8 6-208,6 3 0,-4 6 114,4 4 0,-4 4-135,4 10 1,-5-3 584,6 4 1,-3 0-162,3 0 0,2 3 180,-3-3 1,4-1-248,1-5 1,-5-4-230,0 0 1,0-5 147,5 4-145,7-5 1,1 1-31,6-10 1,2-3-385,3-6 1,-4 0 76,4 0 1,3-1 203,2-4 1,-2-3 111,2-6 1,-2-2 132,2-3 0,1 3 208,-6-3 0,6-1-73,-1 1 0,1 0 88,-1 5 1,-3 0-66,-7-1 0,2 6-77,2-1 1,-6 7 37,2-1 1,-8 2 48,4 2 201,-7 0-69,3 0 292,-6 0-102,0 0 350,0 6-241,0-4 116,0 4-421,0-6 1,-2 0 287,-2 0-773,2 0 1,-10 5-18,2 0 1,2 1-213,-1-1 1,-1 1 235,-4 4 1,1 2-100,4-2 0,-4 2 56,4 2 1,1-1 60,-2-3 1,6 2-234,-6-2 1,7-2-281,-2 1 322,4 1 1,5-1 131,1 1 1,8-7 194,1 1 0,0-2-24,5-2 0,2-6 154,-2-4 0,0 2 34,-5-1 0,0 1 357,0-2 0,-1-2 33,-4 2 1,2 2-201,-6-1 0,5 4 883,-6-4-547,1 6-388,-5-4-85,0 7-393,0 0 352,0 7-251,0 0 123,0 8 1,0-6-532,0 1 335,6-7 0,2 3 51,7-6 1,-1 0 109,0 0 0,2 0-31,3 0 1,-3-6 95,3-4 1,-4 2 292,0-1 107,-1-1-124,0-4 544,0 0-515,-6 6-431,-2-4 157,-6 10-137,0 2 1,0 8 200,0 6 0,0 0-43,0 0 1,0 1-275,0-1 0,0 0-100,0 0 79,7 1 0,1-3-28,6-2 0,0-4-30,0-6 0,2 0 139,3 0 1,-3 0-18,3 0 1,1-2 162,-1-2 1,0-4 221,-5-6 1,-1-1 273,-3 1 0,2 0-260,-2 0 0,-4-1 522,-1 1-416,-4 0 0,1 1 519,3 4-809,-4 3-318,6 6 0,-12 1 268,0 4 0,0 4 57,5 10 0,-1-1 318,-4 5 1,3 0-153,-2 0 0,-3 4-99,3-3 1,-3 3-45,3 1 1,2 1 56,-3-1 1,2-4 12,-2-1 1,4-4-171,-4 5 0,-1-7 46,1 2-184,-6-3 1,3-2 39,-6 1 1,4-8 83,1-2 1,-1-3 16,-4-2 58,0 0 1,0-2 295,-1-3-383,8-2 1,0-8-135,7 1 0,2 0-141,3 0 1,4-1-420,10 1 0,0-5 373,9 0 1,-1-4 72,11 4 1,-5-5 337,5 5 0,-6-5-55,1 5 1,2-6-24,-2 1 0,-1 2 74,-9-1 0,-2 5 241,-7-1 1,0 3 302,0 2 369,-6 0 126,-1 0-388,-14 0-46,6 6-449,-12 1 0,10 7-168,-6 0 1,5 2-137,0 3 1,-4 3-436,-2 6 0,4 0 317,1 0 0,-1 0-65,1 1 1,0-1 240,5 0 0,-4 0-69,-1 1 0,0-1 195,5 0 1,2-5-48,2 1 1,3-1 0,2 6 0,9-7-24,-4-4 1,10-2-24,-1-2 1,4 0-24,2 0 1,-1-6-141,0-4 1,1-7 162,-1-2 0,-1-2 17,-3 2 1,0 3 293,-10-3 1,2-1 132,-12 1 107,1 0-350,-5 5 1,-2 1-4,-2 4 0,-4 2-265,-6 7 1,-1 2-263,1 3 26,0-4 1,0 10-620,0-6 94,6 6 1,1-8 448,7 7 0,2-7 64,3 2 0,7-2 199,7 2 1,6-4 87,-1 4 1,1-4 411,-1-1 1,1 0 316,-6 0 507,7 0-394,-4 0 394,0 0-165,-2 0 30,-12 7-779,-1 1 0,-7 6-174,0 0 1,-2-4-108,-3-1 0,4-4-702,-4 4-964,3-6 1260,2 10 0,7-11-150,2 2 1,4-2 129,1-2 1,0 0-45,1 0 0,3-6 344,1-4 0,0-2 207,-4-3 1,-1 3-33,0 2 1,0-2 107,0 2 1,-4-1 679,-1 2-402,-5-4 150,2 11-280,-6-10-301,0 10 1,0-3 218,0 10 0,0-2 134,0 7 1,0-5-114,0 4 1,-5-4-302,0 4 1,1-4-251,4 4 1,0-4 85,0 5 1,6-7-99,3 2 0,4-4 43,1-1 0,2 0-142,3 0 1,3 0 216,7 0 0,-6-1 78,1-4 0,-2-2 130,2-2 0,1-4 146,-6 4 0,0 3 570,-5 1-310,-6-3 10,-2 6-80,-6-4 0,0 12 295,0 4 1,0-2-166,0 1 0,-6 1 111,-3 4 1,1 0-474,-2 0 1,6-1 5,-6-4-253,7 4 94,-10-5-374,12 0 165,-6-2 0,6-6-276,-4 0 0,4-1 178,-4-4 1,3-3-122,2-6 0,5 0 222,0-1 0,4 0 256,-4-4 0,6 3-51,-2-3 0,-1 8 36,2 1 1,-2 6 108,1-6 1,4 7-9,-4-2 0,4 4 222,1 1 1,0 1 9,1 4 1,-1-2 94,0 7 0,-1-6-117,-4 6 1,4-2 30,-4 1 1,-1 2-216,2-6 0,-1 1-223,5-1 0,1-3-307,-1 2 1,0-2 69,0-2 1,0 0-248,1 0 1,-1-5 265,0 0 0,5-6-58,0 2 1,2-4 114,-3-1 1,-2 5 197,3-1 0,-3 2 165,-2-1 1,0-2 89,1 6 81,-7 0 82,4 5-108,-10 0 0,6 0 279,-4 0 250,-2 0-248,4 0-103,-6 0-617,0 0 135,0 6 1,-1-4-230,-4 3 0,-1-2 249,-4 2 1,-7-2 55,3 6 1,-4-1-8,4 2 1,0 2 158,0-2 1,-1-2-155,1 1 1,5-1-81,-1 2-218,1 2 261,1-4 1,1 2-200,7-1 0,7-6 33,2 2 1,4-3 44,1-2 1,0 0 132,1 0 1,4-5-92,-1 0 0,1-4 160,-4 4 1,-1-6 40,0 1 0,0 2 131,1-1 0,-6 4-30,1-4-81,-7 6-349,9-4-115,-10 7 1,4 3 312,-6 7 0,0 1 208,0 13 1,-5-1 535,1 6 1,-7 4-181,1 0 1,2 2 70,-1-2 1,-1 2-260,-4 3 0,-5-4 35,0-5 0,0-7-132,5-3 1,0 0-64,0-5 0,-1-3 332,1-11-134,0 0 0,1-1-172,4-4 1,2-5-350,7-9 1,0-3-509,0-6 0,2-5 379,3 0 0,4-5-138,10 4 0,-1-3-158,5 3 0,-4 1-545,5 5 0,-2 1 177,2 3 0,4 2 950,1 3 0,-14-3 0,4-6 0</inkml:trace>
  <inkml:trace contextRef="#ctx0" brushRef="#br0">15683 8373 7681,'-8'0'2771,"-5"0"-2274,11 0 0,-5 0 477,2 0-164,3 0 21,-4 0-689,6 0-233,0 0-184,0-6 0,6 3 58,4-6 1,2-1-218,3-4 0,-1-5 244,0 0 0,3-5-37,-2 5 0,2-4 64,-8 4 0,3-2 221,-3 2 0,-1 8 141,-3-3 84,-4 3 91,6-3-331,-7 6 1,0 8-205,0 9 1,-5 5 215,0 5 1,-4 3 116,4 7 1,-1-1 7,1 1 1,3 4 146,-3 0 1,4 0-10,1-4 0,0 1 1,0 3 0,-5-3 17,0 3 0,1-3-18,4-1 1,0-3 22,0-2 1,0 1-273,0-6 1,-5 0-247,0-5 29,0-6-283,5 5 340,0-11 0,-4-2-32,-1-10 0,0-3-56,5-1 0,0-2-104,0-3 0,0-4-303,0-10 1,0 1 295,0-6 0,0 2 88,0-2 1,2-2 197,3 7 1,-4-5-116,4 5 0,3 2-166,1 7 0,5 3 130,5 7 1,4 6 182,5 3 0,7 5 202,3 5 0,-4 3 303,0 6 0,-6 5-359,-4 0 1,-4 2-98,-6-2 1,-6-3 91,-3 2 0,-5-2 80,-5-2 0,-4-1 19,-10-3 0,-3 2-7,-7-2 0,1-2-193,0 1 0,-1-4-211,1 4 1,-1-6-78,1 2 0,6-2-50,3 2-248,3-3 386,2 4 233,6-12 0,3-2-335,10-6 0,4 4 138,10 1 1,2-1 133,2-4 1,9 1-5,-4 4 0,4-4-9,-3 4 1,4-4-157,0-1 0,2-2-145,-2-3 0,-2 3-10,7-3 1,-8 4 105,-1 0 1,-6-4 147,-4 0 1,-8 4 36,4 0 393,-4 4-346,-3-9 1,-4 10 124,-8 1 0,0 6-19,-5-2 0,0 5 78,-6 5 0,-4 3-46,0 6 0,0 0 51,5 0-245,0 0 1,1 1 46,4-1 0,3 0-236,6 0 176,0 1 1,6-3-17,3-2 0,4 1-27,1-7 0,7 6-100,2-5 0,0 1 150,0-1 0,-4 3 175,5 6 1,-7 0 141,2 0 1,-8 0-70,-1 1 1,-7-1 113,2 0 0,-4 0-139,-1 1 0,0-1 174,0 0-143,0-6-364,0 5-58,0-12 0,0 4-407,0-10 1,7 2-278,2-7 0,4 1 306,1-5 0,5-5 90,0 0 0,1 0 263,-1 5 0,-3-5 298,3 0 1,-3 0 28,-2 5 1,-4-1-160,-1 1 1,-6 5 313,2-1 918,-3 7-701,-2-3 1,0 7-71,0 4 1,0 3 54,0 6 0,-5 5-135,0 0 0,0 2-54,5-2 1,-4-4-151,-1 4 0,0-3 24,5-2 0,2 1-601,2-1 1,4-2-4,7-2 1,-1-4-257,0-6 0,5 0 263,0 0 0,5-1-161,-5-4 1,4-3 312,-4-6 0,5 0 242,-5-1 0,0-4-31,-5 0 1,-1-1 88,-4 1 0,2 3 650,-6-3 1,0 8 4,-5 2 1023,0 5-1177,0-2 1,-2 8-161,-3 2 1,2 4-90,-6 7 1,4 4 84,-4 0 0,4 4-158,-5-4 0,7 0 24,-2-5 1,2 5-104,-2 0 1,4-5-98,-4-4-753,4-1 1,-1 1-304,-3-1 456,4-5 0,-6 0 114,7-8 0,2 0-198,3-5 0,-2-2 350,6-8 0,-1 2 249,2-7 1,2 5 57,-2-5 1,2 7-96,3-2 0,-1 3 421,0 2 1,0 0 1,1-1 1,-1 7 140,0 4 1,0 2-150,0 2 0,-1 2 128,-3 2 1,2 9-95,-2 6 0,-2 0 0,1-5 0,-6 5-244,2 0 0,1 0 75,-1-5 0,1-4-572,-1-1 0,-2-1-20,7 2 1,-6-4-862,6-6 885,-1 0 1,6-2-177,-1-2 0,0-4 206,0-6 1,0-2 20,1-3 1,-1 1 325,0-5 0,2 1-87,3-2 1,-3-1 32,3 6 1,-4 0 100,0 5 1,-6 1 100,1 3 0,-6 4-21,6 6 1,-5 0 59,4 0 1,-6 6 26,2 4 1,-3 3 123,-2 1 0,0-5 166,0 1 31,0-1-426,0 5-149,0 1-267,0-7 255,0-2-200,-7-6 199,-1 0 0,-6 0-106,0 0 1,0 0 285,-1 0 1,1 1-97,0 4 1,0-3 146,0 2 1,-1 3 113,1-2-128,0 6 1,0-4-100,-1 8 1,8-1-1,2 0 0,3 0-43,2 1 0,7-6-120,2 1 0,8-6-265,2 6 0,7-7 148,-3 2 0,4-4-104,2-1 1,-1-1 69,1-4 0,-1-3 47,0-6 1,-1 0 95,-3-1 0,1 1 189,-6 0 1,-5 0 4,-4-1 1,-5 3 622,4 2 332,-6-2-730,4 10 0,-9-4-125,-3 6 1,4 1-57,-4 4 0,-1-2 9,1 7 1,0-1-23,5 5 1,0-4-38,0-1 0,2-1-105,2 2-174,4 2 1,11-10-312,0 3 0,0-4 243,-5-1 0,5 0-79,0 0 1,0-1 121,-4-4 0,-1-1 25,0-4 1,3-2 69,-2 2 0,2-1 253,-8 2 59,-2-4 656,5 5-398,-10 0-254,4 2 1,-10 7-27,-1 4 0,-2 3 81,3 6 1,1 7 136,-7 2 0,5 4-107,-4 2 1,6-1 92,-2 1 1,-1-1-91,1 1 1,-5 2 73,6-2 1,-1 2-288,5-7 44,-6-4 1,4 1-322,-3-7 0,2-6-15,-2-3 97,4-4 1,-10-7-15,6-3 1,-1-4-94,1-1 1,3-7-9,-2-3 1,2-2-120,2-3 0,0-4-46,0 0 1,6-5 109,4 5 1,7-4-44,2 9 0,7-2 165,-3 11 0,4 0 173,1 5 0,1 1-62,-1 4 0,1 2 114,-1 7 0,-6 2 31,-3 3 1,-4-2 187,-6 6 1,2 1 68,-6 4 1,0-4-117,-5-1 0,-2-1 118,-3 1 1,2 2-145,-6-6 0,-1 1-245,-4-1 0,0-3-35,-1 3 0,-4-4-275,1-1 1,-3 2 168,2 2 1,3-2-207,-3 3 23,3-4 1,2 1-214,0 3 273,6-4 1,3 6 338,10-7 0,5 0 325,9 0 1,0 0-190,9 0 0,-3-2-7,8-3 0,-1 2-20,1-6 1,2-1-23,3-4 1,1-5-128,-5 0 1,0-6 111,-1 1 1,-4-3-192,-1-1 1,-6-1-12,-7 1 1,-7-1 78,-4 1 0,-2 4 4,-2 1 0,-2 5 0,-2-1 1,-4 5-8,-7 5 1,1-2 2,0 6 0,0 0-71,0 5 1,-1 8 82,1 6 0,2 2-171,2 8 1,-1-5 230,6 4 0,-4 1 344,4 4 1,0 1-83,5-1 0,0-4 137,0 0 1,2-5-156,3 4 1,2-5 25,8 1 0,4-8-211,0-2 1,7-6 111,3 2 1,-1-3-527,6-2 1,-4-7 44,-2-2 0,0-5-124,1-5 0,-2 3 220,-4-3 0,-2 2-40,-7-2 0,-1 3 230,-4-3 1,-2 8 190,-7 1 0,0 6-82,0-6 0,-7 7-82,-2-2 0,-9 5 79,-1 5 0,-4 3-76,4 6 1,0 2-3,5 3 1,4-3 124,1 3 0,6 1 173,-2-1 1,3 0-160,2-5 0,7 0-37,2 1 0,8-3-112,2-2 0,7 1 106,-3-6 0,3-1-204,-3-4 1,4-4 27,-3-1 1,1-6-9,-1 1 1,-4-2-91,-5-3 0,-1 1-288,0 0 0,0 5-166,0-1 0,-4 2-472,-1-1 0,-4-2-476,5 6 1,-6 0 57,6 5 1484,-7 0 0,3 13 0,-6 3 0</inkml:trace>
  <inkml:trace contextRef="#ctx0" brushRef="#br0">18981 8203 7695,'0'-10'162,"0"1"1,0 4 846,0-4-697,0-1-403,0-4-468,0 0 0,0 0 228,0-1 0,0 6 38,0-1 0,0 6-8,0-6 88,0 1 0,0-6 213,0 1 0,0 5 57,0-1 1,0 6 148,0-6 899,-6 7 294,4-10-579,-4 12-225,6-6-127,0 7-475,-6 0 190,4 0-140,-4 0-106,6 0 751,0 0-555,0 7 1,0 2 69,0 10 1,0-1-44,0 5 1,-2-4 3,-3 5 0,4 0 23,-4 4 0,3-1-68,2-3 1,0 1-375,0-6 1,0 0 88,0-5 0,7-1-43,2-4 1,4-3-2,1-6 0,0 0-71,1 0 0,0-6 42,4-3 0,-3-9-96,3-1 0,-3-1 264,-2 1 0,0 3 210,1-3 498,-8 3-268,0 2 271,-7 0-416,0 6 1,-2 2 197,-3 6-167,4 0 1,-10 1 370,6 4-1287,0-4-48,-1 12 0,4-10-2113,-2 7 1332,2-7 1490,2 10 0,19-12 0,5 5 0</inkml:trace>
  <inkml:trace contextRef="#ctx0" brushRef="#br0">19379 7819 7779,'14'0'1333,"1"0"-115,-1 0 1,-1 2-225,-4 2 0,4 6 87,-4 9 1,2 4-432,-1 11 0,1 2 95,-7 7 0,1 4-273,-5 0 1,-6 7-69,-4-2 1,-4-3-205,-5-1 1,-3-10-106,-6-5 0,-2-3-656,-4-2 0,4-11-291,-3-2 1,-1-11-758,0 1 1,-4-3 182,5-2 1,-1 0 1425,0 0 0,-28-13 0,-13-6 0,19 6 0,-1 0 0,1 0 0</inkml:trace>
  <inkml:trace contextRef="#ctx0" brushRef="#br0">8702 5928 8204,'8'0'180,"4"0"0,-9-4 415,7-1-155,-7 0 32,3 5 74,-6 0 1339,0 0-1589,7 0 1,-4 0 74,6 0 0,-4-2-115,5-2 1,-1 2 35,5-3 0,2-1-109,3 1 1,-2-6-123,7 2 0,1 1 68,8-2 1,4 1-283,5-5 0,3-2-100,2-3 1,10 3-42,9-3 1,4 3 111,1 2 0,0 0 79,0 0 0,-5 1 60,1 4 1,-7-2-2,1 6 1,-8-1 5,-6 1 0,2 3-88,-2-3 1,12-1 106,-2 1 0,9-4 78,0 4 0,4-6-250,1 2 1,5-6 240,0-3 0,1 6-45,-1-2 0,-3 3 5,2-3 0,3 0-104,-2 0 1,-1 4 105,-4 1 0,7 1-234,-38 3 0,0 0 0,4-1 0,1 0 194,0 1 1,0 0 0,-1 1 0,-1 0 90,-1 0 0,1-1 0,1 0 0,1 0 17,4-2 0,1 0 0,2 0 0,0 0 99,1 0 0,-1 0 0,-2 0 0,-1-1-227,-1 1 0,-1 0 1,2 2-1,2-1 200,0-1 1,2 0-1,3 2 1,0-1-73,-4-4 0,0 1 1,2 3-1,-2 1 7,-7 0 1,0 0-1,3 1 1,-1-1-98,-2-2 0,0 0 1,2 0-1,1 1-57,-3 1 0,0 1 0,-3-1 1,-1 2-69,35-2 1,3 3 72,-39 0 1,1 0 0,3 0-1,0 2-15,1 0 0,0 0 1,1 0-1,-2 0 109,-1 0 0,0 0 0,2 0 1,0 0-1,0 0 1,0 0 0,4 0-1,1 0-15,-2 0 0,-1 0 0,1 0 1,-1 0 8,-4 0 1,-1 0 0,0 0 0,0 0-17,39 0 0,-38 0 0,0 0 20,38 0 0,-38 0 0,1 0-117,36 0 0,-1 0 35,2 0 0,-2 0-67,2 0 0,-4 0 76,-6 0 0,6 0-4,4 0 1,-40 0-1,0 0 64,40 0 1,-4 0 119,-6 0 0,5 0-103,0 0 1,0 5 21,-5-1 0,-2 6 33,-2-5 0,2 1-77,-2-1 1,4-2 2,4 6 1,4-4-13,-36 0 1,0 0-1,-1-4 1,1 1-7,0 0 0,-1 0 0,37 5-15,-3-2 0,-8 4-14,-2-4 0,1 1-41,4-1 0,-2 1-10,-2 4 1,-3 2 69,-2-2 1,-2 1 26,6-2 1,-4 4-19,4-4 1,-4-1 45,4 2 1,-6-2 9,2 1 0,-5 2-31,-5-6 1,-5 1 287,-9-1 1,3-3-293,-3 2 1,-1-2 447,1-2 1,-5 5-653,5-1 0,1 1 56,9-5 1,1 6-88,3 4 1,1-2 157,-5 1 1,-1 1 286,-4 4 0,-5-1-184,0-4 1,-7 4 402,2-4 1,-7-1-239,-3 2 262,-5-7 78,-4 3 15,-8-6 285,-6 0 549,0 0-1300,0-6 0,0-2-168,0-6 0,0 4 36,0 1-378,0-1 197,0-4 1,0 4-327,0 1-136,0 6 34,0-3-94,0 6-304,0 0 1253,0 6 0,5-3-122,0 6 0,1 1 173,-1 4 1,-4-4 89,4-1-288,-3 1 0,-2 4-437,0 0 0,0-4-744,0-1 0,0-4 528,0 4 589,0-6 0,-32-9 0,-7-10 0</inkml:trace>
  <inkml:trace contextRef="#ctx0" brushRef="#br0">19465 5999 7910,'-8'-6'272,"3"-3"0,3 1 449,2-2 0,-1 1 592,-4-6 301,3 8-1088,-4-6 0,6 10 427,0-7-299,0 7-340,0-3 1,0 22-140,0 3 0,0 7 63,0-7 0,0 7-154,0-3 0,0-1-226,0 2 0,0-2-141,0 2 1,0-2-837,0-3 543,0-3 0,0 4 157,0-5 1,5-6-575,0 1 727,6-7 0,-3 3 273,6-6 1,-5-6-5,1-4 1,-2-2 243,1-3 1,2 1-81,-6 0 0,4 0 417,-4-1-169,0 1-192,1 0 1,-4 5-424,2-1-29,-2 7 206,4-3 0,-2 7 120,5 4 0,-4 1 115,4 4 0,-4 2-180,4-2 1,1 2-30,4 3 0,0-6-166,1 1 0,0-6 152,4 6 1,-1-7-248,5 2 0,-5-4 37,1-1 0,-2 0-169,2 0 406,-3-6 0,3-2 158,-10-6 1,2-2-107,-6-3 0,0 2 164,-5-7 1,-2 5-67,-2-5 1,-4 7-100,-7-2 1,1 0 111,0 5-157,0-3 1,1 13-230,4-5-37,-4 6-130,5-4 0,0 9-168,3 3 238,4-4 1,2 10 71,4-6 1,3 5 17,6-6 1,2 1 241,3-5 1,-2 0 2,7 0 1,-2-1-106,2-4 1,6-5-49,-6-9 0,6 2 19,-7-7 0,-2 1 96,-2-6 1,-3 2 72,-2 4 0,-6-4 70,-3 3 1,-4 4-133,-1 1 1,-1 3 116,-4 2 1,2 1 94,-7 3 8,1 4 1,-6 6-198,1 0 0,5 8-18,-1 6 1,2 2 113,-1 8 0,-2-1 48,6 6 0,0 1 398,5 3 1,0-3-199,0 3 0,0-3 256,0-1 0,0-1-234,0 1 0,0-3-145,0-2 1,0 1 56,0-6-269,0 0 0,0-5 177,0 1-422,0-7-325,7-2 272,-6-6 204,6 0 255,-7 0 479,0-6-589,0-2-339,0-7 174,0 1 0,0 0-651,0 0 328,0 6 1,1-3 147,4 6 0,-2-4 16,7 4 1,-6 0 107,6 5 0,-5 0-127,4 0 259,0 0 249,6 0 0,-1 2 54,0 3-32,0 2 1,1 8-125,-1-1 1,-5 0-89,1 0 1,-2-4-397,1-1 1,2-4-122,-6 4-87,6-5 398,-3 2 0,6-6 11,0 0 1,1-2-81,-1-2 1,0-9-53,0-6 0,5-6 187,0 1 0,5 2-60,-5-2 1,4 2 226,-4-2 0,2 4-56,-2 6 1,-3 4 53,3 1 1,-4 6-113,0-2 141,-1 3 1,-2 9 38,-2 2 0,-2-1 596,-3 1-447,-4 1 1,6 4-106,-7 0-474,0-6 363,0-1 35,0-1-92,0-5-74,-7 6 1,1-9-19,-4-3 1,-2 4-118,2-4 1,2 2 25,-1-2 1,-1 4 88,-4-4 0,-5 3 104,0 2 0,0 5-68,5 0 1,0 6-12,0-2 1,-1-1 35,1 2 1,2-1 40,2 5-46,4 7 0,6-5 9,0 3 1,6-5-208,4-5 1,4 2 109,5-6 1,-2 0-94,7-5 0,-2-5 169,2 0 0,1-6 197,-6 2 1,0-4-86,-5-1 1,0 0 127,1 0 1,-3-1 102,-2 1 284,-4 0 322,0 0-282,-4 6-820,4 2 1,-11 7 47,1 4 1,-1 3 36,5 6 1,0-5 81,0 1 1,0-1-177,0 6 11,0-1-54,6 0 0,2-6-59,6-3 0,1-4 158,-1-1 0,0-1 229,0-4 0,-4-5-215,-1-8 1,1 0-3,4-6 0,-5 1 99,1-6 1,-7 1 139,2-1 1,-4-4-50,-1 0 1,0 2 197,0 7 0,0-1-40,0 6 1,-1 1-35,-4 9-306,3 2 0,-4 14 264,6 2 1,-5 15 247,1 4 0,-1 10 60,5 0 0,0-1 258,0 0 1,0 0-340,0 1 1,1-5-167,4-9 0,-2 1-183,7-6 0,-1 0 56,6-5 0,4-6-817,-1-3 0,3-4-4,-2-1 0,-2-1-484,7-4 0,-7-5 334,2-9 1,-4 2-319,-6-7 1,4 5 446,-4-4 1,-1-1-202,2-4 0,-7-1 132,1 1 818,-8 6 0,-55-12 0,26 23 0,-29-3 0,28 9 0,10 5 0,7 5 266,-2 0 1,3 0 1002,2-5-648,-1 6 1,8-3 443,2 7 0,5-6-240,5 6 1,9-7-377,9 2 1,9-4-345,1-1 1,8 0-356,2 0 1,-5-4-488,5-1 1,-10-5-16,0 6 1,-8-1 751,-1 5 0,-38 0 0,-5 0 0</inkml:trace>
  <inkml:trace contextRef="#ctx0" brushRef="#br0">21711 5900 7922,'-8'-10'232,"3"1"2565,-3 6-1560,7-4-153,-6 7 195,7 0-417,0 0 1,0 7 34,0 2 0,0 4-348,0 1 1,-4 0-124,-1 0 0,0 1-251,5-1 1,-4 0-160,-1 0 0,0 1-181,5-1 0,0-5-917,0 1 751,0-7-710,0 10 455,0-12 1,8-1-350,6-9 0,2-2 742,8 1 1,-1-3 226,6 4 0,4-4 288,0-1 1,0 0-10,-4 0 1,-1 6 333,1 3 1,-3 3-277,-2 2 1,1 0 136,-6 0 1,-1 7 479,-9 2-443,-2 4 1,-7 1-224,0 0 0,-7 1-103,-2-1 0,-4-2-1034,-1-2 1,-7 3-515,-2-4 0,2-1-1056,2 1 0,-1-4 1149,1 5 0,0-7-805,5 1 2041,-7-2 0,-2-38 0,-1-16 0,-6-4 0,0 1 0</inkml:trace>
  <inkml:trace contextRef="#ctx0" brushRef="#br0">21711 5772 7922,'-13'-16'492,"4"-3"0,-4 3 181,4-3 1,1 5 2039,-2 5-1624,7-4-269,-9 11-1471,10-4 1,2 6-492,9 0 1,4 5 1141,1 0 0,21 16 0,8 7 0,3-1 0,1 1 0</inkml:trace>
  <inkml:trace contextRef="#ctx0" brushRef="#br0">22379 6014 7922,'0'7'1618,"0"0"2361,0-7-1644,0 0 1,6-7-2723,4-2 1,-2 1 108,1-1 0,1-1-290,4-4 1,0-2-128,0-3 0,1 2 110,-1-7 1,0-1 31,0-8 1,-1 3 312,-4-4 0,3 4 136,-8 2 0,1 1-113,-5 3 358,0 4-182,0 12 0,0 3 45,0 10 0,0 4 137,0 10 1,-2 4 204,-2 5 1,2 2 228,-3 3 1,4-3-115,1 3 0,0-7 276,0-3 1,0-1-445,0 2 0,5 1-110,-1-6 1,7-1-213,-1-9 0,2-1-363,3-3 1,4-4-16,0 4 1,4-5 40,-4-5 0,5-2-199,-5-8 0,5-4 243,-5 0 0,-1-4-78,-3 4 1,-1-11 247,0 1 0,-1-2 181,-4 2 1,-2 1 43,-7-1 0,0 1 472,0 0 874,0 5-629,0 9-554,0 8 1,-7 12-8,-2 4 1,1 10 115,-2 9 0,6 1 87,-6 8 1,5-7 216,-4 2 1,6-3-237,-2-1 0,2-1-171,-2 1 0,4-2-516,-4-4 1,3-2-155,2-7-354,0 0-55,0-6-181,0-2 1,2-6 488,3 0 1,-2-7 161,6-8 1,1 0 83,4-9 1,0 2 64,0-2 0,1-1 282,-1 6 0,0-5-41,0 5 1,0 0 233,1 5 121,-1 6-111,0 2 0,-1 7 97,-4 4 1,2 3 234,-6 6 1,1 5-120,-1 0 1,-3 0 129,2-5 0,3 0-517,-3 1 1,6-1-153,-5 0 0,6-1-306,-2-4 1,4-2 235,1-7 1,0 0 6,0 0 0,1-2-46,-1-3 0,-1 2-39,-4-6 0,4-2 68,-4-8 0,-1 3 287,2-3 1,-7 3 133,1 2 1,-2 0 78,-2-1 47,0 7-441,0-4-240,0 10 0,-5 2 45,1 10 0,-3 2-190,2 3 1,4 0 501,-4 4 0,4-3-130,1 3 0,0-3 12,0-2 1,6 0-138,3 1 1,4-8-108,1-2 1,2-3 154,3-2 1,-2 0-111,7 0 1,-7-2-173,2-3 0,-3 1-607,-2-11 1,-1 4 1011,-3-8 0,-61-28 0,15 20 0,1 0 0</inkml:trace>
  <inkml:trace contextRef="#ctx0" brushRef="#br0">22692 5772 7922,'-22'0'0,"1"0"888,7 0 1,5 0 825,-1 0 319,7-6-1537,-3 4 0,12-4-54,3 6 0,10-2-662,5-3 1,8 4-667,1-4 1,0-1 58,-5 1 0,-4 0 634,0 5 1,-7 0-2501,2 0 2693,-3 0 0,-21 19 0,-4 5 0</inkml:trace>
  <inkml:trace contextRef="#ctx0" brushRef="#br0">24611 5786 7777,'-1'-13'822,"-4"4"0,2-2 999,-7 6-1335,1 0 1,-5 5 11,-1 0 1,0 0-138,-4 0 0,3 2-124,-3 3 0,-2 1-125,2 4 0,1 2-113,3-2 1,6 2-148,-1 3-200,7-1 1,-3 0-147,6 0 341,0 0 0,1-1-59,4-4 0,-2 3 180,7-8 284,-1 7-219,6-9 1,-6 9 15,0-6 1,-5 1-271,0-1 208,-2-4 1,-4 10-120,-2-6 0,0 1-23,-5-1 1,0-3-118,-6 3 1,1-4 72,0-1 0,4 0 242,1 0 304,-1 0-188,-4 0 103,0 0-134,6 0-140,2 0 59,6 0-67,0 0 0,6 0 112,4 0 0,4-1-10,5-4 0,-2 2-107,7-7 0,-5 5-118,4-4 1,1-1-16,5-4 1,-3 2 95,-2 2 1,3-7-182,-3 3 1,-4-4 74,-1 4 0,0-5 98,-5 0 1,4-5-5,-9 5 1,-2-6 44,-3 1 0,3-2 16,-3-3 1,1 5 150,-5 1 1,-1 1 255,-4-2 1,3 8-185,-3 7 1,2 6 286,-1-2-412,2 3 0,-4 4-194,6 3 1,-2 2 293,-3 8 1,4 5 159,-4 4 0,-1 3 30,1 1 0,-1 1 244,1-1 1,3 0-165,-2 1 1,0-1-112,0 1 0,2-6-365,-3 1 1,4-2 17,1 2 0,1-4 58,4-5 0,-2-1-163,7 0 1,-1-4-459,5-1 1,5-6 159,0 2 1,2-5-169,-2-5 0,1-3 247,4-6 1,-2-2 72,-3-3 1,-1 2 289,5-7 1,-10 2 112,1-2 1,-4 4 183,-1 6 1,-3 0-8,-6-1 272,0 1-26,0 0-131,0 6 0,-6 2-566,-3 6 0,1 1 123,-2 4 0,2-2-592,-1 7 223,-4-1 1,12 5-237,-4 1 1,3-6 21,2 0 279,0 1 1,2 4 87,3 0 0,2-4 318,8-1 1,-6 1 419,1 4 1,-1-1-335,5-4 1,-1 5 511,-4 1 1,3-6-213,-8 5 1,6-3-25,-6 4 1,6-1-152,-5 0 0,-1-5-51,-4 1-190,0-7-622,0 10-139,7-12 1,-4 4 350,6-10 1,1 2-451,4-6 1,0-1 278,1-4 1,-1-5 127,0 0 1,-1-1 325,-4 1 1,4 3 262,-4-3 1,-1 3 2,2 2 427,-7 0 633,9-1-449,-10 7-536,4 2 1,-7 12-43,-4 4 1,3 4 153,-2 5 0,2-1-262,2 5 0,0-5-13,0 1 1,0-4-98,0 0 1,2 2-210,2-3 1,0 4-676,5-9 0,2-3 460,8-1 0,-2-3-306,7-2 0,-7-2 250,2-3 1,2-3 105,-2-6 0,0-2 276,-5-3 1,-1 2 176,-4-7 1,-1 7-75,-3-2 1,-4-1 408,4 1 1216,-3 0-716,-2 4-593,0 7 1,-2 2 28,-3 6-431,4 6 0,-7 7 219,3 6 0,4 0 82,-4-5 0,3 5-211,2 0 1,0 0-326,0-5-121,0 1 0,2-1 206,3 0 1,3-6-636,6-3 0,0-4 278,0-1 0,2 0-12,3 0 1,-2-6 215,7-4 1,-7-7 172,2-2 1,3-5 102,2 5 0,-2-4 223,2 4 1,-7 0-26,2 5 1,0-1-117,-5 1 0,7 5 501,-11-1 0,1 7 161,-7-2-100,-2 4 5,4 7 153,-6 2-291,0 6-108,0 0-240,0-6 0,-1 0 153,-4-3-198,3-4-87,-10 6-212,4-7 1,-6 0 159,-1 0 1,1 0 10,0 0 1,-5 0 89,0 0 0,0 0-3,5 0 1,0 0-161,-1 0 1,1 5 86,0-1 0,0 7-67,0-1 0,6 2 24,3 3 87,3-1 0,4 0-14,3 0 0,3-1-15,6-4 0,5 3-152,0-8 0,6 1 136,-1-5 1,1 0 44,-1 0 0,2-2-85,-2-2 0,3-6 1,1-9 1,1 2-29,-1-7 1,-4 5-31,0-4 1,-12-1 121,3-5 0,-6 1 79,1 0 0,-4-1 177,-6 1 0,0 1 50,0 3 0,-2 8 48,-3 7 1,2 6-250,-6-2 1,4 3-24,-4 2 0,4 11 153,-5 4 0,6 8 98,-6 1 0,7 3 110,-2 1 1,-1 1 369,1-1 1,1 1-363,4-1 0,0-6-394,0-3 1,0 2-344,0-2 1,0-5 147,0-5 1,0-4-593,0 5-177,0-7-119,0 3 1,0-8 354,0-2 1,0-4 86,0-6 1,-2-1 303,-3 1 1,-1-5 150,-4 0 0,2 0 457,4 5-298,2-7 0,-9 6 395,6-4 1,1 8-128,4 1 0,6 7 52,3-2 1,4 4 111,1 1 0,7 0 332,3 0 0,2 0-415,3 0 0,-1 0-137,1 0 0,-6 0-186,1 0 1,-2 0 44,2 0 1,-4 0 194,-5 0 121,-7 0-98,4 0-86,-10 0-20,4 6 0,-6 2 72,0 6 1,-1 0 155,-4 1 0,3-1-228,-3 0 1,2 0 37,-1 0 0,2 1-325,-3-1 1,4 0-103,1 0 0,0-4-545,0-1 601,6-6 1,2 9-118,6-8 0,2 1 17,3-5 0,-3-2-127,3-2 1,-4-3 220,0-2 0,-1-5-10,0-1 0,0 1 316,0-5 1,-1 2 89,-3-2 1,1 3 139,-7-3 1,1 3-148,-5 2 0,0 5 446,0-1-40,0 7 294,0-3-903,0 6 1,0 6 154,0 4 1,-1 2 58,-4 2 0,3 5-167,-3 0 1,4 0-205,1-5 1,5 1 9,-1-1 0,7 0-192,-1 0 0,4-4-86,5-1 1,-3-6-241,3 2 0,1-3 249,-1-2 0,5 0 205,-5 0 0,0-7 307,-5-2 1,0-4-40,1-1 0,-6-2 304,1-3 0,-7 4-48,1-4 0,3 3 170,-2 2 1,-1 4 136,-4 1 147,0 5-980,0-2 201,-6 6 1,4 6 296,-2 4 0,2 7 27,2 2 1,-5 2 147,1-2 1,-1-3-272,5 3 0,0-4-125,0 0 1,-2-1 65,-2 0 0,2-5-197,-3 1 0,4-5-155,1 4 373,0-6-44,0 4-227,0-7 0,0-7-256,0-2 0,0-4 63,0-1 1,0-2-69,0-3 0,4-1 118,1-4 1,6-1-52,-1 6 0,-2-5 9,1 5 1,-1 0 61,1 5 0,4 4 27,-3 1 1,-3 6 77,3-2 0,-1 4 189,6 1 0,-6 0-129,1 0 0,-3 1 63,3 4 1,1-2-279,-6 6 1,4-4-805,-4 5 562,6-7 1,-5 5 36,4-4 0,2-2 6,-2 3 1,-2-4 16,1-1 390,1 0 1,4 0 71,0 0 559,-6 0 112,5 0 797,-12 0-455,6-6-129,-7 4-345,0-4 1,1 6-166,4 0 1,-3 2-174,2 2 1,-1-2-43,2 3 1,-2-4-116,7-1 0,-1 5-37,5 0 0,1 0-205,-1-5 1,0 0 40,0 0 120,1 0 1,-1-2 194,0-3 0,-5 2 48,1-6 0,-7 4 462,2-5-522,-4 1 0,-7-1-141,-3 1 0,-6 6 66,-4-2 1,2 4-136,-7 1 0,2 1-125,-1 4 1,0 3 60,5 6 1,6 0 147,-2 0 1,5 5-24,-1 0 0,4 0 171,6-5 1,2 5-315,2 0 0,6-1-204,9-9 0,1 2-214,4-6 1,3 0-532,-3-5 0,6 5-297,-2-1 0,2 1 203,-11-5 1198,0 0 0,-43-44 0,-9-12 0</inkml:trace>
  <inkml:trace contextRef="#ctx0" brushRef="#br0">28024 5857 7767,'-7'-14'626,"-1"0"180,-6 0 0,0 6-340,0 3 1,0 3 36,-1 2 0,-4 0-156,0 0 0,0 2 47,5 3 1,-3-2-262,3 6 0,-4 1 7,9 4 0,2 2-114,3 3 0,2-4 39,2 4 0,6-3-118,4-2 0,7-4 42,2-1 0,7-4-113,-3 5 0,9-7-42,1 2 1,0-5-89,-4-5 1,-1-3 244,0-6 1,-5-1 64,-4 1 1,0 0 176,-5 0 0,2-5-145,-12 0 1,1-2-10,-5 2 0,-6 2-44,-4-7 0,-4 9 32,-5 0 1,-3 3-189,-7 7 1,3 0 71,2 5 1,-3 0-109,3 0 0,4 2-17,1 3 0,3 1 107,2 3 0,1 4 75,4-4 0,2 4 2,7 1 0,7-4-38,2-1 0,5-6 17,5 2 1,5-3-144,9-2 0,-1 0-178,6 0 1,-5-2-51,5-3 1,-7-2 131,3-8 0,-3 0 209,2-4 1,-9 3 139,0-3 0,-8 3 348,-7 2 1,-3 0 238,-6-1-142,0 1 1,-1 6-241,-4 3 0,-3 4 44,-6 1 0,0 3-319,0 7 0,-1 1 84,1 12 1,0 1 15,0 4 0,4 1 138,1-1 0,6 7 176,-2 3 1,3 3-157,2 2 0,0-1-20,0 1 1,0-5-33,0 0 1,0-2 1,0 2 0,0-8-129,0-6 0,0-7 44,0 2 0,-1-3 135,-4-2-69,-3-6 1,-6-2 86,0-6 1,-5-1-262,0-4 0,0-3-167,4-6 1,3 0 137,2-1 1,-2 1-142,2 0 0,4-5-810,1 0 0,5-1-207,5 1 1,3-2-641,6-3 0,7 4 611,2 6 1,6 1-1640,4 4 2811,3-4 0,10 8 0,8 2 0,3-4 0,-1 0 0</inkml:trace>
  <inkml:trace contextRef="#ctx0" brushRef="#br0">29118 5829 7841,'5'-10'479,"0"1"0,0-1 1838,-5-4-748,0 6 535,0-4-1428,0 10 1,-2-4 151,-3 6 1,-3 1-329,-6 4 1,0-2-142,0 7 0,0-2-238,-1 1 0,-4 2-30,0-6 0,-1 4-226,1-4 0,3 0-65,-3-5 1,-1 0-337,1 0 0,0 0 59,4 0 1,1 0-1203,0 0 1153,0-7 0,6-2-29,3-10 1,7 2 389,7-7 0,2 5-3,13-5 0,0 7 135,4-2 1,-1 3 22,-3 2 0,3 1 342,-4 4 0,-2 2-99,-2 7 1,-3 0 153,-2 0 1,0 8 34,0 7 1,-6 5 173,-3 9 1,-4 4 87,-1 0 1,0 6-232,0-1 1,-6 2-125,-3-2 1,1 1-156,-2-6 0,1 2-111,-5-2 1,-1-9 4,1 0 1,-5-7-175,0-3 0,0 0-66,5 1 0,-5-7-353,0-4 0,-6-2-119,1-2 1,2-6 242,-2-4 1,2-3 62,-2-1 1,2 0 112,3 0 0,8-5 228,-3 0 0,9 5-169,1 4 464,-4 1-230,6 1-65,2 2 0,8 6 99,6 0 1,5 0-24,0 0 1,6 0-56,-1 0 0,0 0-194,4 0 0,-2 0-210,7 0 1,-3-2 3,-2-3 0,5 4-164,1-4 1,-1-3 364,-5-1 1,1 1-33,-1-2 1,-6 2 592,-3-1 0,-3-2 482,-2 6 684,-6-6-897,-2 9-287,-6-4 1,-4 8-5,-1 2 0,-5 4 2,6 6 1,-6 2-169,5 3 1,-4-3-14,4 3 0,-1-2-111,1 2 1,4-3-326,-4 3-715,3-3 458,2-2 68,0 0 1,2-6 87,3-3 1,-2-4-269,6-1 1,1-6 149,4-3 1,-1-4 8,-4-1 1,8 0 360,-2-1 1,4-4 158,0 1 0,-4-1 93,4 4 1,2 3-19,-2 2 1,0-1 272,-5 6 0,0 1-230,0 4 1,1 1 78,-1 4 0,0 3 131,0 6 1,0 0-107,1 1 1,-6-1 35,1 0 1,-1 0-199,5 0 0,2-4-230,3-1 0,-3-4 32,3 5 1,1-7-242,-1 1 1,5-2 157,-5-2 1,2-6 29,-3-4 1,0-2-59,6-3 0,-7 1-58,2 0 1,-8-2 478,-2-3 0,-1 2-23,2-7 0,-4 0-42,-6-4 1,0 0-80,0-1 1,0 2 36,0 4-6,-6 2 96,-2 7-272,0 6 1,0 2-218,3 6 0,4 6-222,-4 3 1,-1 6 467,1 4 1,-4 1 483,4 4 0,-2 3-276,3-4 0,2 0 9,-3 0 0,4-5-219,1 1 0,0-4-90,0 0 1,0-1 139,0 0 1,8-5-117,6 1 0,2-7-183,7 2 0,0-4 67,0-1 1,9 0 0,-4 0 0,4-6 133,-4-3 1,5-4 139,1-1 0,-6-2-51,-4-3 0,-1 2 194,6-7 1,-12 7 210,-2-2-229,-11 3 220,3 2-344,-7 6 1,-2 1-132,-3 7 1,-3 0-98,-6 0 0,0 2-342,0 3 1,-1 1 347,1 3 0,5 4 122,-1-3 0,2 2-114,-1 2 50,3 1 0,1-1-111,0 0 0,2-4 138,8-1 1,3-4 102,6 4 1,2-6-35,3 2 1,1-3 15,4-2 1,3 0-24,-4 0 1,4 0 65,2 0 1,-7-2 76,-3-3 0,-3 4-38,-2-4 45,0 4 1,-5-4-61,1 0-29,-7 0 1,3 7 23,-6 3 0,0-2 150,0 6 1,0-4 652,0 5-297,0-1-389,0 5 0,0-4-27,0-1-206,0-6 1,0 5 69,0-3-236,0-3 1,2 4-95,3-6-450,-4 0 423,12-6 0,-5-2-79,6-7 1,-4 6 101,-1-1 1,0 6 0,6-6 0,-1 6 298,0-6 1,0 7 71,1-2 0,-1 4 172,0 1 0,-3 0-47,3 0 0,-7 0 178,7 0 1,-3 0-66,3 0 1,0 4 35,1 1 1,0 1-172,4-1 0,-1-2-6,5 7 1,-4-7-400,5 2 1,0 1 115,4-1 0,1-1 4,-1-4 0,4 0 24,-4 0 0,2 0 25,-11 0 1,0 0 15,-5 0 285,0 0 128,1-6-83,-7 5-458,-2-6 1,-8 7 7,-2 0-186,2 0 87,-4 0-416,6 0 483,6 0 1,2 0 105,6 0 0,0 0 266,1 0-236,-1 0 0,0 0 607,0 0 0,-4 0 220,-1 0-2,-6 0-85,10 0-197,-11 0 1,5 0-48,-2 0-685,-3 0 21,4 0-175,0-6 0,-2 0-227,5-4 440,-6-3 1,8 6 48,-6-8 1,1 0 63,-1-4 0,-3 3 229,2-3 0,-2 1-122,-2-1 0,0 4-1,0-4 1,0 8-186,0 1 1,0 5-318,0-4-97,0 6 1,0-2 664,0 10 1,-2 3 493,-2 6 1,0 5-303,-5 0 1,6 5 31,-2-5 1,3 4-154,2-4 0,0 0-47,0-5 1,0 1-1347,0-1-315,0 0-1203,0 0 1275,0-6 645,0 5 0,0-13 350,0 0 1,0-2 77,0-7 0,2-1 372,3-4 0,4-5 35,10 0 0,3 0 115,7 5 1,6 0-159,2-1 1,0 3 42,1 2 0,0-2 0,11-15 0,1-11 0</inkml:trace>
  <inkml:trace contextRef="#ctx0" brushRef="#br0">5730 9226 7887,'-24'0'-994,"1"0"3184,5 0-1496,-2 0 1,10 0 891,1 0-528,6 0 34,-4 0-870,7 0 0,2 0-60,3 0 0,-2 2-148,6 3 0,1-2 64,4 6 1,2-5 243,3 0 0,5-2 18,9-2 0,1 5 118,4-1 1,2 1-196,-7-5 1,5-1-22,-5-4 0,-1 3-83,-9-3 1,-2 2 159,-7-1 526,0 2-324,1-4-369,-7-1 1,-8 4-384,-10-6 0,-3 1-701,-1-2 1,0-2 346,0 2 1,0-2-1375,-1-3 862,1 1 596,0 0 0,4 4-736,1 1 403,6 6 727,-4-3 1,12 7 192,0 4 0,6-2 316,-2 6 0,-1 1-57,2 4 0,-5 2 501,4 3 0,-6-3-381,2 3 0,-3-4 119,-2 0 1,0-1-927,0 0 1,0 0 292,0 1 1,-7-6-1607,-2 0 1,-4 1 375,-1 4 0,1-4 1279,4-1 0,-4-18 0,5-1 0</inkml:trace>
  <inkml:trace contextRef="#ctx0" brushRef="#br0">6768 9241 7798,'14'-15'762,"-4"3"169,-1 2 151,-6 4-409,4 6 81,-7 0-517,0 0 0,-5 6 4,0 4 0,1 7 25,4 2 0,0 5 47,0-5 1,0 4-54,0-4 0,0 2-10,0-2 0,0 1-131,0 4 0,-5-3-133,0-7 0,0 0 25,5 0 0,0 1-444,0-1 181,0-6 0,0 0-729,0-4 244,0-2 495,0 4 1,0-12-261,0-4 1,-1-2 153,-4-2 0,3-7 111,-2-3 0,2-4 151,2-5 0,0-2 256,0-3 1,0-3-46,0 3 1,0 2 154,0-2 1,5 6-141,0-1 1,6 9-104,-2 5 0,4 5-169,1 5 1,5 2 209,0 7 0,0 0 74,-5 0 0,0 7-49,0 2 1,1 4 113,-1 1 0,-6 0 19,-3 1 0,-4-1 224,-1 0 1,0 0-45,0 0 0,-1 1-116,-4-1 0,-5 2-103,-9 3 1,4-8-378,-4 3 1,1-3-517,-1 3 0,3-1-152,-2-4 1,2 4-848,2-4 0,1-1 628,3 2 1067,-2-1 0,42-14 0,3-4 0</inkml:trace>
  <inkml:trace contextRef="#ctx0" brushRef="#br0">7251 9212 7798,'0'-9'727,"0"-1"1,0 6 981,0-6-338,0 7 1,0-5 28,0 3-687,0 4 0,-6-6-379,-3 7 0,-1 2-277,-4 3 1,3 4-205,-8 10 1,3 3 133,2 7 1,-2-1 5,-3 1 0,3-1-145,-3 0 1,8-4-513,2 0 0,4-1 20,-4 6 1,6-7-353,-2-3 0,3-8-275,2-1 636,7-7 1,0 3 538,8-6 1,4-2 46,0-2 1,4-6 124,-4-9 1,0 3-110,-5-3 0,1 2 86,-1-2 1,-2 3 559,-2-3 57,3 4 1,-12 0-75,4 1 0,1 5 1084,-1-1-884,0 7-710,-5-3 1,-2 6-210,-3 0 1,4 1 196,-4 4 0,3-2 131,2 7 1,0-1-269,0 5 1,0-4-550,0-1-287,0 1-881,0 4 1158,0 0 0,2-6 186,3-3 0,3-4 395,6-1 1,0-1 15,0-4 1,5-3-45,0-6 0,7 0 43,-3 0 0,4-1 306,2 1 1,-3-3-64,-2 3 0,3-4 140,-3 9 1,-4 2 292,-1 3-57,-3 2-119,-2 2-82,0 0 272,-6 0-177,-1 0-268,-7 0 0,-2 0 331,-3 0 195,4 0-450,-6 0-321,1 0 1,3 5-376,-7 0 0,6-1 162,-6-4 0,1 5-267,-6 0 1,1 6 260,0-2 1,5 4-74,-1 1 0,1 0-8,-6 1 1,6 0-64,-1 4 0,7-3 452,-1 3 1,2-3 11,2-2 1,0 0 44,0 1 0,6-3-60,4-2 0,7 1 137,2-7 0,6 1-121,-1-5 0,3-6-24,1-4 1,1-4-83,-1-5 0,4-1-16,-4-4 0,2-3-68,-11 3 0,2-2 62,-2-3 1,-8 5 137,3 1 0,-9 1-66,-1-2 1,-2-3 7,-2 3 1,-2-1 64,-2 1 0,1 9 461,-7 5-339,7 7-131,-10-3 1,12 7-368,-4 4 0,2 5 321,-2 8 0,4 5 336,-4 5 0,3-1-44,2-3 0,0 2 249,0-2 1,0 1-305,0-1 1,2 1-103,3-6 0,-4 2 80,4-2 0,-4-8 232,-1 3-429,0-3 0,2-3-1021,3-3-1802,-4-4 2268,6-1 0,-3-1 128,1-4 0,6-8 190,-1-6 0,4-6 82,5 1 1,-3-2-61,3-3 1,-4 5 199,0 1 0,-1 5 394,0-1 1,-1 4 26,-4 0 0,-1 8 915,-3 2-699,-4-3-330,6 6 0,-12-2-282,0 8 1,-11 0-349,2 5 1,-5 0 75,0 6 0,3-6-727,-2 1 412,2-1 1,2 5 50,-1 1 1,7-6-120,4 0 1,0 1 352,0 4 0,2-4 307,-3-1 0,4 1 19,1 4 1,6-2 274,4-2 1,2 3-167,3-4 1,-1-1 196,0 1 0,2-4-117,3 5 0,-2-7-64,7 2 1,-1-4-115,6-1 0,-1 0-30,1 0 0,-1-6-150,1-4 1,-6-1 50,1 2 1,-7-4-98,2 4 0,0-4 185,-4-1 0,0 0 157,-10-1 0,5 1-30,-6 0 0,1 0-35,-5 0 0,0 4 130,0 1 1,0 4 170,0-5-31,-6 7-521,-2-3 1,-6 6-299,-1 0 1,6 6 174,-1 4 0,6 2-170,-6 3 1,7 0 201,-2 4 1,4-3 117,1 3 1,0-3-13,0-2 0,1 0 4,4 0 1,0 1 232,9-1 1,-3-6-33,8-3 1,2-4 79,-2-1 1,6 0-101,-2 0 1,3-6-78,-3-4 0,3-2 86,-7-3 0,4 0-72,-4-4 0,-4 3-39,-6-3 1,-1-3 50,1-2 1,-2-3-3,-7-1 1,0-1-59,0 1 0,0 0-75,0-1 0,-2 7 77,-3 3 0,4 8-17,-4 2 0,2 5-729,-2 0 449,4 2 0,-6 8-67,7 4 0,0 9 459,0 5 0,0 2 507,0 3 0,5-1-268,0 1 1,1-2 246,-1-4 1,-4 2-386,4-6 1,1 0 74,-1-4-1068,6-1 1,-3-2 211,6-2 0,-4-4-153,-1-6 0,1 0-70,4 0 0,0-1-342,0-4 1,1-3 425,-1-6 732,-6-7 0,-27-12 0,-13-6 0,-3-7 0,-1 0 0</inkml:trace>
  <inkml:trace contextRef="#ctx0" brushRef="#br0">8517 9255 7798,'-8'0'420,"2"0"1,7 0 600,4 0 1,9-2-519,10-2 1,6-3 13,8-2 0,1-4-943,13 4 1,-6-2-309,2 1 0,-10-1-625,-5 6 0,-3 1 1359,-2 4 0,-18 0 0,-6 0 0</inkml:trace>
  <inkml:trace contextRef="#ctx0" brushRef="#br0">9455 9198 7798,'0'-14'0,"0"4"1166,0 1 1664,0 6-1115,0-10 1,-6 7-820,-4-4 1,-7 4-352,-2 6 0,-8 0-331,-1 0 1,-1 6-292,-4 4 1,3 2 114,2 3 1,6 0-131,3 4 0,3 2-327,2 3 0,6-2 69,3-3 1,3-2-269,2 7 1,8-7 338,7 2 0,0-3 123,9-2 1,-5 0 92,5 0 0,-7-4 224,2-1 0,-3-5-135,-2 0 1,-4-2 189,-1-2 331,-6 6-40,3-4 1,-9 4-250,-6-6 0,-2 0-398,-13 0 1,0 0-377,-4 0 1,4 0 330,1 0 0,0 0-57,0 0 1,2 0 79,7 0 0,0-5 33,0 1 0,4-1-2,1 5-164,5 0-18,-2 0 1,8 0 296,2 0 0,4 0 256,7 0 1,0 0-194,4 0 0,-1 0-112,5 0 0,-4 0-304,5 0 0,1 0 114,9 0 0,-8-2 49,8-2 1,-6 0 63,10-5 1,-7-1 197,3-4 0,-4 0 12,-2 0 1,-1 0 136,-3-1 0,-4 1-33,-6 0 0,-6 0 270,-3 0 0,-3 4 400,-2 1 334,0 5-486,0-2-355,-7 6 0,1 2-458,-3 2 0,-3 4 100,8 7 0,-1-1 179,5 0 1,-5 5-48,0 0 1,1 5-30,4-5 0,1-1-64,4-3 0,-2 4-186,7 0 0,-1-2-68,5-8 0,1 3-302,-1-8 1,0 6 92,0-6 0,1 1 138,-1-5 0,0-6-52,0-4 0,-4-2 129,-1-2 0,-1-1 210,1 1 1,3-5-30,-8 0 1,3 2 329,-3 7 1,-2-2 693,3 2-505,-4 4-39,-1-7-121,0 12-14,0 1 0,0 8-92,0 6 1,0 0 482,0 0-532,0 0 1,2 1-189,3-1 1,-2-1-417,6-4 0,1 2 249,4-6 0,2 4-133,3-4 0,-4 0 25,4-5 1,2 0-181,-2 0 0,5-5 275,-5 0 0,0-6 152,-5 2 0,0-5-27,0-5 0,-1 3 359,-4-3 1,-2-2 9,-7 2 0,0-1-47,0 1 1,-2 5 33,-3-1 1,2 3-85,-6 7 1,1-1 85,-2 1-224,-2 3 1,5-2-123,-2 8 0,1 0 173,3 5 1,4 1 1,-4 4 0,3-5-68,2 1 1,7-2 29,2 1 0,4 2-117,1-6 0,0 4-84,0-4 0,7 0-163,3-5 0,-4 0 123,-1 0 1,2 0-41,-2 0 0,4 0 165,-4 0 1,0-5 245,-5 0 106,1 1-128,-1-3 33,-6 6 58,-2-6 20,-6 7 0,0 7-46,0 2 1,0 4 86,0 1 0,0 5-67,0 0 0,0 0-45,0-5 0,0 5-215,0 0 1,2 0 127,2-5 0,0-1-395,5-4 0,-4 2 25,4-6 1,1 0-132,4-5 0,-5 0 198,1 0 0,-1-6 29,6-4 1,-1-3-13,0-1 0,0-2 28,0-3 1,1-3-182,-1-6 1,-1-1 52,-4 1 1,2-5-80,-6 0 1,4-5-9,-4 5 1,0-2-41,-5 2 0,-2 4 231,-3 1 1,2 6 5,-6 8 0,1 4 125,-2 1 0,3 5 503,2 0-96,3 2 0,-4 4-184,6 2 1,0 6 589,0 9 0,1-2-155,4 7 0,2 0 35,2 4 0,2-1-286,-6-3 1,6 2-98,-2-2 0,2 3-122,-1 1 0,3-5-99,-4-5 0,4 3-123,1-2 1,0-2 92,0-7 1,1-4-506,-1-6 0,2 0 41,2 0 1,0-1-116,6-4 1,-5-5 176,4-9 1,1 2-125,4-7 1,-1 1 169,-3-6 1,1 2-15,-6 4 0,5-3 234,-5 7 0,0-3-222,-5 8 372,0-3 1,-4 15 114,-1-3 110,-6 4-184,4 1 0,-7 1 307,0 4-259,0-3 1,0 6 113,0-4 120,0-2-205,-7 4 1,-1-4-265,-6 3 1,0-4 39,0 4 1,0-4-103,-1-1 1,6 5 148,-1 0 1,1 4-24,-5-4 0,1 6 66,4-1 0,-4 1 81,3-2 0,4 9 280,1-4 0,4 3-134,1-3 0,0 5 13,0 0 0,1 0-191,4-5 1,3 1-132,6-1 0,0-1-13,1-4 0,4 2-275,0-6 1,6 0 139,-1-5 0,-2-2-30,1-3 0,-1-4-8,2-10 1,1 1 128,-6-5 0,5 1-7,-5-2 1,0-4 3,-5-1 1,-1 1 24,-4-6 0,-2 4 74,-7 2 1,0 4 276,0 1 87,0 5 1,-7 2-162,-2 7 0,1 6 26,-2-2 0,6 5-119,-6 5 0,6 3 132,-6 6 1,7 6 49,-2 4 0,2-2 248,-2 2 0,4-2-189,-4 2 0,3 1-120,2-6 0,0 5-285,0-5 1,5 0-4,0-5 0,1 0-97,-1 0-63,3-6-563,6 5 635,0-12 0,0 4-65,1-10 0,-6 2 91,1-6 1,-2-1-139,1-4 323,4 0-212,-5 0 102,6-1 1,0 8 128,0 2 1,-4 3 158,-1 2 0,-1 2 44,2 3 1,2 2 196,-2 8 1,2-1-128,3 0 1,0 0 37,4 0 1,-3 1-217,3-1 1,-3-1-104,-2-4 0,2-1-210,3-3 1,-3-4 165,3 4 0,-5-5-106,-5-5 1,4 2-169,-4-6 0,-1-1-405,2-4 1,-7 0-284,2-1 0,-4 1-800,-1 0 0,0 0-1169,0 0 2915,-6-1 0,-59-24 0,22 16 0,1 0 0</inkml:trace>
  <inkml:trace contextRef="#ctx0" brushRef="#br0">10678 9198 7872,'-35'0'1376,"7"0"291,6 0 0,15-2-821,7-2 1,10-3 76,14-2 1,6-4-511,12 4 1,6 1-185,-1-2 0,-1 7-413,-8-1 0,1 2-471,-6 2 0,4 0-1148,-9 0 0,2 0 352,-11 0-973,0 0 2424,-11 6 0,-21 8 0,-10 9 0</inkml:trace>
  <inkml:trace contextRef="#ctx0" brushRef="#br0">11716 9411 7774,'0'-14'895,"0"0"214,0 0 0,0-1 35,0 1-28,0 6-66,0 2-405,0 6 1,0 2-62,0 2 0,-5 4-203,0 6 1,-4 1-69,4-1 1,-4 5-179,4 0 1,-1 1-90,1-1 0,3-3-176,-2 3 0,0-3-401,0-2 1,2-5-215,-3 1-673,4-1 680,1-1 1,6-1 333,4-7 1,2-7 225,2-2 0,5-4 128,0-1 0,5 0 179,-5 0 1,0-5 13,-5 0 0,0 4 703,1 6-457,-1-1-174,0 3 0,0 0-145,0 7 1,-4 0 84,-1 0 1,-4 5 110,5 0 1,-2 6-148,1-2 0,4-1-31,-4 2 1,5-2-157,5 1 0,-3 2-231,3-6 0,2 0 144,-2-5 0,4 0-41,-4 0 1,6-2-9,-1-3 0,-2-3 191,2-6 0,-7 5 181,2-1 1,-3 2 45,-2-1 1,-6-4 319,-3 4 0,-3 1-206,-2-2 1,0 6 636,0-6-389,0 7-536,-7-10 0,-1 12-290,-6-4 20,0 3 0,0 2-736,-1 0 593,1 0 0,2 2-293,2 3 1,-1 3 321,6 6 0,-1 0 87,1 0 0,4 2 248,-4 3 1,3 2 383,2 2 0,0 4 38,0-3 0,2 3 24,3 1 0,-4 1 306,4-1 0,-3-4-263,-2-1 1,0-4 115,0 5 0,0-7-303,0 2 1,-2-3-123,-3-2 1,2-1 120,-6-4-301,-1 4-9,-4-11-40,0 4 0,1-8-197,4-2 1,2-4-291,7-6 1,0-2-526,0-3 1,2-5 300,3-9 0,-2 3-316,6-3 0,1 3 165,4 1 1,5 1-397,0-1 1,5 7 1315,-5 3 0,44 4 0,6 0 0</inkml:trace>
  <inkml:trace contextRef="#ctx0" brushRef="#br0">13351 9298 7741,'0'-15'1476,"0"1"2019,0 6-2814,0-4 0,0 8 262,0-5-540,0 6 0,-5-2-166,0 10 0,1 0-40,4 9 0,-2-2-56,-3 12 1,4-5-107,-4 5 1,3-1 101,2 6 1,0-2-145,0-4 1,0-1-310,0-3 1,0-6-23,0 6 0,5-11-219,0 6 1,6-9 303,-2 0 1,4-4-23,1-1 0,-4-1 3,-1-4 0,1-3-30,4-6 1,0 0 77,0-1 1,-6 1 255,-3 0 380,3 0-220,-6-1-22,4 1-287,-6 6-377,0 2 483,0 6 1,0 2-15,0 2 1,0 0-80,0 5 1,0-4-86,0 4 0,1-6-68,4 2 0,3-3 107,6-2 0,2 0 182,3 0 0,5 0 6,9 0 1,3-7 197,7-2 0,-2-2-95,-3 1 1,1-1 68,-5 7 0,-1-6 64,-5 5 1,-6 1 662,-3 4-61,-3 0-69,-8 6-426,-2 2 0,-7 6-155,-4 0 0,-3 0-26,-6 1 1,-2-6-139,-3 1 1,2-2-158,-7 1 0,5 2-426,-5-6 0,7 0-743,-2-5 1,3 4-2672,2 1 3935,0 0 0,19-43 0,4-10 0</inkml:trace>
  <inkml:trace contextRef="#ctx0" brushRef="#br0">15043 9411 7800,'-2'-14'620,"-3"0"181,4 6 0,-7-3 263,3 6-4,4-6-448,-12 10 0,10-6-14,-7 7-545,1 0 0,-5 5 59,0 0 1,4 6-161,1-2 0,1 9 117,-2 1 1,-1 1-57,6-1 1,-1-2-80,1 7 0,4-7-203,-4 2 0,3-3-158,2-2 1,0 1 79,0-1 1,7-1-183,2-4 1,9-3 196,1-6 0,6 0 89,-1 0 0,2-1 187,3-4 0,-1-3 351,1-6 0,-6-2 155,1-3 1,-7 3-238,2-3 0,-8 4 95,-1 0 1,-7 1 81,2 0 1,-4 4 691,-1 1-474,0 6-219,0-4-410,0 7 1,-1 0-301,-4 0 1,4 2 17,-4 3 0,-2-2-21,3 6 185,-1 1 0,0 4-256,1 0 120,-1-6 75,5 5 1,0-10-409,0 7 538,0-7 1,6 3-24,4-6 0,2 0 55,2 0 0,5-5-22,0 1 1,0-6 125,-4 5 1,3-4-19,1 4 1,0 0 226,-4 5 1,-6-4 89,1-1-102,-1 0 1,4 7 540,-4 2-522,4 4 0,-12 11 65,4 0 0,-3 0-122,-2-5 1,0 1-39,0-1 0,4 0-65,1 0 1,0 1-126,-5-1 1,0-5-91,0 1-606,6-1 232,2-1 0,6 3-78,1-6 413,-1 0 1,0-5 84,0 0 1,0-7 160,1-2 1,-1 1-135,0-2 1,-4 1 147,-1-5 1,1-2-95,4-3 1,-5 3-25,1-3 1,-6 3-244,6 2 187,-7 0 167,3 0-89,-6 0 6,0 6-222,0 1-7,0 7 1,0 2 241,0 3 120,0-4 1,0 12 190,0-4-226,-6-2-111,4 5 1,-4-9-226,6 7-102,0-7 1,0 5-395,0-3-728,0-4 435,0 6-394,0-7-336,0 6 882,0-4 837,0 4 0,0-6 0,0 0 0</inkml:trace>
  <inkml:trace contextRef="#ctx0" brushRef="#br0">15242 9411 7800,'0'-14'347,"0"0"1,-5-2 508,0-3 1,1 8 494,4-3 562,0 9-850,0-1-523,0 6 0,0 1-406,0 4 0,0 0 85,0 9 1,0-3 173,0 8 1,0 3-15,0 2 1,0-2-113,0 2 1,0-5-130,0 4 1,0-5-91,0 1 0,0-4 30,0 0 1,0-1-155,0 0 1,0 0-179,0 1 151,0-8-2198,0 6-91,0-11-793,0 4 2256,0-6 1,1 0-1051,4 0 1979,-3-6 0,10-72 0,-8 28 0,0-1 0</inkml:trace>
  <inkml:trace contextRef="#ctx0" brushRef="#br0">15327 9056 12425,'-8'0'2894,"0"0"-2562,4 0 0,0 0-109,-5 0 1,4 0 173,-4 0 1,4 5 246,-4-1 0,5 3-762,0-3 0,0-2-754,0 3 0,2-2-1473,-3 2 1114,4-4-997,1 6 1147,0-7 1,6 1 1080,4 4 0,20 19 0,9 10 0,4 5 0,-1 0 0</inkml:trace>
  <inkml:trace contextRef="#ctx0" brushRef="#br0">15668 9425 7916,'0'-14'0,"0"5"1208,0-1 1,0 6-375,0-6 0,0 5-232,0-4 0,-1 6 317,-4-2-390,3 3 0,-5 2-175,2 0-380,3 0 1,-9 2 35,6 3 1,-6 4 88,2 10 0,1-1 112,-1 5 0,4-4-130,-5 5 0,7-2-215,-2 2 0,4 1 3,1-6 0,0 1-126,0-1 0,0-3 112,0 3 0,1-8-162,4-1 1,3-7 186,6 2 0,5-4 38,0-1 0,0 0 180,-5 0 0,2-1-62,3-4 1,-3-1 98,3-4 1,-8-3 16,-2 4 0,-5 1 621,0-1-157,4-1 224,-6-4-874,4 0 77,-6-1 0,-1 3-771,-4 2-192,3 4 118,-10 6 0,8 0 221,-5 0 1,4 0-303,-4 0 1,4 0 196,-4 0 0,4 0-1067,-5 0 715,7 6 343,-9 2 902,10 0 1,-9 0 624,6-3 889,0-4-913,5 6 727,0-7 16,0 0-676,0-7 0,0-1-287,0-6 1,2 0-200,3 0 0,-2-5-107,6 0 1,-4-6-104,5 1 1,-6 2-119,6-2 0,-7 7 135,2-2 1,1 3 54,-1 2-970,-1 6 264,-4-5 0,0 13-272,0 0 0,-4 2 365,-1 7 1,-4 1-90,4 4 1,-5 0 88,6 0 1,-6 1 95,5-1 1,1-5-249,4 1 23,-7-1 452,6 5 0,-4-4 144,10-1 1,-2-5 735,6 0-562,1-2 0,4-2 114,0 0 0,-4 1 248,-1 4 146,1-3-427,4 4 0,-1-4-84,-4 2 0,2 0-19,-6 5 1,1-4-2,-1 4 0,-4 1-183,4 4 0,-2-5 71,2 1 0,-3-1-142,2 6 1,-2-6-63,-2 1 0,2-6-109,2 6 0,-2-5 17,3 4 1,-2-6-234,2 2 1,-2-3 185,6-2 1,-4 0 26,4 0 0,-4 0 17,5 0 0,-1-2 117,5-3 0,1-3 115,-1-6 0,0 0-211,0 0 0,0-2-69,1-3 1,4 2 67,0-7 1,4 2-143,-4-2 1,5 3 42,-5 7 1,1 0 86,-1 0 1,-3 4 35,3 1 0,-8 6-121,-1-2-39,-7 3 257,9 2 0,-10 2 435,3 3-189,-4-4 0,-1 7 597,0-3 355,-6-3-410,4 4-59,-4-6-433,6 0-279,-6 0 1,-2 1 11,-6 4 1,4-3-209,1 2 1,-1-2 115,-4-2 0,0 6-64,0 4 1,-1-2 30,1 1 1,0 1-51,0 4 0,1 0 10,4 0 1,-2 1 107,6-1 0,0 0 16,5 0 0,0 0 38,0 1 0,6-6-6,4 1 1,7-6-106,2 6 0,6-7-140,-1 2 0,-2-4 115,2-1 0,0-1-139,4-4 0,-1-3 349,-3-6 1,1 4-31,-6 1 1,0-1 56,-5-4 1,-1 0 21,-4 0 0,2 0 305,-6-1 1,0 6 214,-5-1-252,0 7 1,0-5-21,0 4-402,0 2 0,-2-4-390,-3 6 0,4 6 293,-4 3 1,3 4 124,2 1 0,0 1-40,0-1 1,0 0 225,0 0-403,0 0 0,0 1-126,0-1 0,7-5 53,2 1 1,4-7-179,1 2 0,0 1 98,1-1 0,-1 0 130,0-5 0,5-5 129,0 0 0,0-6 75,-5 2 0,0-4 420,1-1 1,-1-1-175,0 1 1,-5 5 648,1-1-626,-7 1 0,3-1 224,-6 1-1155,0 6 545,0-4 1,0 9 133,0 3 0,0 3 38,0 6 0,0 0 183,0 0 1,2 0-196,3 1 1,-2-3 177,6-2 0,-4 2-191,5-2 1,-1-4-74,5-1 1,1 1-92,-1-1 0,5 0 88,0-5 0,1-2 78,-1-3 1,-3 2 34,3-6 1,-5-1 142,-4-4 0,2 0-113,-2 0 1,-2-2 130,1-3 0,-6 3-112,2-3 1,-2 3-32,2 2 1,-4 0-198,4 0-27,-3 6 0,-2 0-244,0 3 0,-2 4 163,-3-4 0,4 5-206,-4 5 385,4 2 1,-4 8 469,0-1-376,0 0 1,5 0 144,0 1 1,2-6-18,3 1 1,-2-6-88,6 6 1,1-7-9,4 2 0,0-4-7,0-1 1,1 0-29,-1 0 1,2 0 48,3 0 0,-4-1 154,4-4 1,-3-3-108,-2-6 1,1 4 156,-1 1 0,-5-5-142,1-5 0,-5-5-180,4 5 0,-6-8-248,2-1 0,-4-2 76,-1-8 1,0 1-130,0 0 0,0 2 109,0 6 0,0 7-107,0 3-185,0 10 217,0 3 1,0 7 66,0 4 1,0 9 443,0 10 0,0 7 623,0 3 1,0 3-271,0-3 0,0 3 382,0-3 0,0-1-483,0-5 0,0 1 4,0-1 1,2-6-394,3-3 0,-2 2 12,6-2 0,1-5-1245,4-5 0,0-5-197,1 0 1,0-2-835,4-2 1,-3-2 1145,3-2 1,-5 0 1055,-4-5 0,-17-38 0,-8-15 0</inkml:trace>
  <inkml:trace contextRef="#ctx0" brushRef="#br0">17133 9397 7916,'0'-8'2018,"0"2"0,0 4-1387,0-2 1,6 2-79,4-3 1,9-1-279,4 1 0,9-4-263,1 4 1,5-5 164,-5 6 1,0-6-430,-4 5 0,-1 1-1418,1 4 1670,-7 0 0,-33 0 0,-15 0 0</inkml:trace>
  <inkml:trace contextRef="#ctx0" brushRef="#br0">18540 9354 7704,'-12'-14'775,"2"2"183,-9 2 0,-3 2-480,-2 3 0,-4 4-20,-5-4 0,3 8-164,-3 2 0,3 6 56,1-1 0,7-3-190,3 3 1,5-1-13,4 6 1,4 0-90,6 4 1,2-1-11,2 5 0,6-4-109,9 5 1,3-5 37,6 5 0,1-7-128,-1 2 0,-1 2 80,-3-2 1,-4-5-204,-5-5 82,-7 1-31,-2 4 0,-8-6 50,-2-3 0,-6-4-17,-9-1 1,-3-1-218,-6-4 1,1 2 65,3-7 0,-3 5-52,3-4 1,4 1 323,1-1 0,3-2-61,2 6 0,4-5 403,1 6 0,4-1 186,-4 5 217,6 0-335,-4 0 245,7 0-150,0 0 0,2 5 170,3-1 0,-2 6-223,6-5 0,2-1 18,8-4 1,-3 5-603,3 0 1,3 0-86,2-5 1,3 0-274,1 0 1,1 0 313,-1 0 0,0-7-138,1-2 0,-1 1 50,1-2 1,-1 1-93,1-5 1,-7-1 418,-3 1 1,-4 3-226,0-3 654,-1 3 1,-6-10-60,-3 7 778,-4 6-807,-7-4 0,-2 10-185,-6-3 1,4 8 2,1 2 1,4 11-111,-4-2 1,5 8 172,0-3 1,2 5 107,2-5 0,0 6-167,0-1 1,0-4 153,0-1 1,2-3-538,2-2 1,3 1 12,2-1 1,4-2-124,-4-2 1,4-4 150,1-6 0,5 0-59,0 0 0,0-1-30,-5-4 1,0-3-170,1-6 1,2-5 181,-3 0 0,4-2 159,-9 2 0,2 2 307,-1-7 0,-2 5 30,-4-4 0,-2 5 142,3-1 1,-4 8 8,-1 2 173,0 6-130,0-10-158,0 11 0,-5-2-74,1 8-286,-1-2 1,3 9 459,-2-6-288,2 6 1,-4-8 98,6 7-135,0-7 1,0 5 45,0-4 97,0-2 70,0 4-70,-7-6-146,6 0 1,-5 2-102,6 3 117,0-4 64,0 5 83,0-6 14,0 0-396,0-6-129,0 5 164,0-6 322,0 7-100,0 0 0,4 2 261,1 3-221,0-4-72,-5 12 0,4-5-111,1 6 1,2-5-150,-3 1 0,3-5 181,2 4 0,4-4 24,-4 4 0,4-6-788,1 2 1,0-2 304,0 2 0,1-3 226,-1 2 1,2-2 138,3-2 0,-4-5 173,4 0 0,-4-6-3,-6 2 0,4-2 246,-4 1 1,-2-2-115,-3 2 0,-2-2-11,-2-3 0,0 1 98,0 0-243,0 0 1,-2 1-9,-2 4 0,0 1-36,-5 3 0,4 3-132,-4-2 1,4 2 82,-5 2 1,3 2-75,-3 2 1,2-2-203,3 3 135,4 3-471,-5-7 467,6 12 1,6-10 134,3 7 1,6-7-40,4 1 1,-2-2 10,7-2 0,-5 0 269,4 0 1,-1 0-80,2 0 1,1-5 230,-6 1 1,0-1 108,-5 5 57,1 0-140,-1 0 259,-6 0-385,-2 0 0,-6 6 147,0 4 1,0 2-230,0 2 1,-5 1 1,1-1 1,-6 0-115,5 0 0,1-4 56,4-1 1,0 1-80,0 4 0,0-5-5,0 1 0,1-7-206,4 2 0,1-2 52,4 2 0,2-4-97,-2 4 0,3-3 15,1-2 0,0-2 143,0-3 0,0 2 77,1-6 1,-1 1-103,0-2 0,0-4 21,1 0 1,-3 0-36,-2-5 0,-2-3-128,-4-2 0,-2-3 63,3-1 1,-4-6-194,-1 1 1,0-6 277,0 1 0,0 3-65,0 2 0,0 9 901,0 5-562,0 10 0,-1 2-2,-4 7 1,3 2-33,-2 3 0,2 4 114,2 10 0,0 2 182,0 2 1,-5 6 217,0-1 1,1 1-37,4 4 1,0-5-236,0-4 1,0 3-289,0-3 0,1-2-40,4 1 0,-2-5-72,7 1 1,-1-3 97,5-2 0,2-2-114,3-2 1,2 1-255,2-6 0,4-1-332,-3-4 1,1-1 46,-1-4 0,3-3 203,-4-6 0,0 0 346,0 0 1,-4-2-56,5-3 0,-5 1 93,5-5 1,-7 4-123,2-5 0,-2 7 129,2-2 0,-8 3-52,4 2 5,-4 6 1,-2 1 150,1 7 1,-6 5-95,6 0 1,-7 6 80,2-2 0,-4-1-24,-1 2 0,0-5 233,0 4 0,0-6 395,0 4-558,0-7 0,-6 0-74,-4 0 0,1 0-299,-5 0 1,3 0 94,-8 0 0,3 0-14,2 0 0,-2 0 64,-3 0 1,3 6 11,-3 3 1,3-1 84,2 2 1,5-1 153,-1 5 0,5 1-154,-4-1 1,6 0 55,-2 0 0,5 1 36,5-1 1,3 0 90,6 0 0,7-4-280,2-1 0,4-6 108,1 2 0,1-3-201,-1-2 1,6 0 13,-1 0 1,1-7 105,0-2 0,-4-4-29,3-1 0,2-5-15,-2 0 0,-5-6 32,-4 1 1,-7-3 19,2-1 1,-5-1-159,-4 1 0,-4-2 101,-6-3 0,-1 4-65,-4 1 0,-3 6 123,-6 8 1,0 1 92,-1 3 1,1 4-72,0 6 1,0 2 118,0 2 0,-1 6-63,1 9 0,5-2 85,-1 7 1,7-5 577,-2 5 0,-1-1-317,1 6 0,0-2 139,5-4 0,0 3-207,0-8 0,0 3-180,0-2-166,0-3-541,0 4 453,7-5 0,1-8-41,6-2 0,0-5-169,0-5 1,1-2 93,-1-8 0,2 1-67,2 0 0,-2 0 77,3-1 0,-3 3 126,-2 2 0,0-1 76,1 7 1,-1-1 166,0 5 1,5 0-45,0 0 0,0 0 118,-5 0 0,5 1 265,0 4 1,6-2-200,-1 7 1,-2-2 139,2 1 0,4 2-169,6-6 0,3 1-184,-3-1 0,5-3 11,-1 2 1,-2-4-186,2-4 0,-1-4 115,1-7 1,-8 6-110,-7-1 0,-7 1 9,-2-5 0,-1 0 47,-8-1 0,-1 1 5,-4 0 1,-6 0-43,-3-1 1,-9 3-88,-1 2 1,-1 4 108,1 6 0,3 0-22,-3 0 1,3 0 86,2 0 1,0 0-7,0 0 1,1 6 28,3 4 0,-1-1-75,7 6 0,-1-4 413,5 8 1,-2-2 6,-2 2 1,2-2 151,-3 7 0,4-5-147,1 5 0,0-5 24,0 4 1,0-5-156,0 1 1,0 1-49,0-1 1,-5 0-79,0-5 1,-1-1 83,1-4 0,2 2-261,-7-6-34,1 0-128,-5-5 221,0 0 0,1-2-65,3-2 0,4 0-35,6-5 0,0-1-204,0-4 0,2-5-426,2 0 0,9-6 347,6 1 0,5 2-196,-5-1 1,1 4-166,-1-5 1,-3 5-307,3-5 0,-3 8 77,-2 2 0,0 0-2041,0 5 3019,1-4 0,-77-27 0,22 18 0,-1-1 0</inkml:trace>
  <inkml:trace contextRef="#ctx0" brushRef="#br0">20517 9383 7781,'0'-14'79,"1"-1"-168,4 1 0,4 6 79,10 4 1,4-3-312,5 2 1,0 1 320,1 4 0,18-11 0,10-4 0,5 0 0,-1-1 0</inkml:trace>
  <inkml:trace contextRef="#ctx0" brushRef="#br0">21654 8899 7878,'0'-14'496,"0"0"0,0 5 713,0-1 1,2 2-440,2-1 0,4 2 180,6 7 0,2 2-317,3 3 0,-1 7 175,5 7 1,-5 8-339,1 2 0,-4 1-187,0 8 0,-6-5-46,1 5 1,-7 1-2,2 8 1,-5 2-14,-5 4 1,-5 2-2,-9-3 0,-3-1 0,-6 1 0,-1-11-83,1 1 1,-2-8-109,-3-1 1,3-5-348,-3-4 1,3-5 217,1-10 1,1 2-1252,-1-6 1,7 0 241,3-5 0,3 0-183,2 0 0,5-2 414,-1-3 876,1 4 0,-18-75 0,12 33 0,0-1 0</inkml:trace>
  <inkml:trace contextRef="#ctx0" brushRef="#br0">5943 6070 8382,'8'-14'-267,"-3"0"0,1 5-41,-1-1 531,0 7 146,1-10-11,-4 5-21,4-6-82,-6 0 1,0 4 288,0 1-176,0 6-114,0-4 35,0 7-11,0 0-250,-6 0 1,-2 0 90,-6 0 0,3 0-33,-4 0 0,4 0-109,-8 0 0,-3 0 124,-1 0 1,0 0-138,0 0 1,-3 5-4,-7 0 1,3 0 36,-3-5 0,3 4-11,2 1 1,6 1-13,3-1 1,3-2 35,2 7 1,1-5-20,3 4 0,3-4-32,2 4 0,3-4 63,-2 5 99,2-1 1,0 5-42,-2 0 1,2 1 11,-3-1 0,-1 2-34,1 3 1,-6-2 18,2 7 0,1-5-13,-2 4 0,2-1-3,-1 2 1,-2 3-2,6-3 1,-4 3 3,4 1 1,0 0 29,5 1 1,0-1-2,0 1 0,0-1 7,0 1 0,0-1-77,0 0 0,-5 1 6,1-1 1,-1 1 47,5-1 0,-5 1-7,0-1 0,-4 0-50,4 1 0,-1 4-13,1 0 1,4 0 0,-4-4 1,3-5 35,2-1 0,0 1-3,0 4 0,0-4 38,0 0 1,0-5 16,0 4 0,0-1-3,0 2 1,0 1 7,0-6 1,5 5-62,0-5 1,0 6 34,-5-1 0,0-2-33,0 2 0,0-5 4,0 4 1,-5 1-15,0 5 1,-6-6-21,2 1 1,1 0-2,-2 4 0,5 1 47,-4-1 0,4 0-4,-4 1 0,6-1 35,-2 1 0,3 4-46,2 0 1,-5 0-55,1-4 1,-1-6 8,5 1 0,0 0-10,0 4 0,-5-1 3,1-3 0,-3 1-8,2-6 0,2 6-4,-6-1 1,4-2-13,-4 2 0,4-5 14,-5 4 0,6 0 9,-6 0 1,7 2 5,-2-6 1,-1 5-9,1-5 0,-1 6-1,1-1 0,4-2-36,-4 2 1,2-5-96,-2 5 0,3-2 131,-2 1 1,2 3-7,2-7 0,-2 1 13,-2-1 1,2-2 2,-3 7 1,4-7 52,1 2 0,0 2-26,0-2 1,1 0 19,4-5 0,-3 5-32,2 0 0,4 0 10,2-5 0,-2 5-73,1 0 1,-4 2-14,4-2 0,-4-4 94,5 4 1,-6 2-40,6-2 1,-5 5 82,4-6 0,-4 1-2,4-4 1,-6-1 179,2 0 0,2-4-140,-3-1 0,6-4 48,-6 4 1,3-6-128,-2 2 0,-4-2 83,4 2-102,3-3 56,0 4 0,1-4-75,1 2 0,-6-2-107,6 3-81,-7-4 0,5-1-65,-3 0-15,-4 0 1,7 0-204,-3 0 98,-4-6 1,7 3-1076,-3-7 1,-2 7 64,7-2 1387,-7-3 0,22-18 0,-1-12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1593 3710 6606,'-8'-1'2270,"3"-4"-1264,4 4-105,-6-6-554,6 7 1,-7 0 85,3 0 1,3 2-197,-2 3 0,2-2 3,2 6 1,-5 1 14,1 4 1,-1 2-8,5 3 0,0-2-15,0 7 0,0-1-11,0 6 1,2-1-108,2 1 1,-2 1-24,3 3 0,1-3-183,-1 3 0,1-4-320,-1-6 1,-4 3 150,4-8 0,-3 1-381,-2-4-170,0-1-678,0-6 179,0-2 580,0-6 0,0-6 112,0-4 1,0-7-521,0-2 1138,0-6 0,10-20 0,5-8 0,1-9 0,-1 1 0</inkml:trace>
  <inkml:trace contextRef="#ctx0" brushRef="#br0">1650 3867 8059,'-7'-14'85,"4"-1"43,-6 1 0,1 0 147,-2 0 0,-2 0 474,2-1 0,2 1-225,-1 0 0,6 4 31,-2 1 0,5 1-407,5-1 1,3-2-13,6 6 0,11-5 59,4 6 0,4-1-4,0 5 0,-3-5-29,3 0 0,-3 1-54,-1 4 1,-7 4-207,-3 1 0,0 1 29,-5-1 0,-3 3-251,-11 6 653,0 0 1,-3 5-59,-7 0 1,-1 0-169,-13-4 0,1 4-182,-6-1 1,2 1-280,4-4 0,-4 0-92,3 4 0,4-3-455,1 3 1,-2-3-916,2-2-804,7 0 2620,5 1 0,39-14 0,7-2 0</inkml:trace>
  <inkml:trace contextRef="#ctx0" brushRef="#br0">2119 3924 8581,'-10'-8'2489,"1"3"-1892,-1 4 0,-9 1 85,1 0 1,-1 0-330,4 0 1,0 6-165,-4 3 0,3 6-72,-3 3 1,3-2-158,2 3 1,4 2 117,1-2 1,1 4-124,-2-4 1,3 2-578,2-2 0,3-3-31,-2 3-72,8-4 1,6-2 210,9-3 0,-3-4 106,2-6 0,0 0 195,1 0 1,-3-6 227,3-4 0,-4-3-34,0-1 1,-6-5 253,1 0 0,-3-4 61,3 4 0,1-7-145,-6 3 1,4 2 833,-4 2-339,0 3-141,-5 2-250,0 6 1,0 4 37,0 8 1,0 9-145,0 6 0,0 5-34,0-5 1,0 1 6,0-1 0,0-3-130,0 3 1,4-3-403,1-2 1,6-2 28,-1-2 1,2 1-153,3-6 0,0-1 196,4-4 1,-1-6-87,5-3 0,-4-6 148,5-4 1,0-3 260,4-6 0,-4-1 92,0 1 0,-1 0-84,6-1 1,-6 7 103,1 3 1,-7 3 76,2 2 0,-3 6 277,-2 3-283,1 4 1,-3 7 51,-2 4 0,1 2-93,-6 3 1,-1-6 123,-4 0 1,0-4 17,0 5-141,0-7 0,-1 3 413,-4-6-470,3 0 0,-10 0-244,2 0 1,2 0 144,-1 0 1,-1 0-109,-4 0 1,0 0 140,0 0 0,0 6-121,-1 4 0,1-2 85,0 1 1,0 1 9,-1 4 1,6 0-10,-1 0 0,7 1-58,-1-1 1,-3 0-86,3 0 1,0-4 74,9-1 0,3-1-150,6 2 1,2-4 79,3-6 0,-2 0 11,7 0 0,-2-2 125,2-2 1,1-4 139,-6-6 1,0-1 319,-5 1 0,-4-2-140,-1-3 0,-1 8 380,2-3-352,-4 3 0,-6 2 567,0-1-613,0 7 1,0-2-184,0 10 1,0 3 167,0 6 0,-5 7-43,0 2 0,1 3-123,4-3 1,0 4 57,0-3 1,0 3-157,0 1 1,0 0 46,0 1 0,0-5-126,0-1 0,-5-4-134,0 5-155,-6-7 1,3 2 40,-6-9 1,0 1 94,0-6 1,4-1 151,1-4 0,-1-1-41,-4-4 0,6-3 2,3-6 1,4 0-39,1-1 0,0-5-8,0-4 0,8 2 11,6-2 0,6 1-117,9-6 0,1-1 70,3-3 1,3 2 4,7-7 0,-5 6 106,0-1 0,-7-2 135,3 2 0,-6 1 114,-4 9 0,-5 2 93,-10 7-5,-2 0-84,-7-1 0,-2 8 93,-3 2 1,-4 3-179,-10 2 1,1 7 8,-5 2 0,1 5 62,-2 5 1,-1 2-13,6 2 1,0 3 75,4-7 0,3 1-92,2-1 0,4-3-43,6 3 0,0-3-32,0-2 0,3 0 16,7 0 0,-1-6-164,10-3 1,3-3-353,2-2 0,1 0-187,-1 0 1,3-2 648,-4-3 0,17-15 0,4-10 0</inkml:trace>
  <inkml:trace contextRef="#ctx0" brushRef="#br0">3356 4194 8040,'-6'8'-290,"4"4"1259,-4-10-459,6 4 0,6-12-30,3-4 1,-1-4-204,2-5 1,4-3-50,5-6 0,0-2-49,-5-3 0,5 1 29,0-6 1,5 0-154,-5-4 0,0-1 117,-5 0 1,0 2-253,0 3 0,-4-1 15,-1 6 0,-6 4-171,2 5 170,-3 7 81,-9-3 0,0 12-22,-8 3 0,1 3 5,0 2 0,0 7 71,-1 2 0,-4 5-27,1 5 1,-1 3 236,4 7 0,1-1-18,0 1 1,1 1 4,4 3 1,2-3-85,7 3 1,0 2 97,0-2 1,2 5-178,3-5 0,3-1-63,6-9 0,0 3 57,0-7 1,1-2-152,-1-8 0,0 3-146,0-8 1,2 1-165,3-5 0,-3-6-171,3-4 0,-3-2 210,-2-3 1,5-5 2,0-4 1,-5-3 136,-5-1 0,1 1-46,4 3 1,5-1 145,0 6 1,0 0 206,-5 5 1,0 1-162,1 4 0,4 2 182,-1 7 190,1 0 0,-4 2 100,-1 3 14,-6 3-300,4 6-50,-10 0 193,4-6 241,-6 5-186,0-12 106,-6 6-674,-2-7 1,-6-5 74,0 0 0,-1 0 52,1 5 0,0 0 93,0 0 1,-2 2-21,-3 3 1,3 1 58,-3 3 1,5 4-15,5-3 0,-4 4 43,3 5 0,3-4-33,-3 4 0,7 2-15,-2-2 1,4 1-45,1-1 1,6-4-8,3-1 0,4-1 58,1-9 0,7 1-266,2-5 0,0 0 28,0 0 1,1-6 36,4-4 1,-4-2 389,0-3 0,-7-4-102,2 0 1,-9-4-12,-6 4 1,3-7-6,-3 3 1,1 2 367,-5 2-371,-6 4 0,-2 2 33,-6 3 1,-5 4-69,0 6 0,0 5-105,5 0 1,-1 10-24,1 0 1,0 2 56,0-3 1,6 0-307,3 1 74,-3-1 1,8 0-103,0 0 0,8-4-44,11-1 0,3-6-198,7 2 0,-1-3 224,1-2 0,4-7-42,0-2 0,6-4 286,-1-1 0,-3 0 270,-2 0 0,2-1 41,-2 1 1,-4 0 50,-6 0 0,-5 4 266,1 1 1,-4 6-184,0-2 0,-6 3 132,1 2 1,-7 2 166,1 3 56,-2-4-294,-2 12-86,0-12-118,0 12-22,0-11 0,-2 4-11,-2-6 1,1 0-234,-7 0 0,5 0-338,-4 0 1,-1 0 209,-4 0 0,-2 0-111,-3 0 0,4 0 109,-4 0 1,-2 2 108,2 2 1,0-1 13,5 7 0,0-1-67,0 6 0,-1-1 25,1 0 1,6 0 201,4 0 0,2 1 67,2-1 1,2 0-280,2 0 0,4-4-224,6-1 1,1-6 113,-1 2 1,5-3-100,0-2 0,4-7 354,-4-2 1,5-4 99,-5-1 0,0-2 222,-5-3 1,-4 2-154,-1-7 0,-1 7 394,2-2 210,-4 3 520,-6 2-761,0 6-574,0 2 119,0 18 0,-2 3 55,-2 8 0,2-2 17,-3-7 0,4 0-68,1 0 0,1-1-125,4-3 0,-2 1-113,7-7 0,-1 6-242,5-5 1,1-1 88,-1-4 0,5-1-189,0-4 0,1-3 217,-1-6 0,2 0-27,2-1 0,3 1 57,-7 0 0,4 0 55,-4 0 0,5 1 177,-5 3 0,0 3 42,-5 2 0,0 3 208,1-2 0,-1 2 511,0 2-387,-6 0 0,-2 2 619,-6 2-277,0-2 290,0 4-486,0 0-416,0-4 172,0 4-307,-6-6 1,3-4-511,-7-1 1,5 0 227,-4 5 1,0 0-9,-6 0 1,1 5 156,0 0 1,0 6 130,-1-2 1,1 2-42,0-1 0,0 2 227,0-2 0,4 2-116,1 3 1,5-1 129,0 0 1,-3-4 23,3-1 0,0-1-119,9 1 1,3-2-52,6-7 1,2 0-26,3 0 1,-2 0-11,7 0 1,-5-7 41,5-2 0,-5-5-10,4-5 1,-5-3-29,1-7 0,-5-1-8,-5-3 1,3-3-98,-8-7 1,1 0 73,-5 1 1,0 4 57,0 0 1,-2 13-100,-2 1 47,2 13 0,-6 5 27,3 6 1,4 12-9,-4 7 1,4 6 157,1 4 0,-5 1 234,0 3 0,0-1-93,5 6 0,0-7-64,0 2 0,0-7-238,0-3 1,0-1-331,0 2 1,0-3-518,0-7 0,7-1 494,2-4 392,4 4 0,26-31 0,12-13 0,3 2 0,1 1 0</inkml:trace>
  <inkml:trace contextRef="#ctx0" brushRef="#br0">5261 3725 8219,'-9'-5'1780,"-1"0"-258,7-6 68,-3 10-601,6-6-124,0 7-510,0 0 0,4 7 170,1 2 1,0 5-84,-5 5 0,5-1-148,-1 5 0,1-1-179,-5 2 0,0 3-17,0-3 0,5-2-180,-1 1 1,3-5-70,-2 1 0,-2 0-421,6-5 0,1 2 156,4-11 1,5 4-188,0-4 1,4-2 283,-4-8 0,5-9-36,-5-10 0,6-3 226,-1-1 0,-3-5 4,-2 0 0,-4-4 185,0 9 0,-3-2 343,-2 11 523,-4 0-781,-6 11 0,-2 3-85,-2 10 1,1 9 404,-7 10 0,2 3-138,-1 1 0,-2-1 8,6-3 1,0 1-149,5-6 0,0 0-70,0-5-248,0 7-267,6-6 1,7 0 190,6-11 1,2-4-188,-2-4 0,-2-6-11,7-9 0,-5 2 88,4-7 1,-1 2 366,2-2 0,-3 4 29,-7 6 1,-5-1 46,1 1 0,-2 5 151,1-1 261,-3 7-216,-6 3 0,5 8 163,0 6 0,0 5 159,-5 0 1,0 2-177,0-2 0,0-4-158,0 4 0,0-3-143,0-2 0,0-4-15,0-1-485,0 1-1089,0-2 867,0-2 154,0-6 0,0-2-151,0-2 1,0-6 113,0-9 1,4 2 305,1-7 0,5 5 70,-6-4 1,7 5 237,-1-1 0,-2 3 133,1 2-83,1 0 0,4 1 122,0 4-119,0 3 0,1 7 189,-1 4 1,-1 3-117,-4 6 1,2 0-4,-6 0 1,4 5-240,-4 0 0,0 0-217,-5-4 0,4-1-154,1 0-469,0 0 263,-5 0 39,6-6 0,-3-3-41,7-10 0,-1-7 143,6-7 1,-6-7 233,1 3 1,-1 1 8,5-2 0,1 7 217,-1-2 0,-5 3-85,1 2 69,-1 6 0,5 1 11,1 7 1,-6 2 144,1 3 0,-7 4 377,1 10 1,0-3-147,0 3 0,0-3 18,5-2 0,-6 0-229,2 0 1,3-4-219,1-1 1,4-6-20,1 2 1,2-3-271,3-2 0,1-2 122,4-3 0,1-2-111,-6-8 1,5 0-127,-5-4 0,-5 3 144,-4-3 0,-2 3 99,1 2 0,-3 4 65,-6 1 358,0 6-209,0-4 87,-6 7 1,0 7-51,-4 2 0,-1 4 173,6 1 0,1 0 316,4 0 0,0 1-237,0-1 1,1-1 78,4-4 1,3 2-130,6-6 0,5 4-245,0-4 0,6 0-124,-1-5 0,-2-2-416,2-3 1,-7-1-179,2-3 0,-3-4-782,-2 4 1,-1-6-1163,-4-4 2589,-2 4 0,-45-31 0,-10 0 0</inkml:trace>
  <inkml:trace contextRef="#ctx0" brushRef="#br0">5474 3654 7997,'-14'0'138,"0"0"0,0-2 591,-1-3-381,1 4-79,0-6 1,4 7-666,1 0 396,0 0 0,-18 0 0,-3 0 0</inkml:trace>
  <inkml:trace contextRef="#ctx0" brushRef="#br0">4707 3710 7998,'7'8'2348,"1"-1"-1682,-3-7 0,3 0-154,6 0 0,4-7-115,5-2 0,7-4-171,13-1 1,4-5-630,1 0 0,2 0 403,-7 5 0,-29-13 0,-17-3 0</inkml:trace>
  <inkml:trace contextRef="#ctx0" brushRef="#br0">7436 3213 8294,'-4'-10'1173,"-1"1"-863,0 6 0,5-5 589,0 3-366,0 4-282,0-6 0,-1 3 241,-4-1-246,3 0 0,-4 7 40,6 2 0,0 0 31,0 5 0,0 0-190,0 6 1,-5-1 73,0 0 1,1 7 20,4 2 1,-5 4-62,0 2 0,0 4-158,5 0 0,-1 6 139,-4-1 0,4 10-199,-4 4 1,3-3 108,2-2 1,0 2-43,0-1 1,0 5 57,0-1 0,0-1-10,0 1 0,-1-6 45,-4 1 0,3-4-21,-2-5 1,2-3 72,2-7 1,0 0 9,0 1 1,0-5 127,0-1 0,2-10 112,2 1 91,4-3-305,6 3-275,1-6-31,-7-1 219,-2-7-368,-6 0 0,0-2-917,0-3 114,0 4 0,-2-10-143,-2 6 1,0-5 1209,-5 6 0,-1-64 0,-4-11 0</inkml:trace>
  <inkml:trace contextRef="#ctx0" brushRef="#br0">8005 3000 8224,'6'-8'506,"4"3"-194,-4-3 0,5 5 503,-6-7-66,0 7 409,-5-3-514,0 6-401,0 0 0,-2 5 44,-3-1 1,4 8-1,-4-3 0,2 8-157,-2 2 1,4 2 151,-4-2 0,3-2 0,2 7 0,0-2-122,0 2 1,0 1-136,0-6 1,0 1-49,0-1 1,0-3-422,0 3-337,0-3 35,0-2 0,0-4-1398,0-1 857,0-6 771,0-9 0,0-5-29,0-13 545,-6 1 0,-1-24 0,0-11 0,-4-3 0,0-1 0</inkml:trace>
  <inkml:trace contextRef="#ctx0" brushRef="#br0">7977 3000 8224,'7'0'1523,"6"0"1,-10 0-966,7 0 1,-1 1-30,5 4 0,1 3 182,-1 6 1,0 5-410,0 0 1,1 6-54,-1-1 0,5-2-263,0 2 1,0-5 135,-5 4 0,5-5-195,0 1 0,0-3 46,-5-2-10,0-6 0,0 3 31,1-7 0,-6 0 33,1-9 0,-6-3 189,6-6 0,-7-2 289,2-3 0,-4 2-49,-1-7 0,0-4-132,0-6 1,0-4-329,0 5 0,-4-1 37,-1 0 1,-2 4-224,3-3 0,2 5 129,-3 4 1,4 4-145,1 5-742,0 7 68,0 2 1,0 8-806,0 2 0,0 6 406,0 9 0,5-2 35,-1 7 1,3-2 1242,-3 2 0,11 34 0,7 4 0</inkml:trace>
  <inkml:trace contextRef="#ctx0" brushRef="#br0">8560 3042 8224,'-5'-14'0,"0"0"0,-6 0 565,2-1 0,-4 6 815,-1-1 1,4 7-63,1-1 0,-1 2-596,-4 2 1,5 2-280,-1 2 1,2 4-351,-1 6 1,-2 2-203,6 3 0,-5-1 151,6 5 0,-1-1-116,5 2 0,0 3 126,0-3 1,1-2-285,4 1 1,2-5-300,2 1 1,4-3 204,-4-2 0,5-5 67,5 1 0,-3-7 169,3 2 1,3-10-5,2-5 1,-4-7 252,-1-2 1,-4-6 382,-6 1 1,2 2-262,-6-2 1,0 1-129,-5-6 1,-2 5-337,-3 1 1,2 5-224,-6-1 1,-6 10-283,-4 4 1,-1 4 10,1 1 1,3 1-549,-3 4 0,3 4 325,2 10 0,2-3 900,2 3 0,16 22 0,10 5 0</inkml:trace>
  <inkml:trace contextRef="#ctx0" brushRef="#br0">9086 3057 8178,'-8'-7'0,"0"-1"480,3-6 1,2 5 722,-7-1 0,6 5-565,-6-4 1,5 1-15,-4-1 1,4 1-112,-4 3 1,4 3 211,-4-2-284,-1 2-273,-4 2 1,0 2-138,-1 2 1,7 4 40,4 6 0,-3 1-142,3-1 0,-1 0-81,5 0 0,0 5-215,0 0 1,6 0 112,4-5 1,1 1 1,-2-1 0,4 0-11,-4 0 1,4 0 138,1 1 0,-1-6-1,-4 1 290,4-1 549,-5 5 63,0 1 0,-3-3-396,-10-2 1,-8-4-218,-6-6 0,-6 5-6,1-1 1,2 1-115,-2-5 1,5 0 161,-4 0-656,5 0-1436,-2 0 1377,12 0 0,8 0 174,9 0 0,4 0 64,1 0 1,7 0 40,3 0 0,-2-5-70,1 1 0,-1-3-63,2 3 1,3 1 21,-3-7 1,1 1 55,-1-6 0,-2 1 419,-3 0 1,-3-5-130,3 0 0,-4-6 209,0 1 0,-3 2 31,-2-2 0,-4 1 185,-6-6 1,0 2-273,0 4 0,0 2 177,0 7 681,0 0-7,0-1 1,-2 7-607,-2 4 0,0 4-205,-5 4 0,4 9 318,-4 6 0,4 5-100,-4-5 0,1 6-198,-2-1 1,-1 3-144,6 1 0,1 0-211,4 1 1,0-5 119,0-1 0,0-4-180,0 5 0,0-7-176,0 2 0,6-8-408,3-1 1,4-7-82,1 2 0,5-4 297,0-1 0,5-6 174,-5-4 0,6-9 250,-1-4 1,-2 1 158,2-2 1,-2 2-167,1-2-1,3 4 139,-7 5 0,4 1 150,-4 0 1,0 4 216,-4 1 1,-1 6 894,0-2-880,0 4 1,0 1 392,1 0-502,-7 6 0,-2-3-151,-6 6 196,0-5-233,0 2 136,0-6-228,0 0 0,-6 0-86,-4 0 0,-3 0-227,-1 0 1,0 2 83,0 2 1,-2-1 182,-3 7 0,3-5 58,-3 4 0,-1 1-3,1 4 0,0 0 5,5 0 0,1 0-100,3 1 1,3-1-94,2 0 0,3 0-282,-2 1 1,4-3 160,4-2 1,6-2-257,9-4 0,-4-2 173,4 3 1,4-9-2,0 0 1,-1-9 254,2-1 0,-2 0 218,2-5 1,-4-2-146,-5 2 1,-1-4 142,0 4 0,-4 0 1359,-1 4-693,-6 1 325,4 6-598,-7 2 1,0 8 78,0 2 1,-5 6-158,0 9 0,0-3-132,5 2 0,0-2-181,0-2 1,0 1-266,0-1 1,7 0-92,2 0 1,4-4 176,1-1 0,5-6-476,0 2 1,6-3 234,-1-2 1,-2-8 37,2-6 0,-1-2 144,6-8 0,-7 5 217,-3-4 0,0-1-77,-5-5 0,2-1 160,-11-3 0,-1 3-70,-4-3 0,0 5 6,0 4 0,-1 2 147,-4 3 1,2 8 376,-7-3 183,7 9-629,-9-1 1,8 7-101,-5 4 1,4 3 283,-4 6 1,4 5 289,-5 0 1,7 6-178,-1-1 0,-3 3 41,3 1 1,-6-1-72,5-3 1,1 2-342,4-2 0,-5-2-181,0 2 1,0-2-90,5 2 1,7 1-317,2-6 0,4 0 180,1-5 0,7-1-353,2-4 0,-1-2 165,2-7 1,0-2 149,4-3 0,1-3 173,-1-6 0,0-6 111,1-4 1,-5-3 231,-1-1 0,-1-5-49,2-1 0,-5-4 89,-9 5 1,1 0 14,-7 5 0,1-4 146,-5 4 0,0 2 106,0 12 0,-1 2-114,-4 2 1,2 4-40,-7 6 1,5 0-162,-4 0 1,-1 1-138,-4 4 0,0 5 75,0 8 1,1 0-160,4 6 1,-2-6 248,6 6 1,-5-2 95,6 2 0,-1 1-219,5-6 1,0 5-16,0-5 1,1 5-80,4-5 1,3 4 49,6-4 0,2-1-14,3-9 1,-2 2-70,7-6 0,-5 0-257,5-5 0,-5 0 60,4 0 1,-5-7-13,1-2 1,-3-2-69,-2 1 0,-2-2-21,-2 2 0,1-3 120,-6-1 0,-1 5 139,-4-1 1,0 6 210,0-6-225,7 7 327,-6-10-212,12 5 1,-7-6 84,4 0 0,2 4 84,-2 1 1,-2 0-33,1-6 1,1 3 27,4 2 1,-6-2-134,-3 2 0,1 2 24,-1-1 194,-1 6 15,-4-10 1,-7 13-92,-8 0 1,1 1-60,-5 9 1,-1 4-11,1 5 0,0 5-2,4-5 0,3 4-81,2-4 0,4 2-273,6-2 0,0-2 93,0 7 0,6-7 233,4 2 0,4-8 11,5-1 0,-3-2 173,3 1 0,-3-2-151,-2-7 0,-5 4 433,1 1-292,-7 0 0,0-5-1789,-12 0 0,-7-5 798,-13 0 1,1 1-1813,-1 4 1,-4 0 370,0 0 2202,-6 0 0,-27-11 0,-12-4 0,19 5 0,0-1 0,0 1 0</inkml:trace>
  <inkml:trace contextRef="#ctx0" brushRef="#br0">9157 3156 8122,'0'-14'1218,"0"0"0,1 1-504,4 3 1,3-1 344,6 7 1,7-6-460,2 5 1,4-4-231,2 4 1,-1 1-755,0 4 0,4 0-769,-3 0 1,2 0 531,-7 0 1,-4 0 620,-1 0 0,-22 6 0,-6 2 0</inkml:trace>
  <inkml:trace contextRef="#ctx0" brushRef="#br0">10905 3312 8055,'7'-14'1091,"-6"5"1566,4-1-1139,-3 7 184,-2-10-41,0 12-1197,0-5 1,-8 12-213,-6 3 1,-1 4-98,-4 1 0,-1 2-102,1 3 1,0-3-243,5 3 1,-2 1-475,-3-1 0,8-1-1297,-3-9 1,7 4 865,-2-4 0,6-1 1094,-2 2 0,35-58 0,9-9 0</inkml:trace>
  <inkml:trace contextRef="#ctx0" brushRef="#br0">8147 4094 7361,'-6'-14'-1221,"3"0"1674,-7 0 0,6 4 802,-6 1 0,7 4 15,-2-4-143,4 5-83,-6-2-783,6 6 0,-6 6 61,7 4 0,2 4-132,3 5 1,-4 2-27,4 2 0,1 4-57,-1-3 1,1-2-138,-1 2 1,-2-5-71,7 4 0,-6-5-358,6 1 0,-5-4 74,4 0 0,1-6 195,4 1 1,-5-7-217,1 1 1,-1-4 149,6-4 1,-1-4 227,0-6 1,0-7-12,0-3 0,1-4 219,-1-5 1,0 3 18,0-3 1,-4 3 169,-1 1 1,-6 5 28,2 1-183,-3 5 1,-4-1-126,-3 10 1,2 4-44,-6 10 1,-1 3-163,-4 6 1,5 2 96,-1 3 1,5-2 22,-4 7 1,6-7-75,-2 2 0,3 2-113,2-2 0,0-5-407,0-5 1,7-1 264,2 2 0,9 1-29,1-6 0,6-1 73,-2-4 1,4-6 112,2-4 0,-6-2 160,1-2 1,-6 4 245,1 1 1,-4 1 168,0-2 497,-8-2-222,0 10-78,-7-4 0,0 7-157,0 4 1,0 3-72,0 6 1,-5 2-179,0 3 1,-4-3-53,4 3 1,0-2-75,5 2 0,0-3-196,0 3-629,0-3 26,0-2 0,7-5 371,2 1 0,4-7-52,1 2 0,0-10 127,0-5 0,5-2 65,0-2 1,0-5 110,-5 0 0,5-2 231,0 2 0,0 3-123,-4-3 1,-1 8 140,0 2 1,0-1 111,0-4 1,1 6-69,-1 4 0,-5-3-92,1 3 1,-1-1-55,6 5 0,-6 0 44,0 0-31,-5 0-4,8 6-8,-10-4-4,4 4 7,-6-6-198,0 0 93,-6 0 0,3 0 29,-7 0 0,5 5 27,-4-1 0,0 3 82,-6-2 0,1-2-40,0 6 1,0-4 3,-1 4 1,6 1 133,-1 4 1,3-4-97,-3-1 1,-1 0-27,6 6 1,-4-6-25,4 1 1,0-1 5,5 5 0,2-6-47,3-3 0,3-2-124,6 2 0,2-4 60,3 4 1,1-8-129,4-2 1,1-6 172,-6 2 1,5-4-21,-5-1 1,0-7 11,-5-2 1,0-4 31,0-2 1,-1-1 9,-4-3 1,-2 2 25,-7-7 1,0 5 126,0-5 1,0 11 231,0-2-43,-7 10 0,4 4 218,-6 5-383,6 7 1,-8 3-243,6 9 1,-5 9 212,6 1 0,-6 6 155,5-1 1,-4 3-106,4 1 1,0 0-53,5 1 1,0-5-124,0-1 1,0-1-75,0 2 1,2 1-347,3-6 0,-2 0 231,6-5 1,2-1-506,8-3 0,-1-4 190,5-6 0,-4 0 2,5 0 0,-5-2 244,5-2 1,-7-4 251,2-7 1,-3 1-102,-2 0 1,-4-2 100,-1-3 0,-4 2 340,4-7 0,-6 7-176,2-2 0,-3 8 549,-2 1-439,0 1-430,0 1 368,0 2-162,0 18 0,-2-2 32,-3 9 0,4-2-2,-4 2 0,4-3-185,1 3 1,1-3 61,4-2 0,-2 0-322,6 0 0,1-1 99,4-4 0,0 2-9,1-6 0,0 0 189,4-5 0,-1 0 123,5 0 1,-5-6-88,1-4 1,-3-4 146,-2-5 1,0 3 377,0-3 1,-4-1-212,-1 1 1,-6-2 348,2 2-7,-3 3-230,-2-4-423,0 12 1,-2 2-375,-3 6 0,2 0 309,-6 0 1,4 6-34,-5 3 1,6 9 20,-6 1 0,7 1 50,-2-1 0,4-3-172,1 3 0,0-3 12,0-2 1,1-1 65,4-4 0,3 2 130,6-6 1,7 0 178,2-5 0,0 0 61,0 0 0,-4-7 211,5-2 1,-7-5 7,2-5 0,-3 3-172,-2-3 0,-6-3 132,-3-2 0,1 2-253,-1-2 0,-2 7-279,-8-2 1,2 3 297,-6 2 1,-1 6 44,-4 3 0,-2 4-1329,-3 1 0,4 6-1704,-4 4 0,-2 7 1454,2 2 0,2 5 1363,7-5 0,4 31 0,6 4 0</inkml:trace>
  <inkml:trace contextRef="#ctx0" brushRef="#br0">10038 4094 7922,'0'-14'-68,"0"0"0,0 0 1405,0-1 277,0 1 0,0 0 12,0 0 41,-6 6-872,4-5-603,-10 12 1,4-6-317,-6 7 1,-1 2 184,1 3 0,-2 3-94,-3 6 0,4 0-180,-4 0 0,8 0-308,1 1 1,2 0 49,-1 4 1,2-8-348,7 4 0,0-4 281,0 3 0,7-5-32,2 1 0,4-7 435,1 2 0,2-4-58,3-1 0,-3-1 562,2-4 1,3-1-116,-2-4 0,-2-2 98,-7 2 1,2-2 40,-2-3 1,-2 3 1298,1 2-675,-6-2 83,4 4-1375,-7 0 346,0 1 231,-7 20 0,4 3 9,-6 12 1,6 1 54,-2-1 0,-1 1-138,1-1 0,0 0 26,5 1 0,0-1-178,0 1 0,-1-2-261,-4-4 1,3-1-816,-2-3 1,2-8 182,2 4-3385,0-4 1186,0 3 815,0-6 2200,0-2 0,-6-75 0,2 25 0,0 1 0</inkml:trace>
  <inkml:trace contextRef="#ctx0" brushRef="#br0">10038 4222 11913,'0'-8'871,"6"2"0,2 4-1004,7-2 0,-1 1 136,0-7 1,0 5 55,0-4 0,5-1-76,0-4 0,0 5 36,-4-1 0,-3 1 73,-2-5 1,2-1 195,-2 1 0,-4 5 20,-1-1 0,-2 7 166,2-2-1296,-4-3 718,6 7 1,-7 1 182,0 9 1,0 9 25,0 1 0,0 1 118,0-1 0,0-3-196,0 3 0,1 1 126,4-1 0,-2-1-662,7-9 1,-1 4 272,5-4 0,1-2-196,-1-3 0,2-2 264,2-2 0,-2-2 80,3-2 1,-3-4 104,-2-7 1,0 0 330,1-4 1,-1 3-209,0-3 0,-6 3 91,-3 2 0,-4 0 257,-1 0 1,0 4 243,0 1-851,0 5 64,0-2 1,0 8-44,0 2 1,0 4 200,0 7 1,0-1 181,0 0 0,0 0-277,0 0 0,0 1 0,0-1 0,0 0-469,0 0 0,5-4 220,0-1 0,6-6-228,-2 2 1,4-3 203,1-2 1,0 0-3,1 0 0,0-2 167,4-3 0,-1-3 98,5-6 0,-4 0-64,5 0 0,-6 0 155,0-1 1,-2 6 17,-2-1 1,1 6-117,-1-6 1,0 7 154,0-2 1,-4 4-6,-1 1 0,-4 0 372,5 0-71,-7 0 352,3 0-114,-6 0 382,0 0-1346,-6 0 1,-2 0-258,-6 0 0,1 6 266,3 4 0,-2 1-44,2-2 1,-1 4 118,2-4 1,-2 4 79,6 1 0,0 0-81,5 0 48,0 1 1,0-1 30,0 0 1,2-4 78,3-1 0,2-6 144,8 2 1,1-3-60,2-2 0,0-2 195,6-3 1,-7-3 156,2-6 1,-3-2-131,-2-3 0,0 2 10,0-7 1,-4 2-25,-1-1 0,-6 2 57,2 7 1,-3 0-33,-2-1 49,0 7-713,0-4-344,0 10 0,0 2 605,0 10 0,-5 7 78,0 2 1,1 0 48,4-5 1,0 5-51,0 0 0,1 0 98,4-5 0,-2 0-87,6 1 0,1-6 44,4 1 0,0-7 38,1 2 1,4-4 104,0-1 0,4 0 93,-4 0 1,6-6-260,-1-4 0,-2-9-230,2-4 0,-7-4 137,2-2 0,2-5-64,-2-4 0,-2-5-17,-7-4 1,1 1-207,-7-6 0,1 6 199,-5-1 0,0 13 72,0 6 0,0 14 357,0 0 0,-1 9-152,-4 0 1,2 3-118,-7 2 1,6 7 25,-6 2 0,1 5 51,-6 5 1,3-1 149,2 6 0,-2-1 255,2 6 1,2 4-225,-1 0 1,6-5-151,-2-4 0,3 0 501,2 4 1,0-1-284,0-3 1,2 1-282,3-6 1,2 5 132,8-5 0,-1-2-245,0-7 0,5 1-45,0-7 0,5 1-370,-5-5 1,6-2 269,-1-2 1,-2-4 0,1-6 0,-5-1 312,1 1 0,-3-5-54,-2 0 0,-2-4 142,-2 4 0,-4 4 240,-6 6 141,0-1-331,0 3-431,0 0 201,0 7 0,0 2-257,0 3 1,0 2 533,0 8 1,0-1-34,0 0 1,0 0-74,0 1 1,2-1-221,3 0 1,-2-5-151,6 1 1,-4-5 192,4 4 1,1-6 78,4 2 0,5-3-34,0-2 0,0-2-87,-5-3 0,5-4-42,0-10 0,2 2-32,-2-7 1,-4-5 45,4-4 1,-8-6 18,-1 1 1,-2 1-78,1 0 0,2 7 148,-6 1 0,0 5 129,-5 5-106,0 10 0,-2-4 173,-3 13 1,2 2-345,-6 3 1,6 9 317,-2 10 0,-1 2 363,1 3 1,0-1-135,5 1 1,0-1 221,0 1 1,0-3-417,0-2 0,0 3-245,0-3 1,0-4 15,0-1-389,6-3-740,-4-2 1,6-6-19,-3-3 631,-4-4 0,6-2 28,-7-4 0,0-3 0,0-6 0,-5-5 305,0 0 1,-4-5 168,4 5 0,-1 0-42,1 5 0,3 5 81,-2-1 0,2 6 545,2-6-297,0 7 1,2-8 57,2 6 1,4 0-99,6 5 1,2 0 2,3 0 0,2 0-9,2 0 1,4 0-69,-3 0 1,-4 0 28,-1 0 1,-3-4 3,-2-1 0,1 0 203,-1 5 1,-5 0 452,1 0 130,-7 0-635,3 0-397,-6 0 1,0 2 289,0 2 0,0 4-4,0 7 0,0-1-148,0 0 1,0 0-195,0 0 1,2-4-523,3-1 356,3 1 0,6-2-147,0-3 0,0-4 204,0-1 1,5-1 13,0-4 1,0-3 136,-5-6 0,1-1 107,-1 1 1,-1-5 28,-4 0 0,-1 0 596,-3 5-266,-4 0-338,6 6-286,-7 2 0,-5 18 389,0 7 0,0 8 262,5 6 0,0-1 79,0 6 0,-4 0 289,-1 4 1,0-1-326,5-3 1,0 2 111,0-7 0,-1 3-534,-4-7 1,-2-4-5,-2-11 1,-4-1 42,4-4 0,-4 2 122,-1-6 1,0 0-148,0-5 1,-1-8 95,1-6 1,0 0-139,0-5 0,6-3-130,3-2 1,4-8-251,1-1 1,1-10-1047,4 6 0,9-8 460,10 7 0,3 4 45,1 0 0,5 4 31,0 2 0,5 6-1572,-5 3 2485,1 3 0,0-2 0,4-3 0,4-2 0,0 0 0</inkml:trace>
  <inkml:trace contextRef="#ctx0" brushRef="#br0">13294 3028 7851,'0'-14'2559,"0"6"-1013,0-5-573,0 12-60,0-6-51,0 7 1280,0 0-1571,0 7 1,0-4 20,0 6 1,0 2-171,0 8 1,0-3-138,0 3 1,0 3-125,0 2 0,0 3 13,0 1 0,0 1-8,0-1 1,0 2-130,0 3 0,0-1 106,0 6 0,0 0-191,0 4 0,2-4 64,2 0 0,-2-6 118,3 1 1,-4-1 109,-1 1 0,5-3-69,0 3 0,-1-3 25,-4-2 0,0 2-66,0 4 1,0-4 5,0 3 1,0-3 58,0-2 0,0 2-23,0 3 1,0-3-93,0 4 1,0-6 33,0-4 0,0 3-87,0-4 0,0 2 37,0-1 1,-1 1-111,-4-6 1,4 7 87,-4-3 0,3-1-16,2 2 0,0 0-17,0 4 0,0-4-111,0 0 1,0-2 160,0 2 0,0 1 44,0-6 0,0 0 143,0-5 0,0-5 65,0 1-20,0-7-150,0 3-154,0-6 73,0 0-568,0-6-87,0 4-335,0-4 413,0 6 1,0-1-1309,0-4-470,0 3-1514,0-4 1920,0 6 1,0-2 1884,0-2 0,26-30 0,5-11 0</inkml:trace>
  <inkml:trace contextRef="#ctx0" brushRef="#br0">13962 3369 9176,'-8'8'1538,"2"-1"-921,6-7 349,0 0-602,-6 0-270,4 6 37,-4-5-236,6 6 1,1-7 115,4 0 1,-2 0-125,7 0 0,-1-5-30,5 0 0,1-6 67,-1 2 0,2-6 59,3-3 0,-2 0-43,7-6 0,-2 1 3,2-6 0,-1 1 44,-9-1 0,4 1-12,-9 0 0,-2 1 9,-3 3 0,-2-1 18,-2 6 0,-2 0-5,-2 5 0,0 4 0,-5 1 1,4 6 4,-4-2 0,1 5-28,-2 5 0,-2 2-9,2 8 1,2-1 84,-1 0 0,4 7 129,-4 2 0,6-1-78,-2 2 0,2-5 154,-2 5 0,3-1 44,-2 6 1,2-1-84,2 1 0,0-6-85,0 1 1,0-2 43,0 2 0,5 1 10,-1-6 0,6 0-185,-5-5 0,6-4-338,-2-1 1,4-6 2,1 2 1,0-3-291,1-2 0,-1 0 489,0 0 0,0-7 135,0-2 0,1-5 209,-1-5 1,0 1-149,0-5 0,0 1-11,1-2 0,-1-1-54,0 6 1,0-2-18,1 2 0,0 5 27,4 0 0,-3 0-113,3 4 0,-3 4 196,-2 1 0,0 3-100,1 2 1,-6 0-6,0 0 5,-5 0 36,8 7-50,-10 1-174,4 0 256,-6 4-41,0-10 674,0 4-257,0-6-203,-6 0-117,4 0-47,-10 0 1,4 0-266,-6 0 0,4 0 113,1 0 1,1 2 23,-2 2 0,-2 4-200,2 7 0,2-1 122,-1 0 1,1 0 134,-2 0 1,-1 1 10,7-1 0,-3 0-150,2 0 93,4 7 0,-5-5-16,6 3 0,6-8 2,3-2 1,1-6-19,4 2 1,-3-3 4,8-2 1,-2 0 145,2 0 1,-3-7 3,3-2 1,-8-4 205,-1-1 1,-1 0-82,5 0 0,-4-2 161,-1-3 0,-5 3-106,0-3 0,-2 8-71,-2 1 1,0 6 41,0-6 166,0 7-1004,0-3 552,0 6 1,0 6 141,0 4 1,0 2-94,0 2 0,0 5-203,0 0 76,0 0 0,1-4-211,4-1 0,3-2 104,6-2 0,0 1 87,1-6 1,-1-1-138,0-4 1,5 0 82,0 0 1,2-6 160,-2-3 1,-2-4 20,7-1 0,-7-5 229,2 0 0,-3 0-106,-2 5 1,5-5 84,0 0 1,0 5-111,-5 4 0,0 2-6,1-1 0,-1 2-64,0 7 0,-5 0-3,1 0-17,-7 0 0,8 2 72,-6 3 1,1-4 231,-1 4-123,-4 3 38,6-7 156,-7 12-111,0-11 397,0 4-196,0-6-219,0 0-184,-7 0 1,4-5-161,-6 1 1,4-1 35,-4 5 1,4 0-490,-5 0 378,1 0 0,-5 5-47,0-1 0,-1 7 80,1-1 1,5 2 87,-1 3 43,1-1 0,-1 0-115,1 0 1,6 1-143,-2-1 228,3 0 1,9-1-18,2-4 1,4-3 75,1-6 1,0 0-84,0 0 1,1 0 134,-1 0 1,0-1 12,0-4 1,0-1 246,1-4 1,-3-2-115,-2 2 0,1-2 57,-6-3 0,1 1 192,-1 0 54,-4 0-148,5-1-36,-6 1-330,0 6-60,0 2-98,0 6 1,-4 2 208,-1 2 1,0 4 169,5 6 0,-4-4-176,-1-1-1,0 1 1,3 4 46,-2 0 0,2-4-5,-3-1 0,4-4 139,1 4 1,0-4 68,0 5-41,0-7-20,0 9 36,0-10 0,0 6 104,0-3 154,0-4-338,0 6 30,0-7-349,0 0 91,0-7 35,0 6 1,0-6 16,0 7-445,0 0-34,0-6 222,0 4-176,0-4 391,0 6 55,0 0-102,0 6 178,0-4 0,-5 6 63,0-3-32,1-4-99,4 12 1,0-10 1,0 7 1,0-6-24,0 6 1,0-5-5,0 4 5,0 0 1,0 6 2,0-1 0,-2 0 74,-3 0 1,4 1-72,-4-1 1,3 0 2,2 0 1,-1 0-7,-4 1 0,3-1 2,-2 0 14,-4 7 1,5-6-1,-7 4 0,5-4 199,-4-6 0,4 2-121,-4-6 0,6 1 660,-2-1 14,-3-4-395,0 6 1,-5-14-313,4-2 0,1-5-251,3-5 0,4 1 136,-4-5 0,3-6-145,2-4 0,0 0-350,0 5 1,0 1 227,0 3 0,5 3-423,0 7 0,1 0-148,-1 0 0,3 0-293,6-1 0,-4 6 299,-1-1 0,5 7-330,5-1 0,5 2 1217,-5 2 0,44 19 0,7 5 0</inkml:trace>
  <inkml:trace contextRef="#ctx0" brushRef="#br0">15626 2985 7957,'8'-7'1631,"-2"0"-23,-6 1-618,0 4-130,0-4-464,6 6 0,-4 6 230,3 4 0,-4 4-25,-1 5 1,0 3-186,0 7 0,0-1-164,0 0 0,-5 2-66,1 4 1,-1-3-114,5 7 1,-5-6 47,0 1 1,-1-2-174,1 3 1,4-11 69,-4 1 1,2-3-325,-2-7 156,4 3 175,-6-15 0,6 4 381,-4-6 0,2-6-261,-7-4 0,1-4-391,-5-5 1,-1 2 152,1-7 0,0 0-198,0-4 0,0 1 136,-1 3 1,6 4-36,-1 6 1,2-1 129,-1 1-197,3 6-459,6 2 415,0 6 1,0 1 0,0 4 0,1 3 371,4 6 0,-2 5 307,7 0 0,-7 0-206,2-5 1,2 1 42,3-1 0,-2-5-297,1 1 138,1-1 0,4 1-131,0-1 1,0-6 108,1 2 0,-1-3-224,0-2 0,0-5 112,1 0 0,-1-6 229,0 2 0,-1-4-129,-4-1 1,2 4 380,-6 1-6,6-1-403,-9-4 1,5 6-515,-2 4 472,-3 2 50,4 2 0,-6 2 60,0 2 0,5 4 154,0 6 1,-1 1-151,-4-1 1,0-5 122,0 1 1,0-1-240,0 6 0,0-6 190,0 0 129,0-5 313,0 8 538,0-10-847,0 4 0,0-7-130,0-4 1,0 0-73,0-9 1,5 3-183,0-8 1,1-2-264,-1 2 1,-4-4 150,4 4 0,1 0-60,-1 5 0,1-1 135,-1 1 0,-3 0-250,3 0-15,-4 6-110,-1-5 121,6 12 49,-4-6 1,4 14 624,-6 2 0,-1 2-161,-4-1 0,2 4 350,-7 0 1,6 0-190,-6 5 1,2-3-4,-1-2 0,-4-4-131,4-1 1,-4 1-82,-1 4 0,4-5-300,1 1-1169,-1-1-235,-4 6 1,2-6 237,2 0 1,4-4-61,6 5 0,0-6 1469,0 6 0,-13-13 0,-3 1 0</inkml:trace>
  <inkml:trace contextRef="#ctx0" brushRef="#br0">14275 4251 7965,'0'-10'262,"0"1"1,-5 4 277,1-4-271,-7 5 1,7-7 106,-5 7 1,4-6-2,-4 5-300,6-6 1,-9 8 109,8-6 1,-7 6-104,1-2 0,2 3-54,-1 2 0,4 0 28,-4 0 1,-1 7-68,-4 2 0,4 4 81,1 1 1,1 2 63,-1 3 1,-3-2-59,8 7 0,-3-5-1,3 4 0,2-5-87,-3 1 0,4-4-199,1 0 1,1-3 97,4-2 0,5-4-138,9-6 0,-2 0-52,7 0 1,-5-1 102,4-4 1,-5-3 114,1-6 1,-4 4 106,0 1 1,-3-2 278,-2-8 1,1 3-15,-6-3 1,4 3 172,-4 2 0,-1 0-113,-4-1 1,0 6 654,0 0-949,0 5-1,0-2 1,0 8-17,0 2 0,-4 6 173,-1 9 0,-4 1 87,4 4 1,0 4-122,5 1 1,-2-1 183,-2 6 1,2-4-366,-3-2 1,4 5 123,1 0 0,0 0-165,0-4 0,0-2 45,0-4 0,0 0-24,0-4 0,0-4-50,0 4 0,5-8-441,-1-1 36,1-7-194,-5 3-49,0-6 124,0 0 1,-2-4-992,-2-1 1,1-5 193,-7 6 1397,7-7 0,-16-29 0,3-14 0</inkml:trace>
  <inkml:trace contextRef="#ctx0" brushRef="#br0">14247 4535 7965,'0'-8'1344,"0"-4"1,0 8-417,0-5-474,0 6 1,0-5 690,0 3-906,0 3 0,1-9 12,4 7 0,-2-6-323,7 5 0,-1-6-10,5 2 1,0 1 13,1-1 1,-6 1-14,1-2 0,-1-2-162,5 2 1,-4-3 80,-1-1 0,-1 0-41,2 0 0,-2 4 41,-4 1 42,-2-1 238,4 2-317,-6-4-41,0 10 1,0-2 272,0 8 1,0-1 120,0 7 0,0-1-86,0 6 0,0-1 104,0 0 1,0 0 14,0 0 0,0 1-80,0-1 1,0 0-257,0 0 0,5-4-242,0-1 100,6-6 0,-3 8 185,6-6 1,0 0-81,0-5 1,1-6 139,-1-4 0,-5-2-8,1-3 0,-1 1 153,5 0 0,-4-5 344,-1 0 0,-5-5 174,0 5 0,3 0 192,-3 5-12,1 0-709,-5 0-368,0 6 1,0 3 259,0 10 1,0 3 61,0 6 1,-2 5 135,-2 0 0,2 1-160,-3-1 0,4-3-57,1 3 0,0-2-139,0 2 0,5-8-484,-1 4 411,7-4 0,-3-2-110,6 1 1,1-7 109,-1 2 0,0-5-92,0-5 1,1-3 225,-1-6 1,0 0-93,0-1 0,0-4 331,1 0 0,-1 0 24,0 5 0,5 0 3,0 0 0,0 0-119,-5-1 1,0 7 6,1 4 0,-1 2-78,0 2 1,0 0-39,1 0 0,-1 0 104,0 0 0,-5 6-7,1 4-10,-7-4 72,3 7 304,-6-12-326,0 12 46,0-11 530,0 4 769,0-6-1222,-6 0 0,-2-6 0,-6 4-194,0-3 1,4 4-80,1 1 1,-1 0-232,-4 0 0,0 5 92,0-1 1,4 6-43,1-6 0,1 8-188,-2-3 226,-2 4 1,9 1-118,-7 0 1,7-4 30,-2-1 1,4-4 141,1 4 0,6-6 9,3 2 1,4-3-17,1-2 0,2 0 68,3 0 1,-3-2 141,3-3 0,-3-2 83,-2-8 0,0 6 351,0-1 1,-4 6-21,-1-6 1,-4 5 92,4-4-226,-6 6-194,4-4-453,-1 7 418,-4 0 1,4 7 96,-6 2-121,6 4 0,-2 1 135,5 0 0,-4-1-269,4-4 0,-4 2 149,4-6 0,1 5-346,4-6 185,0 1 0,1-6 63,-1-4 1,0-3-53,0-6 0,-1-2-22,-4-3 0,4 2 52,-4-7 0,2 0 34,-1-4 1,-4-5 160,-6-1 0,5-5-93,0 1 1,0 3 52,-5 2 1,0 5 86,0 4 19,0 3 0,-2 9-31,-3 2-102,4 4 0,-6 12 24,7 4 1,0 4 15,0 5 0,-1 0 91,-4 9 0,3-2 649,-2 7 1,-3-3-210,3-2 1,-1 1-304,5-1 1,-2 1-295,-2-1 1,2-4 79,-3-1 1,4-5-114,1 1 0,1 0-127,4-5 1,-2 2-412,7-12 1,-1 1-273,5-5 0,1 0 320,-1 0 0,5-1 93,0-4 1,4-3 181,-4-6 1,0-5 292,-5 0 0,1 0-113,-1 5 0,-1-1 162,-4 1 0,2 0 21,-6 0 0,1 1 435,-1 4-613,-4 2 182,6 7-293,-7 0 1,0 2 243,0 3 1,0 3 234,0 6 1,0 0-146,0 0 1,0 0 80,0 1 0,5-1-152,-1 0 1,3-4 203,-3-1-615,4 1 0,6-3 209,1-2 1,-1-3-351,0-2 0,5 0 105,0 0 1,2-5-29,-3 0 1,-2-11 157,3 2 0,-1-5 104,1 0 0,-4-8-18,4-6 1,2-6 31,-2 1 1,0-3 117,-5-2 0,-5 2-110,1 3 0,-7 5 285,2 9 0,-4 4 252,-1 6 39,0 6-528,0 1 0,-4 18-180,-1 4 0,-5 8 328,6 1 0,-7 4 249,1 6 0,2-3 358,-1 7 1,1-6-319,-2 1 0,3-3-35,2-2 1,3 1-178,-3-1 1,4-6-282,1-3 0,0-3-109,0-2 1,0 1-1049,0-1 133,0-6 6,0-2 1,1-6 354,4 0 1,-3-2 261,3-2 0,-4-4-225,-1-6 0,0-2 135,0-3 1,0-3-19,0-7 0,-1 7 357,-4 3 0,3 3 289,-3 2 1,-1 0 6,1 0 1,-1 6 351,1 3-242,4 3 1,-7 2 4,3 0 626,4 0 0,-1 7-271,7 2 1,6-2-149,-2-3 1,10 3-241,5-3 0,-2 1-331,2-5 0,-2 0 85,2 0 1,1 0-87,-6 0 0,4 0 125,-4 0 1,0-5-20,-4 1 996,-1-7 34,0 3 399,-6 0-815,-2-5-388,-6 12-139,0-6 0,0 9-290,0 3 1,-1 1 256,-4 3 0,3 4 33,-2-3 0,2 2-120,2 2 0,0-4-11,0-1-93,6 1-94,2 4 1,6-1-257,1-4 1,-1-3 184,0-6 380,0 0 0,1-4 388,-1-1 0,-2-6-224,-2 1 0,1 3 465,-6-3 66,6 7 97,-10-10-535,6 12-584,-7-6 0,0 9 367,0 3 0,0 3 197,0 6 1,0 2 139,0 3 1,-2 1-72,-3 4 1,4 3-160,-4-4 1,2 4-55,-2 2 1,4-3-36,-4-2 0,2 1 116,-2-6 1,3 0-309,-2-4 1,0-3 33,0-2-66,2 2 1,-6-10 610,3 3 1,2-4-175,-6-1 1,4-1-166,-4-4 0,5-3-67,0-6 1,-3 0-144,3-1 1,-1-4-26,5 0 1,0-4-407,0 4 0,6-2 101,4 2 1,2 3-384,3-2 0,-1-3-453,0 2 1,2-1 588,3 1 1,-2 3-975,7-3 1,-7-2 1637,2 2 0,-22-25 0,-6-2 0</inkml:trace>
  <inkml:trace contextRef="#ctx0" brushRef="#br0">15811 4123 7845,'42'-29'0</inkml:trace>
  <inkml:trace contextRef="#ctx0" brushRef="#br0">16806 3796 7848,'6'-14'342,"-4"4"697,2 1-147,-2 5 262,-2-8-475,0 10 1,0-6 4,0 4-357,0 2-81,0-4-276,0 6 1,0 1 152,0 4 1,-2 3-11,-2 6 0,1 7 60,-7 2 1,1 4-192,-6 2 1,1 5-112,0 4 0,4 3 104,1 2 0,1 0 145,-1-1 1,2 1 50,7 0 1,0-2 115,0-3 1,7-4-94,2-5 1,4-6-15,1 1 0,2-8-55,3-2 1,-4-1 18,4-8 0,-3 4-157,-2-4 0,1 0 3,-1-5 1,-5 0-218,1 0-124,-7 0-68,3 0 0,-6-2-647,0-3 121,0 4 0,0-7 285,0 3 0,2 3-1034,3-2 1694,-4-4 0,12-25 0,-5-13 0</inkml:trace>
  <inkml:trace contextRef="#ctx0" brushRef="#br0">17062 3966 7879,'-8'-14'-203,"0"2"1107,3 2 1372,4-3-1098,-6 6 40,7-1-901,0 1 1,0 9-159,0 3 0,0-2 108,0 6 1,0 2 132,0 8 1,0-1-9,0 5 1,0-1-72,0 2 0,0 3-102,0-3 0,0 3-50,0 1 0,0-4-91,0-1 0,0-5-2,0 1 0,0 1-241,0-1 0,0-5-484,0-4-913,0-1 52,0 6-1204,0-8-100,0 0 2814,0-26 0,13-36 0,-5 13 0,0 1 0</inkml:trace>
  <inkml:trace contextRef="#ctx0" brushRef="#br0">16991 3952 7879,'-8'-8'1405,"-5"-4"949,12 10-1785,-12-4 0,11 4-23,-2-3 0,4 4-218,4-4 0,4 4-51,6 1 1,2 0-84,3 0 0,2 0-63,2 0 0,0 0-112,-5 0 0,-2 0-43,3 0 0,-3 0-326,-2 0 1,-4 0-165,-1 0 1,-4 0-1628,4 0 354,1 0 510,-2 0 1,-2 1 96,-6 4 1180,0-4 0,-50 37 0,-14 2 0</inkml:trace>
  <inkml:trace contextRef="#ctx0" brushRef="#br0">16991 4123 7879,'-2'8'-1,"-3"-4"789,4-2 0,-10 0 344,6 2-24,0-2-257,5 4-413,0-6 1,7 0-130,2 0 0,5 0 76,5 0 1,3 0-358,7 0 0,-1 0-104,1 0 0,-3-5-67,-2 1 0,1-1 31,-6 5 0,0-5-158,-4 1 1,-6-1-721,1 5-1152,-7 0 1241,3 0 1,-8 0 900,-2 0 0,-29 12 0,-13 4 0</inkml:trace>
  <inkml:trace contextRef="#ctx0" brushRef="#br0">17375 4009 7879,'0'-14'622,"0"0"966,0-1-382,0 7 157,0-4-345,0 10-720,0-4 0,1 6-248,4 0 1,-4 2 231,4 2 0,-3 4 101,-2 6 0,0 2-51,0 3 1,0-1-62,0 5 1,0-4-151,0 5 1,-2-2 119,-3 2 1,4 3-355,-4-4 0,4-2-134,1-2 1,0 1-171,0-1 1,0 0-36,0-5 1,0-4-1400,0-1 634,0 1-294,-7-2-310,6-2 1262,-6-6 0,7-8-155,0-6 0,0-2 714,0-8 0,0-44 0,0 27 0,0-1 0</inkml:trace>
  <inkml:trace contextRef="#ctx0" brushRef="#br0">17360 4037 7879,'0'-14'-401,"0"0"1,-4 0 648,-1 0 1,0 4 1281,5 1-750,0-1 0,2 1-292,2-1 1,0 7-87,5-2 1,1 4-221,4 1 0,2 0 13,2 0 0,0 0-6,6 0 1,-5 0-91,4 0 0,-5 4-1,1 1 0,-4 5 75,0-6 0,-3 7-284,-2-1 1,1-2 91,-7 1 1,1 1 317,-5 4-103,0 0 1,-1 0 165,-4 1 1,-3-1-238,-6 0 1,0-4-159,-1-1 0,1-4-101,0 4 1,-5-4 116,0 5 0,0-7-936,5 1 0,0 0-1135,-1 0-867,7-2 2070,-4 4 885,17-6 0,59-31 0,-17 11 0,0 0 0</inkml:trace>
  <inkml:trace contextRef="#ctx0" brushRef="#br0">17929 3952 7879,'-2'-9'1182,"-2"-1"0,2 5-513,-3-4 1,-3 6-55,-1-2 1,1 4 135,-1 1 1,-1 0-304,-4 0 1,0 0-162,-1 0 1,-3 1-153,-1 4 1,0 1-154,4 4 1,3 2-154,2-2 0,-2 2 223,2 3 0,2-1-169,-1 0 0,6 0-96,-2 0 1,3-4-110,2-1 0,0 1 154,0 4 0,7 0 82,2 1 1,4-6 99,1 1 1,0-6 156,0 6 0,1-2-51,-1 1 1,0 2-102,0-6 0,-4 1 404,-1-1 129,-6-3-233,4 10 1,-7-9 112,0 7 0,-2-7 350,-3 2 1,-7-4-490,-7-1 0,-5 5-276,5 0 1,-5-1-1101,5-4 1,-4 0 655,4 0 1,5-1-1965,4-4 1142,1 4 1249,1-6 0,27-12 0,12-4 0</inkml:trace>
  <inkml:trace contextRef="#ctx0" brushRef="#br0">18071 4322 7840,'0'-14'2101,"0"-1"-679,0 1-255,0 6 188,0-4-546,0 10-275,0-4-457,0 6 220,0 0-290,0 6 0,-6 2-30,-4 6 0,2-1-59,-1-4 1,1 4-297,-1-4 0,-4 4-433,4 1 1,1-4 259,-2-1 0,5-4-263,-4 4 0,6-4-2209,-2 5 3023,-3-7 0,-6-10 0,-8-8 0</inkml:trace>
  <inkml:trace contextRef="#ctx0" brushRef="#br0">17303 4706 7805,'0'-8'2646,"0"1"-2154,0 1 0,0 3 730,0-7-227,0 7-93,0-9-733,0 4 0,0-6-317,0-1 126,7 1 1,-1 0-290,4 0-31,2-1 0,-4 1 140,6 0 0,-4 5-72,-1-1 1,-4 7 119,4-2 1,-4-1-54,5 1 145,-7 0 209,9 5 1,-8 0 13,5 0 0,-6 7 221,2 2 1,-3 4 26,-2 1 0,1 0-122,4 0 1,-3 5-46,2 0 1,-2 5-100,-2-5 1,0 5-134,0-5 0,0 6 86,0-1 0,0 1-213,0-1 0,0 1 65,0-6 0,-5 5-59,0-6 0,-1 6 14,1-5 0,2-5 97,-6-4 1,5-5 260,0 4 69,-4-6 349,0 4-477,-6-7 1,1-2-46,4-3 0,-2 2-122,6-6 0,-1 4-212,1-5 1,3 1-150,-3-5 0,4 4 185,1 1 0,0-1-461,0-4 0,1 5 180,4-1 1,3 1-7,6-6 0,5 1 123,0 0 0,5 4 107,-5 1 1,1 0 65,-1-6 1,-3 6 121,3-1 1,-3 2 164,-2-1 1,0 1-12,1 3 1,-1 2 133,0-6 1,-5 6 18,1-2-62,-7 3 1,5 2 213,-3 0 183,-4 0-167,6 0-101,-7 0 210,0 0-528,-7 0 14,6 0-282,-6 0 199,7 0-856,0 0 979,0-6 287,0 4-220,0-4-45,0 6-127,0 0-31,0-6-727,0 4 324,0-4 341,0 6 1,0 1 81,0 4 1,0-2 94,0 7 0,0-6-309,0 6 138,0-1 0,0 6-99,0-1 43,0 0 1,0 0-78,0 0 0,2-4 109,3-1 1,3-5 31,6 0 0,-5-2 52,1-2 1,-1 0 123,6 0 0,-1-2-22,0-2 0,0-1 173,0-9 1,-1 3-103,-3-8 1,2-2 31,-2 2 1,-4-5-206,-1 6 0,-4-3 114,-1 2 1,0 3-26,0-3 0,0 8 37,0 2 1,0 4 256,0-4-238,0 5 28,0-2-88,0 6-471,0 0 340,-6 0 1,4 2-342,-2 2 31,2-2 35,2 4 1,0-4-188,0 3-123,0-4 577,0 5 439,0-6 1049,0 0-1015,0-6-332,0 5 0,2-10 37,2 6-159,-2 0-410,4 5 168,-6 0 575,0 0 84,0 6 1,0-2-153,0 5 0,0 0 134,0 6 0,0 4-199,0 0 0,0 1-56,0-1 0,0-3-266,0 3 0,0 1-1,0-1 0,0 0 26,0-5 0,2 1-273,3-1-3,2 0 0,8-6 160,-1-3 0,0-4 108,0-1 0,1 0 107,-1 0 0,0-11 174,0-3 1,0-5-122,1 0 0,-1-3 149,0-6 0,-4-6 35,-1 1 1,-4 5-86,4 4 0,-6 5 75,2-4 0,-3 10-38,-2-1 0,0 7 436,0-2-633,0 6-440,0-4 428,0 20 1,-5-3-24,0 8 1,1 3 458,4-2 1,-5 5-101,0-5 0,0 4-188,5-4 1,0 5-21,0-5 1,0 0 41,0-5 0,0 0-18,0 0 1,7 1-185,2-1 0,-1-1 70,1-4 1,1-1-203,4-3 0,0-4 19,1 4 0,-1-3 67,0-2 0,5-7 109,0-2 0,0-4 35,-5-1 0,0-2 155,1-3 1,-1 2-83,0-7 1,-6 7 79,-3-2 0,1 3-140,-1 2 0,-1 0-32,-4-1 60,0 7-257,0-4-92,-6 10 0,-2-4 146,-6 6 0,5 6 34,-1 4 0,2 2 53,-1 3 0,-2-6-8,6 1 0,0-1 33,5 5 0,0 0 243,0 1-76,0-1 0,5 0-41,0 0 0,6-4-29,-2-1 0,9-6-52,0 2 1,3-3-86,-2-2 0,-3 0 127,3 0 1,-3-7-25,-2-2 0,0 1 91,0-1 1,-1-1-70,-4-4 0,2 0 52,-6-1 1,0 6 38,-5-1 59,6 1 0,-4 0-101,2-1 30,-2 7-124,-2-3 1,0 7-137,0 4 1,-2-2 297,-2 7 1,2-1 282,-3 5 0,4 0 133,1 1 0,0-1-227,0 0 1,0 0-131,0 0 1,0-4 110,0-1-341,0 1 396,0 4-204,0-6 1,0 0 318,0-3 6,0-4 0,0 4-402,0-10 0,-5-3-163,0-6 1,1 0-219,4 0 0,0-2 90,0-3 0,4 3-193,1-3 1,5 3 197,-6 2 1,7 0-181,-1 0 1,-2 0 65,1-1 1,1 6-73,4-1 0,0 7-159,0-2 0,1 4-64,-1 1 1,-5 0-907,1 0 49,-1 0-377,5 0 1054,-6 0 798,-1 0 0,-26 6 0,-5 2 0</inkml:trace>
  <inkml:trace contextRef="#ctx0" brushRef="#br0">17957 4635 7805,'-14'0'333,"0"0"0,0 0 1399,0 0-703,6 0-446,-5 0 1,11-2-287,-2-3 1,8 4-153,6-4 1,9 3-555,5 2 1,-2 0 333,1 0 0,0 0-521,0 0 1,2 0-229,-6 0 1,5 0 823,-5 0 0,13 7 0,-2 1 0</inkml:trace>
  <inkml:trace contextRef="#ctx0" brushRef="#br0">18725 4464 7796,'-6'-14'453,"3"0"713,-7-1-127,7 7 260,-3-4-349,6 10 24,0-4-821,0 6 46,0 0-113,6 0 1,2 1 114,6 4 0,-4 2 0,-1 2 1,1 4-40,4-4 0,0 4-37,0 1 0,1 0-28,-1 0 0,-5 1 85,1-1 0,-2 0 108,1 0 0,-1 2-41,-3 3 0,-4-3 109,4 3 1,-3 1-50,-2-1 0,-2 7-119,-3-3 1,-3 2-47,-6-1 0,-2 1-112,-3-6 0,4 5-93,-4-5 1,-2 0-418,2-5 1,-5 0-30,6 1 1,-6-3-541,5-2 0,-5 1 105,5-6 0,0-1-422,5-4 0,0 0-1524,0 0 1690,6 0 1198,1 0 0,7-19 0,0-4 0</inkml:trace>
  <inkml:trace contextRef="#ctx0" brushRef="#br0">18512 3853 7819,'6'-8'20,"-3"-3"937,7 6-547,-7-6 0,5 5 716,-3-4-126,-4 4-221,6-1-485,-1 6 0,-3-4-35,7 10 1,-6-2 8,6 7 1,-1 1 119,5 8 1,-4 3-36,-1 6 0,1 1-126,4-1 0,5 5 14,0 0 0,0 7-30,-5-2 1,0-2-14,1 2 1,-3-5 21,-2 5 0,1-5-1,-6 5 1,4-5 5,-4 5 1,0-6 13,-5 1 0,-2-1-135,-3 1 0,2-3 97,-6 3 0,-1-3 22,-4-2 1,-5 2-52,0 4 0,0-9-93,5 3 0,-2-9-14,-3 0 0,3-1-194,-3 0 1,3-6-143,2 2 1,5-8-905,-1 4-2109,7-7 933,-10 3 98,12-6 312,-5 0 1941,6 0 0,0-32 0,0-7 0</inkml:trace>
  <inkml:trace contextRef="#ctx0" brushRef="#br0">16393 4635 7995,'0'-8'2301,"0"-5"-1767,0 11 1,0-5 318,0 2-186,0 3-24,0-4-306,0 12 0,0 2-66,0 6 0,0 5-10,0 0 1,5 5-93,0-5 0,0 1 14,-5-1 0,4-3-28,1 3 1,0 2-154,-5-2 0,2-5-79,2-5 1,-2 1-605,3 4-1474,-4-6 1041,-1 5-1522,0-12 1696,0 5 0,0-7 940,0-4 0,0-47 0,0-17 0</inkml:trace>
  <inkml:trace contextRef="#ctx0" brushRef="#br0">16422 4663 7995,'0'-14'1245,"0"0"1,0-1 42,0 1 323,-6 6-555,4-4-103,-4 4-1101,12-7 0,2 6 177,6 0 1,5 5-784,0 0 1,5 0 231,-5 0 1,4 2-370,-4-3 1,2 4-1060,-2 1-295,-10 6 2245,4 2 0,-45 32 0,-7 5 0</inkml:trace>
  <inkml:trace contextRef="#ctx0" brushRef="#br0">16422 4706 7995,'-2'8'1304,"-2"-4"-122,2 4 640,-4-6-462,6 4-1358,0-6 0,1 0-640,4 0 1,-2 0 22,7 0 0,4-5-664,5 1 0,1-6 1279,-1 5 0,35-18 0,14-1 0</inkml:trace>
  <inkml:trace contextRef="#ctx0" brushRef="#br0">16649 4734 16206,'0'14'-457,"5"1"418,0-1 0,0-5-134,-5 1 1,1-2-1301,4 1 585,-3 4 227,4-5 535,-6 6 260,0-6 0,0-4-107,0-8 1,-5 1 143,0-7 0,1-4-97,4-5 0,0 0 151,0 5 1,1-5-164,4 0 0,-2 0-145,7 5 0,-1-1-209,5 1 1,1 5-170,-1-1 0,0 7-414,0-2 1,0 4 139,1 1 0,2 1-1198,-3 4 1933,4-3 0,-17 42 0,5 3 0</inkml:trace>
  <inkml:trace contextRef="#ctx0" brushRef="#br0">16962 4734 7995,'0'-14'0,"0"4"0,0 1 0,-1 1 2719,-4-1-705,3 2-133,-10 7-1012,4 0-572,-6 0 0,1 2-156,3 3 0,-1 2-162,7 8 0,-1-1 32,5 0 1,-5 0-189,0 0 1,1 1-364,4-1 1,0 0-590,0 0-947,0 1 1516,0-1 1,1-2-557,4-2 716,-3-4 434,10-6 0,-5-1 317,2-4 1,2 2-208,-6-7 0,1 1 74,-1-5 1,-4-1 143,4 1 1,2 5 279,-3-1 0,3 2-204,-3-1 1,-2 1 677,3 3-608,-4 4-626,-1-6 674,0 7-447,0 0 0,0 7-173,0 2 0,2-1-179,3 1 0,-4-4-1292,4 5 547,-4-7-374,6 9 616,1-10 447,6 4 1,0-7 672,0-4 0,-4 2-168,-1-7 0,-4 7 379,4-1-200,-5-4 1,7 4 1125,-7-5-748,1 6-213,-5-3 311,0 6-277,0 0-456,0 6-421,0-5-230,0 12 0,-1-10 106,-4 7-202,3-7 363,-4 3 1,4-6-639,-2 0 535,2 0 1,-4-1-407,6-4 885,0-3 0,0-6 190,0 0 348,0-1-481,0 1-30,6 0 1,-3 6 187,7 3 307,-7 4-321,9 1 0,-8 1 79,5 4 1,-6-2-562,2 7 1,-3-6-191,-2 6 1,4-5-984,1 4 1105,0-6 0,-5 5-10,0-3 1,1-4-242,4 4-10,-3-3 209,10-9 479,-4 0 1,5-8 553,-4 1 1,-1 5 29,-3-1-409,-3 7 0,5-5 321,-2 3-358,-3 4 1,6-6-33,-4 7 1,-2 2 90,3 3 0,1-2-309,-1 6 1,1-5-232,-1 0 0,-2 3-127,7-3 1,-6 1 121,6-5 0,-6 0-120,6 0 347,-1 0 1,6 0-38,-1-6 0,-6-2 6,-3-6 1,-4 4 34,-1 1 0,0 4 99,0-5-503,0 7 1,-1-3 32,-4 6 1,2 2 23,-7 2 0,7 4 70,-2 6 1,4 5-100,1 0 0,0 0-12,0-5 0,0 1-190,0-1 1,0 0-728,0 0 0,6 1 115,3-1 1109,4-6 0,27-15 0,5-8 0</inkml:trace>
  <inkml:trace contextRef="#ctx0" brushRef="#br0">19962 2985 8049,'0'-7'2059,"-6"0"-1495,4 1 1,-4 3 503,6-7-377,0 7 0,0-5-259,0 3 1,-2 4 376,-2-4-202,2 4-144,-4-6-510,6 6 114,0-6 295,0 7-79,0 7 0,-2 2-15,-3 10 0,4-3-179,-4 3 1,3 3 49,2 2 1,-1-2 19,-4 1 0,4 0 34,-4 0 0,3 4-231,2-3 0,-4 3 54,-1 1 1,-2 1-132,3-1 1,2 2 120,-3 3 0,-1-1 27,1 6 0,-4-2-27,4 2 0,-1 3-118,1-3 0,4 3 89,-4 2 1,3-2 40,2-3 1,0 3-127,0-3 1,0 3 115,0 1 0,0-4-129,0 0 1,0-6-17,0 1 1,0-2-103,0 3 0,0-4 163,0 3 0,5-3 22,0-2 1,-1 1-26,-4-1 1,0 1-2,0-1 0,5-1 124,0-3 1,0 4-66,-5 0 0,1-4 305,4 5 0,-3-4-40,2 3 1,-2-4-44,-2 0 1,0-5-71,0 4 1,0-5 167,0 1 1,0-2-198,0 2 1,-5-8 124,0 3-230,1-3 119,4 4 1,0-6-597,0 0-877,0-5-1120,0 2 1113,0-6 1,8 0 1363,6 0 0,13-32 0,9-7 0</inkml:trace>
  <inkml:trace contextRef="#ctx0" brushRef="#br0">20701 3440 8682,'-7'0'2513,"0"0"-1560,7 0-307,0 7-68,0-6 1,0 6-29,0-7-201,0 0-113,7 0 1,-3-2-317,11-3 0,-4-3-107,8-6 0,1-2-170,-1-3 1,6-4 77,-1-10 0,3 1-132,1-6 0,-6-1 157,-3-9 0,-9 6 89,-5-1 1,-4 2 94,-1 8 0,-1 4 72,-4 5 1,-8 9 151,-6 0 1,0 8-104,5 7 1,0 1 124,0 4 1,-1 4-75,1 10 0,2 3 90,2 7 0,-1 1-97,6 3 1,1-1 117,4 6 1,0-5 63,0 5 1,0-5-47,0 5 1,0-7-131,0 2 1,1-4-59,4-5 1,1 1-132,4-6 0,2-2 44,-2-7 1,2 1-171,3-6 0,4-1-119,0-4 1,4-4 117,-4-1 0,0-11 133,-5 2 1,5-5-31,0 0 0,0 1 183,-5-5 0,1-1-45,-1-4 1,0 4 84,0 0 1,1 7-109,-1-2 1,0 3 100,0 2 0,5 1-63,0 4 0,0 2 12,-5 7 1,1 0-6,-1 0 1,0 0-29,0 0 1,-4 7 17,-1 2-47,-6-2-6,10 5 52,-11-10-2,4 10 162,-6-10 36,0 4 1,-2-6-30,-2 0 0,2-1 7,-3-4-121,-3 3 0,0-4-102,-6 6-182,0 0 1,0 2 101,0 2 0,-4 4-144,4 7 1,-7-1 146,12 0 0,-7 0 14,7 0 0,-2 1-110,1-1 1,-1 0 110,6 0 1,1 1-141,4-1 0,0-5 70,0 1 0,6-6-132,3 6 0,6-7 120,4 2 1,-4-8-149,4-2 0,2-6 215,-2 1 0,0-2 113,-5-2 0,0-2 380,0-3 1,4 3-210,-4-3 0,2 3 343,-11 2-73,6 0 76,-10 0-430,5 6-159,-6 1 0,0 9 198,0 3 1,0 7-36,0 7 1,0 0 27,0-5 1,0 5-89,0 0 0,2-1-137,3-9 0,1 4-80,4-4 0,2-2-223,-2-3 0,7-2 120,2-2 0,2 0-93,-2 0 0,1-6 157,4-4 0,1-2 24,-6-3 1,6-1 357,-1-2 1,1 2-110,-1-3 0,1 3 71,-6 2 1,2 1 17,-2 4 0,-4-2-46,4 6-1,-3 0 1,-2 5 75,1 0-88,-7 0-45,-2 6 284,-6-4-180,0 11 270,0-12 70,0 6-137,0-7 0,-2 0-249,-2 0 0,0 0-234,-5 0 0,4-5-512,-4 0 522,-1 0 0,-4 5-190,0 0 1,-2 0 107,-3 0 0,3 7-55,-3 2 0,3 4 89,2 1 1,5 0 65,-1 0 1,6-4 22,-6-1 1,7 1 135,-2 4 1,4 0-162,1 1 0,1-6-76,4 0 0,4-5-8,10 0 0,-3-2 100,3-2 0,2-6 139,-2-4 1,1-2 42,-1-3 1,-3 1 178,3 0 0,-5-2-88,-4-3 0,2 3 103,-2-3 0,-4 4 28,-1 0 1,-4 6 637,-1-1-808,0 7 70,0-3 1,0 7-385,0 4 1,-1 5 227,-4 9 1,3 3 90,-2 6 1,-3 1-33,3-1 1,-1 2-20,5 3 1,0-3-90,0 3 1,0-1 73,0 1 0,0-3-293,0 3 1,-2-4 49,-2-5 1,2-2-233,-3-3 369,-3-4 13,0 6 1,-6-8 21,0-4 0,0-3 195,0-6 0,-1-6 254,1-3 0,0-4-206,0-1 0,1-7-148,4-3 1,2-2-224,7-3 0,0 1-410,0-1 0,7-4 18,2 0 1,5 5-354,5 4 1,-3 5 93,3-5 0,3 7-378,2-2 0,-2 3 260,2 2 0,-2 6 44,1 3 828,4-3 0,8 19 0,9-1 0</inkml:trace>
  <inkml:trace contextRef="#ctx0" brushRef="#br0">22379 3014 7957,'-5'-14'93,"1"-1"0,-3 8 1805,3 2-1394,2-3 1,-4 5 404,6-7-690,0 7 1,0-2-20,0 10 0,0-2 80,0 7 0,0 6 115,0 7 0,0 4 84,0 2 0,0 4-169,0 0 1,0 2-138,0-2 0,0-2-60,0 7 1,0-6-234,0 1 1,0-3 111,0-1 1,0-1-146,0 0 0,0-6 36,0-3-303,0-3-91,0-8 575,0-2 290,0-6 1,-5-6-315,0-3 0,-6-9-242,2-1 0,1-6 183,-2 1 0,1 2-151,-5-1 0,-1 0 153,1 0 1,2 2-14,2 7 1,-1 5-289,6-1-199,-6 7 159,10-3 1,-6 7 271,7 4 1,0 3 227,0 6 0,0 0-104,0 0 1,2 1 102,3-1 1,-2-5-66,6 1 1,1-7 115,4 2 1,0 1-99,0-1 0,5-2 12,0-8 0,0 2 122,-4-6 1,3-1-82,1-4 0,-1 0 136,-9-1 1,4 0-349,-4-4 0,-1 3-212,2-3 0,-7 8-1140,2 1-1627,-4 7 2166,-1-3 878,0 6 0,-12 25 0,-4 7 0</inkml:trace>
  <inkml:trace contextRef="#ctx0" brushRef="#br0">20403 4336 7891,'-8'0'1242,"2"0"0,4 0-682,-3 0 1,4-6 42,-4-4 1,3 2-62,2-1 1,5-1-223,0-4 0,6-6-257,-2-4 1,4-3 132,1-1 0,1-7-144,-1-3 1,0 2 25,0-2 0,-1 6-200,-4-1 1,2 5-249,-6 4 156,0 3 32,-5 7 1,-6 8 85,-4 6 0,-3 11 79,-1 8 0,0 4 42,0-4 1,0 5 14,-1-5 0,6 0-95,-1-5 0,7 2-153,-2 3 1,4-8 10,1 3 1,8-9-167,6 0 0,2 1 138,8-1 1,-6 0 219,6-5 0,-6 0 193,0 0 1,3 0-179,-2 0 1,0 0 110,-5 0 0,-4 0 75,-1 0 1,-4 1 319,4 4 0,-5-2-127,0 7 1,-2-1 133,-2 5 0,0 0-368,0 1 0,-5-1-66,0 0 1,1 0-235,4 0 1,-2-1-166,-3-3-650,4 2 528,-6-10 167,14 4 1,1-7 54,6-4 0,0 0 24,0-9 1,0 1 253,1-10 0,-1 4 58,0-5 0,5-5 88,0-4 1,-5 0-59,-4 5 0,-2 6 173,1 3 1,-3 3-130,-6 2 0,0 4 17,0 1 0,-1 5-148,-4 0 1,-1 8-83,-4 6 1,-5 4-86,5 5 1,-6-1 6,7 5 1,1-4 90,-2 5 0,6-5-100,-6 5 1,7-7-475,-2 2 294,4-3 0,2-2-109,4 0 0,3-6 83,6-3 0,2-4-63,3-1 1,3-1 21,6-4 0,1-5 297,-1-8 0,1 2 212,-1-3 0,1-2-12,-1 2 1,-1 0 266,-3 5 0,1 0-47,-6 0 0,1 4 162,-1 1 0,-3 6-178,3-2 1,-8 3 3,-1 2 0,-7 7-166,2 2 1,1-1-39,-1 1 1,-1 1 0,-4 4 0,-1-1-72,-4-4 0,2 4-181,-7-4 0,1-1-61,-5 2 1,-1-6-346,1 6 1,-2-7 241,-3 2 1,2-4-117,-7-1 0,7 0-352,-2 0 0,-1 0 327,1 0 1,4 0-64,6 0 92,-1 0 38,-4 0 29,6 0 431,2 0-106,19 0 0,1-4 118,10-1 0,1 0-283,-6 5 1,6-5-93,-1 1 1,1-3-243,-1 3 1,3-4 262,-4-6 0,-1 4 97,2 1 0,-7-1 155,2-4 1,-3 0 295,-2-1 1,-1 6 27,-3 0 0,-3 5 1112,-2 0-31,-3-4-536,4 6-536,-6-4 1,-5 12-117,1 4 1,-1 2 0,5 2 0,-2 5 51,-2 0 0,2 7-28,-3-3 0,4 4-106,1 2 1,0-6-96,0 1 1,0 0-63,0 4 1,0-1-16,0-3 0,0-2-113,0-3 0,0-3-264,0 3-164,0-4 1,0-5-574,0-1-962,0-6 939,0 4 552,0-7 1,0-7-29,0-2 0,0-10 183,0-5 1,0-3 183,0-1 0,0-7 189,0-3 1,0 2 193,0-2 1,0 7 68,0-3 1,0 4 396,0 2 1,4 6-285,1 3 0,6 3 317,-1 2 1,2 6-75,2 3 1,2 4-107,3 1 1,-1 1-128,5 4 1,-5 1-149,1 4 0,-4 2 13,0-2-98,-1 2 1,-1 3-301,-4-1 161,-3-6-102,-6 4 0,-1-5-7,-4 2 0,-3 2 75,-6-6 0,-2 5-44,-3-6 0,3 6 36,-3-6 1,4 6-127,0-5 1,1 1 104,0-1 1,1-2-112,4 6 1,-2-4-23,6 5-23,0-7 232,5 9 1,7-10-171,2 3 0,4-4-155,1-1 0,6-4 149,4-1 1,-2-6-65,2 1 0,0-2 169,4-3 0,-6 1 136,-3 0 1,-3 0-30,-2 0 1,0 1 572,1 3 84,-1-2 0,-5 5 183,1-2-38,-7 3-482,3 6 1,-6 1 267,0 4-293,0 3 1,-4 6-48,-1 0 1,0 1-159,5-1 0,0 0 127,0 0 0,2-4-506,2-1 1,0-4 23,5 4 0,0-5-126,6 0 0,-1 3 195,0-3 1,5 1 90,0-5 0,0-6 14,-5-4 0,0-2 123,1-3 1,-3 1-23,-2 0 1,1-5 281,-6 0 1,-1-1 87,-4 1 1,0 3-157,0-3 0,-1 8-118,-4 1 1,-3 7-73,-6-2 0,-2 4-175,-3 1 0,3 1 116,-3 4 0,-1 3-93,1 6 1,0-1 52,5-4 20,-7 10 0,5-9-432,-3 9-101,10-10 245,3 4 1,7-12 115,4 4 1,9-3 8,10-2 1,3-7 135,1-2 1,1-2-26,-1 1 1,0-2 91,1 2 1,-1-1 361,1 2 1,-6 1 262,1 3 0,-6 4-123,0-4 1,3 3 25,-2 2 0,-5 7-130,-4 2 1,-6 4 46,6 1 1,-7 0-197,2 0 1,-4 1-56,-1-1 0,0-5-69,0 1 0,-1-2 242,-4 1-1512,3 4 323,-10-12-198,10 6 528,-10-7 0,10-2-392,-3-3 1,4-3 508,1-6 1,4 0 153,1 0 1,6 0 144,-1-1 0,2 1-85,3 0 0,-6 4 596,1 1 0,-1 4 248,5-4-182,0 6 0,1-4-190,-1 7 1,-5 0 146,1 0 1,-5 5-116,4 0 0,-4 4 72,4-4-438,-6 6 108,10-3 1,-10 0-601,7-3 1,-6 1-246,6-1 331,-1-1 0,6-5 160,-1-4 0,0 2 86,0-7 1,1 6 125,-1-6 0,0 2 155,0-1 1,0-2 94,1 6 205,-1 0 1,0 5-153,0 0 0,-4 0 233,-1 0-151,1 0 0,-1 2-118,1 3 1,-7-2-37,2 6 1,-4-4-70,-1 4-214,0 1 0,-1 3-287,-4-4 1,-3 2 222,-6-6 0,-1 1-68,1-1 0,-5-4-50,0 4 1,-4-3-74,4-2 1,0 5 164,5-1 1,-1 1 175,1-5 1,5 0-75,-1 0 0,5 0-85,-4 0 363,6 0-170,-4 0 79,7 0 1,2 0 66,3 0 1,3 5 94,6-1 0,2 1-256,3-5 0,-2 0-169,7 0 1,-2 0 38,2 0 1,1-1-234,-6-4 0,6 2 273,-1-7 0,-4 1-5,-1-5 1,2-1 283,-2 1 0,0 0-42,-5 0 0,-5-1 23,1 1 1,-7 5 336,2-1-15,-4 1 1,-1-1 145,0 1 52,0 6-1032,0-4 310,0 20 0,-4-4 284,-1 10 0,0-3-118,5-2 0,0 1 83,0-1 0,0 0-295,0 0 0,0 1-191,0-1 0,2 0-71,2 0 1,3-4-256,2-1 0,4-6 26,-4 2 0,4-3 170,1-2 0,0 0 322,1 0 1,-1-5-31,0 0 1,0-11 191,0 2 1,1-5-23,-1 0 0,0-1 312,0-4 1,-4 3-53,-1 7 1,-6 0 196,2 0 1,2 4 64,-3 1-147,1 6-413,-5-4 1,0 15 224,0 6 0,0 1 185,0 4 1,0 1-159,0-1 1,0 2-65,0-2 1,5-4-192,-1 4 1,1-3-183,-5-2 0,2-4-391,3-1 0,-4-4 133,4 5-338,3-7 520,0 3 1,1-6 91,1 0 1,-2-8-18,1-6 1,4 0 118,-4-5 1,-1-2 1,1 2 0,-1-4 163,2 4 1,3 0-13,-4 4 1,-1 3 43,1 2 1,-4-1-108,5 7 0,-6-6-110,6 5 28,-7 1 0,8 5 34,-6 4 0,1-4 0,-1 4 0,-2 2-32,6-3 1,-4 6-7,5-5 0,-6-1-203,6-4 0,-5 0 70,4 0 0,1 0 140,4 0 0,-5 0 30,1 0 0,-2-6 129,1-4 1,2 3-88,-6-3 1,0 1 197,-5-6 1,0 1-137,0 0 1,0 4 106,0 1 1,-2 6-166,-3-2 1,2 4 53,-6 1 0,-1 1-404,-4 4 0,0 0 140,0 9 1,1-3 19,3 8 0,-1 1 110,7-1 0,-1 0-12,5-5 1,0 1-150,0-1 0,0 0-50,0 0 0,6 1-165,4-1 0,2-6 191,3-4 0,5 3 35,4-3 0,-2 1 178,2-5 0,-1-6 190,6-4 0,-6-1-21,1 2 1,-6-4 312,0 4 0,-6 2-210,-3 3 0,-4-3 274,4 3 247,-6-1-262,4 5 0,-7 6 209,0 4 0,-2 1-213,-3-2 0,2 4 9,-6-4 0,6 4-330,-2 1 0,-1-4-227,1-1 1,-5-4-244,6 4-240,-1-5 1,3 7-168,-2-7 515,2 1 0,-4-7-669,6-2 1,0 1 244,0-7 0,0-1 76,0-8 0,0 3 298,0-3 1,4-1 197,1 1 0,6 0-178,-1 5 0,2 1-41,2 4 0,1-2 861,-1 6 0,0 0-335,0 5 0,1 0 120,-1 0 0,-5 2-33,1 2 1,-1 4 105,5 6 0,-4 1-147,-1-1 0,-4 0-14,5 0 0,-6 1-328,6-1 1,-5-5-302,4 1 1,-1-6-141,1 6 0,4-7 232,-3 2 0,-3-5-5,3-5 1,-1 2 93,6-7 1,-3-4-201,-2-5 1,2-1 242,-2 1 1,-4-2 157,-1-2 0,1 2-56,-1 7 0,0 0 443,-5-1-200,0 1-208,0 6 1,-7 2-256,-2 6 0,1 6 137,-1 4 0,4 1 60,-5-2 0,6 4 10,-6-4 0,7 4-42,-2 1-683,4 0 460,1 1 0,6-3 30,3-2 0,4-4 118,1-6 1,2 0 117,3 0 0,-2 0-14,7 0 1,-5-5 112,5 1 0,-1-6 41,6 5 0,-5-1 272,-1 1 1,-5 4-147,1-4 0,-4 3 405,0 2-621,-1 0 0,-2 2 108,-2 3 0,-4-2-188,-6 6 8,0 1 1,0 4-115,0 0 1,-6-4-26,-4-1 1,-2-6-108,-2 2 0,-1 2 12,1-3 1,-5 1-142,0-5 0,5 0-74,5 0 155,-1 0 435,-4 0-160,6 0 117,2 0-40,6 0 0,1-2 211,4-2 0,3 1-83,6-7 0,5 5-62,0-4 1,5 1-102,-5-2 0,6-2 48,-1 2 0,-2-7 79,1-2 1,1 0-39,5 5 0,-6 0 4,1-1 0,-2 3 31,2 2 0,-8 2 168,-7 4 0,1 2-172,4-3 1,-5 5-183,1 5 64,-7 3 1,5 6 126,-3 0 0,-4 1-22,4-1 1,-4 0-62,-1 0 1,0-4 9,0-1 0,0-4 25,0 4 32,0-5 39,-6 8 0,3-10-14,-7 3 0,6-4 75,-6-1 0,6 0-117,-6 0 1,5 0-282,-4 0 24,-1 0-238,-4 0 345,0 0 0,4 0 2,1 0-39,6 0 1,-10-6-659,12-2 0,-6-6-160,7-1 1,2 1-421,3 0 1,2-2 504,8-3 1,-1-3 819,0-6 0,12-12 0,7-6 0,1-3 0,1-1 0</inkml:trace>
  <inkml:trace contextRef="#ctx0" brushRef="#br0">24668 3099 8003,'0'-14'1444,"0"0"-440,0 6-277,0-5 0,0 10 272,0-6-66,0 5 205,0-2-394,0 6 370,0 0-556,0 6 0,5 4-197,0 9 1,-1-2 58,-4 7 0,5 1-161,0 8 0,0 4-50,-5 5 0,0 7 152,0 3 1,0 10-54,0 4 0,0-1-262,0 1 1,0 1 238,0 4 0,-7 0 86,-2 0 1,1-8-207,-2-6 0,3 0 28,-3-5 1,-3-3-11,4-2 0,-4-2-88,-1-3 0,0 1 1,0 0 1,-1-1 100,1 1 0,5-2 28,-1-3 0,2 1-42,-1-5 1,-2 4 221,6-5 0,-4-6-307,4-9 0,-1-2-100,1-2-124,3-6-610,-4-1-1247,6-7-975,0 0-1417,0-7 4375,0 6 0,13-37 0,2-2 0</inkml:trace>
  <inkml:trace contextRef="#ctx0" brushRef="#br0">26033 3042 8052,'-1'-12'155,"-4"2"1246,3 4-994,-4 0 0,4 4 75,-2-3 37,2 4-259,-4 7 0,6 2-42,0 6 0,0 5 14,0 0 1,0 2-90,0-3 1,0 3 32,0 3 0,0 1-5,0-6 1,0 6-2,0-1 0,0-2-21,0 2 1,0-7-58,0 2 0,0-3-193,0-2 1,1 0-81,4 1 0,-3-6-724,2 0-1558,-2-5 447,-2 2 921,0-6 1,0-6 1094,0-4 0,6-66 0,-2 30 0,0-1 0</inkml:trace>
  <inkml:trace contextRef="#ctx0" brushRef="#br0">25990 3113 8689,'-7'-6'3019,"-4"3"-1499,6-7-539,0 7-80,5-9-875,0 10 1,6-9 96,4 6 1,2 1 152,3 4 1,-1 1-84,0 4 0,0-2-64,1 6 1,-1 1 35,0 4 1,-1 0-147,-4 1 0,4-1-13,-4 0 1,-1 0-73,2 0 1,-6-1 69,6-3-142,-7 2 1,5-5-363,-3 2 1,-2-3 109,6-6 0,-4-1-105,4-4 1,1-4 157,4-10 1,-1 1 117,-4-5 0,4 0 93,-4 0 0,-1-3 134,2 7 1,-5 1-155,4 3 186,-6 1 1,5 6 84,-3 3 132,-4 4 1,6 7 369,-7 4 0,0 7-134,0 2 0,1 6 290,4-1 1,-3-2-381,2 2 1,-2-2-133,-2 2 1,0 1-113,0-6 1,5 5-82,-1-6 1,3 1-746,-3-4 0,0-3 172,5-2-356,1 2 1,9-10 305,-1 3 0,1-5 139,-4-5 0,-1-8 118,0-6 0,5-4 292,0 4 0,0-5-46,-5 5 1,0-5 161,1 5 0,-6 0-44,1 5 0,-1 0 115,5 0-81,0 6 0,1-3 43,-1 6 308,0 0-246,0 5-51,1 0 1,-6 0-75,1 0 43,-7 0 144,3 0-27,-6 7 205,0-6-410,0 6-299,0-7 192,-6 0 0,3 0-206,-7 0 1,5 1 146,-4 4 0,4-2 66,-4 7 1,1-6 195,-2 6-175,-2-1 0,8 4-14,-5-4-428,6 4-22,-10-5 1,12 1-299,-4 1-242,3-7 541,2 10 358,0-12 908,0 6-653,0-7 1,2-2 9,3-3 0,-2 2 118,6-6 1,-6 4 602,2-5-371,3 7-526,0-9 378,0 10-213,4-4 1,-8 6 125,5 0-233,-6 0 1,5 0-140,-3 0 1,-2 1-33,7 4 0,-6-3-200,6 2 1,-1-2 158,5-2 1,1 0 86,-1 0 0,2 0 83,3 0 0,-2-5 162,7 0 0,-2-6 272,2 2 0,1-4-152,-6-1 1,4 0 31,-4 0 1,0 4-3,-4 1 0,-1 5-54,0 0 0,0 2-43,0 2 0,-4 0-44,-1 0 1,-4 0 101,5 0 1,-2 2 473,1 2-734,4 4 1,-10 7-122,6-1 0,-6-5-699,2 1 363,-3-1 176,-2 5 1,-2 1 96,-3-1 0,-2-5-70,-8 1 1,0-5-34,-4 4 1,1-6 39,-6 2 1,7-3 372,-2-2 1,3 0 2,2 0 0,0-5 22,0 0 1,4-1 28,1 1-32,6 3 1,-5-5-162,3 2-78,3 3 118,-4-4 1,8 6-115,2 0 1,0 0-23,5 0 1,0 0-26,6 0 1,-1 0-109,0 0 0,2 0 131,3 0 1,3 0-23,6 0 1,2-2-13,4-2 0,-4 0-93,3-5 1,2-2 135,-2-8 1,5 3 93,-5-3 0,0 3 151,-5 2 1,-4 5 39,0-1 1,-7 2 77,2-1 0,-8 3-48,-1 6-136,-7 0 1,3 6 77,-6 3 1,0-1 120,0 2 1,0-1 17,0 5 1,0 1 128,0-1 1,0 0-375,0 0 1,-1-4-92,-4-1 1,2-1-207,-7 2 1,6 1 165,-6-7 1,5 3-210,-4-3 301,-1-2 1,-4 4-79,0-6 1,4 0 2,1 0 1,4 0 265,-4 0-3,6 0 0,-5 0-161,3 0-269,3-6-28,-4 4-528,6-4 247,0 6 237,0 0 1,6-1 42,4-4 0,2 3 40,3-3 1,0-1 238,4 1 1,-1-4-22,6 4 0,-2-6 174,1 2 0,3-2-70,-7 1 0,1-2 145,-1 2 0,-3 2-3,3-1 0,-8 5 107,-2 0 1,-5 1-95,0-2-70,4 3-437,-6-4 598,4 6 558,-6 6-688,0 2 1,0 6 15,0 1-297,0-1 0,0 0-267,0 0 1,0-4 185,0-1 1,5-4-59,0 4 0,1-5-187,-1 0 0,-4-1 240,4 2 0,3-3 222,1 3 1,-1-5-33,2-5 1,-1 2 289,5-7 1,1-1-51,-1-8 0,-2 3 134,-2-3 0,3 4-84,-4 0 1,-3 6 83,-1-1 0,-2 6 351,2-6-728,-3 7-629,4-3 682,-6 6 84,0 0 1,0 6-102,0 4 0,5 2-8,-1 2 0,3-3-194,-3 4 0,-2-9-399,3 8 1,1-3-221,-1 3 225,6 1 178,-3-1 0,1-1 281,1-4 0,-6-3 177,6-6 0,-5 0-27,4 0 0,-6-1 265,2-4 1,1-3-120,-1-6 1,1 0 87,-1-1 0,-3 1-50,2 0 1,-2 5 383,-2-1 95,0 1-673,0-6-612,0 7-43,0 2-476,0 6 412,0 0 345,6 0 0,-2 2 147,5 2 1,0-2-64,6 3 1,-4 1 270,3-1 0,-3 0-66,8-5 1,-2 0 209,2 0 1,-3 0 10,3 0 1,2-2 74,-2-3 0,0-1 26,-5-4 0,0-2 24,0 2 1,0-4-157,1-5 1,-7 3 125,-4-3-4,4 4-117,-6 0 0,4 6 350,-6-1-541,0 7-436,-6-3 275,-2 6 1,-6 6-215,-1 4 0,1-2 137,0 1 0,4 1 10,1 4 0,1 0-110,-1 0 111,-4 1 0,7-1-45,-4 0 1,4-5 113,6 1 0,0-5-187,0 4 396,0-6 1,11 4 219,3-7 1,4 0 279,-4 0 0,5 0-202,0 0 0,0-5 26,-5 0 1,0-6 4,0 2 1,0-9 87,1-1 0,-1-6-223,0 1 1,-1-3-346,-4-1 0,2-5-161,-6 0 0,1-5 190,-1 5 0,-3 4 366,2 5-302,-2 1 26,-2 1-16,-6 1 36,4 13-47,-11 2 1,10 6-385,-6 0-39,6 0 246,-4 0 101,1 6-34,4-4 0,-4 6-88,6-4 0,-1-2 67,-4 3 96,3 3 1,-4 0 146,6 6 0,0 0 188,0 0 1,0 2-29,0 3 1,0-2 121,0 7 1,0-2-189,0 2 0,0 3-102,0-4 1,0-1-94,0 2 0,0-2 80,0 2 0,2 1-201,2-6 0,-1 0 70,7-5 0,-5-1-456,4-3 204,1 2 0,4-10 98,0 2 0,0-4 316,0-4 0,1-4-70,-1-6 0,0-1 78,0 1 0,1-5-49,-1 0 0,-6-1 197,-4 1 1,3 8-39,-3-3 0,1 7 425,-5-2-473,0 6 101,0-4-633,0 7 1,0 2 283,0 3 1,0 2 263,0 8 1,0-1-233,0 0 0,0 0-139,0 1 1,0-1 55,0 0 1,7 0-104,2 0 1,4-4-11,1-1 0,0-5 141,0 0 1,0 3 178,1-3 1,-1 1-9,0-5 0,-1-6 237,-4-4 1,4-2-192,-4-3 1,-1 3 144,2 2 1,-7-2-100,2 2 0,1 2 198,-1-1 13,-1 6-24,-4-4-1304,0 7 0,0 8 719,0 6 0,-4 2 675,-1 8 1,-4 1-195,4 8 1,-2-3 94,3 4 0,-3 0 32,-2-1 1,-4 5-75,4-4 1,1-1-65,-2-5 0,1-1 116,-5-3 0,-1-4 247,1-6-236,0 1 1,0-7 244,0-4 0,-1-4-445,1-4 0,5-4-279,-1-7 0,7 0-488,-2-4 0,4-5-899,1-9 1,3 3-238,6-3 1,7 3 1753,13 1 0,21-10 0,10-7 0,-16 13 0,0 0 0,-1-1 0</inkml:trace>
  <inkml:trace contextRef="#ctx0" brushRef="#br0">29545 3170 7982,'-6'-8'0,"4"-4"294,-3 2 1,4 2 1225,1-1-847,0-1 1,0-4 220,0 0 393,0 0-933,0 0 0,-2 1 107,-3 3-261,4 4-288,-6 6 1,6 0 82,-4 0 0,2 0-260,-6 0 0,1 6-179,-2 4 0,-2 3 203,2 1 0,2 0-902,-1 0 729,5 0 1,-2 1 16,6-1 0,0 0-158,0 0 313,0-6 1,6 3 130,4-6 1,4 0 219,5-5 0,-3-5 52,3 0 0,1-6-115,-1 2 0,0-4 197,-4-1 0,-1-7-27,0-2 1,0-4 52,0-2 1,-6 1-99,-3-1 0,-3 3 49,-2 2 1,0 2 197,0 3 347,0 9-770,0-9 51,0 18 0,-5 1-133,0 9 0,-4 6 186,4 3 1,-1 0 308,1 6 0,2-1-291,-7 6 1,7-6-51,-2 1 0,4-7-71,1 2 1,0-3-116,0-2 1,0 1-504,0-1 0,0 0 344,0 0 0,6-4-172,4-1 1,2-6 116,2 2 0,2-3 134,3-2 0,-3 0 43,3 0 0,-3 0 168,-2 0 1,5-5 381,0 0 1,-5-4 32,-4 4 696,-7-6-447,9 9-1046,-10-4 348,4 6 451,-6 0-277,0 0-28,0 6-120,0 2 1,2 5-17,3-4 0,-2 2-184,6-6 0,-4 0 109,4-5 0,3 5 146,6-1 0,-2 0 16,3-9 0,3-3 67,2-6 0,-2-1-92,2 1 1,-2 0 145,2 0 1,3 0-173,-4-1 1,-2 3 29,-2 2 0,1-1-250,-1 6 0,2 1-57,-2 4 111,-4 0 1,6 6 159,-7 4 1,-4 2 164,-1 2 0,-6 1-59,2-1 1,-3 0 158,-2 0 1,0-4-160,0-1 1,-2-1 7,-3 2 0,2 2-48,-6-2 1,-1-2 46,-4 1 0,-5-6-277,0 2 0,-6-3-37,1-2 1,4 0-51,1 0 0,-2 0 188,2 0 1,5 0 119,4 0-47,1 0 0,-4-2 57,4-3-231,3 4 1,6-7 146,0 3-671,0 3 126,0-4 335,6 6 1,3-1 93,10-4 1,-1 3-44,5-3 0,1-2-66,4-3 0,1 2-116,-1-1 0,1-1 149,-1-4 1,1-2 115,-1-3 1,-4 3 124,-1-2 1,-7 0-43,-1-1 1,-3-1 161,-7-4 0,0-1-15,-5 6 0,0-5 234,0 5 0,-2 2 288,-3 7 230,4-2-884,-12 10 1,12-3 95,-4 10 1,2 3-666,-2 6 0,3 7 599,-2 2 1,-3 4 577,2 2 1,1-1-284,4 1 0,0-1 28,0 0 1,0-1-431,0-3 1,0-2-322,0-3 0,4-3-1424,1 3 1243,6-3 0,-4-7-542,2 1 442,4-7 0,-7-3 35,4-10 0,-4-7 110,-6-2 1,0-11 510,0 1 0,-32-40 0,13 31 0,-1 0 0</inkml:trace>
  <inkml:trace contextRef="#ctx0" brushRef="#br0">30370 3028 7998,'-10'0'253,"1"0"1,4 0 1112,-5 0-621,7 0-324,-3 0-105,6 0-282,0 0 0,6 0 46,4 0 0,4 0-127,5 0 1,1 0-103,4 0 1,1 0 32,-6 0 0,5 0-81,-5 0 1,2 5-11,-3 0 180,-2 6 0,5-3 194,-7 6 0,-4-5 274,-1 1 0,-6-1-101,2 5 1,1-4 137,-1-1 0,0 1-142,-5 4 1,0-4 96,0-1-380,0-6 605,-7 3-232,6-6 0,-7 0 345,3 0-170,4 0 1,-6-1-420,7-4 1,-4-3-311,-1-6 1,0 0-891,5 0 575,0-1 0,2 1-236,2 0 1,0 0 330,5 0 1,-4 4-143,4 1 1,1 4 8,4-5 0,-1 6 40,-4-6 0,4 7 282,-4-2 0,4 4 119,1 1 0,0 0-490,0 0 1,1 1-112,-1 4 1,-5-2-663,1 7 1303,-1-1 0,12 12 0,1 1 0</inkml:trace>
  <inkml:trace contextRef="#ctx0" brushRef="#br0">31009 2886 7998,'-6'-14'199,"-3"0"1,1-4 248,-2 4 1,5-3 188,-4 7 0,4 2 1809,-4-1-369,6 6-1449,-4-4-993,7 7 420,0 0 1,0 7 144,0 2 1,0 4 92,0 1 1,0 5-29,0 0 0,0 1-148,0-1 1,5-1-97,0 5 0,-1-4-79,-4 5 0,0-7 77,0 2 1,0-1-22,0 1 1,0-4 91,0 4 0,0-3-144,0-2 1,0 1 136,0-1 0,2-2-21,3-2 1,-4-2 99,4-3 393,-3-4 377,-2 5-235,0-6-130,0 0-328,0-6-252,0 5 1,0-7 107,0 3-405,0 3 235,0-4-201,0 6-744,0 0 371,0-6 60,0 4 377,0-4 293,0 6-123,0 0-160,0 6 56,0-4-49,0 4 232,0-6 241,0 6 137,0-4 728,0 4-378,0-6-493,0 0-662,0-6 140,0-2 0,4-6-329,1 0 1,0 4 133,-5 1 0,5 4-275,-1-5 1,3 7 299,-3-1 1,0-3 175,5 2 1,-4 1 467,4 4-88,1 0-88,4 0 0,-1 1 82,-4 4 1,2-2 326,-6 7 0,0-6-150,-5 6 0,0-5 661,0 4-247,0 1-482,0 4 0,-7 0-484,-2 0 1,-4-4 59,-1-1 1,0-4-348,0 4 244,-1-5 1,1 7-220,0-7 0,4 1-141,1-5 205,6 0 816,-4 6-326,1-4 131,5 4 608,-6-6 392,7 0 285,0 0-1237,0-6-241,0 4-437,0-4 258,0 6-3271,0 0 2588,7-6-201,-6 4 584,5-4 485,1 6 0,1 0-55,6 0 0,0-2 163,0-2 0,1 0 179,-1-5 0,0 4-7,0-4 0,0 4 167,1-4 0,4-1-191,0-4 0,0 0 62,-5-1 1,0 3-53,0 2 1,-4-2 407,-1 2-38,-6 4-119,4-7-1257,-7 12 500,0-6 302,0 7 1,0 7-157,0 2-136,-7 4 1,6 1 46,-4 0 0,2 0-160,-2 1 0,3-6-549,-2 1 1,4-3 399,4 3 0,0 1 28,5-6 1,1 4 242,4-4 1,2 0 285,3-5 0,-4-2-35,4-3 1,2 2 255,-2-6 1,5-5-154,-6-5 1,1 0 204,-4 4 0,-6 3 475,1 2 1,-7-2 192,2 2-807,2 4 210,-5 0 145,4 6-405,-6 0 0,-4 6-316,-1 3 1,0-1 125,5 2 79,0-1 0,2 5-141,2 1 1,0-6-168,5 1 0,1-7 125,4 1 1,0 3 134,0-2 0,5-1 9,0-4 0,2 0 48,-2 0 1,-4-6-2,4-4 0,-1-2-122,1-2 1,-4-7-40,4-3 1,2-2-19,-2-3 1,0-1 102,-5-3 1,-4 3 18,-1-3 0,-6 9-72,2 5 432,-3 3-559,-2 8-250,0 2 1,-2 8 305,-3 2 1,2 4 201,-6 7 1,5 5-2,0 4 0,1-2 176,-2 2 0,3-6 113,-3 6 0,4-6-164,1 1 0,5-2 5,-1 2 1,7-3-43,-1 3 0,4-8-1,5-2 1,-2-6-3,7 2 1,1-3-207,9-2 1,-3-7 101,7-2 0,-6-4-162,1-1 1,-3-5 41,-2 0 0,-6-6-169,-3 1 1,-4 4-174,-6 1 1,-3 3-167,-6 2 416,0-1 1,-1 7-27,-4 4 1,-4 2-16,-10 2 0,3 6 218,-3 4 1,3 3 208,2 1 0,0 0-82,-1 0 0,6 0 88,-1 1 1,7-1 396,-1 0-270,2 0 0,8 1 29,4-1 1,4-6-47,5-4 0,3 0-79,7 0 1,-1-2-137,0 3 1,6-9-134,-1 0 1,5-7 95,-5 1 1,0 2-72,-5-1 1,4-1-137,-4-4 1,4 5-185,-8-1 0,-4 7-231,-1-2 1,-8-1-88,-1 1-143,-7 0 538,3 5 575,-6 0-149,0 0 474,-6 0 951,4 0-479,-4 0-580,0 0 1,3 0-363,-7 0 0,5 0-480,-4 0 0,-1 0 38,-4 0 0,0 0-321,0 0 0,0 0 258,-1 0 0,0 2-161,-4 3 1,3-2 223,-3 6 1,3-4 167,2 5 1,4-6 227,1 6 0,4-2-230,-4 1 306,5 4-187,-2-5 0,8 1 141,2 1 1,0-7 63,5 2 1,5-4 216,5-1 0,2-1-176,-2-4 0,-3-3-170,3-6 1,-4 0 20,0-1 0,-1-4 16,0 0 1,-5 0 3,1 5 1,-7 0 285,2 0 272,-4 0-1064,-1-1-256,0 7 1,0 4 368,0 8 0,-4 4 333,-1 7 0,0-1 229,5 0 1,0 0-378,0 0 1,0 1-12,0-1 1,0-5-168,0 1 0,2-5-288,3 4 1,-2-6-2185,6 2 2725,1-3 0,-17-35 0,-10-17 0,0-1 0,1 0 0</inkml:trace>
  <inkml:trace contextRef="#ctx0" brushRef="#br0">26147 3924 8190,'-6'-8'1064,"4"-5"0,-6 7 153,3-4 1,4 3-3,-4 2-55,3 3-702,-4-4 1,3 6 128,-7 0 0,1 0-580,-5 0 0,4 6 72,1 4 0,-1 2-273,-4 3 0,5 3-53,-1 1 1,7 2-358,-2-2 1,5-3 309,5 3 1,3-2-43,6 2 0,5-8 56,0 3 0,6-3 115,-1 4 0,-3-3 191,-2-2 0,-4 2-100,0-2 0,-8-2 568,-2 1 0,-6-1-235,-9 2 0,-6 1-85,-12-7 0,-5 6-200,0-5 1,-5-1-155,4-4 1,3 0 153,7 0 1,4 0 17,5 0-116,7 0 1,2-1 69,6-4 0,6 3-194,4-2 1,7 0 284,2 0 1,5 2 216,-5-3 0,5-1-188,-5 1 0,0-1-94,-5 1 0,5 2-67,0-6 0,0 4-167,-5-5 1,5 1-210,0-5 1,0 4 154,-5 1 0,5-1 116,0-4 1,0 0 216,-5 0 1,-4-1 250,-1 1 1,-1 5 356,1-1 674,-2 7-801,-7-3-317,0 6 1,0 1 45,0 4 0,-5 3 24,0 6 1,-4 5-154,4 0 1,0 2-147,5-2 1,0-4-307,0 4 0,0-3-56,0-2 1,2 1-275,3-1 0,7-6 230,7-4 1,6 3-163,-1-2 0,3-2 164,1-8 1,-4-3 133,0-6 1,-7 0 557,2-1 1,-5 0 165,-4-4 0,1 3 452,-6-3 1,-1 3-297,-4 2 0,0 4 1243,0 1-1272,0 6-675,0-4 0,-4 14 130,-1 2 0,-1 9 182,1 1 1,3 6 38,-2-1 0,2 2-25,2 3 1,0-1 104,0 1 0,0 4-263,0 0 0,0-1 31,0-9 1,0 4 14,0-3 0,-6 1-137,-4-1 1,-1-4-6,2-5 0,-9-3 24,4-2 0,-3 1 75,2-6 1,1-1 46,0-4 1,5-6 128,-1-4 0,2-2-298,-1-2 1,2-9-196,7-5 0,7-2 22,2-8 0,5 2-273,5-2 0,3 2 164,7 2 1,-1 4 72,1-3 0,-1 3 64,1 2 0,-1 6 75,0 3 0,-4 3 138,0 2 0,-7 1-215,2 4 319,-3 2 1,-2 9-48,0 3 1,-4 1-45,-1 3 1,-4 4 210,5-4 0,-6 4 28,6 1 1,-7 1 6,2-1 1,-4 0-107,-1 0 0,0-4 79,0-1-58,0 1 1,-1 4 127,-4 0 1,-3-4-173,-6-1 0,-5-4-160,0 4 1,-6-6-102,1 2 0,-3-2 61,-1 2 0,1-3 165,3 2 0,4-2 1,5-2 0,1 0 139,0 0 1,6-2-277,3-2-174,4 2-120,1-4-168,0 6 0,6 0 519,4 0 1,-1 0-96,5 0 1,-1 0 215,11 0 1,-5 0-198,4 0 0,3 0-31,7 0 0,-3-5-24,3 0 1,2-6-154,-2 2 1,2-4 183,-2-1 1,-3-5-38,3 0 0,-8-5 257,-1 5 0,-7-6 51,2 1 1,-9-1 170,-6 1 0,-2-3-65,-2 4 0,0 2 142,0 2 1,-2 5 39,-2 5-65,2 2-459,-11 7 0,10 3-503,-6 7 0,6-1 722,-2 10 0,2 3-147,-2 2 1,3 3 368,-2 1 1,2 1-113,2-1 0,-1-4-149,-4 0 1,3-2-50,-2 2 1,2-4-20,2-6 1,2 4 64,2-4-419,4 3 1,6-15-119,1 3 0,5-4 129,4-1 0,3-3 144,1-6 0,1-3 55,-1-11 1,0 1 147,1-2 1,-2-3-96,-4 3 1,1-2 112,-10-3 0,4 2 91,-9 4 0,-3 7 593,-1 6-481,-3 7 0,-4-3-113,-3 6 0,-2 6-479,-8 4 1,-4 4 239,0 5 1,1 1 345,3 4 0,6 1-168,-1-6 1,6 5-46,-6-5 0,7 0-192,-2-5-85,4 0 1,2-1-251,4-4 0,3 2 245,6-6 1,0 0 13,1-5 1,0-2 61,4-2 0,-1 0 57,5-5 0,-5-1 53,1-4 0,-2 0 189,2 0 0,-5 4-46,0 1 218,1 6 143,-7-4-95,6 7 318,-6 0-5,-2 0 20,-6 7-708,0 1 0,0 1-424,0 1 129,0-7-210,0 3-188,0-6 415,0 0 1,5-2-218,-1-2 1,8-3 238,-3-2 1,2-4 307,-1 4 0,2 3-31,-2 1 1,-2-2 287,1 3 0,1-1-10,4 5 1,-5 0 154,1 0 1,-6 0 130,6 0 1,-2 6-48,1 4 1,2-2 159,-6 1 1,1-4-346,-1 4 0,-2-4-433,7 5 130,-7-7 1,10 8-168,-4-6 1,-1-1-82,1-4-55,1 0 0,4-4 15,0-1 0,-4-2-274,-1 3 592,-6 2 60,10-10 79,-11 10 1,4-6-617,-6 3 1,2 4-1488,2-4 391,-2 3 276,11 2 0,-10 0-358,6 0 882,-6 0 711,4 0 0,-7-6 0,0-2 0</inkml:trace>
  <inkml:trace contextRef="#ctx0" brushRef="#br0">26900 4094 8545,'-14'0'2048,"6"0"-499,-4 0-1271,10 0 1,4 0-392,12 0 1,8 0-1129,11 0 0,3 0 1241,7 0 0,7 0 0,6 0 0,5 0 0,0 0 0</inkml:trace>
  <inkml:trace contextRef="#ctx0" brushRef="#br0">28365 4094 11005,'0'-8'3334,"0"2"-2307,0 6-524,0 0-202,-6 0-166,4 6 0,-4 2-120,6 7 1,-5-6-244,0 1 1,0-1 70,5 5 0,0-4-536,0-1-150,0 1 30,0 4 1,2-5 167,3 1 170,-4-7 763,12 3 0,-5-6-242,6 0 0,-4-4 334,-1-1 0,0-5 22,6 6 1,-1-6 167,0 5 1,0-4-226,1 4 1,-1-4-55,0 4 1,-5 0-144,1 5 0,-5 0-216,4 0 227,1 0 1,-1 0-79,1 0-350,-7 0 34,3 7 1,-4-4-873,2 6 560,-2-6-214,4 4 386,-6-7 283,7 0 1,1 0 152,6 0 1,5-7-18,0-2 1,0-2 182,-5 1 0,0-1 13,0 7 0,0-6 114,1 5 0,-3-1 26,-2 1-231,2 4 0,-8-6 197,5 7 217,-6 0-693,4 7-798,-7 1-209,6 6 1,-5-5-614,4 1-660,3-7 2410,-6 10 0,-21-43 0,-13-4 0</inkml:trace>
  <inkml:trace contextRef="#ctx0" brushRef="#br0">28507 3895 9054,'-8'-6'2569,"2"4"0,1-5-1807,0 2-710,1 3 1,5-4-4284,4 6 4231,3 6 0,28 11 0,12 6 0,2 4 0,1-1 0</inkml:trace>
  <inkml:trace contextRef="#ctx0" brushRef="#br0">29588 4023 8058,'-23'-8'0,"-2"-4"740,6 2 0,-6 2 1007,1-1 1,-3 6-1002,-1-2 0,1 3-178,3 2 0,-1 0-38,6 0 0,0 2-414,5 3 0,5-2-258,-1 6 0,5 1-12,-4 4 0,6-4-223,-2-1 0,3 0-55,2 6 0,2-3-536,3-2 1,-2 1 289,6-6 0,-4 4 309,5-4 1,-1 0 296,5-5 1,-4 0 192,-1 0 0,1 0 471,4 0 0,-1-7-194,-4-2 0,4-2 398,-4 1 1,-1-1 1057,1 6-1300,-5-6 1,7 8-215,-7-6-480,1 6-723,1-4 795,-4 7 0,6 0-141,-3 0 0,-2 2-273,6 3 0,-5 2-442,0 8 1,4-1 57,2 0 866,2 0 0,40 13 0,10 3 0</inkml:trace>
  <inkml:trace contextRef="#ctx0" brushRef="#br0">30099 4052 8058,'0'-15'889,"-6"1"1,0 0 1241,-4 0 1,-2 6-355,2 3-1004,4-3 1,-5 5-99,6-6-702,-6 5 0,8-2-761,-7 6 671,1 0 0,-5 6 14,-1 4 0,3-2-58,2 1 1,-2 1-452,2 4 1,2 0 239,-1 0 1,4 1 126,-4-1 0,5 0-383,0 0 221,2 1 0,2-1-292,0 0 645,0-6 1,6 3 336,4-6 0,3-1-159,1-4 1,2-1 80,3-4 1,-4-3 2,4-6 0,-3-2 296,-2-3 0,5-3-185,0-6 1,0-5 6,-5-1 0,-1-5-460,-3 1 0,1-2 46,-7 3 1,1 2-98,-5 6 148,0 7-249,0 2-103,0 12 1,-5 8-434,1 9 0,-3 10 646,3 5 1,0 8 410,-5 1 1,6 0 205,-2-5 1,3-1-245,2-3 1,0 1-33,0-6 0,0 2-97,0-2 0,0-7 34,0 7 1,5-11-250,0 6 1,6-9 179,-2 0 0,9-4-227,1-1 0,4-1-1,-4-4 1,7-3-58,-3-6 1,4-2 127,2-3 1,-1-1-71,1-4 0,-1-1 143,0 6 0,-4-5 7,0 5 0,-7 5 19,2 4-160,-3 7 187,-2-3 0,-4 6-68,-1 0 33,-6 0 158,4 6 378,-7 2-89,0 0 278,0-2-376,0 1 0,-2-6 277,-3 4-357,4-3 0,-7-2-285,3 0 0,2 0-316,-7 0 1,6 0 162,-6 0 0,1 4-108,-6 1 1,6 1 210,0-1 0,-1 1 73,-4 4 1,1 2-124,4-2 64,-4 3 1,7 1-52,-4 0 0,4-4 114,6-1 0,-5-4-112,0 4 1,1-4 89,4 4 183,6-5 1,2 2-94,6-6 1,0 0 153,1 0 0,4-5-57,0 0 0,-1-6 151,-3 2 1,-1-4-87,0-1 1,-1 5 34,-4-1 0,2 5-220,-6-4 0,1 4-519,-1-4-827,-3 5 796,4-2 212,0 6 0,-4 6 176,3 4 0,3 3 177,1 1 1,-1-2-115,1-2 1,1 3 80,4-4 0,5 2 62,0-1 1,6-4-6,-1-6 0,-2 0-3,2 0 0,-2-6 34,2-4 1,1-4 108,-6-5 1,-2-2-165,-7-2 1,1-9 101,-6 4 1,-1-4 19,-4 4 1,0-1-49,0 1 0,-1 6 314,-4 3-304,3 3 1,-6 8 127,4 3-440,2 4 1,-6 2-457,3 4 0,4 8 607,-4 6 1,-1 6 307,1-1 1,-4 2-137,4 3 1,0-2 123,5-4 0,0 3-154,0-7 0,0 4-144,0-4-38,0 0 1,0-5 115,0 1 1,2-7-135,2-4 0,4-2 90,7-2 0,-1 0-75,0 0 0,2-6-15,3-4 0,-2-4-95,7-5 1,1-2-24,8-2 0,-3-4 28,4 3 0,-4 4-94,-2 1 0,0 4 88,1 6 0,-2-2-96,-4 6 154,-2 0 200,-7 5 0,-6 2-80,-3 3 418,-4-4-49,-1 6 0,-1-3 479,-4 1-159,-3 0 0,-11-5-457,0 0 1,0 0-286,5 0 1,-2 0 33,-3 0 1,2 0-318,-7 0 1,7 1 95,-2 4 1,3 2-123,2 2 1,0 4 219,-1-4 0,1 4 58,0 1 1,5 0 15,-1 0 1,7 2 31,-2 3 1,4-8 148,1 3 1,1-3-121,4 4 1,8-6-12,5 1 0,8-7-59,-3 2 1,9-4 53,1-1 1,2-6 24,-2-4 1,-3-2 24,3-3 1,-7 1 149,-3 0 1,-5-2-63,1-3 0,-5 8 561,-5-3-296,4 3-96,-11 3-773,4 2 1,-8 6 269,-2 0 1,2 1 299,-3 4 1,-1 3-49,1 6 99,0 0 0,5 1-184,0-1 1,0-5 10,0 1 1,7-5-40,2 4 0,4-6-68,1 2 1,0-4 171,1-1 1,0 0-79,4 0 1,-3-6 81,3-3 1,-3 1-25,-2-2 1,0 2 165,0-1 0,-4-2-158,-1 6 66,-5-6-91,8 9-59,-10-4 369,4 6 1,-6 6 110,0 4 0,0-2 124,0 1 1,0 1-207,0 4 1,0-4-101,0-1 1,0-4-32,0 4 0,0-4 1,0 4 8,0-5 1,-1 2-296,-4-6 40,3 0 121,-4 0 1,4-2-441,-2-2 1,2 0 23,-3-5 0,4-1-89,1-4 1,0 0 149,0 0 0,4 0-4,1-1 1,1 3 91,-1 2 1,-2-1-53,7 6 305,-1-6 0,6 10-143,-1-4 0,0 4 287,0 1 1,0 4-9,1 1 1,-3 6 103,-2-1 0,2 2-93,-2 2 1,-2-1-108,1-4 0,-6 4-18,2-3 1,-2-2 37,2 1-176,-3-6-390,4 10 607,-6-12-166,0 6 1,2-7-42,2 0 0,-1-7-51,7-2 1,-1-4-167,6-1 0,-1 0 146,0 0 1,3-1-48,-2 1 1,2 0 61,-7 0 1,2 4-12,2 1 0,-4 6 120,-1-2 0,-4-1-19,5 1 126,-7 0 1,5 5-23,-4 0 351,-2 0-120,4 0 284,-6 0 67,0 0-917,0 6 1,-1-4-1255,-4 3 803,3-4 1,-6 4 712,4 0 0,-29 37 0,-13 6 0</inkml:trace>
  <inkml:trace contextRef="#ctx0" brushRef="#br0">31777 3824 8081,'0'-14'925,"-6"0"0,4 4-233,-3 1 0,4 4 1241,1-4-1433,-6 5 1,4-3 426,-3 2-715,4 3-26,1-4 1,-2 6-139,-3 0 1,2 0-80,-6 0 1,4 6-100,-5 4 1,3 2 39,-3 3 0,-1 4-221,6-1 0,-4 6 28,4-5 0,0 5-146,5-5 1,0 4 143,0-4 0,2 2 121,3-2 0,3-5 154,6 0 1,6 1-31,4-6 1,3-3 153,1-1 1,1-3-53,-1-2 1,1-7 210,-1-2 1,0-4 7,1-1 0,-5-2 174,-1-3 0,-7 2-92,-2-7 1,1 5-45,-6-4 1,-3 5 25,-1-1-143,-3 3-243,-2 2 1,-7 6-134,-2 4 1,1 2-479,-2 2 0,1 6 321,-5 4 0,0 2-111,-1 3 0,1 4 303,0 0 0,4 4-62,1-4 1,6 5 79,-2-5 0,3 0-45,2-5 1,0 0 59,0 0 1,7 1 113,2-1 0,6-6 94,3-3 0,0-4-108,6-1 1,-2 0 95,1 0 1,3-6 132,-7-4 0,4-7-69,-4-2 0,0 0 58,-5 5 0,-4-5 352,-1 0 35,-5 0-125,2 5-39,-6 6-680,0 2-341,0 6 0,0 1 555,0 4 0,-2 1 13,-2 4 0,2 2 524,-3-2-402,4 2 1,1 3-179,0-1-187,0-6-378,-7 4 839,6-10-20,-6 4-232,7-6-75,0 0-262,7-6 1,1-2 31,6-6 1,0 4 62,0 1 0,0 4 250,1-4 1,-1 5-40,0 0 0,5 2 60,0 2 0,0 0 282,-5 0 1,0 0 111,1 0 1,-1 5-97,0 0 0,-1 1 406,-4-1-407,4-4 1,-5 10 35,6-6 0,-5 0-183,1-5 0,-5-2-80,4-3 0,-4 2-64,4-6 0,-5-2-212,0-8 1,3 1-71,-3-5 1,1-1 140,-5-4 0,0 1-115,0 3 1,0-1 89,0 6 1,0 0 136,0 5 1,0 4-168,0 1 26,0 6 24,0-4 1,-5 14-171,1 2 0,-7 4 616,1 1 1,2 5-138,-1 0 0,4 6 312,-5-1 0,7-4-215,-1-1 0,2 2-158,2-2 0,0 0-183,0-5 1,0-5-707,0 1 364,0-1-227,0 6 394,0-8 1,2 0 47,2-7 1,-2-2-31,3-3 0,-4-4 112,-1-10 1,0 3 137,0-3 1,0 4 99,0 0 1,0 1 795,0 0-407,0 0-29,0-1-425,0 8 1,7 0 93,2 7 0,5 0 191,5 0 1,3 0-311,7 0 1,-1 5-246,1 0 1,4 4 48,0-4 1,0 0-236,-4-5 1,-1 0 168,0 0 0,-5 0 5,-4 0 1,-5-2 342,-5-3-24,-2-3 62,-7-6 1,-2 5-118,-3-1 124,-3 7 0,-6-3-108,0 6 1,0 6 13,-1 4 1,6 2 131,-1 2 1,3 2 224,-3 3 1,2-3-68,3 3 0,4-2-119,-4 2 0,4-3-151,1 3 0,6-8-37,3-1 1,-1-3-195,2 3 1,4-4 39,5-6 0,1 0-246,-1 0 1,2-1 37,3-4 0,1-3 105,-6-6 0,5 0 116,-5-1 0,-1 6-29,-3-1 236,-1 1 1,-1-1-162,-4 1 363,-3 6-172,-6-3 1,0 7 232,0 4 0,0-2 61,0 6 0,0-4 187,0 5-440,-6-7 155,4 3 107,-4 0-395,6-4 0,6 4-248,4-6 1,3-4 141,1-1 0,0-1-112,0 1 0,5 3 269,0-2 0,2 2 131,-2 2 1,-4 0-303,4 0 1,2 0-101,-2 0 0,0 0-207,-5 0 0,0 0-888,0 0-809,1 0 2095,-7 0 0,-53-44 0,14 16 0,-1 0 0</inkml:trace>
  <inkml:trace contextRef="#ctx0" brushRef="#br0">31720 3753 8320,'14'-6'-264,"7"4"-65,3-3 0,10 2 329,9-1 0,1-8 0,5-3 0,7-4 0,0 0 0</inkml:trace>
  <inkml:trace contextRef="#ctx0" brushRef="#br0">27967 4663 7933,'0'-14'853,"0"0"1,-2 4-370,-3 1 1,4-1-7,-4-4 1,4 4 362,1 1 1,0 4 456,0-4-77,-7 6-869,6-10-497,-6 11 1,3-2 195,-1 8 0,-6 6 130,1 9 1,-4 9 23,-5 10 0,2 3-74,-7 2 0,0 4 80,-4 1 0,-1 4-38,1-5 0,0 1-17,-1-6 0,7-1 5,3-3 0,3-5 58,2-9 0,5 1 76,-1-6-325,7-6 246,-3-7-318,6-6 225,0 0 1,1-5-249,4 1-471,-3-7 66,10 3 1,-4-6-531,6-1 1,1 3 21,-1 2 0,0-1-685,0 6 1,2-4 670,3 4 1052,-3 0 0,30 5 0,-1 0 0</inkml:trace>
  <inkml:trace contextRef="#ctx0" brushRef="#br0">28251 4990 7969,'0'8'221,"0"-2"-97,0-6 0,0 2 425,0 2-28,0-2 45,0 4-1,0-6 1210,0 0 1,6-4-1898,4-1 1,1-6-36,-2 1 1,6-2 62,-1-2 1,0-2-62,5-3 1,2-3 90,-2-7 1,4 1-74,-4-1 1,-1-1 98,-9-3 1,4 3-7,-4-3 0,-3 9 219,-1 5-213,-3 4-90,-2 0 1,-5 9-11,0 6 0,-6 6-221,2 9 1,1 4 430,-2-1 0,3 8-34,-3-3 0,-1 4 82,6 2 0,-4-1-76,4 1 0,-1-3 408,1-2 0,3 3-180,-2-3 1,2 1-29,2-1 0,0 1-289,0-6 0,0 0-257,0-5 0,6-1 68,4-4 1,2-3-171,3-6 1,4 0 125,0 0 1,6-6 168,-1-3 0,-4-9 13,-1-1 0,2 0 123,-2 5 0,-2 0 324,-8 0 1,4 0 164,-3-1-108,-4 1 0,0 5-83,-6-1-151,0 7-733,0-3 427,0 6 1,0 6 200,0 3 0,0 4-90,0 1 134,0 1 0,0-1-188,0 0-64,0 0 0,2-1 133,3-4 0,2 2-2,8-6 1,-1 0 207,0-5 0,2-2-129,3-2 1,-3 0 62,3-5 0,1-2 114,-1-8 1,-5 3 267,-4-3 1,-7 2-211,2-2 0,-4 3 367,-1-3-579,0-3 1,-6 8-368,-4-1 0,-7 3-451,-2 7 1,-1 0 387,1 5 1,3 7-50,-3 2 1,-2 4 33,2 1 1,0 0 19,5 0 1,5-4-26,-1-1 1,5-1-128,-4 2 255,6 2 1,-2-5 7,10 2 0,3-2 431,6-7 0,5 0-155,0 0 1,6-2 265,-1-3 0,-2 2-141,2-6 0,-2 4 41,1-5 1,3 7 27,-7-2 0,0 4 110,-5 1 0,0 0 127,0 0-325,1 0 0,-3 1 63,-2 4 0,-4-2-88,-6 7 0,5-1-147,-1 6 0,1-1-32,-5 0 1,0-5-176,0 1 0,5-1-66,0 6 0,1-6-342,-1 1 0,-2-7-44,6 1 220,1-2 1,4-2 451,0 0 1,-4-5-82,-1 1 1,-1-7 1140,2 1-136,2-3 328,-4-1-710,0 0-89,-2 6-232,-6 2-648,7 6 518,-6 0-24,6 0 0,-3 1-1,1 4 0,1-3-37,-1 2 1,-2 3 6,7-3 0,-5 1 28,4-5 0,0 0 43,6 0 1,-1 0 124,0 0 0,-4-5 46,-1 1 0,-4-7 573,4 1-751,-6-2 1,4-3-134,-7 1 0,0 0-239,0 0 1,-2 1-1281,-3 4 1039,-2-4 1,-8 7-1257,1-4-100,0 4 1,1 7 234,4 4 1631,2-3 0,39 36 0,8 1 0</inkml:trace>
  <inkml:trace contextRef="#ctx0" brushRef="#br0">29602 5004 7969,'0'8'3128,"0"-2"-1300,0-6-48,0 0-740,-7 0-228,6 0-796,-5 0-538,6 0 288,0 0-25,6 0 1,-3-4 174,7-1 1,-1-6-104,5 1 0,0-7-53,1-2 1,4-6-98,0 1 1,0-8 15,-5-1 0,3-5 125,-3 5 1,2-5 40,-11 5 1,4 5 95,-4 4 0,0 7 3,-5-2 0,-2 9-149,-2 5 1,0 4-163,-5 1 1,4 6 161,-4 4 0,-1 7 274,-4 2 1,4 6 289,1-1 0,1 1-24,-1-1 1,-2 3 224,6-3 1,-5-2-288,6 1 0,-1-1 55,5 2 1,0 1-303,0-6 0,1 0 130,4-4 1,3-1-206,6 0 0,1-1-132,-1-4 0,2-3-179,2-6 1,0 0 131,6 0 0,-5 0 10,4 0 1,-4-8 161,5-6 0,-2 0 93,2-5 0,1-3-49,-6-2 1,6 2 28,-1-2 0,-2 7-138,2-2 0,-7 5 89,2 4 0,-3-1-43,-2 7-85,0-1-46,-6 5 0,0 0 196,-3 0 3,-4 6 0,6-3 11,-7 7 136,0-7 0,-2 3 454,-3-6-214,4 7 171,-6-6 72,7 6 303,-6-7-765,-2 0 1,-6 0-310,0 0 0,-2 4 115,-3 1 1,2 6-195,-7-1 0,7-3 2,-2 3 0,3-2 59,2 1 0,-1 4-53,1-4 1,0 3-78,0-3 1,6 4-100,3-4 0,4-1 184,1 1 0,1-4 42,4 5 1,4-7 302,10 2 1,-1-4 38,5-1 1,-4-5 65,5 1 1,-5-7-5,5 1 1,-7-1 156,2 2 1,-3-4-155,-2 4 0,-4-3 97,-1 3 0,-4-2-86,4 6 0,-6-1-92,2 1-483,-3 4-393,-2-6 0,0 14 456,0 2 0,0 4 185,0 1 0,-5 0 357,0 0-382,0 1 1,7-1 2,3 0 1,-2-1 80,6-4 0,1-3 144,4-6 1,0 0 87,1 0 1,-1 0-90,0 0 0,5-6-347,0-3 1,1-9 54,-1-1 1,-3-6 135,3 1 1,-3 1 8,-2-6 0,-4 4 4,-1-8 1,-1-2 5,2 2 1,-4 0 2,-6 4 1,0 7 76,0 3 388,0 3-783,0 8 0,-5 4 206,0 8 0,-6 9 331,2 6 0,1 6 62,-2-1 1,6-2 322,-6 2 1,7 0-290,-2 4 0,2-6-41,-2-3 1,4 2-141,-4-3 1,4 3-64,1-2-346,0-3 0,0 4 88,0-5 0,1-3-187,4-2 0,3 1 193,6-7 1,0 1 39,0-5 0,2 0 69,3 0 0,2-1 25,2-4 0,4 2 69,-3-7 1,-2 1 248,2-5 1,-7 4 168,2 1 0,-3-1-109,-2-4 1,0 4 5,1 1 1,-3-1-18,-2-4-185,2 0 1,-10 0 89,3 0-174,-4-1 95,-1 1-225,0 6 0,-1 2-501,-4 6 0,-3 2 291,-6 2 1,0 4 193,-1 6 1,1 1 103,0-1 1,1 5 185,4 0 0,-2 0-258,6-5 0,-4 0-15,4 0 1,0 1-94,5-1 0,0 0 144,0 0 0,6-1-181,4-4 1,4-1 54,5-3 1,-2-3-66,7 2 1,-5-2 136,5-2 0,-1-6 94,6-4 0,-7-3-6,-3-1 0,1 0 186,-1 0 1,0 0 30,-4-1 130,-1 1-249,0 0 0,-6 4-249,-3 1-100,-4 6 1,-1-2 375,0 10 1,0-2 254,0 6 1,0 1-48,0 4 0,0-4 170,0-1 1,0 1-190,0 4 0,0-5-78,0 1 0,-4-6-607,-1 6 173,0-7 1,5 5-590,0-3 557,0-4 140,0 6-305,0-7 22,0-7 0,6-1-27,4-6 0,-2 0 127,1 0 0,1 4 123,4 1 0,0 1 92,0-2 0,-1 3 127,-4 2 0,4 3-104,-3-3 0,2 4 184,2 1 1,-4 1 0,-1 4 1,-4-2 273,5 7 1,-6-5-122,6 4 1,-5-1 165,4 1-516,-6 4 0,10-5 0,-5 0-153,6-3 0,-5-4 67,1-1 0,-1 0-177,6 0 1,-1-5 66,0 1 0,2-9-60,3-1 1,-2 0 193,7-5 0,-5 3 52,5 2 1,-7-1 43,2 1 1,-5 5-22,-4-1 206,2 7-49,-4-3 242,0 6-134,-2 6 1,-6-3 94,0 7-436,0-7 215,0 10 415,0-12 13,0 5-248,0 1 0,-1-6-43,-4 4-236,3-3-114,-10-2-195,4-7 0,-6 6 138,-1-4 0,1 3-94,0 2 1,0 2-56,0 3 1,-1-2 114,1 6 1,5 1 44,-1 4 1,5-4 37,-4-1 0,6 1 146,-2 4 1,3 0-64,2 0 0,7 0-12,2 1 1,5-3 47,5-2 0,4-4 62,5-6 1,0 0 13,1 0 1,-2-2-42,-4-2 0,4-4 10,-3-6 0,-3-1 46,-3 1 0,1-5 179,-4 0 0,2 0-45,-8 5 0,-2 0 122,-2 0 0,-4 4-16,-1 1-110,0 6-754,0-4 0,-1 9 216,-4 3 459,3 2 1,-6 8-112,4-1 1,2 0 90,-3 0 0,4-4-319,1-1 151,0 1 1,6 2 18,3-2 0,3-2 33,-3-4 1,4-2 6,-4 3 0,9-4 76,0-1 0,1-1-24,-4-4 0,-1 2-40,0-7 0,-4 3 25,-1-3 1,-1-3 38,1 4 1,-1 3 324,-3 1-912,-3-3-199,4 6 194,-6-4 0,0 8 535,0 2 0,0 6 365,0 9 1,0-2-245,0 7 1,-5 0 52,0 4 0,1-4 105,4-1 0,-5 1-111,0 5 1,-4-3-180,4-2 1,-1-3 123,1-7 0,2 0-214,-7 0 1,6-1 396,-6-4-97,1-2 1,-6-7 31,1 0 0,0 0 309,0 0 0,4-8-159,1-6 1,6-2-35,-2-8 0,3 4-645,2-9 0,7 4-31,2-8 1,10 1-266,5-1 0,-2 5 295,2-1 1,-1 2-189,6 8 0,-6-4-60,1 4 1,-5 0-879,5 4 579,-7 1 1,2 5 323,-9-1 0,-6 6-1910,-8-6 2400,-4 7 0,-38-11 0,-17-4 0,-4 3 0,1-1 0</inkml:trace>
  <inkml:trace contextRef="#ctx0" brushRef="#br0">30370 4748 7969,'-10'0'1037,"1"0"227,5 0 0,0-1-1128,8-4 0,12 2-49,13-7 0,7 6-279,11-6 1,6 1-460,8-6 1,-2 6-609,2-1 0,-15 7 1259,-8-1 0,-51-11 0,-14 0 0</inkml:trace>
  <inkml:trace contextRef="#ctx0" brushRef="#br0">28877 5900 7889,'-2'-10'130,"-3"1"1,4 4 275,-4-4 1,-1 4-85,1-5 0,0 6 466,5-6-285,-6 1 0,3-4-102,-7 4 0,1-2-173,-5 6 1,-1-5-74,1 6 0,0-1-108,0 5 1,-2 0 118,-3 0 1,3 0-14,-3 0 0,2 5-200,-2-1 1,8 9 69,-3 1 0,3 0-167,-4 5 1,7-3 45,4-2 1,2 2-44,2 3 0,0-8-36,0 3 0,2-4-190,2-1 1,6 2 125,9-6 0,-2 0-78,7-5 0,0-6 26,4-4 0,0-3 186,1-1 1,-2-5 145,-4 0 0,3 0-65,-7 5 0,0-6 213,-5-4 0,-5 2-136,1-2 0,-7 0 49,2-4 1,-5 0-18,-5-1 0,3 7 109,-2 3 0,-4 5 336,-2 4-128,4 4-9,-7 6-30,12 0-69,-12 0-231,12 0 0,-6 2 74,7 2-92,-6-2-409,4 11 305,-4-6 1,6 8 27,0-1 1,0-5 45,0 1 0,0-5-23,0 4 1,-2-4 9,-2 4 23,2-6 65,-4 10 134,6-11 228,0 10-418,0-10 88,0 4-379,0-6-6289,0 0 6548,0 7 0,-25 13 0,-7 10 0</inkml:trace>
  <inkml:trace contextRef="#ctx0" brushRef="#br0">28635 5729 7918,'0'-14'0,"0"5"78,0-1 1,0 1 238,0-6 0,-2 6 114,-2-1 0,2 1 641,-3-5-252,4-1 1,1 1 493,0 0 243,0 6-1375,-7-4-57,6 10 0,-10 4 135,6 12 0,-1 2-44,1 7 0,3 1-14,-2 4 0,2 6-60,2-1 1,0-2-222,0-7 1,0 1-120,0-6 1,5 0-358,0-5 0,10 1 188,0-1 0,4-6 204,0-4 0,1-2 18,4-2 0,3-6 65,-4-4 0,-1-4 111,2-5 1,-7 2-5,2-7 0,-4 2 261,-6-2 0,2-3-31,-6 4 1,0 1 196,-5-2 1,0 2-107,0-2 0,0 8 1,0 7-611,0 6 75,0-10 0,-5 18-362,0-1 1,0 9 414,5 6 1,-1 2 54,-4 2 0,4 4 41,-4-3 0,3 1 268,2-1 1,0 1-275,0-6 1,0 0-6,0-5 0,7 0-285,2 1 1,4-8 98,1-2 1,5-3-27,0-2 0,1 0 128,-1 0 0,-3-7-45,3-2 0,2-8 91,-2-2 1,-5 0 268,-5 5 1,-1-5 312,2 0 0,1-5-114,-7 5 1,1 0 61,-5 5 0,5 4-126,0 1-120,-1 6-92,-4-4 0,0 9-222,0 3 1,-4 3 223,-1 6 0,-1 5 61,1 0 0,3 4 128,-2-4 1,-3 5-154,2-5 1,-1 2-228,1-3 0,4-2-117,-4 3 0,4-8-307,1-1 0,0-5 170,0 4-7,-7-6 185,6 3 0,-4-10-68,10-1 0,-2-11 217,6 2 0,-4-8 50,4 3 1,-1-6 148,2 1 1,2 2-39,-2-2 1,-2 7 84,1-2 0,-4 3-157,5 2-296,-1 6 228,5 2 0,0 6 5,1 0 1,-6 11 136,1 3 0,-2 5-95,1 0 1,-1-2 54,-3 7 1,-4-7-259,4 2 1,1-3-604,-1-2 160,6 0 190,-3 1 1,6-8 132,0-2 0,1-3 39,-1-2 0,0-7 177,0-2 1,1-4 28,-1-1 0,5 0 169,0 0 1,1 0-102,-1-1 1,-3 1 130,3 0 0,-2 4-107,2 1 1,-5 4-77,1-4 1,-1 6 12,-5-2-22,4 3 84,1 2 1,-4 5-93,-1 0 378,-6-1-65,4 3 168,-7-6-162,0 6 162,0-7-57,0 0-466,-7 0 1,-1 0-109,-6 0 0,0 0-142,0 0 1,0 0 65,-1 0 0,-4 6-95,0 3 0,-1 4 133,1 1 0,3-1 81,-3-4 1,8 4 9,2-3 1,5 2-92,0 2 206,2 1 0,10-3 7,6-2 0,7-4 124,7-6 1,1 0-145,-1 0 0,1-2 103,-1-2 1,-1-4-66,-3-6 1,1 4 120,-6 1 0,0-6-21,-5-4 0,-1 1 133,-4 3 0,2 0-68,-6-4 0,0 1-124,-5-6 0,0 1-12,0-6 0,-2 6 78,-3-1 1,-1 7 23,-4-2 1,3 3-66,2 2-33,3 6-257,-10 1 0,10 9-285,-3 3 1,-1 4 485,1 10 1,-1 2 9,1 2 0,4 4 148,-4-3 0,3 3-127,2 1 0,0-4 229,0 0 0,0-2-141,0 1 0,7-2-8,2-7 1,-1 4-256,1-4 0,3 6 15,6-10 0,0 4-85,6-9 1,-5-1 115,4-4 0,1 0 21,4 0 1,-4-6 29,0-3 1,-5-4 21,4-1 0,-5-5 222,1 0 0,-3-2-69,-2 2 0,-5 4 78,1-4 1,-6-2 193,6 2-209,-7 0-198,3 5 1,-7 1-195,-4 4 1,2 3 20,-7 6 0,6 1-230,-6 4 0,2 3 99,-1 6 1,-4 0 67,4 0 1,1 5 250,-2 0 0,7 0 22,-2-4 0,4-1 78,1 0 0,0 0-112,0 0 0,1 1 131,4-1 0,3-5-123,6 1 1,7-7 33,3 2 1,2-4-115,3-1 0,-1-1-225,1-4 1,-2-1 127,-4-4 0,3-3 194,-8 4 0,1-2 179,-4 1 0,-6-1-71,1 7 184,-7-7-276,3 9 0,-6-4-131,0 6 191,0 0 766,0 6-142,-6 2-262,4 6 0,-6-1-172,4-4 1,2-1 202,-3-3 290,4-4 309,1 6-190,0-7-198,-7 0-964,6 0 0,-6-7-48,7-2 0,0-4-270,0-1 0,5 0 192,0 0 0,6-5-369,-2 0 1,4 0 248,1 5 0,1-1-118,-1 1 1,0 5 238,0-1 1,5 7 156,0-2 1,0 4-434,-5 1 0,0 0 230,1 0 0,-1 6-1277,0 4 1713,-6 2 0,-27 28 0,-13 6 0</inkml:trace>
  <inkml:trace contextRef="#ctx0" brushRef="#br0">29573 6525 7870,'0'-14'0,"0"0"469,0 0 0,0-2 681,0-3 0,0 3-568,0-3 0,-4-1-136,-1 1 1,-5 0-9,6 5 0,-7-1-208,1 1 1,-3 6-182,-1 3 1,-5 4 76,0 1 1,-4 6-106,4 4 1,-5 4 70,5 5 1,-5 1-93,5 4 0,2 3-245,8-3 0,-3 1 39,8-1 0,-1 1-67,5-6 1,2 0 91,2-5 1,4-1 84,6-4 1,2-3 51,3-6 1,-1 0-5,5 0 0,1-6 50,4-3 0,-4-6-44,0-4 0,-7 4-162,2-4 0,-3-3 89,-2-2 1,0-3 41,1-1 1,-8-1 13,-2 1 1,2-7-6,-3-3 0,1 2 53,-5-2 1,0 8 260,0 1-51,0 1 134,0 12 1,-2 2-162,-2 9 1,2 5-144,-3 5 1,-1 8 0,1 6 1,-4 6 208,4-1 0,-4 7 206,4 2 0,-5-4-136,6-6 1,-1 1 32,5 5 0,0-1-234,0 0 0,0-4-149,0 0 0,1-7-40,4 2 0,3-3-104,6-2 1,1-1-235,-1-4 1,2-2 80,3-7 1,-4 0-126,4 0 1,-3-2 242,-2-3 1,1-4 43,-1-10 0,0 3 78,0-3 1,-1 2 196,-4-2 0,-1 8 718,-3-4-293,-3 4 83,4-3-457,-6 6-509,0 2 401,0 6 1,0 6 6,0 4 0,0-2-6,0 1 1,0 1-16,0 4 0,0-5-187,0 1 0,1-5 14,4 4 1,-2-6-55,7 2 0,-1 1 102,5-1 1,1 0-194,-1-5 1,0-2 119,0-3 0,7 2 38,3-6 0,-2 1 19,1-2 0,1-1 129,5 7 0,-1-6 171,0 5 1,1 1-5,-1 4 1,-1 0-128,-3 0 1,-2 0 27,-3 0 0,-8 6 79,3 3 0,-8-1-122,4 2 0,-7-1-14,2 5 0,-4-4 67,-1-1 1,-1-4-16,-4 5 1,2-6 53,-7 6 1,-1-7-206,-8 2 1,-1-2-184,-4 2 1,-3-4 157,4 4 1,1-3-95,-2-2 1,7-2 114,-2-3 0,3 2-121,2-6 0,1 4 137,3-5 0,3 7 8,2-2 1,3-2-122,-3-3 1,5 4 31,5 1 1,-2-1-111,7 1 1,1-4 142,8 4 0,-3-5-17,3 6 0,1-7 8,-1 1 0,6 2-14,-1-1 1,-2-1 27,2-4 1,-2 0-47,2 0 0,1-5 161,-6 0 0,5-5 35,-5 5 0,-5 0 83,-5 5 0,-4 1 38,4 4 234,-5-4-164,2 11 1,-8-4 591,-2 6-591,2 0 1,-6 2 445,3 2-736,4-2 59,-12 11 1,12-5-88,-4 6 0,3 0 268,2 0 1,0 0 144,0 1 1,0-1-131,0 0 0,0 5 107,0 0 1,0 0 110,0-5 0,0 5-61,0 0 0,0 0 45,0-5-284,0 7 1,0-5-128,0 3 0,5-4-348,0 0-267,0-8 1,-5 1-149,0-3-551,0-3-1026,0 4 1680,0-6 1,1-5-128,4 1 0,-4-8 45,4 3 747,-3-10 0,-28-47 0,11 24 0,-1 0 0</inkml:trace>
  <inkml:trace contextRef="#ctx0" brushRef="#br0">30327 6355 7888,'-14'-5'118,"-1"0"1,1-6 441,0 2 130,0 2 444,6 1 865,-5 6-853,12 0-730,-6 0 0,14 0-206,2 0 1,5 0-115,5 0 1,3 0-19,7 0 0,-1 0-233,1 0 1,-1-5-69,1 1 1,-1-1 159,0 5 0,-4 0-700,0 0 0,-7 0 315,2 0 0,-8 1 129,-1 4 1,-2-2 285,1 7 1,-3-1 404,-6 6 0,0-1-27,0 0 1,-1 0 347,-4 0 1,4 1 325,-4-1-234,-3 6 120,6 2-302,-10 1-486,10-3 1,-4-10 147,6-1 0,-2-6 291,-3 2-250,4-3 1,-5-4 102,6-3 0,0 2-513,0-6 0,0-1 61,0-4 1,1 0-66,4-1 0,-2 0-70,7-4 1,-6 3-380,6-3 0,-1 3 41,5 2 0,1 0-466,-1 0 1,-5 1 145,1 3 1,4 3-300,5 2 0,0 3-269,-5-3 0,2 5 1404,3 5 0,9 22 0,9 11 0</inkml:trace>
  <inkml:trace contextRef="#ctx0" brushRef="#br0">30995 6326 7574,'0'-14'187,"0"0"0,5 0 2969,0-1-1858,-1 8-162,-4 0-607,0 7-314,0 0 1,-1 7-150,-4 2 0,3 4 90,-2 1 1,-3 2-77,3 3 1,-1-4 7,5 4 1,-5 2-170,0-2 0,1 0-93,4-5 98,0 0 1,0 0-83,0 1 0,0-6-351,0 1-364,0-7-413,0 9-881,0-10 2167,0 4 0,12-31 0,4-7 0</inkml:trace>
  <inkml:trace contextRef="#ctx0" brushRef="#br0">31137 5999 7932,'-8'-14'0,"0"0"0,4 0 0,2 4 2170,-3 1 1,4 4 542,1-4-806,0 5-1391,0-2-674,0 6 225,0 6 0,0 7 21,0 6 0,0 0-57,0-5 0,0 5 106,0 0 1,0 6-972,0-1 1,0 3 148,0 1 0,-5 1-74,0-1 0,1 1 344,4-1 1,-2 2 27,-3 3 0,4-3 156,-4 3 0,3-4-4,2-5 1,0 2 255,0-2 0,0-3-85,0-2 1,0-8 708,0-2 156,7-6 528,-6 4-863,6-7 0,-7-2 915,0-3-684,0 4-448,0-12 1,0 10 8,0-7 181,0 7-346,0-9-211,0 4-118,6-7 0,0 1-114,4 0 0,2 1-293,-2 4 1,-2-2-177,1 6 222,1-6 1,4 5 148,0-4 0,0 4-321,1 6 786,-1 0 0,0 2 78,0 2 0,0-1 90,1 7 0,-7-1-28,-4 6 0,3-1 169,-3 0 1,1 0-6,-5 0 0,-1 1 121,-4-1 0,-3 0-146,-6 0 0,-2-4-29,-3-1 1,2-4-392,-7 5 1,0-7-51,-4 1 0,4-2-43,0-2 1,7 0 68,-2 0 1,3 0-337,2 0 185,0 0-255,6 0 339,2 0 111,6 0 0,1-2 134,4-2 0,3 2 23,6-3 0,2 4 108,3 1 1,4-5-304,11 0 1,-3-6-246,7 2 0,-6 1 220,1-2 1,-3 6-61,-2-6 1,1 2 362,-1-1 1,-6-4-110,-3 4 1,-4 1 184,-6-2 353,4 1 498,-12 1-771,6 2 0,-9 6 85,-3 0 1,2 0-210,-6 0 1,4 6-433,-5 3 382,7 4 0,-5 1 0,4 0 1,2 1-42,-3-1 0,4 0-144,1 0 1,4-4-112,1-1 0,6-6 13,-1 2 0,2 2-166,3-3 1,-1 1 230,0-5 1,5-2-9,0-2 1,0 1 195,-5-7 0,0 1-131,0-6 1,-4 1 322,-1 0 1,-1 0 114,2-1 68,2 1-151,-10 0-124,4 0-265,-6 6 0,0 3-333,0 10 1,0-2 502,0 7 1,0-1-111,0 5 0,5 0 233,0 1 0,1-3-158,-1-2 0,3 2-46,6-2 0,0-4-10,0-1 0,5 1-65,0-1 1,7 0 150,-3-5 1,4-7-205,2-2 1,-3-4-125,-2-1 1,3-5 35,-3 0 1,-4-6 57,-1 1 1,-5-4 27,-4-5 1,-4 1-90,-6-6 1,0 2 59,0-2 1,0 5-22,0 9 1,-1 3 158,-4 7 0,2 6 277,-7 4 0,1 4-82,-5 4 0,4 11-163,1 8 1,-1 4 585,-4 2 1,1 4-50,4 0 1,-4 5 133,4-5 0,2 0-307,3-4 0,-3-1-136,3 0 0,-1-5-124,5-4 1,6 1-160,4-1 0,2-5-236,2-4 1,5-7-27,0 2 0,7-4-293,-3-1 0,4-1 222,2-4 0,-2-3-151,-4-6 0,4 0 139,-3-1 1,-2 0-88,2-4 1,-5 3 28,4-3 0,-5-2 133,1 2 1,-4 0 274,0 5 1,-6 5-77,1-1 249,-7 7-91,3-3 124,-6 6 1,-2 0-30,-2 0 1,1 1 176,-7 4 0,1 1 29,-6 4 1,1 2 249,0-2 0,0-2-223,-1 1 0,6 1-57,0 4 1,1 2-385,-2 3 1,-1-3-1,6 3 1,1-4-9,4 0 1,0-1 88,0 0 1,1-1-21,4-4 1,3 4 16,6-4 0,2-2 14,3-3 0,-2-2-5,7-2 1,0 0 72,4 0 0,0-2 89,1-2 1,-5-4-158,-1-7 0,-1 3-77,2 2 0,1-2 130,-6 2 0,0-1-10,-4 2 1,-8 1 142,-2 3 221,-3 3-180,-2-4-119,0 6-16,0 0-117,-7 0 1,6-1-127,-4-4 1,2 3 23,-2-3-228,4 4 255,-6 1 1,3-2 5,-1-2 1,-2 2-27,3-3 0,1 4 33,-7 1 1,5 0-202,-4 0 93,-1 0-186,-4 0-48,0 6 3,0-4 1,4 4-26,1-6 172,6 0 176,-4 0-69,7 0 0,7-2 327,2-2 0,-1-4 12,2-7 0,-1-5 1,5-4 1,0-3-81,1-1 0,-1 0 119,0-1 0,-4 2-5,-1 4 1,-4-3 552,4 7-930,-6 0 172,4 11 0,-7 10 224,0 12 0,0 8-12,0 12 0,-5-4 226,0 3 0,1 0-352,4-5 1,0 4-309,0-8 1,0-4-320,0-1 0,0 2-676,0-2 1,0-5-1448,0-5 1453,0-6 1,-2 9-1290,-3-8 2469,4 1 0,-37-30 0,-2-7 0</inkml:trace>
  <inkml:trace contextRef="#ctx0" brushRef="#br0">31791 6440 11631,'15'-6'783,"-1"4"-749,0-3 0,7-1 323,2 1-357,-2 1 0,-13 29 0,-10 6 0</inkml:trace>
  <inkml:trace contextRef="#ctx0" brushRef="#br0">30327 6952 7886,'-14'0'502,"-5"-5"62,0 0 1,0 1-4,5 4 0,-1 0 385,1 0 1,0 1-467,0 4 0,-1 3-36,1 6 0,5 5-345,-1 0 0,7 0-29,-2-5 0,4 0-15,1 1 1,1-1 115,4 0 1,3-1-100,6-4 0,7 2-182,3-6 1,-2 0-325,1-5 0,1-2 27,4-3 1,-5 2 151,-4-6 1,-4 4 306,0-5 0,-6 6 126,0-6 87,1 1 0,-2-1 4,-3 1 296,3 6-324,-7-10-306,5 11 0,-7-2 493,-4 8-278,4 4 1,-6 7 117,7-1 1,0 0-69,0 0-151,0 0 0,7 1-100,2-1 1,4-6-219,1-4 1,0-2 237,0-2 0,5 0 131,0 0 0,0-6-220,-5-4 1,1-2-151,-1-3 0,0 1 98,0 0 1,-4-2 71,-1-3 0,-6 3 23,2-3 0,-5 4-44,-5 0 1,1 3-129,-11 2 0,3-1 184,-12 7 0,5-1-46,-5 5 0,1 1 60,-6 4 0,6 1 99,-1 4 0,7 3 49,-2-4 0,4-1-206,6 1 0,1-4-528,3 5 485,4-7 1,2 3-56,13-6 1,4 0 68,10 0 0,-2-1-164,7-4 0,1 2 183,0-7 0,-1 5 74,-5-4 0,1 6 412,-1-2 1,-1 3-33,-3 2 0,-4 0 585,-6 0-529,1 0 0,-3 7 76,-2 2 1,-4 4 237,-6 1-350,0 0 1,0 1 37,0-1-288,-6 0 0,3-5-747,-7 1 180,7-7 177,-3 3 1,4-6 143,-3 0 1,4-1 64,-4-4 0,3 2-268,2-7 1,0 1-214,0-5 1,5 0-11,0-1 438,6 1 1,-3 0 247,6 0 0,-4 4 68,-1 1 1,1 6 20,4-2 1,-5 3-47,1 2 1,-1 0 117,5 0 0,1 5 18,-1 0 1,-5 6 86,1-2 1,-2 4 201,1 1-358,4 0 0,-10-1-411,6-4 1,-4 3-95,5-8 0,-6 1-248,6-5 1,-5 0 193,4 0 1,-4 0-224,4 0 1,-4-2 225,5-2 0,-6-3-66,6-2 1,-6-2 292,6 6 1,-5-4 233,4 4 0,-4-1 96,4 1 1,-4 3-113,5-3 370,-7 4 0,9 1-115,-2 0 0,-2 5 23,1-1 1,-1 3-203,2-3 1,4 0-230,0 5 1,0-6-495,5 2 1,3-3 309,2-2 1,-2 0 9,2 0 1,-7 0 77,2 0 0,0-7 171,-5-2 0,4 1 80,-9-2 0,-2 6 344,-3-6 0,-2 5-206,-2-4 0,-2 6 44,-2-2 0,-4 3 35,-7 2-333,1 0 0,0 7 161,0 2 0,4 5 66,1 5 0,4-1 127,-4 6 1,4-1-108,-5 6 0,7-6 236,-2 1 0,2-2-245,-1 2 1,2-2 10,-3-3 1,4-3-499,1 3 0,-2-5 249,-3-5-544,4 4 0,-12-11 157,4 2 0,1-2-471,-2-2 564,1 0 0,-4-6-24,4-4 0,-2-3-37,6-1 1,0-6 92,5-4 0,0-3 107,0-1 0,6-5 131,4-1 0,-1 0 62,6 0 1,-4 6-4,8 0 0,-4 5-13,0 9 0,4 0 4,0 0 1,4 6 214,-4 3 1,7 5-53,-3 5 1,-2 3 136,-2 6 1,-5 0-105,-5 0 1,2 5 66,-6 0 0,0 2-145,-5-2 1,-2-5-40,-2 0 1,-4 1-73,-6-6 0,-2 4-181,-3 1 0,3-6-374,-3-4 1,-2-2 236,3-2 1,-1 0-536,4 0 286,1 0 154,0 0 420,0 0 0,6-2-80,3-2 0,5 2-40,5-3 0,7-1 8,7 1 0,5-4 15,-5 4 0,6-1-57,-1 1 1,1 2-150,-1-7-1,3 7 230,-3-1 1,-4-3 134,-1 3 1,0-3 222,-5 2 0,4 4 278,-9-4 235,-3 4-268,1 1-147,-7 0 238,0 0-262,0 6 0,-2 0 12,-3 4-400,4 2-495,-6-4 208,7 6 0,7-1-209,2-3 0,4-4 224,1-6 0,0 0-119,1 0 0,4 0 14,-1 0 0,1-6-142,-4-4 0,-1-3 285,0-1 0,-1 0-41,-4 0 1,2 0 677,-6-1 1,0 1-32,-5 0 1,0 4 794,0 1-740,0-1-70,0 3-411,0 0 159,0 7 0,0 7 72,0 2 0,0 4-58,0 1 1,6 0 102,4 0 1,2-4-169,2-1 1,2-1 47,3 2 1,-3 1-2,3-7 1,-2 1 55,2-5 1,-3 0 5,3 0 1,-3-1-27,-2-4 1,0 2-109,0-7 1,-4 1-66,-1-5 0,-1-2-215,2-3 1,-4-2-11,-6-2 0,5-4-193,0 3 0,-1-1 194,-4 1 0,0-1 91,0 6 1,0 0 12,0 5 49,0-1 0,-1 8 823,-4 2-400,3 3-626,-4 2 374,6 0 0,0 7 215,0 2 0,0 4-45,0 1 0,0 0 79,0 0 1,2 1-139,2-1 0,4-2 73,7-2 0,-1 1-76,0-6 1,2 4 18,3-4 1,-2 0-42,7-5 0,-1 0-26,6 0 0,-4-7-165,4-2 1,-9-4 70,9-1 0,-9-2-142,4-3 0,-7 3-39,2-3-73,-3-3 0,-8 7-74,-3-4 238,-4 9-80,-1 4-226,0 6 1,-1 0-1110,-4 0 1144,3 0 0,-4 1 85,6 4 0,0-2 181,0 7 0,6-6 226,4 6 1,4-7-89,5 2 1,-2-2-102,7 2 1,-5-4 234,5 4 1,-7-3-53,2-2 0,-3 0 81,-2 0 0,-4 0-34,-1 0-29,-6 0-241,3 0-282,-6 0-962,0 0 872,-6 0-217,5 0 564,-6 0 0,14 0 178,2 0 0,-1 0-109,1 0 0,-4 0-26,5 0-536,-7 0 0,5-2-442,-4-3 395,-2 4 1,3-6 42,-10 7 1,-3 0-199,-6 0 0,-7 0 245,-2 0 0,-4 0-33,-2 0 0,-4 0 371,0 0 1,-6 0 190,1 0 0,1 0-12,-1 0 1,-4 0 11,-6 0 0,1 0 0,4 0 0,1 0 176,-1 0 0,2 2 225,3 3 1,10-2 252,9 6-156,9 1 1,18 3-117,16-4 1,10 2 86,14-6 0,9 4-164,9-4 0,7 0-334,-2-5 1,2 4 99,-12 1 1,-6-2-157,-7-7 0,-12-4-351,-7-6 1,-9-7 435,-10-3 0,-9-3 0,-6-1 0,1 0 0</inkml:trace>
  <inkml:trace contextRef="#ctx0" brushRef="#br0">32005 6483 7886,'56'14'0,"8"0"-139,2 0 1,-25-1 0,2 1-84,2 2 0,5 1 1,1 3-1,7 2 1,0 1-1,6 2 1,0 0-1,1-1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1266 4535 6698,'-8'0'1200,"2"0"-781,6 0-199,0-6 1,-2 4 74,-3-3 49,4 4 81,-6 1-41,7 0-134,0 0 0,-6 0 74,4 0 32,-4 0-1,6 0 148,0 0-685,-6 0 276,4 0-336,-4 0 154,6 0 87,6 0 0,2-5-25,6 0 1,1 1 92,-1 4 0,6 0 8,4 0 1,3 0-15,1 0 1,1-2 16,-1-3 0,1 4 23,-1-4 0,1 3-47,-1 2 1,0 0 78,1 0 1,-2 0-53,-4 0 1,7 0-4,-6 0 1,6 0 7,-6 0 1,3 0 10,1 0 0,2 0 1,3 0 0,-3 0 6,3 0 0,2 0-57,-2 0 0,5 0-110,-5 0 1,2 2 80,-2 3 0,-3-4-104,4 4 1,2-3 55,2-2 1,-3 0-14,-2 0 0,2 0-15,-2 0 1,6 0 16,-1 0 1,-2-2-10,2-3 1,-6 4 20,1-4 0,2 3 1,-2 2 0,0 0-67,-4 0 0,-1-4 66,1-1 0,2 0-47,-2 5 0,2-1-1,-7-4 1,1 3-19,-1-2 0,3 2 58,-4 2 1,0-5 6,0 0 0,-4 1 16,5 4 1,-2 0 20,2 0 1,-2-5 0,-3 0 1,-3 1 14,3 4 1,1 0 22,-1 0 0,0 0-44,-5 0 1,0 0 10,1 0-6,-1 0 0,0 0-4,0 0 0,-4 0-1,-1 0 0,-4 0 0,4 0 1,-4 0-12,5 0-2,-7 0 68,9 0 10,-10 0 10,4 0 64,1 0 27,-6 0 38,6 0 25,-7 0-528,0 0 645,0 6-263,0-5 363,0 6-105,0-7 78,0 6-238,0-4 20,0 4-32,0-6-1002,0 0 737,0 6-110,0-4-13,0 4-537,0-6-4262,0 0 5016,-7 0 0,-32 0 0,-15 0 0</inkml:trace>
  <inkml:trace contextRef="#ctx0" brushRef="#br0">1266 5331 11026,'8'0'1317,"0"0"-723,-4 0-359,-2 0 1,11 0 122,-4 0 0,-1 0-139,1 0 1,2 0 13,8 0 0,-1 0-57,6 0 0,-1 0 58,6 0 0,-1 0 23,1 0 1,4-1-199,0-4 0,5 3-83,-5-2 0,2 2 58,-2 2 0,-2 0-76,7 0 1,-1 0 44,1 0 0,1 0 36,-6 0 0,7 0-16,-2 0 0,-2-2-9,2-2 0,-6 2 11,1-3 0,1 4-107,0 1 1,4 0 29,-5 0 1,0 0-136,-5 0 0,1 0 111,-1 0 0,1-5 32,-1 0 0,1 1 20,-1 4 1,-3 0-5,4 0 0,-9 0 4,9 0 1,-4 0 3,3 0 0,1 0 10,-1 0 0,1 0-39,-1 0 0,1 0-10,-1 0 0,5 0 74,0 0 0,1 0-45,-6 0 1,0-2 9,1-3 1,1 4 7,3-4 1,-8 3 2,4 2 1,-4-4 15,3-1 0,-4 0 2,0 5 1,-2 0 3,2 0 0,1-5-2,-6 1 1,6-1-5,-1 5 0,-4-5 5,-1 0 0,2 1 39,-2 4 0,0 0-47,-5 0 1,0 0-2,0 0 2,1 0 0,-1-5-1,0 0 1,-4 0-47,-1 5 16,1 0 1,4 0-63,0 0 0,-1-1 76,-4-4 1,4 4-139,-4-4 142,4 3 5,1 2 1,-4 0 1,-1 0 6,-6 0 1,5-5 123,-3 1 297,-4-1 56,6 5-9,-7 0 232,0 0-72,0-6-337,0 4 0,1-6-130,4 3 0,-3 2-110,2-6 1,-2 4 18,-2-4 0,0-1-197,0-4 0,0 0-24,0-1 0,0-3-227,0-1 0,0-11-303,0 1 1,-5-9 127,0 0 1,1-3-59,4-1 0,-2-1 302,-3 0 1,4-3 204,-4 4 0,3-2-80,2 10 1,2-3 98,3 3 0,-4 3 100,4 7 0,-3-1 388,-2 6 1,0 0 159,0 5 0,-7-1-224,-2 1 0,-4 2-85,-1 2 0,0-1-191,0 6 1,-1-1-296,1 1 1,-2 4 121,-3-4 1,4 3-163,-4 2 1,3 2-1282,2 3 0,4-2 711,1 6 0,-1 1 837,-4 4 0,-12 12 0,-6 6 0,-3 3 0,0 0 0</inkml:trace>
  <inkml:trace contextRef="#ctx0" brushRef="#br0">3327 4777 7811,'0'-8'393,"0"0"45,0 3 122,0 4 206,0-6-182,0 7 287,0-6-140,0 4 0,0-4 320,0 6 484,0 0-1519,0 6 0,0 2 73,0 6 0,0 1-5,0-1 1,0 2-16,0 3 0,0 1 50,0 4 1,0 3-69,0-4 1,0 3-88,0-3 0,0 0-66,0-5 1,0-2 125,0 3 0,0-8-179,0-1 436,0-7 462,0 3-767,0-18 1,5-4-318,0-13 0,4 1 92,-4 0 0,5-6-153,-6 1 0,1 0 71,-5 5 0,5 4-232,0 0-496,-1 7-92,-4-4 475,0 13 1,0 4 119,0 8 1,0 4-101,0 6 0,0 2 128,0 3 0,0-3 528,0 3 0,-12 16 0,-4 3 0</inkml:trace>
  <inkml:trace contextRef="#ctx0" brushRef="#br0">3029 4876 7918,'-7'-14'0,"6"0"234,-4 0 1,4 4 371,1 1 0,-2 1 321,-3-2 140,4-2-248,-6 10-321,1-4 0,3 6-368,-7 0 0,6 0 53,-6 0 0,2 6-154,-1 4 0,-4 2 44,4 2 1,1 5-81,-2 0 0,7 0-53,-2-5 0,4 5-251,1 0 1,0 0 171,0-4 0,1-3-72,4-2 0,5 1 132,9-7 1,-2 3 12,7-3 1,-5-2 375,4 3 0,-4-5 72,5-5 0,-7-3 223,2-6 1,-3-2-247,-2-3 0,-1 2-9,-4-7 1,-2 0-162,-7-4 1,-2 4-117,-3 1 1,-7 5-907,-7-1 1,-6 5 464,1 5 0,-3 2-1215,-1 7 1,-1 0 329,1 0 0,-1 7 23,1 2 1,6 4 1229,3 1 0,-10 25 0,-1 7 0</inkml:trace>
  <inkml:trace contextRef="#ctx0" brushRef="#br0">2489 4834 7378,'7'0'943,"6"0"-54,-11-7-96,4 6-88,-6-6-159,0 7 441,0 0-601,0 7-113,0 1 0,0 6-54,0 0 1,0-5-86,0 1 0,-2-1 5,-2 6 1,2-6-211,-3 1 1,4-1-17,1 5-95,0 1 1,0-1-81,0 0-61,0 0 208,6 0 0,2-1 83,6-3 0,-4-4 141,-1-6 1,1 0-21,4 0 1,0-2 200,0-2 1,5-4-43,0-7 1,2 1 172,-2 0 0,-4 0-64,4 0 0,-7-1 127,-3 1 0,-6 0-308,2 0 0,-4-1 62,-1 1 0,-12 0-372,-7 0 0,-6 4 184,-4 1 1,-4 6 62,0-2 1,-5 3-1103,5 2 0,0 0-1478,4 0 1,7 2 1116,3 3 1350,10-4 0,15 25 0,10-3 0</inkml:trace>
  <inkml:trace contextRef="#ctx0" brushRef="#br0">2147 4862 7926,'0'-9'-544,"0"-1"1,0 5-1,0-4 2933,0 6-1530,0-10 0,-1 11 469,-4-2-654,3-4-574,-4 6 0,6-2 208,0 8 1,0 4-76,0 6 0,0 5-29,0 0 0,0 7-91,0-3 1,0-1-147,0 2 0,0 0-75,0 4 1,0-4-360,0 0 0,0-7 215,0 2 0,0-2-171,0 2 1,0-8-753,0 4-1036,0-11 592,0 9 1619,0-12 0,-25-45 0,-7-19 0</inkml:trace>
  <inkml:trace contextRef="#ctx0" brushRef="#br0">1835 4905 7926,'0'-10'494,"0"1"808,0 6-351,0-4-521,0 7 1,-7 0-124,-2 0 0,1 7-90,-2 2 1,6 4-185,-6 1 1,5 0 65,-4 0 0,6 2-61,-2 3 1,3-3-20,2 3 1,0-3-203,0-2 1,2-2 121,3-2 1,3 1 53,6-6 1,2-1 141,3-4 0,-2 0 175,7 0 0,-1-6-15,6-3 0,-7-9 55,-3-1 0,-3-1 152,-2 1 0,-6 1-249,-3-5 1,-4 4-206,-1-5 1,-6 7-198,-4-2 0,-9 3-515,-4 2 1,-4 6-6,-2 3 0,1 4-701,0 1 0,4 0 213,0 0 1,7 6 194,-2 3 962,3 4 0,2 20 0,0 5 0</inkml:trace>
  <inkml:trace contextRef="#ctx0" brushRef="#br0">1508 5089 7926,'0'-14'696,"0"0"86,0 0 0,0 4 1456,0 1-1199,0-1-989,0 2 0,-2 2-652,-3 6 0,2 0-3020,-6 0 2617,-1 0 1005,-10 6 0,-22 15 0,-10 9 0</inkml:trace>
  <inkml:trace contextRef="#ctx0" brushRef="#br0">1209 5075 7926,'-6'-8'513,"-2"-4"1,-2 5 719,1-2 0,6 1-266,-2 3-702,3 4-482,-4-6-919,4 7-1585,-4 0 2188,0 0 533,-2 0 0,-32 7 0,-5 1 0</inkml:trace>
  <inkml:trace contextRef="#ctx0" brushRef="#br0">910 5047 7926,'-14'0'0,"0"0"0,0 0 195,0 0 0,-1 0 874,1 0-707,0-6 1,0 4-106,-1-3 1,6 4-249,-1 1 1,6 0-105,-6 0-240,7 0 271,-3 0-76,6 0-2262,0 0 1886,6 0 0,0-2 516,4-3 0,3-22 0,-6-10 0</inkml:trace>
  <inkml:trace contextRef="#ctx0" brushRef="#br0">11844 5644 13038,'5'14'413,"-1"0"1,1 5-316,-5 0 1,0 7-54,0-3 1,0 9 46,0 1 1,0 5-17,0-5 0,0 5-17,0-5 1,0 0-113,0-4 1,0-2 27,0-4 1,0-2 62,0-7 0,0 0 34,0 0-166,0-6-244,0-1-57,0-7-117,0 0-194,0-7 1,-5-1-874,1-6 1,-8 0 1578,3 0 0,-4-64 0,6 32 0,0-1 0</inkml:trace>
  <inkml:trace contextRef="#ctx0" brushRef="#br0">11901 5701 7879,'-15'-2'367,"1"-3"0,-2 4 536,-3-4 0,4 4-501,-4 1 0,-2 0-137,2 0 1,-1 1 668,1 4 1,5-2-378,-1 7 1,1-3-270,5 3 0,1 3-217,-2-4 0,6-3-349,-6-1 18,7 3-485,-3-6-22,6 4 1,1-8 338,4-2 1,8-4-43,5-7 0,3 1 220,-2 0 0,-2 5 249,7-1 0,-2 1 104,2-6 1,1 7 462,-6 4 1,2 2-229,-2 2 0,-4 0 199,4 0 0,-3 0-156,-2 0 1,1 0-23,-1 0 1,-5 6-769,1 4 0,-6-2-371,6 1 0,-7-4-734,2 5 0,-2-6 603,2 6 911,-4-7 0,-45 3 0,-19-6 0</inkml:trace>
  <inkml:trace contextRef="#ctx0" brushRef="#br0">10920 4535 7929,'0'-8'947,"0"2"0,-2 6 908,-3 0-883,4 0-507,-6 0 1,6 0-172,-4 0-171,4 0 0,-6 1-101,7 4 1,0 8 169,0 6 0,-5 6-84,1-1 0,-1 3 52,5 1 0,0 5-155,0 0 1,0 5 44,0-5 0,0 1-151,0-6 1,0-1 20,0-3 0,0-2 180,0-3 1,0-8-614,0 3 0,0-8-891,0 4-921,0-7 550,0 3 1775,0-18 0,-6-42 0,-2-22 0</inkml:trace>
  <inkml:trace contextRef="#ctx0" brushRef="#br0">10834 4592 7929,'0'-14'578,"0"-1"169,0 1 0,0 0-129,0 0 0,0 4 240,0 1-674,0 6 1,2-4 5,3 7 1,3 0-87,6 0 0,0 5 177,0 0 1,0 6 137,1-2 0,-1-1-24,0 2-283,0-1 1,-1 5-94,-4 1 0,2-6 188,-6 1 29,0-1 1,-7 5-45,-2 1 0,-4-3-59,-6-2 1,-2 2-441,-3-2 1,1 2-543,-5 3 0,1-3-19,-2-2 0,3 2-783,7-2 1,0-2 1650,0 1 0,18 1 0,6 4 0</inkml:trace>
  <inkml:trace contextRef="#ctx0" brushRef="#br0">11033 4890 12408,'8'-7'1361,"-1"-6"1,-3 5-1330,1-6 0,6 0-234,-1-1 1,2-5 196,2-4 1,1-3-226,-1-1 0,0-2 4,0-3 1,1 3-153,-1-4 0,-5 9 103,1 2 1,-7 10-277,2-1 353,-4 3 1,-2 3 95,-4 3 0,2 5-182,-7 5 0,1-2 160,-5 6 0,-1 6 118,1 4 1,5-1-72,-1-3 1,5 4 135,-4 0 1,6 4 111,-2-4 1,3 5 418,2-5 0,0 5-190,0-5 0,0 0 234,0-5 1,0 5-122,0 0 1,0 0-137,0-5 1,0 0-282,0 0 1,0 0-123,0 1-91,0-1 1,0-5-22,0 1-16,0-7 1,0 5-176,0-3-173,0-4 706,0 6-188,0-7 275,0-7 1,0 4-286,0-6 1,0-1-420,0-4 0,0 0 171,0-1 1,5 1-83,0 0 1,4-5-183,-4 0 101,6 0 0,-3 5 339,6 0 0,-4 1-129,-1 4 0,-4 2 223,5 7 155,-1 0 1,5 0 171,0 0 1,-4 2-72,-1 3 1,-4 3 55,5 6 1,-7-5-134,2 1 0,1-1-77,-1 5 1,1 1-389,-1-1 0,-4-5 174,4 1 1,-2-6-619,2 6 1,-2-7 200,7 2 1,-6 1-530,6-1 735,-1 0 1,5-12 250,1-2 1,-3 1-97,-2-2 1,2 3 172,-2-3 1,-4-3 1151,-1 4-590,3 3 427,-7-7 1,6 10 153,-7-7-463,0 7-473,0-3-400,0 6 253,0 0 0,0 6 84,0 4 0,0-2-876,0 1 271,6 1 1,-3 4-256,7 0 0,-6-5 203,6 1 1,-1-7-192,6 2 0,-6-2 268,1 2 1,-1-4 167,5 4 0,0-5 15,1-5 1,-6-1-28,1-3 0,-2-4 808,1 3-442,4-2 708,-5-2-399,-1-1-136,6 7-81,-11 2 0,9 8 223,-7 2 1,1 4 15,-5 7 1,5 4 229,0-1 0,-1 6-230,-4-5 1,2 6-150,3-1 0,-4-2-223,4 2 1,-3 0 17,-2 4 0,-2-6-186,-3-3 1,2-3 156,-6-2 1,4 0-161,-5 1 1,1-6 66,-5 1 1,0-7 72,-1 1 0,1-2 46,0-2 0,0 0-96,-1 0 0,6-6-71,0-4 1,5-2-171,0-3 1,2 0-428,2-4 0,2 1 241,2-5 1,9-1-244,6-5 1,6 1 288,-1 0 0,1 1 83,-1 3 0,7-6 273,-2 6 0,3-4-61,-4 9 1,0-5-92,1 5 0,-2 2 125,-4 7 0,-2-1 256,-7 7 1,0-1-48,1 5 1,-6 1 60,1 4 0,-6 1 50,6 4 1,-7 7 168,2-2 0,-4 2 33,-1-3 0,0 0-167,0 1 0,0-1-51,0 0 1,0 0-166,0 0 0,-6-1-109,-4-3 1,-2 2 45,-2-2 0,-5-4-223,0-1 1,-7-4-23,3-1 0,-4 0-271,-2 0 0,3 0 245,2 0 0,3-1 166,7-4 0,0 2-12,0-7 0,4 7-71,1-2 251,6-2-255,-4 5 1,9-4-139,3 6 1,-2 0 333,6 0 0,1 6 209,4 3 1,0-1-95,0 2 0,2-7-236,3 2 1,3 1 5,7-1 1,-1 0-51,0-5 0,1 0-210,-1 0 1,1-5 232,-1 0 0,1-6-28,-1 2 1,-4-9 80,-1-1 0,-5-5 224,1 6 1,-3-3 204,-2 2 0,-2 3-58,-2-3 0,-4 8 548,-6 2-462,0 6-40,0-4-276,0 7 0,0 7-284,0 2 0,-1 4 356,-4 1 0,3 0 219,-2 0 0,2 1-243,2-1 0,0 0-256,0 0 0,0 0-326,0 1 1,5-1-42,0 0 228,6-6 1,-4 3 48,8-6 0,0 0-248,4-5 1,-3-7 79,3-2 1,-1-4 204,1-1 0,-2-2 450,7-3 0,-5 2-179,4-7 0,-4 7 57,5-2 1,-7 3-24,2 2 0,-3 4 59,-2 1 1,0 6 86,1-2-61,-7 3 50,4 2 0,-10 2 364,3 3 112,-4-4-324,-1 12-380,0-12 197,0 6-22,0-1-4,0-4-125,0 4 0,-1-6-78,-4 0 1,2 0-194,-7 0 1,5 2 52,-4 2 0,-1-1 187,-4 7 1,5-5 10,-1 4 0,1-1-73,-5 1 1,4 4-21,1-3 10,-1 2 0,-2 2-80,2 1 0,4-6-274,6 1-116,0-1 0,1-1 59,4-3 0,5-4 53,8-1 1,0 0-37,6 0 1,-2-1 228,1-4 0,4-4 159,-3-10 1,3 3-59,1-3 0,-4-2 197,0 2 0,-7 0-87,2 5 74,3 0 1,-8 4 93,1 1 0,-6 6 287,-4-2 88,-4 4 78,6 7 331,-7 2-470,0 6-201,0 0-324,0-6 162,0 5-477,0-12 38,0 6 162,0-7 0,-2 0 109,-3 0 31,4 0 1,-6-2-142,7-3 49,-6 4 92,-2-6-1,-6 7 0,0 0-2,0 0 0,4 2-1,1 3 1,1-2-6,-2 6 0,-2-4 28,2 5 1,4-1 4,1 5 1,-1 0-106,1 1 0,0-6-119,5 1 0,0-1 98,0 5 0,2-4-75,3-1 0,2-6 92,8 2 0,4-3 79,0-2 0,0-2 116,-5-3 0,0-2-70,0-8 0,0 0 137,1-4 0,-1 1-112,0-6 0,-4 6 159,-1-6 1,-6 6-46,2 0 0,-4 6 389,-1 3-630,0 6-9,0-3 1,0 9-146,0 6 1,0 1 329,0 9 1,0 1 251,0-1 1,0 2-261,0-2 0,2-4-54,3 4 0,-2-3-84,6-2 0,1-4-138,4-1 1,5-6 71,0 2 1,6-3 162,-1-2 1,-2-7-85,2-2 1,-2-5 6,2-5 0,3-3-53,-4-7 0,-2-4 87,-2 0 1,-3-7 15,-2 2 0,-2-1 28,-2 1 1,-4 0-15,-6 10 1,0 2 46,0 12 0,-6 2-116,-4 2 1,-2 4-8,-2 6 0,-1 8-62,1 6 1,5 3-170,-1 12 0,2-4 368,-1 8 0,-2-1 305,6 1 1,0-3-281,5 3 1,0-3-123,0-1 1,7-3 780,2-2 1,5-2-457,5-3 1,-1-8-470,5 3 0,-4-9-199,5 0 0,0-5-832,4-5 0,-4-3 57,-1-6 0,-5-6 1103,1-4 0,3-47 0,-11 29 0,0 0 0</inkml:trace>
  <inkml:trace contextRef="#ctx0" brushRef="#br0">13877 4592 7783,'8'-22'1028,"-3"3"210,-4 3 803,-1 2-981,0 6-61,0 2-803,0 6 0,0 8-135,0 6 0,0 2 159,0 7 1,0 1 133,0 4 1,0 2 8,0 4 1,0-4-197,0 3 0,0-8-169,0-1 0,0-7-149,0 2 0,0 2-453,0-3 1,0-3-651,0-6-1307,0-6 1190,0 4 0,0-10 239,0-7 1132,0-6 0,0-37 0,0-17 0,0-3 0,0-1 0</inkml:trace>
  <inkml:trace contextRef="#ctx0" brushRef="#br0">13905 4563 7783,'5'-9'1995,"0"0"-1379,0 5 0,-5-4 176,0 4 260,0 2-249,0-4-552,0 6 0,4 1 21,1 4 0,0 3 97,-5 6 0,5-3-183,-1 4 1,3-4 0,-3 8 0,0-4-145,5 0 1,-4-1 121,4 0 0,-6 0-693,2 0 1,1-4 0,-1-1 0,5-4-242,-6 5 1,7-7 399,-1 1 0,-2-2-8,1-2 1,1-2 101,4-2 0,5-9 115,0-6 0,1-6 304,-1 1 0,-3 2-147,3-2 0,-3 7 181,-2-2 0,-4 5 245,-1 4 324,-6-2-327,4 10 1,-7-3 192,0 10 0,0 8-58,0 6 1,0 6 252,0-1 1,-2 4-414,-3 5 1,4-7-178,-4 2 1,3-3-186,2 4 0,0-2-180,0-4 1,7 3-289,2-8 0,4 1 49,1-4 1,0-7-464,0-4 0,5-2 397,0-2 1,7-6-70,-3-4 0,-2-4 454,-2-5 1,-3-3-48,-2-7 1,0 1 18,0-1 0,-1 3 120,-4 2 0,-2 3 170,-7 7 0,4 0 263,1 0-49,0 6 0,-7 2-368,-2 6 1,0 0-257,-5 0 1,4 7 204,-4 8 1,1 0 24,-2 9 1,-1-5 223,7 5 1,-6-7-139,5 2 0,-1-3-136,1-2 0,4 0-336,-4 1-27,3-1 1,9-2 157,2-2 0,9-4-106,1-6 0,6-1-57,-1-4 1,2-5 70,3-9 0,4 4 254,0-4 0,2-2-21,-2 2 1,-3 0 86,3 5 0,0 1 63,-4 4 1,1-2 157,-11 6 0,0 0 52,-5 5-23,-6 0 181,-2 0-103,-6 0 1922,0 0-1710,-6 0 0,0 2-206,-4 3 1,-2-4-91,2 4 1,-3-3-222,-1-2 0,0 1-301,0 4 1,-5 1-350,0 4 1,0 2 272,5-2 0,-5 3 32,0 1 1,5-5-165,4 1 204,1-1 0,-4 5 62,3 1 0,4-6 44,6 1 1,2-7 149,2 1 0,1 3 160,9-3 0,-1 1 107,11-5 0,-5-6-121,4-4 0,1-4-260,5-5 0,-6 2 69,1-7 1,-7 1 22,2-6 0,-3 1 61,-2-1 1,-6-4-9,-3 0 1,-3-5 67,-2 5 0,0 6 494,0 8 237,0 3-573,-7 8 0,1 4-293,-4 8 0,-2 10 187,2 10 1,-1 3 204,2 1 0,-2 1-129,6-1 0,0 1 39,5-1 0,-5-4-198,1 0 0,-1-5-126,5 4 1,5-5-349,-1 1 0,8-4 276,-3 0 1,4-8-363,1-2 0,2-3 183,3-2 0,-2 0 44,7 0 0,-7-2 178,2-3 1,-3-1 300,-2-3 1,0-9 85,0 4 0,-1-3 321,-3 3-40,2-1 0,-10 1 377,3 0 507,-4 6-1058,-1 2-753,0 6 426,0 0 1,-1 6 27,-4 3 0,3 4-48,-3 1 0,4 1-234,1-1 1,0 0-444,0 0 0,0 0 195,0 1 0,6-6-249,4 1 1,2-7 297,3 1 0,0-2-9,4-2 1,-1-2 358,5-2 0,-5-4 263,1-6 0,-2-1 367,2 1 1,-8 0-206,3 0 1,-7 0 73,2-1 1,-6 6 213,2-1 294,-3 7-479,-2-3-709,0 6 381,0 6 0,0 2 172,0 6-349,-7 1 1,6-1-255,-4 0 0,5-6-30,5-3 1,-2 1 155,6-1 0,2-1 79,8-4 0,-3 0-15,3 0 1,2-4-210,-2-1 0,0-5 173,-5 6 1,-5-6 300,1 5-220,-1-6 0,1 10 122,-1-4 348,-6 4-208,4 1 0,-7 1 169,0 4 0,0-2-287,0 6 1,0-4-275,0 5 1,1-7-93,4 2-45,-3-4 1,10-1 101,-2 0 1,2 0 136,3 0 0,-6-1 62,0-4 1,1 2-11,4-7 1,0 5 125,1-4 1,-6 6-85,1-2 307,-1-3-128,5 7 0,-1-4 236,-4 10 0,2-2 63,-6 6 0,6 1-363,-1 4 1,-2-5-306,1 1 0,-4-2-77,4 1 28,1 4 0,4-12-264,0 4 0,0-3-580,1-2 0,4-2 313,0-3 0,4-7-413,-4-7 1,2 0 818,-2 5 1,-5 0 207,0-1 0,0 3 582,-4 2 1,-2-1-252,1 6 47,-6 1-244,4 4 287,-7 0-273,-7 0 0,-19 12 0,-12 4 0</inkml:trace>
  <inkml:trace contextRef="#ctx0" brushRef="#br0">16806 3412 7860,'0'-22'36,"0"3"0,0 8 72,0 1 1,-2 2 591,-3-1 1089,4 3-749,-5-1-351,-1 6-563,6-6 0,-12 7-23,4 0 1,1 0-115,-2 0 1,1 5 132,-5 0 1,-5 1-161,0-1 0,-2-2 118,2 7 1,2-7-133,-7 1 0,7 3 86,-2-2 0,3-1 56,2-4 0,4 2 146,1 3-191,6-4-268,-10 6 283,11-7-58,-4 0 1,6 1 90,0 4 1,5-2 84,-1 6 174,1 1 0,-5 4-97,0 0 1,0 1 32,0-1 1,0 5-100,0 0 0,0 1-83,0-1 1,0-1 9,0 5 1,-5-1-161,1 2 0,-1 3 87,5-3 1,0 2-100,0 3 1,0-1-118,0 1 1,0-1 99,0 1 0,0 1 118,0 3 0,-5-2 15,1 7 1,-1-6 18,5 1 0,-2-3-65,-3-1 0,4 4 8,-4 0 0,-1 0-20,1-5 1,-1 1-75,1-1 1,3 1-70,-2-1 1,-3 1-29,3-1 0,-1 2-141,5 3 1,-2-3 104,-2 3 0,2-3 78,-3-1 1,4-1 46,1 1 1,0-2 85,0-4 0,0 4-42,0-3 0,0-2 128,0 2 0,0-2-3,0 1 0,0 0-101,0-4 0,0 1 12,0 4 1,0 3-55,0-4 1,0 3-113,0-3 0,0 4 105,0-3 1,0 1-17,0-1 0,0 1 66,0-6 0,0 6-2,0-1 1,4-2-16,1 2 0,0-2 23,-5 2 0,2 2 17,2-2 1,-2-3 2,3-2 1,-4 1 91,-1-1 0,0 2-57,0-2 1,0-4 76,0 4 0,0-3 85,0-2 1,5-4-43,0-1 1,-1-4-46,-4 5 1,0-6-2,0 6 0,2-7 184,3 2-186,-4-4 1,7-1-4,-3 0 1,-2 0 58,7 0 1,-6 0-20,6 0 0,-1 0-144,5 0 1,5-1 108,0-4 1,2 2-431,-2-7 1,-2 6 5,7-6 1,-7 5-160,2-4 1,-3 4-370,-2-4 0,1 1-844,-1-2 1,-5-2 1671,1 2 0,-51-40 0,-8-12 0</inkml:trace>
  <inkml:trace contextRef="#ctx0" brushRef="#br0">17161 3696 7821,'0'-14'2556,"0"0"-1917,0 0 0,0 4 384,0 1-473,0 6 1,-1-4-346,-4 7 1,-3 0-268,-6 0 1,3 2 56,-3 3 1,2 4 111,-6 10 0,2-2-157,2 7 0,4-5-49,1 5 1,-1-1-117,-4 6 1,4-2-11,1-4 1,6 4-32,-2-3 1,3 1-18,2-1 1,0-4-81,0-5 1,7-3 156,2-2 0,4 1 64,1-6 1,5-1 112,0-4 1,5-6 62,-5-4 1,1-2 170,-1-2 0,-3-1-5,3 1 1,-8 0 195,-2 0 1,-4 1 217,5 4 61,-7-4-515,3 11-686,-6-4 460,0 6 0,0 8 174,0 6 1,0 0-39,0 5 1,0 2-80,0-2 1,5 1-85,0-1 1,6-3-87,-2 3 0,4-5-234,1-4 0,0 1 202,0-6 1,5-1-30,0-4 0,2-1 139,-2-4 0,-3 0 37,3-9 0,-4 1 316,0-10 1,-3 1-46,-2-2 1,-2-3 219,-4 3 1,-2-2-168,3-3 1,-8 7 13,-2 3 1,-6 8-310,1 1 0,-2 7 112,-3-1 1,-4 4-489,0 4 1,-1 4 163,1 6 1,3 5 11,-3 0 0,3 5 25,2-5 1,5 2 31,-1-3 0,7-2-151,-2 3 0,4-8-205,1-1 1,3-2 119,6 1 1,2-3-8,13-6 1,0-1-8,4-4 1,1-3 223,-1-6 1,1 0 46,-1 0 0,0-2 98,1-3 1,-7 3 258,-3-3 0,-3 3 334,-2 2 664,-6 6-749,-2-4-218,-6 10 1,0-3 598,0 10 0,0 8-233,0 6 1,0 1-96,0-1 1,0 3-92,0 7 1,-1-3 100,-4-2 1,3 3-189,-2-3 1,2 3 89,2 1 1,0-1-276,0-3 0,0 1-119,0-6 0,0 0-50,0-5 1,-2 3-275,-2-2 0,2 2-1017,-3-8 915,-3-2 1,7 1-936,-4-4 637,4-2 1,1 3-306,0-10 1,0 2 288,0-7 0,0-1-245,0-8 0,0-3 107,0-6 848,0-7 0,5-11 0,2-8 0,1-6 0,0-1 0</inkml:trace>
  <inkml:trace contextRef="#ctx0" brushRef="#br0">17616 3910 7821,'0'-15'0,"0"1"0,0 5 1457,0-1-251,0 1 7,0-6-833,7 1 0,0 6-28,8 4 0,-1 2-67,0 2 0,0 0-27,1 0 1,0 6 8,4 4 1,-3 1-33,3-2 0,-5 4-61,-4-4-72,2 4 0,-5 1-56,2 1 52,-3-1 0,-7 0-58,-4 0 0,-4-1-76,-10-4 0,1 4-244,-5-4 0,4-1-25,-5 2 0,2-7 132,-2 2 0,4 1-473,5-1 0,1-1-3,0-4 1,5 0-1071,-1 0 1081,7 0 0,0 0-211,12 0 1,2-6 421,13-3 1,1-1 426,8-4 0,2 3 0,3-8 0,2 3 0,-7 2 0,5 4 0,-5 1 0,-6 1 0,-8-1 0,-4 1 0,0 3 0,-6 3 828,1-2 1488,-7 2 2115,3 2-4232,-12 6 0,-1-2 195,-2 5 0,3 2-62,6 8 1,0-2 312,0 7 0,0 0-231,0 4 1,0 1-157,0-1 1,0 1-129,0-1 1,0 0-150,0 1 0,0-1 57,0 1 1,0-6-129,0 1 1,0-7-340,0 2 309,0-3 0,-2-6-667,-3-1 623,4-6 0,-7 4 201,3-7 0,2-5-251,-7 0 1,6-11-174,-6 2 1,7-10-14,-2 1 1,-1-6-174,1-4 0,1-3 187,4-7 1,1-4 121,4-1 1,-2 1 207,7 4 1,-1 7-80,5 3 1,0 3 98,1 1 1,4 7-63,0 3 0,4 10 121,-4 4 0,2 5-8,-2 5 0,-3 0 108,2 9 1,-2-3 252,-2 8 0,-6 1-111,-3-1 1,-3 5 27,-2-5 1,0 0 59,0-5 0,-7 5 237,-2 0 1,-4 0-234,-1-5 1,-2-1-136,-3-4 0,2 4-466,-7-4 1,7-1 213,-2 2 0,3-7-1296,2 2 758,0-4-508,-1 6 118,8-6 377,0 6 0,9-12 316,3 0 0,9-6 326,9 2 1,4-4-199,2-1 0,1-2 75,3-3 1,-1-2 190,5-2 0,-3-4-67,4 3 1,-8-1 274,-2 1 1,-3 4 39,-11 5 1,2 1 194,-11 0 0,0 5 160,-5-1 243,0 7-733,-7-3 0,0 10-268,-8 1 0,1 6-221,0-1 0,0 7 207,-1 2 0,1 1-134,0-1 1,6-1 74,3 5 1,4-4 41,1 5 0,-5-7-32,0 2 0,1 2 39,4-2 0,6 0-78,3-5 0,4-1-185,1-4 1,2-2 97,3-7 0,-2 0 84,7 0 0,-2-7 185,2-2 0,1-5-60,-6-5 1,5 1-51,-5-5 0,0 0 90,-5 0 1,0 1 226,0 3 1,-4 4-87,-1 1 0,-6 0 269,2 5-675,3 2 177,-6 1 1,6 12 63,-4 4 1,-2 2 185,3 3 1,-4-1 230,-1 0 0,0 0-109,0 0 0,0 1 109,0-1 1,0 0-203,0 0 0,0-4-188,0-1-46,0-6 288,0 10 814,0-11-768,0 4 1,0-8-296,0-2 1,0-4 8,0-7 0,0 1-171,0 0 0,0-5-22,0 0 0,0-5-444,0 5 1,5 1-212,0 3 0,6 1 341,-2 0 1,4 4-128,1 1 1,0 6-37,1-2 1,-1 3-182,0 2 0,0 0 275,0 0 0,1 2-564,-1 3 1101,-6 3 0,17 0 0,-1-2 0</inkml:trace>
  <inkml:trace contextRef="#ctx0" brushRef="#br0">19408 3838 7830,'0'-9'0,"0"-1"0,4 6 0,1-6 1685,0 7 301,-5-10 1,-2 7-1223,-2-3 0,0 2-214,-5 7 1,-1 0-398,-4 0 1,-2 0-304,-3 0 0,2 7 162,-7 2 0,7 5-19,-2 5 0,3-1-223,2 5 1,0-4-28,0 5 1,6-2-201,3 2 0,3 1 113,2-6 0,2 5-67,3-5 0,4-2 73,10-7 0,-1-3-58,5-2 0,-1-3 182,2 3 1,3-10 11,-3-5 1,1-4 245,-1-5 0,2 2-75,-2-7 0,1 2 70,-1-2 0,1-3 25,-6 4 0,5 1 63,-5-2 0,-2 11-1,-7-1 0,2 5 436,-2-1-323,3 4 0,-4 6 411,1 0-137,-7 0-240,3 0 387,-6 6 41,0-4 6,0 10-412,0-10 42,-6 4-344,-2-6 1,-6 0-287,-1 0 0,1 5 85,0 0 1,0 6 71,-1-2 1,1-1-171,0 2 1,0-2 81,0 1 1,1 4-42,4-4 1,-3 4 52,8 1 111,-7 0 1,9 0-49,-3 1 0,4-6 8,1 1 0,1-7-45,4 1 1,5-2 87,9-2 0,-4 0 64,4 0 1,2-6 7,-2-4 1,4-2 178,-4-3 0,0 1-28,-4 0 1,-3 0 489,-2 0 57,2-1-147,-4 1 0,0 5-347,-3-1-59,-4 7 0,-2-2-195,-4 10 1,2 3 17,-7 6 0,7 0-41,-1 1 0,0-1 107,0 0 1,2 2-140,-3 3 0,5-8-85,5 3 1,3-5-48,6 1 1,0 1 106,1-6 0,-1-1 166,0-4 1,5-1-10,0-4 1,5-3-57,-5-6 0,1-5 102,-1 0 1,-3-8-139,3-1 1,-3-2-66,-2-8 0,-1 2 126,-4-2 0,2 3 66,-6 6 1,0 6 104,-5-1 0,0 11-80,0-1 22,-7 10 1,-1-1-101,-6 10 0,0 4 42,0 10 0,4-2 233,1 7 0,1 0 252,-2 4 0,-1 1 78,7-1 1,-3-4-246,3-1 1,2 0-144,-3 0 1,4 2-37,1-6 1,0 0-106,0-4 0,0-1-18,0 0-613,0-6 455,6-2 1,-3-6-119,7 0 0,-6-6 3,6-4 1,-1-4 40,5-5 0,1 3-45,-1-2 1,0 2 168,0 2 0,2-1 39,3 1 1,-3 1 18,3 4 0,-3 3 125,-2 6 1,-5 0-47,1 0 0,-1 0 231,6 0 1,-8 6 183,-2 3 1,-3 4-126,-2 1 0,0 1 26,0-1 1,-2-2-292,-3-2 0,-2 2-282,-8-2 1,-4 1 61,0-2 0,-4 3-185,4-8 0,-5 1-13,5-5 1,-1 0-365,1 0 1,3 0 237,-3 0 1,8 0-142,1 0 231,7 0 113,-9 0 238,10 0 162,-4 0 0,12 0 291,3 0 1,4 0-260,1 0 0,0 0 88,1 0 0,5-5-66,4 1 1,-2-3-142,2 2 0,-1 2-197,6-6 1,1 1 77,3-2 1,-3-7-172,3 3 0,-3-3 93,-1 2 1,-2-4 45,-4 0 0,-2-6-72,-7 1 0,-4-2 19,-1-3 1,-6 2 42,2 4 0,-5-3 9,-5 7 0,2 0 151,-6 5 1,4 5 22,-5-1 31,1 7 1,-5-3-198,-1 6 0,6 1-89,-1 4 1,6 3 243,-6 6 0,5 2 177,-4 3 1,4-2-124,-4 7 0,6-2 77,-2 2 0,3 3 346,2-4 0,0-1-197,0 2 0,0-5 12,0 5 1,2-7-211,3 2 0,3-3-67,6-2 1,5 0 30,0 1 0,6-8-227,-1-2 1,2 2 79,3-3 0,-1-1-75,1-7 0,-1-4-20,1-6 0,-3-1-15,-2 1 1,-3-5-50,-7 0 0,3-4 171,-2 4 1,0 0-6,-10 4 1,0 1 59,-5 0-12,0 0 1,-2 1-74,-2 4 0,-4 2 0,-7 7 1,1 0-202,0 0 1,0 7 26,0 2 0,1 4 107,3 1 1,-2 0 158,2 0 0,4 2 178,1 3 0,-1-3-167,1 3 1,0-3 99,5-2 1,0 0-125,0 0 1,7 1 37,2-1 0,4-5-79,1 1 0,2-7-11,3 2 0,-2-4-156,7-1 1,-5 0 197,5 0 0,-5-6 18,4-4 0,-4-2-110,5-2 0,0-5-78,4 0 1,-1-5 91,-3 5 1,1 0 12,-6 5 0,1 0 28,-1-1 0,-8 8 39,4 2 146,-4-3-152,3 6 0,-5 1 75,1 5 1,-7 8 212,2-3 89,-4 4 0,-1 6 26,0 0 0,0 0-63,0-5 1,0 0-142,0 0 0,-1-4 226,-4-1-180,-3 1 1,-6 2-101,0-2 0,4-4-150,1-6 0,-2 5-74,-8 0 0,3-1-214,-3-4 1,3 0-773,2 0 0,-2-1-159,-3-4 0,8 3-2286,-3-2 2490,3 2 996,-3 2 0,-1-38 0,1-9 0</inkml:trace>
  <inkml:trace contextRef="#ctx0" brushRef="#br0">17204 4620 7856,'-8'-6'243,"0"3"951,3-7-398,4 7 101,-12-3-91,12 6-520,-12 0 1,10 1-47,-7 4 0,7 3-68,-2 6 1,4 7-53,1 3 1,-5-2 20,0 1 1,1-1-94,4 2 1,0 3-20,0-3 1,1-4-198,4-1 1,-2-3-146,7-2 1,1 0 142,8 1 1,-4-7 51,4-4 1,3-4 185,2-4 0,-2-1-29,2-9 1,-7 3 29,2-8 1,0-4 195,-5 0 0,2-4-66,-11-2 0,0 1 91,-5 0 1,0 1-124,0 3 1,-11 2-145,-4 3 1,-3 8-299,-1-3 1,-4 9 98,-5 0 1,4 4-50,1 1 1,0 6-12,0 3 1,2 6-139,7 4 0,5 1 105,-1 4 0,7 3 28,-2-4 0,4 0 282,1 0 1,1-5-79,4 1 1,3-4-78,6 0 1,7-6-62,2 1 1,4-7-155,2 1 1,1-2-23,3-2 1,-3-6-317,3-4 0,2-4 239,-2-5 0,-2 3-3,-7-3 0,-3 2 534,-7-2 0,-5 3-182,1-3 637,-7 3 1,3 2 238,-6 0-293,0 6 1,-1 2 461,-4 6 547,3 0-1120,-4 0 1,6 6-184,0 4 1,0 2 148,0 2 0,0 5-89,0 0 0,0 7 30,0-3 1,0 3-143,0-3 1,0 9-100,0-4 0,0 4 69,0-4 1,0 1-52,0-1 1,0 2-1,0 3 1,0-7-258,0 2 0,0-7-142,0 2 1,0-5 132,0 1 0,0-8-147,0-2 521,0-6 203,0 4 1,0-9-123,0-3 1,0 2 87,0-6 1,-1-6-240,-4-3 0,3-8-268,-3 3 0,-1-6-379,1-4 1,1-2 316,4-3 1,0-1-283,0 6 0,0-5 84,0 5 0,6 1-68,3 8 1,4-1 94,1 6 0,2 5 83,3 4 1,-2 7 241,7-2 0,-5 5-101,5 5 1,-12 3 253,3 6 0,-6 1-69,1-1 0,-4 0 396,-6 0 1,0 0-14,0 1 0,-6-1 172,-4 0 0,-4-5-424,-5 1 0,2-1-47,-7 6 0,5-3-38,-5-2 1,7 1-136,-2-6 1,3 1-676,2-1 390,0-4-664,-1 6 654,8-7 0,7 0 11,9 0 0,5-7 218,5-2 0,3-4-1,7-1 1,-1 0-84,1-1 1,1 0 5,3-4 0,-2 1-102,7-5 0,-6 1 151,1-2 1,-4-3 189,-6 3 1,-2 2 21,-7-2 1,-1 7 183,-4-2 0,-3 3 18,-6 2 1,-4 5 243,-1-1 1,-6 7-222,1-2 0,3 4 93,-3 1 0,1 1-76,-6 4 0,1 3-68,0 6 0,4 2 8,1 3 0,6-2 9,-2 7 1,-1-2-37,1 2 1,0 1-11,5-6 0,0 6 0,0-1 1,0-2-108,0 2 0,2-7-122,3 2 0,2-2-52,8 2 0,-1-8 85,0 4 1,0-11-493,1 1 0,0-3 61,4-2 0,-1-2-111,5-3 0,-5-2 250,1-8 0,-2 0-24,2-4 1,-8 3 375,3-3 0,-4-2-99,-1 2 1,2 0 179,-6 5 0,0 5 66,-5-1 955,0 7-554,0-3-482,0 6 0,0 1 128,0 4 1,0 3 144,0 6 1,-5 2-110,0 3 0,1-3-9,4 3 0,0-4-598,0 0 1,0-1 65,0 0 1,4-4-68,1-1 0,6-6-2,-1 2 1,2 1-230,2-1 0,1-2 203,-1-8 1,5-1-132,0-3 0,1-6 202,-1 1 0,-3-2 318,3-7 0,2 4-215,-2-5 0,0 7-32,-5-2 0,0 3 801,0 2 1,0 1 281,1 4-317,-1-4-271,0 11-233,0-4 1,-1 8 5,-4 2 0,-2 0-6,-7 5 1,0-4-192,0 4 123,0-6 0,0 5-14,0-3 125,0-3 201,0 4-201,-7-6-47,0 0 1,-8 0-26,1 0 0,0 0 0,0 0 1,-1 2-10,1 2 0,0-2 85,0 3-115,0 2 0,-1 0-5,1 2 0,1 4-87,4-4 1,1 2 90,3-1 0,4 3-2,-4-4 0,3 4-61,2 1 1,2 0-9,3 0 0,4-1-137,10-4 1,-1-2 110,5-7 1,1 4-230,4 1 0,6-2 20,-1-7 0,0-4 127,-5-6 1,1-1 72,-1 1 0,1-5 176,-1 0 0,-1-5 138,-3 6 0,1-6-44,-6 5 1,0 0 394,-5 5-355,0 0-101,1-1-16,-8 7-184,0 2 190,-7 6-71,0 6 182,0-4-30,0 11 246,0-12-159,0 6 175,0-7-399,0 0 0,-7 0-141,-2 0 1,1 4 121,-1 1 0,-1 1 2,-4-1 1,-2-2-77,-3 7 0,3-1 47,-3 5-6,4 1 1,0-1-144,1 0 0,5 0-197,-1 0 1,7-4-140,-2-1 212,4 1 1,7-2 64,3-3 1,4-4 13,1-1 0,5 0 59,0 0 0,2-5-9,-2 1 0,-3-7 444,2 1 1,-2-3-5,-1-1 1,-1 0 172,0 0 1,-5 4-176,1 1 1,-7 4 487,2-4-398,3 5-365,-7-2 1,6 8 188,-7 2 1,0 4-179,0 7 1,0-1 17,0 0 1,0 0-78,0 0 0,1-4-357,4-1 276,3 1 1,6-2-43,0-3 0,0-4 208,1-1 0,4 0 52,0 0 1,0-6-57,-5-4 0,5-9-76,0-4 1,0-3 92,-5 3 0,-1-6-40,-4 1 1,2-2 26,-6-8 1,0 6 2,-5-1 1,0 5-10,0 4 1,0 3 28,0 7-39,0 0 1,-5 8-113,0 6 1,-4 6-158,4 8 0,-5 7 401,6 2 0,-6 4 195,5 2 1,-1 1 195,1 3 1,4-5-264,-4 1 0,3-2-38,2-8 1,0 4-194,0-4 1,7 0-160,2-5 1,4-1 133,1-3 1,7-4-122,2-6 1,3 0-643,-3 0 1,3-6 182,-7-4 1,4-4-3,-4-5 1,5 2-140,-5-7 0,0 6-257,-5 0 0,-5-3 954,1 2 0,-45-19 0,-6 0 0</inkml:trace>
  <inkml:trace contextRef="#ctx0" brushRef="#br0">17886 4777 7856,'21'-8'724,"-5"-5"-543,3 4 1,3-4-146,1-1 0,3 0-473,-3-1 1,4 1 436,-3 0 0,3-7 0,1-1 0</inkml:trace>
  <inkml:trace contextRef="#ctx0" brushRef="#br0">19863 4606 7794,'0'-14'1271,"-5"4"775,0 1-1136,0 6-362,5-4-287,0 7 0,0 7 124,0 2 0,0 9-57,0 1 1,0 4-86,0-4 0,0 7 70,0-3 0,0 4-97,0 1 0,2-4-13,3 0 1,-4-5-89,4 5 0,-3-7-201,-2 2 1,0-3-491,0-2-1100,0 0 508,0 0-764,0-6-951,0-1 2883,6-14 0,-4-30 0,-2-16 0,3-5 0,0-1 0</inkml:trace>
  <inkml:trace contextRef="#ctx0" brushRef="#br0">19834 4663 7794,'0'-9'1785,"0"-1"-745,0 7 0,2-8-537,3 6 1,4-4-83,10 4 1,5-5-349,9 6 0,-2-7-236,7 1 0,-4 2-119,3-1 0,-7 4-360,-1-4 0,-7 5-750,-8 0 670,0 2 0,-6 4-1274,-3 2 1996,-16-2 0,-28 22 0,-14 9 0,-8-2 0,-1 1 0</inkml:trace>
  <inkml:trace contextRef="#ctx0" brushRef="#br0">19934 4777 8789,'0'8'5294,"0"-2"-5085,0-6 1,1 0-400,4 0 1,3 0-203,6 0 1,-3-5-107,3 0 0,-3-1-391,8 1 0,-3 4 104,-2-4 0,5-1-156,0 1 1,0 0 555,-4 5 1,-6-1 116,1-4 523,-1 3 224,5-4 0,-4 6 1619,-1 0-775,-6 0-614,4 0 1,-7 2-78,0 2 0,0 0 568,0 5-778,0 1 1,-5 4-23,0 0 0,0 0-513,5 0 0,0 1 154,0-1 0,0 0-1015,0 0 650,0 0 1,7-1-96,2-3 0,4 1 186,1-7 0,0 1-83,1-5 1,0 0-203,4 0 1,-3-1 85,3-4 0,2-3 341,-2-6 1,-1-2 345,-3-3 0,-1-5-81,0-9 1,0 1-130,1-5 1,-3 3-35,-2-4 1,1 7 47,-7-2 1,6 4-18,-5 6 1,-1 2 118,-4 7 0,0 4 485,0 1-433,0 6 1,-4-2-142,-1 10 1,-6 7 175,1 7 0,-1 7 163,2-3 0,-4 4 160,4 2 0,1 1-170,-2 3 0,2-5-62,-1 1 0,1-1-167,3-4 1,4-2-93,-4 2 1,2-2 27,-2 1-354,4-2-1379,-6-7 1052,7 0 0,2-6-2,3-3 1,-2-5 232,6-5 0,-4-3-16,4-6 1,1 0 117,4 0 0,0-1 61,1 1 1,-1 0-9,0 0 1,0 0-33,0-1 0,5 6 217,0-1 0,5 7 170,-5-1 0,0 2 97,-5 2 1,0 2-130,1 2 1,-3-1 69,-2 7 1,1-1 46,-6 6 0,-1-1 171,-4 0 1,-1 0-113,-4 0 0,-3 1 88,-6-1 0,-2 0-670,-3 0 0,2-4-38,-7-1 0,5-4-194,-5 4 0,7-5 309,-2 0 1,3-2-229,2-2 94,0 0 162,0 0-207,6 0 324,1 0 1,9 0 331,3 0 0,3 0-28,6 0 1,0 0 70,0 0 0,5 0-232,0 0 0,5-5-243,-5 0 1,6-6 144,-1 2 1,3-4-126,1-1 0,0 0-152,1 0 1,-1-5 75,1 0 1,-7-5 161,-3 5 0,-3 0 32,-2 5 0,-6-5 460,-3 0-80,-4 0 52,-1 5 0,-6 6-145,-4 3 1,-2 4-88,-3 1 0,1 6-203,0 3 0,0 6 130,0 4 0,4-4-101,1 4 0,5 2 92,0-2 0,2 5 110,2-6 0,0 6-189,0-5 1,0 0-91,0-5 0,6-1 28,4-4 1,3 4-197,1-3 0,2-4-10,3-1 0,1-4 107,4-1 0,3-6-304,-4-4 0,-2 1 156,-2-5 1,1 3 93,-1-8 0,0 3 116,-5 2 0,-1-1 175,-3 1 0,2 0-54,-2 0 0,-2 1 453,1 4-254,-6-4 1,5 7 191,-3-4 338,-4 4-208,6 6-447,-14 0 1,4 2 74,-6 2 0,4-1 134,-4 7 1,4-5 16,-5 4-16,7 1-230,-9 4 127,10 0-320,-11 0 0,12-4 5,-4-1 39,3-6 322,2 4-4,0-7-326,0 0-109,0-7 1,0 4 89,0-6 1,0-1-96,0-4 1,5 0-30,0 0 0,4-1-42,-4 1 0,8 0-90,1 0 1,0 4 229,5 1 1,3 4 270,2-4 1,-2 5-113,2 0 1,0 2 130,4 2 1,-6 0-111,-3 0 1,-2 0-31,2 0 0,-8 0-1059,4 0 1,-11-2-1296,1-2 2301,-3 2 0,-72-29 0,27 15 0,-1 0 0</inkml:trace>
  <inkml:trace contextRef="#ctx0" brushRef="#br0">17375 5502 7767,'-2'-14'358,"-3"-1"0,4 1 1400,-4 0-738,3 0-445,2 6 0,0 0 689,0 3-873,0 4 1,0-4-444,0 10 1,0 2 75,0 8 1,0 5 170,0 4 0,5-2-54,0 2 1,1 1-125,-1 8 0,-4-8-87,4 4 1,1-5-280,-1-1 1,5 4-61,-6-3 1,3-4 202,-3-1 1,0-8-545,5-1 1,-4-7-105,4 2 614,1-4 1,4-12 149,0-3 1,0-8 235,1 3 0,-6-6 34,1 1 0,-7 2 290,2-2 0,1 7 294,-1-2-539,-1 3 0,-4 7 76,0-1-347,0 7 1,2-2-312,3 10 1,-4 0 259,4 9 0,-3-3 63,-2 8 1,4-2 15,1 2 1,1-3-12,-1 3 1,-3-3-130,2-2 0,4 0 120,2 0 1,-2-1-355,1-3 1,1-4 149,4-6 0,0 0 2,0 0 1,1 0 232,-1 0 0,0-6 187,0-4 0,0-3 97,1-1 0,-7-5 468,-4 0 0,3-4-173,-3 4 1,1-7-213,-5 3 0,0 1 28,0-2 1,-5 2-292,1-2 0,-3 5-159,3 10 1,0-2-433,-5 6-361,6 0 1,-5 5 16,3 0 0,4 6-849,-4 4 0,-2 3 1687,3 1 0,-1 38 0,5 9 0</inkml:trace>
  <inkml:trace contextRef="#ctx0" brushRef="#br0">17716 5758 13451,'8'0'-541,"0"0"403,-4 0 1,-1 0-37,7 0 1,-2-2-145,1-3 1,4 2-255,-4-6 1,4-1 374,1-4 0,0 0 330,1 0 0,-3-1 1092,-2 1-933,2 0 1,-5 0-126,2-1 0,-2 6 725,-7 0 752,6 5-1404,-5-8-960,6 10 669,-7 2 1,0 8-128,0 6 0,0 5 301,0 0 1,5 0-90,-1-5 0,3 2-148,-3 3 0,-1-3-9,7 3 1,-5-8-49,4-2 1,-1-4 276,2 5 0,2-7 64,-2 2 1,2-4-352,3-1 1,-1-1-257,0-4 0,-1 0 600,-4-9 0,4 1 65,-4-11 1,4 6 55,1-6 0,-4 6 20,-1-1 0,-6 4 110,2 0 1,-4 1 178,-1 0-46,0 6-1118,0 2 464,0 6-400,0 0 0,-4 6 113,-1 4 1,0-2-83,5 1 1,0 0 297,0 6 0,2-3 56,3-2 0,-2 2 7,6-2 1,1 1 215,4-2 1,0 3 77,0-8 0,1 7 361,-1-1 1,-5-2 46,1 1 1,-6-4-199,6 4 0,-5-4-58,4 5 1,-6-6-159,2 6 0,-3-5-312,-2 4 18,0-6 1,0 5-334,0-3 0,1-4 51,4 4-198,-3-3 139,4-2 200,0 0 0,2-7 498,6-2 0,-4-4-64,-1-1 1,1-5 47,4 0 1,-5-6 8,1 1 1,-2 2 135,1-2 0,-2 7-108,-7-2 0,0 3-95,0 2 1,0 5-194,0-1-466,0 7-144,0-3 0,-2 6 276,-3 0 0,-1 6-193,-3 3 1,1 9 293,3 1 1,3 1 119,-2-1 1,2-3-58,2 3 1,0 2 115,0-3 145,0 1 0,2-4 29,2-1 0,4-5 68,6 1 0,1-7-40,-1 2 1,5-4-98,0-1 1,6-1-18,-1-4 0,-2-3-7,2-6 0,-7-2 17,2-3 1,1 2 7,-1-7 1,0 2-33,-4-2 0,-1-7-39,0 2 0,-1-4-4,-4 0 0,-3 3-17,-6-3 1,0 3-13,0 1 0,0 2 157,0 4 85,0 2 1,-1 9-130,-4 2 0,2 4 130,-7 6 0,1 1-134,-5 4 1,0 1 23,-1 4 0,1 7-24,0-3 1,0 5 94,-1 0 0,3-1 112,2 5 1,-1 0-72,7 0 0,-6 2 102,5-6 1,1 7 4,4-3 0,0 3-86,0-3 0,1 3-7,4-7 0,3 4-59,6-4 0,0 5-147,0-5 1,2 0 79,3-5 1,-3-4-170,3-1 1,2-1 77,-3 1 0,8-2-99,-3-7 0,0-2 13,0-3 0,1-2-152,4-8 1,-4-4 92,0 0 0,-5-6 145,4 1 1,-4-2-3,5-3 0,-11 5 62,1 1 0,-5 1 139,1-2 0,-4-1-94,-6 6 0,0 4 106,0 6 1,-6 6-130,-4-2 0,-2 4-109,-2 1 0,-1 6-166,1 3 0,0 9 67,0 1 1,-1 1 136,1-1 0,6-1 37,4 5 0,-3-5 64,3 1 0,-1-4-126,5 0 0,0-1-2,0 0 0,5 0-60,-1 0 1,9-6-142,1-3 1,2-3 191,8-2 0,-1 0 17,6 0 0,-2-7-479,-4-2 1,4-4 207,-3-1 1,3-5 235,1 0 0,-4 0-5,0 5 1,-5 0 193,4-1 0,-4 6-67,5 0 1,-2 5 75,2 0 0,-4 2 138,-6 2 0,1 2-48,-1 2 0,-5 0 62,1 5 1,-7 0-94,2 6 0,-4-6 56,-1 1 1,-1-1-72,-4 5 0,-3-1 21,-6-4 0,0 4 219,-1-3 0,0-3 180,-4 3 1,1-5-1330,-5 4 0,4-6 266,-5 2 1,7-2 61,-2 2 0,3-3 191,2 2 0,4-2-427,1-2 19,5 0-107,-2 0 629,6 0 443,0 0 0,6 0 255,4 0 1,4-2-385,5-2 1,-3 0-284,3-5 0,3 1 100,2-1 1,-2-4-124,2 3 1,-6-2 113,6-2 1,-5-1-261,5 1 0,0-2 51,4-3 0,0 4-17,1-4 0,-5 8 401,-1 1 0,-5 5-88,1-4 1,-8 6 217,-2-2 0,-6 5 581,2 5-182,-3 3 1,-2 6-264,0 0 0,-2 0 127,-3 0 0,2 1-94,-6-1 1,1 0 18,-2 0 0,-2-4-404,2-1 0,-1-4-267,2 5 0,-4-7-346,3 1 1,3 3-71,-3-3 0,5 1-2280,-4-5 1129,6 0-323,-10 0 2064,12 0 0,19-31 0,14-9 0</inkml:trace>
  <inkml:trace contextRef="#ctx0" brushRef="#br0">20019 5615 7856,'0'-7'121,"0"-6"245,0 3 1,0 3 361,0-3 321,-6 7-91,4-10-243,-4 12 56,6-6-124,0 7 241,0 0-650,0 7 1,0-4-14,0 6 1,0-4 198,0 5-294,0-1 1,0 5-147,0 0-399,0 1 290,0-1 188,0 0-151,0 0-338,0 1 492,0-8 369,0 6-216,0-11-73,0 4 52,0-6-195,0 0-299,0-6 117,0 4-133,0-4 65,0 6 1,0-2-659,0-3-287,0 4-767,0-5 102,0 6 1857,0 0 0,0-7 0,0-1 0</inkml:trace>
  <inkml:trace contextRef="#ctx0" brushRef="#br0">20047 5658 7839,'0'8'2329,"0"-2"-963,0-6 284,0 7-785,0-6-462,0 6 1,0-9-208,0-3 0,5 2-125,0-6 0,0-1-92,-5-4 1,4 0 84,1-1 0,6-5-177,-1-4 0,-2 2 0,1-2 1,-4 1-159,4-6 0,-6 1 142,2-1 0,-3 1 137,-2 0 1,0 4-15,0 0 1,-7 8 7,-2 2 1,1 2 8,-1 7 1,-1 0 8,-4 5 0,4 0-189,1 0 0,-1 11 4,-4 3 1,5 5-24,-1 0 1,7 3 224,-2 7 1,2 1 135,-2 3 0,4-3-20,-4 3 1,4 2 184,1-2 1,0 0-168,0-4 0,4-1-71,1 1 0,1-7-214,-1-3 33,3 3 0,6-8-159,0 0 0,-4-6 128,-1-8 1,1 0-115,4 0 1,0-1 24,1-4 1,4-3 45,-1-6 0,1-2 142,-4-3 0,-1 3-85,0-3 0,-1 3 577,-4 2-243,4-6 0,-7 4 427,4-3-217,-4 9 75,-6-2-495,0 10-290,0-4 389,0 12 1,0 2-58,0 6 0,0 0 185,0 1 0,0-6-328,0 1-562,0-1 268,6 5 1,2-4-284,6-1 0,-4-6 306,-1 2 1,1-3-104,4-2 0,5-5 369,0 0 0,0-6-268,-5 2 396,0-4 0,1-1 155,-1 0 0,-2 4 223,-2 1 0,-2 6-160,-3-2 1,-2-1 597,6 1-446,-6 0 0,5 7 85,-3 2 0,-3 0-148,2 5 0,-2 0-111,-2 6 0,0-1 222,0 0 0,0-4-149,0-1-701,0 1-159,0 4-899,0 0 910,0-6-340,6-2 618,-4-6 0,9-6 177,-6-4 0,4-2-20,-4-2 0,6-1 96,-2 1 1,-1 5 100,2-1 0,-6 5 218,6-4 227,-1 6-366,6-10 1,-1 12 75,0-4 0,-4 8-39,-1 2 1,-4 6 120,4-2 1,-4-1-259,4 2 0,-1-6 0,2 6 1,2-5-136,-2 4 0,3-6 3,1 2 1,0-3-302,0-2 1,0 0 125,1 0 0,-6-7 45,1-2 0,-2-4 23,1-1 0,2 0 8,-6-1 1,0-5 172,-5-4 1,0-3-109,0-1 1,-2 1 14,-3 3 0,-1-1 177,-4 6 264,-2 0-393,4 11 1,-5 4-128,4 8 0,1 11 593,3 8 0,4 9-192,-4 1 1,3 5 389,2-5 0,0 0-211,0-4 1,0-1-8,0 1 0,0-3-234,0-2 1,0-3-310,0-7 1,2-1-188,3-4-241,-4-3 1,12-6-96,-4 0 0,4-8 113,1-6 0,5-2-60,0-7 0,2-1 297,-3-4 0,-2-1 115,3 1 0,-1-1 8,1 1 1,-5 1 120,0 3 0,-1 4-109,-9 6 442,7 6-157,-9 1 1,-2 9-53,-9 3 0,-4 4 102,-1 10 0,-5-3-10,0 3 0,0-2 23,5 2 1,-1-3-137,1 3 0,0-3-31,0-2 0,6-5-39,3 1 0,4-1-154,1 6 0,0-1 404,0 0 1,12-5-95,7 1 1,2-7 239,2 2 1,-1 1-152,2-1 1,1 0-78,-6-5 0,0 0-86,-4 0 0,-1 0-137,0 0 1,-5-2-4,1-3-851,-7 4-1672,3-12 181,-6 12-435,0-6 2852,0 7 0,-19-19 0,-4-4 0</inkml:trace>
  <inkml:trace contextRef="#ctx0" brushRef="#br0">21469 3853 11858,'14'-8'772,"2"0"-478,3 3 0,8 4 32,6-4 1,2-2-90,-2 3 0,-3-3-42,3 3 0,-7 2 5,-3-3-33,1 4 1,-2-1-160,-3-3 43,-9 4-264,-4-5 239,-6 6 0,-2 0 30,-2 0 1,0-2-648,-5-3 0,-1 4 281,-4-4 1,-5-1 68,0 1 0,0-5 82,5 6 1,5-3 38,-1 3 0,5 2-82,-4-3 378,6 4-143,-10 1 0,13 0-62,0 0 0,2 0 560,7 0 1,-1 1-204,2 4 1,2-2-54,-2 7 1,1-1-86,-2 5 0,-1 1 7,-3-1 0,-4 0 7,4 0-296,-3 0 0,-2 1-173,0-1 0,-5 0-548,0 0 0,-6 1-1190,2-1 1,1 0 2002,-2 0 0,7 0 0,-3 1 0</inkml:trace>
  <inkml:trace contextRef="#ctx0" brushRef="#br0">22393 3511 8266,'0'-14'-908,"0"5"1547,0-1 1272,0 7-564,0-10-396,0 12-355,0-12-352,0 12-361,0-6 381,0 7 1,0 2 171,0 3 0,0 3-228,0 6 1,5 0-48,0 0 0,0 5-146,-5 0 1,4 2 117,1-2 0,1 1-97,-1 4 0,-3-4-11,2-5 0,0 4-212,0 0 1,-2-5 37,3-5 1,-2-1-128,2 2 1,-4-3 221,4-2 0,3-3 198,1 3 0,2-10-7,-1-5 0,7-9-126,-3-4 1,5-6 142,0-4 1,-3 1-75,3-5 0,-3 2-20,-2 2 1,-1-4 57,-4 14-249,4-1-426,-12 10-152,6 6 0,-7 8 75,0 9 0,-5 9-94,0 1 0,-1 6-263,1-1 1,4-2 387,-4 1 1,3 0 602,2 0 0,19 17 0,5-2 0</inkml:trace>
  <inkml:trace contextRef="#ctx0" brushRef="#br0">22962 3625 8257,'0'-14'2067,"0"0"-210,0 0-1235,0-1 0,0 6 213,0-1-718,0 7 1,-5-2-172,1 10 1,-7-2 173,1 7 1,-3-1-61,-1 6 0,0 0 85,0 4 1,0-3-316,-1 3 1,3 2-339,2-2 1,-1-1 213,6-3 0,-4-1-121,4 0 1,0 0 170,5 1 1,0-6 115,0 1 0,7-7 69,2 1 1,9-2-1,1-2 1,4-6-29,-4-4 1,5-2 145,-5-3 1,0-4 11,-5 0 1,-4-4-87,-1 4 1,-6-5-149,2 5 1,-3 0-84,-2 5-38,0 0 0,-8 6 232,-7 3 0,1 5 28,-5 5 0,2 3-11,-2 6 1,5 2 123,-1 3 0,3-3 118,7 2 0,-4-2-56,4-2 35,0 1 0,7-3-90,2-2 1,9-4 27,6-6 1,5 0-52,-5 0 0,4-1-4,-4-4 0,7-3-94,-3-6 1,3-5-30,-3 0 0,3-6-186,-7 1 0,-1-3 190,-3-1 1,-3-6-3,-2 1 1,-4-2 86,-6 2 0,0 3 0,0-3 0,0 9 378,0 5-255,0 10-224,-6 3 0,-2 12-131,-6 3 1,-1 10 420,1 5 0,0 3-132,0 1 0,4 6 399,1-1 0,1 0-133,-1-5 0,1 1-3,3-1 1,3-4-189,-2 0 0,2-7 6,2 2 0,0-2-61,0 2 0,6-5-203,4 1 1,2-3-27,3-7 1,0 1-77,4-1 0,-3-3-126,3 2 0,2-2 98,-2-2 0,1-6 98,-1-4 1,-3-1 108,3 2 0,-3-4 111,-2 4 0,-5-9-119,1-1 1,-1 0 121,6 5 1,-3-5-27,-2 0 0,2-5-84,-2 5 0,-2-4 10,1 4 1,-4-5-42,4 5 0,-4-4-21,5 4 0,-7-2 25,1 2 1,-2 3-18,-2-3 0,0 4 249,0 0 109,0 1 1,0 5-13,0-1 1,-2 7-126,-2-2-114,2 4 1,-6 2-106,4 4 1,2 3-277,-3 6 1,-1 7 465,1 2 0,0 4 321,5 2 1,-4-1-197,-1 0 0,0 1 143,5-1 0,0 1-43,0-1 1,0 1-178,0-1 1,0-4 7,0-1-1,0-5-52,0 1 0,5-3-261,0-2 1,-1-5-526,-4 1-249,7-7 1,-4 3 157,6-6 0,1-1-515,4-4 1,-3-3-422,3-6 0,-4-2 295,4-3 1377,0-3 0,-44-38 0,-3-8 0</inkml:trace>
  <inkml:trace contextRef="#ctx0" brushRef="#br0">23403 3611 8241,'-14'0'0,"4"0"608,1 0 978,6 0-1042,-4 0-238,7 0 1,2 0 110,3 0 1,7 0-207,7 0 0,6 0-173,-1 0 0,3 0-7,1 0 1,1 0-245,-1 0 0,-1 0-23,-3 0 0,-4 0-155,-5 0 1,-1-5 100,0 0 417,0 1 266,0 4 1,-6-2 150,-3-3 328,-3 4-617,-2-5 1,-7 7-27,-2 4 0,1-2 378,-2 6-348,1 1 0,-5 4-235,0 0 1,4-1-145,1-3 0,5 2-220,0-2 0,2-2 1,2 1 149,-6 0 0,4 1-83,-3-1 17,4-5 1,7 2 89,4-6 1,-2 0 211,1 0 1,1-5 183,4 0 0,0-6-74,0 2 1,-4 1-154,-1-1 41,1-1 1,2 1 4,-2-1 0,-2 7-103,-4-2-160,-2 4 0,6 1 274,-3 0 435,-4 0-100,6 6-449,-7 2 0,1 4-318,4-2 352,-4 3 0,12-12 21,-3 4 0,-3 1 20,3-1 1,1 0-39,8-5 0,-3-5-31,3 0 1,1-6 18,-1 2 0,2-2 118,-2 1 0,-2-2-179,7 2 0,-7 2-159,2-1 0,-3 6 157,-2-2 1,0 3 21,1 2 1,-1 0 26,0 0 1,-5 0-59,1 0 101,-1 0 168,6 0 0,-7 2 476,-4 3 106,-2-4 172,-2 5-640,0-6-395,0 0 0,-6 0 151,-4 0 1,1 0-144,-6 0 0,4 0 56,-8 0 1,-1 7-273,1 2 1,-2-1 97,2 2 1,4-1-15,-4 5 1,8-4-65,1-1 1,5-1-158,-4 2-155,6 2 620,-4-4 1,9 0 215,3-3 1,4-4-207,10-1 1,-2-6 48,7-3 0,-5 1 105,5-2 0,-5 1 84,4-6 1,-5 1 74,1 0 0,-5 5-243,-4-1 1,1 5-273,-7-4 1,3 6 140,-3-2 1,-2 5-7,3 5 0,-4 3 160,-1 6 1,0 6 140,0 4 1,0 3 341,0 1 1,-6 1-252,-4-1 0,3 1-40,-3-1 1,1 4-190,-6-4 1,6 2-98,-1-11 1,1 0 572,-5-5-376,0 0 0,-1-1 227,1-3-87,0-4 1,1-8 120,4-2 1,-2-4-219,6-7 0,0 1-366,5 0 1,0-5-167,0 0 0,7-6-565,2 1 0,8-3 312,2-1 0,7 1-434,-3 3 0,-1-3 401,2 4 1,0 2-68,4 2 0,1 0 437,-1 5 1,-6-3 156,-3 7 1,-3 4 251,-2 1 63,0-3 531,-6 7-325,-1-6-44,-7 7 1,-7 0-364,-2 0 48,-4 0 0,-1 0-193,0 0 0,0 0-104,-1 0 0,6 5-655,-1 0 560,1 6 0,-4-3-45,4 6 0,2 0 233,7 0 0,0 1 159,0-1 1,2-5-207,3 1 0,-2-1 17,6 6 1,6-3-242,4-2 0,1 1-281,-1-7 1,3 6 628,7-5 0,8-18 0,5-7 0,3-4 0,1 0 0</inkml:trace>
  <inkml:trace contextRef="#ctx0" brushRef="#br0">24796 3710 8218,'8'-7'1943,"-2"-6"0,-6 10 366,0-7-1008,0 7-334,0-9-693,0 10-302,0-11 156,0 12-240,0-6 0,-6 7 91,-3 0 0,1 5-342,-2 0 0,1 6-113,-5-2 1,-1 2 142,1-1 0,5 3 29,-1-4 0,5 2-154,-4-1-82,6 2 395,-4-4 248,7 0 1,7-2-64,2-6 1,4 0 154,1 0 1,0-6-61,1-3 0,-1-4-165,0-1 0,0-7-46,0-3 1,1-2 38,-1-3 0,-5-4-22,1 0 1,-7 1 87,2 9 0,-4 2 269,-1 7-611,0 0 10,0 6 0,-1 8 389,-4 9 1,2 9 144,-7 1 1,6 6 244,-6-2 0,7 4-209,-2 2 0,4-6-7,1 1 0,0-6-119,0 0 1,0-2 25,0-2 0,6 1 7,3-1 1,4-5-197,1 1 1,7-7-241,3 2 0,1-4 99,-2-1 1,4-1-25,-3-4 0,3-3 130,1-6 1,-4-2 42,0-3 0,-7 2 40,2-7 1,-3 7 174,-2-2 1,-4 3-101,-1 2 0,-6 0 291,2-1-59,-4 7-534,-1 2-606,0 6 545,-6 0 0,3 2-111,-6 2 0,4 4 232,-5 7 0,7-1-21,-2 0 0,4 0 6,1 0 0,0 1 257,0-1 0,6 0 58,4 0 1,4-1-5,5-4 0,3 2 37,6-6 1,1 5-53,-1-6 0,1 1 121,-1-5 1,1-6-159,-1-4 0,-1-2 17,-3-3 0,1 0 36,-6-4 1,0 1 143,-5-5 0,-1 4-250,-4-5 0,-3 2 15,-6-2 1,0 4-160,0 5 1,-1 3 29,-4 2 1,-3 4-227,-6 6 0,4 0 56,1 0 1,0 0-100,-6 0 0,1 11 25,0 3 0,4 4-32,1-4 1,4 5 634,-4 0 0,6 4-6,-2-4 1,2 5 193,-2-5 0,3 6-162,-2-1 1,2-2 80,2 2 1,2 0-83,2 4 0,-2 0-93,3 1 1,-2-1-35,2 1 0,-4-1-58,4 1 1,-4-6-161,-1 1 0,0-7-19,0 2 102,0-3 1,-4-6 395,-1-1 376,-6-6-550,3 4 0,-5-14 142,4-2 1,1-5-292,3-5 0,4-4-234,-4-5 0,5 0-1099,5-1 1,-1-1 314,11-3 1,-4 3-141,8-3 1,1 8 451,-1 1 1,6 5 20,-1-5 1,8 7 294,1-2 0,6 3 42,-1 2 0,-1 0 109,1-1 1,-13 3 211,-2 2 1,-5-1 54,-4 6 353,-6-6 319,-2 4-605,-12-8 1,-2 3-40,-6 2 0,4 4-154,1 6 0,-1 0-235,-4 0 1,0 0 55,0 0 1,6 6 57,3 4 0,-1 2 109,1 3 1,-4 0 91,4 4 0,-1-3-20,1 3 1,3 2 241,-3-2 0,4 4-127,1-4 1,0 6 169,0-1 1,0 3-14,0 1 1,0-4-135,0 0 0,0-2-7,0 2 1,0 2-47,0-2 1,0-3-56,0-2 1,-2-4 16,-2 0 0,2-1-125,-3 0 0,-1-4 201,1-1-121,-6-6 0,8 4 341,-6-7 363,5 0-565,-8-7 0,10-1-118,-3-6 1,4-2-174,1-3 1,0 2-199,0-7 0,11-4-671,3-5 0,3 1 53,-2 8 0,4-1 365,0 6 0,1-5-11,-1 6 1,-3-1-8,3 4 1,-3 3-67,-2 2 0,0-1 145,0 6 1,-4 1-95,-1 4 0,-4 0-11,4 0 552,-5 0 0,-23 0 0,-13 0 0</inkml:trace>
  <inkml:trace contextRef="#ctx0" brushRef="#br0">25322 3440 8172,'-14'-6'1118,"5"3"276,-1-7 1,2 6-1386,-1-6-2074,2 7 676,7-3 1389,0 6 0,19 38 0,5 9 0</inkml:trace>
  <inkml:trace contextRef="#ctx0" brushRef="#br0">21725 4691 7744,'-6'-7'1092,"4"0"1,-6 6 423,4-4-424,2 3-552,-4-4 1,4 6-167,-3 0-476,4 0 0,-4 0 159,10 0 0,3 0 40,6 0 1,2 0 2,3 0 1,3 0 36,6 0 1,1 0-278,-1 0 1,5 0-3,0 0 0,-1 0-40,-8 0 1,1 0 160,-6 0 0,-5 0 171,-4 0-303,-7 0-110,3-6 0,-14-2 25,-6-6 1,-2-1-194,-7 1 0,0 0 155,0 0 1,-3 4 163,8 1 1,-1 1 25,4-2 1,3 2-273,2 4-2,4 2 389,6-4 0,6 12 275,4 4 0,7-2 120,2 1 1,0 5-226,-5 5 1,0 0 23,1-5 1,-3 2-64,-2 3 0,-4-3-75,-6 3 1,0-3-183,0-2 1,0 0-707,0 0 286,-6 1 1,-2-3-517,-6-2 1,-1 1 1032,1-7 0,13-24 0,2-12 0</inkml:trace>
  <inkml:trace contextRef="#ctx0" brushRef="#br0">22365 4834 10348,'2'-10'112,"2"1"1,-1-1-72,7-4 1,-5-2-36,4-3 0,1-3-39,4-6 1,0-2-17,0-4 1,-4 0 50,-1-4 1,-1-2 58,2 7 1,-3 0 18,-2 5 1,-3 5 444,3 4-87,-4 4 25,-1 0-358,-6 8 1,3 0-69,-7 7 0,7 2-72,-2 3 0,-1-2-260,1 6 1,-4 2 178,4 8 1,0-1 15,5 5 0,-4-4 325,-1 5 1,0-5-122,5 5 0,0-1 273,0 6 0,0-6-138,0 1 0,0-7-90,0 2 1,0 2-158,0-2 0,2 0-230,2-5 0,0-4 205,5-1 0,2-1-100,8 1 0,-3-2-264,3-7 1,1 0 128,-1 0 0,0-7 108,-5-2 1,1 1 207,-1-1 0,-1-1 250,-4-4 1,2 0-80,-6-1 0,0 1 108,-5 0 1,0 5-128,0-1 1,0 5 47,0-4-447,0 6 158,0-4-91,0 7 1,0 2 225,0 3 1,-5 3 70,0 6 1,0 0-112,5 0 6,0 0 0,0 1-194,0-1 0,0 0-241,0 0 0,5-4 115,0-1 0,6-6 96,-2 2 0,4-3-113,1-2 0,0 0 49,1 0 0,-1-2 73,0-3 1,5-4 154,0-10 0,0 2 269,-5-7 0,0 2-162,1-2 1,-1-1 48,0 6 1,0 0-188,0 5 0,1-1 80,-1 1 1,0 6-133,0 4 1,-4 2 65,-1 2 0,-1 2 13,2 2 1,1 0 21,-7 5 0,3-1 86,-2 1 0,-4 4-92,4-4 1,-4-1 59,-1 2-121,0-7 1,0 5 106,0-3 352,0-4 5,0 6-153,0-7 0,-6-2-141,-3-3 0,1 4 176,-2-4-259,1-3 0,-5 6-230,-1-2 32,1 2 0,0 2 95,0 0 1,-1 0-47,1 0 0,5 5-49,-1 0 0,6 4-256,-6-4 50,7 6-391,-3-3 547,6 6 1,6-6 63,3-3 1,6-4 139,4-1 0,-4 0-95,4 0 1,-3 0 220,-2 0 0,1-5 187,-1 1 1,0-6 868,0 6-783,-6-8 0,3 9 171,-6-6 0,1 6-148,-1-2-581,-3 3 110,4 2 1,-6 7 148,0 2 1,0 4 122,0 1 0,0 5-167,0 0 1,0 6-18,0-1 1,0 1-32,0-1 1,0 3-35,0-4 1,0-1 106,0 2 1,-5-6-133,0 1 1,-1-4 149,1 0 1,-3-1-65,-6 0 0,3-6 195,-3-3 0,3-4-123,-8-1 1,3 0-34,2 0 1,0-1-28,-1-4 1,6-3-7,-1-6 0,7-7-156,-1-2 1,4-4-353,4-2 0,6 1-245,9-1 0,3-4 304,6 0 0,1-2-122,-1 2 1,5 3 162,1-3 1,0 3 144,-1 1 0,-7 7 7,2 3 248,-9 4 0,-3 0-77,-7 1 1,-5 5 179,0-1 0,-4 7 471,-4-2-288,-4-3-54,-7 7 0,1-5 51,0 6-441,6 0 132,-5 0 1,7 1-97,-3 4 1,1 4 212,3 10 1,3-3 117,-2 3 0,2-2 316,2 2 0,-1-1-249,-4 5 1,3-5 148,-2 1 1,2 1-91,2-1 1,0 0-91,0-5 1,0 1-99,0-1 0,0-5 227,0 1-111,0-1-223,0-1-123,0-1-13,0-7 1,2-2-110,2-3 1,-1 0-24,7-9 0,-5 3-246,4-8 1,-1 3 214,1 2 0,3 0-461,-8 0-170,7 0-285,-3-1 640,6 7 514,1 2 0,-1 6 278,0 0 1,-6 6-138,-3 4 1,1-2 131,-1 1 1,4 1-212,-4 4 0,4-5-126,-4 1 1,6-5 54,-1 4 1,2-6-133,3 2 1,-1-3-93,0-2 0,0-2 23,0-3 0,1-3 105,-1-6 0,0-2 131,0-3 0,-4-1 239,-1-4 1,-6-3-132,2 4 0,-3 2 65,-2 2 1,0 3-72,0 2 66,0 6-1074,0 2 813,-7 25 1,6-3 372,-4 12 1,4 1-38,1-6 0,0 3 251,0-3 0,0 3-252,0-8 1,0 1-65,0-4 1,1-1-148,4 0 0,-2-4-127,7-1 1,-6-6-844,6 2 0,-6-3-1083,6-2 495,-1 0 1,4-7 492,-3-2 1002,2-4 0,-24-26 0,-12-12 0,3-3 0,1-1 0</inkml:trace>
  <inkml:trace contextRef="#ctx0" brushRef="#br0">23417 4578 9783,'19'0'1255,"0"0"1,6 0-1094,-1 0 0,3-5-382,1 0 1,1-4-159,-1 4 1,-6-4 251,-3 4 126,-9 0 0,-23-1 0,-11-2 0</inkml:trace>
  <inkml:trace contextRef="#ctx0" brushRef="#br0">21626 5559 7895,'-15'0'-1148,"1"0"1767,0 0 496,0 0 0,0 0 472,-1 0-1131,7 0 1,1-5 431,2 0-354,3 0-314,-4 5 24,12 0 1,4 0 82,9 0 0,-2 0-89,7 0 0,-1 0 27,6 0 1,-1 0-64,1 0 1,-2 0 0,-4 0 0,4 0-187,-3 0 0,-2 0-59,2 0 1,-7 0-81,2 0 0,-3 0 136,-2 0-87,0 0 1,-6-1 31,-3-4 0,-4 2 17,-1-7 0,0 6-77,0-6 0,-6 1-102,-3-5 0,-9-1-130,-1 1 0,-1 5 116,1-1 1,5 5 181,-1-4 0,1 6-121,5-2 0,1-1-133,-2 1 80,7 0 101,-3 5 1,12 5 258,4 0 0,2 6 367,2-2 0,1 4 42,-1 1 0,-1 2-187,-4 3 0,4-3-15,-4 3 1,-3-4-130,-1 0 1,2-1-63,-3 0 0,1 0-211,-5 0 0,-2-4-379,-2-1 1,1-1-1187,-7 2 338,1 2 1,-4-8-2577,3 5 3848,4-6 0,0-3 0,-2-8 0</inkml:trace>
  <inkml:trace contextRef="#ctx0" brushRef="#br0">22393 5459 7799,'-6'-8'0,"4"0"220,-2 4 545,2-4-114,2-7 0,0 6 679,0 0 231,0 5-592,0-2-520,0 0 1,-1 4-162,-4-3 1,3 5 33,-2 5 1,2-2-49,2 7 1,-5 1 58,0 8 1,1-2-103,4 7 1,0-2 0,0 2 1,0 3-208,0-4 0,0 2-57,0-1 0,1 1-63,4-6 1,-2 5 7,7-5 1,-2 0-88,1-5 0,4-4-142,-4-1 1,4-6-278,1 2 1,0-3-443,0-2 1,1-2 388,-1-3 1,5-3-388,0-6 0,5 0 201,-6 0 1,1-5-110,-4 0 1,-3 0 628,-2 5 0,-4-1 312,-6 1 0,-8 2 0,-6 2 0,-7-1 0,-7 6 0,0 1 0,-1 4 0,5 0 0,1 0 0,4 0 0,-5 0 0,7 0 170,-2 0 0,8 1 945,1 4 233,1-3 854,1 4-1052,2-6-619,6 0 0,6 0-57,3 0 1,6 0-124,3 0 0,-2 0-629,3 0 1,-1-5-133,1 0 1,-4-4-384,4 4 0,-3-1 158,-2 1 0,-4 2-601,-1-7 0,-6 6 540,2-6 0,-3 5 255,-2-4 0,-7 4 441,-2-4 0,-5 6 0,-5-2 0,3 3 0,-3 2 0,3 0 235,2 0 0,0-4 254,0-1 1,4 0 805,1 5 1460,5 0-2146,-8-6 0,12 3-350,0-7 0,6 2-246,8-1 0,5-4 82,0 4 1,7-4-1191,-3-1 0,4 4 364,2 1 731,-1 6 0,26 9 0,6 10 0</inkml:trace>
  <inkml:trace contextRef="#ctx0" brushRef="#br0">22735 5473 11779,'-8'0'3881,"1"0"-3417,7 0 1,0 2-180,0 3 0,0 3-130,0 6 0,0 5-44,0 0 1,0 1-131,0-1 1,0-1 66,0 5 1,0-5-159,0 1 1,0-4-363,0 0 295,0-1 210,7 0 0,-6-5 194,4 1 96,-3-7 1,-2-3-395,0-9 0,0-6-294,0-4 1,-5-4 46,0-10 1,-1 3 132,1-4 1,3 4 213,-2 2 1,2 1-122,2 3 0,0 4-66,0 6-66,0 6 0,2-3 4,2 6 0,0 2 332,5 8 1,-1 2 176,2 8 1,2-1-53,-2 0 1,-2 5 69,1 0 1,-4 0-215,4-5 1,-4 0-15,4 1 1,-5-6-268,0 1 1,-1-7-44,2 1 0,-2 3-251,7-2 0,-5-1 137,4-4 0,1-6-165,4-4 1,0-7 251,0-2 1,5-5 77,0 5 1,0-4 147,-5 4 0,4-5 681,-4 5-75,3 0-159,-9 5-158,6 6 1,-6 3 103,-3 10 0,-3 8 158,-2 6 0,0 6-109,0-1 1,0 3 137,0 1 0,-2-1-207,-3-3 1,4 2-354,-4-2 0,2-2-271,-2 2 1,4-7 68,-4 2 0,2-3-278,-2-2 1,3-4-1262,-2-1-2068,2-6 1665,2 4-74,0-7 2230,0 0 0,25-45 0,7-10 0</inkml:trace>
  <inkml:trace contextRef="#ctx0" brushRef="#br0">23289 5488 7799,'8'0'4754,"-2"0"-2916,1 0 438,-6 0-1712,6 0 1,-7 6-36,0 3 1,0 4-244,0 1 1,0 0-91,0 1 1,0-1-462,0 0 1,0 0 229,0 0 0,0 1-2013,0-1 1285,0 0 1,1-1-151,4-4 0,-2-2 403,6-7 0,1 0 268,4 0 0,0-2 191,1-3 1,-6-3 181,1-6 1,-1 0 117,5 0 1,-1-1-118,-4 1 526,4 0 1,-10 5-51,7-1-720,-7 7 258,3-3 1,-6 7-37,0 4 1,0 3 76,0 6 1,0 0 160,0 0 1,5 1-471,0-1 1,1 0-250,-1 0 1,-2-4-231,6-1 1,1-1 301,4 2 1,0-4-80,0-6 1,-2 0 165,2 0 1,-3-2 114,8-2 0,-3-4-66,-2-6 1,-5-5 152,1 0 0,-6-5 475,6 5 0,-7 0-83,2 5 1,-4 0 66,-1-1 0,0 6-48,0-1-331,0 7 0,-1-3-241,-4 6-242,4 0 0,-7 0-179,3 0 166,3 0 1,-2 0-123,8 0 1,6 0 251,9 0 1,1 0 210,4 0 1,4 0 27,1 0 0,-5-2 285,4-2 0,-4 2 31,-1-3 0,-1-1 269,-3 1 0,-8 1 164,4 4 339,-11 0 268,3-7-549,-7 6-309,0-6-327,0 7 1,-2 0-162,-3 0 33,4 0 1,-12 5-275,4 0 1,1 1 92,-2-1 1,1 3-38,-5 6 0,-1 0 34,1 0 1,5 1 62,-1-1 1,6-2-139,-6-2 1,5 6-24,-4-7 1,6 7-196,-2-7 1,3-1-40,2 2 382,0-1 1,7 1 332,2-1 0,5-6-110,5 2 0,-1-5 58,5-5 0,-4-2 79,5-8 0,-7 1 364,2 0 0,-3-2-239,-2-3 1,1 3 546,-1-3-564,-6 4 1,3 0 37,-6 1-513,-1 6-811,-4 2 646,0 6 0,-1 6 273,-4 4 0,3 4 81,-2 5 1,2-3-93,2 3 1,0-4 187,0 0 1,2 2-319,2-3 1,0 7-175,5-12 1,1 6-271,4-11 518,0 7 0,5-9 134,0 3 0,0-5-166,-5-5 0,-4-3 200,-1-6 1,0 0-10,6-1 1,-3-4 188,-2 0 0,1-4 65,-6 4-128,6-6 0,-10 9-4,4-3-63,-3 9-781,-2-2 573,0 10 1,0 2 109,0 10 1,1 2 147,4 2 0,-4 2 332,4 3 1,-2-3-227,2 3 1,-2-2-17,7 2 0,-6-3-152,6 3 0,-2-8-319,1-1-29,4-1 0,-7 0 204,4 1 1,2-7 43,-2 2 0,-2-5 15,1-5 1,-4-3 235,4-6 1,-4-2-196,5-3 1,-7 2 8,2-7 0,-4 7-12,-1-2 0,5 3 42,0 2 92,-1 0-584,-4-1-729,0 8 570,0 0-170,0 7 320,0 0 246,0 7 1,7-4 8,2 6 1,4-6 186,1 2 0,0-2-44,0 2 0,5-3 25,0 2 1,7-4 161,-3-4 0,-2-3-49,-2-2 0,1-4 56,-1 4 0,0-4 170,-4-1 303,-8 0-61,6-1-222,-11 1 0,2 6-365,-8 3 0,0 4-47,-5 1 0,0 0-193,-6 0 0,-4 1 117,0 4 0,0-2-163,5 7 99,0-1 0,1 6-110,4-1 0,-2 0 123,6 0 0,0-4 89,5-1 1,0 1 304,0 4 1,0 0-99,0 0 1,5 0 32,0 1 1,6-1-127,-2 0 1,4-4 0,1-1 0,5-4 5,0 4 1,0-6-10,-5 2 1,5-3 62,0-2 0,0-7-17,-5-2 1,1-4 56,-1-1 1,0 0-65,0 0 1,-4-5-25,-1 0 0,-4 0-37,4 5 0,-5-1 6,0 1 0,0 5 1,0-1-208,-2 7 82,10-3 1,-4 6-181,7 0 0,-3 6 389,-2 4 1,2 2 72,-2 2 1,-2 1 521,1-1-419,-6 0 1,8 0 114,-6 0 1,0-4 208,-5-1 182,0-5-424,0 2 1,-2-1-197,-2-1 1,-4 1-476,-7-5 0,1 0-267,0 0 1,0 0-2068,0 0 358,-1 0-1525,1 0 2159,0 0 1658,6 6 0,21-42 0,10-5 0</inkml:trace>
  <inkml:trace contextRef="#ctx0" brushRef="#br0">2005 3753 7849,'0'-14'0,"0"0"756,0-1 1,0 6 498,0 0-72,0-1-144,0 2 167,0 2-744,0 6 1,0 8 88,0 6 0,-1 6-46,-4 9 0,2 1-155,-7 3 1,5 3 14,-4 7 0,4 0-168,-4-1 0,6-1-43,-2-3 0,3 3-73,2-3 1,-4-3-223,-1-2 0,0-9-149,5-5 1,0-3-1272,0-2-831,0-6 1383,6-2 0,-4-12-66,3-4 1,-8-4 311,-2-5 0,-5-3-271,6-6 0,-6-7 666,5-3 1,-4-5 367,4-4 0,0 3 0,5-4 0,0 4 0,0 1 0,0 2 338,0 3 0,0 5 207,0 10 1,-4 2 1697,-1 7-705,0 6-674,5 2 0,0 7-499,0 4 0,0 0-174,0 9 0,-1-3 221,-4 8 1,3-2 278,-2 2 0,-3-3-546,2 3 1,-4-3-126,4-2 1,-4 0-213,4 0 0,-1-1-326,1-3-625,3 2 750,-4-10 129,6 4 1,3-12-211,7-4 0,-1-9 67,10-4 0,3-4 495,2-2 1,1 6-76,-1-1 0,3 7 509,-4-2 1,4 4-60,2 6 0,-6 3 98,1 6 1,-6 8-259,1 6 0,-5 2 53,-5 7 0,-2-4-230,-7 5 1,0-2-137,0 2 1,0 3-1616,0-4 0,-5-2 57,0-2 0,-6-3 1568,2-2 0,-61-44 0,27 9 0,1 1 0</inkml:trace>
  <inkml:trace contextRef="#ctx0" brushRef="#br0">1451 3170 7950,'0'-19'286,"0"0"0,0 0 437,0 5 1,0 5 549,0-1 334,0 7-1430,0-3 1,0 7 3,0 4 0,0 3 333,0 6 0,0 7-74,0 2 0,0 4-106,0 2 1,0-1-162,0 1 1,0-6-125,0 1 1,-2-2-108,-3 2 1,4-2-370,-4-3 1,-1-3-632,1 3 0,-1-8 559,1-2 1,2-6-983,-7 2 1,6-3 520,-6-2 0,7-8 285,-2-7 1,-1-5 674,1-8 0,0-7 0,5-3 0,2-2-38,3 2 1,-2-1-33,6 6 1,1 1 890,4 8 1,-5-1-529,1 6 0,-1 2 323,6 7 0,-1-1 551,0 7 1,5 0-246,0 9 1,5 3-358,-5 6 1,6 1-206,-1-1 0,-4 2-132,-1 2 1,2 0 25,-2 6 0,0-5-100,-5 4 0,-6-5-187,-4 1 1,-2-2 51,-2 2 0,-2-3-323,-2 3 1,-11-2-212,-8 2 0,-4-3 223,-2 3 1,-4-3-86,0-2 0,-5 0-19,5 0 0,0 0-162,4 1 0,7-1 185,3 0 1,5-4-260,5-1 428,2-6 1,9 3 238,3-6 0,4 0 364,10 0 1,-2-1-255,7-4 0,0-3-22,4-6 0,1-2-158,-1-3 1,5 2-295,1-7 0,3 1 225,-3-6 1,4 1-148,-5-1 1,0-4 209,-5 0 0,-1 0 114,-3 4 1,-8 7 665,-7 3-465,-6 10 1,2 2 111,-10 7 0,2 2-91,-6 3 1,-1 7 127,-4 7 0,0 7-5,0-3 0,4-1 70,1 2 1,5-2-123,0 2 1,1 3-117,-2-4 1,3-2-492,-3-2 0,10-3-10,5-2 0,2 0-283,3 0 0,3-6 297,1-3 1,7-3-129,-3-2 1,4-7-17,2-2 1,-1-10-184,1-5 0,-1-3 240,0-1 0,-1-5 253,-3 0 1,1-1-182,-6 6 0,5-1 326,-5 1 0,0 6 486,-5 3 1,-4 9-215,-1 6 1,-4 2 90,4 2 1,-6 2-172,2 2 0,-3 4-137,-2 7 0,1-1-11,4 0 0,-3 0 42,2 0-356,-2 1 18,-2-1-189,0-6 486,0-2 372,0-6-330,0 0-128,-6 0 0,2-5 119,-5 1 46,-1-1 1,-4 5-24,0 0 1,-5 1-135,0 4 1,0-2-143,5 7 1,0-1 69,0 6 0,-1 0-148,1 4 0,5-3 76,-1 3 0,7-3-166,-2-2 0,5-4 192,5-1 0,3-6-45,6 2 0,7-3-280,2-2 1,-1-7 237,2-2 0,-5-4 366,5-1 1,-7-2-15,2-3 0,-3 3 281,-2-3 0,-4 4 974,-1 0-602,-6 1-593,4 0-141,-7 6 0,0 8-94,0 9 0,-5 10 164,0 5 0,-1 3-142,1 1 0,3 1 118,-2-1 0,1 5-24,-2 1 1,3 0-242,-2 0 1,2-4 138,2 3 1,-2-8-110,-2-1 0,0-7 46,-5 2 1,4-3-124,-4-2 1,-1-4 183,-4-1 0,-2-6-31,-3 2 0,4-5-33,-4-5 1,4-3 3,6-6 0,-2-5-310,6 0 1,0-6 117,5 1 1,2-3 45,3-1 1,9 1-45,10 3 0,2-3-199,3 4 0,-1-4 142,1-1 1,-1 4-112,1 0 0,-1 7 205,0-2 0,1 0 144,-1 5 0,-6-2-7,-3 11 528,-9 0-116,3 5 269,-12 0-151,5 0-245,-12 7 0,5 1 282,-4 6 0,3 0-145,2 0 0,0 0-25,0 1 0,0-1-199,0 0 0,5 2-67,0 3 1,1-3-207,-1 3 1,-4-8 79,4-2-120,3 1-1,0 4 1,6-6-67,0-4 1,1-2 90,-1-2 0,2-5 83,2 1 0,-2-12 43,3 2 1,-3-5 9,-2 0 0,5 1-12,0-5 1,0 0-2,-5 0 0,-4 1 157,-1 3 0,-1 3-71,2-3 0,-4 3 388,-6 2-321,0 0 1,-2 1 158,-2 4 1,1 1 39,-7 3 47,7 3-263,-10-4 0,10 6-107,-6 0-376,5 0 1,-2-2-137,6-2-91,0 2 148,0-10 260,0 4 1,0-7 121,0 1 1,0 5 314,0-1-138,0 1 1,0-1 687,0 1-209,0 6-362,0-10-178,0 11 0,0 2 98,0 10 1,0 4-10,0 5 0,0-2-76,0 7 1,0 1-99,0 9 0,0-4 65,0 3 1,0-3 241,0-2 0,0-1-151,0-3 1,0 1 30,0-6 0,2 0-683,2-5 0,0-1 89,5-4 1,-4-2-106,4-7 1,2 0 173,8 0 1,-1-8-81,5-7 0,-4 0 183,5-9 1,-5 2 10,5-2 0,-5-3 307,4 4 0,-5 2 54,1 2 1,-8 5 40,-2 4 1,1 3-127,4 2 0,-5 3 160,1-3 15,-7 4 69,10 7 1,-7-3-40,3 7 1,-2-5 43,-7 4-257,0-6 1,0 5 310,0-3 291,0-4-428,0 6 1,-2-7 42,-3 0 0,2 0-220,-6 0 1,-1 0-165,-4 0 1,0 5 43,0-1 1,-1 6 148,1-6 0,-2 8-113,-3-3 1,8 2-25,-3-1 1,5 2-79,-1-2 0,-1 2-116,6 3 75,1-1 0,5-2 10,4-2 0,3 1-289,6-6 0,0-1 67,1-4 1,4 0 58,0 0 0,4-6 378,-4-3 0,5-4 34,-5-1 1,1 0 240,-1-1 0,-8 1 90,4 0-58,-4 6 0,-2-3 83,1 6 277,-7 0-212,3 12 0,-6 1-101,0 6 1,0 0 280,0 0-484,0 1 1,0-1-73,0 0 0,5-5-15,0 1 0,6-7-185,-2 2 0,8-4 28,2-1 1,5-1 49,-5-4 0,5-8-125,-5-6 1,4-4 143,-4 4 0,5-6-133,-5 1 0,0-8 77,-5-1 0,-4-6-136,-1 1 1,-6 3 182,2 2 0,-3 9-36,-2 5 64,0 3 1,-7 8-102,-2 4 1,1 15-108,-2 8 0,1 3 258,-5 6 1,1-2 213,4 7 1,-2-3-107,6-2 1,0 1 172,5-1 0,2-6-316,2-3 0,1-3-197,9-2 0,-1-1-588,11-4 0,-1-2 183,6-7 1,-5-2-107,-1-3 0,-4-3-112,5-6 0,-8-5-510,-2 0 1,-6-6 467,-8 1 0,-3-7-869,-7-3 1714,-6-5 0,-37 8 0,-17 0 0,21 7 0,0-1 0,0 0 0</inkml:trace>
  <inkml:trace contextRef="#ctx0" brushRef="#br0">3071 3085 8136,'-36'17'294,"3"-2"0,5 2 1238,4-8-871,3-2 1,17 1 162,8-4 1,11-2-357,13 3 1,11-5-185,4-5 1,8 2-1721,-4-7 1,-1 7 369,-8-2 1,-3 2 1065,-7-1 0,-38-11 0,-8-7 0</inkml:trace>
  <inkml:trace contextRef="#ctx0" brushRef="#br0">20431 6141 7884,'-8'-6'609,"1"3"144,2-6 291,3 5-482,-4-2-177,6 6 212,0 0-148,0 6 1,0 4-4,0 9 0,0-2-168,0 7 1,0 0 82,0 4 1,-5 5-211,0 0 0,1 1-128,4-6 0,-5 5 164,0 0 1,-1 5-137,1-5 1,4 1-73,-4-6 0,-1-1-368,1-3 0,-2-4-1044,3-6 685,2-6 309,-4 5 1,-1-13 100,-2 0 1,-4-6 22,-1-9 0,0 1 108,0 0 1,-2 0 11,-3-1 194,3 1 0,-4 2 611,5 2 232,1 4-614,0 6 1,6 6 158,3 4 1,4 2-81,1 2 1,6 1 84,4-1 0,9 0-322,4 0 1,9-6-352,1-3 0,5 1 166,-5-1 0,2 0-69,-2-5 0,-8-7-287,4-2 1,-10-4 193,0-1 0,-5 0-560,-5 0 0,-2 4-32,-7 1 1,0-1 868,0-4 0,-70 0 0,27 7 0,-1 0 0</inkml:trace>
  <inkml:trace contextRef="#ctx0" brushRef="#br0">19848 7293 7881,'-6'-14'1155,"5"0"1,-11 4 117,8 1-240,-1 5-432,5-2 0,-2 8-86,-2 2 0,0 6 105,-5 9 0,4-3-177,-4 3 0,4 3-29,-4 1 1,1 3-254,-2-3 1,-2 3 79,2-7 1,2 4-176,-1-4 1,6 0-78,-2-5-275,-3 1 95,6-1-79,-4-6 1,6-3-208,0-10 0,0-3-401,0-6 0,0-8 302,0-7 0,2 1 163,2-5 0,-1-4 362,7-1 0,-5 4 147,4 0 1,-1 4 88,2 2 0,2 6-127,-2 3 1,-2 5 43,1 4 0,-4 4 103,4 6 1,2 8 249,8 6 1,-8 8 338,4 11 0,-4 2-339,3 3 1,-2 3 204,-2-3 0,-2-3-216,-3-2 0,-4 2-144,4-2 0,-4-2-184,-1-7 1,0-3-178,0-7-360,0 0-1045,0-6-1047,0-2 1848,0-6 1,0-6-1070,0-4 1,-1-7 682,-4-2 0,4-6 270,-4 1 0,-3 4 287,-2 1 0,-2-2 142,-2 2 1,-1 5 346,1 4 1,-5 6-13,0-6 0,0 7 876,5-2 0,0 4-633,0 1 0,-1 0 1044,1 0 1,5 1 608,-1 4-177,7-3-1323,-10 10 1,13-10-126,0 3 1,7-4-289,7-1 0,2-5-341,3 1 1,3-7-26,6 1 0,1 2 247,-1-1 0,4 1-196,-4-2 1,4 3 191,-8 2 0,1 3 157,-2-3 1,0 4-6,-4 1 1,-8 1 220,3 4 0,-8 3 120,4 6 1,-7 1 293,2-1 1,-4 5-64,-1 0 0,0 6-110,0-1 0,0-4-253,0-1 1,0-2-146,0 2 0,-1-7-362,-4 2 120,3-3-49,-4 3 1,4-6-96,-2-3 2,2-4 0,-4-7-489,6-4 1,0-4 313,0-5 1,4 2 334,1-7 0,6 2 99,-1-2 1,2-2 270,3 2 0,-1 3-93,0 2 0,0 5 62,0 5 1,1-2 277,-1 6-56,0 0 0,0 7-25,1 2 0,-6 4-74,0 7 1,-4 0-205,5 4 1,-7-3-68,2 3 0,-2-3-211,1-2 0,-2 0 10,3 0 0,-2-1-405,2-3-210,-4 2 27,12-10 0,-5 4 177,6-6 0,0-1 190,0-4 1,2-3 419,3-6 1,-1-5 90,5 0 0,-1-5 111,2 5 1,1-5-120,-6 5 0,0 2 160,-4 8 1,-1-2-12,0 6 52,0 0-141,-6 5 12,5 0 28,-12 0-78,6 0 0,-7 2 138,0 2 1,-2-2-206,-3 3 1,2-4 34,-6-1 0,4 0-32,-5 0 1,1 0-89,-5 0 0,0 5-73,-1 0 0,-4 4 54,0-4 0,-1 6-45,1-1 0,3 2 86,-3 2 1,-1 1 133,1-1 0,4 0-206,6 0 0,4 0-249,-4 1 206,6-1 0,7-1-233,11-4 0,8-3 90,1-6 1,1 0 80,-1 0 0,3-1 22,-4-4 0,3-1 122,-3-4 1,3-2 257,-7 2 1,0-3-40,-5-1 1,-5 0 321,1 0 0,-5 4 98,4 1 287,-6 6-719,3-4 0,-7 7 70,-4 0 1,2 2-312,-6 3 0,4 3-18,-5 6 1,7 0-162,-2 0 122,4 0 0,1 1-83,0-1 1,1-5-8,4 1 0,3-7-85,6 2 1,2-4 148,3-1 0,-2-1 60,7-4 1,-5-4 93,5-10 1,-5 1-45,4-5 0,-5-1-26,1-5 1,-8 1-35,-2 0 1,-6-7 16,2-3 0,-3 2 62,-2-2 0,-2 6 74,-3-1 1,2 8 613,-6 1-324,6 13-354,-10-2 0,7 16 132,-4 7 0,-1 1 178,6 13 1,-4 4 46,4 5 0,-6 2 255,2-2 0,2-3-190,3 3 1,2-3-5,2-1 0,0-1-470,0 1 0,0-6-4,0 1 0,6-7 28,4 2 0,4-4-97,5-6 0,-2 2-438,7-6 1,0 0 207,4-5 0,1-2-216,-1-3 0,-4-3 292,-1-6 0,-5-2 75,1-3 1,-3 4 391,-2-4 1,0-2-52,0 2 0,-4 2 47,-1 7 0,-6-2 326,2 2 499,-3 4-624,-2 0-264,0 6 0,0 6 90,0 3 1,-2 4 2,-3 1 1,4 0-252,-4 1 1,3-1-53,2 0 1,7-1-157,2-4 0,-1 4 122,2-4 0,-1-2-50,5-3 1,5-2 122,0-2 1,2 0-138,-2 0 1,-3-6 210,2-4 1,-2-3 135,-2-1 1,-4-5 115,-1 0 0,-5-4-79,0 4 1,-2-2-52,-2 2 1,-2 3-89,-2-3 0,-9 8 25,-6 2 1,-6 6-22,1-2 0,-3 3-111,-1 2 0,1 7 29,3 2 0,-1 4-185,6 1 1,0 0-643,5 1 540,0-1 0,6 0-83,3 0 1,10-6 133,4-3 1,9-4-14,0-1 1,14 0 117,1 0 0,2 0 5,3 0 1,0-6 133,4-3 1,1-2 273,0 1 0,-2-3 344,-3 4 0,-3 3-198,-7 1 0,-4 3 495,-1 2-425,-5 0-107,2 0 21,-12 0-309,-2 7 0,-6-4 21,0 6-434,0-6 46,0 4-14,0-7 20,-6 0 1,-2 0 99,-6 0 0,0 0-89,0 0 0,-2 0 167,-3 0 0,-2 0 36,-2 0 1,-4 4-7,3 1 1,2 6 108,-2-1 1,7 2 94,-2 3 0,3-1-44,2 0 1,6 0-97,3 0 0,4 1-33,1-1 0,6-5-179,4 1 1,8-7 164,6 2 1,3-4-25,1-1 1,-1 0 81,-3 0 1,3-6-17,-3-3 1,-4-4 341,-1-1 0,-3-2-29,-2-3 0,-1 3 112,-4-3 1,2 3 243,-6 2 70,0 0-449,-5 0-459,0 6 0,-5 13 328,0 9 0,-4 10 57,4-1 0,-4 4 115,4 1 1,0 2-83,5 4 0,-5-3-44,1 7 1,-1-6-92,5 1 0,0-3-53,0-2 1,-2 1 44,-2-1 0,2-6-141,-3-3 0,2-4 99,-2-6 0,2 4-116,-6-4-35,-1-3 1,-4 1 93,0-7 1,-2-2 87,-3-3 1,5-2 3,0-8 0,1 0 25,8-4 1,0-4-197,5-5 0,8-2-190,7-3 1,5 3 114,9-3 0,5 1-55,4-1 1,-1 9 86,0 1 0,-3 5-11,4 4 1,-12 1-25,3 4 0,-10-2-437,0 6 50,-3 0 1,-9 7-1000,-2 3 321,-3-4 0,-2 12 411,0-4 1,-7 4-238,-2 1 1,-2-4 1063,1-1 0,-40 1 0,-5 4 0</inkml:trace>
  <inkml:trace contextRef="#ctx0" brushRef="#br0">7706 7236 8159,'-9'0'-1572,"-1"0"2487,7 0 1,-5 0 649,4 0 417,2-6-1232,-4 4 1,6-6 738,0 4-612,0 2-294,0-4-191,0 6 291,0 0-425,0 6 0,0 2-177,0 6 0,0-3 47,0 3 0,0-3-112,0 8 0,0-1-13,0 1 1,0-2-64,0 7 0,0 0 114,0 4 1,0-4-65,0-1 0,0-1-120,0 2 0,0 1 30,0-6 0,0 5-87,0-5 0,0 0-35,0-5 1,0-4-229,0-1 313,0 1 0,0-1-16,0 1 0,1-7 200,4 2 0,3-4 264,6-1 1,0 0-113,1 0 0,-1 0-155,0 0 1,0-5 87,1 1 1,-1-1-105,0 5 1,-5 0-215,1 0 1,-5-5-249,4 0-889,-6 1-253,4 4-1422,-1 0 621,-4-7 2377,4 6 0,-12-37 0,-2-2 0</inkml:trace>
  <inkml:trace contextRef="#ctx0" brushRef="#br0">7763 7520 8159,'-9'0'3205,"-1"0"-2046,7 0 64,-3 0-283,0-6 251,4 5-727,-4-6-501,6 7 0,6 0 162,3 0 0,-1-1-37,2-4 1,-1 3-456,6-2 1,-6 2-383,0 2 1,1-5-681,4 1 1,-1-3 346,-4 3 0,2 0 1082,-6-5 0,0-13 0,-5-8 0</inkml:trace>
  <inkml:trace contextRef="#ctx0" brushRef="#br0">7735 7293 8174,'-6'-8'3381,"4"-5"1,-4 10-2823,6-6-371,6 6 0,3-8-289,10 6 0,-3-1-399,3 1 1,2 3-40,-2-2 0,0 2-675,-5 2 0,5 0-502,0 0 0,0 0 230,-5 0 1486,-6 0 0,11 19 0,-3 5 0</inkml:trace>
  <inkml:trace contextRef="#ctx0" brushRef="#br0">8090 7378 8159,'2'13'1315,"3"-4"-162,-4 4 668,6-11-591,-7 4-25,0 0-752,-7 2 1,6 6-31,-4 1 0,3-6 11,2 1 0,-1-1-5,-4 5 1,3 5-146,-2 0 1,2 0-33,2-5 0,0 1 0,0-1 0,0 0 151,0 0-135,0 0-49,0 1 139,0-1 628,0-6-809,0-2-599,0-6 0,0-6-81,0-4 105,0-2 0,0-4-110,0-3 1,2 3-590,2-3 0,0 3 364,5 2 1,1 0 288,4 0 1,-5 4 421,1 1 1,-1 4 69,5-4 0,-4 5 59,-1 0 0,-4 2-483,5 2 292,-1 0 0,4 2 361,-4 2 164,4 4 0,-7 6 519,4 1 1,-4-1-393,-6 0 1,5 0 46,-1 1 1,1-6 443,-5 1-3039,0-1 1373,0 5 0,0-4-375,0-1 577,6-6 0,-2 4-179,5-7 1,-4-7 67,4-2 1,1 1 197,4-2 0,0-1 197,0-8 1,1 4 72,-1-4 0,2 3 314,3 2 1,-4 1-87,4 4 0,-3-4 230,-2 3 1,-1 3-72,-3-3 122,2 7-253,-4-3 1,2 6 98,-1 0-433,-6 0 73,4 0-217,-7 0 212,0 0 74,-7 0 1,6 1 14,-4 4 16,3-3 330,2 4-288,-6-6 1,0 1 125,-4 4 1,-2-2-53,2 7 0,2-2-49,-1 1 1,4 4-54,-5-4 0,3-1-21,-3 2 0,-1-1-123,6 5 0,-1-1-256,1-4 0,4 4 99,-4-3 0,3-3-101,2 3 0,2-5-231,3 4 1,-1-6 190,11 2 1,-4 1-86,8-1 1,3 0 183,1-5 0,0-5 311,0 0 1,-5-6 45,1 2 1,-4-4 359,0-1 1,-1 1-270,0 4 0,-4-4 115,-1 4 0,-6 1 1680,2-2-846,-4 7-898,-1-3 140,0 6-423,0 0 0,5 1 159,0 4 0,1 3 12,-1 6 1,1 1-39,4-1 0,2 0-181,-2 0 0,3-4-86,1-1 0,5-1-302,0 2 1,0-4 108,-5-6 0,5 0 207,0 0 1,0-2 246,-5-2 0,0-9-28,0-6 1,-1-2 242,-3 2 1,1 2-81,-7-7 1,1 7 112,-5-2 0,-2 3-58,-2 2 0,-4 0-176,-6 0 1,-1 4-112,1 1 0,-2 6 60,-3-2 0,4 3-218,-4 2 1,3 5 68,2 0 1,-1 6-171,1-2 0,5-1-1323,-1 2 1071,7-1 0,-3 5-3,6 0 0,0-4 163,0-1 0,6-5 110,4 0 1,7-2 132,2-2 1,6 0 187,-1 0 1,3-2-23,1-2 0,1-3 249,-1-2 1,5-4 464,0 4 0,-1-2-292,-8 1 1,3-1-52,-4 6 0,-2 1-96,-2 4 0,-8 0-91,-2 0 1,-4 0 117,4 0-292,-5 0 410,2 0-257,-6 0 1,-2 1 465,-2 4-434,2-3 0,-6 4-202,3-6 0,2 0-410,-6 0 187,-1 0 0,-4 0 34,0 0 0,0 0-57,-1 0 1,1 0 63,0 0 0,0 1 43,0 4 1,-1-2-31,1 7 0,5-2 114,-1 1 1,5 4 16,-4-4 1,6 4-76,-2 1 1,-1 0 15,1 1 1,0-1-37,5 0 0,7-5-183,2 1 1,1-5 216,4 4 1,-3-6-24,8 2 0,-2-3 172,2-2 1,-3-7-42,3-2 0,1-4 93,-1-1 1,0-7-174,-4-2 1,-6-4 27,0-2 0,-4-1 99,5-3 0,-7 3 61,2-3 0,-4 8 5,-1 1 1,0 7 595,0-2-98,0 9-661,-6 4-309,4 6 0,-6 2 329,4 2 0,2 9 218,-3 6 0,4 6-67,1-1 1,0 1 142,0-1 0,0 1-152,0-6 0,1 5-7,4-5 0,-2 4-323,7-4 1,-6 0 154,6-4 1,-1-6-126,6 1 1,0-7 4,4 1 1,-1-2 89,5-2 1,-4-6 11,5-4 0,-5-4 1,5-5 0,-5-3 5,4-7 1,-5 3 47,1 2 0,-3-1 95,-2 6 0,-5 0 22,1 5 0,-7-1 307,2 1-528,-4 6-314,-1 2 356,-6 6 1,-2 6-146,-6 4 1,4 2 91,1 3 0,4 3-2,-4 1 1,5 5 181,0-5 1,1 0-134,-2-5 18,3 7 0,-3-5-46,10 3 0,3-5 17,6-5 0,1 2 15,-1-6 0,6 0-148,4-5 1,-2-7 165,2-2 1,-5-4-14,4-1 0,-7 0 86,-2 0 1,1-1 526,-6 1 595,4 0-509,-5 0 430,-2 0-398,-6-1-206,0 8-188,0 0-431,0 7 1,0 2 74,0 3 0,-5-2-557,1 6 480,-1 1 1,5 4-40,0 0 403,0 0 1,0 0-42,0 1 1,0-6 316,0 1-329,0-1 1,0 1 327,0-1-144,0-6 1,0 5 741,0-3 502,0-4-1078,0 6 1,0-9-656,0-3 1,0-2-210,0-8 0,-5 1-372,0 0 0,1 0 308,4-1 1,0 1-365,0 0 1,1 0 372,4 0 1,3-1-19,6 1 1,0 5 561,0-1 1,1 5-195,-1-4 1,0 6 386,0-2 0,1 4-409,-1 1-673,0-7-1026,0 6-2052,0-6 3839,1 7 0,-33-38 0,-7-9 0</inkml:trace>
  <inkml:trace contextRef="#ctx0" brushRef="#br0">7820 5928 8050,'0'-9'-494,"0"-1"1027,7 7 868,-6-10-717,12 12 1,-5-10-200,6 6 1,0 0 9,0 5 1,1 0-113,-1 0 0,6 0 57,4 0 0,3-1-200,1-4 1,1 3 27,-1-2 1,1 1-128,-1-2 1,-4 2-137,-1-7 0,-1 7 25,2-2 1,-3-1 47,-7 1 25,0-6 1,-4 10 77,-1-4-23,-6 3 3,4 2-52,-7 0 0,0 2 288,0 3-81,0 3 0,1 6 46,4 0 1,-4 2-71,4 3 0,2-4 59,-3 4 1,6 2-52,-5-2 0,1 6-9,-1-1 1,-4 3-45,4 1 0,-4 1-11,-1-1 1,0 0-24,0 1 0,0-1 14,0 1 1,0 1-33,0 3 1,0-5-132,0 1 1,0-2-57,0-8 0,0 4 43,0-4-116,0 0 1,0-9-36,0-1 0,-1-6-494,-4 2 67,4-3-219,-6-2-545,7 0 6,0-7 1,0 4-909,0-6 1,-4 4 558,-1-4 0,-5-1 1634,6-4 0,-20-38 0,0-10 0</inkml:trace>
  <inkml:trace contextRef="#ctx0" brushRef="#br0">7863 5928 8047,'8'-1'903,"-4"-4"228,-2 3 1,0-6 109,2 4 21,-2 2-349,4-4-34,-6 6-532,0 0-102,0 6 1,0 7-104,0 6 0,-1 6 53,-4-1 0,3 4-59,-2 5 0,2 0 53,2 10 0,0-3-55,0 7 1,0-8 6,0-1 1,5 0 7,0 5 1,-1-8 3,-4-7 1,5-1 27,0-8 1,0 0-64,-5-5 58,0 0-248,0 1 130,0-8-161,0 6 150,0-11-366,0 4 304,6-6 0,-3 0-120,6 0 1,-4 0 107,5 0 1,-6 0-9,6 0 1,4-5 137,5 1 0,2-3-14,-2 2 0,1 2 174,4-6 0,1 4 13,-6-4 1,6 4 231,-1-5 1,-3 7 105,-3-2 1,0 2-160,1-1 0,-3 2-23,3-3 0,-4 2-197,0-2 0,-6 4 39,1-4-42,-7 3-346,9 2 54,-10 0-632,4 0-2044,-6 0 1333,-6 0-1154,4 0 0,-6 0-990,4 0 3547,2 0 0,8-12 0,10-4 0</inkml:trace>
  <inkml:trace contextRef="#ctx0" brushRef="#br0">7735 8373 8046,'0'-7'857,"-6"0"-141,4 1 379,-4 4 221,6-4-451,0 6-445,0-6 29,0 4-58,0-4-75,0 6 1,0 6 155,0 4 0,0 4-156,0 5 1,0-2 58,0 7 0,0 0-273,0 4 1,1 0 128,4 1 1,-3 4-316,2 0 1,-2 0 51,-2-4 0,0-2 26,0-4 0,0-2-239,0-7 1,0 0-1240,0 1 284,0-8-807,0 0 1172,0-7 0,5-2-280,-1-3 0,3-7 1115,-3-7 0,-2-18 0,-2-8 0,3-2 0,0 1 0</inkml:trace>
  <inkml:trace contextRef="#ctx0" brushRef="#br0">7749 8416 8046,'-9'-1'625,"-1"-4"180,7 3 0,-5-9-252,3 6 0,4-1 521,-4 1-738,3 4 1,9-10-44,2 6 0,4 0-232,1 5 0,0 0 59,1 0 1,3 0 61,1 0 1,2 0 3,-2 0 1,-3 0-37,3 0 0,1 5 68,-1 0 0,-3 6-56,-2-2 0,-7 4 92,7 1 0,-8 0 202,4 1 0,-7 4-100,1-1 1,-2 3 11,-2-2 0,0-2-196,0 7 1,-2-5 73,-2 5 0,-4-7-191,-6 2 1,-5 0 70,0-5 0,-2 4-92,2-9 1,-1 4-81,-4 1 0,-1-6-270,6-3 1,0 1-271,5-1 0,-1-1-77,1-4 316,6 0 0,0 0-129,4 0 0,2-1-695,-3-4 228,4 3 385,1-4 389,6 6 1,-3 0 97,7 0 1,-6-5 33,6 1 1,-1-1 288,6 5 1,-1-2-31,0-2 0,5 2-108,0-3 1,1-3-125,-1-1 0,-1 1-32,5-2 1,0 3-125,0-3 0,4-3 153,-3 4 0,-2-4-46,2-1 1,-7 2 47,2 2 0,-3-1 389,-2 6 593,-6-6-331,5 10 35,-12-6-169,5 7-322,-6 0 0,-4 7 91,-1 2 1,0 4 150,5 1 0,0 2-252,0 3 1,0-4-202,0 4 0,0-3-307,0-2 0,2 1-110,3-1 1,-2 0-385,6 0 0,-4-4 409,4-1 1,1-6-137,4 2 1,2-5 150,3-5 1,-2-4 70,7-10 1,-2 2 326,2-7 0,1 0-90,-6-4 0,6-1 236,-1 1 1,1 4 98,-1 1 1,-4 5 222,-5-1 1,0 8-148,4 2 0,-3 6 102,3-2 1,-8 3-138,-1 2 0,-7 2 123,2 3-23,2-4-288,-5 12 0,4-10 96,-6 6 149,0-5-23,0 2-327,-6-6 0,-2 0-225,-6 0 0,0 5 70,0-1 1,-1 1-85,1-5 0,-5 5 97,0 0 0,0 6 48,5-2 1,0 4-166,0 1 1,-1 0 82,1 0 1,5 1 93,-1-1 1,7 0-321,-2 0 108,-3 0 0,8 1 113,0-1 1,7-6 11,7-3 0,2-4 26,3-1 0,-2-1 113,7-4 0,-5-3 203,4-6 1,-5-5 20,1 0 0,-3-5 299,-2 5 0,-2 0-31,-2 5 0,1 0 237,-6 0 1,-1 4 64,-4 1-139,0 5-843,0-2 255,0 19 0,0 1 153,0 10 1,-4 2 84,-1-2 0,0 8 121,5 1 0,0 2-122,0-2 1,0-3-34,0 3 1,0-3-112,0-2 1,0 1-72,0-1 1,0-1-116,0-3 1,-1-4 87,-4-5 0,-3-6-70,-6 1-9,0-7 0,-1 3-83,1-6 1,0 0-80,0 0 0,1-2-98,4-2 0,1-6-32,3-9 1,3 4-282,-2-4 0,4-4-114,4 0 1,6-4 234,9-2 1,3 1 53,6 0 1,-4-1 222,0 1 0,-1-1-15,6 1 1,1-1 93,3 1 1,-8 4 148,4 1 0,-10 10 41,0-1 1,-8 4 609,-2 1 463,-6 3-576,4 6 1,-7 6 234,0 3 0,-5 1-349,0 4 1,0-3 80,5 8 1,-1 2-141,-4-3 1,4 3-185,-4-2 1,3-3-83,2 3 0,5-3-239,0-2 1,1 0-374,-1 0 0,-2-4 337,6-1 0,1-4-180,4 4 0,0-5 99,1 0 1,0-7 75,4-2 0,-3-7 77,3-3 0,2 0 188,-2-9 0,1 2-243,-1-2 0,-2-7-108,7 2 0,-7-7 34,2 3 0,-3-5-330,-2 5 1,-4-1 120,-1 6-14,-5 6 779,2 1-20,-6 13 697,0 2 319,-6 19-422,-2-4-354,-7 12 0,6-12 177,-1 1-195,7-7-368,-3 3 96,6-6-70,0 0-88,0-6 0,0 3 221,0-7 245,0 7-204,0-10 186,0 6-320,0-8 14,0 1 12,0 0-429,0 0-237,0-1 1,0 6 42,0 0-493,0 5 595,-6-2 1,4 12 561,-3 4 0,4 7 39,1 2 0,-5 6 30,0-1 0,1 3-152,4 1 1,0 1-63,0-1 1,0-1-54,0-3 0,0 3-218,0-4 0,1-2-371,4-2 0,-2-5 237,7-4 0,-1 1-358,5-7 0,0 1 175,1-5 0,4-6 29,0-4 1,4-2 127,-4-3 1,2-5 104,-2-4 1,-3 2 2,2-2 0,3 5 135,-2-4 1,0 5 198,-5-1 1,-4 5-35,-1 5 1,-4-2 75,4 6 0,-4 0 118,5 5-24,-7 0 0,8 2-84,-7 3 1,3-4 288,-2 4 87,-4 3 373,5 0-590,-6 0 113,7 4-566,-6-10 0,6 6-238,-7-4-98,0-2 236,0 4-70,0 1 293,0-6 146,0 6 616,0-1-265,0-5 147,0 6-477,0-7 1,0 1-223,0 4 163,0-3-365,0 4 227,0-6 2347,0 0-2432,0-6-396,0 4-1257,0-4 776,0 6 1747,0 0-127,0-7 282,0 6-640,0-5 0,0 4-180,0-3-360,0 4 1,-2-6 8,-3 7 0,2-4-299,-6-1 1,-1 0 129,-4 5 1,0 2-244,0 2 1,-1 4 329,1 7 0,2-1 120,2 0 0,-1 5 34,6 0 1,-4 5-99,4-6 1,0 1-43,5-4 0,2-1 52,3 0 0,2-6-134,8-3 1,4 1 266,0-1 0,1-2 129,-1-8 1,-2-3 50,7-6 0,-6-5 330,1 0 0,-4-6-92,0 1 1,-1 4-43,0 1 0,-5-2 169,1 2 0,-7 5-73,2 5-524,-4 5 100,-1-2 1,0 9-222,0 7 1,0-1 225,0 10 1,0 2 71,0-2 0,0 1 266,0-1 1,5-3-116,0 3 0,6-5-25,-2-4-96,4 2 1,6-10 110,0 3 0,0-4-2,-5-1 0,2-6-66,3-4 0,-3-4-90,3-5 0,1-3-163,-1-6 0,0-1-184,-5 1 1,1-5 156,-1-1 0,-5-4 105,1 5 1,-7 2-30,2 7 1,-5 5-20,-5 10 0,-3-2-63,-6 6 0,0 6 4,-1 9 1,-4 9 130,0 4-1,-4 4 185,4 2 1,5-1 546,4 1 0,7-1-322,-2 1 1,4-3-18,1-2 0,3-2-131,6-3 1,2-8-137,13 3 0,4-9-143,6 0 0,0-4-531,0-1 1,-4-6-208,3-3 0,-5-6-962,-4-4 0,-5 2-692,-10-7 1,-2 1 2476,-7-6 0,-39-3 0,-17-2 0,-3-4 0,-1 0 0</inkml:trace>
  <inkml:trace contextRef="#ctx0" brushRef="#br0">9270 8445 8046,'-26'4'1480,"2"1"1,3 0-437,7-5-574,6 0 1,10 0-251,12 0 0,8-5-158,11 0 1,-3-6-1347,3 2 0,-3 2 378,-1 3 906,6-4 0,20 0 0,11-6 0</inkml:trace>
  <inkml:trace contextRef="#ctx0" brushRef="#br0">10394 8501 8001,'-15'8'-304,"1"-3"1,0 1 756,0-1 1,0 0 1103,-1-5 1,6 0-90,-1 0-35,7 0-341,-3 0-548,19 0 1,-4 0-61,10 0 1,-2 0-165,2 0 0,-1 0-191,5 0 1,-5 0 19,1 0 1,1 0-88,-1 0 1,0 0 0,-5 0 0,1-5-131,-1 0 1,0-1-29,0 1 0,0 2-242,1-6 1,-6 4-404,1-5 318,-7 7-176,3-9 253,-6 4 1,-1-6-95,-4-1 0,-8 1 221,-6 0 1,0 4 208,5 1 1,1 4-60,4-4 1,-4 4 390,4-4-227,2 5-197,1-2 857,6 6 0,0 6-236,0 4 0,5 2-11,0 3 0,1-1-146,-1 0 0,-4 5-97,4 0 1,-3 0-432,-2-5 0,-5 5-613,0 0 0,-4 0-1578,4-5 0,-5 1 1156,6-1 0,-6 0-1296,5 0 2497,1-6 0,61-33 0,-22 5 0,1 0 0</inkml:trace>
  <inkml:trace contextRef="#ctx0" brushRef="#br0">10962 8331 8001,'0'-10'1192,"0"1"1717,-6 6-2055,4-10 1,-5 11 1145,2-2-1277,3 2 1,-9 8 216,6 4 1,-4 7-423,4 2 0,-1 7 62,1-3 1,2 4-256,-7 2 0,6-1-156,-6 0 1,6-1-102,-6-3 0,5 3-161,-4-3 1,4-4-432,-4-1 1,5-3-21,0-2 1,2-5-834,2 1 1,-1-7 722,-4 2 1,3-5 220,-2-5 1,4-9-303,4-10 0,4-4 359,6-5 1,2-4 166,3-5 1,-3 1 204,3 3 1,1-2 310,-1 7 1,-1 5-31,-9 4 1,4 6 1005,-4 0-611,4 8-181,1 4 1,0 12 275,1 4 0,-6 8-185,1 6 0,-7 5-34,1 4 1,3-3-172,-2 3 1,1-3 36,-1-2 1,-4 1-304,4-1 1,-4 1-247,-1-1 1,0-6-1024,0-3-253,0-3 0,0-7-2250,0 1 2727,0-7 0,-1 2-12,-4-10 0,-3-3 265,-6-6 0,0-2 25,0-3 0,-5 3 333,0-2 1,0-3 285,5 2 0,-1 2 229,1 7 1,0-1 1014,0 6 1987,-1-6-1239,1 10-449,6-6-584,2 7-643,6 0 0,8 0-63,6 0 0,2 2-108,8 3 1,-1-4-589,6 4 0,-1-3 381,1-2 1,-1 0-641,0 0 0,1-5 303,-1 0 1,-6 0 153,-3 5 1,2 0 140,-2 0 1,-5 0 216,-4 0 1,-6 0-41,6 0 1,-7 2 541,2 3 0,-4 3 12,-1 6 0,0 0 502,0 0 1,0 1-245,0-1 0,0 0-373,0 0 0,-1 0-184,-4 1 1,3-6-309,-2 1 0,-3-6-625,3 6 600,-1-7-93,5 3-128,-6-6 0,4-1-352,-3-4 0,4-3-521,1-6 1,1 0 452,4-1 0,-2 0 298,7-4 1,-1 3 364,5-3 0,1 3 259,-1 2 1,5 4-221,0 1 1,0 6 55,-5-2 1,0 3 384,0 2 1,-4 0-135,-1 0 1,1 7 348,4 2 1,-5 4 156,1 1-542,-7 0 0,8 1-434,-6-1 0,1-2-1118,-1-2 972,-4 2 1,12-10-181,-3 3 0,-2-4 4,1-1 0,0 0-385,6 0 0,4-6 548,0-3 1,0-4 175,-5-1 0,5 0 171,0-1 0,0 1 37,-5 0 0,0 0 311,0-1 0,1 8-181,-1 2 0,-5-2 487,1 3-244,-7-1 5,3 5 266,-6 0 206,0 0 243,0 6-382,0-4-225,0 4-654,0-6 1,-6 0-437,-4 0 1,2 0 196,-1 0 1,0 0 148,-6 0-469,1 0 1,0 5 179,0 0 0,-1 6 53,1-2 0,2 4 90,2 1 1,-1-4 117,6-1 1,1 1-67,4 4 1,-5 0-40,0 0 1,2 0 81,8 1 1,3-6-15,6 1 1,0-7 255,0 1 1,0-2 118,1-2 0,4-5 159,0 1 1,0-8-42,-5 3 0,0-4 218,0-1 1,0 2 263,1 2-139,-8-3 0,1 7-987,-3-3 354,-3 2-716,4 7 606,-6 0 1,2 2 10,2 3 1,-2-2 152,3 6 1,3-1 99,1 2 0,-1-2-125,1-4 0,1-2 35,4 3 1,0-4 268,1-1 0,-1-1-20,0-4 0,0 0-101,0-9 1,1 3-138,-1-8 1,-5-3-183,1-2 1,-5 2 94,4-2 1,-6-1-106,2-8 1,-3 3 120,-2-3 0,-5 4-123,0 5 0,-4 4 210,4 6 0,-1 1-101,1 4 1,2 2-130,-7 7 1,5 3 146,-4 7 0,1 1 53,-1 13 1,-4 1 175,3 8 1,3-1 326,-3 6 1,5-7-213,-4 2 0,6-3 105,-2-1 1,3-1-451,2 1 0,2-2 75,3-4 1,-2-2-133,6-7 0,2-1-154,8-4 0,-1-3-355,5-6 0,-4-1 268,5-4 0,0-3-69,4-6 1,5-7 143,1-2 1,-6-2 287,-4 1 0,-2-1 251,1 6 1,-2 0-20,-7 4 558,-6 1-346,-2 6-338,-6 2 0,0 12 156,0 4 0,-4 7 192,-1 2 1,0 5-97,5-5 1,0 0-23,0-5 0,0 0-259,0 0 16,7 1 0,0-3-361,8-2 1,0-4 161,4-6 0,-3-5-24,3 1 0,2-8-28,-2 3 1,0-8 52,-5-2 0,-2-5-15,-2 5 1,1-5 28,-6 5 1,-1-4-104,-4 4 1,-1-5 143,-4 5 1,-3 2-239,-6 7 0,-6 4 85,-4 6 0,-3 0 120,-1 0 0,-1 1-60,1 4 1,1 3-25,3 6 1,4 1 19,5-1 77,1 0 1,6 0-362,3 0 0,5-1 115,5-3 1,5-4 9,9-6 0,3 0 159,6 0 0,2 0 75,3 0 1,-1-2-63,6-2 1,-5 0 158,5-5 0,-6 4 79,1-4 0,-3 4 335,-2-5 0,-4 7 141,0-1 1,-7 2 102,2 2-17,-3 0-201,-2 0-494,0 0 390,-6 0-234,-2 0 0,-7 0 273,-4 0 277,4 0-1011,-12 0 1,5-5 199,-6 1 0,-2-1-355,-3 5 0,2 0 164,-7 0 1,5 5-34,-5-1 1,5 7 170,-4-1 0,5 2 36,-1 3 0,3-1 57,2 0 0,2 2-76,2 3 1,4-3-59,6 3 0,1-4 125,4 0 0,3-8-212,6-2 0,7 2 43,3-3 1,-2 1 44,1-5 1,-1-6 172,2-4 0,3-2 199,-3-3 0,-4 1-183,-1 0 0,-3 0 102,-2 0 0,0-1 142,1 1 0,-6 1 180,1 4-430,-7 3 0,5 6 142,-4 0 1,-2 1 127,3 4 1,-4 8-20,-1 6 1,2 6 225,3-1 0,-4 7-40,4 2 0,-4 2 190,-1-2 1,0-1-179,0 6 1,-1-7-160,-4 2 0,2-3 6,-6-1 1,-1-5-126,-4-1 1,0-7-135,-1-2 1,1-1 104,0-8 0,0-1 18,0-4 1,-1 0 256,1 0 0,5 0-117,-1 0 0,2-7-264,-1-8 0,2 0-75,7-9 1,0 0-294,0-4 1,2-7 8,3-3 0,3-3-273,6-2 1,5 5 257,0 0 1,1 2-182,-1-2 1,-1 4 88,5 5 0,-4 1 115,5-1 1,-2 7 254,2 3 16,-4 3 291,-5 8 1,-6 2 35,1 6-109,-7 0 0,3 2-109,-6 2-83,0-2 0,0 6-484,0-3 43,0-4 237,0 6 52,0-7-79,0 0 106,0 6 213,0-5-530,0 6-306,0-7-4464,0 0 2147,-6 0 2167,4 0 927,-4 0 0,-64 6 0,27-2 0,-1 0 0</inkml:trace>
  <inkml:trace contextRef="#ctx0" brushRef="#br0">25663 6014 7870,'10'0'0,"-1"0"455,1 0 188,4 0 256,0 0-50,-6 0 282,-1 0-625,-7 0 1,0-2 758,0-3-381,0 4-549,0-6 1,-7 3-89,-2-1 0,-4 0-96,-1 5 0,-2-5-129,-3 1 1,2-3 46,-7 3 0,0 2-142,-4-3 0,1-1-29,3 1 0,-1-1-5,6 1 1,-1 4 49,1-4 213,3-3 385,-5 6-328,7-4-28,6 6-183,2 0-163,6 0 0,0 2 187,0 2 0,0 0 81,0 5 0,0-4-25,0 4 1,0 1 33,0 4 1,0 2 165,0 3 1,0-2-112,0 7 0,0-5 123,0 4 1,0 6-106,0 4 0,-2 2 102,-2-2 1,2 2-162,-3 3 0,-1 1-103,1-6 0,0 5-147,5-5 1,-4-4 10,-1-6 0,0 0 55,5 0 1,0 3-21,0-8 0,0-3-189,0-6 0,0-4-32,0 4 121,0-5 151,7 2 0,0-6 147,8 0 1,-1 0 147,0 0 1,2-2-36,3-2 0,-2 0-57,7-5 0,0 4 33,4-4 1,2 6 151,3-2 1,-4-2-60,-1 3 0,1-1 375,-6 5-387,-2 0-496,-1 0 22,-12 0-254,-1 0-712,-7 0 179,0 0 99,-7 0 0,4 0-1448,-6 0 0,4 0 1196,-5 0 0,2 2 1120,-1 2 0,-35 4 0,-4 6 0</inkml:trace>
  <inkml:trace contextRef="#ctx0" brushRef="#br0">23858 6966 7833,'0'-22'258,"0"3"1,0 3 63,0 2 1,0 0 149,0 0 1,-5 4 566,0 1 574,1-1-18,4 2-665,0 2-746,0 6 0,0 6 101,0 4 1,0 9 111,0 4 1,0 4-130,0 2 1,0-1-1,0 0 1,0 1-125,0-1 1,0-1-119,0-3 1,0 1-368,0-6 1,0 5 82,0-5-1019,0 0 0,0-5-807,0 0-222,0-6 1061,0-2 600,0-18 0,0 1 131,0-13 0,-5 0 81,0-4 1,-4-1 432,4 1 0,-6 0 0,1-1 0,2 1 217,-1-1 0,6 7 171,-2 3 1,4 3 552,1 2 1,1 5-232,4-1 0,4 7 287,10-2 0,-1 4-561,5 1 0,1 0-51,4 0 0,1 6-60,-1 4 0,-1 2-81,-3 2 0,1 2 131,-6 3 0,5-3-172,-5 3 1,-2-3-152,-7-2 1,1 0 134,-7 0 1,1 1-123,-5-1 1,-1 0 102,-4 0 1,-3-1-16,-6-4 0,-2 4-129,-3-4 1,-3-1 91,-7 2 1,6-5-402,-1 4 1,0-4 16,-4 4 0,6-6-125,3 2 0,3 1-375,2-1-407,6 0 584,2 1 240,6-4 0,6 4 450,3-6 1,4 0-111,1 0 0,5-1 137,0-4 0,6 2-66,-1-7 0,-2 1 26,2-5 1,0-1-88,4 1 1,1-2 24,-1-3 1,-4 4 30,-1-4 1,-5-2 103,1 2 1,-4 0-21,0 5 0,-7 0-36,-4-1 687,-2 8-574,-2-6 0,-6 11-101,-4-2 0,-3 7-47,-1 2 1,0 7-147,0 2 0,0 1 108,-1 4 0,6-4-61,-1 0 0,3 4 33,-3-1 0,4 1-10,6-4-213,0-1 1,1 0-107,4 0 1,3-6-117,6-3 0,7 1 26,2-1 1,3 0-177,-3-5 0,4-5 383,-3 0 0,-2-6-36,2 2 0,-2-4 215,2-1 0,-2 0-72,-3-1 0,-4 6 748,4-1 56,-3 1 415,-2-5-391,1 6 259,-7 2-186,-2 6-252,-6 0 787,0 0-1187,-6 0-362,4 0 106,-11 0 0,5 1-170,-6 4 1,2-2 180,2 7 1,-3-3 71,4 3 0,-4 3 147,-1-4 1,1 4-95,4 1 0,-2 0-45,6 0 0,-4-4 84,4-1 1,0 1 66,5 4 1,0 0-80,0 0 0,3-4-325,7-1 1,-1-6 66,10 2 1,3-3-209,2-2 0,-2 0 35,2 0 0,-2-2 100,2-3 1,1-1 262,-6-3 0,0-9 110,-5 4 0,0-3 309,1 3 1,-6-1 193,1 1 565,-7 0-325,3 0 212,-6 6-1743,0 1 606,0 7 0,-5 7 81,1 2 0,-1 4 76,5 1 1,0 0-15,0 1 0,0 0-153,0 4 0,1-8 8,4 4 1,-2-4-31,7 3 0,-1-5-83,5 1 0,1-7 210,-1 2 0,5-4 31,0-1 1,1-6-105,-1-4 1,-3-2 25,3-2 1,-5-1 14,-4 1 0,1-6 72,-6-4 0,4 3 150,-4 2 0,-1-1-183,-4 1 32,-6 0 1,-2 6-264,-6 4 1,-5 3 74,0 6 1,-5 1-124,5 4 0,-4 3-7,4 6 0,0 0-28,5 0 35,-1 1 0,8-1-164,2 0 0,5-4 23,5-1 1,4-6-25,10 2 0,8-3 179,6-2 0,7 0 11,-3 0 0,4-5 461,2 0 1,0-6 74,-1 1 0,0 3 302,-5-3 0,-2 5-300,-6-4 0,-7 6 633,-3-2-216,-4 3 117,0 2-815,-7 0 1,-2 2 104,-6 3 1,-2-4-458,-2 4 375,2-3 340,-4-2-284,-1 0 0,4 0 72,-6 0 0,4 0-160,-4 0 0,-6 0-102,-4 0 1,0 1-178,5 4 0,-5-2 146,0 7 1,-4-6-177,4 6 1,0-1 112,4 6 1,1-1-51,0 0 163,0 0 0,6 0 101,3 1 0,4-1-73,1 0 0,1-5 35,4 1 0,8-7-29,5 2 1,8-4-22,-3-1 0,0 0-7,0 0 1,-1-6-14,2-3 0,1-4-19,-6-1 0,5 0 102,-5-1 1,-2-4 128,-7 0 1,1-6-101,-6 1 0,4-1-56,-4 2 0,0-3 229,-5 7 1,-2 0 272,-3 5 79,4 0-581,-6 6-220,1 2 1,3 7 294,-7 4 1,7 3 35,-1 6 1,2 0 49,2 1 0,0 0 228,0 4 0,0-3 0,0 3 0,0 2-253,0-2 0,0 0-124,0-5 0,6 0 36,4 0 1,7 0-154,2 1 1,6-3 59,-1-2 0,8 1-208,1-7 1,2 1 53,-2-5 0,-3 0-61,3 0 1,-8-6 196,-1-4 0,-7-2 72,2-2 0,-8-1 156,-1 1 1,-7 0-89,2 0 0,-4 0 105,-1-1 1,-1 6-92,-4-1 0,-3 7-7,-6-2 0,0 4-76,-1 1 1,-4 0-119,0 0 0,1 1 18,3 4 1,1 3 97,0 6 1,4 1 172,1-1 0,6 0-60,-2 0 0,3 0-46,2 1 1,0-1-98,0 0 1,8 0-93,7 0 0,0-4 7,9-1 0,-2-5-199,2 0 1,1-2 86,-6-2 0,6 0 142,-1 0 1,-3-2 15,-2-2 0,-4 0 99,0-5 0,-6 6 462,1-2 58,-7-3 509,3 7-149,-6-12 235,0 11-215,0-4-151,0 6-271,0 0-418,-6 0-257,4 0 0,-9-2-361,6-2-107,1 2 0,-1-6 240,0 3 1,0 2-928,5-6 945,0 6 1,0-10 118,0 4 1,7 1 102,2-2 110,4 1 1,6-4 298,0 4 1,0 1 25,-5 3 0,5 3 299,0-2 0,4 2-189,-4 2 1,5 0 106,-5 0 1,5 0-158,-5 0 0,1 0-209,-1 0 0,-3 0-179,3 0 1,-8 0-242,-1 0 0,-6 5-1641,6 0 968,-7-1 1,2-4-707,-10 0 1,-9 2 1686,-10 3 0,-46-1 0,-20 0 0,26 0 0,-1 1 0,0 0 0</inkml:trace>
  <inkml:trace contextRef="#ctx0" brushRef="#br0">23445 7648 8005,'0'-14'1323,"0"0"-379,0 0 1,-4 4 26,-1 1-26,0 6-639,5-4 1,0 9 59,0 3 1,-4 3 221,-1 6 0,0 5-94,5 0 0,0 4 39,0-4 1,0 5-232,0-5 1,-5 0-118,1-5 1,-1 0-163,5 1 0,0-1-248,0 0 0,-5-4 56,0-1-832,1-6-714,4 3 1083,0-6 0,0-7-296,0-8 1,0 0 548,0-9 1,0 0 175,0-4 0,0-1 91,0 1 1,1-1 163,4 1 1,3 6-104,6 3 1,0 3 85,0 2 1,2 1 509,3 4 0,-3 2-29,3 7 1,-2 2 141,2 3 0,-3 4-154,3 10 0,-5-1 165,-4 5 0,1-1-194,-6 2 1,4 3-40,-4-3 0,4-4-219,-4-1 0,0-3-99,-5-2 1,0 0-472,0 1 1,0-6-616,0 1-869,0-7 553,0 3-772,0-6-804,0 0 1745,0-6-145,0 4 842,0-11 0,0 10 177,0-6 0,0 4 241,0-4 0,0 4 0,0-5 0,0 1 0,-13-24 0,-3-5 0</inkml:trace>
  <inkml:trace contextRef="#ctx0" brushRef="#br0">23502 7762 7817,'-14'0'215,"0"0"0,4 0 935,1 0 38,6-6 296,-10 4-316,12-4 190,-6 0-1126,7 4 0,2-4-79,3 6 1,2 0-85,8 0 1,1-2 3,2-3 0,0 4-169,6-4 1,-6-1 10,6 1 1,-6 0-332,1 5 0,-4-4-76,0-1 0,-1 0-1126,0 5-697,0 0 778,0-6 239,1 4 700,-7-4 598,-2 6 0,-19 13 0,-3 2 0</inkml:trace>
  <inkml:trace contextRef="#ctx0" brushRef="#br0">23730 7705 8611,'1'-8'2962,"4"4"-1899,-3 2-64,4-4 204,-6 4-740,0-4 1,2 6 35,2 0 0,-2 1-82,3 4 1,-2 2-67,2 2-372,-4 4 0,10-5 82,-6 6 0,0-5-87,-5 1 1,1-6-210,4 6-880,-3-7 618,4 10-25,-6-12-291,0 6 156,0-7 318,0-7 1,2-1 150,2-6 0,-1 0 30,7 0 0,-5 1 80,4 4 1,1-2 134,4 6 0,5-5 43,0 6 1,1-1 366,-1 5 0,-3 0 199,3 0 0,-3 6-134,-2 4 0,0 2 2,0 3 0,-4-6-283,-1 0 0,-5 1-192,0 4 0,-1-4 11,2-1 0,-3-4-219,2 4 0,0-4-1013,0 5 0,0-7 27,5 1 108,1-2 1,4-2 390,0 0 0,0-6 233,0-4 0,1 2 293,-1-1 0,0-1 115,0-4 1,0 0-55,1 0 1,-6 1 117,1 4 1,-6-2 331,6 6 1134,-7-6 2,3 9-1080,1-4 1,-6 4 206,4-2-280,-3 2-163,-2-4 103,0 6-168,0 0-46,-7 0 0,-1 1-167,-6 4 1,0-2 62,0 7 1,-1-1 23,1 5 1,2 1 4,2-1 1,-2 0-93,2 0 1,2-1-125,-1-4 1,5 4-328,0-4 0,2-1 74,2 2 0,5-5 156,0 4 0,6-6-332,-2 2 0,9-4 268,1-1 1,-2-1 187,-8-4 0,4-1 71,-4-4 0,3-2 164,-3 2 1,2 2 15,-6-1 0,1 1 307,-1-2 1,-4 3-24,4 2 10,-3 3-290,-2-4 58,6 6 0,-3 2 111,7 2 1,-7-1-111,2 7 0,3-5 51,1 4 1,-1-4-205,1 4 1,1-6-141,4 2 0,0-3 66,1-2 0,3 0-185,1 0 0,2-7 70,-2-2 1,-3-4 86,3-1 1,-4-5-94,0 0 0,-3-4 144,-2 4 1,-4-7 73,-6 3 0,0-4-23,0-2 1,0 7 158,0 3 0,-6 3 25,-4 2 1,2 5-117,-1-1 1,4 7-71,-4-2 1,4 5-25,-4 5 1,5 5-145,0 9 1,-3-2 344,3 7 0,-1-1 213,5 6 0,0-1-18,0 1 0,0-2 193,0-4 0,0 2-387,0-6 0,5 0 24,-1-4 1,6-1-213,-5 0 0,6-4-137,-2-1 0,4-6-248,1 2 0,-5-4 65,1-1 1,-1 0-262,6 0 0,-1-6 168,0-3 1,-1 1 40,-4-2 1,4 6 207,-4-6 1,-1 7-32,2-2 1,-6-1 286,6 1 0,-5 0 52,4 5-112,-6 0 32,10 0 1,-7 2 249,4 3 1,1-2-81,-7 6 1,8-4 112,-3 5 1,-1-7-33,1 1 1,1 3-64,4-2 0,0-1-220,0-4 1,1 0 99,-1 0 1,0-6-119,0-4 1,1-1 94,-1 2 1,-2-8-21,-2 2 0,1-2 5,-6 3 0,-1 0 20,-4-1 1,-4 1-221,-1 0 1,-8 4 71,-1 1 0,-2 6-72,-7-2 0,-1 3-30,-5 2 1,6 5-34,-1 0 0,7 6-29,-2-2 0,3 3-164,2-3 0,4 4-269,1-4 225,6 4 0,-2-1 14,10-2 0,3 1 131,6-6 0,2-1-63,3-4 0,3 0 205,6 0 0,-4-4 165,-1-1 0,1-5-134,5 6 1,1-7 83,3 1 0,-3 2 131,3-1 0,-3 4 261,-2-4 1,1 5 221,-1 0 1,-4 2-276,0 2 0,-7 0 114,2 0 1,-3 0-156,-2 0 0,-5 0 76,1 0 60,-7 0-247,3 0 1,-6 2 32,0 2 0,-1-2-23,-4 3 1,2-4-259,-6-1 89,-1 0 0,-9 0-129,0 0 0,0 0-10,5 0 0,-5 2 12,0 3 0,-2-2 111,3 6 1,2-4-40,-3 4 0,3-1-56,2 2 0,4 1-231,1-6-173,6 6 214,-4-3 0,9 4-76,3-2 0,7-4 105,7-6 1,0 0-73,-5 0 1,5 0 133,0 0 0,0-5 204,-4 1 1,-1-6-152,0 5 0,-1-6 124,-4 2 795,4 2-378,-5-5 583,-1 4-406,0 0-338,-7 2 1,0 7 30,0 4 0,0 3 126,0 6 1,0 2-129,0 3 1,0-2 149,0 7 0,-5-2-156,0 2 0,1 3-53,4-4 0,-5 3-190,0-3 0,-4 3-37,4-7 1,-1-1-49,1-3 0,2-3 123,-7-2 0,1 1-113,-6-6 1,6-1 105,0-4 0,-1 0 18,-4 0-133,0-6 0,1-2 120,4-6 1,2-5-298,7 0 1,0-2-6,0 3 0,5 2-13,0-3 1,10 3 133,0 2 0,2 0 15,-3-1 0,0 1 2,1 0 0,4 4-3,0 1 1,1 1-38,-1-1 0,-1-4 48,5 3 1,-4 3-204,5-3 0,-5 2 76,5-1 0,-7-2 21,2 6 1,-3-6-31,-2 1 211,0 4 0,-4-5-129,-1 6 275,-6 1-2,4-3-139,-7 6 0,0-4 2,0 10 1,-2-4 123,-3 4 274,4 3-419,-12 0-16,11 6 0,-6-6-441,4-3-683,2 2 332,-4-5 0,4 4-149,-2-6-1505,2 7 1394,-4-6 1105,6 6 0,19-20 0,4-3 0</inkml:trace>
  <inkml:trace contextRef="#ctx0" brushRef="#br0">25791 7748 7798,'-22'0'5,"3"0"0,4 0 437,0 0 1,6 0 1735,-1 0-929,7 0-320,-3 0-601,6 0 0,11 0-54,3 0 0,10 0 26,0 0 1,2 0-28,3 0 0,1 0-1,3 0 1,-8 0-230,4 0 1,-1 0 25,1 0 0,1-5-52,-11 0 1,0 1 38,-5 4 1,0-2-326,0-3 229,-6 4 1,-2-7-56,-6 3 1,-1 2-206,-4-6 1,-3 1-273,-6-2 1,-5-2-50,0 2 0,-5 2 232,5-1 1,0 4-108,5-5 322,0 7 1,1-5 199,4 4-246,3 2 188,6-4 0,0 7 324,0 4 0,6 1 438,3 4 0,4 3 656,1-4-986,0 4 1,-1 1-80,-3 0 0,1 0-9,-7 1 1,1-6-503,-5 0 0,0 1-194,0 4 0,-1-4-463,-4-1 1,2-1 275,-7 1 1,1 4-341,-6-3 1,1-2-1786,0 1 2696,6 0 0,-5-1 0,6-1 0</inkml:trace>
  <inkml:trace contextRef="#ctx0" brushRef="#br0">26317 7663 7826,'8'-7'5755,"-1"6"-4320,-7-6-469,0 14 1,0 1-482,0 6 1,0 0-26,0 0 0,0 1-277,0-1 1,0 0-144,0 0 0,0 0 171,0 1-594,0-1-274,0 0 347,0 0-546,-7-6 482,6-2 0,-6-7-161,7-4 1,-4 0 146,-1-9 1,0 2-18,5-12 0,-1 2 203,-4-2 1,3-3 95,-2 4 1,2 2 157,2 2 1,0 3-116,0 2 0,6 1 127,4 4 0,2-2 40,3 6 1,0 0 251,4 5 0,-1 7-110,6 2 0,-7 4 32,2 1 0,-3 0-16,-2 0 0,-1 2-21,-4 3 1,2-3-74,-6 3 0,0-3-91,-5-2 1,0 0-150,0 0 0,-7-4 30,-2-1 0,-5 1-247,-5 4-1,-2-4-38,-3-1 0,-3-4-214,4 4 1,-4-4 160,-2 4 0,6-5-9,-1 0 1,11-2-117,-1-2 274,3 0 296,3 0 0,4 0-175,8 0 0,6-2 27,9-2 0,3-3-34,6-2 1,5-4 0,1 4 0,0-2-23,0 1 1,-4-3 27,3 4 1,-5 1 18,-4-1 0,1 1 95,-6-2 0,0-1 383,-5 6 93,-6 1 570,-2 4-392,-6 0 363,0 0-350,-6 0-133,5 0 338,-6 6-184,7 2-451,0 6 0,2-1-86,3-4 1,-2 2-150,6-6 0,1 5 39,4-6 1,-5 1-143,1-5 0,-1 5 70,6 0 0,-1-1-166,0-4 1,0 0 49,0 0 0,1-4 125,-1-1 0,-6-2 245,-3 3-169,2 2 0,-3-9 130,5 6 0,-6-1-36,2 1 28,-3 4-73,-2-12-199,0 11 90,0-10 118,0 10-27,0-10-37,0 10 20,0-4-45,0 6-710,0 0 955,6 0-239,-5 0 37,12 0-54,-5 0 0,1 0 26,1 0-62,-7 0-14,3 0-317,1 0 279,-6 0 1,7 0-317,-3 0 264,-3-7 0,5 6 88,-2-4-15,-3 4 18,10 1 28,-4 0 0,2 0 21,-1 0 0,-4 0 27,4 0-55,-5 0 1,4 0 241,-4 0-139,-2 0 1,4 0-25,0 0 23,-4 0 1,4 0 5,-6 0-283,0 0 139,-6 0 0,3 0-43,-7 0-180,7 0 59,-9 0 118,4 0-180,0 0 219,-5 0 0,10 0-54,-6 0 64,5 0 168,-2 0-76,0 0 258,4 0-184,-4 0 0,4 0 402,-2 0-211,2 0-15,-4 0-113,6 0-9786,0 0 9129,-7 0 71,6 0 339,-6 0 254,7-7 0,0-1 127,0-6 1,-4 5 508,-1-1 1,0 5 222,5-4 528,0 6-54,0-10-452,0 12 61,0-6-715,0 7 0,0 2 35,0 3 1,0 2-152,0 8 0,0-1-75,0 0 1,2 0-66,3 1-248,-4-1 1,12 0 33,-4 0 1,-1-1-203,2-4-86,-1 4 0,5-7 110,0 4 0,2-4-116,3-6 1,-3 0 75,3 0 1,-3 0 4,-2 0 1,5-6 113,0-4 1,1-2-11,-1-3 0,-3 1-77,3 0 1,2 0 50,-2 0 0,0-1-142,-5 1 0,0 1 215,0 4 1,1 3 69,-1 6 0,0 0 74,0 0 1,-4 0 329,-1 0 0,-4 4-119,4 1 0,-6 6 130,2-1 1,-3-2-96,-2 1 1,0-4 24,0 4-69,0-6-60,0 10-322,0-11 121,0 4 0,-2-6 21,-3 0 1,2 0-117,-6 0-35,-1 0 0,-4-2 94,0-2 0,0 2 96,0-3 0,-1 4 27,1 1-48,0 0 0,0 1 21,-1 4-132,1-3 75,0 10 0,5-9-42,-1 7 1,7-5-431,-2 4 13,4-6 322,1 10 0,6-12 27,3 4 0,4-2 63,1 2 0,0-3 130,1 2 1,-1-2-52,0-2 1,0-2 213,1-2 0,-6 2 54,0-3 0,-1 2 85,2-2 214,2 4-27,-10-5-248,11-1-175,-12 6-291,6-6 214,-7 7 11,0 0 243,0 7 0,0-4 111,0 6-360,0 1 1,0 4 1,0 0 0,0-4-144,0-1 173,0 1 0,0-1-75,0 1 72,-7-7-111,6 9 120,-6-10 312,7 4-489,0-6-533,0 0 621,-6 0 35,4 0 167,-4 0-108,6 0 449,0-6-99,0 4-262,0-4-353,0 6 670,0 0-232,0 6 0,0 2-84,0 7 0,0-1 30,0 0 0,0 0-120,0 0 0,0 5-104,0 0 1,0 5 77,0-5 0,-5 2-147,1-3 0,-3-2 14,3 3 0,0-3 48,-5-2 1,4-1-61,-4-4 0,-1 2-119,-4-6 0,0 0 16,0-5 0,-1 0 91,1 0 0,0-2 48,0-2 1,1 0-55,4-5 1,1-2-74,3-8 1,3 2 0,-2-7 0,7 0-170,2-4 1,10 4-31,0 0 1,4 1-238,0-6 0,-2 7 229,7 3 0,-1 3 207,6 2 0,-1 0 155,1 0 0,-6 1-83,1 4 0,-2-2 132,2 6 1,-4-5-23,-5 6 0,-6-1 109,1 5 332,-7 0-108,3 0-320,-6 6 0,0-3 178,0 7 49,0-7 0,0 10-70,0-4 0,0-1 124,0 1 1,2-1-233,2 2 0,-2-2-26,3-4 1,3 0-127,1 5 1,-1-6 41,1 2 0,1-3-64,4-2 1,-4 0 59,-1 0 0,1 0-16,4 0 0,-5-2 8,1-3 0,-1-3-6,5-6 1,-4-2-80,-1-3 1,-1-1-163,2-4 1,2-3 11,-2 4 1,1-4 95,-2-2 0,-1 6-32,-3-1 1,-3 7 117,2-2 0,-2 3 72,-2 2 0,0 4-81,0 1 363,0 5-98,0-2 67,0 6 0,-2 0 66,-2 0-145,2 0-181,-11 0 0,10 6 165,-6 4 1,6 3 129,-2 1 1,-1 0-98,1 0 0,0 0 81,5 1 1,0 4-247,0 0 0,0 0-128,0-5 1,5 0-270,0 0 0,6-4 220,-2-1 1,8-4-34,2 4 1,5-6 25,-5 2 0,6-3-33,-1-2 0,4-7 38,6-2 0,-3-4 1,7-1 0,-6 0 28,1 0 0,-5 0 16,-4-1 0,-3 3 223,-7 2 499,-6 4-318,-2 0 2,-6 4-2,0-4 1,-2 6 220,-2 0 181,2 6-199,-4-4 11,-1 4-609,6-6 1,-7 0 92,3 0 0,-3 1-85,-6 4 0,0-3-32,0 3 1,-1 1-123,1-1 1,0 6 68,0-2 1,0-1 68,-1 1 1,1 1 45,0 4 0,4-1 109,1-4 0,1 4-159,-1-4 1,2-1 92,7 2 0,0-5 6,0 4 1,2-6 16,3 2 1,3-4-5,6-1 1,0 0-41,0 0 0,5 0-7,0 0 1,0 0 43,-5 0 0,5-4 154,0-1 1,0 0 40,-5 5 1,1 0-60,-1 0 1,5 0 648,0 0 0,1 0-263,-1 0 1,-1 5-75,5 0 1,-4 1-135,5-1 1,-2-4-148,2 4 1,-2-3-23,-3-2 1,-3 0-181,3 0 1,-4-2-134,0-3 0,-3-3 147,-2-6 0,1 0-295,-7 0 1,1-2 0,-5-3 0,0-1-122,0-4 0,0-1-46,0 6-26,0-7 249,-6 11 0,3 0 8,-7 11 0,6 2 251,-6 2 1,5 8-129,-4 6 1,4 7 845,-4 7 1,1-1-223,-2-3 1,2 1-14,4-6 1,2 5-348,-3-5 0,4-1-245,1-3 0,-2-3-574,-3-2-518,4 2 1,-6-8-635,7 5 1,-6-6 294,-3 2 1576,-10-3 0,-29-47 0,18 18 0,0-1 0</inkml:trace>
  <inkml:trace contextRef="#ctx0" brushRef="#br0">28137 7634 7841,'-12'-8'0,"2"-6"0,-1 0 1775,6-5-1223,1 3 0,4 7-2099,0-1 1547,6 7 0,-17-35 0,1-1 0</inkml:trace>
  <inkml:trace contextRef="#ctx0" brushRef="#br0">16294 7890 7747,'-14'0'-74,"-7"0"56,-2 0 1,-3 0 17,3 0 0,-17 19 0,2 5 0</inkml:trace>
  <inkml:trace contextRef="#ctx0" brushRef="#br0">15825 7990 7798,'12'-10'636,"-2"1"976,-4-1-606,-6-4 25,0 6-118,0 2-516,-6 6 0,-2 0-155,-6 0 1,0 6-70,-1 4 0,1 2-93,0 2 0,-5 2 46,0 3 1,0 3-107,5 7 1,0-1-24,-1 1 0,6 1 121,-1 3 0,6-2 215,-6 7 0,7 0-178,-2 5 0,4-2 110,1-3 0,1-2-20,4-3 1,3-3 141,6 3 0,-4-7-102,-1-3 0,1-5-66,4 1 1,2-5-109,3-5 0,-4 3 59,4-8 1,-1 1-295,1-5 0,-4 0-364,4 0 0,-3 0-545,-2 0 1,-4 0 499,-1 0 1,-4-2-788,5-2-279,-7 2 400,9-11 0,-10 10-1199,3-6 2398,3-1 0,-7-23 0,6-5 0</inkml:trace>
  <inkml:trace contextRef="#ctx0" brushRef="#br0">16123 8544 7809,'0'-9'674,"0"-1"0,0 5 602,0-4 0,0 4-575,0-4 0,2 1-163,3-2 0,-2-2-263,6 2 0,1-2-281,4-3 0,5-4-48,0 0 1,5-6-255,-5 1 1,6-4 130,-1-5 0,2 1-189,3-6 0,-7 2 124,-3-2 0,-5 0 10,-4 10 1,-4-2-2,-6 11 223,0 0 1,-6 6 189,-4 4 0,-3 2-18,-1 7 1,0 4 110,0 5 0,0 2 69,-1 13 1,1-1 179,0 6 1,1-1-25,4 1 1,-4 1-133,4 3 0,2-3 84,3 3 1,-3 2-115,3-2 0,-1 0-100,5-4 0,-5-1-201,0 1 0,2-7-216,8-3 0,3-4-119,6 0 0,2-3-482,3-2 0,-2-4 81,7-6 1,-7-2 262,2-2 1,2-4-240,-2-6 1,4-1 291,-4 1 1,0 0 140,-4 0 0,4 4 268,-1 1 0,-3 1 289,-6-2 1,-4-1 115,4 7 560,-5-1 1052,2 5-1396,-6 0 0,0 6-157,0 4 0,0-2-207,0 1 0,0 1-81,0 4 0,0 0-122,0 0 1,6-4-195,4-1 1,2-1-2,3 2 1,4-4-367,-1-6 1,8 5-177,-3-1 1,0-1 308,0-7 1,-5 1 76,1-7 1,-4 1 169,0-6 0,-3 0 100,-2-4 0,-4-2-43,-6-3 1,0-1 162,0 6 1,-2 0-121,-2 5 1,-4 0 107,-6 0 1,-7 6-80,-3 3 0,2 3 88,-1 2 0,0 5-102,0 0 1,-3 6-25,8-2 1,-3 4 383,2 1-200,3 7 1,-3-5 0,10 3 0,2-4-226,7 0 1,4-3-186,5-2 0,2-4-4,13-6 0,6 0-271,8 0 0,-2 0 147,2 0 0,-2-5 63,2 1 0,3-8 193,-3 3 0,-1-4 102,1-1 0,-7 1 176,2 4 1,-3-2 29,-1 6 1,-6 0 274,1 5 0,-7 0-139,2 0 1,-3 2 198,-2 3 1,-1 3-43,-3 6 1,-3 0-86,-2 0 1,-3 1-209,3-1 0,-5 0-35,-5 0 1,2 0-81,-7 1 0,-1-3-105,-8-2 1,3 1-354,-3-6 0,-1 1-13,1-1 0,-5-4-476,5 4 0,-4-3 73,4-2 1,-5-2 327,5-3 0,0 2 108,5-6 1,1 4 212,4-5 314,-4 7-133,11-9 0,-4 8 382,6-5 153,0 6-142,0-4 543,6 7-666,2 0 1,7 0-98,-1 0 0,0 5-220,0 0 0,2 0-216,3-5 0,-2 0 18,7 0 1,0 0-176,4 0 0,1-2 156,-1-3 0,2 2-137,3-6 1,-1-1 324,6-4 0,-7 0-12,3 0 1,-3-1 230,2 1 1,-3 5-97,3-1 0,-7 2 133,-3-1 0,-5 2 45,1 7 0,-3 2 149,-2 3 0,-2 3-63,-2 6 1,-2 0 101,-3 0 1,-4 5-1,4 0 1,-5 0-87,-5-5 1,-1 1-350,-4-1 1,-2 0-183,2 0 0,-4-4-224,-5-1 1,3-6 206,-3 2 0,2-3-166,-2-2 1,2 0-63,-7 0 0,5-2-356,-5-3 1,7 2 312,-2-6 0,3-1 151,2-4 1,1 5 323,4-1 0,1 5-84,3-4-122,4 6 121,-6-10 0,9 12 119,3-4 0,-2 5 165,6 5 0,-1-2 234,2 6 1,2-1 53,-2 2 0,7 2-197,2-2 0,2-2-263,-3 1 1,5-6-103,5 2 1,-4-3-289,-1-2 1,1 0 208,5 0 0,-1 0-55,0 0 0,1-5-38,-1 0 0,-1-6-39,-3 1 1,-4-4 27,-5-5 1,2 4 50,-3-4 0,4-2 133,-9 2 0,-3 0 90,-1 5 387,-3 0-324,-2 6 45,0 1-62,-7 7 0,6 12 188,-4 2 1,2 3 405,-2-3 1,4 5-253,-4 0 1,3 2 115,2-2 1,0-3-296,0 2 0,2-3-259,3-6 1,-2 4-108,6-4 1,1-1-319,4 2 0,2-7 245,3 2 1,-4-4-231,4-1 1,2-1-126,-2-4 0,1-3 139,-1-6 0,-3 0 281,3-1 1,-8 1 145,-1 0 1,-7 4 221,2 1 1,1-1-30,-1-4 0,-1 5 170,-4-1 0,0 6-115,0-6 1,-1 7-7,-4-2 1,2 4 317,-7 1-77,1 0-294,-5 6 1,1 2 92,4 6 0,-4 2 195,4 3 1,1-2-202,-2 7 0,5-5 55,-4 4 0,4-2-191,-4 7 1,6-7-137,-2 7 1,-2 2 80,3 4 0,-6-1 77,6-5 1,-6 1-297,5-1 0,-4 0 46,4 1 0,-6-5-41,2-1 0,1-10 140,-2 1 0,1-9 85,-6 0 1,1-4 53,0-1 1,0-1 212,0-4 1,-1-5-202,1-9 0,5 2-15,-1-7 0,7 1-287,-2-6 1,12-1-236,7-3 1,2-2-314,7-3 1,-1-1 181,2 6 1,3 0-360,-3 4 1,3 5-690,1 1 0,5 1 774,0-2 0,1-1-253,-6 6 1,5 0 463,0 5 0,0-1 550,-4 1 0,-7-19 0,-1-5 0</inkml:trace>
  <inkml:trace contextRef="#ctx0" brushRef="#br0">18341 8160 7809,'13'-14'2796,"-4"0"-1429,-2 6 370,-1-5-512,2 12-416,6-6 0,0 7-274,1 0 1,-1 8 85,0 6 0,0 2 21,1 8 0,-6 0-200,0 4 1,-1 2-58,2 3 1,-4 2-72,-6 3 1,0 3 28,0-3 1,-11 3-119,-3 2 0,-10-5 26,0-1 0,-2-5-92,-3 1 0,-4-4-98,0-6 0,0 3-147,4-7 0,2-2-51,4-8 1,-3-1-148,7-3 1,0-3-398,5 2 1,2-4-2384,2-4 1880,4 2 0,6-6-1980,0 3 2254,0 4 910,6-12 0,21-1 0,11-8 0</inkml:trace>
  <inkml:trace contextRef="#ctx0" brushRef="#br0">16408 6568 7760,'0'-9'0,"0"-1"1890,0 7-477,0-10-142,0 12-295,0-6-475,0 7 1,0 2-108,0 3 1,-2 3 18,-3 6 1,4 2-128,-4 3 1,3-2-28,2 7 0,0-1 10,0 6 1,0-1-49,0 1 1,0 4 12,0 0 0,0 6-54,0-1 1,0 2-83,0-2 1,0 3 26,0-3 1,0 0-156,0 4 1,0-9 80,0 5 0,0-6-102,0-4 0,0 2-73,0 4 0,0-9-47,0 3 1,0-7-20,0 2 0,0-5-53,0 1-7,0-3 263,0-2 210,0-6 87,0-2 527,0-6 205,0 0-747,-6-6 0,3-2-81,-6-6 0,-1-2-233,-4-3 1,4 3-314,1-3 0,-1-1 94,-4 1 1,0 0-244,0 4 0,4 1 118,1 0 0,6 5-285,-2-1-94,-3 7 204,6-3 507,-4 6 1,6 1 191,0 4 203,0 3 0,5 6-208,0 0 1,6-1 13,-2-4 0,4 2-272,1-6 1,7 1-266,2-1 0,-1-3 5,2 3 0,-2-4-44,2-1 1,3-5-242,-4 1 0,-1-7 115,2 1 0,-5-3-103,5-1 0,-7 0-194,2 0 0,-3 0-1302,-2-1 2131,0 7 0,-37-17 0,-10 2 0</inkml:trace>
  <inkml:trace contextRef="#ctx0" brushRef="#br0">16180 9454 7955,'0'-14'21,"-5"4"155,1 1 1,-1 4 363,5-4 55,0 5 660,0-8-405,0 10 631,0-4-360,0 6 233,0 0 1,-6 0-1191,-4 0 0,-2 1-90,-3 4 0,-4-3-150,0 2 0,-4 3 119,4-2 0,0 1-133,5-1 0,-1-4-30,1 4 1,5-4-211,-1-1 276,7 7 355,-10-6-82,12 6 345,-5-1-297,6-4 0,0 5 174,0-2 0,0-2 31,0 7 1,1-5-179,4 4 0,-4 1-268,4 4 1,-3 0 167,-2 0 1,0 5-191,0 0 1,4 6 86,1-1 0,2 3-137,-3 1 1,-2 1 69,3-1 1,1 2-87,-1 3 0,-1-1 103,-4 6 1,5-2-92,0 2 0,0 2-129,-5-7 0,0 6-85,0-1 0,-5-1-318,0 0 1,-4-5 339,4 1 1,-1-1 166,1 1 1,3-8 84,-2 4 0,2-4-84,2 3 0,0-4 369,0 0 0,0-7-47,0 2 1,0-3 49,0-2 1,0 0-115,0 1 1,0-6 14,0 1-144,0-7 1,2 5-99,2-4 0,4-2 288,6 3 0,2-4-118,3-1 0,3 0-61,7 0 1,-2 0-84,-4 0 1,3-5-137,-8 1 1,1-1-235,-4 5 1,-3-2-1428,-2-2 116,-4 2-1171,-6-4 524,0 6 0,-6 0 2345,-4 0 0,-34-7 0,-10 0 0</inkml:trace>
  <inkml:trace contextRef="#ctx0" brushRef="#br0">16578 9795 7803,'0'-16'0,"0"-3"0,0 4 411,0-4 0,-1 3 604,-4 2 0,3-1 1156,-2 1-995,2 0 175,2 0-742,0 6-563,0 2 1,2 7 183,2 4 0,-2 3 157,3 6 1,1 2-117,-1 3 1,0 1-26,-5 4 0,0-2-187,0-3 1,0-3 124,0 3 0,0-3-430,0-2 83,0 0 1,0 0-448,0 0 295,0-6-291,0-1 192,0-7 0,0-8-316,0-6 1,-2-2 284,-3-8 0,4 7 196,-4-2 1,-1 3 418,1 2-405,0-1 95,-1 1 122,4 6 258,-4 2 1,6 12-64,0 4 0,0 2-55,0 3 1,0-1-734,0 0 1,0 0 288,0 1 0,0-1 145,0 0 0,0-5-1474,0 1 1651,0-7 0,25-28 0,7-15 0</inkml:trace>
  <inkml:trace contextRef="#ctx0" brushRef="#br0">16635 9568 7825,'-14'-15'403,"0"1"47,0 0 0,-1 1 667,1 4 1,0-2-398,0 6 0,4 0-312,1 5 0,-1 0 443,-4 0 1,0 2-335,0 3 0,4-2-209,1 6 0,-1 2-148,-4 8 0,0-3 0,-1 3 0,1 3 49,0 2 0,1 3 12,4 1 1,-4 1-36,4-1 1,3 5-97,1 0 1,3 1-57,2-6 1,0 5 15,0 0 0,3-1-247,7-8 1,-1 1 5,10-6 1,3 0 19,2-5 1,3-6 73,1-3 1,2-4-31,4-1 1,-4 0 94,3 0 0,2-6 8,-2-4 0,0-4 85,-5-5 0,1-1-78,-1-4 1,-6-3 135,-3 3 1,-3-2-43,-2-3 0,-6-6 122,-3-2 1,-4 0-172,-1-1 0,-12 0-124,-7-4 0,-11 4-81,-3 0 0,-5 8-310,5 1 1,-1 7-99,6 8 1,-4 6 247,4 3 0,-2 7-1143,11 8 1,0 1 165,5 12 1,6 1 1313,3 4 0,29 20 0,7 4 0</inkml:trace>
  <inkml:trace contextRef="#ctx0" brushRef="#br0">17431 9497 7876,'-6'-29'244,"3"5"61,-7 1 1,6 10 212,-6-1 1,5 4 631,-4 1 0,4 3-514,-4 6 0,-1 0 72,-4 0 1,0 6-152,0 3 1,-5 6-155,0 4 0,-5-2-157,5 7 1,0-5-53,5 4 1,0-1-121,-1 2 1,8 1 54,2-6 0,3 0-102,2-4 0,7 0 75,2 4 0,8-8-148,2 4 0,7-4-27,-3 3 1,9-2 84,1-2 1,-4 1-241,-6-6 0,-5 4 45,1-4 0,-4 6-36,0-2 247,-7-2 1,-5 4-20,-13-6 0,-1 6-26,-13-2 0,-4-3 34,-5-1 0,-7-3-279,2-2 0,-1 0 92,1 0 1,3 0-71,7 0 0,6 0 79,3 0 0,3-5 14,2 0-212,6 1 0,3 4-268,10 0 0,3 0 546,6 0 1,0 4 433,0 1 0,1 5 203,-1-6 1,0 6-323,0-6 0,0 3-12,1-2 1,0-4-71,4 4 0,-3-4-210,3-1 1,2-1-58,-2-4 1,6-3-547,-1-6 0,1 0 175,-1 0 0,2-2-290,-2-3 1,-2 3 676,2-3 0,-7-1-150,2 1 739,-3 0 0,-3 4 399,-4 1 485,-2 6-961,-7 2 1,-5 8 134,0 2 1,-6 4 10,2 6 1,1 2 32,-2 3 1,5-3-139,-4 3 1,6-3 98,-2-2-939,3 0 0,2 0-83,0 1 0,7-8-414,2-2 1,4-3 414,1-2 0,7 0-247,2 0 0,-1-7 41,2-2 0,-2-4-53,2-1 1,3-5 612,-3 0 1,1 0-45,-1 5 0,-4 0 519,-6 0 1,5-1-23,0 1 1,0 6 237,-5 4 0,-4 2-228,-1 2 0,1 0 126,4 0 1,-5 0-126,1 0 1,-7 2 450,2 2-725,3-2 0,-7 6 68,4-4-546,-3-2-8,-2 4-280,0-6 203,0 0-54,-7 0 338,-1 0 1,-11 0-42,1 0 1,-3 0 352,2 0 0,3 5 51,-3 0 0,-1 6 62,1-2 0,0 4-155,5 1 1,-1-1 90,1-4 1,5 4-85,-1-4 0,7 4 15,-2 1 0,5-4-61,5-1 1,3-6-100,6 2 0,7-3-382,2-2 1,0 0 196,0 0 0,-1-2-127,2-3 1,-2 2 198,-3-6 1,-3-1 299,3-4 1,-8 5 95,-2-1 1,-1 1 419,2-6 1,-4 6 58,-6 0 415,0 5 263,0-2-1024,0 6 1,-5 2-292,1 2 1,-6 4 211,5 6 1,-1 2 104,1 3 0,4 2-80,-4 2 0,3 4-28,2-3 1,0 3-170,0 1 0,0 1-170,0-1 0,0 1 0,0-1 1,0-4-42,0-1 0,-1-5-140,-4 1 0,-3-3 55,-6-2 0,3-2-95,-3-2 0,3-4 83,-8-6 1,3 0 103,2 0 1,-1-1-2,1-4 0,2-3-1,2-6 1,4-7-182,6-2 1,0-4 77,0-2 0,11-4-273,3 0 1,10 0 114,0 4 0,1 1-29,-2-1 0,4 6 164,-3-1 0,8 2 199,1-2 0,-2 5-9,-7 10 0,1-2 297,-6 6 1,5 0-71,-5 5 0,-2 2-94,-7 3 1,2 7 615,-2 7 1,1 2-133,-2-2 1,-1-4 182,-3 4 1,-3-3-263,2-2 1,-2 1 57,-2-1-780,0 0 1,0 0 227,0 0-1346,0-6 1034,0-1 0,-2-7-273,-2 0 179,2 0 0,-4-7-180,6-2 1,0-5 128,0-5 0,1 3 104,4-3 0,1 2 245,4-2 0,3 3 173,-4-3 1,4 3 465,1 2 0,2 4-214,3 1 1,-4 4 18,4-4 1,-3 6-39,-2-2 0,-4 5 161,-1 5 1,-4 1-40,5 3 1,-7 9 74,1-4 0,-2 3-203,-2-2 0,0-1-176,0 0-710,0 0 0,2 0-293,2 1 347,-2-7 0,6-2 66,-3-6 0,-2 0-350,6 0 0,1-2 320,4-2 1,0-4 92,0-7 1,5 0 282,0-4 1,5 3 144,-5-3 0,5-2 172,-5 2 0,0 5-34,-5 5 0,5 1 198,0-2 0,0 4-194,-5 6 1,-5 0 301,1 0 30,-1 0-32,-1 0-225,-1 0 1,-7 2 371,0 2 373,0-2-545,0 4-513,0-6 0,-7 0 129,-2 0 1,-4 0-97,-1 0 1,0 0 45,-1 0 1,-4 0-198,1 0 0,-3 7 86,2 2 0,3-1-40,-3 1 0,3 1-19,2 4 0,2-4 7,2-1 0,-1 1-25,6 4 1,1 0-28,4 0 1,6-1-272,3-4 0,9 2 140,1-6 0,4 0-43,-4-5 1,5 0 3,-5 0 1,2-2-9,-2-2 1,-4 0 502,4-5 1,-3-1 140,-2-4 0,-1 5 242,-4-1 0,2 6-254,-6-6 0,0 5 598,-5-4-475,0 6-19,0-4 270,0 7-436,6 7 0,-3 1 117,7 6 1,-7-5-137,2 1 0,3-6-68,1 6 1,-1-7-38,2 2 0,-1-4-102,5-1 1,0 0 85,1 0 0,-1-1 10,0-4 0,0-3-62,1-6 1,4-5-202,-1 0 0,0-6-117,-9 1 1,2-3-17,-6-1 0,5-7 0,-6-3 0,1-1 197,-5 1 1,0 0-36,0 9 153,0-2 217,-6 15 1,3 3-182,-7 13 0,2 7 97,-1 7 1,-4 6 658,4 4 1,-4 3-43,-1 1 1,0 6 193,-1-1 0,6 0-366,-1-5 1,6 1 11,-6-1 0,7 1-193,-2-1 0,4-4-20,1 0 0,6-7-153,3 2 1,6 0 27,4-5 0,3-1-438,6-9 1,-4-2-266,0 3 0,-2-5-643,1-5 1,0-3 119,-5-6 1,-2 0-680,3-1 1,-8 3 1110,-1 2 0,-5-2-119,4 2 699,-6-2 0,-28-9 0,-15-1 0</inkml:trace>
  <inkml:trace contextRef="#ctx0" brushRef="#br0">19976 9838 7726,'-14'0'758,"0"0"1,0 0-227,-1 0 0,6 0 363,0 0 77,5 0-294,-8 0 0,10 1 678,-3 4-919,4-3 1,1 6 517,0-4-547,0-2-492,6 4 0,-3-1 81,7 0-91,-7-1-47,10-4 1,-6-1-511,8-4 1,-1-3-212,0-6 1,-3 0 322,3 0 0,-3-2 171,8-3 0,-1 3 236,1-3 1,-2-1 188,7 1 1,-5 0-112,5 4 1,-2 3 111,1 2 1,3 2 119,-7 4 1,4 2 286,-4-3 1,0 5 14,-5 5 1,-4-3 183,-1 2-76,-6 4-135,4 0-214,-7 0 0,-2-2-356,-3-6 0,-2 0-419,-8 0 0,0 0 372,-4 0 0,1 2-86,-5 3 0,4-4-7,-5 4 0,5 1 32,-5-1 0,5 5 251,-4-6 1,5 7 44,-1-1 0,3 2 237,2 3 1,2-1-96,2 0 1,4 0 94,6 1 1,0-1-150,0 0 1,1 0-57,4 0 0,5-6-441,9-3 0,-2-3 216,7-2 1,-2-2-474,1-3 0,4-1 225,-3-3 0,-2-4 34,2 3 1,-7-5 281,2 0 1,-3-2 360,-2 8 0,-4-4 145,-1-1 61,-6-1 0,4 6 234,-7 0-169,0 5-229,0-2 1,-2 8-79,-3 2 0,4 4-74,-4 6 1,3 1-27,2-1 1,0 0-2,0 0 0,0 1-127,0-1 1,7-5-218,2 1 0,4-6-66,1 6 1,2-7 146,3 2 0,-2-4-448,7-1 0,-5-1 225,5-4 1,-6-3-169,6-6 0,-6-2 109,0-3 0,-3 2-7,-6-7 0,2 5 155,-6-4 1,4-6 51,-4-4 1,0-5 2,-5 5 1,0-5 82,0 5 0,-5 1 98,0 8 0,-1 5 588,1 10 379,4 3-611,-5 6 1,6 6 61,0 3 1,0 6 26,0 4 1,-5 3 170,0 6 1,0 1-130,5-1 1,-1 1-19,-4-1 0,3 0-182,-2 1 1,2-5-85,2-1 0,0-1-168,0 2 1,0-2-153,0-3-25,0-3 1,6 4-56,4-5 1,3-7-333,1-4 0,0-2 164,0-2 0,2-6-198,3-4 1,-2-3 113,7-1 1,-2-5 30,2 0 0,3-6 227,-4 1 1,-1-3 57,2-1 1,-8-2 100,-2-3 1,0 1-48,-4-6 0,-4 7 162,-1-2 1,-3 4-19,-2 5 1,-5 9 450,0 5-240,-6 7-167,3-3 0,-6 14 53,0 6 0,1 2-13,4 7 0,-3-4 180,8 5 0,-1-5 26,5 5 1,-2-2 155,-2 1 1,2 4-90,-3-3 1,4 1 23,1-1 1,5 1-367,-1-6 0,7 5 38,-1-5 0,-1 3-110,5-8 1,-2 4-78,7-9 0,-2-3-201,2-1 0,-2 1-46,7-1 1,-5-2-228,5-7 1,-5 0 210,4-5 1,1-5-78,4-5 0,-6-5 66,-3 5 0,2-6 161,-2 1 0,0-3 16,-5-1 1,-6 1-18,-3 3 266,-4-3 1,-1 12-42,0-4 0,-1 9 161,-4 5 0,-3 5-77,-6 5 0,-5 3-104,0 6 1,0 2 226,5 3 1,1-2 7,4 7 0,-2-7-28,6 2 0,-5 2-149,6-2 0,-1 0 35,5-5 1,1 0-271,4 1 1,3-3-370,6-2 1,2 1-671,3-7 0,-3 1 562,3-5 0,1-1-82,-1-4 0,0-1 342,-4-4 0,3-3 306,1 4 0,0-4-19,-4-1 1,-6 1 245,1 4 57,-1-4 687,-1 12 1291,5-6-912,-12 7-393,5 0 0,-6 7 281,0 2-719,7 4 1,-6 1-133,4 0 1,-3-4 90,-2-1 1,0 1-173,0 4-322,0-6 0,1 3-592,4-6 1,-3 1-150,2-1-142,-2-4-3,-2 6 195,0-7 1,0-7 338,0-2 1,0-4 29,0-1 0,0 0 92,0 0 235,6-1 1,2 1 320,6 0 0,1 4-220,-1 1 0,0 6 568,0-2 0,0 2-50,1-2 0,0 4 229,4-4 0,-3 8-267,3 2 0,-3 4 13,-2-4 1,-1 6-255,-4-2 0,4 3-156,-4-3 0,-1 4-896,2-4-215,-7-3-838,10 7 1256,-6-11 0,8 4-305,-1-6 0,-5 0-28,1 0 535,-1-6 0,6-2 215,-1-6 1,-2-1 66,-2 1 0,1 5 336,-6-1 1,1 5 53,-1-4 0,-4 4 877,4-4-417,-3 6 391,-2-4-666,0 7 1,-2 7 115,-3 2 1,4-1-228,-4 1 0,3 1-121,2 4 1,0 0-214,0 1 1,0-1-179,0 0 0,2-5-313,3 1 1,3-5 103,6 4 0,-5-6-421,1 2 1,-1 1 299,6-1 1,0 0-82,4-5 1,-3-6 294,3-4 0,-3-3 182,-2-1 1,5 0 14,0 0 0,-5 0-89,-4-1 1,-2 1 473,1 0 0,-1 4 255,-3 1 230,-4 6-107,6-4-290,-7 7 0,0 2-19,0 3 0,0 3 646,0 6-651,0 0 1,0 0-278,0 1 0,0-6-192,0 1 0,0-6-268,0 6-98,6-7 1,2 3 91,6-6 1,0 0-433,0 0 1,2 0 395,3 0 1,-1-1-14,5-4 0,-4-3 317,5-6 1,-2 0-5,2-1 0,-2 1 44,-3 0 1,-3 1 39,3 4 0,-4-2 294,0 6 0,-6 0 139,1 5 168,-7 0-67,3 0 81,-6 0 459,0 0-1411,-6 0 47,-2 0 0,-11 0 83,0 0 0,0 2 46,5 3 0,0-2 140,-1 6 0,1 1-194,0 4 310,0 0 0,1 0-105,4 1 1,-3-1-18,8 0 0,-1 0-91,5 0 0,2-4-181,2-1 1,4-5 91,6 0 0,1-2-145,-1-2 0,2 0 357,3 0 0,-4-5-37,4 0 1,-3-6 68,-2 2 0,1-4 53,-1-1 1,-2 0 220,-2 0 0,1 4-71,-6 1 0,1 4 398,-1-5-588,-4 7 178,6-3 26,-7 6 0,0 6-107,0 4 0,0-2 179,0 1-269,6 1 0,-3 4-11,7 0 0,-6-6-33,6-3 1,-5 1-119,4-1 0,1-1 87,4-4 0,0 0-107,0 0 0,0-6-134,1-3 1,-1-4 89,0-1 1,-1 0-32,-4-1 0,2-5-63,-6-4 1,4-3-100,-4-1 0,0-5 145,-5-1 1,0 1-81,0 5 1,0 1 253,0 3 0,0 4 443,0 6 202,0 6-323,0 1-47,-6 20 1,4 3 153,-3 12 1,-1-1 282,1-3 0,1 3-228,4-4 0,-5 4 19,0 2 1,0-6-281,5 1 0,0-7-152,0 2 0,0-1-200,0 1 1,2-5 179,3 0 1,3-1-293,6-9 1,2 3 123,2-2 0,-2-4 9,3 4 1,3-5 32,2-5 1,-2-1 72,2-4 0,-7-2 42,2 2 1,2-2 152,-2-3 1,0-4-82,-5 0 1,-5 0-52,1 5 1,-7 0 9,2 0 1,-4 0-19,-1-1 0,-1 1-7,-4 0 0,2 6-37,-7 3 0,-4 4-120,-5 1 0,0 0 100,5 0 0,0 6 0,0 4 0,1 2 319,3 2 0,-1 2-38,7 3 1,-1-3-17,5 3 0,0-3-198,0-2 0,0 0 4,0 0 0,6-1 22,4-4 0,4 3-145,5-8 1,-2 1-20,7-5 1,-5 0-315,5 0 0,-2-2 220,1-2 0,4-4-23,-3-6 0,-2-1 212,2 1 1,-7 0 52,2 0 1,2 4 236,-2 1 1,0 6 60,-5-2-52,0-3 0,0 6 113,0-2 1,-4 7 214,-1 2 0,-4 6 28,5-2 0,-7 4 173,2 1-813,-4 0 0,-2 0-411,-4 1 1,2-6-454,-7 1 0,-4-6 337,-5 6 1,-5-7-426,5 2 1,-6-4-170,1-1 0,2 0-607,-1 0 1,0-1 1748,0-4 0,-21-22 0,-9-11 0,-1-5 0,-1 1 0</inkml:trace>
  <inkml:trace contextRef="#ctx0" brushRef="#br0">22607 9667 7726,'0'-9'1782,"0"-1"1,11 5-343,3-4 1,11 1-819,4-1 0,-1-2-553,5 6 0,2-5-412,-2 6 0,-1-6-734,-9 5 0,-2-4-79,-7 4-601,-6-6 1757,-2 3 0,-63-6 0,-37 1 0,31 3 0,-1 0 0,1 0 0</inkml:trace>
  <inkml:trace contextRef="#ctx0" brushRef="#br0">20787 9610 7726,'-8'2'610,"3"3"209,4-4 0,8 4-313,8-10 0,8 2-233,15-6 0,2-2-62,12-8 1,0 3-430,5-3 0,-8 3-519,-6 2 0,-7 1 618,-8 4 119,-12 2 0,-3 7 0</inkml:trace>
  <inkml:trace contextRef="#ctx0" brushRef="#br0">24000 9809 7662,'-14'8'-166,"0"0"-41,-1-3 1,1-4 625,0 4 0,4-3 1822,1-2-635,6 0-738,-10 0-633,12 0 1,1 0-44,9 0 1,5-5-25,5 0 1,2-6-28,2 2 0,3 1 24,-7-2 0,4 1-20,-4-5 1,0-1 146,-4 1-217,-1 0 0,-2 0-149,-2 0 0,-4-1-112,-6 1 181,0 6 1,-6-3 67,-4 6 0,-7 1 24,-2 4 1,-6 4 12,1 1 0,2 6-34,-2-1 0,7 2 21,-2 3 1,3 4 94,2 0 0,1-1 137,4-3 1,2-1-273,7 0 0,0 0-6,0 1-230,0-1 0,7-2-19,2-2 0,4-4-170,1-6 1,0 0 176,1 0 1,-1-1-113,0-4 1,0 2-3,0-7 0,1 6 101,-1-6 0,-2 5 207,-2-4 0,1 4 89,-6-4 0,4 4 689,-4-5-261,0 7 414,-5-3-432,0 0-115,0 4-410,0-4 1,-2 6-198,-3 0 26,4 6 0,-5-3-173,6 7-264,0-7 421,0 3 0,0-4-228,0 2 321,6-2-8,2 4 245,6-12 1,-5 3 344,1-7 1,-7 6 433,2-6 0,1 5 459,-1-4 30,0 6-798,1-10-574,-4 12 204,4-6 0,-6 9 168,0 3 0,0 2-203,0 8 0,0-1-12,0 0 0,1 2-211,4 3 1,-3-3-71,2 3 1,3-4-412,-2 0 0,4-1 51,-4 0 0,6-4-279,-2-1 1,4-6 324,1 2 0,0-4-103,1-1 0,-1-4 246,0-1 0,5-8 129,0-1 1,0 0 106,-5-5 1,5-2 38,0 3 1,0-1 55,-5 4 1,2 6 44,3-1 1,-3 7 182,3-2 0,-2 4 5,2 1 1,-3 1 113,3 4 0,-3 3-127,-2 6 1,-6 1-18,-4-1 0,-2 0 225,-2 0 1,0 0-122,0 1 0,-2-1-24,-2 0 0,-6-4-354,-9-1 1,2-6-311,-7 2 1,5-2-32,-4 2 1,-1-4-465,-5 4 0,3-3 204,2-2 1,3-2-377,7-3 1,0-1 59,0-3 0,6-4-1060,3 3-522,3-2 2528,9-2 0,32-13 0,15-3 0</inkml:trace>
  <inkml:trace contextRef="#ctx0" brushRef="#br0">25208 9795 7688,'0'10'-611,"0"-1"0,0-4 408,0 4 1047,0-6-49,0 10-160,0-11 0,0 6 509,0-4 175,0-2-464,0 4-442,0-6 1,2 0-59,3 0 0,-2 0-217,6 0 0,-4-5 24,5 1 0,-1-6 50,5 6-241,1-8 1,-1 5 84,0-8 1,0 1-172,0 0 1,1 0 37,-1-1 1,-5-3-6,1-1 1,-5-2 154,4 2 1,-6 3-60,2-3 1,-3 4 2,-2 0 1,0 6 295,0-1 412,0 7-445,0 10 1,0 7-90,0 9 0,0 4 84,0-3 0,0 3 40,0 1 1,0 1 92,0-1 0,0-4-151,0 0 1,0-6-286,0 6-39,6-6 0,2 0-249,6-8 1,0-4 68,0-6 0,2 0-235,3 0 0,-3-6 136,3-4 1,3-7 61,2-2 0,1-6 13,-1 1 1,1-3 127,-6-1 0,0-2 99,-5-3 1,-4 3-28,-1-3 0,-6 3 97,2 1 0,-3-4 6,-2 0 147,-7 6-96,-1 6 0,-1 13 116,-1 4 0,7 8 20,-2 6 0,-1 4-25,1 5 1,1 3 109,4 7 1,0-1 78,0 1 1,0-1 278,0 0 0,0 1-186,0-1 0,0-1 32,0-3 0,1 1-400,4-6 1,-2 5 54,7-5 0,-1-2-676,5-7 1,2-3 85,3-2 0,-2-3-272,7 2 0,-5-4-329,5-4 0,-5-4-825,4-6 1,1-2 641,5-3 1,-3 2 1210,-2-7 0,-16-44 0,-9 26 0,0 0 0</inkml:trace>
  <inkml:trace contextRef="#ctx0" brushRef="#br0">25592 9625 7688,'-8'6'1135,"2"-5"1559,0 6-1042,4-7 0,2 0-1082,10 0 1,4 0-744,5 0 0,-2 0-31,7 0 1,0 0-203,4 0 1,2 0-328,3 0 1,-3 0-2235,4 0 2967,2 0 0,13 0 0,9 0 0</inkml:trace>
  <inkml:trace contextRef="#ctx0" brushRef="#br0">26346 9568 10509,'0'-8'4840,"0"1"-4195,0 1 0,-2 5 1754,-2-4-1785,2 10 0,-4 7 110,6 7 0,0 2-269,0-2 0,-2-2-217,-3 7 0,4-1-159,-4 6 0,3-5-149,2-1 0,0-1-85,0 2 1,0-3 174,0-7 1,5 0-846,0 0 0,6-1-50,-2-4 1,-1-1-291,2-3 1,-1-3 117,6 2 695,-1-2 1,0-7 212,0 0 0,-1-6 140,-4 2 0,2 1-35,-6-2 141,6 1 1,-4-5 68,2 0 0,2 4 405,-6 1 1,4 4 728,-4-5-970,0 7 0,-4-8-57,4 6-404,-3 1-688,4 4 25,-6 0-5086,0 0 3833,0 6-56,-6-4 2093,-2 4 0,-28-19 0,-12-12 0,-3 1 0,1 1 0</inkml:trace>
  <inkml:trace contextRef="#ctx0" brushRef="#br0">26246 9696 7692,'-14'6'0,"0"-5"1916,0 6-131,6-1-768,2-4 0,12 4-415,3-6 0,15-2 82,4-2 0,10 2-626,0-3 0,3 2-517,2-2 0,-5 4-60,0-4 1,-7 4 420,3 1 0,-6-5-1101,-4 0 0,-2 0-810,-3 5-6,-10 0 1432,4 0 618,-13 0 0,-2 0 419,-2 0 813,2 0-529,-11 7 0,12-4-286,-4 6 0,3-4 1369,2 5 1,0-1-537,0 5 1,0-4-52,0-1 0,5 1-561,0 4 0,0 0 61,-5 0 0,4 1-620,1-1 1,0 0 46,-5 0 1,2 0-674,2 1 439,-2-1-461,4 0-95,-6 0-846,0-6 949,0-2 0,0-7-64,0-4 1,0-3 141,0-6 1,2-6-2,2-4 0,4 2 109,7-2 1,-1 0 143,0-4 0,0 6 93,0 3 1,2 3-8,3 2 1,-1 4 71,5 1 1,-5 6-117,1-2 1,-2 3 25,2 2 1,-5 7-289,0 2 1,1 4-339,-6 1 1,2-4-2415,-1-1 3168,-4 0 0,-31-7 0,-7-4 0</inkml:trace>
  <inkml:trace contextRef="#ctx0" brushRef="#br0">27085 9738 12111,'-9'0'2027,"-1"0"0,6 0-1451,-6 0 0,5 0 92,-4 0 1,-1 0-144,-4 0 1,0 7-214,0 2 0,1 4-143,4 1 0,-4 2-74,3 3 0,4-2-140,1 7 1,4-7-106,1 2 1,0-3-525,0-2 1,6-1-31,4-4 0,7 2-570,2-6 0,5 0 318,-5-5 0,4-2 472,-4-3 1,0-3 372,-5-6 1,1 0 119,-1 0 1,-1-2 150,-4-3 0,2 2-149,-6-7 1,4 5 162,-4-5 218,0 7 0,-5-4 1401,0 7-249,0 6-1092,0 2 1,0 8 4,0 2 0,0 4-104,0 6 1,0 1-54,0-1 0,0 2-140,0 3 1,5-4-144,-1 4 1,7-3-225,-1-2 1,-2-4-574,1-1 0,1-1-554,4 2 1,0-4-101,0-6 919,1 0 1,-1-2 308,0-2 0,0-4 298,0-6 1,1-1-102,-1 1 1,-2 0 60,-2 0 1,3 0 169,-4-1 1,-1 6 479,1-1 1,-4 7 792,5-2-417,-7 4-617,9 1 0,-8 0-123,5 0 1,-6 6-31,2 4 1,1 2-174,-1 3 0,1-6-122,-1 1 0,-2-1 101,7 5 1,-6-4-88,6-1 0,-1-1-579,6 2 1,-6-4 80,1-6 1,-1 0-138,5 0 1,1 0 73,-1 0 334,0 0 0,0-6 71,0-4 1,-4-3 139,-1-1 1,-5 0-94,0 0 0,-2 0 181,-2-1 568,0 1-299,0 0-420,0 6 91,0 2-34,0 6 1,0 1 62,0 4-6,0 3-90,0 6 1,6-1-96,4-4 0,2 2-136,2-6 0,1 0 74,-1-5 1,2 0 289,3 0 1,-4-2 3,4-3 0,-3 2 102,-2-6 0,5-1-110,0-4 0,-4 0 100,-6 0 0,-4-1-30,4 1-147,-6 0 0,4 0-63,-7 0 1,-2 6 117,-3 3 1,-2 3-302,-8 2 0,1 0-23,0 0 1,1 7 3,4 2 0,-4 1 216,4 4 1,2-3 150,3 8 1,-3-3-52,3-2 0,-1 2 148,5 3 1,1-8-31,4 3 0,-2-3-115,7 3 0,1-4 24,8-1 1,-2-6-49,7 2 1,-5-3 5,4-2 0,1-2 42,5-3 1,-1-3-17,0-6 1,1-5-132,-1 0 0,-1-6-186,-3 1 0,1-1 142,-6 1 1,0-7-13,-5 2 0,-1-7-162,-4 3 0,-2-2 91,-7 2 0,0 4-50,0 1 0,-2 1-48,-3 8 106,-2 7 1,-8 5 81,1 7 1,0 2 217,0 3 1,-1 2-70,1 8 0,5 5-98,-1 4 0,2 8 219,-1 1 0,3 0 190,6-5 0,-5 1 213,0-1 0,0 1-244,5-1 1,7-1 8,2-3 1,4-2-130,1-3 0,2-5-246,3 0 1,-2-6-444,7-8 1,0 0 219,4 0 1,0-5-25,1 1 0,-5-12 2,-1 1 0,-4-3-142,5-1 0,-2-2 33,2-3 1,-2-1-83,-3 6 1,-3 0 139,3 5 0,-4 1 146,0 4 1,-1 3 222,0 6 1,5 1-6,0 4 1,0 3 38,-5 6 0,-1 5 142,-4 0 1,-1 5 375,-3-5 0,-4 4-100,4-4 0,-5-1 285,-5-9 1,-3 4-486,-6-4 1,-2-3-408,-2-1 0,-5 2-1635,-5-3 0,0 1-16,-1-5 0,-4 0 1752,0 0 0,-9-3 0,-6 0 0,-2-1 0,0 0 0</inkml:trace>
  <inkml:trace contextRef="#ctx0" brushRef="#br0">16507 10478 7686,'8'-15'1591,"5"1"-23,-12 0 353,6 0-616,-7-1-451,0 1 0,0 5-387,0-1 1,6 7 430,3-2-519,4-3 0,1 7 149,1-4-377,-1 4 0,-5 2-89,1 4 0,-7 3-93,2 6 1,-4 2-75,-1 3 1,-6-3-82,-4 2 1,-2 3-11,-2-2 1,-5 6-122,0-1 0,0-4 99,4-1 0,3-3-292,2-2 319,-2 1 361,10-1 0,7-6 347,9-3 1,15-4-201,-1-1 1,4-1 201,-4-4 1,4-2-390,-4-2 0,2-2-242,-11 6 0,0-4-446,-5 4-1023,-6-6-405,5 9 28,-12-4 0,-1 6 439,-9 0 1,-4 0 1518,-1 0 0,-32-19 0,-8-5 0</inkml:trace>
  <inkml:trace contextRef="#ctx0" brushRef="#br0">16635 10250 7686,'-19'-11'0,"0"-3"0,0-4 580,5 4 0,-3 5 811,3-1 1,-4 7-572,9-2 1,-4 4 167,-1 1 1,0 1-311,-1 4 0,1 3-273,0 6 1,-2 2-13,-3 3 0,3 3-175,-3 6 1,4-1-37,0-3 0,1 8-53,0-4 1,0 4-131,0-4 1,6 2 81,3 3 0,3-3-132,2 3 1,0-3-5,0-1 1,7-1 114,2 1 1,5-6 7,5 1 0,-1-6 21,5 0 0,1 1 100,4-4 0,3 2-110,2-8 0,-3-2-75,3-2 0,2-4 56,-2-1 1,8 0-144,2 0 0,-6-11 71,6-3 0,-3-5 57,2 0 0,-4-3 248,0-7 0,-11 3-37,1 2 1,-13-3-16,-1 3 1,-9-4 20,-1-5 1,-2 3 136,-2-3 1,-3-4-298,-7-1 0,-6-4-357,-12-6 1,0 4-157,-1-3 1,-4 9-549,0 5 1,0 4-637,4 5 0,1 5 269,-1 10 1,6 4-217,-1 10 1,5 9 713,-5 10 0,12 3-762,-3 1 1590,4 1 0,-3 50 0,7-34 0,0 1 0</inkml:trace>
  <inkml:trace contextRef="#ctx0" brushRef="#br0">17616 10421 7485,'0'-15'2825,"0"1"-2253,0 6 1,-1 4-79,-4 8 1,3 4 49,-2 6 0,-4 7 237,-2 3 0,2 4-165,-1 5 1,1-3-169,-2 3 0,-2 2 47,2-2 1,2 1-294,-1-6 1,4 0-148,-4 1 0,4-7 41,-4-3 0,5-3-255,0-2 187,-4-6 1,6-3-21,-3-10 1,4-3-1453,1-6 0,0-7 428,0-3 1,1-2 85,4-3 0,-2-1 617,7-3 0,-1 3 221,5-3 1,-1-2 101,-3 2 1,2 0 281,-2 4 0,-2 7-22,1 3 1,-6 3-218,2 2 1,3 6 527,1 4 1,-1 8 50,2 6 0,-1 9 176,5 4 1,1 4-334,-1 2 0,0-1 6,0 1 0,1 4-93,-1 0 0,-5 0 31,1-4 1,-2-6-321,1 1 0,-3-5 129,-6 5-1380,0-7 344,0 3 0,-1-10-702,-4-1 1,-3-5 483,-6 0 0,0-4-363,0-4 0,-1 0 695,1-5 1,0-2-7,0-8 0,-1 3 380,1-3 1,0 3 277,0 2 0,0 2 222,-1 2 1,6-1 201,-1 6 0,6 1 1190,-6 4-453,7 0 1257,-3 0-1566,6 0 0,1 4 6,4 1 1,3 4-163,6-4 1,2 0-260,3-5 0,3 0-287,6 0 0,6-2-81,-1-2 1,2-4-130,-2-6 0,-2-2-14,7-3 1,-5 1-173,5-5 0,-6-1 65,1-4 0,-9-1-320,-5 1 1,-5 4 120,-5 0 1,-2 1 86,-7-6 0,-7 7 142,-2 3 0,-4 3 67,-1 2 1,-5 6 125,0 3 1,0 5-43,5 5 0,-3 5 173,2 9 0,-2 3 0,8 6 0,1 2 203,-2 3 0,7-3 478,-2 4 1,2 0-237,-2-1 0,4 1-67,-4-6 0,5-1-235,5-3 0,1 1-135,4-6 0,2 0-84,-2-5 1,2-4-149,3-1 1,-1-6-126,0 2 0,0-5-381,0-5 1,2 0 142,3-9 0,-3 3-278,3-8 1,1 3 230,-1 2 0,0-5 172,-4 0 1,4 0 276,0 5 1,1 0-15,-1 0 1,-3-1 131,3 1 1,-3 2 126,-2 2 0,0 2 255,0 3 1,0 4 58,1-4 1,-1 4 130,0 1-134,0 6 0,-4 2-127,-1 6 1,-6 0 328,2 0-557,-3 1 1,-4-1-67,-3 0 1,2 0-63,-6 1 1,-2-3-247,-8-2 0,3 1-541,-3-7 1,-2 6 393,3-5 0,-6 1-68,5-1 1,-2-4 164,2 4 0,4-3-31,-4-2-40,3 0 235,2 0-151,6 0 273,1 0 0,9 0 443,3 0 0,-2 1-217,6 4 0,1-3 83,4 2 1,2-2-222,3-2 0,-2 0-216,7 0 1,-5 0 61,5 0 1,-2-6-140,1-4 0,9-3 69,-4-1 0,4-5-226,-4 0 1,1-4 144,-1 4 1,-4-5 55,0 5 1,-12 0 327,3 5 0,-11 4 252,1 1 232,-3 6-373,-2-4-114,-7 20 1,1 1 101,-4 10 1,-1 3 82,7-4 1,-1 0 8,5 0 1,0-5-130,0 1 1,0-4-20,0 0 0,8-1-182,6 0 1,2-6-238,8-3 0,-5-4 158,4-1 1,1-6-15,4-4 1,-4-7 92,0-2 1,-7-6 26,2 1 0,-3 2-7,-2-2 0,-6 2-53,-3-1 1,-4-3 31,-1 7 1,-1 0-197,-4 5 0,-5 2-281,-8 2 0,-3 4-171,-3 6 1,-4 1-528,-1 4 1,6 8 95,-6 6 0,9 4 509,-4-4 0,7 7-2186,-2-3 2720,3-2 0,2 25 0,0-1 0</inkml:trace>
  <inkml:trace contextRef="#ctx0" brushRef="#br0">19251 10577 7624,'0'-8'673,"0"0"1055,0 3-428,0 4-399,0-5 1,2 7-47,3 4 1,-2 4-187,6 10 0,-4-1 91,4 5 1,-5-4-303,0 5 1,-2 0-2,-2 4 1,0 1-162,0-1 0,0-1-66,0-3 0,0 2-332,0-2 1,-5-3 115,0-2 1,-4-4-123,4 0 0,-1-3-835,1-2-1313,4-4 411,-6-6 743,1 0 1,4-2 360,-2-2 0,2-9-258,2-6 1,0-5 443,0 6 0,0-12 199,0 1 0,0-3 333,0 4 1,-5-5 230,1 0 0,-6 0 239,5 4 1,-4 2-62,4 4 1,0-3 662,5 7 0,2 2-408,3 7 1,4-1-129,10 7 0,3-1-208,7 5 1,-1 0-117,1 0 0,-1 6-25,0 4 0,-4 7 32,0 2 0,-13 0 0,-2-5 1,-5 5 65,-4 0 1,0 0 77,0-5 0,-12 1-168,-2-1 0,-9 0 0,-1 0 1,-1-4-489,1-1 0,-3-6 234,3 2 0,-1 1-419,1-1 0,4 0 157,6-5 0,4 0-418,1 0 273,5 0 1,0 0-276,8 0 0,11-6 487,8-4 1,4 2 224,2-1 0,-1-1 8,1-4 1,-1-2-119,0-3 0,6 2 109,-1-7 1,0 2 99,-5-2 0,-1-1 149,-3 6 1,-4-5-77,-5 5 1,-7 5 320,-4 5 178,-2 6-78,-2-4 0,-6 7-138,-4 0 0,2 8-73,-1 6 0,6 2 223,-2 8 1,-1-5-136,1 5 1,0-6 34,5 6 0,0-5-165,0 5 1,5-7 12,0 2 0,1-3-154,-1-2 0,-4 0-108,4 1 1,-4-6-232,-1 1 251,0-7 74,7 3-247,-6-6 0,6-6-245,-7-4 1,0-2 127,0-3 1,0 0-39,0-4 0,1 1 5,4-5 1,-2 4-118,7-5 0,-1 5 48,5-5 0,2 7-133,3-2 0,-2 5-324,7 4 1,0-1-71,4 6 1,-4 1-362,0 4 0,-7 4 463,2 1 0,-3 11 758,-2-2 0,-12 23 0,-4 0 0</inkml:trace>
  <inkml:trace contextRef="#ctx0" brushRef="#br0">20090 10563 7646,'-6'-8'0,"4"-5"1201,-3 4 1,-1 1 180,1-2 1271,-6 7-1752,3-9 1,-6 10-62,0-3 0,5 4-566,-1 1 1,5 4-250,-4 1 1,1 11 219,-2-2 1,-1 5-25,7 0 1,-6-2-136,5 7 0,-1-2 4,1 2 0,4 1-198,-4-6 1,3 5-260,2-5-18,7 0 0,2-7 117,10-2 1,-3-4-24,3-6 0,3 0 45,2 0 1,-2-6-56,2-4 0,-7-2 201,2-2 0,-3-1-47,-2 1 1,-1-2 140,-4-3 0,-3 4-10,-6-4 0,0-2-32,0 2 1,-6 0-6,-3 5 0,-6 0 10,-4 0 0,4 6 24,-4 3 0,-2 3 120,2 2 0,-1 7-54,1 2 0,3 4 18,-3 1 0,5 0 184,4 0 1,-1 2-179,6 3 1,1-8-134,4 3 1,1-4-84,4-1 0,5-2-277,8-7 0,5 0 75,5 0 0,0-2-153,1-3 0,4-2 277,0-8 1,0 6 184,-4-1 0,4 2 266,0-1 1,-1-2-14,-9 6 0,3 0 1046,-7 5-757,6 0 0,-9 7 363,3 2 1,-10 4-356,-4 1 1,-3 2-79,-2 3 1,-2-3-140,-3 3 0,2-8 40,-6-2-24,-1 1-267,-4 4 1,0-6-351,-1-4-240,8-2-120,-6-2 0,11-6-462,-2-4 343,2-2 1,2-3 270,0 1 1,6-2 175,4-3 1,2 8 294,3-3 0,-3 3 100,-2-3 1,7 4 214,-3 1 0,4 6-46,-4-2 0,0 3 336,0 2 1,2 0-220,3 0 0,-5 7 40,1 2 1,-1-1-77,-5 2 1,4-1-98,1 5 0,-4 1 72,-1-1-286,1 0 0,4-5-214,0 1 0,-4-7 3,-1 2 1,0-4-101,6-1 0,-6-6 128,1-3 0,-2-4-101,1-1 0,2-2 72,-6-3 1,0 2 92,-5-7 0,0 7 13,0-2 0,0-2 62,0 2 0,-7 5 137,-2 4 1,-4 7-55,-1-1 1,0 2 68,-1 2 0,3 6-104,2 4 0,-1 2 7,7 3 0,-1-1 310,5 0 1,0 5-199,0 0 0,1 0-112,4-5 1,3-4-103,6-1 0,5-4-212,0 4 1,5-6-268,-5 2 0,6-3-615,-1-2 1,-2 0 195,2 0 0,-5-5-1397,4 0 2390,-5-6 0,2-3 0,-6-8 0</inkml:trace>
  <inkml:trace contextRef="#ctx0" brushRef="#br0">21640 10449 7641,'-6'-8'458,"4"-4"739,-11 4 968,12 0-497,-6-5-771,7 12 0,0-4-265,0 10 1,0-2 145,0 6 0,2 1-308,3 4 1,-4 5 79,4 0 1,-3 4-238,-2-4 1,0 5-101,0-5 1,0 5-199,0-5 1,0 1-275,0-1 0,0-3-299,0 3 1,0-3 131,0-2 1,4 0-561,1 0 1,6-4 493,-1-1 1,2-5 56,2 0 1,1-2 319,-1-2 1,2 0-48,3 0 0,-4 0 511,4 0 102,-3 0 493,-2 0-560,1 0 1,-6 0 276,1 0 1,-6-2-393,6-2 0,-5-3-165,4-2 0,1-4-21,4 4 1,0-4-203,0-1 0,5 0 110,0-1 0,-5 1 194,-4 0 1,-5 0 429,4-1-143,-6 1 282,4 0-431,-7 0-154,-7 6 1,-1 2-122,-6 6 0,5 1-316,-1 4 0,2 3 138,-1 6 0,1 0 55,3 0 0,4 1-40,-4-1 1,3 2 59,2 3 0,2-8 51,3 3 0,-2-3 14,6 3 0,1-4 128,4-1 1,0-6-84,0 2 1,1-3 28,-1-2 0,0 0-4,0 0 0,0-7-30,1-2-27,-1-4 1,-2-3-29,-2-3 0,-4 7-13,-6-7 0,0 6-10,0-6 0,0 3-128,0 2 0,-1 2 83,-4 2 0,2-1-362,-7 6 125,1-6 1,-5 10 76,-1-4 1,1 3 117,0 2 0,-2 0 8,-3 0 1,2 7 139,-7 2 0,7 1-94,-2 4 0,-2-3 144,2 8 1,0 1 13,5-1 0,5 0 383,-1-4-257,7 5 0,-2-4-163,10 3 1,4-5-52,10-4 0,-1-4-213,6-6 1,-6 0-391,6 0 0,-5 0-193,5 0 1,-7-2-690,2-2 1,0 0 448,-5-5 1,4 6-1877,-9-2 1096,4-3 1807,-5 6 0,-59-42 0,16 21 0,-1-1 0</inkml:trace>
  <inkml:trace contextRef="#ctx0" brushRef="#br0">21611 10506 7662,'-14'0'636,"0"0"0,0 0 340,0 0 500,6 0-276,1 0-417,7 0 0,8-2-514,6-2 1,2 2-108,8-3 1,-5-1-844,5 1 0,-5-1-156,4 1 1,-5 4-530,1-4 1,1-1 438,-1 1 927,0 0 0,-17 18 0,-4 3 0</inkml:trace>
  <inkml:trace contextRef="#ctx0" brushRef="#br0">22806 10520 7666,'0'-14'306,"-5"4"37,0 1 1,-1 6 2088,1-2-1655,4 4 0,-7 1 60,3 0 0,3 1-266,-2 4 1,2 3 58,2 6 1,2 2-151,2 3 0,-2-4 13,3 4 0,1-1-149,-1 1 1,4-3-105,-4 3 1,4-4-212,-4 0 1,1-6-186,-1 0 0,-3-4-619,3 5 439,2-7 1,1 3-478,7-6 0,-1 0 255,0 0 0,0-6-214,0-4 0,1-2 375,-1-2 1,0-1 150,0 1 1,-4-5 280,-1 0 1,1 2 122,4 7 0,-5-2 160,1 2 1,-5 2 140,4-1 580,-6 6-516,10-4 1,-11 14 365,2 2 1,-2 4-235,-2 1 1,0 0-294,0 0 0,0 1-226,0-1 0,0 0-96,0 0-544,0 1-93,0-1-661,0-6 356,0 4 136,0-10 0,1-2 246,4-10 0,-2-7 198,7-2 1,-1-1 173,5 1 1,1 1 35,-1-6 0,5 7 182,0-2 1,0 3-55,-5 2 0,0 6 164,0 4 0,1 2 28,-1 2 0,0 3 146,0 7 0,-4-1 78,-1 10 0,1 2-186,4-3 1,-5 3 38,1-2 0,-5-3-21,4 3 0,-4-3-8,4-2-295,1 0 0,4-1-597,0-4 153,0-3 80,1-6 0,-3-6 78,-2-3 0,1-1 67,-6-4 1,4 3-64,-4-8 1,4-3 9,-4-2 1,0-3 16,-5-1 0,0-1 121,0 1 0,0 0-13,0-1 0,0 2 40,0 4 234,-7-4 1,4 12 484,-6 1-468,6 6 1,-8 10 474,6 3 1,0 7-105,5 7 0,-1 2 95,-4-2 1,3 3 23,-2 6 1,2-4 252,2 0 0,-2-2-367,-2 1 1,2 3 45,-3-7 1,4 4-361,1-4 1,4 5 25,1-5 0,6-2-294,-1-7 0,2 2 77,3-2 1,0-4-48,4-1 0,-1-3-186,5-2 0,-4 0-435,5 0 0,-2 0 175,2 0 0,-2-5-163,-3 0 0,-3-6 246,3 2 0,0-4 182,-5-1 0,3 0 250,-7-1 1,-2-4-3,1 0 1,-6 0 28,2 5-75,-3 0 0,-2 0 67,0 0 0,-7 6 37,-2 3 0,-4 3 29,-1 2 0,0 0-25,0 0 1,-1 7-43,1 2 1,1 4 219,4 1 0,-4 5 43,4 0 1,3 0 35,1-5 0,3 0-74,2 1 1,0-1-58,0 0 0,2-1-57,3-4 1,2 2-102,8-6 1,0 4-401,4-4-1,-1 0 214,5-5 0,1 0-523,5 0 1,-6-2 187,1-2 0,-2-3 13,2-2 1,1-4 187,-6 4 0,2-4 103,-2-1 1,-8 0 113,3-1 0,-5 1 160,1 0 1,-4 0 434,-6-1-407,0 1 0,0 5 780,0-1-340,0 7-110,-6-3-262,4 6 0,-6 1-67,4 4 0,2-2 94,-3 7 1,4-6-85,1 6 0,0-5 43,0 4 1,0-4-57,0 4 1,1-4-65,4 5 1,-2-6 77,7 6 0,-3-5-3,3 4 1,3-1 8,-4 1 1,-1 4-24,1-3 0,-1-3 41,2 3 1,-2-5 12,-4 4 0,0-1-11,5 2 1,-4 1 22,4-7-136,-5 7 0,3-4 2,-2 2 1,-2-3-239,7-6 139,-7 0 0,10 0-150,-4 0 0,-1 0 95,1 0 0,-1-1-26,2-4 0,2-3-49,-2-6 1,3 0 64,1 0 1,0-2-180,0-3 1,0-3-10,1-7 1,-6 2-30,1 4 1,-6-4 112,6 3 0,-7-1 39,2 1 0,-4 2-12,-1 3 0,0 3-31,0-3 0,-4 4 53,-1 0 1,-6 6-5,1-1 0,2 6 146,-1-6 120,-1 7 1,-4-3 98,0 6 1,5 0 161,-1 0 351,7 6-351,-10 2 1,12 6 180,-4 0 1,-1-4 101,1-1 1,0 1-209,5 4 1,0 0 142,0 1 1,0-1-238,0 0 0,0 0-178,0 0 0,0 1 35,0-1 0,2 0-102,2 0 0,-2 0 74,3 1 0,1 4-60,-1 0 0,1 1-14,-1-1 0,-4-2 12,4 7 0,-3-2-111,-2 2 0,0 3 28,0-4 1,0 4-64,0 2 0,0-1 93,0 1 0,0-1-152,0 1 1,0-6 85,0 1 1,0 0-144,0 4 1,0 0-54,0 1 1,6-7 81,4-3 0,-3-2-48,3 2 0,-2-8 21,1 4 0,4-11 17,-4 1 0,-1-3 88,2-2 1,-5-2 90,4-3 0,-1-3 38,1-6 0,4-6-79,-3-4 1,2 2-167,2-2 1,-4 0 84,-1-4 0,-1-2 29,2-3 0,-4 3-96,-6-3 0,0 3-189,0 1 0,-2 1 1,-2-1 1,-6 7-143,-9 3 1,-1 3 141,-4 2 0,-3 5-1,4-1 1,-4 7 316,-2-2 0,7 4-26,3 1 1,3 5 2,2-1 1,1 7-82,4-1 1,3-2 96,6 1 103,0-6 1,6 8 126,3-6 1,4 0-74,1-5 1,7 0 27,3 0 1,-2 0-32,1 0 0,-4-2-102,5-2 1,-2 0 88,2-5 1,1-1 7,-6-4 1,5 0-2,-5 0 1,0-2 4,-5-3 0,-1 3 1,-4-3 1,2-1-76,-6 1 1,0 0-94,-5 5 102,0-1 0,-2 6 11,-3-1 0,2 7-146,-6-1 0,-1 4 17,-4 4 0,4 4 35,1 6 1,-1 1 69,-4-1 0,5 2 105,-1 3 0,6-4-39,-6 4 0,7-1 149,-2 1 1,4-8-161,1 3 0,1-3-6,4 3 0,4-1-234,10-4 0,-1 2-25,5-6 0,1 0-79,5-5 1,-1-2 165,0-2 0,1 0 9,-1-5 0,-4-1 34,0-4 1,-7 0 169,2 0 1,-5 0 93,-4-1 0,1-4-96,-6 0 1,-1 1 32,-4 3-139,0 1 1,-6 5-217,-4-1 217,-2 7 0,-2-3-28,-1 6 1,3 1-49,2 4 0,-1-2-112,6 7 0,-4-1 287,4 5 0,1-4-100,4-1 1,0 1 594,0 4-371,0 0 0,0 0 337,0 1-195,6-1-54,2 0-37,6 0-310,0 0-130,-6-6 97,5 5 460,-12-11-7,6 4-45,-7-6 1,0-2-243,0-2 1,0 0-30,0-5 0,0-1 45,0-4 1,0 0-133,0 0 0,0 0-381,0-1 1,1-4 222,4 0 0,-2-4-453,7 4 1,-6 0 95,6 5 0,-5-1-114,4 1 0,0 6 262,6 4 1,-6-3 36,1 3 0,-1-1 60,5 5 1,-4 1-90,-1 4 1,-4-2-1191,5 7 600,-7-1 1,8 5-371,-7 1 1,1-1 1322,-5 0 0,13 7 0,3 1 0</inkml:trace>
  <inkml:trace contextRef="#ctx0" brushRef="#br0">25123 10705 7825,'-8'0'2073,"2"0"1,4 0-571,-2 0 247,2 0-1112,-4 0 0,7 0-242,4 0 1,3 0-60,6 0 0,2 0-228,3 0 1,-2-2-145,7-2 1,-5 2 63,5-3 1,-7 2-115,2-2 1,-3 2 132,-2-6 1,0 4-142,0-4 1,-6 4-38,-3-5 0,-3 6-13,-2-6 1,-2 7-117,-3-2 0,-4-1 46,-10 1 0,2 0 114,-7 5 0,6 5 55,0 0 0,2 6-17,1-2 1,1 4 79,0 1 0,5 1 150,-1-1 0,7 0-55,-2 0 1,4 0-35,1 1 1,1-3 122,4-2 1,3 1-175,6-6 1,5 4-2,0-4 1,5-1-15,-5-4 0,1 0-9,-1 0 1,-1 0 43,5 0 0,-5-4-20,1-1 1,-4-6-5,0 1 1,-1 3-13,0-3 0,0 5-2,0-4 0,1 6 112,-1-2 1,-5 3 434,1 2-299,-1 0 1,4 2 186,-4 3 1,4 1 106,-3 4 0,-4 2 216,-1-2-628,-4 2 1,-1 2 181,0 1-24,0-7 1,0 4-221,0-10 109,0 4-258,0-6-491,0 0-52,0-6 1,5-2-206,0-6 1,6-1 317,-2 1 1,4 0 62,1 0 0,0 0 204,0-1 0,-1 6 153,-3-1-4,2 7 250,-4-3 65,6 6 250,1 0 1,-3 2 291,-2 2-453,2 4-419,-4 6 154,6 1 0,1-7-155,-1-4 1,0 3 64,0-3 0,1 1-165,-1-5 1,0 0 31,0 0 0,0-2 51,1-2 0,-1 2 108,0-3 1,0-1-18,0 1 1,1-1 13,-1 1 1,0 4-10,0-4 23,1 3 86,-1-4 49,-6 4 0,3-5-63,-7 2 1,1 2 58,-5-7 0,2 7 184,3-2-16,-4-3 137,5 1-165,-6-1 1,0 1 16,0 7 233,0-6-176,0 4 17,0-4-131,0 6-1237,0 0-107,-6 0 528,5 0-212,-12 0 494,11 0 0,-6 0-375,4 0 660,2 0 1,-4 6-36,6 4 1,0-2 200,0 1 1,0-4 63,0 4-57,0 1 1,0-1-101,0 1 0,1-5-32,4 4 1,3-4-21,6 4 0,0-5-47,1 0 1,0-2 61,4-2 1,4 0-22,5 0 1,-4 0 0,-1 0 1,1 0 46,4 0 1,-4 0 108,0 0 1,-7-6-97,2-4 0,-1 2-33,1-1 0,-8 5-67,3 0 0,-8-3-154,4 3 0,-6-3-940,6 3 310,-7 2-115,3-4 216,-6 6-146,0 0 939,-6 0 0,3 0-138,-7 0 1,6 0 48,-6 0 0,5 4 534,-4 1 1,-1 2-59,-4-3 1,5-1 134,-1 7 0,1-5-281,-5 4 1,4-4-81,1 4 0,4-5-324,-5 0 1,7-1-411,-2 2 1,2-3 322,-1 2 141,2-2-1924,-4-2 0,6-2 465,0-2 0,-2 1 1498,-3-7 0,-3-18 0,-6-10 0</inkml:trace>
  <inkml:trace contextRef="#ctx0" brushRef="#br0">28009 3227 8760,'-6'-8'1249,"4"2"-706,-4 6 0,6-6-290,0 4 1,0-6 280,0 3-341,0 4 0,-1-6 166,-4 7-269,3 0 24,-4 0-88,6 0 67,0 0 49,0 7-136,-6 1 0,4 6-5,-3 0 1,4 0-38,1 1 0,0-1 102,0 0 0,0 0-2,0 0 0,0 1 56,0-1 0,0 0-3,0 0 1,0 1-16,0-1 0,1 0 110,4 0 0,-3 0-77,2 1 1,-2-6 130,-2 1 1,0-1-124,0 5 0,2-1 13,2-4 1,-2 4 0,3-4 0,-4-1-4,-1 2 1,0-5 66,0 4-148,0-6 1,0 5-175,0-3 133,0-4-365,0 6 259,0-7-43,6 0 1,-2 0-27,5 0 0,-4 0 27,4 0 1,-4 0-90,5 0-49,-7-7-44,9 6 1,-8-10-31,5 6 1,-4 0-221,4 5 0,-6-1-648,2-4 325,3 3 1,-2-5-309,4 2 0,-2 3 142,-4-3 1038,-2 4 0,-27-31 0,-15-7 0</inkml:trace>
  <inkml:trace contextRef="#ctx0" brushRef="#br0">27981 3455 7881,'-6'-8'0,"4"0"951,-3 3 239,4 3 1,1-5 193,0 2 242,0 3-1106,0-4 1,1 1-108,4 0 1,3 1-475,6 4 1,0-5 112,1 0 1,0 1-617,4 4 1,-3-5 170,3 0 1,2 0-232,-2 5 0,0-4-1087,-5-1-1052,0 0 2057,0-1 0,-6-2 706,-3-6 0,-54-13 0,-14-3 0</inkml:trace>
  <inkml:trace contextRef="#ctx0" brushRef="#br0">28024 3256 8559,'-7'-8'1713,"6"0"-189,-4 3-459,3 3 1,2-5 325,0 2-957,0 3 1,2-9-883,3 6 1,-2-1 74,6 1 0,-4 4-77,5-4 1,-1 3-305,5 2 0,0 0 754,1 0 0,24 19 0,7 5 0</inkml:trace>
  <inkml:trace contextRef="#ctx0" brushRef="#br0">28336 3384 8433,'-6'-8'3966,"5"1"-3110,-12 7-15,11-6-656,-4 4 1,6-2-14,0 8 1,0 0 159,0 5 1,0 1-114,0 4 0,5 0-48,-1 0 0,3 0 7,-2 1 1,-4 4-103,4 0 0,-4-1 67,-1-3 1,2 2-137,3-3 0,-4 4 88,4-9 1,-3 4-234,-2 1 559,0-6-132,0 5 454,0-12 0,0 4-488,0-10 0,0-3-472,0-6 0,0-5-38,0 0 1,0-5-331,0 5 1,1-4 328,4 4 0,-2-5-161,7 5 1,-1 0-179,5 5 0,-4 0 32,-1 0 0,1 4-591,4 1 446,0 5 0,0-2-329,1 6 1,-6 0-448,1 0 1484,-1 6 0,-7 21 0,-4 11 0</inkml:trace>
  <inkml:trace contextRef="#ctx0" brushRef="#br0">28621 3440 7881,'0'-8'2000,"0"-4"0,-5 9-467,0-7 58,1 7-854,4-3-334,0 6 56,0 0-109,0 6 1,0 2-116,0 6 0,0 0-37,0 1 1,0-1-68,0 0 1,0 0-194,0 0 1,0-4-77,0-1-143,0 1 556,0 4-137,0 0 0,0-4 627,0-1-582,0-6 0,0 2-248,0-10 1,0-2-49,0-8 0,0 1-258,0 0 0,1-2 58,4-3 1,-2 3-223,6-3 0,1 4 192,4 0 1,0 3-23,1 2 0,-1-1-1269,0 6 1034,0-6 1,0 10 1,1-4 0,-6 4-803,1 1 441,-1 0 1,1 1 306,-1 4 653,-6 3 0,4 19 0,-7 3 0</inkml:trace>
  <inkml:trace contextRef="#ctx0" brushRef="#br0">29019 3469 7881,'0'-14'-284,"-2"1"1197,-2 3 208,2-2 0,-4 9 98,6-7 136,-7 7-394,6-3-244,-6-1-555,7 6 1,-1-5 51,-4 6-254,4 0 0,-7 4 150,3 1 1,2 6 40,-7-1 1,6 2-228,-6 2 1,5 1 30,-4-1 1,4-3-376,-4 3 0,5-8 161,0 9 1,2-4 11,2 3 0,0 0 225,0 0 0,6-4 192,4-1 0,7-6-126,2 2 0,2 1 108,-2-1 0,-3-2 212,2-7 0,3 0-120,-2-5 0,0 0-14,-5-6 1,-1 0-147,-4-4 0,-1-2-264,-3-3 0,-4-1 78,4 6 1,-3-1-191,-2 1 1,-2 8 74,-3-4 0,2 6-66,-6-1 1,-2 4-323,-8 6 0,3 2 176,-3 2 0,-1 4-85,1 7 1,1-1 88,9 0 0,-4 0-309,4 0 572,2 1 1,1-1-15,6 0 1,6-1 15,4-4 0,2 2 115,3-6 1,0 0-93,4-5 0,-1 0 82,5 0 0,-4-2 210,5-3 1,-7-1 295,2-3 1,-3-4 423,-2 3 1,1 3-151,-1-3 0,-1 5 964,-4-4-917,4 6-349,-5-4-245,-1 7 0,1 0-101,-3 0 0,-3 2 104,2 3 0,-2 3 13,-2 6 0,0 0-64,0 0 1,0-4-69,0-1 0,0 1-256,0 4-79,0 0-247,0 0 373,0 1 106,0-8 1257,0 0-886,-6-7 0,4-2-142,-3-3 1,4-2-223,1-8 1,0-4-189,0 0 1,6-4 177,4 4 0,-3-5-122,3 5 0,-1 0 111,6 5 1,-1-5-170,0 0 0,-4 5-51,-1 4 0,1 6-133,4-6 0,-5 7-1146,1-2 713,-1 4 1,4 2-325,-4 4 0,2-2 399,-6 7 0,1-1-941,-1 5 1707,-3 1 0,-2 18 0,-8 5 0</inkml:trace>
  <inkml:trace contextRef="#ctx0" brushRef="#br0">30028 3497 7847,'5'-14'1605,"0"0"1,0 0-924,-5-1 0,0 6 150,0-1 1,0 1-324,0-5 0,-2 1 71,-3 4 0,2-2-352,-6 6 0,-1 0-314,-4 5 0,0 0 42,-1 0 1,-5 0-113,-4 0 0,2 6-42,-2 4 0,7 7-104,-2 2 1,2 0-342,-2-5 0,8 1 211,-4-1 0,11 0-112,-1 0 0,3 0-72,2 1 441,0-1 1,2-1 405,3-4 1,3-3-176,6-6 0,2 0 69,3 0 1,-2 0 41,7 0 0,-7-6 93,2-3 0,2-9-143,-3-1 0,0-4-36,-9 4 0,4-11-71,-4 1 1,-2-9-293,-2 0 1,1-1 273,-1 1 0,-1 3 1,-4 7 0,0 6 434,0 3-205,0 3-221,0 8 0,-4 3-39,-1 10 0,-5 3-143,6 6 0,-6 5 336,5 0 0,-4 6 193,4-1 1,0 3-98,5 1 1,0-4 81,0 0 1,0-2-123,0 1 1,0 3-90,0-7 0,7 4-39,2-4 0,9 0 16,1-5 0,6 1-261,-1-1 1,2-5 7,3 1 1,-5-7-89,-1 2 0,1-5 106,4-5 1,-4-3 60,0-6 1,-7-2 315,2-3 1,-3 3-60,-2-3 1,-4-1-52,-1 1 1,-6 0-23,2 5 0,-3 4 108,-2 1 1,0 4-33,0-4-37,-7 5-680,-1-2 0,-6 8 255,0 2 0,1 4 4,4 7 1,-4-1 87,4 0 0,1 0 113,-2 0 0,7 1-59,-2-1 0,4-5-14,1 1 0,0-1 37,0 5 1,6 1 140,4-1 0,2-5 18,2 1 0,2-7-21,3 2 1,2-4-66,2-1 0,4 0-23,-3 0 0,1-6 3,-1-3 0,1-6 136,-6-4 1,0-3 209,-5-6 1,1-7-447,-1-3 0,-2 2 30,-2-2 1,-4 2 18,-6-2 0,0 4 195,0 11 228,0 2-412,0 13 0,-1 2-184,-4 6 1,2 2 113,-7 2 1,6 6 58,-6 9 1,2-2 402,-1 7 0,-4-2-159,4 2 0,2 3 85,3-4 1,-3-1 288,2 2 0,1-5 11,4 5 0,0-5-141,0 4 0,0-5-108,0 1 0,1 0-95,4-5 0,3 3-118,6-7 1,5 2 67,0 3 0,6-8-126,-1-2 1,-2-3-127,2-2 1,-2-2 38,2-3 1,1-4 114,-6-10 1,5 3-34,-5-3 0,0-3-151,-5-2 0,-5 4 110,1 1 1,-7 3-121,2 2 1,-4 0-27,-1 0 26,0 6-172,0 1 1,-1 7-208,-4 0-5,-3 0 0,-6 7 271,0 2 1,1 4 286,3 1 1,-1 0-65,7 0 180,-7 1 1,9-1-187,-3 0 118,4 0 1,1 0-85,0 1 1,6-6 59,3 1 0,9-7-247,1 2 0,6-4 60,-1-1 1,3-1 99,1-4 1,0-3 67,1-6 0,-1-2 185,1-3 0,-2 3-261,-4-3 1,4 3-35,-3 2 0,-2 5 71,2-1 36,-7 7 1,4-3-443,-7 6 260,-6 0 1,3 1 91,-6 4 0,-1-2 89,-4 7 327,0-7 292,0 9-241,0-10-65,0 4 0,-1-6-26,-4 0 1,2 0 375,-7 0-499,1 0 1,-5 0-284,-1 0 0,1 0 55,0 0 1,0 0-462,0 0 287,-1 0 0,1 5-148,0 0 1,4 1 99,1-1 1,4-2 29,-4 7 1,6-6 100,-2 6 1,3-5 61,2 4 1,0 0 152,0 6 1,7-6-77,2 1 1,10-6 193,5 6 0,3-7-153,1 2 1,2-4-17,3-1 1,-3-1 385,3-4 1,-3-3-162,-1-6 1,-2-2-222,-4-3 0,4-5-19,-3-9 0,-5-1-216,-5-4 0,-1 1 185,-9 4 1,1 8-9,-5-4 95,0 10-41,0 5-308,-6 8 1,0 7 100,-4 4 0,-3 5 163,4 9 1,-4-2-15,-1 7 1,5-1 7,-1 6 0,7-5 426,-2-1 1,2-4 602,-2 5 0,4-7-666,-4 2 1,3-3-124,2-2 1,0 0-662,0 1 1,0-6 148,0 1-632,0-7 163,0 3 323,0-6 1,0-1 61,0-4 0,0-8 92,0-6 0,0-4 129,0 4 1,-4-5 183,-1 5 1,0 0 59,5 5 0,0 0-165,0-1 155,0 7 1,2-3 63,3 7 0,2-1 43,8 5 1,-1 0 41,0 0 0,5 1 255,0 4 1,0-3-84,-5 2 0,0 3 205,1-2 0,-6 1 420,1-1-648,-1-4 1,1 6-242,-1-7 1,-6 1 94,2 4-201,-4-4 1,-1 7 96,0-3 1,0-2-260,0 7 0,0-6 33,0 6 1,2-5-99,3 4 0,-4-4-335,4 4 0,-2-4 232,2 5 0,-2-7-205,7 1 0,-6 3 176,6-2 1,-1-1 93,6-4 1,-1 0 154,0 0 0,0 0 302,0 0 1,1-6 145,-1-4 0,0-1-213,0 2 1,-1-4 259,-4 4 0,2 1-138,-6-2 0,2 7-257,-3-1 1,-2 0-61,3 0-379,-4 2 494,-1-4 88,0 12 0,0-3 86,0 7 511,0-1-508,7 5 1,0-1-52,8-4 1,-1 3 49,0-8 0,0 1 3,0-5 0,1 0 112,-1 0 1,5 0-145,0 0 1,0-2-30,-5-2 0,0-4-44,0-6 1,-4-1 196,-1 1-539,-5 0 1,2 0 177,-6 0 1,0 4-486,0 1 1,-6 5 60,-4 0 0,-9 2-181,-5 2 1,-2 0 305,-3 0 0,2 2 120,4 2 0,-3 0-21,7 5 1,0-6 37,5 2 0,5 1-167,-1-1 169,7 0 1,-5-1 160,3 1 121,4 0 1,1-5 98,9 0 1,9 0-30,1 0 0,4-5 119,-4 0 0,7-1-106,-3 1 1,-1 2 27,2-6 1,-7 6-11,2-2 0,2 3-45,-2 2 0,0 0 4,-5 0 58,0 0 1,1 0 165,-1 0 0,-5 2-48,1 3-87,-7-4-14,3 12-173,-6-5 1,5 1-1192,0 1 636,-1-7-221,-4 3 143,0-6 258,7 0 0,1-1 4,6-4 0,0-1-358,0-4 430,0-3 1,1 7 48,-1-3 1,-5 2-27,1 7 1,-5 0 259,4 0 0,-4 0 291,4 0 1,-6 2 45,2 3 1,-2-2 374,2 6 1,-3 1-258,2 4 1,0-1 279,0-4 1,0 4-359,5-4 1,-4 2-207,4-1 1,1-4 135,4-6-108,0 6 0,0-4-442,1 3-174,-1-4 1,0-7-381,0-4 0,-4 3-210,-1-3 0,-1 1-878,2-6 0,-4 6 620,-6-1 0,5 6 1221,-1-6 0,-43 7 0,-16-3 0</inkml:trace>
  <inkml:trace contextRef="#ctx0" brushRef="#br0">28806 4009 7964,'0'-14'57,"0"0"0,0 4 166,0 1 1,0 4 105,0-5 1,0 6 676,0-6 141,0 7-434,0-10-312,0 12-90,0-5 0,0 7 97,0 4 0,-2 3-69,-3 6 0,2 2 92,-6 3 0,4-2-172,-5 7 0,1-1 14,-5 6 0,-1-1-143,1 1 1,0-1 56,0 1 1,0-1-198,-1 0 1,0 1 28,-4-1 0,4-1-39,1-3 1,0 1-91,5-6 1,1 0-157,-2-5 1,7-4-369,-2-1-582,-3-6-761,7 4 819,-6-7-1125,7 0 1474,7-7 0,1 4 809,6-6 0,44-32 0,-23 14 0,0 0 0</inkml:trace>
  <inkml:trace contextRef="#ctx0" brushRef="#br0">29047 4236 7785,'-9'0'-8,"-1"0"785,7 0 1,-5 0 455,4 0-534,2 0-592,-4 7 222,6-6-286,0 6 0,0-6 430,0 4-65,0-3-225,0 4 0,1-6 126,4 0 0,-2 0-348,7 0 1,-6-5-35,6 0 0,-5-4 18,4 4 1,-4-6 89,4 2 0,-4 1-105,4-2 0,-5 6 288,0-6-108,4 7 1,-6-5-54,3 3 0,-2 4 83,1-4-133,-2 3 0,4 1 153,-6-4 126,0 4 125,0-6 405,0 7-1066,0 0 1,-1 7 36,-4 2 1,-1-1 214,-4 1 1,-1 2-23,6 8 1,-4-3-96,4 3 1,-4-3 33,4-2 0,-4 0-15,4 1 1,0-1 35,5 0 1,0 0-47,0 0 0,2-1 55,2-3 1,4-4 73,7-6 0,0 0-45,4 0 1,-3-2 121,3-2 0,-2-4-44,2-7 0,-3 1 208,3 0 1,-3-2 116,-2-3-72,-6 3 1,3-4 283,-6 6-89,0 6-741,-5 1-95,0 7 129,0 0 0,0 7 231,0 2 0,0 4 183,0 1 0,0 2-149,0 3 1,0-3-29,0 3 1,1-4-53,4 0 1,3-3-21,6-2 1,0 1-100,0-6 0,1 1 84,-1-1 0,5-4-153,0 4 1,0-10 166,-5-4 0,5-4-27,0-1 1,0-2 64,-5-3 0,-4-1-35,-1-4 0,-6-1 15,2 6 1,-4 0-88,-1 4 0,-6 3 6,-3 2 1,-4-1 35,-1 7 1,-5-1-98,0 5 1,-5 5 102,5-1 1,0 7-9,5-1 0,0 1-115,0-2 1,1 4-32,4-3 1,-3-3-639,8 3 462,-1-1 243,11 6 0,4-3-7,9-2 1,1-4-33,4-6 1,3 0 65,-3 0 1,2-6 148,3-4 1,-1 2 328,1-1 1,-6 1-168,1-2 1,-7-1 331,2 7 1,-8-1 32,-1 5-50,-1 0-46,-1 0 0,-1 6 210,-7 4 1,0 2-142,0 3 1,0 4 42,0-1 1,0 3-232,0-2 0,0-3-70,0 3 0,0-3-210,0-2 18,-7 0 1,6-5 139,-4 1 455,3-7-156,2 3 1,0-17-631,0-3 1,2-10-526,3 1 1,-2-4 278,6-2 0,1 1-244,4 0 1,-1 4 349,-4 0 0,4 7-149,-4-2 1,-1 3-266,2 2 1,-1 6 117,5 3 1,-4 4-751,-1 1 795,1 0 0,4 6-51,0 3 0,-4 4-165,-1 1 0,-4 5-1044,4 0 1763,-5 0 0,2-5 0,-6 1 0</inkml:trace>
  <inkml:trace contextRef="#ctx0" brushRef="#br0">29986 4279 9199,'-8'0'3013,"-5"0"0,10 0-1793,-7 0 136,7 0-779,-3 0-642,6 0 0,0 6 349,0 4 1,2 3 7,2 1 0,-2 0-188,3 0 0,-2 5 0,2 0 0,-4 2-89,4-2 0,-4-4 11,-1 4 1,0-3-6,0-2 0,0-4 112,0-1 1,5-4-259,0 5 1346,0-7-1186,-5 3 0,0-8-601,0-2 1,0-9 55,0-6 1,4-6-524,1 1 1,5-3 599,-6-1 1,7 4-16,-1 0 1,-2 7-413,1-2 354,1 3 89,4 2-119,0 0 56,0 6 207,1 2 1,-3 7-28,-2 4 1,1-2-49,-6 7 1,6-2-203,-2 1 0,2 4-55,-1-4 0,2 2-949,-2-1 1554,2 2 0,3-4 0,-1 6 0</inkml:trace>
  <inkml:trace contextRef="#ctx0" brushRef="#br0">30284 4364 9973,'0'-7'2364,"0"-6"0,0 10-718,0-7-977,0 7 1,0-5 27,0 3-296,0 4-310,0-5 1,0 4-283,0-3 386,0 4-119,0-6-735,0 7-4194,0 0 5462,0 7 446,0-6-265,7 6-257,-6-7 0,7 0-147,-3 0 1,-2 0-117,6 0 0,-4 0 9,5 0 0,-6 0-40,6 0 1,-1 0 109,6 0 0,-3-7-18,-2-2 0,2 1-42,-2-2 1,-2 1-183,1-5 0,-6 4-218,2 1-156,-3-1-797,-2-4 507,-7 6 0,-2 2-18,-10 6 1,3 1-312,-3 4 1,3 5 521,2 9 0,-3-4 203,3 4 0,-4 2 45,9-2 1,2 1 136,3-1 0,2-1-58,2 5 0,0-5 159,0 1 0,2-8 21,2-2 1,6-4-50,9 4 1,-2-5 23,7 0 1,-2-8-146,2-6 1,3 1-35,-4-6 0,2 4-27,-1-8 1,1-1-21,-6 1 1,5-5-102,-5 5 1,0 0 92,-5 5 0,-4 5-112,-1-1 0,-4 7-70,4-2 88,-5 4 126,2 1 369,-6 0-165,0 6 0,0-3 506,0 7-222,0-7-220,0 3 1,0-4 344,0 2-71,0-2-221,0 4-242,0-6 1,-2 0-241,-2 0 0,2 2-147,-3 3 95,-3-4 1,0 10 142,-6-6 1,5 6 43,-1-1 1,6 1 52,-6-2 1,7 4-19,-2-4 1,-1 4-34,1 1 140,0 0 1,7 1 166,3-1 0,4-6-39,10-4 0,3-2 86,7-2 1,1 0-76,3 0 1,-2-6-27,7-4 1,-6-7-253,1-2 0,2-8 51,-2-1 1,-4-2-84,-6-8 0,-7 4 95,-2-3 0,-1 5-82,-8-1 1,-1 9 173,-4 5 1,0 8 195,0 2 0,-1 5-262,-4 0 1,2 4-98,-7 4 0,2 6 144,-1 9 1,-2-2 199,6 7 0,-6 0 281,2 4 1,1 0-193,-2 1 0,7-2-43,-2-4 0,-1 3-77,1-7 0,1 4 4,4-4 0,-2 0-105,-3-4-381,4-1 0,-6-5-1921,7 1 1441,0-7 0,0 2 30,0-10 1,-1-3 136,-4-6 1,2-7-41,-7-2 0,6-3 221,-6 3 1,7-4 58,-2 3 1,2 8 192,-2 2 247,4 3 0,1-2 290,9 4 0,4 2 73,1 7 0,5 0 404,0 0 1,5 0-403,-5 0 1,4 5 68,-4 0 1,5 1-139,-5-1 0,2-3 142,-2 2-289,-4-2 0,6-2 7,-7 0 0,-4 5-162,-1-1-4,-6 1 0,4-3-85,-7 2 94,0-2-137,0 11 1,1-5 88,4 6 1,-2-5-77,6 1 1,-4-2-333,5 1-385,-1 4 0,7-10 84,3 6 0,-3-5 393,3 0 1,-4-2 62,0-2 0,-1 0 78,0 0 1,-4-2 189,-1-2-151,1 2 1,-1-9 198,1 6-71,-7 0 749,3 5 277,-6 0-406,0 7-8,0 1-428,6 6 0,2-5-16,6 1 0,1-7 11,-1 2 1,0-4-17,0-1 1,1 0 24,-1 0 1,0-6 67,0-3 1,-1-4-252,-4-1 1,2-1 0,-6 1 1,0 0-72,-5 0 1,0 0-84,0-1 1,-8 7-287,-6 4 0,-7-3 145,-7 3 1,-1-1-79,1 5 1,1 5 76,3-1 1,-1 3-65,6-3 0,2 0-352,7 5 0,-1-4-113,6 4 564,1-6 1,10 9 194,3-8 1,6 1 254,4-5 0,3 0-116,6 0 0,1-5 149,-1 1 0,1-6-108,-1 5 1,0-4 42,1 4 1,-2-4 326,-4 4 1,-2 0-160,-7 5 1,0 0-6,1 0 1,-6 0 17,1 0-173,-7 0 0,8 6-85,-7 4-469,1-4-395,2 7 0,-1-10 425,3 7 0,4-7-76,-4 1 1,4-2 119,1-2 0,1-2-81,-1-2 0,5 2 307,0-3 1,0-1 244,-5 1 1,0-1 315,0 1 314,0 4 0,1-6 148,-1 7-256,-6 0 0,0 0 81,-4 0-710,-2 0-881,4 0 317,1 0 1,-4 0-670,6 0 0,-6 2-1106,2 3-542,3-4 2800,0 6 0,-13-58 0,-4-12 0</inkml:trace>
  <inkml:trace contextRef="#ctx0" brushRef="#br0">29886 5061 7948,'0'-14'0,"0"0"457,0-1 0,0 6 1793,0-1-1330,0 7-537,0-3 0,-1 6 59,-4 0 0,2 6-144,-7 4 1,-1 9-17,-8 4 0,3 6 20,-3 4 1,-1 3 120,1 7 0,0 0-168,5-1 1,1 1-35,4 0 1,-2-5-133,6-1 0,0-7 60,5-1 1,2-2-100,2-8 0,0 0-173,5-5-331,1 0 1,4-4 131,0-1 1,0-6-224,0 2 0,5-4-1076,0-1 1,5-4 267,-5-1 0,5-6 1353,-5 1 0,19-27 0,-1-9 0</inkml:trace>
  <inkml:trace contextRef="#ctx0" brushRef="#br0">30114 5232 7971,'-8'-10'1777,"3"1"1,3 4 118,2-5-650,-6 7-450,5-3 34,-6 6-464,7 0 0,0 11-142,0 3 0,0 5 68,0 0 0,0-1 165,0 5 1,0-1-298,0 2 0,0 1-113,0-6 1,0 2 183,0-2-50,0-3 0,0 4-670,0-6 0,7-4 59,2-1 1,4-4-171,1 4 1,2-5 276,3 0 0,-2-8-36,7-6 1,-2-2 234,1-3 0,-2 0 303,-7-4 1,0 3-159,1-3 1,-7-2 10,-4 2 0,-2 0 164,-2 5 1,0 5-208,0-1 0,-2 2-251,-2-1 1,-6 3 101,-9 6 0,2 0-155,-7 0 1,5 6 93,-5 3 0,7 2 68,-2-1 0,3 2 205,2-2 0,1-2-183,4 1-5,-4-6 0,12 5 12,-4-3 230,3-3 1,13 2-82,4-8 1,8-6 132,1-9 1,3 2-270,1-7 1,1 5 166,-1-4 0,-4-1 232,0-5 0,-9 1-156,0 0 0,-3 1 116,-7 3 0,-2 3-291,-8 7 1,-4 2-159,-10 2 1,-3 4-4,-7 6 1,-4 6-226,0 4 1,0 7-605,4 2 0,3 6 464,2-1 1,3 8-714,7 1 0,6 0 140,4-5 1142,8 1 0,36 5 0,13 3 0</inkml:trace>
  <inkml:trace contextRef="#ctx0" brushRef="#br0">30540 5289 10220,'-1'-13'2182,"-4"3"0,3 2-695,-2 4 123,2 2-864,2-4-658,0 6-279,0 0 1,0 6 163,0 4 0,0 2 336,0 3-424,0-1 0,0 0-172,0 0 0,2 0-165,2 1 0,-1-3 92,7-2 0,-1 1-112,6-6 0,-1-1 152,0-4 0,5 0 46,0 0 0,6-6 270,-1-4 1,-2-4-157,2-5 1,-5-3 62,4-6 0,-5-5 41,1-1 0,-10 1 162,-4 5 0,-3 4 31,-2 0 174,0 7-136,0-4 1,-2 14 185,-3 2 1,2 3-560,-6 2 0,4 8 88,-5 6 1,2 2 522,-1 8 1,-2 0-12,6 4 0,-4 0 120,4 1 1,0-2-167,5-4 1,0 3-135,0-7 1,0 4-116,0-4 1,2-1-126,3-9 0,4 4-588,10-4 0,-3-2 389,3-3 0,3-2-1212,2-2 1,1-6 81,-2-4 1,3-3 1346,-7-1 0,12-51 0,-16 27 0,0-1 0</inkml:trace>
  <inkml:trace contextRef="#ctx0" brushRef="#br0">30711 5260 7971,'-14'6'0,"4"-4"638,1 3 1,4-2 2428,-5 2-2428,7-4 0,-2 6-127,10-7 1,5-2-47,9-3 1,3-3-545,6-6 1,2 0-536,3 0 1,-3-1-132,4 1 1,0 5-873,0-1 0,-1 2 1616,-5-1 0,1 3 0,-1 6 0</inkml:trace>
  <inkml:trace contextRef="#ctx0" brushRef="#br0">31436 5416 9012,'0'-14'3701,"5"0"-3233,-1 0 0,7 0-156,-1-1 0,3 0-160,1-4 0,5 1-207,0-5 0,0 0 236,-5 0 1,5-4-227,0 3 0,-5-1 92,-5 1 1,-5 4 71,0 5 0,-2 1-334,-2 0 0,-2 6-164,-2 3 1,-4 4 39,-7 1 0,1 0-113,0 0 0,-5 1 217,0 4 0,0 3 203,5 6 0,0 0-15,0 1 0,6-1 160,3 0 1,-1 2 298,1 3 1,0-2 97,5 7 1,0-7 400,0 2 0,2 2-304,2-2 1,-2 4 128,3-4 0,1 2-272,-1-2 0,1-3-103,-1 3 1,-4 1-134,4-1 1,-3 5-79,-2-5 1,0 4-82,0-4 0,0 7 9,0-3 0,0 3-143,0-3 1,-2 4 85,-3-3 0,4 3-209,-4 1 0,4-1-386,1-3 0,0 1 210,0-6 0,4 0 19,1-5 0,6-4 164,-1-1 0,-3-6 59,3 2 1,-1-3 321,6-2 0,-1-7 487,0-2-1,-4-5-383,-1-5 1,0-3 153,6-7 0,-6-1-585,1-3 1,-7 1 221,2-6 0,-4 2-254,-1-2 0,0 3-234,0 7 1,-1 0-392,-4-1 0,-2 7 220,-2 3 0,-4 5-72,4 4 0,-4 4 135,-1 6 1,0 0 8,0 0 1,-1 2-48,1 2 288,6 4 1,-3 6-247,6 1 207,1-7 235,4 4 0,6-9 128,4 7 0,4-7 355,5 2 1,3-5-234,6-5 1,2-3 109,3-6 0,-1-2-262,6-3 1,0-3 37,5-6 1,-2-6 8,-3 1 0,-5-5-71,-10 5 0,-4 0-28,-9 5 0,-4 1 29,-6 3 0,-1 5 37,-4 10 0,-3 2-94,-6 7 1,-2 0 67,-3 0 1,-2 8-108,-2 6 0,1 2 230,3 8 1,3-5 161,-3 5 1,8-2-148,1 1 0,6 4 103,-6-3 0,7 1-138,-2-1 0,4 1-30,1-6 0,0 5 179,0-5 1,6 0 103,3-5 0,6-1-371,4-4 0,-2 2-148,7-6 0,-2 0-154,2-5 1,7 0 129,-2 0 1,-1-7 10,0-2 1,-7-4-18,7-1 0,-9-2-63,0-3 1,2 3 151,-2-3 0,-5 4-19,-5 0 562,-5 1 0,2 5 103,-6-1-39,0 7-432,0-3 1,-6 7-181,-4 4 1,2 3 239,-1 6 0,6 0 0,-2 1 0,2-3-28,-2-2 0,3 2-25,-2-2 1,2 2-404,2 3 1,6-6 20,4 1 0,3-6-66,1 6 0,5-7 165,0 2 1,4-4 83,-4-1 1,5-1 54,-5-4 0,2-3 116,-3-6 0,-5 0-23,6-1 0,-11 0 395,6-4 0,-9 3 179,0-3-48,-4 3-239,-1 2-459,0 0-695,0 6 643,0 2 0,-5 12 31,1 3 1,-3 6 269,3 3 0,2 3 286,-3 3 1,4 3 202,1-4 1,-5-1-246,0 2 0,1 0-48,4 4 1,0 1-143,0-1 1,-5-4-90,0-1 1,0-5 31,5 1 1,0-3-181,0-2 0,-1-6 50,-4-4-90,3 4 2244,-4-6-1648,6-2 0,0-13-337,0-6 1,0-6-362,0 1 1,2-9-615,2-5 1,0-3 267,5-1 0,1-1-506,4 0 1,0 8 469,0 7 0,-4 3-831,-1 11 703,1-4 0,4 17 362,0-4 0,-1 5 228,-4 5 1,-1 3 84,-3 6 0,-4 5 311,4 0 0,-3 0-62,-2-5 0,-2 0 245,-3 0 0,2-1-214,-6-4 1,4 2-80,-4-6 1,-1 5-311,-4-6 0,0 6-113,-1-5 1,0-1-450,-4-4 0,8 0-270,-4 0-588,4 0 1104,-3 0 0,5 0-168,-1 0 228,7 0 195,-3-6 0,12-2 51,4-6 0,-3 4 129,3 1 1,-1-1 209,6-4 1,4 2-70,0 2 1,4-3 105,-4 4 1,6-4-172,-1-1 1,3 0-105,1 0 0,1 0-13,-1-1 0,-4 6-128,0-1 1,-2 1 237,1-5 1,3-1 164,-7 1 1,-5 0 335,-5 0 1,-5 0 371,0-1 463,-2 1-1013,-2 0 1,-2 6 57,-2 3 1,-4 4-421,-7 1 0,1 1-261,0 4 0,1 4 155,4 10 1,-4-3 24,4 3 0,2 2-36,3-2 0,2 4 153,2-4 0,0 0-23,0-4 1,0 3-97,0 1 0,0-4 62,0-6 1,0 1-594,0 4-868,0-6-1061,0 4 1304,0-10 1225,-6 4 0,-24-34 0,-11-20 0,-6 1 0,1 0 0</inkml:trace>
  <inkml:trace contextRef="#ctx0" brushRef="#br0">33569 4592 8595,'7'1'1303,"-2"4"0,1 11-1015,-1 12 0,5 21 659,-6 18 1,1-24-1,0 4-1090,-2 7 0,-1 1 0,0 1 1,0 0 371,-1 3 0,-2 0 0,-3-5 1,-3-2-160,1-4 0,-2-1 1,-3-4-1,-3-2 27,-15 25 1,-1-11-1512,-8-12 1,7-7 883,-2-7 0,3-4 530,1 3 0,1-4 0,-1 14 0,1 3 0</inkml:trace>
  <inkml:trace contextRef="#ctx0" brushRef="#br0">13763 6568 8293,'-6'-8'272,"4"0"384,-2 3-452,-4 4 238,6-12-447,-4 12-83,6-6-38,0 7 453,0 0 1,5 7-247,-1 2 1,3 4 55,-3 1 1,-2 2 68,3 3 1,-4-3-43,-1 2 0,0 5-145,0 0 1,0-1 66,0 2 0,0 1 3,0 9 0,0-3-30,0 7 1,0-6-21,0 1 0,0 2 37,0-2 1,0 5-22,0-5 1,0 0-67,0-5 1,-1 1 83,-4-1 1,3 1 108,-2-1 0,2 1-162,2-1 0,-2-1 5,-2-3 0,2 7-20,-3-2 0,-1 2-5,1-2 0,-1 1-48,1 3 0,4 2 36,-4 2 1,3 0-138,2-4 1,0-1 170,0 5 1,0-3-14,0 4 0,0-5-67,0 5 1,0-5-2,0 5 1,0-2 150,0 2 1,-4 3 172,-1-3 1,-1 3-159,1 2 0,3 4-82,-3 0 0,4-4 7,1-5 1,0-2-51,0 2 1,0 6-18,0-6 1,0 2 53,0-7 0,5-1 0,-1 6 1,6-2-10,-5 2 0,-1-2-34,-4-3 0,0-1 18,0 6 1,0-2 44,0 2 1,0-2 9,0-2 1,0-4-45,0 3 1,0 1-3,0 0 1,0-1 88,0-5 0,0 1 157,0-1 0,0 1-265,0-1 1,0-4-95,0-1 1,0-1-6,0 2 1,0 1 81,0-6 0,0 2-41,0-2 1,0-2 99,0 7 1,-4-7-13,-1 2 0,-1-3 19,1-2 1,3 1 8,-3-1 0,4-5 2,1 1 0,-5-6 128,0 6 1,1-5-5,4 4-103,0-6 0,0 5 6,0-3 1,-2-4 132,-3 4-103,4-3 0,-7-2-68,3 0 0,2 5 33,-6-1-10,-1 1 0,-4-5 1,0 0 0,-1 0-43,1 0 1,0 0-14,0 0 0,-2 2-111,-3 2 0,0-2 94,-9 3 1,7-4-103,-7-1 0,-2 2 56,-4 3 1,-5-4-25,1 4 0,2 1 95,-2-1 1,0 0 10,-5-5 0,1 4 45,-1 1 0,-5 1-86,1-1 0,0-3 161,4 3 1,-1-4-67,-4-1 1,-1 2 45,-3 2 1,2-2-92,2 3 1,-2-4-4,-7-1 0,5 5-51,0 0 0,0 1-7,-5-1 1,0-2 60,0 7 0,2-7-30,3 1 1,-5 3-105,0-3 1,-2 6 106,-7-5 0,6 4 1,-2-4 1,4 1 3,1-1 0,3-3 2,-3 2 1,10-1-55,-5 2 1,1-3-150,4 2 1,-2-2 104,2-2 1,-2 5 30,-3 0 0,1 1-7,4-1 0,1-2 62,-6 6 1,6-6 114,-2 2 0,-1 1-100,2-1 0,-10 5 23,5-6 0,0 1 13,9-5 0,1 2 102,-1 2 0,-3-2-146,3 3 0,-2-4-14,7-1 0,-8 5-105,-1 0 1,-7 0 88,2-5 1,1 4-113,-1 1 1,5 0 75,-5-5 1,1 0-2,-1 0 1,8 1 32,6 4 1,0-3 98,-5 2 1,-4-2-58,-1-2 0,1 0 152,4 0 1,1 0-28,-1 0 1,0 0-3,1 0 1,4 0-35,0 0 1,5 0-97,-5 0 1,-5 0-132,-4 0 0,-1 0 112,6 0 0,-1 0-16,0 0 1,-2 5 73,2-1 1,-1 1 108,10-5 0,1 0 61,5 0 1,-1 5-57,1 0 0,0-1-36,-1-4 1,-4 2-99,0 3 1,-5-4-14,5 4 1,-5-3 50,5-2 1,-1 0-115,6 0 0,-4 0 67,4 0 1,3 0-129,10 0 0,1 0 478,0 0-231,0 0-42,0-7 0,6 4-264,3-6 0,2 6-331,-2-2 0,3 2-452,-2-2-609,2 3 935,2-10 0,2 9-288,2-7 0,4 1 917,7-6 0,14-24 0,6-12 0,4-3 0,0-1 0</inkml:trace>
  <inkml:trace contextRef="#ctx0" brushRef="#br0">7024 9710 8248,'-14'0'1711,"0"0"-690,-1 0-308,7 0 172,-4 0-513,10 0-265,-4 0 23,6 0 1,1 0 120,4 0 0,8 0-121,6 0 0,11 0-35,-2 0 0,10 0-158,0 0 1,3 0 96,2 0 1,4 0-34,1 0 1,4 0 48,-5 0 1,1 0-133,-6 0 0,-5 0-20,-4 0 1,0 0 66,-5 0 0,2-5 38,-11 0 0,-5 1 170,-4 4 347,-7 0-190,3 0 39,-6 0 1,-1 0 68,-4 0 149,4 0 21,-12 0-348,11 6 1,-9 2-41,7 6 0,-1 0 29,5 0 0,0 2 118,0 3 1,0-1-95,0 5 1,0-4 27,0 5 0,0 4-74,0 6 1,5-1 11,-1-5 0,1 1-12,-5-1 0,0 0-30,0 1 1,0-2-66,0-4 0,0 3-199,0-7 1,0 4-992,0-4-68,0 0-683,0-5 655,0 1-484,0-7 840,0-2 0,0-8-109,0-2 1,-2-4 93,-2-7 813,-4 1 0,-25-20 0,-12-9 0,-1-4 0,-1 1 0</inkml:trace>
  <inkml:trace contextRef="#ctx0" brushRef="#br0">6996 9795 10620,'0'-8'2964,"0"2"-2519,0 6 1,1 1 37,4 4 0,-4-2-231,4 7 1,2 1-10,-3 8 0,1-2-39,-5 7 0,0 1 54,0 8 1,0-3-16,0 4 1,0 2-26,0 2 0,-2-2-81,-2 2 1,2-6-25,-3 1 1,-1-5-217,1-4 1,1 1-354,4-6 0,0 0 78,0-5 124,0-6 0,1 0-59,4-3 0,4-4-90,10 4 1,-1-8 75,5-2 1,3-4 85,7 4 0,2-6 1,3 2 0,3 1-110,-3-2 0,-2 5 95,2-4 0,-2 6 16,2-2 1,-8-1 55,-6 1 1,-1 0 124,6 5 0,-7 0 180,-3 0 0,-3-1-7,-2-4 1,5 3 275,0-2 1,1 2-47,-1 2 1,-4-2 730,-1-2 351,0 2-546,-12-4 146,4 6-368,-6 0-405,0 0 0,-6 0-63,-4 0 0,-3 0-155,-1 0 1,-2 0 26,-3 0 0,2 0-134,-7 0 1,2 1-429,-1 4 1,-6-3 298,1 2 1,-1-2-422,-4-2 0,-2 0 187,2 0 0,-6 0 1,1 0 1,-3 0-56,-2 0 1,2 0-92,3 0 1,0 0 88,10 0 1,-2 0-58,11 0 0,0 0-1669,5 0 1000,6 0-154,1 0 1370,14 6 0,20 2 0,10 6 0</inkml:trace>
  <inkml:trace contextRef="#ctx0" brushRef="#br0">7067 10307 8124,'-8'0'7556,"1"0"-6982,1 0 0,3 0-91,-7 0 1,6 0-141,-6 0 0,6 1 85,-6 4 1,1-2-132,-6 7 0,1-5-54,0 4 0,0 2-241,-1 8 1,-3-3-79,-1 3 0,-5 1-34,5-1 1,-5 5 100,5-5 0,-4 6-155,4-1 0,0-4-118,4-1 1,1-4-697,0-6-682,0 4 677,0-5-473,6 0 0,1-4 171,7-8 0,7-3-271,2-2 0,1-4 617,4 4 939,-3 2 0,60-31 0,-32 19 0,-1-1 0</inkml:trace>
  <inkml:trace contextRef="#ctx0" brushRef="#br0">7394 10321 8041,'14'-8'-127,"5"-4"485,0 2 1,-5 2 1429,-5-1-245,-5 6 396,8-4 140,-10 7-890,4 0-542,-6 7 0,0 0-145,0 8 1,0-6-101,0 1 0,0-1-184,0 5 0,-1 1-83,-4-1 1,3 0-14,-2 0 0,0 0-168,0 1 1,2-6-495,-3 1 431,4-1 1,1 1-481,0-1 1,-2-6-155,-3 2 428,4 3 0,-7-7-30,3 4 0,-3-3-150,-6-2 0,-2 0-126,-3 0 0,-3 0-326,-6 0 0,-2 0 124,-3 0 1,-4 0 335,-5 0 0,-1 0 391,0 0 1,-4 1 211,0 4 0,-6-2 324,6 7 1,0-2-37,4 1 0,2 4 366,3-4 0,5 2-324,9-1 1,8-2 1051,7-4-833,6-2 1,0 4-67,12-6 1,2 5 72,13 0 0,6-1-88,8-4 0,4-1 82,6-4 0,4-3-140,9-6 1,-1 0-143,7 0 0,-7-1-128,1 1 1,-7 0-135,-2 0 0,-1 0-365,1-1 1,-9 3 242,-10 2-2440,-3-2 1159,-8 10 1,-9-4-515,-13 6 0,-7 4 806,-7 1 0,-6 5 161,-4-6 0,-8 7 52,-1-1 1,-2 1 775,2-2 0,-13-7 0,-7-4 0,-8-2 0,0 1 0</inkml:trace>
  <inkml:trace contextRef="#ctx0" brushRef="#br0">4806 10193 9408,'-6'-8'-315,"4"-4"760,-3 2 396,-3 4 531,7-7-96,-5 12-300,6-6-18,0 7-597,0 0 0,1 7 167,4 2 1,-2 4-188,7 1 1,-7 5 9,1 0 1,3 1-129,-2-1 0,1 2-170,-1 3 0,-2 1-17,6-6 0,-6 1 113,2-1 0,-2-3-740,2 3 1,-3-8 146,2-1 1,-2-6-605,-2 6-108,0-7-848,0 3 1185,0-18 0,0-4-185,0-13 0,-5 1 715,0 0 1,-4 1 215,4 3 0,-4-3 299,4 3 1,-4 4 112,4 1 1,-2 3 445,3 2 0,2 0-48,-3 0 470,4 6-636,1 1 1,1 7 73,4 0 0,1 2-48,4 3 0,3-2-181,-4 6 1,4 1-222,1 4 0,5 5 15,0 0 0,1 0 28,-1-5 1,2-1-27,3-4 0,2 4-37,-2-4 1,-2-2-145,2-3 1,-2-2 81,2-2 0,-4 0 68,-6 0 1,1-6 103,-1-4 0,-5-4-16,1-5 0,-7 2-179,2-7 1,-4 0-178,-1-4 1,-1-5 59,-4-1 0,-3 1-160,-6 5 1,0 1-296,-1 3 0,1 1-580,0 8 233,0-2 0,4 15-161,1-2 1,6 4-605,-2 4 1,3 4 678,2 6 1,5 7-156,0 3 0,6 3 140,-2 1 931,4 0 1,45 26 0,-23-24 0,0 0-1</inkml:trace>
  <inkml:trace contextRef="#ctx0" brushRef="#br0">5432 10122 8347,'-5'-14'529,"0"0"0,-1 1 216,1 4 0,2-4 1884,-7 3-1283,7 4-97,-9 0-1101,10 6 0,-9 1-272,6 4 1,1 5 109,4 9 0,-5-2-66,0 7 0,0-5 60,5 4 1,0-1-118,0 2 1,2 1-262,3-6 0,-2 5 118,6-5 0,-4 0 21,4-5 1,1-1 243,4-4 0,2-2 17,3-7 0,-2-2 21,7-3 1,-7-4 164,2-10 1,2 0-53,-2-10 1,0 4-89,-5-8 1,-5-2 32,1 2 1,-7-2-77,2 2 1,-5 9-3,-5 1 1,-3 5-50,-6 4 1,-5 6-162,0 4 0,-6 8 154,1 6 1,2 4 7,-2 5 0,5 1-112,-4 4 1,10 3 64,-1-3 0,9-4-147,0-1 1,4-3 151,1-2 0,1 0-314,4 1 0,3-7 17,6-4 0,8-2 8,7-2 1,-1-8 125,5-6 1,-3-1-54,-1-3 1,4-5 388,0 0 0,0-3 16,-4 3 0,-2-3 5,-4 8 0,3-1 4,-7 4 370,-1 7-35,-3 2-139,-1 6 1,-6 2-8,-3 2 1,-4 0 479,-1 5 60,0-6-53,0 10 138,0-12-278,0 6-261,0-7 1,-1 1-313,-4 4 0,-3-3-297,-6 2 0,-1-2 68,1-2 1,0 5-177,0-1 0,-2 8-692,-3-3 765,3 4 1,-4 1-14,6 0 1,4 0 140,1 1 0,5-1 37,0 0 0,2 0 57,2 0 0,6-4 179,4-1 0,3-1-80,1 2 1,2-4 78,3-6 0,-2-2-40,7-2 1,-7-4-56,2-6 0,-3-5-4,-2 0 0,0-7-31,0 3 0,-6-4-1,-3-2 0,-3-4-65,-2 0 0,0-6-175,0 1 1,-2 3 279,-3 2 0,2 4-4,-6 6 0,5 2 241,0 7-347,-4 6 0,6 5-115,-2 12 0,2 2 237,2 13 0,0 1 167,0 9 0,0-4-98,0 3 0,0 1 159,0 0 1,5-6-187,-1-4 1,7-2-37,-1 2 1,-2 1-234,1-6 1,2-2 94,8-7 0,-3-4-107,3-6 1,2 0 146,-2 0 1,4-8-15,-4-6 1,5-2 28,-5-8 1,1 1 115,-1-6 0,-3 1-91,3-1 0,-8 1 141,-1-1 0,-2 1 0,1 0 0,-3 6 33,-6 3-135,0 9 1,-6-1-96,-3 6 1,-4 7-200,-1 7 1,0 9 266,-1 1 1,1 6 39,0-1 1,4 1 72,1-1 1,6 1-108,-2-6 1,3 5 45,2-6 1,0 1 0,0-4 0,8-3 132,7-2 0,0 1-228,9-6 0,4-2-161,6-8 0,0-3 103,0-6 0,-4-5-160,3 0 0,-10 0 31,-4 5 0,-3 0-521,-2-1-2243,-6 1 2971,-1 6 0,-77 46 0,27-10 0,-1-1 0</inkml:trace>
  <inkml:trace contextRef="#ctx0" brushRef="#br0">5872 10563 9946,'0'-14'-279,"5"-1"727,0 1 0,0 5 1820,-5-1-520,0 1 317,0-5-1452,0 6 0,-7 1-115,-2 7 1,-4 2-200,-1 3 0,-5 7 71,0 7 0,-5 6-51,5-1 0,-1 5-26,1 4 0,5-2 41,-1 7 0,1-5-89,5 5 0,2-6-232,3 1 1,2-8 137,2-1 0,11-7-294,3 2 0,10-4 236,0-6 1,7-3 169,3-6 0,5-6-12,-1-3 0,-3-9 108,-2-1 1,-3-6 291,-2 1 1,-6 2 376,-3-1-370,-9 5 0,-4-2 528,-6 5-812,0 7 1,-6 2-399,-4 6 1,-2 0 7,-2 0 0,-1 0-65,1 0-867,0 0-2701,0 6 488,-1 2-2150,1 7 3857,6-1 1484,2 0 0,-13 0 1,-5 0-1</inkml:trace>
  <inkml:trace contextRef="#ctx0" brushRef="#br0">6939 7634 7835,'0'-8'-350,"-5"-4"-329,0 2 1,-4 2 2995,4-1-1411,0 6 0,4-8 692,-4 6-467,3 0 49,-4 5-336,6-6-42,0 4-378,0-4-78,0 6-26,0 6 0,5 2-67,0 6 1,4 2-1,-4 3 1,1-3-125,-1 3 0,-4 1-110,4-1 1,-3 0 8,-2-4 1,4-1-362,1 0 188,0 0-95,-5 0 370,0 1 1,1-8-152,4-2 1,-3-5-170,3-5 1,-4-4 37,-1-10-1,-1 2-159,-4-7 0,3 0 249,-3-4 0,-1 6 44,1 3 0,-1 3 20,1 2-70,4 0-701,-6-1 578,7 7 0,0 8 344,0 10 0,0 4 41,0 5 1,0-2 250,0 7 1,0 0-202,0 4 0,5-1-4,0-3 1,0-2-192,-5-3 0,0-3-122,0 3 1,0-8-326,0-2 156,0-6 1,1 8-638,4-6 201,-3 0 0,4-11-623,-6-4 0,0-3 230,0-1 1,0 0-1642,0 0 2713,0-7 0,0-39 0,0-16 0</inkml:trace>
  <inkml:trace contextRef="#ctx0" brushRef="#br0">7010 7464 7835,'0'-19'217,"0"0"0,-5 0 943,0 5-680,-6-1 0,5 1 86,-4 0 0,-2 4 242,2 1 30,-2 6-266,-3-4-136,1 7-357,0 0 0,0 2 128,0 3 0,1 3 17,3 6 0,-2 0 35,2 0 1,-2 1 25,-2-1 0,-1 2-93,1 3 0,0-4-1,0 4 0,-1 2-20,1-2 0,2 4-86,2-4 0,-1 7-53,6-3 1,-1-1 27,1 2 1,4 0 13,-4 4 0,3-1 24,2-3 0,7 3 3,2-4 1,2 3-22,-1-3 0,2-1 27,-2-3 0,2-3-70,3 3 0,-3-3 2,-2-2 1,2-1-134,-2-4 0,3 4 128,1-4 0,-5-2-117,1-3 0,-1-2 102,5-2 1,2 0-19,3 0 0,-3-6-8,3-4 1,1 1 11,-1-5 0,2 3 48,-2-8 0,-3 3 142,3 2 1,-2-2 30,2-3 1,-3-3-34,3-7 0,1 6-106,-1-1 1,0 0 45,-5-4 1,-4 2 8,-1-2 0,-1 7 31,2-7 1,-4 3 5,-6-4 0,0 6-95,0-1 1,-2 2-93,-2-2 0,-4 2-122,-6 3 0,-1 3-55,1-3 1,0 4-86,0 0 1,-2 6 153,-3-1 1,2 6-74,-7-6 1,0 7 17,-4-2 1,-1 4-108,1 1 0,-5 1 42,0 4 0,-1-2 65,6 7 0,0 4 170,-1 5 0,7 1-71,3-1 0,3-3 27,2 3 0,1-3-232,4-2 0,3 0-238,6 0 0,0 1-37,0-1 1,0-5-306,0 1 1,6-2-136,3 1 1,4 4 991,1-4 0,32-2 0,8-1 0</inkml:trace>
  <inkml:trace contextRef="#ctx0" brushRef="#br0">27256 3384 7778,'0'-15'641,"0"1"0,0 5 174,0-1-435,-6 7 1,4-5 219,-3 3 1,2 4 326,-2-4-470,4 3 1,-6 1-7,7-4-221,0 4 0,0-7-339,0 3 0,2 3-6,3-2 0,1 0 42,4 0 0,2 2 24,-2-3-243,2 4 131,3 1 1,-1 0-106,0 0 416,-6 0 0,0 5-107,-4-1 1,-2 12 406,3-2 1,-5 4-141,-5-4 0,2 5-30,-7 0 0,1 4-101,-5-4 1,4 5-18,1-5 0,-1 2 19,-4-2 0,0-4-177,0 4 1,4-4-49,1-6 1,4 2 124,-5-6-185,7 0 196,-3 1 0,8-5 212,2 4 1,9-5-135,6-5 1,6 2 72,-1-6 0,1 6-84,-1-2 1,1-1-1,-6 1 0,0 0-127,-5 5 1,-4-5-1135,-1 1-558,-6-1 176,4 5 141,-7 0 0,-2 0 359,-3 0 0,-3 6-1410,-6 4 2394,0-4 0,-13 13 0,-3-3 0</inkml:trace>
  <inkml:trace contextRef="#ctx0" brushRef="#br0">27284 3113 7823,'-8'-9'0,"4"-1"0,-3 6 858,3-6 0,-1 5 652,5-4-720,-6 6 0,2-8 232,-5 6-14,6 0-662,-10 5 0,5 0 32,-6 0 1,5 0-8,-1 0 1,-1 2-150,-8 3 0,3-2-104,-3 6 0,3 1 74,2 4 0,-5 2-1,0 3 1,0-2 38,5 7 0,-5-5 13,0 4 0,0 1-66,5 5 0,1-3-116,4-2 0,-4 3-31,4-3 0,3 3 98,1 1 0,-2-1-376,3-4 1,-1 3 26,5-7 0,5 4-122,-1-4 1,8 5 103,-3-5 1,4 0-38,1-5 0,-3 0 106,3 1 1,-3-3 28,8-2 1,-3 2 185,-2-2 0,5-2-89,0 1 0,5-4 83,-5 4 1,6-5 11,-1 0 1,3-2 196,1-2 1,-4 0-184,-1 0 0,-1-2-19,2-2 1,3 0 40,-3-5 0,-2-1 32,2-4 1,-5 0 30,4 0 0,-4 0 17,5-1 1,-5 0 498,5-4 1,-7 1 515,2-5 0,-2 4-644,2-5 1,-8 0-346,3-4 1,-7-2-261,2-3 1,-6 3-331,2-4 0,-3 0 302,-2 1-1,-7-1-541,-2 6 0,-1 1 333,-4 3 0,3-1-171,-8 6 1,-3-5-269,-2 5 0,-2-4-193,-3 4 0,1 0 56,-1 5 1,1 6-502,-1 3 0,6 3 1381,-1 2 0,0 51 0,-4 12 0</inkml:trace>
  <inkml:trace contextRef="#ctx0" brushRef="#br0">29303 7236 7845,'-14'-6'949,"0"4"-426,6-10 1,2 8 483,6-5-474,0 6-118,0-10-257,0 5 0,6-1-94,3-1 1,4 6 56,1-6 0,0 5 55,1-4 1,-1 4-221,0-4 0,5 6-12,0-2 1,0 2 17,-5-2 0,0 3 63,1-2 1,-1 2-2,0 2 1,-4 2 272,-1 2-10,-6-2 1,3 11 31,-6-4 1,-1 4-78,-4 1 0,-3 0 56,-6 0 1,0 1-219,0-1 1,-1-5-170,1 1 1,5-2-23,-1 1 0,2 4-288,-1-4 0,3-1 162,6 2 1,0-6-51,0 6 0,6-2 177,3 1 0,9 4-49,1-4 1,4-1 456,-4 2 0,0-6-6,-5 6 1,1-2 118,-1 1 0,-6 4-42,-3-4 0,-5-1 77,-5 2 1,-5-2-268,-9 1 0,-3 2-312,-6-6 0,-1 4-198,1-4 0,0 0-808,-1-5 0,2 0 204,4 0 1,-3 0-781,7 0-760,7 0 2475,5 0 0,26-13 0,5-3 0</inkml:trace>
  <inkml:trace contextRef="#ctx0" brushRef="#br0">29531 7037 7845,'-10'-22'0,"1"3"0,4-1 1268,-4 1-819,-1 0 0,-4 6 170,0 3 1,-1 4-175,1 6 1,-5 0 16,0 0 1,-6 3-120,1 7 1,-3-1-77,-1 10 0,4 2-109,1-2 1,0 6-80,0-1 0,-2 3 25,6 1 0,0 2 64,4 3 0,1-3-91,0 3 1,1 2 118,4-2 1,3 5-2,6-5 1,0 1-248,0-6 1,1 0-273,4 1 0,3-5 157,6-1 0,6-5-39,4 1 0,3-4 64,1 0 0,2-3 65,4-2 0,-3-2 189,7-4 1,-1-2-75,0 3 1,4-5 76,-3-5 0,3-3 99,2-6 0,-7-5 222,-2 0 0,-9-8-103,-1-1 0,-7-7 99,2-8 1,-10-1-463,-4-3 1,-3-4 95,-2-6 1,-11 0-728,-4 0 1,-8 8 190,-1 7 1,-3 7-43,-1 11 1,-2 5-118,-3 10 1,4 3-399,1 6 1,-1 6 260,6 3 0,0 6-986,0 4 1752,5 3 0,-15 31 0,3 7 0</inkml:trace>
  <inkml:trace contextRef="#ctx0" brushRef="#br0">30114 7066 7849,'0'-15'1102,"0"1"1,-2 5 84,-3-1 112,4 7-774,-12-3 1,5 6 4,-6 0 0,4 11-97,1 3 0,0 10-133,-6-1 0,1 6 84,0 4 0,0-3-83,-1 3 1,3-1-78,2 1 0,-2-3-96,2 3 1,2-4-125,-1-6 0,6 2-284,-2-6 0,-1 5 215,1-5 1,0-5-747,5-4-284,0-7-795,0 3 973,0-18 1,0-4-526,0-13 1,6 1 709,4 0 0,3-7-12,1-3 0,0-2 744,0 2 0,5-1 0,0 6 0,0 0-65,-5 4 1,5 7 690,0 3 580,0 3-94,-5 2 1826,-6 6-2268,-1 8 0,-7 13-85,0 6 1,1 1-26,4-1 0,-3 3 95,2 7 1,3-5-6,-3-1 1,3 1-214,-3 4 0,0 1-96,5-1 0,-4-4-182,4 0 1,-1-2 0,2 1 0,1 3-112,-7-7 1,6 0-191,-5-5 0,1-2-413,-1-2-1018,-4 3-922,6-12 1764,-7 5 1,0-7 41,0-4 1,-2-3-142,-3-6 1,2-6-384,-6-4 0,-1 3 669,-4 2 1,0 4 37,-1 0 0,1 1 426,0 0 0,0 4 560,0 1 475,-1 6 1,1-4-411,0 7 0,0 0 922,0 0-662,-1 0 1,3 2 1018,2 3-1246,4-4-542,6 12 0,1-11 5,4 2 1,5 3-159,9-3 1,4 1-455,11-5 0,-3-5 134,7 1 0,-6-7-47,1 1 1,-3 2 178,-2-1 1,1 1 34,-1-2 0,-1-1 109,-3 7 1,1-3 184,-6 2 1,1 4-70,-1-4 545,-3 4-225,5 1 0,-9 1 99,-2 4-179,-4-4 1,-6 7 3,0-3-48,0-3 218,0 4 251,0-6-391,0 0 0,-6 0-395,-4 0 1,-2 0 101,-3 0 0,1 0-100,0 0 1,-5 2 13,0 2 1,0 3 95,5 2 1,-3 4-67,2-4 0,-2 4 9,8 1 1,-4 0 20,-1 1 0,6-1 15,3 0 1,3 0 93,2 0 115,0 1 1,7-3-130,2-2 0,4-4-62,1-6 0,7 0-87,2 0 1,-1-6 39,2-4 1,0-4 57,4-5 0,-4 2-47,0-7 0,-7 0 67,2-4 0,-8-2-1,-1-3 0,-3 1 19,3-6 0,-4 7 133,-6-3 1,-1 6-94,-4 4 97,3 4 0,-6 12-179,4 3 0,2 5-121,-3 5 1,4 3 277,1 6 0,-5 7 160,0 2 0,1 4 215,4 2 0,0-1-203,0 0 1,0-4-39,0 0 1,0-2-222,0 2 0,0 1-243,0-6 1,4 0 106,1-5 0,6 0-202,-1 0 0,4-6 100,5-3 1,-3-3-28,3-2 0,1-2-26,-1-3 1,2-3 190,-2-6 0,-4-5 220,4 0 1,-3-4-144,-2 4 0,1-5 135,-1 5 0,-2 0-170,-2 5 0,2 4 13,-2 1 1,3 6 34,1-2 0,-5 3 0,1 2 1,-5 0-170,4 0 151,-6 0 0,3 2-26,-6 3 34,0-4 0,0 7 187,0-3 21,0-4 400,0 6-563,0-7 1,-1 0 26,-4 0 1,-3 1-284,-6 4 1,0-3 23,0 2 1,-2 0 17,-3 0 1,3-1 143,-3 7 0,3-1-52,2 6 0,0-6-41,0 1 0,-1-1-15,1 5 1,5-4 201,-1-1 1,7 1-37,-2 4 1,4-5 11,1 1 1,8-2-5,6 1 1,2-2-5,7-7 0,1 0-101,5 0 1,-3 0-7,-2 0 1,1-7 85,-6-2 0,5-4-3,-5-1 1,0-2 88,-5-3 0,-4-3-66,-1-6 1,-6-7-65,2-3 1,-3 2 16,-2-2 0,0 1 3,0 0 1,-5 7 188,0 6 276,-6 6-466,3 4-173,-6 8 1,4 17 220,1 3 0,6 10 44,-2 0 0,2-1 107,-2 6 0,4-9 36,-4 9 1,3-4 147,2 3 0,0-1-120,0-3 1,5 1 43,0-6 1,4 5-194,-4-5 1,6 1-93,-2-1 1,4-8 55,1 4 0,2-9-185,3 3 1,-2-5-109,7 0 1,-5-4 68,5-4 0,-5-4 26,4-7 1,-5-4 59,1 0 1,-3-6 45,-2 2 1,0 0-9,0 0 1,-4 4-17,-1-5 102,-6 7 243,4-4-248,-7 7-88,0 6 0,-7 3-115,-2 10 0,-4-2 137,-1 7 1,5-1-21,-1 5 0,5-4 79,-4-1 1,6 1 37,-2 4-24,3 0 1,2 0 180,0 1 0,0-1 129,0 0 0,0 0-120,0 1 0,2-1 18,3 0 1,-2 0-47,6 0 0,-4 1-36,5-1 1,-7-5 126,1 1-323,4-1 213,-6-1 0,6 3 209,-3-6 149,-4 0-607,5-12 0,-6-5-258,0-7 1,0-5 125,0 5 0,0-6-64,0 1 0,2-1 2,3 1 1,-2-1-147,6 6 1,-5 0-292,0 5-376,4 0 612,0-1 1,2 3 94,-1 2 1,-4 4-567,4 6 219,1 0-190,4 6 102,0 2 0,0 6 322,1 1 1,-6-3-94,1-2 1,-6 1 442,6-7 1,-5 8 111,4-3 0,-4-3 95,4-1 1,-4 1 52,4-1 0,-5 1 165,0-1 108,-2-3 1,0 4 2350,2-6-1934,-2 0 0,6 0-263,-4 0 1,0-5 87,5 1-646,1-7 1,4 4 57,0-2 1,-1-4-81,-4 4 1,4-4 104,-4-1 1,-1 4-80,2 1 1,-6-1-113,6-4 28,-7 6 57,3-4 1,-7 10 15,-4-3 0,-3 5-518,-6 5 0,0 3 235,-1 6 1,1 5 179,0 0 1,0 5 73,0-5 0,1 0 126,3-5 1,4 5-128,6 0 1,0 0 16,0-5 79,0 0 1,8-4-2,6-1 1,2-6-272,8 2 0,-1-5-4,6-5 0,-1-3 96,1-6 0,-1 0 91,1 0 0,-6-5-14,1 0 1,-5 0 7,5 5 0,-5-1 113,4 1 1,-5 6-103,1 4 1,-4 2 201,0 2 202,-1 0 1,-1 6-43,-4 4 0,-3 2 68,-6 3 0,0-1-109,0 0 1,0 0-67,0 1 0,-1-3-180,-4-2 0,-3 2-222,-6-2 0,0-4 110,-1-1 0,-3 1-180,-1-1 0,-5 0-545,5-5 0,-5 0 183,5 0 1,-4-2-35,4-3 0,0 4-109,4-4 73,1-3 457,0 7 401,6-6-15,2 7 1,7 0-170,4 0 1,3 0 752,6 0 1,5 5-274,0 0 0,6-1-85,-1-4 1,5 0-291,4 0 1,-3 0-332,3 0 0,2-1 146,-2-4 1,5-3-187,-5-6 0,0 0 109,-4 0 1,-1-1-86,0 1 1,-5 0 212,-5 0-13,-2-1 0,-6 6 147,-1-1 1,-4 7 16,4-1 1,-5 4 176,0 4 1,0 3 73,0 2 1,-2 4-103,3-4 0,-4 4-4,-1 1 0,0 0 139,0 1-273,0-1 1,0 0-59,0 0 1,0-4-276,0-1 103,-6-6 1,-4 5-216,-9-3 1,2-3-26,-7 2 0,5-2-198,-4-2 0,4-5 166,-5 0 1,7-4 21,-2 4 1,3-6-65,2 2 117,-1 2 449,1-5 1,6 8-168,4-5 0,4 6 117,4-2 1,4 4 74,6 1 1,2 0 109,3 0 0,-1 0 6,5 0 1,1 0-94,4 0 0,1 0-451,-1 0 1,1 0 32,-1 0 0,5 0-7,1 0 1,3-2 92,-3-3 0,-1-1-140,-5-4 1,1-1 118,-1 7 1,-6-7 324,-3 1-141,-9 4 653,2-7-465,-10 12 0,3-6-104,-10 7 0,2 2 17,-7 3-1,7 2 1,-5 8-25,3-1 0,4-5-90,-4 1 0,5-2-9,5 1 0,3 2-97,6-6 1,2 4-205,3-4 1,3 0 51,6-5 0,1 0 186,-1 0 0,1-5 19,-1 0 0,0-6-1,1 2 0,-1-4 182,1-1 1,-7 0-120,-3 0 0,-3-1 166,-2 1 1,-6 0 452,-4 0-416,-2 0 1,-4 6-289,-2 3 1,-6 3 96,-9 2 0,3 0-155,-2 0 1,0 2 101,-1 3 1,3 3-14,-3 6 0,8 0-27,2 0 0,1 0-16,-1 1 1,2-1 110,7 0 0,-5 0-70,1 1 0,-1 0 224,5 4 1,0-1-37,0 5 1,0-5 59,0 1 0,5 1-80,-1-1 0,1 2-18,-5-2 1,0-4 48,0 4-189,0-3 0,0-2 88,0 1 0,0-6 24,0 1-12,-6-7 0,-2 5 24,-6-4 1,4-2 315,1 3-332,-1-10 0,-4-3 18,0-6 1,6 0-77,3-1 1,4-4-138,1 1 1,1-8-53,4 3 1,3 0-344,6 0 1,0 4 179,1-5 0,4 7 163,-1-2 1,6 3 80,-5 2 0,2 1-3,-2 4 0,-4-4 198,4 4-209,-3 2 86,-2 1-1050,1 0 0,-6 4-103,1-3-2640,-7-3 3779,3 7 0,-25-24 0,-5 1 0</inkml:trace>
  <inkml:trace contextRef="#ctx0" brushRef="#br0">32630 7222 7854,'-8'0'5101,"2"0"-3236,6 0-1489,0 0-1705,0-6-2394,0 4 3723,0-4 0,-32 12 0,-7 2 0</inkml:trace>
  <inkml:trace contextRef="#ctx0" brushRef="#br0">29246 8445 7884,'0'-15'716,"0"6"1138,0-1-949,0 7-48,0-3-231,0 6 1,0 1-242,0 4 1,0 5 53,0 9 1,-4-4-120,-1 4 1,0 2-213,5-2 0,0 5 10,0-5 0,0 0-119,0-5 0,2 5-54,2 0 1,4-5-269,7-5 0,-1-6 269,0 2 0,2-3-109,3-2 1,-3 0-332,3 0 0,-5-8 310,-5-6 0,4-1 318,-4-3 1,-2-3-57,-3 2 1,3 0 138,-3 5 1,1 0 210,-5-1 220,0 8-255,0-6 1,0 13-94,0 0 0,0 6 59,0 8 0,0 5-2,0 0 1,0 7 14,0-3 1,0 3-209,0-3 0,-1 4-132,-4-3 1,3 1 142,-2-1 1,2-2 52,2-3 1,-5-3-569,0 3 1,1-8-2091,4-2-295,0-6 813,0 4 1102,0-7 1,0-2 382,0-3 1,4 2 426,1-6 0,13-51 0,-3-18 0</inkml:trace>
  <inkml:trace contextRef="#ctx0" brushRef="#br0">29460 8302 7884,'-15'-15'0,"1"-4"0,0 8 418,0-4 1,-5 6 776,0-1 1,-5-1-405,5 7 0,-6-1-288,1 5 1,2 0-70,-2 0 1,7 6-194,-2 4 0,-1 4-44,1 5 1,-5 1 17,5 4 0,0 5 13,5-1 1,0 2-99,-1 8 0,6-5 70,-1 5 0,7-5-172,-2 5 1,4 0-37,1 5 1,0-7-1,0-3 1,6-3-36,4-1 1,7-6-160,2 1 0,6-8 97,-1-2 0,3-1-29,1-9 1,7 1 372,3-5 0,3-2-110,2-2 0,-1-4 242,1-6 0,1-7-60,4-3 1,-6-2 38,1-3 0,-4-4-39,-10 0 0,-4-7-13,-11 2 0,-6 2-150,-3-2 0,-11-1-179,-9-9 1,-10-1-734,-8-3 0,-7 5 445,3 9 0,-3 9-1067,2 10 0,3 10 67,7 4 0,1 7-244,3 7 0,-1 7 587,6 13 976,0-1 0,11 19 0,2 5 0</inkml:trace>
  <inkml:trace contextRef="#ctx0" brushRef="#br0">30114 8402 7870,'0'-14'549,"0"4"874,0 1-540,0 6-333,0-10 57,0 11-380,0-4 0,-2 8 195,-3 2 0,2 9-54,-6 6 1,1 6-28,-2-1 1,-2 3-165,2 1 0,-1 1-14,2-1 1,-4-1-271,4-3 1,1 2 133,-2-2 0,5-3-567,-4-2 0,6-4 79,-2 0-652,3-7 619,2 4 1,0-12-37,0 0 1,7-8-41,2-11 0,2-3-40,-1-6 0,2-1 253,-2 1 0,-2-5 132,1 0 1,-6-1 401,2 6 0,-3 1-209,-2 3 1,4 2 220,1 3 0,0 8 521,-5-3 69,0 9 1,6-1-134,4 6 1,-2 2 306,1 2 0,1 4-411,4 6 1,0 2-12,0 3 0,-4-1 96,-1 5 1,-1-4-211,2 5 0,1 0 9,-7 4 0,1-4-109,-5-1 0,0-4-41,0 5 1,0-5-202,0 5 0,0-7-203,0 2 1,0-3-111,0-2 0,0-4-1091,0-1-2046,0-6 1435,0 4 651,-6-7 0,4-2 391,-2-3 0,0-3 74,0-6 1,0-5 823,-5 0 0,-1-6 0,-4 1 0,-5 4 0,0 1 0,-4 3 0,4 2 0,-2 4 75,2 1 1,3 6 356,-3-2 1,4 3 1712,0 2-1556,1 0 1,5 0 720,-1 0-898,7 0 1,-3 2-92,6 3 1,6-4-155,4 4 0,9-3-138,4-2 1,9 0-466,1 0 1,7 0 369,-3 0 0,0-5-549,1 0 0,-7-4 225,2 4 0,-9-2-189,-5 3 169,3 2 254,-6-4 175,-2 6 0,-7 1 416,-7 4 0,0-2 425,0 7 0,-5 1-371,0 8 1,-1-3 269,1 3 0,3-2-242,-2 2 0,2-3-91,2 3 1,-5 1-38,1-1-345,-1 0 1,6-5-53,4 1 1,-2-8-337,7-2 1,-1-3-668,6-2 1,-1 0 428,0 0 0,0-7-13,0-2 0,1-4 258,-1-1 0,-2-2 235,-2-3 0,3-1-51,-4-4 1,-3-1 121,-1 6 1,1 0 100,-1 5 1,0 4 1094,-5 1-782,0 6 0,2-4-140,2 7 1,-2 2 234,3 3 0,-4 3-127,-1 6 1,5 2 17,0 2 1,1-2-266,-1 3 1,-2-3-127,6-2 0,1 0 23,4 1 1,0-6-182,0 1 1,1-7-519,-1 2 0,6-4 348,4-1 1,-2-6-224,2-4 1,-7-2 158,2-3 1,-3-5 127,-2-4 0,-6-4 100,-3-5 0,-3-4 123,-2-5 0,0-1-55,0 0 0,-7 4 182,-2 6 1,1 6 609,-2 13 0,7 4-348,-2 1 0,2 7 66,-1 2 1,2 8 107,-3 11 1,4 3 286,1 6 1,0 1-201,0-1 1,0 2 132,0 4 0,0-4-280,0 3 0,0-3-80,0-2 0,0-1-398,0-3 0,0 1 175,0-6-812,0 6 1,0-9-299,0 3 1,1-10-2702,4-4 2517,3-3 0,6-2-253,0 0 1,-1-11 536,-4-4 873,-2-8 0,-17-19 0,-6-8 0,1-7 0,-1-1 0</inkml:trace>
  <inkml:trace contextRef="#ctx0" brushRef="#br0">30682 8473 7870,'-8'6'0,"-3"-3"0,7 7 696,-1-7 0,5 5-215,0-3 1,1-4 52,4 4 1,3 1-86,6-1 1,7 0-60,3-5 0,2 0-128,3 0 1,-1 0-36,1 0 0,-1-5-243,1 0 1,-3-4-273,-2 4 0,-2-6-235,-3 2 0,-5-4-718,1-1 0,-1 4 749,-5 1 0,-2-1 224,-3-4 281,-2 0 1,-2 4 107,0 1 0,-2 6 323,-2-2 0,-3 5-244,-2 5 0,-2 3-2,6 6 0,-4 2 477,4 3 0,-5-2 529,6 7 0,-1-1-191,5 6 0,-2-2-479,-2-4 1,2 4-152,-3-3 1,4-2-205,1 2 0,0-5-122,0 4-28,0-5-444,6 2-92,-4-5-819,4-8-59,-6 0 869,0-14 1,0-2 7,0-10 1,0 3 75,0-3 1,0 3 183,0 2 0,5 0 91,-1 0 0,7 1 87,-1 4 1,3-4 18,1 4 1,-5 2 228,1 3 0,-1 2 627,5 2-411,7 0-258,1 0 1,5 0 64,-3 0 1,-4 5 76,-6-1 1,2 3-242,3-3 0,-3-2-310,3 3 1,1-4 51,-1-1 0,0 0-86,-4 0 0,-1 0 304,0 0 1,-1-6-15,-4-3 0,-3 1 147,-6-2 1,0 1-83,0-5 0,0 4 122,0 1 1,-1 4-20,-4-5 1,-3 7 64,-6-2 1,-5 4-73,0 1 1,0 6-33,5 4 0,0 2 84,-1 3 0,1-1-64,0 0 1,5 5 12,-1 0 1,7 0 13,-2-5-173,4 7 1,7-6-103,3 4 0,6-3-353,4-2 1,3-6 127,6-3 1,1-3-266,-1-2 1,0-2 223,1-3 1,-2-3 235,-4-6 0,3-2 286,-7-3 0,0 4-60,-5-4 0,-2 3 298,-2 2 0,1-1 17,-6 1 292,-1 6-92,-4-4-199,0 10 0,-1 2 369,-4 10 1,4 2-178,-4 2 0,3 1 11,2-1 0,-4 0-277,-1 0 1,0 0-138,5 1 0,0-1 80,0 0-285,0 0-105,0 1 1,0-6-918,0 0-458,0-5 370,0 2 494,6-12 1,-4-4 298,3-9 1,-2 3 159,2-3 1,-2 4-1,6 0 1,-4 1 101,4 0 1,-4 0 417,5 0-298,-1 6 1,5-3 359,1 6 0,-1 0-31,0 5 0,0 5 146,0 0 0,-4 6-161,-1-2 0,-1 4 2,2 1 0,1 0-291,-6 0 1,6-4-255,-2-1 0,-1-1 59,1 2 1,-4 1-147,5-6 1,-1-1-462,5-4 1,-4 0 195,-1 0 1,1-1-14,4-4 0,0-4 125,0-10 1,-4 1 176,-1-6 1,-1-4 93,2-5 0,-4-5 111,-6 5 0,0 0-26,0 4 0,0 6 119,0-1 1,-1 11 531,-4-1 1,2 9-170,-7 0 0,2 10 25,-1 5 1,-2 7 88,6 2 0,-1 6 251,1-1 1,3 4-176,-2 6 0,2-4 90,2 3 0,0-5-367,0-4 1,0 1-227,0-6 0,0 5-130,0-5 0,2 0-264,2-5 0,-2-5-302,3 1 0,-2-7-346,2 2-21,-4-4 1,5-2 99,-6-4 0,0-8-344,0-6 1,0-6 643,0 2 0,-1-4 2,-4-2 1,4-4 398,-4 0 0,3 6 151,2 8 296,0-3-120,0 6 1,7 2 212,2 9 1,10 4 488,5 1 1,1 6-361,-1 3 1,1 2-31,-6-1 0,5 1-61,-5-6 1,0 4-299,-5-4 0,-5 4 90,1-4-94,-7 0 213,3 1-185,-6 2 1,0 6 178,0 1 1,0-1 235,0 0 1,0 5-59,0 0 1,0 0-109,0-5 1,0 5-448,0 0 0,0 0-100,0-5 26,0 0-158,0 1-775,7-1 749,0-6 0,8-8-194,-1-10 1,0-4 36,0-5 1,0-3-211,1-6 1,-1-1 494,0 1 1,2-1 24,3 1 1,-3 6 81,3 3 1,-4 0 68,0 5 1,-6-2 296,1 11 1,-1 0-58,5 5 0,-1 2 815,-4 3-631,4 3 0,-7 6 172,4 0 0,1 0-324,-6 0 1,1-4-112,-1-1 0,-2-6-140,6 2 0,-4-3-84,5-2-553,-7 0 328,9 0-274,-10 0 448,4 0 0,-6-2-54,0-3 70,0 4 0,-11-5 132,-3 6 1,-5 0 164,0 0 1,-1 6-82,-4 3 0,-1 2 67,6-1 1,-5 3-20,5-4 0,0 4 91,5 1 0,1-5-170,4 1 1,-2-1-190,6 6 0,0-6-325,5 0 0,6-5 39,4 0 0,9-2-149,5-2 1,7 0 236,2 0 0,5-2-82,-5-2 0,5-4 77,-4-6 0,3-1 255,-3 1 1,-1 0-76,-5 0 1,-1-1 154,-3 1 0,-4 5 816,-5-1-199,-8 7 170,0-3-615,-7 6 1,-2 0 252,-3 0 252,4 0-227,-5 0 1,4 0-356,-3 0 0,4 1 236,-4 4-565,3-3-10,2 4 99,0-6 0,-1 0-135,-4 0-12,3 0 1,-10 2 101,2 2 1,2-1 84,-1 7 0,-1-5 2,-4 4 1,5-4 116,-1 4 1,2-4 549,-1 5-798,-4-1-516,12 5 215,-6 1-275,7-8 589,7 6 0,2-11-14,10 2 1,-3-4 7,3-4 1,-3 2 193,-2-3 1,5-1 1011,0 1-595,0 1 0,-5 4 154,0 0 1,-4 0-131,-1 0 1,-4 0 230,4 0 0,-4 0 98,5 0-47,-7 0-352,9 0-329,-4 0 1,2 0-416,-1 0 1,-4 0-9,4 0 1,-1-7-295,2-2 1,-2-4 250,-4-1 1,-2-7-234,3-2 1,1-4 301,-1-2 0,0-4 126,-5 0 0,0 0-240,0 4 54,0 1 799,0 6 0,0 9 123,0 13 1,1 11 425,4 8 1,-3 11-306,2-1 1,-2 2 301,-2-2 1,1-1-609,4 1 0,-3-3-347,2-2 0,-2-3 37,-2-7 0,0 0-213,0 0 0,0-4-2124,0-1 1623,0-6 0,-2 2 70,-2-10 1,1 2 224,-7-6 0,7-5 48,-2-5 0,4 0 252,1 4 1,0 1 141,0 0 0,0 0-27,0 0 0,6 4 264,3 1 0,4 5 180,1 0 0,5-3-61,0 3 0,0-1 151,-5 5 1,5 0-335,0 0 0,0 0 55,-5 0-130,7 0-354,-5 0 75,4 0-140,-12 0 1,-1 2 450,-7 2 129,0 4 509,0 6-610,0 1 1,0-1 38,0 0-154,0-6-135,0 5 1,1-10-55,4 6 1,-2-6-406,6 2 1,-4-3 77,5-2 1,-1 0 12,5 0 0,1-5 107,-1 0 0,0-1 71,0 1 1,-4 4 119,-1-4 200,1 3 0,4 2 388,0 0 1,-4 0 1425,-1 0-1383,-6 7 1,5-1 913,-3 3-1003,-4 4 0,7-7-44,-3 4-213,-3 2 0,6-10-97,-4 3 39,4-4 0,6-1-126,1 0 0,-6-6-277,1-3 0,-2-4 150,1-1 0,2-2-33,-6-3 1,0 3 67,-5-3 0,0 8 109,0 2 0,-2 1-39,-3-2 1,-3 4 6,-6 6 0,-5 0-69,0 0 1,0 0-107,5 0 0,5 0-31,-1 0 1,2 2-214,-1 2 1,1-2-93,3 3 249,3-4 0,-2-1-158,8 0 0,6 0 384,9 0 1,-3-1 364,3-4 0,1 3-36,-1-2 1,5-3 199,-5 2 0,4 1-62,-4 4 0,0 0 269,-4 0 1,-1 0-30,0 0 0,0 0-186,0 0 1,1 4 265,-1 1-522,0 6 1,0-4-155,1 2 0,-1-3-367,0-6-375,0 7 1,0-6-924,1 4 736,-7-3 400,-2-2 284,0 0 557,-4 0-309,3 0 222</inkml:trace>
  <inkml:trace contextRef="#ctx0" brushRef="#br0">33866 8658 17287,'-2'0'0,"-23"0"0</inkml:trace>
  <inkml:trace contextRef="#ctx0" brushRef="#br0">29289 9667 7773,'0'-9'-322,"0"-1"2478,0 7-1537,0-10 1,0 10 740,0-6-510,0 6-121,0-4-186,0 7-326,0 0 0,-5 2 123,1 3 1,-1 3-170,5 6 0,0 0 25,0 0 0,0 5-44,0 0 1,0 0-1,0-5 1,0 0-28,0 1 0,0-6-261,0 1 217,0-1 1,0 1 151,0-1-264,0-6-75,0 4 0,0-9-177,0-3 0,1 2 112,4-6 0,3 1-75,6-2 1,0-2 170,1 2 1,4 4 127,0 1 1,4 3 187,-4 2 0,2 0-121,-2 0 1,-3 0 335,2 0-203,-2 7 1,-3 1-90,-4 6 0,-2 0 104,-7 0-150,0 1 1,-2-1-59,-3 0 1,-3 0-194,-6 0 0,0-4-498,0-1 1,-5-4 336,0 5 1,-5-6-342,5 6 1,0-7-220,5 2 0,0-4-1679,0-1 942,-1 0 573,1 0 1,6-6 1017,4-4 0,15-53 0,4-14 0</inkml:trace>
  <inkml:trace contextRef="#ctx0" brushRef="#br0">29275 9667 7773,'-8'-8'1726,"2"0"159,6 4-1228,0 2 1,0-6 432,0 3-495,0 4-373,6-5 0,2 1-94,6 0 0,2 0-133,3 5 1,-3-4-166,3-1 0,-4 0-402,0 5 0,-1 0-988,0 0 1,-1-1 652,-4-4 1,4 3 906,-4-3 0,-9-2 0,-1-1 0</inkml:trace>
  <inkml:trace contextRef="#ctx0" brushRef="#br0">29346 9440 7773,'-6'-15'0,"-2"0"358,-7-4 0,6 8 548,-1-4 1,1 6 319,-5 0 274,6-4-1047,-5 11 1,5-2-72,-6 8 0,5-1-136,-1 7 0,2-1 13,-1 6 0,-4 0 35,4 4 0,-4-1-129,-1 5 0,-2 0 13,-3 0 0,3 4-16,-3-3 0,4 3-13,0 1 0,6-1-23,-1-3 1,2 2-152,-1-2 1,1 1 29,3-1 0,4 1-129,-4-6 0,3 7 21,2-3 0,5 3-49,0-3 1,6-1-64,-2-3 0,4-1 46,1 5 1,1-5-32,-1 1 0,2-2 87,2 2 1,0-3 39,6 3 1,-2-3 64,1-2 0,4-5 131,-3 1 1,3-5-48,1 4 0,-1-6 142,-3 2 1,1-3 9,-6-2 0,6 0-107,-1 0 1,-3-7 168,-3-2 0,0-4 48,1-1 0,-3 0 41,3-1 1,-2-5-127,2-4 0,-3 1 83,3-6 1,0 4-211,-5-8 0,3-4-115,-7-1 1,-2 2 108,1-2 0,-6 2-129,2-2 1,-3-2-184,-2 7 0,-8 0-73,-7 5 0,1-1-245,-5 1 1,-3 6 107,-2 3-1,-2 3-256,-3 2 0,1 4 72,-1 1 0,1 6-269,-1-2 1,3 3-57,2 2 1,-1 2 402,6 3 0,1 2-1887,9 8 2396,-4-1 0,30 19 0,1 5 0</inkml:trace>
  <inkml:trace contextRef="#ctx0" brushRef="#br0">30057 9582 6106,'-8'0'3093,"-5"0"-2512,12 0 157,-6 0-292,7 0 1143,0 0-1274,0 6 1,0-3 203,0 7-308,0-1 1,0 6 0,0-1 1,0 0-1,0 0 0,0 5-57,0 0 0,0 2-75,0-2 0,5-4 66,0 4 0,0 2-160,-5-2 0,0 0 64,0-5 1,0 2 8,0 3 0,0-8 76,0 3-22,0-3-69,0 3 1,0-4 84,0-1-2,0-6 66,0 4-33,0-7-209,0 0-88,0-7-254,0 6 230,0-6-172,0 7-19,0-6-189,0 5 201,0-6 75,0 7-2942,0 0 1822,0-6-851,0 4 2236,0-4 0,18-13 0,6-5 0</inkml:trace>
  <inkml:trace contextRef="#ctx0" brushRef="#br0">30099 9681 7244,'-7'0'-782,"0"0"1031,7 0 0,-1 0 659,-4 0-179,3 0-211,-4 0 185,6 0-390,0 0 0,-6 0 30,4 0-50,-4 0 0,6 0-148,0 0-59,-7 0 1,6-1-36,-4-4 76,4 3 12,1-4-42,0 6 44,0 0-226,0-6 6,0 4 154,0-4 96,0 0-119,0 4 1,0-6 67,0 3-65,0 4 0,0-7 66,0 3-22,0 4 4,6-6-67,-5 7 68,6-6-16,-7 4 38,0-4 7,0 6 9,0-6 1,0 4-81,6-4-1,-4 6-196,4 0 229,-6 0 78,0 0-208,6 0 82,-4 0 133,4 0-44,1 0 19,-6 0-102,5 0 1,-4 5 57,3-1 1,-4 1 11,6-5-111,-7 0 94,0 6-242,6-4 128,-4 4-21,4-6 92,-6 0 0,0 0-33,0 7 1,6-6-24,-4 6 15,4-7 0,-6 1 102,0 4-4,6-4-55,-4 6 1,6-6 71,-3 4-61,-4-3 0,5 6-71,-6-4 1,5-1 0,0 7 1,1-7-19,-1 2 50,-3 3 1,4-5-236,-6 6 180,6-6 1,-4 5 41,3-3 41,2-3 7,-5 4-69,11-6 0,-10 0 9,6 0 0,-4 0-13,5 0 1,-6-5 25,6 1 0,-2-8-149,1 3 1,4 1-18,-4-1 0,4-1-132,1-4 0,0 4 104,1 1 0,-6 1-86,0-1 0,1-2 151,4 6 0,-4-5 122,-1 6 0,-4-3 226,4 3-153,-5 2 58,2-4-18,-6 6 806,0 0-762,0 6 32,0-4-43,0 10 21,0-4 0,0 2-47,0-1 1,0-4-8,0 4 0,0-4 52,0 4 0,0-4-26,0 5 0,-2-6 150,-2 6-171,2-1 1,-4 6 75,6-1-116,0 0 0,0 0-65,0 0 0,-2 1 11,-3-1 0,4 0-120,-4 0 0,3 1 34,2-1 1,0 0-106,0 0 0,0 0-32,0 1 1,0-6-67,0 1 86,7-1 61,1 5 17,6 0 0,0-6 16,0-3 1,0-3 4,1-2 1,-1-7 3,0-2 0,2-4 12,3-1 1,-3-2-134,3-3 0,-4 2 111,0-7 1,-1 2 14,0-2 1,-6 2-27,-3 3 1,1 4-8,-1-4 1,0 8-23,-5 1 56,0 7 1,-7-3-81,-2 6 0,-4 1-126,-1 4 0,-2 3 222,-3 6 0,3 0-69,-3 0 1,5 5 182,5 0 0,-2 0-6,6-4 1,-5 4-80,6-1 1,-1 1-23,5-4 1,0-1 23,0 0 1,6-4-44,4-1 1,2-6-151,3 2 0,5 1-67,4-1 0,3-2 119,1-8 1,-1 2-22,-3-6 1,3-1 110,-4-4 0,2-5 142,-1 0 0,1-5-89,-6 6 0,0-3 77,-4 2 0,-1 3-24,0-3 1,-1 8 83,-4 2 1,-1 6 117,-3-2-78,-4 3-60,12 2 0,-10 0-23,7 0 0,-7 2 0,2 3 1,1-2 37,-1 6 22,-1-6-102,-4 4-30,0-1 320,0-4-225,0 4-253,0-6 120,0 0-127,-6 0 0,3 5 110,-7-1 1,1 6-125,-5-5 0,-1 6 140,1-2 0,0 4-19,0 1 1,0 0-58,-1 0 0,3 1 35,2-1 0,-1-5 1,6 1 1,1-1 75,4 5 1,0-4 2,0-1 1,1-5 10,4 0 1,3-2 124,6-2 0,2 0-105,3 0 0,-3-2 21,3-2 0,-2-4 123,2-7 0,-3 1-78,3 0 0,-3-2-39,-2-3 1,-5-3-67,1-6 1,-7-5-132,2-1 1,-4-3 83,-1 3 0,0 3-83,0 7 1,0-1 132,0 6-45,0 6-305,-6 7 249,-2 6 0,-5 8 142,4 6 1,1 2 87,3 7 1,2-4 177,-6 5 1,5-2-97,0 2 1,2 1 64,2-6 0,0 6-144,0-1 1,0-3-10,0-2 1,2-4-63,2 0 1,0 4-70,5 0 1,1-5-179,4-5 1,5-1 181,0 2 1,4-4-21,-4-6 1,2 0-141,-2 0 0,-3-2-191,3-2 0,-4-1 81,0-9 0,-3 3 116,-2-8 0,1-2 377,-6 2 1,4-6 90,-4 1-31,-1 4 1,-4-1-10,0 7 1,0 4 266,0 1-565,0 6 1,-1-4-187,-4 7 1,4 7 161,-4 2 0,-1 4 68,1 1 1,0 0 56,5 1 1,0-1-82,0 0 1,0 0-172,0 0 0,5 1-28,0-1 0,6-5-130,-2 1 1,5-5 77,5 4 0,-3-6-97,3 2 1,2-4 242,-3-1 0,1-6 131,-4-3 0,2-4 233,-3-1 0,7-5-149,-12 0 1,5 0 46,-9 5 0,2 1 334,-3 4 250,-2-4-408,4 5-383,-6 0 1,-1 3 85,-4 10 1,3 3-108,-2 6 0,-3 1 180,2-1 0,1 0-95,4 0-110,0 0 1,0 1-325,0-1-35,6 0 0,2-6 134,6-3 1,5-4-72,0-1 0,0 0 180,-5 0 0,5-1 156,0-4 0,0-8 236,-5-6 1,1-1-139,-1 1 0,-2 3 78,-2-3 1,-2 8 83,-3 2 0,-4 4 544,4-5-514,-4 7-199,-1-3 1,-1 7 97,-4 4 0,2 5-25,-7 9 0,7-4 52,-1 4 0,2-3-92,2-2 1,0-4-678,0-1 376,0 1 0,6 2-67,4-2 1,2-4 94,3-6 1,0 0-155,4 0 1,-3-1 182,3-4 1,-3 2 102,-2-7 0,0 6 290,1-6 0,-3 5-152,-2-4 1,-2 6 160,-4-2 4,-2 3 82,4 2-27,-6 0 0,0 2 149,0 3 1,0-2-125,0 6 0,0-4-11,0 5 0,0-6-972,0 6 425,0-7-223,0 3-129,0-6 36,0 0 0,0-6 261,0-4 1,0 1-34,0-5 0,7 3 63,2-8 1,-1 8 209,1 1 0,1 2 144,4-1 1,0-2 98,1 6 1,-6 0 184,1 5 1,-1 2-79,5 3 0,-1 3 281,-4 6 0,2 0 142,-6 0-299,6 0 0,-4 1-198,2-1 0,-1-5-165,-3 1 1,-2-7-488,6 2 0,-4-4 268,4-1 1,1 0-339,4 0 1,0-1 160,1-4 0,-1-3 1,0-6 0,2 0 106,3-1 0,-3 1 129,3 0 0,-5 5 43,-5-1 0,4 7 442,-4-2 875,4 4-711,1 1 1,0 6 192,1 3 0,-6 2-216,1-1-390,-1 3 1,5-7-140,1 3 1,-1-1-371,0-3 1,0-3 149,0 2 0,2-2-141,3-2 0,-3-6-1009,3-4 1,-8 2 207,-2-1 0,-1-2-82,2-8 0,-4 3 511,-6-3 1,-6-2-74,-4 2 0,-15-4 815,-8 4 0,-17-3 0,-9 0 0,-6-1 0,0 0 0</inkml:trace>
  <inkml:trace contextRef="#ctx0" brushRef="#br0">32033 9610 7747,'-21'0'0,"4"0"136,-7 0 0,12 0 696,-2 0-1295,2 0 463,-2 0 0,-19 13 0,-5 3 0</inkml:trace>
  <inkml:trace contextRef="#ctx0" brushRef="#br0">30199 10421 7680,'0'-10'0,"0"1"2093,0-1-683,0-4-321,0 6-75,0 2-397,-6 18 1,2 4-189,-5 13 1,-5-1-18,-5 1 1,0-1-294,5 0 1,1 1 26,4-1 1,-4 1-122,3-1 1,-1-4-40,2-1 1,1-7-260,3-2 0,4 1-330,-4-6 33,3-2 0,2-3-43,0-8 1,0-6 224,0-9 1,5 2-46,0-7 1,6-4 216,-2-6 1,-1-5 285,2 1 0,-2-1-48,1 1 1,4 3 79,-4 6 0,2 3 115,-1 2 1,2 5 210,-2 9 0,-2 6 5,1 8 1,1 6 337,4 9 1,0 3 72,0 6 1,1 1-227,-1-1 1,-5 1-56,1-1 1,-6 1-210,6-1 0,-5-1-26,4-3 1,-4 1-300,4-6 0,-5 0 250,0-5-270,-2 0-616,-2 0-929,0-6 885,0-1 0,0-9-133,0-3 0,-6 2 191,-4-6 1,1-1-98,-6-4 0,3-5 204,-12 0 0,5 0-11,-5 5 1,1 0 222,-6-1 1,6 3 124,-1 2 1,5-1 430,-5 7 1,7-1 99,-2 5-66,3 0 0,3 6-5,4 4 1,3 2 298,6 2 0,1-1-277,4-3 1,4 2 19,10-2 1,2-4-128,3-1 1,3-4-367,-4-1 1,4 0-471,1 0 1,1 0 215,-1 0 0,4-6-39,-4-3 0,4-4 290,-8-1 0,1-1 142,-1 1 0,3 0-92,-4 0 1,-1 0 186,2-1 0,-7 6 16,2-1 1,2 7 286,-2-1 0,-5 2-30,-4 2 0,-1 0-81,5 0 0,-4 0 308,-1 0-383,-6 0-190,4 6 1,-3-3 132,1 7-184,0-7 150,-5 3-194,0-6 4,-6 0 1,-2 0-25,-7 0 0,1 0-146,0 0 1,0 0 143,0 0 0,-5 5 27,0 0 0,-5 4 69,5-4 0,-2 6 67,3-1 1,2 2-73,-3 2 1,8 1 10,1-1 1,7 0 225,-2 0 1,4 2 4,1 3 0,1-3-18,4 3 1,5-8-242,9-2 0,3-4-167,6 5 0,0-7-11,1 1 1,1-2-258,3-2 1,-1-6 200,6-4 1,-7-2-31,2-3 0,-7 1 198,-3 0 1,-1-5 12,2 0 1,1-1 267,-6 1-187,0 3 1,-6-5 253,-4 7-11,4 6 145,-11 2-234,4 6-110,-6 0 0,2 5 216,2-1 1,-2 3 217,3-3-18,-4-2-342,-1 11 25,0-12 40,0 5-1,0-6-513,0 0 168,-6 0 1,3 0 101,-7 0 1,-1 2 74,-8 3 1,3-2 67,-2 6 1,0 1 164,-1 4 0,3-4-97,-3-1 1,8 2 125,2 8 1,1-3-107,-1 3 1,2-3 92,7-2 0,0 0-169,0 0 1,8 0-17,6 1 0,2-3-166,8-2 0,4-4-50,5-6 0,1 0-217,-6 0 1,5-6 116,0-4 1,1-2-78,-6-3 1,5-5 149,0-4 1,-1 2-95,-8-2 0,-4 1 230,-6-6 1,-1 2 25,-3 4 0,-4 2 150,-6 7 1,-6 1-39,-4 4 0,-3 3 108,-1 6 0,-2 0-170,-3 0 0,-1 6-58,-4 3 1,-1 4 117,6 1 1,0 2-43,5 3 0,0-3 224,-1 3 0,3-2-59,2 2 0,2-5-130,4 0 0,2 1 27,-3-6 0,12 4 26,7 1 0,2-6-146,7-3 0,1-4-232,4-1 0,1 0 2,-1 0 0,4-1-192,-4-4 1,6-3 140,-6-6 0,0-2 103,6-3 0,-9 2 45,-1-7 0,-1 5 22,6-5 1,-6 7 212,1-2 1,-7 5 47,2 4 55,-3 4 0,-2 6 67,1 0 1,-6 2-94,1 2 1,-7 4 183,1 6 0,-2 2-83,-2 3 0,0-3 29,0 3 1,0-3-12,0-2 0,0-5-49,0 1 0,-6-5-250,-4 4 0,2-6-280,-1 2 0,-1 1-441,-4-1 0,-2 0 383,-3-5 1,4 0-149,-4 0 0,3-5 141,2 0 0,-1-4 44,1 4 1,2-1 80,2 1 0,-3 3 104,4-2-14,3 2 0,-2 2 172,3 0 14,3 0 1,-2 0 84,8 0 1,4 0 73,7 0 1,0 0-155,4 0 1,5 0-251,9 0 0,-3-5 167,3 1 0,-3-6-16,-1 5 0,-1-6 31,1 2 0,-2-4-33,-4-1 1,3 5 188,-8-1 0,1 5 50,-4-4 1,-6 6 86,1-2 1,-6 3 234,6 2 211,-7 0-139,10 0 108,-12 7-409,6 1 0,-7 6 169,0 0-305,0-6 39,0 5 0,-2-7-261,-3 3 0,2 2-155,-6-6 0,-1 5-151,-4-6 0,0 3 86,-1-3 0,1-2-245,0 3 0,-5-4 200,0-1 1,0 5-54,5 0 0,0 0 58,-1-5 0,1-2 34,0-3 1,0 2-107,0-6 0,1 4-172,3-5 0,3 6-1221,2-6-261,3 7 2040,-4-10 0,38-1 0,7-8 0</inkml:trace>
  <inkml:trace contextRef="#ctx0" brushRef="#br0">28815 11090 7785,'-4'-9'-33,"0"0"953,-1 6-12,5-9-94,0 4-70,-6 1 261,5 1-192,-5 0-19,0 5-518,-2-5 1,-5 7 53,0 4 1,-1-2-126,1 6 0,-2-1-11,-3 6 1,3 1 2,-3 3 1,-1 2-7,1 7 1,0 0-1,5 0 1,0 5-40,-1 4 1,2 3-162,4 1 1,2 0 31,6 0 0,1 3-131,4-3 1,2 6 152,6-10 0,7 1-15,2-6 1,-1-7-97,1 3 1,0-6 148,5-4 0,-2 1 4,-2-9 0,0-1 10,-5 1 0,0-6 286,-5 1-81,-5-2 13,-2-2 0,-6-2 210,0-2-135,0 2-873,0-10 1,0 9 18,0-6 1,-2 6-849,-2-1-600,2 2-1846,-4 2 1613,1 0 2145,3 0 0,2-12 0,7-2 0</inkml:trace>
  <inkml:trace contextRef="#ctx0" brushRef="#br0">28949 11304 7300,'0'-9'-258,"0"0"1023,0 6-263,0-3 3,0 0 215,0 4-201,0-4 138,0 6 2472,0 0-2691,0 6 1,0 2-190,0 5 1,-4 1-32,-1-1 1,1 5 49,4 0 0,0 5 86,0 0 1,-2 2-218,-2 2 1,2-1-121,-2 1 0,1-2-74,-1-2 1,2 1 95,-2-7 0,2 3-398,2-2 0,0-8-517,0 3-448,-6-8 41,5 7 199,-5-11 1,6 4 446,0-10 1,0-2-73,0-7 1,4-3-140,1-1 1,1-6 847,-2 2 0,4-17 0,3-7 0,4-5 0,-1 1 0</inkml:trace>
  <inkml:trace contextRef="#ctx0" brushRef="#br0">28949 11330 7789,'-9'-13'-307,"0"0"0,6 4 2655,-1 0-663,3 0-435,-5-5-951,4 1 0,-2 1-114,8 3 0,4 3-6,5 6 1,2 0-1,3 0 1,-2 0 35,6 0 0,-4 0-26,4 0 1,-5 0-95,1 0 0,-5 2 1,-4 2 0,3 2-180,-3 3 0,-3 3 70,-2-3 1,-2 3-32,-2 1 1,-6 1-39,-3-1 0,-3-1-160,-2-3 0,-3 3-11,-1-3 0,-5-2-92,6 2 0,-3-5 96,2 5 1,4-6 39,-4 2 1,4-2 292,5 1-124,-2-2 1,8 4-133,-6-6 466,6 0 201,9 0 0,3 1-152,8 4 0,0-4 217,1 3 0,-4 4-156,4 1 0,-3 1-26,-1-1 1,-1 8-43,0-4 1,-1 3-189,-3-2 0,3-1-92,-3 0 0,-2 1 43,2-1 1,-1 0-212,1 1 45,3-1 1,-5-1-146,6-3 0,1-3-53,-1-6 0,-4-1 60,0-4 0,0 2 124,4-6 1,2-4-35,3-5 0,-3-6-144,3 2 0,-4-3 147,0-2 1,-1 0-17,1 0 0,-5 1 62,-1-1 1,-5 6-46,2 3 163,-4 3 1,-7 3-80,-3 4 1,-4 3-33,-5 10 1,2 2 34,-6 6 1,5 7 94,-1 2 1,4-1 22,0 1 0,1 0 168,-1 5 1,6-2-56,-1-2 0,6 0 86,-2-5 0,4 5-259,1-6 1,0 1 33,0-4 1,6-2-86,3-4 1,7-2-67,2-6 1,1 0-175,-1 0 0,-2-1-6,7-4 1,-6-2-172,6-6 0,-3-2 146,3-3 1,2-1 14,-3-4 1,-1-2 201,1 3 0,-4 1 22,5-1 0,-6 5 107,6-1 0,-5 8-53,4 1 1,-4 6 120,4-1 0,-6 2 51,2 2 1,-3 6 148,-2 3 1,1 3-20,-1 1 0,-5 1 90,-4-1 1,-2 0-61,-2 1 1,0-1-118,0 1 0,-2-5-195,-2-1 1,-4 0 85,-5 1 0,-2 1-132,-3-5 1,2-1-80,-7-4 1,3 5-257,-3-1 1,-2 0 30,3-4 0,-2 0-189,2 0 0,2 5 126,7-1 1,0 1 101,-1-5 1,7 1-79,2 4 216,-2-4 0,7 5 111,0-6 0,6 0-2,7 0 1,1 0 198,-1 0 0,6 0-92,4 0 1,2-4 48,2-1 0,-1-5-302,1 1 1,0 2 42,0-2 0,-5 0 33,0-5 0,-1 2 55,1 4 0,-2-7-15,-7 6 0,-1-6 53,-3 6 410,3-3 7,-11-1 46,5 5 1,-7 2 281,-4 6-435,4 0 1,-10 6 20,7 3 0,-5 3-30,5 1 0,-2 1-64,1-1 1,4 1-72,-4-1 0,4 0 2,1 1 1,0-1-117,0 0 0,1-4-199,4 0 0,2-1-113,6 1 1,5 1 111,0-5 1,6-1-64,-2-4 0,3-1 77,2-4 0,0-2 45,0-7 0,-5-1 53,0-2 0,-5 0-1,1-5 1,-8 0 31,-1-5 0,-6 2 125,1 2 0,-8 0-124,-5 5 1,-4 0-32,-5 4 0,-3 7-9,-6 3 0,0 2 62,1 2 1,-1 6-1,0 3 1,2 3-94,3 1-1,1 2-136,3 3 1,5-3 195,-1 3 0,7 1-6,7-1 0,0 0-138,0-5 0,1 0 34,4 1 0,7-7 30,5-2 1,7-4-74,-2-1 0,8 0-111,1 0 0,1-6 188,-6-3 1,1-3 147,0-1 0,-2 0-72,-3-1 1,-2-1 146,-7-2 0,1 2 539,-1-3-75,0 3 230,-5 2-463,-2 5 0,-6 4 148,0 8 0,-2 4-116,-2 5 1,1 0 38,-6 1 1,4 4-186,-4-1 1,6 3-28,-1-2 0,3-4-161,1 4 0,0-3-514,0-2-131,0 1 1,5-2 189,4-3 1,8-3-335,1-6 1,1-2 298,-1-2 0,-2-4-33,6-5 0,-5-1 282,1 1 1,-4-5 244,0 0 1,-5-4-23,0 4 1,-5 0 152,5 5 0,-6 4 404,1 0 1,-2 5 72,-2-5-169,0 6 1,0-2-43,0 10 0,-5 4 181,1 9 0,0-3-208,4 2 1,-5 3-145,1-2 1,-1 1-166,5-1 0,5-3-64,-1 2 0,8-3-190,1-5 1,2 1-82,8-5 1,-6 3-368,6-3 1,-5-2 318,4-8 1,-1 2-95,1-5 0,2-1 141,-6-5 1,-1-4 89,-3 1 0,-1-7 85,0 1 1,-5 3 138,-4-3 151,-2 7 0,-2-3-36,0 5 1,-2 7 94,-2 2 1,-4 4-103,-5 1 1,0 6-93,-1 3 0,2 3 43,4 1 0,-3 2 146,7 3 1,-5-3-50,4 2 1,1 3-135,4-2 0,0-1 9,0-3 0,0-1-33,0 1 0,1-5-98,4-1 0,-2 0 73,6 1 0,-5-3-127,5-6 0,-4 4 60,3 1 1,-3-1-120,4-4 1,-5-4 13,5-1 0,-6-7 6,2-1 1,1-2-93,-2-7 1,0 4-30,-4-4 0,5-1-198,-1-3 1,1 5 132,-5 3 1,4-1-22,1 1 1,1 4 178,-2 6 0,4 5 38,5-2 1,-4-1 367,0 2 1,0 1-72,4 7 0,1-1 61,-1 6 1,-4-4 17,0 3-201,0 1 0,0 3-316,-1-3 1,-3-1-406,4-4 0,-5-2-324,5 2 1,-4 2-3001,4-2 3967,-6 1 0,20-5 0,0 0 0</inkml:trace>
  <inkml:trace contextRef="#ctx0" brushRef="#br0">30956 11451 7789,'0'-9'799,"0"0"267,0 0 1255,0-4-747,0-1 550,6 1-522,-5-1-708,5 7-542,-6 1 1,-1 6-218,-4 0 1,-2 2-106,-6 2 1,-1 3 128,1 7 1,-1-1-64,1 1 0,0 0-156,-1 4 0,2-1 68,3 5 0,-1-1-319,6 1 1,-1 2 49,5-6 1,0-1-63,0-3 1,6 2 171,3-2 0,9 2 101,4-7 0,3-3-8,2-2 1,0-2 3,0-2 1,-1-2 248,1-2 1,0-2-87,0-3 0,-2-7 95,-3 2 1,2-2-55,-6 2 0,0-3-201,-5-1 1,-1-2 48,-3 3 0,1 2-144,-5-3 1,1 3 49,-2 2 16,-2-1 60,4 1 11,-6 0 0,-2 5 106,-2 4 1,1-2-56,-6 1 1,0 1-18,-5 4 1,1 0-17,0 0 1,-1 1-5,1 4 0,0 2-29,-1 7 0,5-1-17,0 0 1,6 1 66,-1-1 0,-2 2-10,2 3 0,-1-3 94,5 2 1,6-2-74,3-1 1,7-1-28,2 0 1,6-1-43,-2-3 1,8-3-7,1-6 1,2 0 92,-2 0 1,-7-6-7,3-3 1,-10-1-220,1 1 0,-7-3-76,-2 3-1502,-6 3 0,1 0 85,-8 6 1,-5 2-1780,-9 2 3442,3 4 0,-28 8 0,-11 5 0,-1 0 0,0 1 0</inkml:trace>
  <inkml:trace contextRef="#ctx0" brushRef="#br0">29444 12133 7703,'0'-9'387,"0"0"0,0 5 673,0-5-158,0 6-26,0-9-459,0 10 1,-4-5 191,-1 2 0,-5 4-195,1-3 1,-3 4 15,-1 4 1,-2-1-14,-3 6 1,3 0-167,-3 4 1,-1 6-138,1 4 0,0-2-133,5 1 0,4-1-226,0 1 0,6 2 148,-1-6 1,2 4-133,2-4 1,8 0-88,5-5 0,2-6-316,7-2 1,0-4 125,5-1 0,0-6 124,0-3 1,-2-2 459,-3-3 1,2-1 98,-6-2 0,0 0 247,-5-5 1,-5 6-224,-4-2 1,2 7 134,-2 2 0,1 5 112,-5-5-196,0 6 0,-2-1 63,-2 8 1,2 3-70,-2 7 0,3-1-175,1 1 1,0-1 144,0 0-228,0 7 1,5-5 51,4 2 0,3-3-111,2-5 0,1 1-52,2-6 1,0 1-160,5-5 1,-4-5 110,4 1 1,-6-8 70,2-1 0,-3-1 262,-1-3 1,-6-4-62,1-2 0,-6 3-6,2-3 1,-5 3-112,-5-3 1,-7 4-54,-5 6 0,-6 1 82,6 3 0,-7 3-16,1 6 0,0 1-34,0 4 1,0 2-114,5 7 0,0 0 17,5 4 0,4-3-38,0 3 1,6 1 139,-2-1 0,4 0-101,1-5 0,1 1-126,4-1 0,4-1 142,8-3 0,3-3-105,2-6 0,3 0 106,-2 0 1,2-6 1,2-3 0,-5-1 161,0 1 0,-4-3 84,4 3 1,-5-3 166,1-1 0,-8 1-56,-1 3 0,-5-2 462,5 7-273,-6-1 14,3-1-173,-6 5 0,-1-5 204,-4 6-155,4 6 0,-10-3 43,7 6-325,-6-6 1,7 7-135,-6-5 0,6 1-423,-2-2 1,2-2-970,-1 2-145,2-2 0,-5 2-18,2 0 827,4 1 0,-7-1-223,4 1 1,1 1 1044,-6-2 0,-24 10 0,-10 6 0</inkml:trace>
  <inkml:trace contextRef="#ctx0" brushRef="#br0">29578 12334 7703,'-7'-2'0,"2"-2"-424,-2 2 1,-1-8 193,-5 5 0,4 1 230,0 4 0,-30 6 0,-11 1 0</inkml:trace>
  <inkml:trace contextRef="#ctx0" brushRef="#br0">29310 12374 7703,'-13'0'241,"4"0"159,0 0 0,2-2 431,-2-2 388,-3 2-641,5-10 0,-1 9-226,4-6 0,2 5-183,2-5-77,0 6 1,5-9-98,-1 3 0,7 2 62,-3-2 1,0 5-127,1-5 1,-2 4 64,2-4 0,2 0-193,-7-4 0,5 3 41,-5-4 0,5 4 23,-4-8 0,4 2 52,-5-2 1,2 1 115,-1-5 1,-4 6 102,3-2 1,-2 3 171,-2 2 447,0-1-224,0 1 115,0 5-178,0 3 0,-4 10-105,-1 4 1,-4 5-158,5 4 1,-2-4-60,1 4 1,4-3-132,-4-1 0,4-1 128,1 0 0,6 1-144,3-1 1,3 0 85,1 1 0,0-1-116,1 1 0,-1-6 52,0 1 0,1 0-119,-1 5 1,-4-1 232,0 0 0,-6 1-22,2-1 1,-7 1 96,-7-1 1,-1 0-211,-13 1 1,-3-1-131,-6 0 1,-3 1-60,4-1 0,-1-5-272,6-4 1,3-2-38,1-2 120,6 0 178,-4 0 1,13-2-103,2-2 0,10-2-21,4-3 1,9-3 220,4 3 1,-1-3 218,1-1 0,0-1-101,5 1 0,0 0-73,0-1 1,5-1-270,4-2 1,-2 0 74,2-5 1,0 4-310,4-4 1,0-2 149,0-7 1,-6 1 40,-3-6 0,-8 7 214,-6-3 0,-3 3 177,-5-3 1,-3 10 117,-6 0 0,-2 7-176,-2 6 0,-4 3 434,-5 6 0,0 0-198,-1 0 1,-4 2 221,1 2 0,-6 4-108,5 5 0,1 5-14,3 0 0,2-1 12,3-3 1,-1 4 61,5-1 1,-3 6-8,3-5 1,1 4 114,4-4 0,0 4-163,0-4 0,0 4 55,0-4 1,4 4 14,1-4 0,5 4-139,-1-4 1,-3 2-45,-2-3 0,2-2-2,-1 3 1,-1-3 158,-4-2-57,0 1-122,0-1-167,0 0 0,-1-5 70,-4-4-51,4-2 1,-5-4-311,6-2 0,0-4-398,0-5 0,4-2 319,1-3 1,5-1-153,-1-3 0,3-2 22,1 6 1,5-4-232,0 4 0,0 0 516,-5 5 0,5 1-2,0 3 0,0 3 354,-5 6 0,0 0 75,1 0 0,-1 2 259,1 2 0,-1 8-252,0 6 1,-4 1 148,0-1 1,-6-3-12,2 3 1,1-4 134,-2 0 0,0-1-255,-4 1 97,0-1-660,0 0 0,2-5-61,2-4 0,-1-2-250,6-2 1,0-6 303,5-3 1,-1-3-67,0-1 1,2-5 23,3 0 0,-2-6-98,7 2 0,-5-2 247,4 2 1,-6 2 248,2 7 0,1 0 9,-1-1 0,4 2 136,-4 3 96,0 4 1,-4 5-137,-1 0 1,-4 0 364,0 0-326,-6 5 1,4 1 348,-2 3-483,-4 3 1,5-9 199,-6 6-77,0-6 124,0 3 249,0-6-556,-6 0-187,-1 0 1,-7 0 169,1 0 1,-5 2-61,0 2 1,-1-1 5,1 6 1,2-5 43,-7 5 0,7 0 1,-2 5 0,0-6 13,5 1 0,-3 0 3,7 5 1,-2 1-59,2 2 0,3-2 17,6 3 0,2-5 10,2-4 0,4 2-111,5-7 1,7 5-84,2-4 1,3-1 31,2-4 1,-2-1-40,-3-4 0,2 2 110,-6-6 1,4 0 182,-4-4 0,0-2 5,-5-3 0,-1 3 192,-3-2 0,-1-3-58,-4 2 1,-2 1 344,2 3 100,-2 1-345,-2-1 0,-2 7 176,-2 3-291,2 2 0,-8 8 13,5 3 0,1 7-145,4 2 0,0 1-239,0-1 0,0-3 196,0 3 0,0-3 36,0-2 1,1 1-86,4-1 0,2 0-54,7 1 0,0-7-145,4-2 0,-1-4 83,5-1 0,-4-1-153,4-4 0,-4-2 117,4-7 1,-1-1 60,1-2 0,2-4 51,-6-6 0,0 0 95,-5 1 0,-1 0-13,-3 4 338,-3 3-93,-6 5 0,-6 7-28,-3 2 0,-3 4-27,-1 1 1,-1 6-177,1 3 1,1 3 1,3 1 0,-1-4-109,5 0-138,1 0 0,5 3-190,4-3 0,-1-3 141,10-6 0,-4 0 23,8 0 0,1 0 78,-1 0 1,4 0 127,-4 0 1,4-5 63,-4 1 0,0-1 202,-4 5 0,-6 0 77,1 0 0,-4 0 298,4 0 1,-6 2 153,1 2 1,-2-1-237,-2 6 1,-2 0 286,-2 4-576,2 1 0,-8-1-38,5 0-126,1 1-441,4-1 103,0-5 1,6-2-522,3-6 1,3 0 256,1 0 0,0-6 157,1-3 0,-1-5 88,1-3 1,-1 2 183,0-3 0,1 3 106,-1 2 1,-1-1 46,-3 1 0,1 4 533,-5 0-46,-1 6-40,-4-3 0,0 12 206,0 3 1,0 3-268,0 1 1,0 1 85,0-1 1,0 0-165,0 1 0,0-1-150,0 0 1,2 1-243,2-1-254,4-5 0,6-2-11,4-6 0,-3 0-551,3 0 0,1-2 202,-1-2 1,1-4 219,-1-5 0,-3-1 237,3 1 1,-3 0 74,-2-1 0,1 2 79,-1 4 0,-4-3-19,0 7 297,-6-1 0,4 5 369,-2 0 0,-4 6-285,4 3 0,-2-2 135,1 2 0,-1 0-159,6 5 1,-5-1-116,5 0 1,0-4-131,5 0 1,3-4-264,1 4 1,6-6 126,-2 1 0,4-2-68,0-2 0,1-2 18,0-2 0,0-2-73,-1-3 0,-3-3 223,-1 3 1,-6-3-69,2-1 0,-7 1 619,-2 3-298,-6-3 0,2 5 85,-5-7 1,-5 5-139,-4 0 1,-3 6-77,-2-1 1,1 2 9,0 2 0,-1 0-146,1 0 1,-1 0-405,1 0 336,0 6 0,1 2-210,3 5 0,1 5 213,4 0 1,2 1 225,-2-1 1,3-2-125,1 7 1,-2-6 142,-2 6 0,2-1-8,-2 5 1,2-2 188,2-3 1,-4 2-50,-1-6 0,-5 4 2,1-4 1,1 0-43,0-5-43,-1-5 0,-5 2 62,1-5 1,1-2-85,3-8 1,-1 2 17,5-6 1,-1-1-188,2-8 1,2 3-206,-2-3 0,8-2-1081,5-3 0,5 2 628,3-1 1,-2 6-1071,3-2 0,3-1 265,1 1 0,-1 0-233,1 5 0,-1-1 1679,1 1 0,17-22 0,7-9 0,2-4 0,-1 1 0</inkml:trace>
  <inkml:trace contextRef="#ctx0" brushRef="#br0">31933 11397 7703,'0'-13'678,"0"4"171,0 0 0,0 5-253,0-5 1,0 4 993,0-4-738,0 6 1,5-3-352,4 6 0,3 2-112,2 2 1,1 10-58,2 8 1,0 3 118,5 2 1,-6 7-128,2 6 1,2 2 28,-3 7 0,1-4-155,-4 4 0,-6-2 25,1 2 0,-6 6 247,2-6 1,-5 6-56,-5-6 1,-2-1-141,-6 1 1,-7-2 3,-2 2 0,-3-2 123,-2-7 1,-4 0-173,-1 0 0,-5 2-130,2-7 0,-2 1 32,1-14 0,3-2-73,6-3 0,2-3 49,3-5 0,7-3-110,6-6 1,6-2 13,-1-2 0,-2-4 65,1-5 0,1-1-1471,4 1 0,0 0-536,0-1 1,0-3-3471,0-1 5400,6-6 0,-11-44 0,4 24 0,1 1 0</inkml:trace>
  <inkml:trace contextRef="#ctx0" brushRef="#br0">24682 12837 7799,'0'-7'1513,"-6"-6"-899,5 11 1,-7-9 551,3 7-413,3-1-20,-4 5-475,0 0 1,3 6-1,-7 4 1,5 2-111,-4 2 0,1 5 10,-2 0 1,-1 2-97,7-2 1,-6 3 18,5 6 1,-4-1-260,4-3 0,0 3 47,5-4 1,0-2-35,0-2 1,5 1-24,0-1 1,6-4-150,-2-6 0,9-6 115,1 2 1,1-3 207,-1-2 0,-3-7 177,3-2 1,-3-4-76,-2-1 1,-1-5 196,-4 0 1,2-1-217,-6 1 0,0 3-127,-5-3 1,-2 5 35,-3 4 1,-7-1-178,-7 6 0,-5 1-422,5 4 0,-6 1 10,1 4 1,2 3-290,-2 6 1,7-3 209,-2 3 1,5-6-110,4 11 0,-1-11 799,7 6 0,-1-3 0,30 10 0,7 1 0</inkml:trace>
  <inkml:trace contextRef="#ctx0" brushRef="#br0">24782 12695 7799,'-14'-14'0,"0"3"212,-1-3 0,1 7 355,0-7 1,0 5-89,-1-1 1,0-1 54,-4 6 0,1 1-115,-5 4 1,4 0 70,-5 0 0,0 6-206,-4 4 0,1 2-68,3 2 1,-3 7-84,4 3 1,1 4 27,-2 5 1,7 2-13,-2 3 0,3 3 8,2-3 1,6 3-139,3 2 0,3-2 22,2-3 1,7 1-198,2-6 1,9 0 1,0-4 1,8-2 64,-3-4 0,4-4-97,2-9 1,1 1 27,3-6 0,-3-1 99,3-4 0,2 0 64,-2 0 0,2-6 113,-2-3 1,-3-6-24,3-4 1,2-3 191,-2-6 1,-1-7-123,-9-3 1,1-3-54,-10-2 0,-3-1 356,-11-3 0,-1-8-238,-4-7 0,-4 2-306,-10 8 0,-8 0 24,-6 9 0,-5 5-343,4 14 1,1 10-205,5 9 0,-1 4-564,1 1 0,0 11 172,-1 3 1,5 15-1645,1-1 2635,5 4 0,-8-1 0,2 7 0,-3 6 0</inkml:trace>
  <inkml:trace contextRef="#ctx0" brushRef="#br0">25379 12909 7843,'-6'-15'725,"-2"1"172,0 0-69,2 6 215,6 2-675,0 6 0,0 6 31,0 3 1,0 6 58,0 4 1,0-4-33,0 4 1,0 3-16,0 2 1,0 3-163,0 1 1,0-4-51,0 0 0,0-2-24,0 2 1,0 3-99,0-4 1,0-2-18,0-2 1,0-4-211,0 0 0,0-6-1608,0 1 53,0-7-741,0 3 1450,0-6 0,1-6-1180,4-4 2176,3-2 0,2-30 0,0-13 0,1-3 0,1-1 0</inkml:trace>
  <inkml:trace contextRef="#ctx0" brushRef="#br0">25351 12909 7843,'-15'-15'0,"6"1"382,0 0 1,5 4 584,0 1 0,-3 4 1299,3-4-1674,-1 6 1,11-5-202,4 3 0,4 2-213,5-7 0,3 7-67,6-2 1,1-1 125,-1 1 1,1-4-28,-1 4 1,-1-1-306,-3 1 1,-4 3 81,-6-2-475,1 2 0,-8 4-776,-2 2 0,-3 0-1086,-2 5 1,-11 1 1094,-3 4 1255,-10 0 0,-9 7 0,-7 4 0,-6 2 0,1 0 0</inkml:trace>
  <inkml:trace contextRef="#ctx0" brushRef="#br0">25322 13051 7843,'0'14'2668,"0"-6"-1168,0-2-507,0-6 1,7 0-575,2 0 1,4-5-143,1 1 1,0-7-836,0 1 0,2 2-227,3-1 1,-3 1-555,3-2 0,-3 2 1339,-2 4 0,13 21 0,3 0 0</inkml:trace>
  <inkml:trace contextRef="#ctx0" brushRef="#br0">25763 13108 7843,'8'-7'852,"-2"-1"1304,-6-6-327,0 0-677,0 0-613,-6 6 0,-2 1-377,-6 7 0,0 0-211,-1 0 0,1 7 65,0 2 1,0 5-151,-1 5 1,1-1-80,0 5 1,1 0 78,4 0 1,-2 3-234,6-7 1,-1 4 17,1-4 0,3 0-207,-2-5 1,8-1 192,6-4 0,3-2-117,1-7 0,6 0 155,4 0 1,-2-8 98,2-6 0,-2-1 149,2-4 0,-2-3 456,-3-1 0,-3 1 157,2-2 0,-3 2-275,-6-2 0,-1-1 583,-3 6-40,-4 0 446,6 11-899,-14 2 1,0 12-160,-8 3 0,6 6-9,-1 4 1,6-2-83,-6 7 1,7-5-89,-2 4 0,4-5-52,1 1 1,1-4-23,4 0 1,-2-1-215,7 0 1,-1-6-312,5-3 0,2-4 104,3-1 0,-3 0-343,3 0 1,1-6 356,-1-3 1,0-4 190,-5-1 1,-1-5 593,-3 0 1,1 0-172,-7 5 0,1 4 208,-5 1 17,0-1 447,0 2-30,0 2 0,0 17-474,0 3 1,0 8-126,0-3 0,5 0-129,0-5 1,1 1-102,-1-1 1,3 0-240,6 0 1,0-6 93,0-3 1,0 1-73,1-1 0,4 0-49,0-5 1,4-5-311,-4 0 1,0-6 318,-5 2 1,1-9 53,-1-1 1,-2 0 604,-2 5 1,-4 0-12,-6 0 1,5 4 911,0 1-1022,-1 6 0,-5-4 10,-4 7 0,2 2 46,-6 3 1,5-2 61,0 6 0,-3 1-173,3 4 0,-1 0 17,5 0 1,0 1-251,0-1 1,1-1-131,4-4 1,-2 4-131,7-4 0,-1-3 90,5-1 1,1-3-79,-1-2 0,5-2 111,0-3 0,5-2 40,-6-8 1,6 0-68,-5-4 1,5-4 88,-5-5 0,0-5 150,-5 0 1,0-7-60,0 2 1,-6-1 71,-3 1 1,-3-2 14,-2 7 0,-2 2 193,-3 7 1,2 3-44,-6 7-11,-1 6 0,-4 2-30,0 6 0,1 6-73,4 4 0,-4 4-103,4 5 1,1-2 173,-2 7 1,7 0 199,-2 4 1,2 1-92,-2-1 0,4 0 160,-4 1 1,3-1-199,2 1 0,0-2-8,0-4 1,7 3-234,2-7 1,-1 4 93,2-4 0,1-1-517,8-9 0,-2 2 2,7-6 0,-1 4-253,6-4 1,-1-2 312,1-8 1,-1 1-79,1-10 0,-1 2 425,0-7 1,-1-3-125,-3-1 1,-2-4 165,-3-2 0,-3-5-32,3-4 1,-10 1 333,-4 0 1,-3 0-74,-2-1 1,0 0 54,0 10 1,-5 3-43,0 10 0,-6 8 27,2 2 1,1 3-202,-2 2 0,1 13-173,-5 6 0,4 6 204,1 4 0,5 1-38,0 3 1,2-2 372,2 7 0,0-6-1,0 1 1,0 2 118,0-2 0,0-5-218,0-4 1,2-2-129,2 2 1,0-4-561,5-5 369,1-1 0,4-6 2,0-4 1,-5-2-206,1-2 0,-1-2-880,6-2 1,-1-4-42,0-6 0,0-2-396,0-3 0,1 1 353,-1-5 1,0-3-499,0-7 1,-4 3 1629,-1-3 0,-31-22 0,-3-5 0</inkml:trace>
  <inkml:trace contextRef="#ctx0" brushRef="#br0">26815 13008 7843,'-14'2'-857,"0"2"0,-1-2 1424,1 3 1,0 1 2385,0-1-1431,6 6-736,2-3 1,13 1-171,8 1 0,12-7-240,10 2 0,9-5-505,2-5 1,-1-2-481,-4-2 1,-9-2-709,-5 6 1,-2-1 954,-8 1 362,-7 4 0,-81-6 0,21 7 0,1 0 0</inkml:trace>
  <inkml:trace contextRef="#ctx0" brushRef="#br0">27626 13051 7745,'-8'-15'0,"1"1"0,7 0 0,-1 0 1131,-4 0 1,3 4 546,-2 1 666,2 5-1044,2-2-719,0 6 1,2 0-150,2 0 1,-2 6-33,3 4 0,-4 9-38,-1 5 1,0 2 167,0 3 0,0 4-363,0 0 1,0 2 1,0-2 1,0-3-367,0 3 0,0 2-98,0-2 1,0-1-319,0-8 1,2-2-430,3-3 133,3-4 1,6 0 368,0-11 0,2-4 23,3-4 1,-3-9 421,2-6 1,-2-6-64,-2 1 0,1-3 126,-1-1 1,-5 1 187,1 3 1,-7 4 230,2 5 0,-2 6-46,2 0-35,-4 5 0,6 0 14,-7 8 0,0 4 158,0 6 0,0 2-19,0 3 1,0-1-110,0 5 1,0-1-189,0 2 1,1 1-128,4-6 0,3 0-227,6-4 0,0-6-7,0 0 1,5-5-226,0 0 1,2-4 260,-2-4 1,-3-4-63,3-6 1,-4-2 188,0-3 0,-6-3 36,1-7 1,-7 1 184,1-1 0,-2 2-152,-2 4 1,-8-2 6,-6 6 1,0 0-136,-5 4 0,-2 3-186,2 2 1,-1 6 105,1 8 1,1-1-135,-5 7 1,7 4-43,2 5 1,-1 5 10,6-5 1,3 6 309,1-1 0,3-2 22,2 2 0,2-7 127,3 2 0,4-3-132,10-2 1,-2-6 122,7-3 1,0-4-112,4-1 0,1-1 27,-1-4 1,1-5-4,-1-9 0,0 2-87,1-7 0,-1-1-143,1-8 1,-1 1 102,1-6 0,-7 2-24,-3-2 1,-5-3 60,-5 3 1,-2 3 1,-7 2 1,0 9 85,0 6 1,0 2 161,0 2 0,-7 6-11,-2 3 1,1 5-121,-1 5 0,-2 3 116,-8 6 1,3 5 47,-3 0 1,3 6 133,2-1 0,4 2 38,1 3 1,1-1 189,-2 1 1,3-1-137,2 1 0,3-1 22,-3 0 0,4-4-247,1 0 0,6 0-27,4 4 1,2-1-97,3-3 0,4-4-43,-1-6 0,6 1-164,-5-1 1,6-2-92,-1-2 0,-2-4-343,2-6 0,-2 0-83,2 0 0,3-8 268,-4-6 1,-1-2 80,2-7 0,-2-3 53,2-7 0,1 2 136,-6-7 1,-1 6 1,-9-1 0,2 4 331,-6 6 1,6-4 311,-10 11-352,-1 2 0,-7 9 128,-8 10 0,-4 3-117,0 6 0,-1 2-77,1 3 1,5 1-49,-1 4 1,3 3 79,7-4 0,-4 0-1,4 0 1,0-1-122,5 2 0,2-2-131,2-3 1,4-3 5,7 3 0,5-5-192,4-4 0,3-4-293,1-6 1,1 0 148,-1 0 1,5-8-7,0-6 0,-1-2 199,-8-8 1,1 2-5,-6-1 0,5-7 104,-5 6 0,-5-5 244,-5 10-31,-6-6 0,4 9 748,-7-3-340,0 10 0,-7 3-202,-2 6 1,-2 6-80,1 3 1,-2 4-40,2 1 0,2 0 16,-1 1 1,6 0 30,-2 4 0,-1-3 107,1 3 1,0-1-237,5 1 0,0-4 106,0 4-314,6-3 1,1-2-80,2 1 0,-1-6-459,-3 0 432,-4-5 209,12 2 0,-11-8-51,2-2 1,-2-4-15,-2-6 0,2-2-87,2-3 0,-2 1 42,3-5 1,-4 1-56,-1-2 0,2-1 35,3 6 0,1-2-65,3 2 1,4 8 157,-4-3 1,9 4-23,1 1 1,1-2-35,-1 6 1,-3 0 79,3 5 1,-2 0-110,2 0 0,-8 5-79,4 0-1186,-4 6 486,3-3 1,-5 4-1832,1-2 1920,-7 3 821,3-6 0,-18 1 0,-4-1 0</inkml:trace>
  <inkml:trace contextRef="#ctx0" brushRef="#br0">29317 13264 7799,'8'-6'0,"-1"2"467,-7-5 1,0 4 673,0-4 1,0 4 235,0-4 0,0 4-450,0-5 1,0 6-76,0-6 0,-2 7-527,-3-2 0,-3 4-220,-6 1 0,0 1 48,0 4 1,-2 3 12,-3 6 1,3 0 12,-3 0 0,0 5-242,5 0 1,-3 5-85,7-5 0,2 5-142,-1-5 1,6 0-294,-2-5 0,3 0 132,2 0 1,8-1-276,6-4 1,2-2 293,8-7 1,0-2-82,4-3 0,-1-2 285,-3-8 0,1 1 127,-6 0 0,5-5 270,-5 0 1,0-5 72,-5 5 0,-5 0 261,1 5 1,-7 0 210,2 0 588,-4 6-857,-1 1 1,-6 11 114,-4 5 0,2 1-182,-1 9 1,4-4-74,-4 0 0,6 0-194,-2 4 1,3-3-265,2 3 1,0-8-388,0-1 1,7-6 65,2 6 1,5-7-531,5 2 0,-3-5 508,3-5 1,2 2-78,-2-7 0,4 1 365,-4-5 1,0-5 307,-5 0 1,-4 5 109,-1 4 218,1 1 387,-2 1-287,4 1 1,-10 9 517,3 3 0,-4-1-462,-1 11 0,5-4-4,0 8 1,-1-4-315,-4 0 1,0-1-189,0 0-328,0 0-41,0 1 0,0-6-1002,0 0 942,0-5 0,5-4-241,0-10 1,4-2 218,-4-3 0,6-4-40,-1 0 1,-2-1 139,1 1 366,1 3 1,4-4 462,0 5 0,0 7-178,0 4 0,-4 2-53,-1 2 1,-1 2 10,2 2 1,1 0 168,-6 5 0,4 1-235,-4 4 1,4 0-58,-4 0 0,6 0-272,-2 1 1,4-6-371,1 1 0,1-7-323,-1 2 0,0-4 328,0-1 1,2 0 97,3 0 0,-2-6 155,7-4 1,-5-1 225,5 2 1,-7-4-74,2 4 0,-5 1 761,-4-2 309,2 7-754,-4-3 1,2 6 383,-1 0-122,-6 0-329,10 0 1,-10 0-72,7 0 1,-6 0-126,6 0 1,-5-2-3,4-3-374,1 4 223,4-5 1,-5 1-179,1 0 572,-7 0-58,3 5-41,-6 0-225,0 0 40,-6 0 1,-2 0-34,-6 0 0,-2 2-241,-3 3 0,3 1 237,-3 3 0,-1 4 19,1-3 1,0 2 258,5 2 0,4 1-55,1-1 0,4 0 11,-5 0 0,7-3-113,-1 4 1,4-9 34,4 8 0,6-4-25,9-1 0,3-1-183,6-3 1,5-4 97,1 4 1,5-5-157,-1-5 0,-2-3 228,2-6 0,-1-5-45,1 0 1,-4-1 108,-5 1 0,-6 1-53,1-5 0,-8 5 127,-2-1 0,-6 4-89,-8 0 0,-2 7 26,-2 4 1,-1 2-90,-9 2 1,1 0-135,-11 0 0,2 6-231,-1 4 1,-3 3 158,7 1 0,2 0-89,8 0 109,-4 7 1,11-5-366,-2 3 300,2-4 0,8-2 66,4-4 0,2-2-65,3-7 1,5 0-140,4 0 0,-4-2 52,-1-3 1,2-1-538,-2-3 0,0-4-368,-5 4 1,-6-9 55,-3-1 1,-4-1-2019,-1 1 3144,-12-3 0,-43-10 0,-20-3 0,18 10 0,0 0 0,0-1 0</inkml:trace>
  <inkml:trace contextRef="#ctx0" brushRef="#br0">28066 13235 7799,'-36'8'348,"3"-3"1,9-3 951,5-2 1229,3 0-2462,8 0 1,8 0-715,10 0 0,9-2 647,5-3 0,14-1 0,7-2 0,5-3 0,0 0 0</inkml:trace>
  <inkml:trace contextRef="#ctx0" brushRef="#br0">30355 8956 8032,'0'-8'1607,"0"1"-722,0 2-485,0 3 1,0-6 118,0 4-117,0 2 292,0-4-181,0 6 0,-1 6-178,-4 3 0,-1 6-87,-4 4 0,-4-2-247,0 7 0,0-1 72,-5 6 0,3-5-19,2-1 1,-1 1 74,1 4 0,0-6-557,0-3 0,1 2-18,4-2 0,-2-5-241,6-4 0,-5-6-482,6 6 241,-1-7 0,6 3 233,4-6 0,0-1-219,9-4 0,-1 2 914,10-7 0,14-24 0,7-12 0</inkml:trace>
  <inkml:trace contextRef="#ctx0" brushRef="#br0">30668 8971 8200,'-9'-8'934,"-1"3"0,5 3-482,-4 2 1,-1 0 57,-4 0 1,0 0-167,0 0 0,0 2-136,-1 3 1,1-2-45,0 6 0,4 1-136,1 4 1,4-1 45,-4-4 0,6 4-87,-2-4 1,3 4 0,2 1 1,7-1-171,2-4 1,5 4-1,5-4 0,-3 2 48,3-1 0,-3 1 73,-2-6 0,0 4-3,0-4 13,1 6 126,-7-3-33,-2 6 1,-9-4-6,-7-1 0,-1-6 83,-12 2 1,-1-4-284,-5-1 1,3 0 77,2 0 0,-1 0 45,6 0 1,0 0-82,4 0 44,1 0 0,6-1-295,4-4-19,2 4 0,8-6 234,4 7 0,9 0 276,4 0 1,4-1 50,2-4 1,1 3-102,3-2 1,-3-4 0,3-2 1,-1 2-21,1-1 1,-5 1-3,1-2 1,-2-2 37,-8 2 1,0-2-48,-5-2 0,-2-1-79,-2 1 6,-4 0 1,-7 1 57,-4 4 1,2-2 30,-7 6 1,-1 0 97,-8 5 0,3 2-89,-3 3 1,4-2 7,0 6 0,1 1 56,0 4 0,0-5-68,0 1 1,6-1 3,3 6 0,2-1-41,-2 0 0,3 0-78,-2 0 0,4-4 7,4-1 0,6-4-188,9 5 1,-2-7 98,7 1 1,-2-2-112,2-2 1,3 0 96,-4 0 0,-1-6 24,2-4 1,-2-2 70,2-3 1,-2-4 98,-3 0 0,-2-1 59,7 1 1,-7 5 9,2 0 0,-3-1 24,-2 6 0,1 3-46,-1 1 62,0 3 1,-4 2 76,-1 0-16,-6 7-98,4 0 29,-7 8-152,0-1 52,0-6 0,-2 0 2,-3-4 1,2-2-51,-6 3 0,4-4-17,-5-1 1,1 0-6,-5 0 1,3 0-13,-4 0 0,9 5 27,-8 0 0,3 4-4,-3-4 1,-1 4 41,1-4 1,1 6-29,4-1-2,-4 2 0,12 3 1,-4-1 5,3 0 1,4-1-97,3-4 1,7-1-159,7-3 0,5-4 129,-5 4 0,5-3-87,-5-2 0,6-2 133,-1-3 0,-4-3 86,-1-6 0,2 0 145,-2 0 1,0 0-43,-5-1 1,-5 1 431,1 0-213,-7 0 94,10 0-267,-12 6 1,4 1-44,-10 7 1,4 7 52,-4 2 0,-1 4-67,1 1 1,-2 5 5,3 0 1,2 0-99,-3-5 0,4 0-143,1 0 1,1 1-257,4-1 0,3-6 208,6-3 1,2 1-233,3-1 0,-3-1 167,3-4 0,1-4 17,-1-1 0,0-8 113,-5-1 0,1 0-28,-1-5 1,0-2 99,0 2 0,-4 0 201,-1 5 0,-6 0 96,2 0 303,-3 6 173,-2 2-498,0 6 1,-5 6 21,0 3 0,1 4-92,4 1 1,-5 0 144,0 1 0,0-1-201,5 0 0,0 0-72,0 0-309,7 1 1,1-3 161,6-2 1,0-4-226,0-6 0,0 0 146,1 0 1,-1 0-35,0 0 0,-1-6 153,-4-4 0,4-2-69,-4-3 1,-1 1 74,2 0 0,-7 0 164,2 0 0,-2 1 78,1 3 317,-2-2-264,4 10-110,-6-4-63,-6 6 1,3 6 94,-7 4 1,7 2 91,-2 3 1,4 0-175,1 4 0,0-3-42,0 3 1,0-3-5,0-2-22,0 0 1,0 1 55,0-1 0,0-5-18,0 1 1,1-7 135,4 2 1,-2-2 71,7 2-73,-7-4 1,8 4-39,-6-10 0,4 2 110,-4-7 0,0 1-150,-5-5 0,1 4-16,4 1 0,-3-1-41,2-4 0,-2-5-269,-2 0 1,0 0-19,0 5 0,0 0 128,0 0 1,0-1-207,0 1 11,0 0 75,0 0 1,5 4-3,-1 1 0,3 6-81,-2-2 1,-2 3 142,6 2 1,-4 0 37,4 0 1,-4 2-335,5 3 56,-7-4 0,8 7-1073,-6-3 929,6-4 0,-8 10-45,6-6 0,-6 2 28,2-3 583,-3-2 0,23 10 0,7-4 0</inkml:trace>
  <inkml:trace contextRef="#ctx0" brushRef="#br0">31948 9155 7835,'-10'0'-1634,"1"0"4072,6 0-667,-10 0-10,11 0-484,-4 0-38,6 0-818,0 7 0,0 1 0,0 6 0,0 0-183,0 0 0,0 0-53,0 1 0,5-1-44,0 0 1,-1 0-197,-4 1-564,7-1-289,-6 0-913,12 0 1083,-12-6 1,6 0-1669,-7-3 1194,0-4 14,0 6 1198,0-7 0,6-76 0,-2 28 0,0 1 0</inkml:trace>
  <inkml:trace contextRef="#ctx0" brushRef="#br0">32047 8985 7835,'0'-8'2674,"0"0"-1387,0 3 393,0 4-741,0-6 107,0 7-281,0 0-986,7 0 17,-6 7 0,7-1-434,-3 3-927,-4 4 520,6-5-373,-7 6 591,6 0 378,-4-6 575,4 5 1,-1-10 243,-1 7 111,1-7 1,-3 8 308,2-6-10,-2 6 0,4-3-242,-6 6 1,0 0 162,0 0 0,0 2-237,0 3 1,0-3-199,0 3 1,0 1-71,0-1 1,5 0 101,0-5-307,0 7 0,-5-5-166,0 3-244,0-4 0,1-5-451,4-1-19,-4-5 0,7 2 145,-3-6 0,-3-2-380,2-2 1,-2-4 218,-2-7 0,0-4 306,0 0 1,0 1 65,0 3 1,-2 1 292,-2 0 1,-4 0 243,-6-1 0,4 6 138,1 0 0,1 4 792,-2-5-264,-2 7 986,4-10-79,0 12-899,1-5 1,9 6-214,3 0 0,3 0-273,6 0 1,6 0-175,4 0 1,-2 0 20,2 0 1,-5 0-143,5 0 1,-7 0 18,2 0 1,-3-5-184,-2 0 0,-5 0-328,1 5 310,-7 0 228,3 0 1,-6 2-15,0 3 1,0 3 8,0 6 1,-1-5 679,-4 1 1,3-1 468,-2 5-680,-4 1-297,6-1 0,-2-1-422,8-4 0,4-3 153,6-6 0,1 0-23,-1 0 1,0-1-4,0-4 1,5-1-30,0-4 1,-1-2 125,-9 2 0,4-1 241,-4 2 1,-1-2 334,2 6-190,-7-6-140,3 9 0,-1-3 100,-1 10 1,1 5 134,-5 9 0,0-2-18,0 7 1,0-1 48,0 6 1,-5-1-158,1 1 0,-7-6-42,1 1 0,-2-2-369,-3 2 1,3-4 145,2-5 0,-2-3-31,2-2 50,-3-4 0,-1-6 228,0 0 0,6-2-236,3-2 1,4-6-10,1-9 0,1-1-208,4-4 1,3-3-349,6 3 1,7-2-42,2-3 0,0 7-437,0 3 0,-5 5-927,1 4 1,1-1 1956,-1 7 0,-13 12 0,-7 7 0</inkml:trace>
  <inkml:trace contextRef="#ctx0" brushRef="#br0">27398 13179 7913,'-8'0'238,"2"-2"0,4-1 1098,-3-2-54,4 0-432,-5-1-539,6 5 1,12-6-1,7 7 1,13 0 139,6 0 0,9 0-116,5 0 0,4-5 12,0 1 0,0-1-351,-4 5 0,-10 0-55,-8 0 1,-6 0-276,-4 0 87,-10 0 31,-8 6 0,-7-4-186,-4 3 0,2-4-417,-7-1 1,-5 0-675,-9 0 1,-3 5 209,-1 0 1283,-1 6 0,-24 4 0,-11 3 0,-5 5 0,-1 0 0</inkml:trace>
  <inkml:trace contextRef="#ctx0" brushRef="#br0">25408 13790 8288,'0'-8'1134,"0"-5"-512,0 5 0,0-1 798,0 0-143,0 5-44,0-2-377,-7 0-346,6 4-215,-6-4 1,3 7-33,-1 4 1,-8 5-78,-1 9 0,-2 3 32,-7 6 0,-1 7-191,-5 3 1,1 8 85,-1 1 1,-1 7-230,-3-2 0,3 3 179,-3 2 0,3-6-109,2-4 0,1-4 42,3-6 1,4 1-138,5-9 1,7-4 267,4-11-13,2-6-432,2-1-86,0-7 1,0-2 258,0-3 0,5-3-312,0-6 0,4 3-811,-4-3 0,6 8 347,-2-9 921,4 4 0,45-22 0,12-5 0</inkml:trace>
  <inkml:trace contextRef="#ctx0" brushRef="#br0">25521 14032 8304,'0'-15'-761,"0"1"1091,0 0 1,-4 4 2442,-1 1-2126,0 6 1,5-5 498,0 3-542,0 4 1,0 7-196,0 13 0,0 1-86,0 4 1,0 0-108,0 4 1,0 1-5,0-1 0,0 1-75,0-1 1,2 0 33,2 1 0,-2-1-182,3 1 1,-4-6 88,-1 1 0,0-5 22,0 5 1,0-7-214,0 2 1,-1-5 64,-4-4 1,3-2-310,-2-4-358,-4-2 157,0-2 1,-5-9 13,4-10 0,2 1-258,7-6 0,-4 1 324,-1-6 0,2-1-12,8-3 0,-2 2 396,6-7 0,1 5-56,4-5 1,0 4 473,0-3 0,1 5-15,-1-1 0,0 4 265,0 6 0,0 2-246,1 7 1,-1 4 143,0 1 0,0 6-142,0-2 1,1 5-102,-1 5 1,0-2-59,0 6 0,-4 1-23,-1 4 0,1 5-152,4 0 0,-6 2 78,-3-3 1,-4-2 10,-1 3 1,0 2-22,0-2 1,-6 0-115,-4-5 0,-4 0-119,-5 0 1,-1 1 10,-4-1 0,-3-2-12,3-2 0,-1 1 93,1-6 1,-1-1-152,6-4 233,0 0 199,5 0-532,6 0-358,2 0 994,18 0 0,-2 0-84,9 0 0,-3 0-9,-2 0 1,0 2-12,0 3 0,5 3 203,0 6 0,0-5-296,-5 1 1,1-1-14,-1 6 0,2-1-12,3 0 0,-4-1-151,4-4 1,-1 2-167,1-6 1,-2 4 8,7-4 1,-5 0 161,4-5 1,-5 0 17,1 0 0,-3-7-22,-2-2 0,-2-4 123,-2-1 1,1-5 187,-6 0 1,-1-4-120,-4 4 1,0-5 145,0 5 1,0 0-75,0 5 0,-1 1-186,-4 4 0,-3-2-135,-6 6 0,0 0 179,0 5 1,-1 6-118,1 4 0,0 4 53,0 5 0,0-3-169,-1 3 1,6 1 165,-1-1 0,7 2 23,-2-2 1,4-3-207,1 3 1,0-4 92,0 0 0,1-3 1,4-2 1,3 1 42,6-7 1,7 1-11,3-5 1,-2 0-74,1 0 1,1-6-143,4-4 1,1-2 145,-1-2 1,-4-2 48,0-3 0,-7 1 258,2-5 1,2 5-79,-2-1 1,0 4-148,-5 0 1,2 6 88,2-1 1,-2 7 167,3-1 0,2 2-122,-2 2 0,0 6 350,-5 4-266,0 2 1,-4 7 172,-1 0 1,-6 0-27,2-4-200,-3-1 1,-2 0-174,0 0 1,-7-4 141,-2-1 0,-4-6-362,-1 2 0,-2 1 78,-3-1 1,2 0-59,-7-5 1,2 0-3,-2 0 1,-1 0-107,6 0 1,0 1 97,5 4 0,0-3 70,-1 2 0,6-2-145,-1-2 160,7 0 0,-3 2 300,6 2-24,0-2 0,6 4 50,4-6 0,2 0-37,3 0 1,4 0 142,0 0 0,6 0-312,-1 0 1,2 0-347,3 0 1,-1-5 32,1 1 0,-6-7 161,1 1 1,-2 2 125,2-1 0,-2-1 65,-3-4 1,-3 5 264,3-1 0,-5 1-181,-5-5 1,2 4 168,-6 1 0,0 4 1151,-5-5-500,0 7-110,0-3-520,0 6 0,-2 1-35,-2 4 1,2-2-59,-3 7 1,4-1-179,1 6 1,0-1 71,0 0 1,0 0-78,0 0 0,1 1-380,4-1 0,3-5 144,6 1 1,0-1-4,1 5 0,4-4 117,0-1 0,4-5-60,-4 0 1,5-2 111,-5-2 1,5-2 153,-6-2 1,1-4 22,-4-7 1,-1 0-78,0-4 0,5 1 172,0-5 1,-5-1-97,-4-4 0,-6-3-183,6-2 0,-7 3 61,2-3 1,-4 0-30,-1 5 1,0-4 43,0 8 1,0-1-18,0 1 58,-6 4 2,-2 6 49,-6 6-62,0 1 0,0 9-121,-1 3 0,6 3 150,-1 6 0,2 2 176,-1 2 1,-2 0-18,6 6 0,-4-5 257,4 4 1,0-1-120,5 2 0,0 3 117,0-3 0,0 1-180,0-1 0,0 2 9,0-2 1,2-3-241,3-2 1,2 1-102,8-1 1,-1 0-84,0-5 1,0-1 27,1-4 0,3 2-153,1-6 0,2 0 59,-2-5 1,-2 0-60,7 0 1,-2-6 107,2-4 1,-2-3 65,-3-1 0,-3-5 19,3 0 0,-4-4 44,0 4 1,-6-5 10,1 5 0,-7 0-15,2 5 294,2 0-84,-5-1 447,4 8-629,-12 0 1,3 7-199,-7 0 0,6 11 334,-6 3 1,5 4 1,-4-4 0,6 0 157,-2 1 1,3 0-122,2 4 1,0-3-35,0 3 0,0-3-98,0-2 0,2 0-82,3 0 0,4-1-2,10-3 1,-3 1-237,3-7 0,3 1 27,2-5 0,-2 0-2,2 0 1,-2 0-75,1 0 0,3-6 195,-7-4 0,4-4 45,-4-5 0,0 2 36,-5-7 1,1 5 170,-1-5 1,-1 2 9,-4-1 114,-3-4 1,-6 11 246,0-3 12,0 10-181,0 2 0,-1 7-241,-4 0 0,2 2-209,-7 3 1,2 2 173,-1 8 1,-4 0-23,4 4 1,1-3 128,-1 3 1,5-3 145,0-2 1,-3 2-335,3 3 1,-1-3 78,5 3 1,0-4 60,0 0-53,0-1 0,6 0-207,4 0 0,2-6 3,2-3 1,7 1-191,3-1 1,-2 0 45,2-5 0,-1-7 8,6-2 0,-1-4 160,1-1 1,-6 0-15,1 0 1,-7-5-13,2 0 0,-3-5 86,-2 5 1,-1 0 183,-4 5 0,-2 4 16,-7 1 251,0 6-257,0-3 1,1 7-6,4 4 482,-3 3 0,5 6-179,-2 0 1,-3 0-3,3 1 1,-4-1-131,-1 0 0,0 0-65,0 0 0,0 1-62,0-1 1,2-5-216,2 1 1,-2-5-295,3 4-1051,-4-6 829,-1 4 95,0-7 635,0 0 0,5-7-172,0-2 1,6-5-51,-2-5 0,2 3-53,-1-3 1,3-2-134,-4 2 1,2 5 326,-1 5 0,2-1 4,-2-4 1,-2 6-43,1 3 0,-4-1 32,4 1 0,-4 1 276,4 4 1,-4 6-160,5 3 1,-7-1 79,2 2 0,-4-1 45,-1 5 0,2 1-68,2-1 1,-2 0-135,3 0 1,-4-4-177,-1-1 1,2-1-590,3 2 1,-4-3 277,4-2 0,3-3 7,1 3 1,-1-4 150,2-1 0,1-1 81,8-4 0,-2-3-40,7-6 1,-2-2 29,2-3 1,1 3 72,-6-3 1,5 3 178,-5 2 1,-2 5 193,-8-1 0,2 5-109,-6-4 0,2 6 177,-3-2-114,-2 4 187,4 1-327,-6 0 0,0 1 63,0 4-94,0-4-384,0 6 385,0-1 142,0-4 325,0 4-863,0-6-126,-6 0 0,-2 0 223,-6 0 1,0 2 134,-1 2 0,1-1 33,0 7 0,1-5-53,4 4 1,-4-1 246,4 1 0,1 4-72,-2-3 0,7 2 253,-2 2-350,4 1 1,1-1 29,0 0 0,6-4-20,4-1 1,9-6-117,4 2 1,-1-3 81,2-2 0,4 0 16,6 0 0,0-7-1,0-2 0,-4-5 62,3-5 1,2 1 150,-2-6 0,-6 7-150,-8-2 1,-4 3 120,0 2 0,-8 5-196,-2-1 28,-3 7 17,-2-3-106,-7 18 1,6-2 468,-4 9 1,-1-3-132,1-2 0,0-5-185,5 1 0,0-1-179,0 5 1,2-4-255,3-1 1,3-4 125,6 5 0,0-7-89,0 2 0,5-4 19,0-1 1,2-5 70,-2 1 0,-2-7 219,7 1 0,-7-3 40,2-1 0,-5 0 322,-4 0-272,2 0 1,-10 4 341,3 1-150,-4 5 0,-1 4 1,-6 15 417,-4 8 1,-1 1-268,2 5 0,-4-4 66,4 8 0,-4 3-113,-1 2 0,1 3-118,4 2 0,-2-7-78,6-3 0,-4 2-114,4-2 0,0-4 42,5-6-320,-6-5 1,4-2 279,-3-7 1,2-6 225,-1 2 1,2-10-70,-3-4 1,-1-9-116,1-1 0,0-6-101,5 1 0,0-4-12,0-5 1,8-2-224,7-3 0,-1 2 157,5 3 0,1 7-171,-1-2 0,5 4-152,-5 1 1,5 2 121,-5 7 1,6 0-249,-2-1 1,3 6-435,-3-1 1,3 7-545,-7-1 1,0 0 585,-5 0 947,0 2 0,-25-11 0,-6 6 0</inkml:trace>
  <inkml:trace contextRef="#ctx0" brushRef="#br0">28422 14444 8069,'-7'-14'454,"6"-1"0,7-5 0,10-2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740 4976 7755,'-14'0'306,"-1"0"1,6 0 1052,-1 0-243,7 0 145,-3 0-477,0 0-43,4 0-467,15 0 1,-1 0-13,17 0 0,1 0-104,3 0 0,6 0-67,-1 0 1,2 0-197,-2 0 0,1 0-11,-6 0 1,1-5-328,-6 0 0,-1 1-663,-3 4 1,-4-2 527,-6-3 0,-4 4-1111,-1-4 969,-6 3 0,2 2 104,-10 0 1,-2 0 615,-8 0 0,-43-6 0,-12-2 0</inkml:trace>
  <inkml:trace contextRef="#ctx0" brushRef="#br0">996 4947 13596,'0'8'2333,"0"5"-2062,0-4 1,-5 6-115,0 3 1,0 0-33,5 6 1,0-1-184,0 6 0,0 4 92,0 0 0,0 0-137,0-4 0,0-1-367,0 1 0,0-7-47,0-3 1,0-4-1439,0 0 1341,0-8 1,2 0-135,3-7 0,1-2 314,4-3 0,2-2 172,-2-8 0,2 0 187,3-4 1,-1 3 180,0-3 0,2 3 271,3 2 1,-8 0-69,3-1 0,-3 3 557,3 2 1,-4 4 30,-1 6 574,-6 0-914,10 0 0,-11 11-210,2 3 0,0 5-148,0 0 0,-2-1-112,3 5 0,-2-4-177,1 5 1,-2-7-100,3 2 0,3-3-520,1-2 1,-1-6 40,2-3 1,-1-4-569,5-1 1,4-1 415,-4-4 0,6-3 363,-10-6 1,9-5 525,-10 0 1,10-5 49,-9 5 0,4-4 299,-9 4 245,6 0 1164,-10 5-603,6 6 331,-7 1-1177,0 7 1,-5 7-139,0 2 0,0 5-93,5 5 1,0-3 128,0 3-238,0-3 0,2-2-230,3 0 1,3-1-603,6-4 1,0-1 248,0-3 0,1-3-351,-1 2 1,5-4 352,0-4 1,0-4 178,-5-6 1,0-5 500,0 0 0,0-5 128,1 5 0,-3-5 292,-2 5 0,-2-4-325,-4 4 1,-2 0 601,3 5 160,-4-1-246,-7 1 1,3 6 57,-7 3-349,7 4-591,-9 1 1,10 1-54,-3 4 1,4-2-230,1 7 1,0-1 231,0 6 1,0-6-113,0 1 1,0-6-496,0 6-520,0-1 481,6 5 504,2-6 0,1 0 515,1-3 201,-7-3-59,10 4 1,-10-6 264,6 0-104,-6 0 1,9-2-172,-8-2 1,3 2 465,-3-3-441,-2 4 1,4-1 326,-6-3-535,7 4-18,-6-6 1,7 7 18,-3 0 25,-4 7-255,6 1 0,-3 6 40,1 0-44,0 0 0,0 1-269,-1-1 0,3-5 168,-3 1 0,0-6-162,5 6 1,-6-5-257,2 4 336,3-6 1,0 4 175,6-7 1,-5-2 109,1-3 0,-2-3-93,1-6 0,4-5 28,-4 0 1,4 0 141,1 5 0,0 0-88,1 0 0,-6-1 185,1 1 0,-1 0 23,5 0 0,1 4 25,-1 1 1,0 4-131,0-4 1,0 5-28,1 0 1,-1 2-29,0 2 0,0 2 5,1 2 0,-6 0-63,0 5 1,-5-4 66,0 4 0,3 1-225,-3 4 103,1 0 0,-6 0 24,-4 1 0,-3-3-6,-6-2 1,0 2-100,-1-2 1,1-2 68,0 1 0,0-4 46,-1 4 0,-4-5-17,1 0 0,3 3 0,6-3 0,1 3-132,-2-3-5,-2-2-201,10 4 321,-4-6 33,6 0 0,6 0-72,4 0 0,2 0 2,3 0 1,-1-4 89,0-1 1,0-6-67,0 1 0,5 2 73,0-1 0,0 0-69,-4-6 0,-1 1-6,0 0 1,5-5-47,0 0 0,1-8-155,-1-1 0,-3-2 157,3-8 0,-3 1-4,-2-1 0,-1 1 258,-4 8 0,2-1-77,-6 11 139,0 0-78,-5 11 0,-2 2 127,-3 6 1,2 6 1,-6 4 1,1 2 79,-2 3 0,-2 4 40,2 0 0,2 1-16,-1-1 1,6-2 44,-2 7 0,3-6-56,2 0 1,0 3-127,0-2 1,0 1-42,0-1 0,0-3-25,0 3 1,7-3-103,2-2 1,-1 0-260,2 1 1,-1-3 15,5-2 1,1 1-173,-1-6 0,0-1-146,0-4 0,5 0 193,0 0 0,2-6 71,-2-4 1,-4-7 65,4-2 0,-3-6 192,-2 1 0,4-1-47,-4 1 1,2-1 204,-11 6 1,4 0 688,-4 5-329,0 0-262,-5-1 0,-7 7-82,-2 4 0,-4 8-53,-1 6 1,0 4 37,-1 5 1,3-1 8,2 5 0,-1-5-80,6 1 1,-1 1-117,1-1 0,4 0-388,-4-5 1,5-1-56,5-4 0,3 2-234,6-6 1,5 0 294,0-5 1,6 0-102,-1 0 0,3-6 181,1-4 0,1-7 266,-1-2 0,0-2 24,1 2 1,-1 3 205,1-3 1,-6 8 570,1 2 0,-8 4-386,-2-4 1,0 6 1044,-4-2-464,-4 3-192,1 2-261,-7 0-322,0 7 116,0-6-286,-7 5-177,6-6-74,-12 0 0,10 0-864,-7 0 827,7 0 0,-9 0 6,2 0 0,2 0 137,-1 0 1,-1 0 173,-4 0 0,0 7-109,0 2 0,4 2 7,1-1 0,1 2 32,-2-2 315,-2 3-410,10 1 87,-4 0-120,6 0 0,6-6 46,3-3 0,6-10 37,4-4 1,-4-9-21,4-1 0,-3-6-39,-2 1 0,1-3 127,-1-1 0,0 0 147,0-1 0,-6 7 255,-3 3 0,-3 3 118,-2 2 87,0 0-124,0 6-101,-7 21 0,6 4 8,-4 16 0,3-3 218,2-1 0,0-3-281,0-2 1,0 1-217,0-6 1,5 0-843,0-4 0,6-3 444,-2-2 1,-1-4-2953,2-6 1789,-7 0 1481,3-6 0,-18-34 0,-4-14 0</inkml:trace>
  <inkml:trace contextRef="#ctx0" brushRef="#br0">2432 4990 8643,'14'-8'1702,"0"-5"-1263,0 4 0,8-4 243,7-1 1,6-2-490,7-3 1,6 4-400,-1-4 1,-6 4-2704,-8 6 2909,-3-4 0,-45 5 0,-12-6 0</inkml:trace>
  <inkml:trace contextRef="#ctx0" brushRef="#br0">1337 6028 12135,'0'16'1109,"0"3"0,0-2-705,0 7 1,0-1-129,0 6 1,0-6-153,0 1 1,0-2-107,0 2 1,0-2-155,0-3 0,0-3-30,0 3 0,0-8-397,0-2 289,0-6 39,-6 4 1,-1-9-73,-2-3 0,-4-9-57,4-9 1,-2-4 140,1-2 0,4-4 199,6 0 1,0-7 272,0 2 0,1 4-147,4 1 0,5 3 181,9 1 0,-2 5-111,7 1 1,-7 7 14,2 2 0,2 6-45,-3 8 1,1 0-88,-4 0 1,-6 6 62,1 4 1,-7 2-23,2 2 1,-4 1-41,-1-1 1,-1 0-127,-4 0 1,-3 1-185,-6-1 1,-2 0-214,-3 0 1,2 0-564,-7 1 0,6-1 354,-1 0 0,-1 0-1144,1 0 1820,0 1 0,36-1 0,9 0 0</inkml:trace>
  <inkml:trace contextRef="#ctx0" brushRef="#br0">1735 6056 7871,'-6'-14'3591,"-2"1"-2840,-6 4 0,4 3 150,1 6 1,-1 0-373,-4 0 1,0 0-10,-1 0 1,1 6-135,0 3 0,0 9 29,0 1 1,1 4-425,3-4 1,-1 2-236,7-2 0,-1-2-197,5 7 0,0-7-23,0 2 1,0 2-658,0-2 1,2-5 320,2-5 0,4-5-207,6 0 1,1-2 553,-1-2 1,5-2 23,0-2 1,0-4 390,-5-7 0,0-4 199,0 1 1,-1-1 204,-4 4 0,4-4-37,-3 0 1,-4 0 484,-1 5 0,1 5 402,-1-1 614,-1 1-1060,-4 1-576,0 2 0,0 9 122,0 6 1,0 1-134,0 9 0,0-4-153,0 0 0,0 4-208,0 0 0,0 0-451,0-5 1,2 0 57,3 0 1,3-4-513,6-1 0,-5-6 465,1 2 1,1-3-61,8-2 1,-3-2 188,3-3 0,-8-3 342,-2-6 1,-1 0 405,2 0 1,1 0-11,-7-1 0,3 1 245,-3 0 0,-2 0 42,3-1 1,-4 6 1715,-1 0-725,0 5-1079,0-2 0,0 8-62,0 2 1,5 4-184,0 6 0,-1 1 0,-4-1 0,2 0-134,3 0 1,-2 5-168,6 0 0,-4 0-146,5-5 1,-1-4-432,5-1 1,5-5-214,0 0 0,7 3 408,-3-3 0,4 0 32,2-9 1,-6-3 110,1-6 0,-2-2 318,2-3 1,-2 2 42,-3-7 1,-8 5 188,3-5 1,-8 2 18,4-2 1,-7 4 279,2 6 0,-4-1-303,-1 1 0,-4 5 45,-1-1 1,-6 7 428,1-2 1,-1 5-313,2 5 0,-4-2-298,4 7 1,2-1 13,3 5 1,-3 1-209,3-1 1,-1 0-173,5 0-150,0 0 0,6-1 6,4-3 0,2 1-359,2-7 0,5 1 265,0-5 0,2 0 194,-2 0 1,-2-1 299,7-4 0,-7 2 140,2-7 0,-3 5 912,-2-4-73,1 6 1031,-1-4-338,-6 7 385,4 0-1232,-10 7 1,4 1-306,-6 6 1,0-5 375,0 1-760,0-1 1,0 1-385,0-1-4,0-6 1,2 4-1026,3-7 565,2 0 1,8-2-757,-1-3 1,-5-2-523,1-8 0,-1 1 320,6 0 1707,-1-7 0,-24-27 0,-10-14 0,-1-8 0,1 1 0</inkml:trace>
  <inkml:trace contextRef="#ctx0" brushRef="#br0">2233 5942 7872,'-15'0'1729,"1"-4"2401,0-1-1748,6 0 619,-5-1-2538,12 4-913,-5-10 0,7 10-1552,4-3 0,-2 4 663,6 1 1339,-5 0 0,-11 12 0,-8 4 0</inkml:trace>
  <inkml:trace contextRef="#ctx0" brushRef="#br0">27128 4037 7828,'0'-14'0,"-2"5"111,-2-1 1,2 6 660,-3-6-415,4 7 1,1-5 168,0 3 1,-2 4 328,-3-4 172,4 3-116,-6 2-375,1 0-372,-2 0 0,-6 0 1,0 0 1,4 2-127,1 3 0,-1-2 121,-4 6 1,0 1-124,0 4 1,1 2-5,4 3 1,-4-3-265,3 3 1,3-4-283,-3 0 1,7 4 274,-2-1 1,4 1-204,1-4 1,0-1 158,0 0 1,6-4-3,3-1 0,4-4 154,1 4 1,0-6 82,1 2 0,4-3 119,0-2 279,0 0 0,-5-5 146,0 0 1,-1-1-249,-4 1 0,2 2 188,-6-6 1,1 5 43,-1 0-185,-3 2-64,4 2-620,-6 0 304,0 0 93,0 6 1,0 2 2,0 6 1,5 1-157,-1-1 1,6-5 70,-5 1 0,6-2-35,-2 1 0,-1-1 111,2-3 1,-1-4 93,5 4 1,0-3 84,1-2 1,4-7-40,0-2 1,0-4 197,-5-1 1,-2 0-127,-2 0 0,1-5 77,-6 0 0,-1 0-64,-4 5-318,0-7 0,-1 5-214,-4-3 1,-3 10 135,-6 4 0,0 4-64,0 1 1,-2 0 19,-3 0 1,3 1-79,-3 4 0,5-2 9,4 7 0,-1-6-335,7 6 165,-8-7 173,11 10 1,-5-10 317,6 6 1,6-6-44,3 2 0,9-3 8,1-2 1,6 0-14,-1 0 1,-2 0 181,1 0 0,1-2 52,5-3 1,-1 4-71,0-4 0,-4-1 52,0 1 0,-2 0-30,2 5 0,-4 0-67,-6 0 1,1 0-29,-1 0 0,0 0-9,0 0 0,-4 0 56,-1 0 16,-6 7-205,4-6 121,-7 12-108,0-12 1,0 7 111,0-3 4,0-3 209,0 4 354,0-6-278,0 0-54,-7 0-200,6 0 32,-12 0 0,10 0-259,-6 0 0,4 0-43,-5 0 1,6 0-87,-6 0 1,5 0 128,-4 0 0,4 0-59,-4 0 0,4 0 38,-5 0 1,6 0 27,-6 0 0,6 1-56,-6 4 18,7-3 18,-10 10 0,10-5-69,-6 2 0,5-1-16,0-3 0,2-2 121,2 6 1,0-4 188,0 5-81,6-7 0,2 8 215,7-6 0,-1-1 38,0-4 0,-5 0-78,1 0 0,-1 0 268,6 0 637,-1-6-768,0-2 1,-1-6-137,-4 0 1,2 4-156,-6 1 1,0 4 156,-5-4-414,0 5 28,6-8-375,-4 10-168,4-4-429,-6 6 395,0 0 764,0 6 0,0-3-144,0 7 360,0-7-168,0 10 118,0-12 0,0 7-42,0-3 1,2-4 420,2 4-45,-2-3-282,10-2-185,-4 0 0,2 0 28,-1 0 0,-4 0 22,5 0 52,-7 0 0,5 0 108,-4 0-180,-2 0 1,6-2 42,-3-3-327,-4 4-67,12-6 94,-5 7 0,1 0 51,1 0-138,-7 0 318,9 0 248,-4 0-155,0 0-84,5 0 174,-12 0 1,7 0 76,-3 0-246,-3 0 1,4 2 20,-6 3-45,0-4 69,0 6-20,0-7 793,0 0-661,0 6 191,0-4-235,0 4-12,0-6-8397,0 0 7271,-6 0 990,4 0 0,-29-19 0,-1-5 0</inkml:trace>
  <inkml:trace contextRef="#ctx0" brushRef="#br0">27938 4137 7828,'-1'-8'351,"-4"3"146,3 4 1,-5-4 415,2 0 396,3 1 580,-4 4-792,0 0-306,4 0-411,-4 0-339,6 0 0,1 0 261,4 0 0,1 6 203,4 3 0,7 4-256,-3 1 1,4 0-28,-4 1 1,2-1-107,3 0 1,-3 0-57,2 0 1,-2 1-140,-2-1 1,1 0-46,-1 0 0,-5-4-375,1-1 1,-5-4-823,4 5-1229,-6-7-448,4 3 1496,-7-6 440,0 0 0,-2-6 686,-3-4 1,-1-7 375,-4-2 0,-1-6 0,7 1 0,-6 2 0,5-2 0,-4 7 0,4-2 0,0 3 0,5 2 0,-1 0 1570,-4-1 1,4 6 280,-4-1 510,3 7-1039,2-3-404,0 6-611,0 0 0,-1 5-61,-4-1 1,3 12 31,-2-2 0,-4 5 111,-2 0 1,2-1-287,-1 5 0,-1-1 84,-4 2 0,0 3-304,0-3 0,0-4-49,-1-1 0,6-3-195,-1-2 1,6 0 158,-6 1 0,5-6-576,-4 1-325,6-7-872,-4 3-172,7-6 1003,0 0-156,0-6 1,5-2 1299,0-6 0,21-16 0,10-5 0,-1-4 0,1 0 0</inkml:trace>
  <inkml:trace contextRef="#ctx0" brushRef="#br0">28251 4151 7828,'10'-9'387,"-1"-1"0,-4 2 602,4-1 0,-6 1 131,2 3 123,-3 4-367,-2-6-67,0 7-291,0 7 0,0 5-98,0 7 1,0 0 464,0-5 1,0 5-363,0 0 1,0 0 210,0-5-683,0 7 0,-2-5-199,-3 3 1,4-3 100,-4-2 1,4-5-267,1 1-2460,0-7 1089,0 10-1637,-7-12 2039,6 5 1,-6-13-1140,7-8 2421,0-5 0,10-35 0,6-13 0,-1-6 0,1 1 0</inkml:trace>
  <inkml:trace contextRef="#ctx0" brushRef="#br0">28351 3995 7847,'0'-8'1497,"-7"-5"-38,6 12-2082,-6-6-2419,7 7 2090,0 0 952,0 7 0,38 51 0,-14-19 0,0 0 0</inkml:trace>
  <inkml:trace contextRef="#ctx0" brushRef="#br0">28706 4222 7853,'8'-6'0,"-3"-4"1642,3-2 2236,-7-2-3062,-1-1 0,-8 3-126,-6 2 0,-2 4-456,-3 6 1,4 0-341,-4 0 1,-2 2-34,2 2 0,-1 4-319,1 6 0,3 1-508,-3-1 0,5 0 105,4 0 1,-1 5 46,6 0 1,-4 0 199,4-5 0,0-4 45,5-1 1,2-1 401,3 2 0,3-4 299,6-6 0,0 0 132,0 0 0,0-2 381,1-2 1,4-4 145,0-6 1,0 1 369,-5 3-193,0-2-407,0 4-436,0-6-152,-6 6-317,5 1 1,-11 9 325,2 3 0,3 3 60,-3 6 1,3 0-73,-3 0 0,0 1 45,5-1 0,0 0-89,6 0 1,-1-1 174,0-4 0,2 2 43,3-6 1,-3 0 117,3-5 1,1 0 149,-1 0 0,2-8-424,-2-6 1,-4-4 5,4-10 0,-3 1-250,-2-11 0,-4 0 136,-1-4 0,-5-1 74,0 0 1,-2 9 48,-2 5 1,0 7 226,0 8-463,0 6 0,-2 2-145,-2 6 0,-3 7 151,-2 8 0,-4 5-28,4 9 0,1 1 1060,-2 3 1,7-2-419,-2 7 1,-1-6 286,1 1 1,1-8-280,4-1 0,6-2-148,3 2 1,-1-4-346,2-5 1,-1-3-464,5-2 0,1 1-169,-1-6 1,0-1-918,0-4 1,1 0-1360,-1 0 3006,-6-6 0,-21-46 0,-11-18 0</inkml:trace>
  <inkml:trace contextRef="#ctx0" brushRef="#br0">30128 4180 7744,'0'-21'1005,"-5"1"213,0-4 1,-4 8-251,4 7-403,0 5 126,5-2-154,-6 6 1,-2 2-219,-6 2 1,0 4-157,0 7 0,-5-1 12,0 0 1,-2 5-95,2 0 0,3 0-178,-3-5 0,5 0-54,5 0 1,-2 1-292,6-1 0,-1 0 148,1 0 1,3 1-196,-3-1 0,6-5-283,3 1 1,4-7 362,6 2 1,7-4 219,3-1 0,2 0 101,3 0 1,-1-1 169,1-4 1,2 2-63,-2-7 0,4 2 121,-5-1 1,-4-2 23,5 6 0,-11-4 108,1 4 1,-1 0-107,1 5 0,-8 0-36,3 0-183,-9 0 253,7 0 216,-10 0-412,4 0 1,-6 2 15,0 2 52,0-2 0,-1 4 81,-4-6-59,3 0-95,-4 0-136,0 0 1,3 0 134,-7 0 1,5 0-100,-4 0 1,-1 2 58,-4 3 1,0-4-9,0 4 0,0 3 44,-1 1 0,1-1-7,0 2 0,1-6-122,4 6 1,-2-5-108,6 4 0,-4-4-211,4 4 0,0-4 206,5 5 0,2-7 90,2 2 0,4-4 80,6-1 1,1 0 112,-1 0 0,5 0 9,0 0 0,0 0 190,-5 0 0,0-5 152,0 1 1,-4-6-168,-1 5 1,-4 1 229,5 4-518,-7-7 1,5 6-567,-4-4 371,-2 3 184,11 2 1,-5 5 17,6 0 0,-5 1-155,1-1 1,-1-3 80,5 2 1,2-2 37,3-2 0,-1 0 153,5 0 0,-4-2 0,5-2 0,0-4-39,4-7 0,-4-5 42,-1-4 1,0-4 174,0-5 0,-2 3-34,-7-4 0,-6 4 344,-3 2 0,1 6 114,-1 3 0,-1 8-432,-4 1 1,-1 7-186,-4-2 1,2 5 118,-7 5 0,6 8-168,-6 6 1,2 6 378,-1-1 1,-4-2 252,4 2 0,2-2-205,3 1 1,-3 3 1,3-7 0,-6 4-469,5-4 1,1 0-222,4-5 0,-2 1-616,-3-1 647,4 0-295,-6-6 338,7 5 238,0-12 0,2 1-69,3-7 0,-2-6 250,6 2 0,1 1-334,4-2 0,0 5 59,1-4 0,-1 6-46,0-2 0,0 3 128,0 2 0,1 0-52,-1 0 0,0 0-68,0 0 172,1 0 0,-6 2-333,0 3 105,-5-4-291,2 12 304,-6-5 1,-2 5-111,-2-4 1,0 2 15,-5-6 1,0 1 75,-6-1 1,1-4 0,0 4 1,0-2-41,-1 2-134,1-3 48,0 4 514,0-6 375,6 0-91,2 0 0,7 0-252,4 0 0,4 0 97,10 0 0,3 0-125,7 0 1,1-6-59,3-4 1,3-2-57,7-3 1,1 0-286,4-4 0,-4-4-259,3-5 1,-2-2 182,-3-3 0,-7 3 52,-7-3 1,-7 7 30,-12 3 372,-2 5-245,-7-2 1,-7 12 18,-2 3 0,-4 4-50,-1 1 1,0 1-124,0 4 1,-2 1 64,-3 4 1,3 2 108,-3-2 1,3 2-30,2 3 1,5-1-2,-1 0 0,7 0-6,-2 0 0,-1 1-38,1-1 1,0 0 22,5 0 1,7-4 156,2-1 1,10 1-78,5 4 1,3-5-72,1 1 0,1-7 19,-1 2 1,0-4-10,1-1 1,-7-1-38,-3-4 0,2 2-106,-3-7 0,-3 3-12,-6-3-40,1-3-28,-2 6-10,-2-1 0,-12 1-102,-4 7 1,-3 2 154,-1 3 1,0 3 292,0 6 1,1 0 11,4 0 1,-2 0 226,6 1 1,0 0-81,5 4 0,3-4 120,7-1 0,1 0-131,13-4 0,4-3-44,5 3 1,0-7-792,-4 2 0,-1-4-279,1-1 0,-6 0-1691,1 0 2577,-7-6 0,-15-27 0,-12-13 0</inkml:trace>
  <inkml:trace contextRef="#ctx0" brushRef="#br0">7095 4620 7905,'-14'-4'263,"0"-1"556,6 0 44,-5 5 329,12 0 267,-12-6-525,11 4-547,-4-4 1,6 4 94,0-2-265,0 2 1,2-9-68,2 6 1,4-6-135,6 2 0,7-6 128,3-3 0,4-5-53,5-5 1,8 0-113,7-1 0,5-4-119,0 0 0,2 0 134,2 4 1,-7 2-25,-2 4 0,-10 2 54,-5 7 1,-10 6 46,-4 3-199,-9 4 244,-4 1 299,-18 6-198,8-4-233,-15 4 1,12-6-175,-8 0 0,1 0-102,0 0 0,-5 0 49,0 0 0,-5-5-223,5 0 1,0-1 212,5 1 1,0 4 26,0-4 0,1 2 511,4-2-264,-4 4 1,13-11-130,0 8 1,13-1 352,10 5 1,3 0 383,-3 0 1,4 0-266,-3 0 0,-2 0 68,2 0 0,-7 5-170,2-1 1,-8 6 139,-1-5-701,-1 6 1,-1-3 234,-3 6 0,-9 0-1368,0 0 0,-7 0 263,1 1 0,-1-1-1058,2 0 2227,-4 0 0,5 13 0,-6 3 0</inkml:trace>
  <inkml:trace contextRef="#ctx0" brushRef="#br0">7977 4123 9401,'0'-8'2502,"6"2"0,0 4-2138,4-3 1,2 4-6,-2-4-207,2-3 0,3 2-501,-1-4 1,5-1 309,0 6 0,-2-1-985,-7 1 1,2 2 14,-2-6 0,-2 6-398,1-2 1,-1 2 744,2-2 1,-4 2 226,-6-7 0,-2 6 435,-2-6 0,0 2 0,-5-1 0,-1-4 0,-4 4 0,0 1 0,0-2 0,0 5 78,-1-4 1,6 4 453,-1-4 1,1 6 883,-5-2 1,4 3-659,1 2 1,4 0-65,-4 0 0,5 2-227,0 3 1,2 3-58,2 6 1,0 2 22,0 2 0,0 5-81,0 5 0,2-4-160,2-1 1,3 1-111,2 5 1,2-1-186,-6 0 0,4-4-206,-4 0 0,0-7-474,-5 2 1,0-1 47,0 0 1,0-6-640,0 2 0,0-8-730,0 4 1543,0-7 1,5-3 560,-1-10 0,33-30 0,13-15 0,2-3 0,-1 0 0</inkml:trace>
  <inkml:trace contextRef="#ctx0" brushRef="#br0">8446 3952 7905,'-7'-8'0,"4"0"1114,-6 4 0,4 2-271,-4-3 0,-1 4-91,-4 1 1,0 6-246,-1 4 1,6 2 12,0 2 1,1 2-301,-2 3 1,4-3-175,6 3 0,0 1 29,0-1 0,1 2 115,4-2 0,3-3-223,6 3 0,5-4-13,0 0 1,0-1-63,-5 0 0,-4-1 1,-1-4 1,-4 2-203,5-6 282,-7 6 8,3-3 0,-12 1-616,-4 1 0,-4-7 313,-5 2 0,2-4-449,-7-1 0,0 0-44,-4 0 1,4-1-257,0-4 1,9-8 465,0-6 0,3-11 95,7 2 0,2-10 510,8 0 0,3 2 0,6-2 0,6 6 1,4-1 1,-2 8-49,2 1 0,-7 8 397,2 2 1,-3 2 366,-2 7 0,0-1 2543,1 1-1646,-8 3-273,0-4-1359,-1 6 0,-3 1-1246,7 4-518,-1-3 0,5 4 259,1-6 1523,-1 0 0,32 13 0,7 3 0</inkml:trace>
  <inkml:trace contextRef="#ctx0" brushRef="#br0">8645 3895 7905,'0'-14'2522,"-6"0"397,4 6-2394,-4-5 0,6 13-196,0 0 0,4 8 310,1 11 1,6 3-235,-1 7 0,1 4-158,-2 0 0,4 2-57,-4-2 0,2-3-136,-1 3 0,2-4 35,-2-6 1,-2 3-165,1-7 1,-4-1 60,5-3 0,-6-7-253,6-4 1,-6-4 543,6-4 0,-5-6-149,4-9 1,-1-3-85,2-6 1,2-7 26,-2-3 1,-2-3 12,1-2 0,-4 7 5,4 3 0,-6 3-176,2 1-271,3 7-914,-6 2-832,4 12 1,-6 9 1056,0 14 1,0 0-583,0 9 0,0 0 1629,0 4 0,-10 9 0,-5 5 0,-1 4 0,0 0 0</inkml:trace>
  <inkml:trace contextRef="#ctx0" brushRef="#br0">7948 5075 7325,'0'-8'-369,"-1"2"3283,-4 6-1722,3-6-316,-4 4-18,6-4-397,0 6 276,0 0-659,0 6 1,6-4-92,4 2 0,2-2 88,3-2 1,5-2-91,4-2 1,3-4 174,1-6 1,7-1 163,3 1 1,3-6-88,2-4 0,-1-1 87,1 1 1,-1-1-131,1 6 1,-5 0 5,0 5 1,-6-1 62,1 1 0,-5 5-100,-4-1 1,1 7 18,-6-2 1,0 4-3,-5 1-256,0 0 0,-4 0 145,-1 0-221,-5 0-92,2 0-465,-6 6-632,0-4 334,0 4-187,0-6 111,0 6-335,0-4 319,0 4 19,0-6 318,0 0 0,-5-1 450,0-4 0,-1 2 123,1-7 0,2 5 117,-6-4 1,4 1 87,-4-1 0,1-4 287,-2 3 0,-2 3 555,2-3 1167,-3 1-552,-1-6-472,0 1 1,4 2-272,1 2-425,6 4-217,-3 6 286,6 0-138,6 0 1,2 6-66,6 4 0,0-3-96,0 3-131,1-1 0,-1 6-47,0-1 0,-1-5-46,-4 1 0,2-5-14,-6 4 0,0-4-393,-5 4 326,6 1 1,-4 4-150,2 0 1,-7-4-283,-2-1 0,-4 1-576,4 4 1,-6 0 455,2 0 781,2 0 0,-5 13 0,4 3 0</inkml:trace>
  <inkml:trace contextRef="#ctx0" brushRef="#br0">8887 4848 9974,'-7'-8'1699,"6"2"1,-6 4 221,7-3-448,0 4-1288,0-6 0,0 6-700,0-4 143,7 3 0,1-4-355,6 6 0,0-5 321,0 1 0,2-1-603,3 5 1,-3 0 39,3 0 969,-4-6 0,19-9 0,4-7 0</inkml:trace>
  <inkml:trace contextRef="#ctx0" brushRef="#br0">9228 4649 7845,'0'-10'1755,"0"1"2379,0 6-2231,-7-10 47,6 11-1128,-5-10-183,6 10-496,0-4 169,0 6-1393,0 0 635,0 6-369,0-4 332,0 10 231,0-10 1,0 6 124,0-3 87,6-4 0,-5 7 251,4-3-34,-3-4 0,2 7 368,1-3-317,0-3 0,-5 6 98,0-4 1,2-2-79,2 3 0,-2-2 110,3 2-259,-4-4 1,-1 7 76,0-3-692,0-4 84,7 6-214,-6-1 464,12-4 1,-5 5 82,6-2 0,-3-3 120,3 2 1,-3-2 168,8-2 1,-3 5-42,-2 0 1,0-1 207,1-4 0,-1 2-137,0 3 0,-5-4 14,1 4 0,-5-2 91,4 2 78,-6-4 47,4 6-416,-7-1-206,0-4 0,-2 9-2293,-3-7 1253,4 1-1164,-12-5 1161,5 6 0,-1-4-266,-1 3 1,6-4 704,-6-1 1,5 0 118,-4 0 1,4 0 656,-4 0 0,-13-12 0,-9-4 0</inkml:trace>
  <inkml:trace contextRef="#ctx0" brushRef="#br0">9341 4691 7845,'-14'-14'-588,"5"0"412,-1 0 0,1 1 1603,-5 4 0,4-4-526,1 4 1,1 1 307,-2-2-655,4 7 1,6-5 791,0 3-1087,0 4 0,11-10-289,3 6 0,12-6 247,2 1 1,0 4 126,6 1 0,-4-1-170,-2 1 0,-1-4 163,-3 4-249,2 0-454,-10 5-818,5 0 376,-13 0 1,-4 0-925,-8 0 1,-4 7 62,-6 2 1,-2-1 1668,-3 2 0,-54 5 0,27-4 0,0 0 0</inkml:trace>
  <inkml:trace contextRef="#ctx0" brushRef="#br0">9583 4549 7845,'2'-9'106,"3"-1"0,-4 6 455,4-6 1,-4 5 806,-1-4 1,2 6 115,3-2-681,-4 3 0,7 2 106,-3 0-567,-3 0 0,10 2 71,-2 3 0,-2 3-85,1 6 1,1 6 34,4 4 1,-2-2-212,-2 2 0,2-5-92,-2 5 0,1-7 66,-2 2 0,3-3-129,-8-2 384,7 0 1,-9-4 721,3-1-332,3-6 0,-5-3-422,6-9 1,-6-9-326,2-1 0,-2-7 92,2-3 0,-2 1 64,7-6 0,-7 0-138,2 1 0,1-1-456,-1 6 0,-1 4-563,-4 1-676,0 5-1699,0 4 2006,0 8 0,0 7-487,0 4 0,0 4 968,0 10 0,0 4 865,0 5 0,0 26 0,0 6 0</inkml:trace>
  <inkml:trace contextRef="#ctx0" brushRef="#br0">24000 7492 7597,'-2'-8'1391,"-2"3"-631,2 4-265,-4 1 0,6-2 251,0-2-385,0 2-26,0-4-91,0 6-139,0 0-94,0-7-123,0 6 44,0-6 239,0 7 1698,0 0-1798,6 0 169,-4 0-206,10 0-10,-4 0 0,6 0-68,1 0 1,-6 0-67,1 0-71,-1-6 0,5 5 27,1-4 20,-1 3 0,0 1 33,0-4 0,-4 3-359,-1-2-184,-6 2-611,10 2-1020,-11 0 740,10-6 305,-10 4 1230,-2-4 0,-8 6 0,-63-19 0,28 7 0,0 0 0</inkml:trace>
  <inkml:trace contextRef="#ctx0" brushRef="#br0">24014 7350 7776,'0'-14'977,"0"-1"-232,0 1 0,0 5-169,0-1 0,0 6 744,0-6-379,0 7 108,0-3-674,0 6-286,0 0 0,0 6 295,0 3 1,5 6-90,0 4 0,-1-4-46,-4 4 0,5 2-76,0-2 0,0 4-87,-5-4 1,0 5-53,0-5 1,0 0-223,0-5 0,0 0-1609,0 1 67,0-1-715,0 0 1534,0 0 1,0-4-1426,0-1 1845,0-6 1,1 4 490,4-7 0,20-27 0,8-16 0,6 0 0,0-1 0</inkml:trace>
  <inkml:trace contextRef="#ctx0" brushRef="#br0">24313 7393 7776,'0'-10'718,"0"1"0,0 4 108,0-5 55,0 7-439,0-9 0,-2 10 209,-3-3 1,2 4-136,-6 1 0,4 0 36,-4 0 0,4 6-438,-5 3 0,6-1-29,-6 2-199,7-1 0,-3 6 139,6-1 1,0 0-113,0 0 0,1 0 50,4 1 1,-2-1-114,7 0 1,-1 0 16,5 0 0,1 1 58,-1-1 211,0 0 0,-1 0-54,-4 1 0,2-6 337,-6 1-312,0-7-202,-5 9 0,-7-10-1,-2 3 1,-5-4-238,-5-1 0,3 0-235,-3 0 1,-2 0-549,2 0 0,0-1-162,5-4 1,0 2 494,0-7 1,4 1 319,1-5 0,6-1 463,-2 1 0,5-5 0,5 0 0,-2 0 0,6 5 0,1 0 0,4 0 0,-4-1 148,-1 1 0,-1 0 178,1 0 0,4 4 1149,-4 1 0,-1-1-521,2-4 1,-2 5-392,1-1 0,4 2-555,-4-1 1,4-2-572,1 6 1,-4 0-28,-1 5 0,1 0-694,4 0 0,0 0 1284,0 0 0,1 13 0,-1 3 0</inkml:trace>
  <inkml:trace contextRef="#ctx0" brushRef="#br0">24554 7364 7776,'10'8'-632,"-1"-3"0,-4 1-1,5-1 2362,-7 0 1,5-5 354,-4 0-1447,-2 6 1,6 0-248,-3 4 0,-2 2-170,6-2 1,-4 7-60,5 2 1,-6 0-62,6-5 1,-2 0 68,1 1 1,2-1 30,-6 0-27,6 0 16,-3 1 0,6-8 250,0-2 1,1-5-73,-1-5 1,-2-2 140,-2-8 1,3-5-273,-4-4 1,4-3-181,1-1 1,-2-1-153,-2 1 1,1 1-302,-6 3 0,1 1-77,-1 9 1,-4-4-1187,4 9 67,-3 2 1,-4 3 572,-3 8 1,-3 6-97,-6 9 0,0-2 1116,0 7 0,-57 12 0,28-14 0,0 0 0</inkml:trace>
  <inkml:trace contextRef="#ctx0" brushRef="#br0">20744 5459 7717,'-6'8'736,"4"-2"0,-4-4 87,6 3 125,0-4 87,0 6-216,0-7-449,0 0 1,8 0-113,6 0 0,7-5 0,7 0 0,7-1 19,3 1 0,4 3-25,6-2 1,1-3-241,3 3 0,3-1 99,-3 5 0,2 0-172,-2 0 1,-8 0-61,-6 0 0,-6 0-404,1 0 245,-3 0-192,-8 0-50,-8-6 117,-7 4 0,-14-9-102,-2 6 0,-4-6 130,-1 2 0,-2 1 104,-3-2 1,3 2 205,-2-1 0,-1-4 200,4 4 1,-2 1 100,7-2 1,3 6 847,-3-6-824,7 7 1,-3-5 87,6 3 1,1 4 202,4-4 1,3 4-111,6 1 1,5 4-5,0 1 1,0 4-217,-5-4 0,0 6-30,1-1-74,-1 2 0,-5 3-171,1-1 87,-7 0 1,3 0-122,-6 0 0,0-4-267,0-1 1,-1-1-452,-4 2 0,2 1-2215,-7-6 646,1 6-159,-5-3 1764,-1 6 772,7-6 0,2-15 0,6-8 0</inkml:trace>
  <inkml:trace contextRef="#ctx0" brushRef="#br0">21668 5431 7810,'8'0'2645,"-2"0"-2167,-6 0 1,0-2 1409,0-3-665,7 4-196,-6-6-901,12 7 0,-10-1-221,7-4 0,-1 4-84,5-4 0,-4 3-276,-1 2 0,1 0-208,4 0 0,0 0 250,0 0 1,1 0-1223,-1 0 1,0 0 668,0 0 0,-4 0-20,-1 0 986,-6 0 0,4 0 0,-7 0 0</inkml:trace>
  <inkml:trace contextRef="#ctx0" brushRef="#br0">22095 5331 7810,'12'-9'-381,"-2"-1"1,1 5 1459,-6-4 1,1 6 686,-1-2-47,-4-3-746,6 7 60,-7-6-363,0 7 245,0 0-756,0 7 1,-2-1-114,-3 3-87,4 4 1,-6-5 12,7 6 1,0-4-126,0-1 13,0 1 1,5 4-54,0 0 0,6-4 105,-2-1 0,4-4-2,1 4 0,1-4 81,-1 4 0,0-4 98,0 5 1,0-7-38,1 2-54,-1 2 0,-2-3 237,-2 5-92,-4-6 0,-7 8 173,-4-6 1,-5 4-431,-8-4 0,0 2-422,-6-3 0,2-2-159,-1 3 0,-3-4-723,7-1 1,0 0-649,5 0 802,0 0 1,1-1 1263,4-4 0,22-66 0,-2 24 0,1 1 0</inkml:trace>
  <inkml:trace contextRef="#ctx0" brushRef="#br0">22152 5317 13323,'0'-8'1139,"6"2"0,7 6-1472,6 0 1,1 0-680,-1 0 1,-2 0 1011,7 0 0,31 12 0,13 4 0</inkml:trace>
  <inkml:trace contextRef="#ctx0" brushRef="#br0">22493 5331 11495,'8'0'4624,"-2"0"-4113,0 6 0,1 2-244,2 7 0,4-1-43,-4 0 1,-1 0-218,2 0 0,-1 1 73,5-1 0,1 0-194,-1 0 1,0-1 129,0-4 0,1-1-68,-1-3 1,0-3 28,0 2 1,0-4 141,1-4 1,-1-4-41,0-6 0,-1-7 197,-4-3 0,4 2-242,-4-1 1,-2 5 95,-3-1 1,3 3-489,-3 2 1,1 5-1673,-5-1-63,0 7 0,0-2 1111,0 10 0,-1 5-491,-4 8 1473,-3-2 0,-20 12 0,-9 3 0,-2 0 0,1-1 0</inkml:trace>
  <inkml:trace contextRef="#ctx0" brushRef="#br0">26886 7520 7298,'0'-14'-607,"0"5"2309,0-1-888,0 7-371,0-3-69,0 6 0,0 6-93,0 4 0,2 4-55,3 5 0,-4-3-68,4 3 1,-4 1-88,-1-1 0,2 2 58,3-2 1,-4-4-188,4 4 0,-3-3-40,-2-2 0,0 1 90,0-1 1,0-5-346,0 1 1,0-6-374,0 6-234,0-7 201,0 3-352,0-6 340,0 0 382,0-6 0,0-2 389,0-6 0,0 0 0,0 0 0,0-5 0,0 0 0,0 0 99,0 4 0,0 1 113,0 0 1,0 0 143,0 0 1,0-1 336,0 1 0,4 0-233,1 0 0,1 4 144,-1 1 0,-2 4-220,7-4 0,-2 4 33,1-5-219,4 7-59,-5-3 1,6 6-106,0 0 1,0 5 87,1-1 0,-6 7-150,1-1 0,-1 2 11,5 3 1,-1-1-129,-4 0 0,4 0-150,-4 1 1,-1-3 131,2-2 1,-5 1-195,4-7 139,1 1 1,4-5-63,0 0 1,-5-1 188,1-4 0,-2-3 18,1-6 0,4-5 64,-4 0 0,2-5 197,-1 5 1,1 0 469,-6 5-311,6-6 45,-10 4 83,12 2-90,-11 7 1,4 14-64,-6 2 0,5 4 65,-1 1 0,1 5-107,-5 0 1,0 1-29,0-1 0,0-1-276,0 5 0,0-4 71,0 5 1,0-7-489,0 2 1,0 2 172,0-2 1,0 0-32,0-5 0,2-5-25,2 1 1,0-5-170,5 4 0,1-6 171,4 2 0,-2-5 111,-2-5 0,3-3 215,-4-6 1,8-2-49,2-3 0,0 2 324,-4-7 1,-1 5-119,0-4 1,-5 5 26,1-1 0,-5 5-23,4 5 1,-6 1 341,2 3-482,-3 3-153,-2-4 0,0 12 212,0 4 0,0 7-19,0 2 0,0 5-75,0-5 1,0 5-9,0-5 0,0 4-120,0-4 1,1 0 15,4-5 0,3 1-193,6-1 0,5-2 190,0-2 1,5-4-51,-5-6 1,6-1 190,-1-4 1,1-3 40,-1-6 1,1-5 114,-6 0 1,-2-6-107,-7 1 0,1-1 113,-7 1 1,1-1-145,-5 6 0,-6-5 66,-4 5 1,-4 6-29,-5 9 1,-1-3-21,-4 3 0,-3 0-143,3 9 0,4 2-30,1 2 0,3 4-139,2-4 1,0 4 74,0 1 0,6 0-122,3 0 0,3 1-51,2-1 0,2 0-232,3 0 1,3-1 156,6-4 0,6-2-64,4-7 1,3 4 232,1 1 1,-4-2 202,0-7 1,-2 0 174,1-5 0,3 0 80,-7-6 1,0 1 347,-5 0 0,-1 4 2,-4 1 321,4-1-81,-12 3 335,6 0-595,-7 7 1,0 7-121,0 2 1,0 4-70,0 1 0,0 5-162,0 0 1,0 0-14,0-5 1,4 5-113,1 0 1,0 0-215,-5-5 0,1-4 78,4-1-68,-3-6 76,4 3-14,-6-6 0,0-6-142,0-3 0,5-6 79,-1-4 1,3-3 56,-3-6 0,0 0 76,5-1 1,-4 2 16,4 4 0,-1 0-53,2 4 1,-2 8-30,-4-3 1,0 5-850,5-1 449,-6 4 1,8 7-183,-6 4 0,4 3 137,-4 6 1,6 1-186,-1-1 1,-2 0 364,1 0 1,-4 0 351,4 1 0,7-1 0,6 0 0</inkml:trace>
  <inkml:trace contextRef="#ctx0" brushRef="#br0">28223 7663 7819,'-8'6'-89,"1"-4"892,7 4 28,-6 0-322,5-4 183,-6 10-345,7-10-199,7 11 0,0-12-39,8 4 0,-1-3-123,0-2 0,0 0-5,1 0 0,0 0 6,4 0 0,-3 0-81,3 0 1,-3-5 17,-2 0 1,-4-6 54,-1 2-13,0-4 1,-1-1-289,-3-1 291,-3 1 0,-4 2-88,-3 2 0,-4 4 104,-10 6 1,3 1-16,-3 4 0,-1 3-15,1 6 0,-5 0 90,5 1 0,2 0 143,7 4 0,-1-3-106,6 3 0,1-1 239,4 0-385,0-2 0,8 5-163,6-7 0,0-6-516,5-3 1,3-4 188,2-1 0,-2 0-63,2 0 0,-2-1 617,1-4 0,17-28 0,-2-13 0</inkml:trace>
  <inkml:trace contextRef="#ctx0" brushRef="#br0">28891 7691 9055,'-2'-8'826,"-2"3"1,0-1-467,-5 1 1,4 1 737,-4 4-665,-1 0 1,-4 0 21,0 0 0,0 1-227,-1 4-1,1-2-155,0 7 1,4-2-207,1 1 1,4 4-29,-4-4 0,6 4-209,-2 1 1,3-5 214,2 1 0,7-5-142,2 4 0,4-6-104,1 2 1,6-3-195,4-2 1,-2 0 237,2 0 0,0-2-12,4-3 0,1-3 335,-1-6 1,-4 0 69,-1 0 0,1 0 97,5-1 0,-7 1-85,-3 0 0,-4 1 44,0 4 1,-1-2 222,0 6-5,0 0 0,-4 5-61,-1 0 0,-6 2 331,2 3-52,-3-4-369,-2 12 8,0-5 66,0 0 4,0-2-264,0-6 1,-5 1-233,0 4 0,-6-3 177,2 3 0,-4-2-63,-1 1 0,4 0 56,1 5 1,-1-4 72,-4 4 0,0-1 9,0 2 0,1 2-74,4-2 1,-2-2-233,6 1 237,0 1 1,5-1-100,0 1 1,2-7-19,2 1 0,6-2-205,9-2 0,-3 0 124,3 0 0,1-2 185,-1-2 1,5 1 268,-5-7 1,4 1-65,-4-6 0,-1 1 136,-9 0 0,4 4-55,-4 1 1,-1 1 80,2-1 1,-7 1 194,2 3-116,-4 3-342,-1-4 1,-1 12 105,-4 4 0,3-2-39,-2 1 0,2 1-83,2 4 0,0-5-247,0 1 143,0-1 0,2 4-135,2-4 0,4-2 35,6-7 1,1 0-150,-1 0 1,0 0 126,0 0 1,1-2 100,-1-3 0,0 2 255,0-6 1,-1-1-26,-4-4 1,2 5 569,-6-1-281,0 7-203,-5-10-34,0 12 1,0-4 6,0 10 1,0 3 312,0 6 1,0 5-24,0 0 0,0 5 46,0-5 1,0 6-219,0-2 1,0 3-200,0-3 1,-2 4-21,-2-3 0,2-3-211,-3-3 1,4-2 176,1-2-139,0 1 0,-5-6-567,0 1 502,0-7 0,1-3 112,-1-10 0,-5-2-66,6-3 1,-6-5-59,5-4 1,1-4 77,4-5 0,0 1-104,0-6 0,6 2 100,4-2 1,2 3-5,2 7 1,5 6-136,0 3 1,7 3 150,-3 2 1,4 6 197,2 3 0,-3 10-100,-2 4 1,1 4 214,-6 1 0,-1 0-100,-9 1 1,2-1 363,-6 0-203,0 0-154,-5 0 1,-7-1-107,-2-4 0,-4-1-130,-1-3 0,0-3-303,0 2 1,-2-2-6,-3-2 1,3 0-889,-3 0 47,3 0-774,2 0 2042,6 0 0,34 0 0,13 0 0</inkml:trace>
  <inkml:trace contextRef="#ctx0" brushRef="#br0">29957 7762 10318,'-8'0'2056,"-4"0"-1761,10 0-268,-11 0 210,12 0 147,-12 0-71,12 6-94,-12-4-211,11 11 0,-5-7 78,2 3-87,3 4 93,-4-5-340,6 6 163,0 0 0,6-1-146,4-3 1,2 1 86,3-7 0,4 1-28,-1-5 0,6 0 205,-5 0 0,6-1-33,-1-4 1,3-2 5,1-2 1,-4-8-10,0 2 1,-7-2 109,2 3 0,-5 0 8,-4-1 281,2 1-356,-10 0-17,4 6 0,-7 2-82,-4 6 0,2 0 148,-7 0 0,6 6-1,-6 4 0,5 2-50,-4 2 1,6 1-2,-2-1 0,3 0-47,2 0-76,0 0 0,7 1-92,2-1 1,4-6 69,1-3 0,0 1 35,1-1 0,4-1 110,-1-4 0,6 0 124,-5 0 0,2-6-138,-2-3 1,-4-4-13,4-1 0,2-5-23,-2 0 1,0-7 16,-5 3 1,0-4 14,0-1 1,-4-6-113,-1 1 1,-5-5 23,0 5 1,-2 1 107,-2 9 0,0 2 115,0 7 0,-6 6-302,-4 3 88,-3 4 1,-1 9 118,0 6 0,1 6 5,4 9 0,-2 4 562,6 0 0,-1 5-243,1-5 1,4 2 342,-4-2 0,3-3-367,2 3 1,0-4-176,0-5 1,2 1-336,3-6 1,-4 0-1153,4-5 981,3-6 0,-5 3-345,6-6 0,-5-2-618,0-8 0,-2-3 505,-2-6 0,-5-7-221,0-2 1,-6-4 557,2-2 0,-2-4 264,1 0 0,-2 0 210,2 5 1,-1 4 350,2 0 1,1 11-211,3-1-108,3 10 0,-1-3 944,13 7 0,2 7-391,17 2 0,-1 5 243,15 5 1,-4-6-538,9 6 1,-4-11-436,-1 6 1,-1-8 58,1 4 1,-7-7-236,-3 2 0,-7-4 201,-3-1 1,-10-5-364,1 1-126,-9-7 47,1 3 486,-12-6 1,-7 6-26,-6 3 1,1 3 164,3 2 0,3 7-23,2 2 1,-1 4 166,6 1 0,1-5-95,4 1 1,1-1-43,4 6 0,3-6-184,6 1 0,7-7 138,2 1 0,4-2-211,2-2 0,-1 0 22,0 0 0,1-6 93,-1-4 0,1 2 81,-1-1 0,-6 1 131,-3-2 0,-3-1-153,-2 7 0,-4-1 31,-1 5 1,-6 2 88,2 2 1,-3 6-82,-2 9 1,0 0 257,0 9 0,0-3 62,0 9 0,-7-3 62,-2 2 1,-4-3-179,-1 3 0,0-3 34,0-1 0,-1-5-117,1-1 1,-5-10-114,0 1 1,0-4 126,5-1-23,0-3 0,0-7-315,-1-4 0,3-4 0,2-10 0,4 1-1,6-5 0,0-1-57,0-5 0,8 1-223,6 0 1,8-1 27,11 1 0,2-1-168,3 1 0,2 4-56,-7 1 0,5 10-278,-5-1 1,0 4-544,-5 1 152,-5 2 1288,-3 7 0,-88-6 0,24 2 0,0 0 0</inkml:trace>
  <inkml:trace contextRef="#ctx0" brushRef="#br0">4792 16946 8308,'0'-8'0,"0"-5"569,0 4 1,0 1 568,0-1-620,-7 5 1,0-2-176,-8 6 0,6 0-84,-1 0 0,1 2-64,-5 2 0,0 4 32,-1 7 1,-2 5-30,3 4 0,-4-2-119,9 2 1,1-1 3,-2 6 1,7-1-100,-1 1 1,2-6-48,2 1 0,5-5 55,-1 5 1,12-7-104,-2 2 1,9-10 73,-4-4 0,4 1-127,-4-1 0,6-2 44,-1-7 0,-3-6 62,-2-9 1,-4 2-9,0-7 0,-3 0 81,-2-4 1,-4 0 4,-6-1 1,0 1-11,0-1 0,-1 1 14,-4-1 1,-5 7-18,-9 3 1,4 5 13,-4 5 0,-2 2-7,2 7 1,0 7-2,5 2 0,1 4 72,4 1 0,-2 5 21,6 0 1,0 5 153,5-5 0,2-1-125,3-3 1,3 4-21,6 0 0,2-5-240,2-5 1,0-4-279,6 5 0,-1-7 152,6 1 0,-6-2-68,1-2 0,-2-6-211,2-4 0,1-2 274,-6-3 0,-5 1 241,-4 0 1,-7-5 12,2 0 0,1 0 775,-1 5-466,0 0 0,-7 6 691,-3 3-582,4 3 1,-7 4 22,3 3 0,3 4 27,-2 10 1,2-1 5,2 5 1,0 1 39,0 4 0,0 2-165,0 4 0,0-3-64,0 7 1,5-5-140,0 5 1,4-6-193,-4 1 1,0-3-3,-5-2 0,0 1-278,0-1 1,0-6 41,0-3 0,0-3-174,0-2-184,0-6 543,-7-2 1,-1-7 281,-6-4 0,5-3-252,-1-6 0,2-2-13,-1-3 1,-2-3-33,6-6 1,0-7-136,5-3 0,0-9 27,0-5 0,2-4 101,3-1 1,2 2-8,8 3 0,4-2 73,0 7 0,4 12 166,-4 11 1,6 9-152,-1 5 0,-2 5 169,2 10 0,-5 3-37,5 6 0,-7 7 164,2 3 1,-8-2-29,-1 1 0,-7-1-133,1 2 1,-4 1 21,-4-6 1,-6 5-104,-9-5 1,2 0-162,-7-5 0,0 0-45,-4 1 1,-2-3-367,-3-2 1,3-4 230,-3-6 1,4 0-83,6 0 0,2 0 445,7 0-43,0-6 1,6-2-6,3-6 1,11 1-22,8 4 0,4-4 252,10 3 1,-2-2-51,7-2 1,1-1 30,0 1 1,4 0-232,-5 0 0,6-1-303,-1 1 0,-2 0 78,2 0 0,-11-5 155,2 0 1,-12 0 38,-3 5 0,-1-2-8,-8-3 1,-1 3 112,-4-3 1,-1 3-27,-4 2 1,-3 5 221,-6-1 0,0 7-47,0-2 0,4 4 101,1 1 0,1 1-3,-2 4 0,-2-2 1,2 7 1,4 4 155,1 5 0,3 6-131,2-1 1,0-2 78,0 2 1,0-1 145,0 6 0,0-1-117,0 1 0,2-2-442,3-4 1,-2 3-130,6-8 1,-1 6-242,2-5 0,2-5 144,-2-4 1,3-7-294,1 2 0,5-4 272,0-1 0,0-6-114,-5-3 1,0-6-2,0-4 0,0-1 82,1-4 0,-3-3 322,-2 4 0,1 0-7,-6 0 0,4 5 433,-4-1-208,0 10 30,-5 3-158,0 6 0,0 8 203,0 6 0,0 2 184,0 7 1,0-5-180,0 1 1,0 1-7,0-1 1,1-2-131,4-7-408,-4 9 0,12-11 8,-3 6 0,2-6-271,2-8 1,5 0 143,0 0 0,5-8-95,-5-6 0,5 0 111,-5-5 0,4-4 75,-4 0 0,0 1 112,-5-2 0,-4 7 172,-1-2 0,-4 4 696,5 6-341,-7-4 85,3 12-271,-6-6 0,2 9 141,2 3 0,0-2-99,5 6 1,-4 1-60,4 4 0,-4-4-17,5-1 20,-7 0-692,9 6 40,-10-1 83,11-6 502,-12 4 116,5-10 0,-6 3-202,0-10 1,0 2-31,0-7 1,0 6 60,0-6 165,0 7 438,0-10-419,0 5-314,-6 1 0,3-4 29,-7 6 1,6 0-356,-6 5 321,1 0 0,-5 0-97,-1 0 0,6 2 104,-1 2 0,1 0-27,-5 5 1,4 0 146,1 6 0,4-1-53,-4 0 0,5 0 38,0 1-58,2-1 1,4 0 15,2 0 1,4 0-105,6 1 1,5-6-174,0 1 0,7-7-10,-3 2 1,-1-4 135,2-1 1,0-1-121,4-4 0,5-5 115,1-9 1,-1 2 35,-5-7 0,1 1 46,-1-6 1,-4 5 175,0 1 1,-7 4-113,2-5 0,-5 11 427,-4-1-174,-4 10-227,0-3 1,1 9 910,2 3-575,-3 2 0,-4 8 48,3-1 1,-4-5-184,4 1-350,-3-7 146,-2 3 1,0-4-283,0 3 228,0-4 0,-2 5 85,-3-6 1,2 0-379,-6 0 0,-1 0 41,-4 0 1,0 0 89,-1 0 0,3 2 142,2 3 1,-2-2-64,2 6 122,-2 1 1,-1 4-1,3 0 0,4-4-250,6-1 0,0 1 23,0 4 1,6-6 1,4 3 17,9-6 1,-3-1 11,3-4 1,1-1 107,-1-4 1,0 2 127,-5-7 0,4 1 8,-4-5 0,3 0 320,-7-1 1,-2 1 369,1 0 1,-6 4 74,2 1-406,3 6-163,-6-4-422,4 7 1,-6 2 314,0 3 0,1 1 35,4 4 1,1 2-144,4-2 1,7-2-115,-2 1 0,2-6-70,-3 2 1,7-3 53,2-2 0,3 0-7,-3 0 0,4-7 50,-3-2 0,1-9-11,-1-1 1,1-6 10,-6 1 1,-1-2 20,-9-3 0,2-2 8,-6 2 0,0-2 32,-5 7 1,-7 3-43,-2 2 1,-4 10-68,-1 4 1,0 4-154,-1 1 0,0 6 174,-4 3 1,3 10 33,-3 5 0,8 3 193,1 1 0,6-1 353,-6-3 0,7 3-155,-2-4 1,4 3 144,1-3 1,4-2-443,1-7 0,11 0 98,-2 1 1,5-8-628,0-2 0,3-3 130,7-2 0,-2-7-145,-4-2 1,2-4-260,-6-1 0,0-2-713,-4-3 0,-7 2-1645,-4-7 3120,-2 7 0,-27-8 0,-13-2 0,-2 0 0,1 0 0</inkml:trace>
  <inkml:trace contextRef="#ctx0" brushRef="#br0">7294 16946 8058,'-8'0'1361,"2"-6"-11,0 4-913,4-11 1,0 10 61,7-6 1,8 6-219,1-2 0,0-1-86,5 1 1,-3-6 95,-2 1 0,4 2 0,-4-1 0,3-1 61,-7-4 30,-4 0-427,0 0 0,-12 1 46,-3 4 0,-4 2-88,-1 7 1,-1 8 127,1 6 0,2 2 255,2 8 0,-1 1-77,6 8 0,1-1 169,4 6 1,0-2-176,0 2 0,4 3 15,1-3 0,6-2-124,-1 2 0,-3-8 131,3-1 1,-5-2-561,4-8 0,-6 0-775,2-5-1029,3 0 782,-6-6 408,4-2 0,-12-7 438,-4-4 0,-3-3 24,-1-6 1,2 0 1,2-1 1,-3 0 181,4-4 0,1 1 319,-1-5 0,4 5 269,-5-1 1,7 3 915,-1 2-699,2 0 0,2 0 546,0 0 1,2 4-490,2 1 0,4 4 45,6-5 0,7 6-348,3-6 0,2 5-34,3-4 0,1 4-360,3-4 0,2-1-14,3-4 0,3 5-172,-3-1 0,-4 1 150,0-6 0,-4 3-466,-2 2 360,-6-2 227,-8 10 26,-7-4-29,-7 6 1,-5 1 443,0 4 1,-6 8-37,2 6 1,-2 0 93,1-5 1,-1 2-212,6 3 1,1-4 8,4 4-130,0-3-237,0-2 1,6-1-47,3-4 0,4-2 86,1-7 0,5 0-233,0 0 1,5-8 53,-5-6 1,5-1-38,-5-4 1,0-3 202,-5-1 1,3 1 186,-3-2 0,2 7-30,-11-2 0,4 3 518,-4 2-113,0 6-121,-5 1-494,0 7 1,-2 2 217,-3 3 29,4 3 1,-5 6-52,6 0 0,1 0-34,4 0 1,-2-6-56,7-3 0,-1 1-156,5-1 1,0 0-100,1-5 0,-1 0 107,0 0 0,0 0 156,1 0 0,-6-6-73,1-4 1,-6-3-154,6-1 1,-7-2 125,2-3 1,-4 2 61,-1-7 0,-1 5-14,-4-4 0,-3 4 30,-6-5 0,4 7 172,1-2-167,-1 3 150,-4 2 0,5 6-2,-1 3 0,5 5 93,-4 5 1,6 4 96,-2 10 1,3-1 348,2 5 0,-1 1-107,-4 4 0,4 2 262,-4 4 1,3-4-439,2 3 1,-4-3-226,-1-2 0,0-4-163,5 0 0,0-7 120,0 2 1,0-3-17,0-2-450,0-6-358,0 5 1,0-13 330,0 0 1,0-2-39,0-8 1,6-4-153,4-5 0,2-6 152,3 1 1,-1 2 107,0-1 1,5 5 140,0-1 0,2 5 80,-2 5 1,-2-3 97,7 8 1,-5-1 293,4 5 1,-5 0-120,1 0 1,-8 6 126,-2 4 0,-4-2 234,4 1-341,-6 1 0,2 4 10,-10 0 0,-2-1-140,-8-4 0,-4 2-106,0-6 1,-1 4-40,1-4 0,3 5-221,-3-6 0,8 1-140,2-5-52,-1 6 389,2-4 1,2 6-47,6-3 1,11-4 520,3 4 1,10-5-272,0-5 0,7 2-153,2-6 1,7-1 43,-2-4 1,-3 0-12,-2-1 0,2-3-5,-2-1 1,-5 0-32,-4 4 1,-8 1-18,-2 0 1,-2 0-2,-7 0 0,-2 6 143,-7 3 1,-1 3-24,-9 2 1,1 0-27,-11 0 1,5 7 39,-4 2 1,5 4-1,-1 1 0,4 0 99,0 0 1,3 5 227,2 0 1,-1 0 11,6-5 1,1-4-108,4-1 1,1 1-244,4 4 1,3-6 19,6-3 0,5-4-184,0-1 0,2 0 115,-2 0 1,-4-1-111,4-4 0,-3 2-34,-2-7 0,1-1-150,-1-8 1,0 4-39,0-4 0,-4 3 74,-1 2 0,-4-5 165,4 0 1,-5 4 32,0 6 1,-2 4 8,-2-4 0,1 6 108,4-2 174,-3 3 1,9 4-107,-6 3 1,6-2 111,-2 6 0,4-4 140,1 4 0,2-5-157,3 0 1,-2-2-108,7-2 1,-7 0-97,2 0 0,-3 0-165,-2 0 1,0-2-85,1-2 0,-6 0-986,0-5 734,-5 6 1,2-5-1108,-6 3-1450,0 4 3050,-6-6 0,-52 0 0,-25 2 0,23-1 0,0 1 0,0 0 0</inkml:trace>
  <inkml:trace contextRef="#ctx0" brushRef="#br0">21142 11800 8046,'-6'-15'857,"4"1"866,-4 6-1136,6 2 0,0 8-17,0 2 1,0 4-152,0 6 1,0 5 39,0 0 1,0 5-82,0-5 1,0 5-118,0-5 0,0 4-86,0-4 0,2 5-94,2-5 1,-2 0-160,3-5 0,3 0-51,1 1 0,4-6-310,1 0 1,6-4 85,4 5 1,5-7-257,4 2 1,-3-4-191,3-1 0,-3-1 281,-2-4 0,-1-1-104,-3-4 0,-4-3-160,-5 4 782,-7-4 0,-27-20 0,-13-5 0</inkml:trace>
  <inkml:trace contextRef="#ctx0" brushRef="#br0">21156 11928 8054,'-9'0'116,"-1"0"0,6 0 589,-6 0 1085,7 0-1238,-3 0 0,7 0 40,4 0 1,5 0-583,9 0 0,-2-7-317,7-2 0,-1 1-378,6-2 1,-1 3 363,1-3 0,-7-3-202,-3 4 0,-4-2-103,0 1 1,-7-2-364,-4 2 1,-8 2 988,-6-1 0,-9 4 0,-5-4 0,2 4 0,-1-5 0,1 7 0,-2-1 0,-1 0 545,6 0 1,0 2 610,4-3 409,1 4-953,6 1 0,4 0-31,8 0 0,6-2-446,9-3 1,8 4-347,6-4 0,5 2-782,-5-2 0,5 4 154,-5-4 0,0 3 839,-4 2 0,-1-12 0,0-4 0</inkml:trace>
  <inkml:trace contextRef="#ctx0" brushRef="#br0">21597 11729 8818,'7'-8'2860,"-6"1"-1953,5 7-321,-6 0 0,0 2 312,0 3 0,0 4-193,0 10 1,0 2-265,0 2 0,5 4-167,0-3 1,1 3-143,-1 1 0,-2 1-180,7-1 1,-7-1 163,1-3 1,3 1-46,-2-6 0,-1 0-45,-4-5 1,2-6-740,3-3 1397,-4-4-551,5-1 0,-6-11-369,0-3 0,0-10 155,0 1 0,5 0-94,0 0 0,0 1 170,-5-2 0,0 3 47,0 7-32,0 0-109,0 0 13,0-1-179,0 8-175,0 0-83,0 7-522,0 0 711,0-6 0,0 3-45,0-7 1,1 6 2,4-6 170,-3 7 0,9-5 255,-7 3 1,7 4 165,-1-4 0,-2 3 205,1 2 1,-1 7-16,2 2 0,2 4 229,-2 1 1,1 0-261,-2 0 0,4 1 57,-4-1 0,-1 0-139,2 0 1,-5-1-151,4-4 0,-4 3-450,4-8 1,-4 6 106,5-6 1,-6 1-25,6-5 0,-6 0 71,6 0 0,-5-6-52,4-4 0,-4-4 112,4-5 1,-4 2-87,5-7 0,-3 7 182,3-2 0,1 3 356,-6 2-342,6 0 100,-3-1 0,4 9 211,-2 6 0,1 6-92,-6 9 0,-1 5 156,-4 4 0,5-2-246,0 2 1,0-5-212,-5 4 0,0-4-1039,0 5 1,0-7 90,0 2-18,0-3 1,-5-2-1207,0 1 700,0-8 1,12 0 1537,2-7 0,22-18 0,8-8 0,3-2 0,1 0 0</inkml:trace>
  <inkml:trace contextRef="#ctx0" brushRef="#br0">22550 11814 8127,'8'-6'3158,"-2"4"-800,-6-4-1002,0 6 1,0 1-594,0 4 1,0 3-208,0 6 1,0 0-181,0 0 1,0 5-15,0 0 0,0 2-249,0-2 1,0-3-162,0 3 0,2-4-63,2 0 0,-1-1-297,7 0 1,-2 0-410,1 1 0,4-8 306,-4-2 0,4 1 196,1-1 1,1 0-45,-1-5 0,0-6 101,0-4 1,-1-2 34,-4-3 0,4-4 165,-4 0 1,-2 0 111,-3 5 1,3 5 251,-2-1 0,-1 6 281,-4-6-275,0 7-163,0-3 0,0 7 56,0 4 0,0-2 206,0 7 1,0-1-213,0 5 1,0 0-194,0 1 1,2-1-143,3 0 1,2-4-379,8-1 0,-1-4-41,0 4 0,5-6 240,0 2 0,2-3 131,-2-2 0,-4-7 6,4-2 1,-3-4 103,-2-1 0,-1-2-30,-4-3 0,2 4 252,-6-4 1,0 3 222,-5 2-49,0-1 1,-2 3-137,-2 2 1,0 4-117,-5 6-96,0 0 1,-1 5 10,1-1-121,5 7 0,0-7-17,8 5 0,4-4-251,7 4 1,0-6 116,4 2 1,-1-3-127,5-2 1,1 0 361,4 0 1,-4 0 115,0 0 0,-5 0 224,5 0 1,-7 0 17,2 0 157,-3 0-205,-2 0 1,-5 0 522,1 0-303,-7 0-510,3 0 17,-6 0 1,-1 0 46,-4 0 0,-3 0-143,-6 0 1,0 0 55,-1 0 0,-5 1-85,-4 4 0,-3-2 119,-1 7 0,4-1-6,1 5 1,0-4 39,0-1 0,1 1 11,3 4 0,8 0 19,-4 1 1,11-1-114,-1 0 0,3 0-133,2 0 1,7-1 119,2-3 1,10-4-177,5-6 0,-2 0 159,2 0 0,-2 0-19,1 0 1,3-6 38,-7-4 0,0-3 84,-5-1 0,0-5 178,0 0 1,-1 0 112,-4 5 0,-1 1 542,-3 4-483,-3-4-256,4 5 87,-6 1 1,-5 7-19,0 9 0,-1-1 19,1 1 0,4 1 78,-4 4 0,3 0-259,2 1 1,0-1-144,0 0 1,0-5-373,0 1 0,7-2 148,2 1 0,4-2-78,1-7 1,0 0 156,1 0 1,-1 0 72,0 0 1,0-2 25,0-3 0,1-3-41,-1-6 1,0 2 364,0 2 1,-4-1 415,-1 6-162,-6-6 0,8 8 141,-6-6-15,0 5-332,-5-2 1,5 8 117,-1 2-42,1-2 1,0 11 242,0-4 0,6-1-209,-2 1 1,4-4-380,1 5 1,0-7-923,0 2 811,1-4 0,-1-1-54,0 0 297,0 0 0,1 0 35,-1 0-11,-6-6 281,-2 4 200,0-10-55,-4 10-205,4-4-198,-6 6-278,0-7 62,0 6-500,0-5 71,0 6 346,0-7 0,2 6 40,3-4 135,-4-3 1,5 5 1,-6-7 0,2 6-26,3-6 1,-4 5 155,4-4-100,-3 6 75,-2-10-268,0 12-315,0-6 600,0 7 325,0 0-358,0 7 1,6-4 177,3 6 1,6-6-228,4 2 1,-2-3-22,7-2 0,-1 0 29,6 0 0,-2 0-19,-4 0 1,3 0-34,-7 0 0,0-7 72,-5-2 0,0 1 19,0-2-100,-6 1 32,-2-5 0,-7 1-53,-4 4 1,-3 2-153,-6 7 1,-2 0 158,-3 0 0,3 7-31,-3 2 1,-1 4 208,1 1 1,2 0-77,7 0 1,-1 1-55,6-1 1,-4 0-94,4 0 1,0 1 11,5-1 1,7-2 6,2-2 1,5 1-217,5-6 1,5-1 99,9-4 0,-1 0-150,6 0 1,-5-6 211,5-3 0,-7-6 51,3-4 1,-4 8-28,-2-3 1,-4 3 82,-1-3 1,-5 6 213,1 3 0,-3 4 48,-2 1 1,-5 0 255,1 0 0,-6 6 268,6 3 0,-7 4-310,2 1 1,-4 1-263,-1-1 1,0 0-5,0 0 1,-6-1-199,-3-4 0,-4 4-267,-1-4 1,-2-2-701,-3-3 1,2 0-1,-7 0 1,2-2 977,-2 3 0,-41-4 0,-4-1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3194 5351 8028,'-8'0'-1864,"0"0"3117,4 0-87,2 0-365,-4 0-264,-1-7 217,6 6-293,-5-5 0,6 6-200,-7 0 62,6 0 86,-6 0-14,7 0 182,0 0-382,7 0 0,-4 0-33,6 0 0,1 0 10,4 0 1,0 0-80,0 0 0,2 0 82,3 0 0,-2 0-226,7 0 1,-5 0 91,5 0 1,-2 0-57,1 0 0,3 0 36,-8 0 0,3 0-101,-2 0 1,1 0 64,4 0 1,1 0 35,-6 0 1,2 0 42,-2 0 0,1 0-33,4 0 1,1 0 72,-6 0 1,1 0-73,-1 0 1,2 4 0,3 1 0,1 0-28,-6-5 0,1 0-10,-1 0 0,2 0-1,2 0 1,3 4-13,-8 1 0,8 0 24,-3-5 1,4 0 2,2 0 1,-1 0 24,0 0 0,1 0-1,-1 0 0,0 0 5,1 0 1,-5 0-25,-1 0 0,-4 0 4,5 0 1,-1 0-47,6 0 1,-6 0-15,1 0 1,0 0 11,4 0 1,1 0 42,-1 0 0,2 0-1,3 0 1,-3 0-19,3 0 1,-3 0-1,-2 0 1,6 0-8,-1 0 0,0-5 3,-5 0 0,1 1-11,-1 4 1,-1 0-13,-4 0 1,6 0 20,-1 0 1,1-2 48,4-3 0,-3 4 0,-2-4 1,1 4-16,-1 1 1,0 0 7,1 0 1,-3 0 19,-2 0 0,3 0 7,-3 0 0,2 0 33,3 0 0,-2 0 13,-4 0 0,4 0-134,-3 0 0,1 0 17,-1 0 1,1 0-9,-6 0 1,6-5 7,-1 0 1,1 0-94,-1 5 0,1 0 55,-6 0 0,6 0-128,-1 0 0,-2 0 93,1 0 0,-5 0-18,1 0 1,3 0 135,1 0 1,3 0-94,-3 0 1,3 0 200,-8 0 1,8 0 0,-3 0 1,3 0 23,-3 0 1,2 0-96,-6 0 0,7 0 23,-3 0 1,-1 0-15,2 0 1,-5-1 8,5-4 1,-5 3 96,4-2 0,-1 2-156,2 2 1,3 0 0,-4 0 1,4 0 39,2 0 0,-6 0-4,1 0 1,-5 0-70,4 0 1,-4 0-10,5 0 1,-5 0 11,5 0 0,-5-1-122,4-4 1,-4 3 41,5-2 1,-5 2 49,4 2 0,-4 0-9,5 0 0,-5 0 29,5 0 1,-6 0-2,6 0 0,-5 0 37,5 0 1,-1 0 108,6 0 0,-6 0-83,1 0 1,0 0 14,4 0 0,4 0-57,-4 0 1,4 0-29,-9 0 1,2 0 1,-1 0 0,3-2 13,-3-2 0,-2 2-13,1-3 1,-4 4 47,5 1 1,-2 0-11,2 0 0,1 0 44,-6 0 1,6 0 150,-1 0 0,3 0-96,1 0 0,-1 0-60,-4 0 0,4 0-76,-3 0 1,1 0 32,-1 0 0,3 0-10,-4 0 0,2 0 18,-1 0 0,3-2-24,-3-3 0,-2 4-22,1-4 1,-1 4-11,2 1 0,3 0 15,-3 0 1,-2 0 41,1 0 0,1 0 6,4 0 0,1 0-34,-1 0 1,0 0-3,1 0 0,-1 0-24,1 0 1,4 0 2,0 0 1,0 0-3,-5 0 0,1 0-7,-1 0 0,1 0-24,-1 0 0,0 0 40,1 0 0,1 1 12,3 4 0,1-4-19,4 4 1,-1-3-2,-4-2 0,-3 0 44,3 0 1,2 0 104,-2 0 0,4 0 30,-3 0 1,-1 0-129,-5 0 0,5 0-32,0 0 1,0 0 18,-4 0 1,-1 0 0,1 0 0,4 0 24,0 0 1,0 0-5,-5 0 1,1 0 37,-1 0 1,1 0 10,-1 0 0,-4 4-97,-1 1 0,-4 0 52,5-5 0,-2 0-93,2 0 1,2 0 32,-2 0 1,0 5-12,4-1 0,-3 1 4,8-5 1,-3 0-17,-1 0 1,1 0 38,3 0 1,-5 0 14,1 0 1,-3 0-47,-7 0 0,7 0 38,-3 0 0,-2 0 3,-2 0 1,-2 0-5,2 0 1,-3 0 3,3 0 1,1 0 17,-1 0 1,0 0 2,-5 0 0,5 0 15,0 0 0,0 0 243,-5 0-198,7 0 1,-1 0 114,4 0 0,-8 0-159,-7 0 0,1 5-5,4 0 0,0-1-7,0-4 0,0 0 43,1 0 1,-1 0-4,0 0 0,2 0-151,3 0 0,-8 0 67,3 0 0,-8 0-306,4 0-487,-7 0-2252,3 0 100,-6 0 1156,0 0 0,-8 2 1805,-6 3 0,-51-6 0,-23-3 0,23 3 0,1 1 0,-1-1 0</inkml:trace>
  <inkml:trace contextRef="#ctx0" brushRef="#br0">3549 4641 7910,'0'-9'-1007,"0"-1"1166,0 7 0,0-5 1299,0 3-508,0 4-125,0-5 162,0-1-167,0 6-294,0-6-72,0 7 323,0 0-724,0 7 0,0-4 21,0 6 0,0-4 192,0 4-100,0 1 1,0 4 148,0 0 0,0 5-88,0 0 1,0 2-55,0-2 1,0-4-7,0 4 1,0 3-105,0 2 0,0 3 7,0 1 0,0-4 23,0-1 1,2 1 9,2 5 1,-2-3-42,3-2 0,-4 1-40,-1-6 0,0 6 4,0-1 0,0-2 58,0 2 1,0-5 6,0 4 0,0-5 153,0 1-197,0 3 0,0-7 35,0 4 16,0-3-65,0-2 0,0-4 32,0-1-15,0-6-151,0 4 96,0-7 1,0-2-211,0-3-157,0 4 0,0-7-1192,0 3 118,0 4 215,0-12 0,2 7 1231,2-4 0,1-25 0,-2-12 0,4 0 0,1 0 0</inkml:trace>
  <inkml:trace contextRef="#ctx0" brushRef="#br0">3066 3619 6605,'-8'0'1822,"2"0"1,5-5-1092,-4 1 188,3-1-301,-4 5 20,0 0-261,4 0-99,-4 0 0,9 0-14,6 0 0,2 0-18,13 0 1,6 0-1,8 0 1,4 0-102,6 0 1,-2 0-89,6 0 1,-5 0-24,5 0 0,-13 0-205,-1 0 0,-8 0-337,-6 0 1,-4 0 92,-5 0-625,-8 0 731,0 0 1,-9 0-245,-3 0 183,4 0-66,-12 0 327,12 0 401,-12 0 470,11 0-351,-4 0 87,6 0 333,0 0-481,0 6 0,0-3 140,0 7 1,0-1-67,0 6 0,0-1 25,0 0 1,0 2-107,0 3 0,0-2-170,0 7 1,0-5-80,0 4 0,0-4 110,0 5 1,0-5-99,0 4 0,0-5-162,0 1-689,0-4-292,0 0-1144,0-1-959,0-6 900,0-2-18,0-6 2101,0 0 1,-57-63 0,22 24 0,-1-1 0</inkml:trace>
  <inkml:trace contextRef="#ctx0" brushRef="#br0">3137 3591 7963,'-14'-7'775,"5"1"1166,-1-3-1134,7 2 0,-5 7 196,3 0-315,4 0 1,-10 7-233,6 2 1,-1 5-60,1 5 1,2-1-133,-7 5 0,7 1 97,-1 4 1,-3 1-218,2-1 0,-1 2-152,1 3 0,4-3-154,-4 3 0,4-3 219,1-1 1,0-6-435,0 1 1,0-7 114,0 2 0,1-5-14,4-4 1,-2 1-1,6-6 0,1-1-121,4-4 1,7 0 133,2 0 0,4-4 134,2-1 1,0-5 193,5 6 1,2-7-127,6 1 0,3-1 63,2 2 0,-8 1-42,4 3 0,-10 4 88,0-4 1,-9 3-92,-5 2-8,-3 0 100,-9 0 256,0 0 167,-7 0 0,-2 0 88,-3 0 779,4 0-425,-12 0-542,5 7 1,-6-6-183,0 4 1,4-2-54,1 2-25,0-4 0,-6 10-220,1-6 0,5 1-237,-1-1 1,1-3 206,-5 2 0,-1 0-221,1 0 1,0-2 51,0 3 0,0-4-57,-1-1 0,-4 0 173,1 0 1,-6 0-79,5 0 1,-6 0 19,1 0 1,-3 0-163,-1 0 1,1 0 21,3 0 0,-2 0 109,2 0 1,-1 0 132,1 0 0,4 0-52,5 0 314,1 0 0,5 0-72,-1 0 327,7 0-316,-3 0 0,7 0 160,4 0 628,-3 0-163,4 0 106,0 0-254,-4 0-340,4 0 1,-4 0 346,2 0-62,-2 0 0,4 2-153,-6 2 1,-1 0-40,-4 5 0,2 1 7,-7 4 1,6-2-71,-6-2 1,1 2-116,-5-2 0,-1 3-52,1 1 0,-5 0-200,0 0 1,2 0-196,8 0 0,-4-4-475,3-1 0,3-4-235,-3 5-531,7-7-1467,-3 3 2293,6 0 1,8-4-346,6 3 0,2-8 357,7-2 0,1-6 301,4 1 0,7-7 442,3-2 0,6-6 0,8 1 0,6-4 0,13-5 0,-4 3-211,-1-3 0,-8 9 151,-1 5 0,-10 0 60,-14 5 2574,-6 3-1384,-19 11 1,-3 0 80,-10 0 0,-1 1-463,-4 4 1,-2 3 235,2 6 0,-7 2-281,-2 3 0,-2-3-195,2 3 1,2 1-237,-7-1 1,2 5-110,-1-5 0,-3 0-478,8-5 1,-1 0-140,4 0 1,-3 0-463,-1 0 1,0-1 124,4-3 0,1 1-645,0-7 0,-2 1 476,-3-5 0,2 0-34,-7 0 0,1 0 342,-6 0 1,3 0 211,2 0 0,-1 2 280,6 2 0,0-2 239,5 3 591,6-4 130,1-1 56,26 0 0,-1 2-151,15 3 1,3-4 486,2 4 0,5-4-1240,4-1 0,-3-1 33,3-4 1,-4 4-641,-5-4 0,1-1-416,-6 1 1,-1-5 1010,-9 6 0,-40-14 0,-16 2 0</inkml:trace>
  <inkml:trace contextRef="#ctx0" brushRef="#br0">5195 4457 7915,'-7'-15'209,"2"1"1,2 2 649,-2 2 583,3-3-805,-4 6 0,6-3 971,0 1-578,0 6-223,0-4-620,0 7 1,0 7-145,0 2 1,0 5 381,0 5 1,-5 3-84,1 7 1,-1 1 17,5 3 0,0-2-105,0 7 1,-5 0 73,0 4 0,1 1-49,4 0 0,-2-1-28,-3 1 1,4-2-75,-4-3 1,-1 1-51,1-6 0,-4 5-144,4-5 0,-5-4-87,6-6 0,-6-5-66,5 0 1,-1-3-327,1-6-400,4 4 555,-5-12 1,7 6-642,4-7 432,-4 0 1,12-2-361,-4-3 1,-1 2-417,2-6 1,-2 4-935,1-5 888,4 1 1,-12-10 1370,4 0 0,-16-50 0,-5-8 0</inkml:trace>
  <inkml:trace contextRef="#ctx0" brushRef="#br0">4997 3676 8011,'-2'-8'-985,"-3"3"2177,4-3 39,-5 1-595,6-1 1,0 0 200,0 3-418,0 3 0,1-4-117,4 6 0,4 0-14,10 0 0,-1 0-102,5 0 0,6 5-111,4 0 1,1-1 3,0-4 1,-4 0-3,3 0 0,-3 5-130,-2 0 1,-1 0-117,-4-5-107,-2 0 232,-7 0 141,-6 0 210,-2 0 456,-6 0 74,0 0-954,-6 0 174,5 0 1,-6 1-122,7 4 1,0 3 158,0 6 1,0-3 92,0 3 1,0-1-52,0 10 1,0-4 199,0 5 1,0 4-41,0 6 1,0-1-92,0-5 1,0 0-181,0 1 0,-1-6 8,-4 1 0,3-7-544,-2 2-394,2-3-837,2-2 247,0-6 387,0-1 1,0-9-271,0-3 1,0-3 510,0-6 0,-2 0 866,-2 0 0,-29-51 0,10 26 0,0 1 0</inkml:trace>
  <inkml:trace contextRef="#ctx0" brushRef="#br0">5054 3747 8011,'-15'-14'247,"1"0"1,0-1 436,0 1 1,0 0 349,-1 0-477,1 0 1,5 4 1131,-1 1-681,7 5-1033,-3-2 0,7 8 152,4 2 1,-2 9 297,7 6 1,-6 6-150,6-1 1,-5 3 125,4 1 1,-4 1-261,4-1 1,-6-1-128,2-4 0,1 4-316,-1-3 1,5-2 200,-6 2 0,1-7-464,-5 2 0,5-3 134,0-2 0,1-2-649,-1-2 769,-4 2 0,12-10-35,-4 3 0,5-4 72,5-1 0,-1 0 185,5 0 0,3-6-75,7-3 1,-2 1 232,7-2 0,-5 2 108,5-1 0,-6-2 18,1 6 1,0 0 73,-5 5 0,2 0-133,-11 0 0,-5 0 213,-4 0 62,-1 0 232,-1 0 173,-1 0-207,-20 0 1,8 5 5,-9 0 0,-2 0-332,-3-5 0,-6 0-418,1 0 1,-2 4 88,-3 1 1,1 0-102,-1-5 1,-4 0-122,0 0 0,0 0-362,5 0 0,-5 0 183,-1 0 1,-2 0-172,8 0 1,-2 0 312,11 0 0,0-2 118,5-3 628,6 4-69,-5-5-72,12 6 0,-4 0-72,10 0 239,-4 0-180,12 0-163,-12 0 0,6 6 474,-7 3 1,0 4-85,0 1 0,-2 0 29,-3 1 1,2 0-205,-6 4 0,-1-3-124,-4 3 0,-5 1-59,0-1 1,-1 0 14,1-5 0,2 2-42,-7 3 1,7-5-234,-2 1-1281,3-1 72,2-6-560,6 0 510,1-2 451,7-6 0,8-2 374,7-2 0,2-3-66,11-2 0,-1-4-117,11 4 1,0-4-312,4-1 1,3-2 332,2-3 698,-3 3 0,14-8 0,9-4 0,1 2 0,1-1 0</inkml:trace>
  <inkml:trace contextRef="#ctx0" brushRef="#br0">5479 4088 8011,'15'0'1020,"-1"0"-737,0 0 1,-6 1 67,-3 4 1,-4-2 750,-1 6 0,-1 6-172,-4 4 0,-5 1 117,-9-1 0,2-3-487,-7 3 1,6 1-29,-6-1 0,7 0-369,-2-5 1,3 0-221,2 1 1,-1-3 131,1-2 0,0 1-73,0-7 1,4 1-249,1-5 0,-1 0-172,-4 0 0,0 0-449,0 0 0,-2-5 316,-3 1 0,-3-1-143,-6 5 0,-2 0 314,-3 0 0,3 0 106,-3 0 0,-1 0 106,6 0 0,-2 0 287,11 0 0,2 2 148,7 2-189,4-2 0,8 4 100,2-6 0,11 0-206,8 0 0,9 0-226,1 0 0,5-1-359,-5-4 0,5 3-773,-5-2 0,0-3 1386,-5 3 0,13-7 0,3 3 0</inkml:trace>
  <inkml:trace contextRef="#ctx0" brushRef="#br0">6899 4371 7941,'12'-6'0,"-2"-3"0,1 1 317,-6-2 0,1 7 1330,-1-2-22,-4-2-703,6 5-241,-7-4-440,0 6 0,0 1-14,0 4 1,0 8 54,0 5 1,0 8 96,0-3 0,0 9-155,0 1 0,0 2 14,0-2 0,-2 3-90,-3 7 1,4-5-20,-4-1 0,3 1-125,2 5 0,0-1 111,0 1 0,-4-7-105,-1-3 0,0-3-10,5-1 1,0-1-45,0 0 0,-1-5-52,-4-5 1,3-2 87,-2-2 1,2 1-142,2-1 29,0 0 0,0-5-377,0 1 186,0-7-228,0 3 67,0-6 0,0-1-394,0-4 0,0 2-739,0-7 0,5 1 764,-1-5 0,6-2 841,-5-3 0,-1-47 0,-4 24 0,0 0 0</inkml:trace>
  <inkml:trace contextRef="#ctx0" brushRef="#br0">6785 3562 7928,'8'0'3242,"0"0"-2867,-3 0 0,-2 0-115,6 0 1,2-4-2,8-1 0,0 0-165,10 5 1,-3-5 77,12 1 0,0-1 73,5 5 1,2 0-80,-2 0 0,1 0-132,-11 0 0,2 0 91,-2 0 1,-8 0-209,4 0 116,-10 0 227,1 0-452,-12 0 75,-2 0 195,-6 0 131,-6 0 35,5 0-164,-12 0 1,10 2 4,-7 2 0,6 4 155,-6 6 0,5 1-74,-4-1 1,6 5 235,-2 0 0,-1 6-30,1-1 0,-1-1-56,1 6 1,3-9-168,-2 8 1,-3-2-57,3 2 0,-1 0 11,5 1 1,0-5-215,0-1 1,-5-5-40,0 0 0,1-7-4,4-1-1262,0-7 29,0 3-480,0-6 1022,0 0 0,0-6-386,0-3 1,-5-4 412,0-1 1,-6-2 816,2-3 0,-19-24 0,-7-12 0,-4-6 0,0-1 0</inkml:trace>
  <inkml:trace contextRef="#ctx0" brushRef="#br0">6927 3605 8034,'-14'-8'0,"0"3"0,4-1 882,1 1 1,-1 1-175,-4 4 1,5 0-61,-1 0 0,6 0-88,-6 0 0,2 1 81,-1 4 0,-2 3-146,6 6 0,-5 5 80,6 0 0,-3 6-379,3-1 1,2-4-56,-3-1 1,4 2-120,1-2 0,5 4 93,-1-4 1,7 0-98,-1-5 0,4 4-22,5-4 0,-2 6-392,7-10 1,0 6 97,4-7 0,0-3-131,1-1 1,-1 1 66,1-1 0,-3 5 115,-2-6 0,3 1 145,-4-5-1,0 0-4,0 0 1,-5-5 103,0 1 0,-3-3 42,-6 3 1,4 2 243,-4-3 0,-2 2 239,-3-2 152,-2 4 392,-2-6-348,0 7-209,-6 0 0,-2 0-148,-7 0 1,0 2-413,-4 3 0,1-4-7,-5 4 1,-1 1-76,-4-1 1,-1 0-13,1-5 0,0 5-266,-1-1 0,-4 1 94,0-5 0,-5 0-191,5 0 1,0 0 209,4 0 1,3 0-186,2 0 697,3 0-82,14 0 43,-6-6-153,11 4 26,2-4 32,8 6 0,2 0 92,-1 0 0,-4 1 244,4 4 0,-5-2 101,0 7-68,-2-1 1,-2 5-129,0 1 1,0-1-20,0 0 0,0 0-64,0 0 1,-2 1 31,-2-1 0,0 0-176,-5 0 0,4 0-276,-4 1 1,4-1-394,-4 0 1,4 0 57,-5 0-742,7-6 225,-9 5-61,10-12 574,-4 6 59,6-7 82,0 0 255,6-7 0,0 4-112,4-6 0,2 1 51,-2-2 0,7-2 145,2 2 0,0 2 33,-5-1 1,5 4 104,0-4 1,5 4-153,-5-4 1,4 5 42,-4 0 1,6-3 5,-1 3 0,3-1 166,1 5 1,2-5 170,3 0 1,2 1-30,3 4 1,-3 0 100,-7 0 1,0 0 6,1 0-196,-7 0 216,-2 0 7,-12 6-93,-1-4 1,-9 4-115,-3-6 1,2 0-72,-6 0 0,-1 0-27,-4 0 1,0 0 51,0 0 1,4 0-291,1 0 0,-1 5-1061,-4-1 691,6 1-171,-4-5 111,10 0 242,-11 0 1,13 0-262,0 0 1,2-6 185,7-4 1,2-2-155,8-2 1,-3-1-173,3 1 0,-3 0-185,-2 0 0,-5 1 246,1 4 634,-1 2 0,6 26 0,-1 5 0</inkml:trace>
  <inkml:trace contextRef="#ctx0" brushRef="#br0">9227 4457 7861,'-8'-7'905,"1"4"103,7-6-200,0 5 121,0-8-481,-6 4 1,5-1 835,-4-1-910,3 7 1,2-5 34,0 3-216,0 4 0,0-4 0,0 10 1,0 9 124,0 10 0,0 4-89,0 5 0,0 8-35,0 6 0,0 7 49,0-2 1,0 3 13,0 2 0,2-5-22,3 0 1,-4-6-14,4 1 1,-4-9-256,-1-5 1,0-8 98,0-1-707,0-7 391,0 4-462,0-13 1,0-4-238,0-8 485,0 2 1,0-10-401,0 2 1,0 2-562,0-1 1,5-2 567,0-8 857,0-3 0,-7-17 0,-3-7 0,1-4 0,0 0 0</inkml:trace>
  <inkml:trace contextRef="#ctx0" brushRef="#br0">8943 3690 8065,'-8'-6'230,"-5"4"1,7-6 371,-4 4 0,3 2 976,2-3-580,3-3-616,-4 7 0,8-7-134,2 3 0,6 4 29,9-4 0,3 3-9,6 2 0,2 0 0,3 0 1,4 0-26,5 0 0,-1 0-29,-3 0 1,1 0-148,-6 0 1,5 0 34,-5 0 0,-1-1-139,-8-4 1,1 3 180,-6-2 62,-7 2-63,1 2-233,-11 0 171,4 0-61,-12 0 0,2 2-152,-5 2 1,4 1 252,-4 9 1,6-1 357,-2 11 0,-1-1-165,1 6 0,-5-1 63,6 1 0,-1 4-235,5 0 1,-5 5-12,1-5 1,-1 0 48,5-5 0,0 1-7,0-1 0,0-6-456,0-3-341,0-3-411,0-2 121,0-6-665,0-2 893,0-6 1,0-1-1395,0-4 830,0 3 603,0-10 1,-2 4-792,-3-6 1,-2-1 1437,-8 1 0,-8-15 0,-6-6 0,-1-4 0,-1 0 0</inkml:trace>
  <inkml:trace contextRef="#ctx0" brushRef="#br0">9056 3733 8065,'-4'-14'700,"-1"-1"0,-1 3-16,1 2 0,2-2 734,-7 2-286,7-2-477,-10 4 0,10-3-189,-6 6-559,6 0 0,-5 11 320,3 4 1,2 3 35,-7 1 1,6 6 178,-6 4 1,5 4-83,-4 5 1,1-3-80,-1 4 0,-4-5-120,4 0 0,1-1-135,-2 1 1,7-3-42,-2-2 1,4 1-200,1-6 1,0 2 43,0-2 1,6-8-275,4 3 0,4-5 175,5 1 0,3-2 40,6-4 1,1-2 116,-1 3 1,2-4 49,3-1 0,-1 0 26,5 0 1,-5 0 30,1 0 1,-5-1 148,-4-4 0,1 3 15,-6-2 239,0 2-28,-5-4-8,-6 4 169,-1-4-245,-7 6 566,0 0-296,-7 0-104,6 0-34,-6 0-380,1 0 1,-2 0 5,-6 0 0,-2 0-100,-3 0 1,2 0-78,-7 0 0,-1 5-293,-8-1 1,3 1 150,-3-5 1,1 5-143,-1 0 0,3 1 135,-3-1 1,8-4-47,1 4 1,7-3 308,-2-2 0,8 0-239,1 0 76,7 0 28,-3 0 0,8 0-90,2 0 0,-1 0 129,7 0-35,-7-7 202,10 6-111,-5-6 1,-1 6 277,-2-4 9,-3 3-167,4-4 103,-4 6 189,4 0 196,-6 0 465,0 0-680,-6 6 1,-1-2 115,-2 5 0,-4-4-309,4 4 1,-4-4-158,-1 4 1,0-4-247,0 5 1,4-6 204,1 6 1,-1-2-43,-4 1 0,5 4-51,-1-4 0,1 4-63,-6 1 0,6-1 73,-1-4 1,3 4 51,-3-4 0,-1 4 70,6 1 1,-4-5 20,4 1 1,-1-2 15,1 1 0,4-1-16,-4-3 9,3-4 174,-4 6 342,4-7-237,-4 0-169,12 0 1,-2-5-220,5 0 1,-1-1 86,1 1 0,4 4 37,-4-4 0,-1 2-8,2-2 0,-1 4-25,5-4 0,-4 3-51,-1 2 1,2-5 4,8 1 0,-1-1-34,5 5 1,-4-5 7,5 1 0,4-1 92,5 5 0,5-5 59,-5 0 1,5 1 164,-5 4 0,5 0-140,-5 0 0,5 0 55,-5 0 1,-4 0-128,-6 0 0,-5 0 46,1 0 1,-4 0-136,0 0 134,-8 0 21,0 0 124,-7 0 251,0 0-329,-7 0 1,4 0 525,-6 0-541,6 0 0,-4-7 29,7-2 0,0-4-345,0-1 0,0-5 115,0 0 0,0-4-492,0 4 1,0 0-707,0 5 302,7-1 0,-6 6-862,4-1 477,-3 7 1,-1-3 612,4 6 1,-4 2-625,4 2 1370,-3 4 0,-2 25 0,0 5 0</inkml:trace>
  <inkml:trace contextRef="#ctx0" brushRef="#br0">10433 3094 7934,'-8'-6'91,"0"-2"46,4-6 1,2 4 320,-3 1 1,2 4 1795,-2-4-492,4 5-777,-5-2-304,6 6-435,0 0 0,0 6 0,0 4 0,0 7-33,0 2 1,0 6 13,0-1 1,0 3-175,0 1 1,0 5 106,0 0 0,1 1-219,4-6 0,-2 0-75,6 1 1,-4-6-176,5 1 1,-1-7 133,5 2 0,1-5-89,-1-4 0,1-4 22,4-6 0,-3-6-88,3-4 1,2-4 140,-2-5 1,-1-3 142,-3-6 0,-1 0 137,0-1 0,-6 1 12,-3-1 0,-4 7 13,-1 3 0,-1 4-66,-4 0 1,-5 8-1,-8 2 1,0 3 58,-5 2 0,0 0-15,0 0 1,-2 7-28,6 2 1,0 4 65,5 1-218,-1 0 1,6 0-22,-1 0 0,7-4-105,-1-1 0,4-6 110,4 2 0,4-3 19,6-2 1,5 0-37,0 0 1,6-8-100,-1-6 1,3-2 110,1-8 0,-4 5 19,0-4 1,-7-1 170,2-4 0,-5-1 4,-4 1 0,-6-1 1,-8 1 0,-6 6-131,-9 3 0,-8 5 14,-6 4 1,-1 4 0,0 6 1,4 2-19,-3 2 0,5 6-168,4 9 0,4-2-309,6 7 1,6-5-802,3 4 0,7-1 102,7 2 1221,0-3 0,56-1 0,5 2 0</inkml:trace>
  <inkml:trace contextRef="#ctx0" brushRef="#br0">10902 3151 8006,'-10'-8'1094,"1"3"251,5-3 0,-3 7 611,2-4-1271,3 3 1,-4 4 34,6 3 1,-5-2-387,1 6 0,-1 1-308,5 4 1,0 0 118,0 0 0,5 5-144,-1 0 1,6 0-160,-6-5 0,6 1-441,-5-1 0,6-2-1831,-2-2 1698,4 2 1,1-10 206,0 3 1,0-4 346,1-1 1,-6-4 269,0-1 1,-1-8-42,2-1 0,1 0 579,-6-5-384,6 3 1,-10 2 646,4 0-29,-4 6-184,6 2-324,-6 6 1,6 1-169,-7 4 1,0 3-3,0 6 1,4 0-248,1 0 1,1 1-370,-1-1 0,-2 0 179,7 0 0,-5-1-27,4-4 1,0-1-368,6-3 1,-1-4 241,0 4 1,2-10 1,3-4 1,-2-5 296,7-5 1,-5 1 261,4-5 0,-4 4 35,5-5 0,-5 7 288,5-2 0,-7 3-110,2 2 1,-3 6-132,-2 3 0,0 4 216,0 1 1,-4 1 257,-1 4-325,-6 3 1,4 11-186,-7 0 1,0 0-16,0-5 0,-5 0-152,0 0 0,-6 1-258,2-1 0,-4-5 11,-1 1 0,0-6-175,-1 6 0,1-5 118,0 4 0,0-6-335,0 2 268,-1-3 0,1-2-452,0 0-223,6 0 239,-5 0 1,13 0-1215,0 0 1984,7 0 0,57-32 0,-25 12 0,0 1 0</inkml:trace>
  <inkml:trace contextRef="#ctx0" brushRef="#br0">11696 2995 9128,'0'-8'4042,"2"2"-3473,3 6 1,-4 1 516,4 4 1,-3 3-462,-2 6 1,0 2-11,0 3 0,0 1-126,0 4 1,0 3-180,0-4 0,0 4-166,0 1 1,0 1-125,0-1 0,0-4-132,0-1 1,0-5-394,0 1 0,0-3-3412,0-2 1750,0-6-925,0 4 2052,0-10 1,0-2-645,0-10 1684,0-9 0,-6-19 0,-1-9 0,-1-6 0,0-1 0</inkml:trace>
  <inkml:trace contextRef="#ctx0" brushRef="#br0">11668 3165 8006,'-8'-6'1788,"-4"4"10,10-10-1279,-4 4 0,12-2-185,3 1 1,6 6-53,4-2 0,3-1-155,6 1 1,0-2-223,1 3 1,-1 2-9,1-3 1,-1 4 175,0 1 1,-1 0-107,-3 0 1,-4 5 146,-5-1 0,-1 7 317,0-1 0,-6 2-187,-3 3 1,-4 4 133,-1-1 0,0 1 52,0-4 1,0 4 101,0-1 1,-1 1-434,-4-4 0,3-1 19,-3 0 1,2-1-1137,-1-4 572,2 4 0,-3-12-900,10 4 979,3-3 1,6-4-120,0-3 1,0-4 46,1-10 1,-1 1 91,0-5 1,0-1 201,0-4 1,-4 4 144,-1 0 1,-5 6 467,0-6 1,3 7-161,-3-2 1,-1 8-8,-7 1 0,1 7-143,-7-2 0,-4 4 31,-5 1 1,-2 1-134,3 4 1,2-2-72,-3 7 1,3-1-130,2 5 0,1 5 28,4 0 0,-2 0-657,6-5 357,0 0 0,12 1-154,2-1 0,8-2 159,2-2 1,7-4-50,-3-6 0,4 0 221,1 0 1,1 0 75,-1 0 0,-1-6 404,-3-4 0,1-2-215,-6-2 1,0 1 1435,-5 4-210,-6-4 394,4 5-869,-10 0-235,4 2-250,-6 6 1,0 6 57,0 4 0,-4 4 204,-1 5 0,0-2-125,5 7 0,0-1-254,0 6 0,2-1-22,2 1 0,-2-1-132,3 0 0,-4 1 42,-1-1 0,5-4-127,0-1 0,0-1 76,-5 2 1,0-3-288,0-7-225,0 0-407,0 0 300,0-6 483,0-2 1,-5-12 105,0-3 1,0-6-189,5-4 0,-4-3-210,-1-6 1,0-2 132,5-3 1,0-3-122,0-7 1,2 1 62,2-1 0,4-3 123,7 4 0,-1 2 90,0 12 0,2 1-28,3 3 1,-4 9 170,4 5 0,2 7-111,-2-2 1,0 10 145,-5 4 0,-1 4 0,-4 1 1,2 0 148,-6 1 0,-1-1-54,-4 0 1,0 5-43,0 0 1,-1 0 63,-4-5 0,-3-5-153,-6 1 0,-5-1-40,0 6 1,0-8 81,5-2 1,-2 1 0,-3-1 0,4 2-222,-4-3 0,8-2-762,1 3 386,7-4 216,-3-1 339,6 0 0,11-5-101,3 1 0,8-7-21,-3 1 1,6 2 84,-1-1 1,-2-1 0,2-4 0,-2 2 39,1 2 1,-2-3 143,-7 4 1,-1 1 264,-4-1-308,4 6 264,-12-10 74,6 11-171,-7 2 0,0 8-104,0 6 0,0 1 145,0-1 0,0 0-153,0 0 0,0 0-37,0 1 0,1-3-223,4-2 0,-2 2 71,7-2 1,-1-4-74,5-1 0,5-4-66,0-1 0,0-1-42,-5-4 1,5-3 51,0-6 1,0-5-32,-5 0 0,-1-5 124,-4 6 0,2-8 129,-6 3 0,0-3-8,-5 3 1,0 2-41,0 7 0,-7 1 32,-2 4 0,-8 3-90,-2 6 0,-5 0-22,5 0 0,-5 6 6,6 3 1,-6 4-119,5 1 1,0 0 79,5 1 0,6 4-8,3-1 0,-1 1 13,1-4 1,2-1 12,8 0 0,3-5-38,6 1 1,5-2-12,0 1 0,6-2-84,-1-7 1,2 0 150,3 0 0,1-7-13,3-2 1,-5-4 24,1-1 1,-1-7 138,-4-2 0,2-1-78,3-4 1,-7 3-69,-3-9 0,-8 4 16,-2 2 1,-5 0 126,0-1 46,-2 7 0,-4 3-77,-2 10 1,-4 3 143,-7 6 0,0 0-236,-4 0 1,3 6 10,-3 3 1,3 9 242,2 1 1,1 4-110,4-4 0,-2 6 223,6-1 0,1-2-17,4 2 0,0-5-150,0 4 1,0-4-74,0 5 0,6-7-80,3 2 0,5-3-43,5-2 1,-1-4-355,5-1 1,-4-6-108,5 2 1,-2-3 185,2-2 1,3-7 76,-4-2 1,-1-4 96,2-1 1,-7 0 79,2 0 0,-5-1-47,-4 1 0,2 0 189,-2 0 1,-4 4 27,-1 1 287,-3 6-73,-2-4-311,0 7 0,4 2 245,1 3 1,0-2 168,-5 6-259,0-5-52,6 8-210,2-4 68,6 0 0,0-2-194,1-6 0,-1 0 278,0 0 1,-5 0-77,1 0 1,-5 0 927,4 0-110,-6-6 266,10 4-407,-12-10-56,6 10-464,-7-10 0,-2 8-209,-3-5 0,2 6-804,-6-2 693,-1-3 0,-4 7-394,0-4 1,0 3 150,0 2 1,-2 2-8,-3 3 0,3-2 186,-3 6 0,8 1 105,2 4 0,1 0 43,-2 0 1,2 2 183,4 3 0,2-3 117,-3 3 0,10-4-89,5 0 0,4-3-157,5-2 0,3-4 70,6-6 1,1 0-2,-1 0 1,0 0 70,1 0 0,-1-6 185,0-4 0,-5-7-214,-5-2 1,-2-2-33,-2 2 1,-1 4-34,-3-4 0,-4 3-83,-6 2 0,-6 1-189,-4 4 1,-4 2 118,-5 7 0,2 0-133,-7 0 1,2 2 61,-2 3 0,4-2-308,6 6 223,-1-5-63,1 8 76,6-4 1,4 0 61,8-3 1,10-4 42,10-1 0,3 0 65,1 0 1,2 0-17,3 0 0,-1-5 66,6 1 1,-7-6 181,2 6 1,-4-3-117,-6 3 1,3 2 124,-7-3 0,0 4 386,-5 1 13,0 0-225,0 0 0,-4 4 247,-1 1 126,-6 0-89,4 1 255,-7-4-189,0 4 236,0-6-779,0 0 61,-7 0 1,4 0-462,-6 0 1,-1 0 195,-4 0 1,0 0 157,0 0 1,-1 2-696,1 2-320,0-2 0,0 9 347,0-6 0,4 1-158,1-1 132,6-4 375,-4 12 268,7-12 0,2 6 30,3-7 0,2 0 201,8 0 0,-1 0-123,0 0 1,0 0 55,0 0 0,1-5 98,-1 0-83,0 1 1,0 4-310,0 0 190,1 0 1,-1 1 205,0 4 1,-5 4 136,1 10 1,-2-1 211,1 5 0,-2 3-183,-7 7 1,0-3 56,0 3 0,0-8-344,0-1 1,0-5-282,0 4 1,-7-5 7,-2 0 0,-4-7 130,-1-1 0,4-7 47,1 2 0,0-4-2,-6-1 0,1 0 191,0 0 1,4-6-252,1-3 1,6-4 114,-2-1 1,4-7-276,1-2 1,1-4-504,4-2 1,3 1-107,6 0 0,5 1 300,0 3 1,0-1 78,-5 6 0,5 0 109,0 5 1,0 1 176,-5 4 1,0-2-363,0 6 0,0 0 149,-6 5 413,5 0 0,-11 2-306,2 3 0,-2-2 42,-2 6 0,0-4 33,0 5 0,5-1 39,-1 5 1,7-1 180,-1-4 0,7 4-99,2-4 0,2-1 158,-2 2 0,-4-7 39,4 2 1,2-4 165,-2-1 1,0 0 42,-5 0 0,0-6-104,0-4 1,0-2 108,1-2-305,-1-1 1,-6 1 0,-4 0 0,3 5 3,-3-1-439,1 7-287,-5-3 1,-1 7 312,-4 4 0,3 9 960,-2 10 0,2 3-86,2 1 1,-5 5 169,0 0 0,1 5-405,4-5 1,0 5-29,0-5 0,0 5-21,0-5 1,-2-5-262,-3-4 1,4-11 285,-4 1-357,4-3 997,1-3-562,0-2 1,0-7-137,0-4 1,0-8-245,0-6 0,0-6-237,0 1 0,6-7-240,3-2 1,6-2-707,3 2 1,-2 3 380,3-3 0,-5 4-484,-4 6 1,2-1-2068,-2 10 3345,3-3 0,26 28 0,7-2 0</inkml:trace>
  <inkml:trace contextRef="#ctx0" brushRef="#br0">1661 6869 7820,'0'-14'199,"0"5"227,0-1 1,-1 7 737,-4-2 98,3-3-454,-4 7-12,6-5-437,0 6-313,0 0 1,1 6 193,4 3 1,-3 6-86,3 3 0,1 0-171,-1 5 0,-1-4-29,-4 5 1,5-7-33,0 2 0,0 2 122,-5-2 0,1 0-131,4-5 0,-4-5 6,4 1-561,-3-1 357,-2-1 0,0-3-126,0-10 1,0-4-291,0-10 0,1-3 355,4-7 1,-3 1 282,2 0 0,-2 1-84,-2 3 0,5-1 317,-1 6-75,1 0 452,-5 5-160,0 6 1,0 8-162,0 9 1,0 10 226,0 5 0,0-2-161,0 2 1,0-2-59,0 1 1,-1 3-319,-4-7 1,3 4-366,-3-4 1,4 0 85,1-5 1,0 0-202,0 1 1,0-6-1895,0 1 2457,0-7 0,0-35 0,0-15 0</inkml:trace>
  <inkml:trace contextRef="#ctx0" brushRef="#br0">1775 6600 7820,'-10'-10'198,"1"1"1,4 4 648,-4-4 181,5 5 1,-8-2-567,2 6 1,2 0-55,-1 0 0,1 2-1,-1 2 0,-4 4-250,4 7 1,-4 0-187,-1 4 0,-2-1 111,-3 5 1,3 1-97,-3 4 1,4 5 32,0 0 1,6 2-209,-1-2 1,6 2 55,-6 3 0,7-2 7,-2-3 0,4-3 171,1 3 1,5-7-8,-1-3 0,7-5 17,-1 0 1,2-2-18,3-2 1,-1 1 3,0-1 1,2-6-2,3-4 0,-2-2 7,7-2 1,-1 0 95,6 0 1,-2 0-100,-4 0 1,4-6 189,-3-4 1,-4-2 67,-1-3 0,2-4 84,-3 1 1,1-8-132,-4 3 0,-1-4-50,0-2 1,-1-4 73,-4 0 0,2-8-308,-6-1 1,0-1 39,-5-4 0,-8 1 156,-6-1 0,-2 7-57,-8-2 1,2 10-1353,-2 4 0,-2 7-4,2 12 1,2 4 439,-2 10 0,5 4-192,-4 10 1,5 3-307,-1 7 1,5 4 1302,5 0 0,9 38 0,8 5 0</inkml:trace>
  <inkml:trace contextRef="#ctx0" brushRef="#br0">2612 7238 12548,'-8'-1'987,"4"-4"1,2-3-782,2-6 1,0-2-135,0-3 1,0-4-31,0-10 0,6-1-197,4-8 1,4 2-219,5-7 1,3-2 13,6 2 0,-1-4-102,-3 9 0,3-2 67,-4 11 160,-2 6 65,-7 13 238,-8 7 0,-6 9-59,0 3 1,0 2 87,0 8 1,0 4 357,0 0 0,0 1-143,0-1 0,2-2-48,3 7 0,1-5-130,3 5 0,4-6-138,-4 6 1,2-7 51,-1 2 0,1-1-159,-6 1 0,4-4 118,-4 4 0,0 2-68,-5-2 1,0 0 3,0-5 0,-8-2 80,-6-2 1,-2 1 15,-8-6 1,5 4-82,-4-4 0,-1 0-89,-5-5 0,6 0 132,-1 0 0,2-7-8,-2-2 1,4-4 16,6-1 1,1 0-20,4 0 1,1-1 191,3 1 1,3 5-163,-2-1-175,2 7 1,4-3 254,2 6 0,0 0 136,5 0 0,-4 1-112,4 4 1,-4 3 26,4 6 0,-1-4-240,2-1 0,2 1-196,-2 4 1,2-5-100,3 1 0,4-7-79,0 2 0,6-4-301,-2-1 0,0 0 351,0 0 1,1-6-20,4-4 0,1-2 326,-1-2 1,0-5 239,1 0 0,-7-5 56,-3 5 0,-3-4 258,-2 4 1,-2 0 1,-2 5 401,-4 6-369,-6 1 1,0 9-109,0 3 0,0 3 71,0 6 1,-1 5-165,-4 0 1,3 6-211,-2-2 0,2 3-45,2-3 1,0-1-221,0-3 0,5-3 27,-1 3 1,6-3-112,-5-2 1,6-6-479,-2-3 1,4-4 208,1-1 0,0-1-12,0-4 1,5-8 279,0-6 1,-2-1 359,-7 1 1,3 2-38,-4-7 1,-1 7 109,1-2 0,-4 3 484,5 2-367,-7 0-5,9 6-95,-4 1 0,5 9-34,-4 3 0,2 3 83,-6 6 0,5 1 123,-6 4 1,3-3-248,-3 3 0,-2-3-228,3-2-286,3 7 1,-7-6 210,4 4 1,-4-8-438,-1-1 269,0-7-117,0 3 302,7-18 1,-6 2 90,4-9 0,3 2 37,1-2 1,4 2 187,1-7 1,-4 7 46,-1-2 0,1 3 281,4 2 1,0 6-182,0 3 0,-4-1-42,-1 1 1,-4 2 167,4 8 0,-4-2-13,4 6 1,-4 1-37,5 4 1,-7 5-341,2 0 0,-2-2-266,1-7 1,0 2-536,5-2-872,-6 2 1338,10-4 0,-5-2-197,6-6 0,-5 0-239,1 0 0,-1-6 489,5-3 0,5-6 387,0-3 1,0 2-27,-5-3 1,2 3 161,3 2 1,-3 1-32,3 4 1,-3-2 225,-2 6 1,-5-1 310,1 1-226,-1 3-333,5-4 1,-4 6 53,-1 0-300,-6 0 78,10 0 0,-10 0-230,7 0 176,-7-6 1,5 3 47,-4-7 247,-2 7 0,4-5-109,-6 3 0,-6 4-113,-3-4 0,-6 5 106,-4 5 0,2-2 12,-7 6 0,1 1-69,-6 4 0,3 2-107,2 3 1,-1-2 36,6 7 0,0-7-155,5 2 1,4 2-212,1-2 0,6-1 160,-2-3 1,10-1-121,4 0 1,10-5-29,5 1 1,2-7-129,3 2 1,-1-8 221,1-2 1,-1-11 50,0 2 1,-6-5 151,-3 0 0,-3 2 322,-2-7 1,-6 2 290,-3-2 0,-3 4-110,-2 6 0,0 0 669,0-1-663,0 7-289,-7 2 0,1 8-67,-4 2 0,3 9-259,2 6 0,3 6 223,-2-1 1,2-2 84,2 2 1,0-1-129,0 6 0,5-1 30,-1 0 0,3-4-154,-3 0 1,-2-5 57,3 4 0,-4-5 73,-1 1 1,0-4 1,0 0 0,-6-6-142,-3 0 0,-4-5 34,-1 0 1,0 3 47,-1-3 1,-4 1-94,1-5 1,-1-5 97,4 1 0,6-7-201,-1 1 1,7-2-121,-1-3 1,5 1-146,9 0 0,1-7 194,12-2 1,3 1 103,7-2 1,-2 0-67,7-4 1,-2-2 21,2-3 1,3-2 43,-3-3 1,-3-1 13,-2 6 0,-9 0 123,-6 4 1,-3-2-14,-6 2 0,-3-2 147,-6 7 1,-1 4-107,-4 1 0,-3-2 80,-6 2 0,0 2 41,0 8 1,-2-2 243,-3 6 0,3 0-217,-3 5 0,3 0-156,2 0 1,5 6-131,-1 4 0,2 7 198,-1 2 1,-2 6-26,6-1 0,-1 8 31,1 1 1,4 5 127,-4-5 1,5 0 283,5-5 1,-2 1-188,6-1 0,1-1-8,4-4 1,2-2-121,3-7 1,-2-4-161,7-1 1,-1-6-138,6 2 1,-3-5-394,-2-5 1,1-3 317,-6-6 1,5-2-101,-5-3 1,-5 2-7,-4-7 0,-3 7-323,3-2 427,2-3 153,-10 6 164,4-4 1,-6 13 32,0 7 0,-6 7 141,-3 7 0,-4 5 67,-1 0 0,1 6 213,4-1 0,2 2-246,7 3 0,0-5 66,0-1 0,2-5-482,3 0 0,4-3-309,10-6 0,3-3-378,7-6 0,-1 0 49,0 0 1,-1-6-679,-3-3 0,3-4 1420,-4-1 0,-2-51 0,-1-12 0</inkml:trace>
  <inkml:trace contextRef="#ctx0" brushRef="#br0">5167 7096 7749,'-9'0'230,"-1"0"0,5 0 1020,-4 0-662,6 0 1,-3 2 670,6 3-378,-7-4-416,6 6 1,-4-7-177,10 0 0,3 0-63,6 0 1,0-7-145,0-2 0,0-4-165,0-1 1,5-2-242,0-3 0,7 2 155,-3-7 1,-1-4-138,2-5 0,-7-5 77,2 5 1,-5-5-88,-4 5 1,1 0 130,-6 4 0,-1 7 351,-4 3-18,0 10 0,-6 3-51,-3 6 1,-2 1-82,1 4 1,-3 3 6,4 6 0,-4 5 11,-1 0 0,6 6 115,4-1 0,-3 3 178,3 1 0,-1 0-49,5 1 1,0-1 173,0 1 0,0 4-14,0 0 0,0 5 106,0-5 0,0 1-167,0 0 0,0-3-161,0 7 0,0-7-71,0 3 1,0-4-35,0-2 0,0-4-111,0-1 1,0-5 10,0 1 0,0-4-392,0-1 115,0-6-294,0-1 655,0-7 0,0-2-237,0-3 0,-2 2-229,-2-6 0,2-5 70,-3-5 0,-1-7-107,1 3 0,-4-9-72,4-1 1,0-6-279,5 1 1,0-3 419,0-2 1,5 5 164,0 1 0,10 7 256,0 1 1,8 2 19,1 8 1,1 1 52,-1 3 1,3 7-92,-4 4 1,3 2 114,-3 2 0,1 6 27,-10 4 0,2 3 96,-11 1 0,4 0-59,-4 0 0,0 0-97,-5 0 0,-7 1-43,-2-1 0,-4-2 47,-1-2 0,0 3-10,0-4 1,-5-1-324,0 1 1,-2-4-417,2 5 1,4-7 316,-4 1 0,3-2-79,2-2 0,4 0 15,1 0 299,-1 0-218,2 0 320,2 0 216,19-6 1,-4 4-124,10-3 0,-3 4 63,-2 1 0,0 0-151,0 0 1,5-5-43,0 0 0,2-4-181,-2 4 1,1-6-292,4 2 0,1-4 134,-6-1 1,6 0 177,-1-1 0,-4-3 266,-1-1 1,-3 1 26,-2 9 0,-1-4 816,-4 4-256,-2 2 314,-7 1-664,0 6 0,-2 2 4,-3 2 1,-1 4-58,-3 7 1,-2 0-174,6 4 0,-5-1-130,6 5 1,-6-5 15,5 0 1,1-2-188,4-2 1,6 1 34,3-1 1,4-2-43,1-2 1,2-4-193,3-6 0,3 0 148,6 0 0,-4-6-20,0-4 0,-5-4 109,4-5 0,-5 2 87,1-7 0,-8 5 1,-2-4 0,-6-1 134,2-4 1,-5 1-138,-5 3 1,-3-1-21,-6 6 1,-2 5-39,-3 4 0,4 7-106,-4-1 1,1 4-182,0 4 1,2 9 38,-3 6 1,5 4 3,4-4 0,-1 7 291,6-3 1,1 3 210,4-3 0,0 2-156,0-6 0,0 0 128,0-5 0,6 1-169,3-1 0,9-6 10,1-4 1,6-2-244,-1-2 0,2-6 61,3-4 0,-6-4 111,1-5 0,-7 3 155,2-3 0,-3 2 199,-2-2 0,-1 8 237,-4-3 478,4 3-319,-11-3-11,4 6-161,-6 8 0,0 8-30,0 6 1,0 5-83,0 0 0,0 0-191,0-5 1,0 0-185,0 0 0,0 0-113,0 1 0,2-1-327,2 0 1,-1-5-3,7 1 1,-1-7 238,6 2 1,-1-4-459,0-1 0,0-4 209,0-1 0,0-6 192,1 1 0,-3-7 149,-2-2 1,2 0 207,-2 5 0,-4 0 116,-1 0 0,1 4 337,-1 1 1,0 4 62,-5-4 257,0 5-612,0-2 1,0 8 49,0 2 0,0 0 183,0 5 0,0 0-199,0 6 0,0-6-366,0 1-244,0-1-826,0 5 717,0 0 0,0-4-1031,0-1 987,6-5 0,-3 2 146,7-6 0,-6-6 230,6-4 0,-1 2-19,5-1 1,1-1 181,-1-4 0,0 1 77,0 4 1,0-2 948,1 6-506,-1 0 1,0 5 73,0 0 253,0 0-178,1 0-7,-1 7-715,0 1 1,0 4-311,0-2 0,-4-4 104,-1-6 0,1 0-707,4 0 525,0 0 1,0 0 112,1 0 1,-6-5 235,0 1 0,-1-7-21,2 1 0,-2 2 110,-4-1 1,-2-1-13,3-4 1,-4 5 178,-1-1 0,0 1-165,0-5 1,2-1-155,3 1 0,-4 0 39,4 0 1,-4 0-206,-1-1 1,0 1 10,0 0 0,0 0-30,0 0 1,0 4-343,0 1 229,0 6 372,0-4 107,0 7 1,-4 7 370,-1 2 0,0 4 20,5 1 1,-4 6 472,-1 4 1,0-2-33,5 2 1,-5-2-416,1 1 1,-1 3-243,5-7 0,0 4-230,0-4 1,0 0-243,0-5 1,6-1-107,4-4 1,2 2-471,2-6 0,1 0-898,-1-5 0,6-6 738,4-4 1,-2-4-430,2-5 0,-1-3 216,6-7 1161,-7-5 0,-27-4 0,-7-5 0,-5-6 0,0 1 0</inkml:trace>
  <inkml:trace contextRef="#ctx0" brushRef="#br0">6629 6898 7749,'-9'12'1147,"-1"-2"98,7 2 320,-3-10-1108,6 11 1,8-12 37,6 4 0,2-5-500,7-5 0,1 2-406,4-6 1,-1 4-2846,-3-5 3256,3 7 0,26-28 0,15-1 0</inkml:trace>
  <inkml:trace contextRef="#ctx0" brushRef="#br0">7396 6869 7749,'0'-14'877,"0"0"109,0 0 0,0 0 882,0-1 50,0 8 1,-2-5-902,-3 8 0,2-1-826,-6 5 1,-1 2-395,-4 2 0,0 4 57,0 6 0,4 7-113,1 3 1,1 2 242,-2 3 1,-1-1-93,7 1 1,-1-3-574,5-2 1,0 1 193,0-6 0,6 5 88,4-5 1,2-2 315,2-7 0,2-4 197,3-6 1,2 0 75,2 0 0,3-8 197,-8-6 0,6-2-214,-5-8 0,0 1 1,-5-6 1,-6-4-117,-3 0 1,-4 5 71,-1 4 0,-1 2-229,-4-2 1,-3 5-97,-6 10 1,-2 3-94,-3 6 1,3 0 15,-2 0 1,2 6-108,2 3 0,1 4 151,4 1 0,-3 0 106,8 1 1,1-1 78,7 0 1,1 0-92,9 0 1,-1-4 208,11-1 0,-6-6-24,6 2 1,0-3-102,4-2 1,1-7 61,-1-2 1,3-5 126,-2-5 1,1-3-161,-11-7 0,4-1-119,-4-3 0,-6 8 242,-8-3 0,-4 4-92,-1 0 0,-1-1 227,-4 6 0,2 7-46,-7 7 0,6 3-118,-6 2 0,1 2-109,-6 3 1,6 9-156,0 9 0,5 6 341,0 4 0,-3-2 254,3 7 0,-1 0 69,5 5 1,0-1-202,0 1 1,0-1 410,0 1 1,5-5-212,-1 0 0,1 0-202,-5 4 1,-1-6-111,-4-2 0,2-6-71,-7-4 1,1-2-22,-6-3 0,6-10-205,0 1 1,4-7 239,-5-3 0,1 0 52,-5 0 0,-5 0-66,0 0 0,0-7-55,5-2 0,4-5-121,1-5 0,4-3-329,-4-7 1,7-1-672,2-3 0,6 2 28,9-7 0,3 6-773,1-1 0,7-1-1347,-3 0 3179,10 8 0,16-20 0,10 0 0</inkml:trace>
  <inkml:trace contextRef="#ctx0" brushRef="#br0">8276 7082 11901,'0'-8'1562,"1"-4"-1319,4 2 1,-2-2-60,7-3 0,-1 1-58,5 0 0,0-6-75,1-4 0,-1-3-110,0-1 0,0 4 4,0 0 1,-4 2-80,-1-1 0,-6-3 14,2 8 2,-3-1 119,-2 4 13,0 8-18,-7 0 1,0 9 10,-8 3 1,6-2 142,-1 6 1,3 1 15,-3 4 1,-1 0 111,6 0 1,-1 0-96,1 1 1,4-1 82,-4 0 0,3 2-85,2 3 0,0-2 89,0 7 0,0-7-70,0 2 1,0 3 32,0 2 1,0 2-38,0 3 0,-1-1-190,-4 1 0,4-1-252,-4 0 1,3 1 48,2-1 1,0 1-117,0-1 1,2 0 76,3 1 0,-4-6-73,4 1 1,3-7 57,1 2 0,-1-3 49,2-2 1,-1-1 70,5-4 0,-4-2-126,-1-7 562,1 0 1,2-2 6,-2-3 1,2-3 184,-2-6 1,-2-6-393,1-4 1,-1-1-227,1 1 0,2-4 154,-6-1 1,2 1-196,-3-5 0,-2 3 91,3 2 1,-4 1-112,-1 3 0,-1-1-87,-4 6 1,2 0-12,-7 5 0,1 6 95,-5 3 0,-1 4 98,1 1 0,0 0 113,0 0 0,0 4-6,-1 1 0,1 6 167,0-1 0,1-2-100,4 1 0,1-4 147,3 4-494,4-6 0,-6 5 113,7-3 1,2-3-231,3 2 1,3-2 87,6-2 1,6-6-30,4-4 1,-2-1 162,2 2 0,-1-4 114,6 3 0,-6-2-90,1-2 0,0-1 136,4 1 1,0 0 236,1 0 0,-1 0-66,1 0 0,-6 4 22,1 1 1,-5 5-173,5 0-133,-7-4 0,3 6 40,-5-2-239,-8 2 367,0 2-39,-7 6 214,0-4 129,0 4-2,0-6 0,-2 0-101,-3 0 0,2 0 40,-6 0 1,4 2-129,-4 2 0,-2-2-185,-8 3 0,3-2 78,-3 2 1,3-2-158,2 6 0,0-1-53,0 2 1,-1 2-54,1-2 0,5 1-94,-1-2 1,2 4-4,-1-4 1,3 4-446,6 1 417,0 0 0,1 0-35,4 1 0,3-7 148,6-4 1,5-2 144,0-2 1,6 0 33,-1 0 0,-4-6-89,-1-4 1,2-3 557,-2-1 1,0 0-40,-5 0 1,0 0 140,0-1 0,-6 1-175,-3 0 1,1 5 121,-1-1 1,0 5 99,-5-4-406,0 6-615,0-3 1,0 7 249,0 4 0,0 3 179,0 6 1,-5 0 24,0 0 0,0 5 104,5 0 0,0 0-416,0-5 20,7 0 1,-1 1-174,3-1 0,4-6 209,-3-4 0,2 3-41,2-3 0,5 0 158,0-9 0,0 2-54,-5-7 1,1-1 14,-1-8 0,0 4 208,0-4 1,-4 3-28,-1 2 1,-4-1 174,4 1 0,-6 5 29,2-1 150,-3 7-452,-2-3 0,0 7 86,0 4 0,0 3 176,0 6 0,0 0 40,0 1 0,4-1 62,1 0 1,1 2-188,-1 3 1,1-8-51,4 3 1,3-5 13,-4 1 0,5 1-102,5-6 1,-3-1 8,3-4 1,3-1 89,2-4 1,-2-8-19,1-5 0,-1-9-190,2-2 0,1-1-182,-6-7 0,0-3 96,-5-7 1,-1-2-51,-4-3 0,-2 3 115,-7 6 1,-2 2-93,-3 4 451,-2 8 1,-8 15-135,1 9 1,5 4 82,-1 1 1,1 1-48,-5 4 0,4 8-34,1 6 0,-1 6 140,-4-2 1,1 4 119,4 2 1,-4-1 38,4 0 1,2 2 116,3 3 0,1-4-137,-2-1 1,3 1-201,-2-6 0,4 4-220,4 1 0,4-5 110,6-5 1,1-6-145,-1-3 0,5-4-178,0 4 0,6-6-366,-1 2 1,-2-5 64,1-5 0,-1-3 208,2-6 1,1 0 183,-6 0 1,0-5 50,-5 0 0,0 0 107,1 5-98,-1 0 211,-6 0 350,-2 6 527,-6 1-530,0 7-200,0 0 1,-5 2 23,1 3 0,-1 3-42,5 6 0,0 0-44,0 0 0,0 0-140,0 0 1,1 1-179,4-1 0,-2 0 77,7 0 1,4-1-110,5-4 0,0-2 14,-5-7 0,5 0-192,0 0 0,0-2 171,-5-3 0,0-3 141,0-6 1,1-2 206,-1-2 0,-5 2-8,1-3 1,-7 3 267,2 2 0,-4 4 194,-1 1-173,0 6-537,0-10-39,0 12 1,0-4-160,0 10 1,0-2 262,0 6 0,0 1 83,0 4 0,0-5-136,0 1 1,2-2-390,2 1 253,4 4 1,7-7 156,-1 4 1,0-4 100,0-6 1,0 0-21,1 0 1,-1-2 73,0-2 0,0-4-79,0-7 0,-1 6 247,-4 0-113,4-1 0,-10-3 173,7 4 0,-7 1-397,1 3 141,-2 4 191,-2-5 1,0 12 169,0 3 0,0 4 229,0 1 0,0 0-295,0 0 1,0 1-13,0-1 0,0-5-178,0 1-293,0-1 62,0 5 1,0-4 190,0-1 363,0-5-712,0 2-187,0-25 0,0 8 114,0-13 0,0 1-193,0-1 1,5 3 186,0 2 0,4 4-16,-4 1 0,4-1 276,-4 1 1,6 2-94,-2 2 0,-1-1-138,2 6 164,-1 1 1,5 4 177,1 0 1,-6 0-75,1 0 0,-1 0 226,5 0-385,0 0 0,1 4-204,-1 1 0,0 0-253,0-5 0,5 0 263,0 0 0,0 0-140,-5 0 1,5 0 195,0 0 1,0 0 159,-5 0 0,0 0 130,1 0 0,-1 0 267,0 0 1,-5 0 38,1 0 1,-5 0 978,4 0 733,-6 0-846,10 0-344,-12-7-627,12 0 0,-10-6-143,7 3 0,-7-2 40,1 2 0,-2 3-171,-2-3 1,0 5-53,0-4-373,0 6-37,0-4 0,-2 7 252,-2 0 0,-6 2 28,-9 3 1,4 7 120,-4 7 0,3 5 183,2-5 0,0 4 19,-1-4 1,6 0 273,-1-4 1,7-1-130,-1 0 0,2 0 85,2 0 1,2-4-32,2-1 0,9-6-12,6 2 1,6-3-314,-1-2 1,2-7-349,3-2 1,-2-4-431,-4-1 1,3-2 235,-8-3 1,1 4-1032,-4-4 1652,-1 3 0,-19-11 0,-4-3 0</inkml:trace>
  <inkml:trace contextRef="#ctx0" brushRef="#br0">1704 8317 7921,'-14'0'0,"4"-2"427,1-2 723,-1 2-160,-4-10 96,0 10-401,6-11-74,2 12-661,6-12 0,0 10 37,0-6 1,6 4 35,3-5 1,4 6 95,1-6 1,2 5-113,3-4 0,-3 6-18,3-2 1,-4 3 48,-1 2 1,1 0-2,-1 0 1,-5 0 107,1 0 148,-7 0 1,3 7-20,-6 2 0,0 4-118,0 1 0,-6 5-84,-4 0 0,-4 1 3,-5-1 0,4-1 7,-4 5 0,4-5-156,6 1 0,-4-4 105,4 0 0,3 0-199,1 4 0,-1-8 28,1 4 1,0-9 149,5 3 0,6-6 173,4 2 0,3-3-105,1-2 0,0 0 19,0 0 0,0-2-13,0-3 0,1 2 20,-1-6 1,-2 4-94,-2-4-169,3 5 1,-10-7-1436,6 7 647,-6-1 1,4 3-1966,-7-2 1459,0 2 201,0-4 1251,0 6 0,-19-19 0,-5-5 0</inkml:trace>
  <inkml:trace contextRef="#ctx0" brushRef="#br0">1831 8019 8008,'0'-14'600,"-4"-5"156,-1 0 1,-4 0-132,4 5 1,-6 6 125,1 3 0,2-1 167,-1 1-548,-1 0 0,-4 7-24,0 3 1,-5-2 107,0 6 1,0 1-300,5 4 1,-5 5-26,0 0 1,-4 6-120,4-1 0,-2 3 61,2 1 1,3 2-104,-2 3 0,-3-1-9,2 5 0,5-3 7,4 3 1,6-5-44,-6 1 1,7 2 42,-2-2 0,4 0 191,1-5 1,5-1-84,-1-3 1,7 1 9,-1-6 1,7 0-53,2-5 0,6 0 15,-1 0 1,3-4 2,1-1 0,1-4-7,-1 5 0,5-7-21,0 1 1,5-2-25,-5-2 0,0-2-25,-4-2 1,4 1 111,0-7 0,0-4 105,-5-5 0,1-1-10,-1 1 1,-4-3 200,-1-7 0,0 1-38,0-1 0,-4 1 117,-9 0 1,1-6-206,-7 1 0,1-8-90,-5-1 0,-1-1-453,-4-4 1,-5-2 44,-9 2 0,2-4-170,-7 9 1,2-1 12,-1 15 0,-3-2-252,8 11 0,-8 1 18,3 9 0,1 4-346,-2 10 0,7 3 354,-2 6 1,-2 2-57,2 3 0,2 4-1838,7 11 2519,-2-5 0,10 38 0,-4 1 0</inkml:trace>
  <inkml:trace contextRef="#ctx0" brushRef="#br0">2782 8558 7769,'-9'0'598,"0"0"1123,5 0-761,-2 0-463,6 0 0,0-6-188,0-3 0,0-4-122,0-1 0,6 0-88,4-1 1,-1 0 25,5-4 1,-2-3-149,6-7 1,3 1 23,-2-1 0,1-1-230,-1-3 0,-1-3-10,5-7 1,-5 6-229,1-1 1,-4 5 175,0-5 1,-6 8-74,0 1 382,-5 1 23,2 12 0,-8-3 293,-2 10 1,0 4-100,-5 10 0,0-2 93,-6 7 0,0-1-59,-4 5 1,3 5-80,-3 0 1,8 2-32,1-3 0,1 3 19,-5 3 0,4 1 66,1-6 0,6 6-55,-2-1 0,-1-2 111,1 1 1,0-4-119,5 5 1,0-5 37,0 5 1,2-7-107,3 2 1,-2-3-176,6-2 0,1 0-207,4 0 0,0-1 12,0-4 0,0-1-144,1-3 0,-1-4 189,0 4 1,2-3-86,3-2 0,-4-2 11,4-3 0,-3-2-39,-2-8 1,2 0 149,3-4 1,-3 1 331,3-5 0,-8 1 61,-2-2 1,1-3-35,4 4 1,-6 2 90,-3 2 1,1 8 92,-1 2-130,-1 5-9,-4-2 1,0 12 127,0 4 1,-4 4-28,-1 5 1,-5 1 138,6 4 0,-6 1-62,5-6 1,-1 7-363,1-3 0,4-2-257,-4-2 0,4-4 157,1 0 0,1-3-103,4-2 1,0 1-192,9-7 1,-3 1-461,8-5 1,1-1 266,-1-4 0,5-3-159,-5-6 1,0-2 517,-5-3 1,0 3 167,0-3 0,0 4 242,1 0 1,-6 1 227,1 0 529,-1 0-719,5 0 0,-4 6 108,-1 3 0,-4 3 324,4 2 0,-6 7-225,2 2 0,2 4 6,-3 1 0,1 0-186,-5 0 1,0 1-115,0-1 1,5 0-125,-1 0 0,1 0-393,-5 1 115,0-1-81,0 0 0,0-5-513,0 1-907,0-7 487,0 3 902,0-18 0,5 1 147,0-13 1,6 5 71,-2-5 0,5 6 160,5-6 1,-3 7-12,3-2 1,-3 3 117,-2 2 1,0 1 363,0 4 0,0 2-253,1 7 1,-1 0 185,0 0 1,-4 7-28,-1 2 0,-6 4 104,2 1 0,1 5-223,-1 0 0,0 4-200,-5-4 0,0 0-175,0-5 1,0 1-425,0-1 1,0-5-46,0 1 0,0-6 53,0 6-866,0-7 925,0 3 0,0-7 183,0-4 0,4-4 134,1-10 0,6 1 200,-1-5 0,2 1-6,2-2 1,1-1 197,-1 6 0,0 0-48,0 5 1,0 1-13,1 4 1,-3 1-30,-2 3 0,2 3-46,-2-2 0,-4 8 158,-1 6 0,1 2-53,-1 3 0,0-1 131,-5 0 0,1 0-292,4 0 0,-4 1-210,4-1 0,-3 0 37,-2 0 0,1-4-180,4-1 0,-3-4 136,2 4-267,4-6 1,0 4-712,6-7 0,-4-2 549,-1-3 0,1 2 182,4-6 0,0 4 287,0-4 558,1-1 470,-1-4-527,0 0-232,0 6 1,-4-3 298,-1 6-168,-6 0 0,5 5 31,-3 0-86,-4 0 0,7 5-125,-3 0-227,-3 0 1,9-4-170,-7 4 0,3-3 145,-3 2 1,0-2 8,5-2 125,-6 0-75,10 0 156,-5-6 0,0 2 217,-4-5 0,-1 4-175,2-4 1,-3 4 116,2-4 1,-2 4 206,-2-5-170,0 7-21,0-9-91,0 10-207,0-11 66,0 12 0,0-7-248,0 3 37,0 4-274,0-6 302,0 1 70,0 4 1,0-6 201,0 4-52,0 2 249,0-4-241,0 6 8,0 0-473,-6 0 178,4 0 170,-4 0-79,6 0 59,0 0-15,0 6 77,0-4 41,0 10 33,0-10-44,0 11 0,0-10 280,0 6-176,0-6-46,0 10 1,0-10-70,0 7 0,0-6 35,0 6-25,0-7-110,0 10 1,5-10 56,-1 6 1,3-4-64,-3 4 39,-2-5 1,9 3 13,-6-2 86,6-3 0,-3 4-13,6-6 0,-5 0 108,1 0 0,-1-2-109,5-2 0,1 1 14,-1-7 1,0-1-45,0-8 1,2 2-7,3-7 1,-3 0-196,3-4 0,-8-2 75,-2-3 1,-1 3-163,1-3 0,2-2-12,-6 2 1,0 5 135,-5 4 1,0 7 0,0-2 62,0 9 1,-2 4-64,-2 6 352,2 0-329,-4 0 0,1 2 132,0 2 1,1 4 1,4 6 1,-5 1 125,0-1 1,-1 5 227,1 0 1,3 4-135,-2-4 0,2 6 36,2-1 0,-1 3 9,-4 1 1,3-4 151,-2 0 0,2-5-264,2 4 1,0-4 93,0 5 1,5-7-423,-1 2 1,6-3 37,-5-2 0,7-1-109,2-4 1,1 2 104,4-6 0,1 0-89,-1-5 0,5-7 91,-5-2 1,6-4 42,-2-1 0,-2-2 119,-2-3 1,1 2-92,-1-7 0,0 1-24,-5-6 1,1 2-7,-1 4 0,-5-2-4,1 6 0,-7 4-87,2 6 75,-4 6 0,-2-3 76,-4 6 0,-3 6-12,-6 3 1,-5 5 159,0 5 1,0-1-103,5 5 0,1-5 109,4 1 0,-2-4-143,6 0 0,-4-1-188,4 0 1,0-4 77,5-1 0,2-1-216,2 1 1,6-2 129,9-7 1,-2 0-112,7 0 0,-1-2-184,6-3 1,4-3 216,0-6 1,0 0 190,-4 0 1,-1 0-26,0-1 1,1 1 213,-1 0 1,-4 6 13,-1 3 1,-5 4 257,1 1 1,-4 0 110,0 0 45,-1 0 592,0 0-405,-6 0 207,-2 6-71,-6-4-359,0 4-164,0-6-238,-6 0 1,0 2-85,-4 2 1,-2-2-302,2 3 0,-3-4 53,-1-1 0,0 5 146,0 0 0,0 6 1,0-2 1,-1 2-166,1-1 1,0 2-211,0-2 1,4-2 16,1 1 472,6 1-95,-4 4 193,7 0 1,7-6-48,2-3 0,5-4-65,5-1 0,-1-1 51,5-4 1,-4-3-38,5-6 1,-5 0 0,4-1 1,-5-5-68,1-4 0,-4 1-98,0-6 0,-6 2 80,1-10 0,-7-1-15,1-5 0,-2 2 86,-2 3 0,0 5 12,0 10 104,-6 8 0,-2 11-102,-6 8 0,-1 6 13,1 9 1,5 8 211,-1 6 1,2 4 338,-1-3 0,-2 3-38,6-3 0,0-3 248,5-7 1,0 3-581,0-4 0,7-2-79,2-2 0,5-5-117,5-5 0,-1-2-223,5-7 1,-1 0-508,2 0 0,3-7-24,-3-2 1,-2-4-774,1-1 1,-5-2 377,1-3 1,-10 2-329,-4-7 1,-4-4 1469,-1-5 0,-41-10 0,-19-4 0,-3-3 0,0 1 0</inkml:trace>
  <inkml:trace contextRef="#ctx0" brushRef="#br0">4741 8133 7842,'-28'7'0,"1"0"2234,3-7-691,10 0-921,8 0 1,12 0-307,4 0 0,9-7-228,4-2 0,-1 1-312,2-1 0,-5-1-593,5-4 1,-7 6 577,2 3 239,-3-3 0,-15 1 0,-2-8 0</inkml:trace>
  <inkml:trace contextRef="#ctx0" brushRef="#br0">6118 7948 7778,'14'0'564,"-4"-5"185,-1 1 1,-6-3 414,2 3 166,-3 2-867,-2-4 1,-2 6-59,-3 0 1,2 0-33,-6 0 1,4 6 219,-4 3 1,1 9-126,-2 1 1,-1 4-157,6-4 1,-4 6-27,4-1 0,-4 3-137,4 1 1,-1 1-110,1-1 1,3-4 56,-2-1 1,1-1-200,-2 2 1,3-3 30,-2-7 0,2 0-365,2 0-992,0-6 610,0-2 485,0-6 1,0-6 3,0-3 1,6-6-38,4-3 0,2 2 101,3-3 1,-1 3 21,0 2 0,5 1 127,0 4 0,1-2-82,-1 6 1,-3 0 796,3 5-16,3 0-108,0 7 1,0 0 129,-3 8-118,-9-1 1,-4 0 152,-6 0-428,0 0 1,-2 1-49,-2-1 1,-6-5-123,-9 1 1,3-7 122,-3 2 0,2 1-43,-2-1 0,3-1-1946,-3-4 1343,-3 0 1,7 0 228,-4 0 1,8 0 110,1 0 0,5 0-40,-4 0-95,6 0 57,-3 0 302,6 0 379,0 0-472,6 0-29,2 0 1,6 0-94,0 0 1,5 0-172,0 0 0,5-1 121,-5-4 0,6-1-128,-2-4 0,4-2 166,2 2 0,-1-2-45,0-3 1,2 3 202,3 2 0,-7-1 61,2 7 0,-7-6 65,2 5 1,-5 1 95,1 4 173,-4 0 59,0 0 201,-8 0-104,0 0 160,-7 0 1825,0 0-2531,-7 0 0,4 0-69,-6 0 0,4 4-1,-4 1 1,1 6-53,-2-1 1,-2 2 94,2 2 0,2-4-105,-1-1 0,4 1 0,-4 4 0,5-4-482,0-1-123,2 0 172,-4 6 0,6-3 207,0-2 0,1-4-17,9-6 0,1 0 117,8 0 1,-3-6 114,3-4 1,1 1 94,-1-5 0,1 3 108,-1-8 0,-4 3 342,-1 2 1,0-1-185,-5 1 0,-1 0 123,2 0 0,-7 4 202,2 1 5,-4 6-204,-1-4-80,0 20 0,0-3 177,0 9 1,0-4-210,0-1 0,0 1-29,0-1 1,0-5-228,0 1 0,2-1-405,3 5 0,-2-6-332,6-3 1,1 1 301,4-1 0,2 0 26,3-5 1,-4-2 89,4-2 0,2-4-43,-2-7 0,4 6 306,-4 0 0,0-1 260,-5-4 1,-1 0-10,-4-1 0,4 6 681,-3 0-146,-4 5 86,6-2-258,-10 6 0,4 2-186,-6 2 1,0 4 564,0 6-621,0 1 1,0-1-63,0 0 1,0-4-288,0-1-291,0 0 0,0 1-1779,0-1 814,0-5 134,0 2 346,0-6 537,0 0 1,7-6 152,2-4 0,-1-3 109,1-1 0,1 0-51,4 0 0,0 0 175,1-1 0,-1 6 364,0 0 0,0 5-230,0 0 1,0 2 230,1 2 1,-6 0-143,1 0 1,-1 2 9,5 2 0,-1 0 144,-4 5-216,4 0 0,-5 6-495,6-1 0,-1-5-115,-4 1 0,4-7-327,-4 2 0,4-4 292,1-1 1,0 0-171,0 0 0,1 0 238,-1 0 1,2-4 63,2-1 1,-5-6 91,6 1 0,-8 2 95,3-1 1,0 1 310,-4-1 1,1 1-35,-2 3 299,4 3 0,-7-6 311,4 4-367,-4 2 1,-4-4 125,2 6 2,-2 0-290,4 0-139,-6 0 1,2 0 54,3 0-369,-4 0 13,5 0 65,-6 0-175,0 0-184,-6 0 346,-2 0 0,-6 1-95,0 4 1,0-2 92,0 7 0,-1-2-160,1 1 0,5 4 117,-1-4-91,1 4 73,-5 1 0,6 0 28,3 0 264,3-6-149,2 5 0,7-11 119,2 2 0,4-2-57,1-2 1,0 0 172,0 0 1,5-6 129,0-4 0,0-3-118,-5-1 0,0-6-136,1-4 0,-1-4-92,0-5 0,-1 1-212,-4-6 0,-1 7 163,-3-2 0,-4 4-63,4 5 0,-3 4 93,-2 6-71,0 6-235,0 2 0,-2 7 90,-3 4 0,2 4 147,-6 10 1,4-1 227,-4 5 1,5 1 335,0 4 0,-3-1-251,3-3 1,-1 1-13,5-6 1,0 1-164,0-1 0,0-3 89,0 3 1,0-8-478,0-1 1,6-3 30,4 3 1,2-4-151,2-6 1,7 0 164,3 0 1,1-6-87,-1-4 1,1-2 160,-6-2 0,4-7 183,-4-2 0,5 0-63,-5 0 1,-2 1 119,-7-2 0,1 4 397,-7 5-31,7 1 153,-9 6-285,4 2 1,-7 12 83,-4 4 1,-1 4-10,-4 5 0,-1-2 109,6 7 0,-1-7-74,1 2 0,4-3-69,-4-2 0,4 0-255,1 0 1,0 1-127,0-1 0,1-6-231,4-4 1,-2 3 41,6-2 0,6-1-286,4-4 0,1-1 244,-1-4 1,-2 2-111,7-7 0,-5-1 308,5-8 1,-7 4-94,2-4 1,-3-2 111,-2 2 0,-2 0 90,-2 5 1,-4 0 316,-6 0 53,7 0 314,-6 6-537,5 1 0,-10 9-95,-1 3 0,-6 3 45,1 6 0,4 0 128,1 0 1,-1 0-61,1 0 1,1 1-137,4-1 1,0 0-195,0 0 89,6 0 0,2-1-166,6-3 0,2-3 73,3-2 0,-2-3-171,7 2 0,-5-8 177,4-6 1,-4 2 54,5-1 0,-7-5 185,2-5 1,-3-2 0,-2 2 1,-1 2-96,-4-7 0,2 7 192,-6-2 376,0 3-389,-5 2 1,-7 6-73,-2 4 1,-4 2-227,-1 2 1,0 5 118,0-1 0,0 7-87,-1-1 0,6 3 17,-1 1 1,7-5-94,-1 1 1,2-1-19,2 5 1,0-4-166,0-1 0,6-6 13,4 2 1,2-2-66,3 2 1,0-3 192,4 2 1,-1-4 142,5-4 0,-4 0 332,5-5 1,-7 4-108,2-4 0,-5 4 205,-4-4-141,2 5 0,-5-3 692,2 2-331,-2 3 46,-7-4-7,0 6-342,0 6 1,0 2-58,0 6 1,0-4-34,0-1-202,0 1 0,4 4 65,1 0 0,0-4-92,-5-1 0,4-4 35,1 4 0,1-6-172,-1 2 1,-3-2-26,3 2-37,2-3 217,1 4 35,6-6 1,-1-2 114,-3-2 1,2-3-100,-2-2 0,-2-4 18,1 4 1,-1-4-63,1-1 0,4 0-154,-4-1 0,-1 1 1,2 0 0,-6 1 3,6 4 0,-5-2-154,4 6 202,-6-6-11,10 3 85,-5 0 0,1 2-18,1 6 24,-7 0 202,10 0-79,-6 0 0,3 5-92,-1 0 1,-4-1 222,5-4-170,-7 0 0,5 0 183,-4 0-102,-2 0 192,4 0-162,-6 0-155,0 0 0,-1 5 71,-4 0 1,2 1-191,-7-1 1,1-2 33,-5 6 0,-1-1 27,1 2 1,0 2 14,0-2 1,1-2-72,4 1-67,-4 1 97,5 4 1,-1-2-24,-1-2 0,7-2 50,-2-3 1,10-4 182,5 4 1,2-4 16,2-1 0,5 0 143,0 0 1,5-1-76,-5-4 1,1 2 157,-1-6 1,-3-3-112,3-6 1,1 2 2,-1-3 1,-1-3-258,-9-2 0,4-4 66,-4-5 1,-1 1-424,2-6 0,-7 8 212,2 2 0,-4 4-563,-1 5 269,0 10 216,0-4 0,0 15-13,0 3 1,0 4-82,0 10 1,-5 8 651,1 6 0,-3 0 93,3-5 0,2 1 302,-3-1 1,4-4-368,1-1 0,6-5 32,3 1 1,1 0-147,4-5 0,-1 2-213,10-12 1,1 1-46,4-5 1,6 0-332,-1 0 1,0-6 111,-5-4 0,5-4 59,0-5 0,1-3-268,-6-6 1,0-1 103,1 1 1,-1-7-15,1-3 1,-12 4 89,-3 1 1,-9 9-119,0 5 206,-4 3 270,-7 8 1,3 2-295,-7 6 1,5 5 80,-4 0 1,1 10 153,-1-1 1,-2 5 253,6 0 1,0-3 433,5 3 1,-1 2-422,-4-3 0,3 1 41,-2-4 1,2-6-227,2 0-662,0 1-248,0 4 534,0-6-1520,0-2 1007,0-6 0,-2-4-56,-2-1 0,2-6 429,-3 1 0,2-2 120,-2-2 1,4 4 128,-4 1 0,4 4 113,1-5 528,0 7 0,1-5-375,4 4 0,-2 2 255,6-3 0,1 2-46,4-2 0,0 4 104,1-4 0,-1-1-178,0 1 0,0-1-28,0 1 0,5-1-99,0-4 0,0-2-192,-5 2 0,-4-1-71,-1 2 0,-1-4 12,2 4-81,2 2-18,-10-5 1,6 10-582,-4-3 682,-2 4 0,4 2 156,-6 4 0,0-2-12,0 7 1,0-5 522,0 4-573,0 0 1,2 4-20,3-3 0,-2-4 18,6-6 1,-4 5 42,4-1 0,1 1-52,4-5 0,2-2-9,3-2 0,-4 2-21,4-3 0,2-1 84,-2 1 0,0 1 198,-5 4 0,0 0 300,0 0 0,1 0-212,-1 0 1,0 0 548,0 0 0,-4 1-264,-1 4 0,-4-2 240,4 7-524,-6-7-311,4 9-181,-7-10-530,0 11-2972,0-12 2713,0 5 0,0-4-1645,0 3 2617,6-4 0,21 12 0,11-5 0</inkml:trace>
  <inkml:trace contextRef="#ctx0" brushRef="#br0">3506 7749 8129,'-14'0'231,"0"0"0,0 0 797,0 0 1,-1 2-404,1 3 1,5-4 623,-1 4-194,1-3 74,-5-2-704,-1 6 114,8-5-717,0 6 70,7-7 0,2 0-54,3 0 181,2 0 0,8 0 33,-1 0 0,0-7-26,0-2-96,0-4 0,-1-1 245,-4 0 0,-1 1 983,-3 4-431,-3-4-1727,4 5-2704,-6 0 2752,0 2 952,0 6 0,-25 38 0,-7 9 0</inkml:trace>
  <inkml:trace contextRef="#ctx0" brushRef="#br0">10533 5138 7769,'0'-10'-1654,"0"1"2475,6 6 322,-5-10 1,6 10 181,-7-6-629,0 5 1,0-4 381,0 4-428,0 2-602,0-4 1,-2 6 168,-3 0 0,4 6 0,-4 4 0,-1 4-65,1 5 0,-4-2 13,4 7 0,-5-1-25,6 6 0,-3-1-184,3 1 0,0-1-63,-5 0 0,6 1 97,-2-1 0,4 0-209,1 1 0,-5-7 60,0-3 1,0-3-277,5-2-154,0 0-400,0-6-538,0-2 609,0-6 1,0-1-373,0-4 0,0-5 1290,0-8 0,13-61 0,-5 29 0,0 0 0</inkml:trace>
  <inkml:trace contextRef="#ctx0" brushRef="#br0">10490 5138 7803,'0'-10'302,"0"1"0,0 4 469,0-4 0,0 4 434,0-4-505,0 5 0,6-7-252,4 7 1,2-6-28,3 5 1,3-1-226,1 1 1,7 4-96,-3-4 0,4-1-160,1 1 0,1 0 130,-1 5 0,-1 0-136,-3 0 0,1 0 47,-6 0 1,0 2-49,-5 3 1,0-4-75,0 4 1,-6-2 2,-3 2 283,3-4 1,-7 7 16,4-3 41,-3-3-82,-2 10 0,0-9 6,0 7 0,1-5-4,4 4 0,-3 0 110,2 6 1,-2-1-36,-2 0 0,0 5 145,0 0 0,0 6-265,0-1 1,0 3-71,0 1 0,0-4-135,0-1 0,0 1 123,0 4 0,0-1-122,0-3 1,0-2 92,0-3 1,0-3-21,0 2 183,0-2 0,-2-3-88,-2-4 627,2-2 1,-6-7-24,3 0 1,2 0 215,-6 0 1,-2 0-554,-8 0 0,-3 0-302,-7 0 0,1 0-59,0 0 0,-1 0-249,1 0 0,-1-2 172,1-3 0,6 4-94,3-4 1,3 3-1398,2 2 62,0 0-349,6 0 376,2 0-602,6 0 889,0 0 1,12-12-1,4-4 1</inkml:trace>
  <inkml:trace contextRef="#ctx0" brushRef="#br0">10589 5209 7795,'-6'-14'453,"4"-1"438,-4 1 0,5 2 902,-4 2-833,3 4 110,-4 0-257,6 4 222,0-4-667,0 6-574,0 0 0,-2 6 258,-2 3 1,0 10 138,-5 5 1,6 3-128,-2 1 1,-1 2-32,1 3 1,-4-1-3,4 6 1,-1-7 198,1 2 1,3-7-231,-2-3 0,2-1 136,2 2 0,-5-4-870,0-5-165,1-1-666,4-6 672,0-2 319,0-6 0,0-2-87,0-2 0,0-4-228,0-6 1,-2-7 243,-3-3 0,4-2-20,-4-3 1,2-1 664,-2-3 0,4 3 0,-4-3 0,3 3 0,2 2 0,0 4 75,0 0 1,0 7 71,0-2 1,0 3 200,0 2 793,0 0 1748,0 0-1369,0 6 22,0 2-1168,0 6 1,5-2-297,0-3 1,6 2-14,-2-6 0,10 6-164,5-2 1,3-3 156,1-2 1,5 3-16,0-3 0,2 5-281,-2-4 0,-8 6 55,4-2 1,-6 3-108,1 2 1,-3 0 60,-7 0 1,-5 5 151,1 0 0,-6 6 158,6-2 1,-7 4 201,2 1 0,-4 2-147,-1 3 1,0-3 111,0 3 1,0 1 216,0-1 1,0 5-169,0-5 0,0 4 52,0-4 1,0 5-52,0-5 0,0 6-196,0-1 0,0-4 53,0-1 0,0 2-10,0-2 0,0-1 8,0-3 1,-1-1-10,-4 0 0,3-4-35,-2-1 0,2-4 57,2 4-42,0-6 111,0 4-193,-6-7 104,4 0 1,-6 0 7,4 0 0,1 0-247,-7 0 0,1 0-267,-6 0 0,0 0-137,-4 0 0,-3 0 257,-7 0 1,1 0-786,-1 0 1,-4 0 32,0 0 0,0 0-147,5 0 0,6 0 274,3 0 1,3 1-384,2 4 1,1-2 486,4 7 761,2-7 0,33 9 0,5-4 0</inkml:trace>
  <inkml:trace contextRef="#ctx0" brushRef="#br0">10178 5777 7756,'0'-8'837,"0"0"255,0 3 116,0 3 1,0-5 623,0 2-823,0 3-697,0-4-224,0 6-254,0 0 334,0 6 0,0 4 32,0 9 0,-5 1-59,0 4 1,-4 3-105,4-4 1,-4 4-370,4 1 0,-5-5 149,6-5 1,-3 3-180,3-2 1,2 0 142,-3-5 1,-1-5-273,1 1 351,0-7 0,4 3 13,-4-6 0,4-6-238,-4-3 0,3-6-188,2-4 0,0-7 155,0-7 0,2-5 81,3 5 1,-2-1 453,6 6 1,-4 1 62,4 4 1,-1 2 218,2 7 0,2 1-234,-2 4 1,-2-2 558,1 6-479,1 0 0,4 12 47,0 2 0,-1 4 89,-4 1 1,2 2-70,-6 3 1,4 1-62,-4 4 0,5 3-151,-6-4 1,3-2-112,-3-2 0,-2 1-5,3-1 0,-4 0-418,-1-5 47,0 0-315,0 1-735,0-8 1,0 1 607,0-3 0,-6-3-367,-4 2 1,-2-4 550,-2-4 1,-1-4 624,1-6 0,0 1 0,0 4 0,0-4 0,-1 3 0,1 4 0,0 1 0,0-2 0,0 5-189,-1-3 256,8 4 1,-1-4 2221,3 0-452,3 0-991,-4 5 1,12 0-546,4 0 1,2 0-154,3 0 1,0-1-123,4-4 0,2 2-235,3-6 0,1 4 20,-6-5 0,6 6 202,-1-6 1,-2 7-409,1-2 0,-5 2 157,1-2 0,-4 4 123,0-4 1,-1 3 206,0 2 219,0 7 1,-1-4 28,-4 6 1,-1 1 230,-3 4 1,-4-4-120,4-1 0,-3 0-100,-2 6 1,0-6 325,0 1-383,0-1-187,0 5-80,0-6-433,0 5 62,-7-12-289,6 6 308,-5-7 1,6-2-451,0-3 183,0-3 1,1-4 379,4 2 0,-2-1-54,6 7 279,1-7 1,4 4 665,0-2-405,1 2 0,-1 7 660,0 0-204,0 0-82,0 0 110,0 7-629,-6 1 0,3 6-329,-6 0 0,0-5-158,-5 1 0,0-5-1319,0 4 721,0-6-467,0 4 1380,0-7 1,1 0-64,4 0 1,-2-7 54,7-2 1,-2-4 158,1-1 0,4 0 237,-4 0 1,4-1-33,1 1 0,0 5 144,0-1 1,1 6 212,-1-6-485,0 7 0,0-3-173,0 6 0,-4 1 136,-1 4 1,-1-2-131,2 7 0,1-1-111,-7 5 1,3-4-434,-3-1 171,4 1 0,2-1-1052,-1 1 1022,1-7 0,4 3-36,0-6 0,0 0 487,1 0 0,-1-6-213,0-4 338,0-2 1,-1-3 138,-4 1 0,-3 5 1072,-6-1-486,7 7 197,-6-9-646,6 10-574,-7-4 0,0 7 176,0 4 87,-7 3 1,6 11 7,-4 0 0,3 0-153,2-5 0,0 2 36,0 3 1,0-4-27,0 4 0,0-3-72,0-2 0,0 0 328,0 1 18,0-1-573,0 0 24,0 0-131,0-6 295,0-2 157,0-6 1370,0 0-1245,0-6 0,-1-2-71,-4-6 0,4-2-594,-4-3 1,3-3 108,2-6 0,0 1-116,0 3 0,0-1 215,0 6 1,0 0-122,0 5 1,2 0 68,3 0 1,1 4 39,3 1 1,4 6 114,-4-2 0,4 3 121,1 2 0,-1 2 258,-4 3 0,4 1-138,-4 3 1,-2 4 76,-3-4 0,3 4-19,-2 1 0,-1 0-105,-4 1 1,0-6-11,0 1 0,-4-6 2,-1 6 0,-6-6-30,1 6 1,-2-5-96,-3 4 0,1-6 102,0 2 0,0-3-54,0-2 11,-1 0-170,1 0-264,6 0 382,-4 0 0,12 0 32,0 0 0,6-2-11,8-3 1,7-3-12,2-6 0,4-2 28,2-2 1,1 0 23,3-5 1,-2 0 13,7 0 0,-8-4 64,-2 3 1,-1-2 148,-8-3 1,-1 5-151,-9 1 0,-3 1-13,-6-2 0,0 2 27,0 3 1,-1 8 68,-4-3-53,-3 9 1,-6-1-89,0 6 0,4 1-138,1 4 0,-1 3 203,-4 6 1,2 2-6,2 3 0,-1-2 93,6 7 1,-4-2 203,4 2 0,-1 2-149,1-2 0,4-2 6,-4 2 1,3-7-192,2 2 1,2-2 6,3 2 1,-2-3-185,6 3 0,1-8 62,4-1 0,0-6-183,0 6 0,0-7 105,1 2 0,-1-5 64,0-5 0,5-3 77,0-6 1,0 0 102,-5-1 0,-1 0 215,-4-4 1,4 8-75,-4-3 1,-3 2 277,-1-2-280,-3 6-50,-2-4-104,0 10-255,0-4 258,0 12 1,0 2 5,0 6 0,0 0 176,0 1-389,0-1 0,0 0-267,0 0 0,6-4 142,3-1 1,-1-1-56,2 2 1,-1-4 235,5-6 0,5 0 4,0 0 0,0 0 355,-5 0 0,2-6-183,3-4 0,-3-4 120,3-5 1,-3 2 30,-2-7 1,-5 2 32,1-2 0,-2-3-123,1 4 1,2-7-208,-6 1 1,0-1 143,-5 12 1,0-1-90,0 4 0,0 6 44,0-1-70,0 7-48,0-3 52,-7 6 19,6 0 129,-6 6 181,1-4-219,5 11 0,-7-12 221,3 4-279,3-4 1,-4 1 43,6 3-102,0-4 38,0 6-263,0-7 266,-6 0-57,4 0 130,-4 6 0,6-3 136,0 7 0,-5-6 51,0 6-17,1-1 0,-1 5-50,0 1 0,0-1-82,5 0 0,-1 0 17,-4 0 0,4 2 23,-4 3 0,3 2-47,2 2 1,0 2 47,0-6 1,0 7 0,0-3 1,0 4-54,0 1 0,2-4-21,3 0 1,-4-2 5,4 1 1,-4 3 3,-1-7 1,0 4-71,0-4 0,0 2-42,0-2 1,0-2-198,0 7 1,5-7 19,0 2 1,0-2-395,-5 2 384,6-3 1,-3 4-56,7-5 0,-6-8 224,6-2 0,-6 2 6,6-3 1,-5 1 144,4-5 1,-4-2 121,4-2 1,1-4 366,4-6 1,0-2-338,0-3 0,1-3-62,-1-7 1,0 1-96,0 0 1,-1-5-236,-4-1 0,2 0-157,-6 1 0,0 7 119,-5-2 0,0 3-59,0-4 0,-7 6 27,-2-1 1,-8 7-250,-2-2 0,-7 8 108,3 1 1,1 7 66,-2-2 0,5 4-47,-5 1 241,7 0 0,-3 0 108,5 0-349,8 6-395,0-4 502,7 10 1,2-10-38,3 3 1,2-2 167,8 2 1,0-4 124,4 4 0,-1-4-39,5-1 0,-1-4 186,2-1 1,3-4 173,-3 4 1,-4-2-89,-1 3 1,-3 2 366,-2-3-206,0 4-243,0 1 1,-4 0 77,-1 0-28,-6 0-63,4 0-177,-7 6 0,0 2-78,0 6 1,0-4-72,0-1 0,4-4-62,1 4 1,5-4 136,-6 5 1,7-7-22,-1 1 87,2-2 1,3-2 101,-1 0 0,0-2 375,0-2 0,0-4-143,1-6 1,-1-1 5,0 1 0,-1-5-91,-4 0 1,2-4 51,-6 4 1,0-5-24,-5 5-353,0 0 41,0 5 181,0 0-792,-7 6 1,1 3-17,-3 10 214,-4 3 1,7 8 233,-4 3 0,2-4 210,4 4 0,2-3-94,-3-2 0,2 0 172,-2 1 1,4-1-160,-4 0 176,3 0 119,2 0-82,7 1 1,1-6-18,6 1 1,2-7-65,3 1 1,-2-2-1,7-2 1,-1-5 32,6 1 1,-6-7 142,1 1 1,-7 2-120,2-1 1,2-1 121,-2-4 0,-5 1-83,-5 4 0,-4-4 136,4 4 1,-5 1-16,0-1 0,-2 4-120,-2-5 1,0 6-97,0-6 0,-2 7 8,-2-2-368,2 4-110,-11 1-473,12-7 431,-12 6-13,12-5 285,-6 6 1,6 0 65,-4 0 230,3 6-77,-4-5 280,6 6-223,0-7 202,0 0-241,0 6 15,0-4-233,0 4 163,0-6-26,0 0 260,0 6 398,0-4-46,0 4 470,0-6-1392,0 0-2830,0 6 1100,0-4-1019,0 4 2334,0-6 0,0 2-10,0 3 0,-1-4 219,-4 4 559,-3-4 0,-57 12 0,-12 3 0</inkml:trace>
  <inkml:trace contextRef="#ctx0" brushRef="#br0">12009 5777 7756,'-14'-15'0,"4"1"664,1 0 0,5 4 57,0 1 1,1 4 1064,-2-4-688,3 6 211,-4-4-713,6 7-3111,0 0 1596,0 7 0,2 1 361,2 6 558,-2 0 0,10 19 0,-4 5 0</inkml:trace>
  <inkml:trace contextRef="#ctx0" brushRef="#br0">12435 5833 7717,'0'-22'0,"0"3"1334,0 4-445,0 0 575,0 1-451,0 6-83,0 2-516,0 6-373,0 6 0,0 2 213,0 6 1,1 1 12,4-1 0,-4 5 41,4 0 0,-3 1-77,-2-1 0,4-3-198,1 3 0,0 1-20,-5-1 0,0 0-144,0-5 0,0-4 125,0-1 1,0-4-49,0 4 0,0-4 375,0 5 215,0-7 124,0 3-402,6-25 0,-4 6-356,3-15 1,2 1-60,3-6 0,3 3-94,1-3 0,-2 8 96,-2 1 1,2 7-105,-2-2 0,2 5 20,3 4 0,-6 2-57,1 4 0,-6 2-186,6-3 1,-2 5 150,1 5 0,-1-2-657,-3 7 1,-4-6 86,4 6 1,1-1-186,-1 6 1,0-1 1085,-5 0 0,0 13 0,0 3 0</inkml:trace>
  <inkml:trace contextRef="#ctx0" brushRef="#br0">13016 5847 7723,'0'-14'0,"-4"0"371,-1 0 1,-4 0 550,4 0 1,-5 4 400,6 1 1,-7 4-499,1-5 0,2 7-174,-1-1 0,4 2-141,-4 2-567,-1 0 1,-2 2-68,2 2-119,-3 4 1,7 11 166,-3 0 0,2 0-15,7-5 0,0 5-158,0 0 1,0 1 152,0-1 1,0-3 161,0 3 1,5-3 23,0-2 1,1 0 616,-1 0-130,-4 1 1,6-6-214,-7 1 0,0-6 591,0 6-591,0-7 1,-8 3-360,-6-6 0,-1 0-437,-3 0 0,-5 0-487,0 0 0,1 0 26,-2 0 0,7-5-856,-2 1 1,3-3-352,2 3-421,0 2 2521,-1-11 0,26-13 0,7-12 0</inkml:trace>
  <inkml:trace contextRef="#ctx0" brushRef="#br0">11285 5351 7655,'-24'1'0,"0"4"0,6-3 547,-6 2 853,7-2-359,-4-2 31,13 0-260,2 0-638,6 0 0,1 0-277,4 0 1,3 0 231,6 0 0,7 5 191,2-1 1,11 1-85,3-5 1,4 5 51,2 0 1,-5-1-106,0-4 0,-5 0 17,5 0 0,-7 0-273,2 0 0,-4 0 114,-6 0 0,4 2-135,-3 3 1,-2-4 9,2 4 1,-7-4-4,2-1 1,-8 0 20,-2 0 0,-4 0-42,5 0 75,-7 0 129,3 0 1,-4 0 201,2 0-211,-2 0 1,10 0-88,-2 0 1,-1 0 2,6 0 1,-4 0-9,8 0 1,3-1 21,1-4 0,-2 4-10,-2-4 0,-3 3-89,-2 2 0,-5 0-394,1 0-737,-7 0 495,3 0-32,-6 0 0,-6 0 53,-4 0 1,-7 0-125,-2 0 0,-8 0 323,-1 0 1,-2 5 11,-8 0 1,6 1 485,-1-1 0,3-4 0,2 4 0,1-2 0,4 2 0,2-3 0,7 2 0,31-8 0,8-4 0</inkml:trace>
  <inkml:trace contextRef="#ctx0" brushRef="#br0">12122 4740 6107,'8'-6'1586,"-2"5"0,-4-6 154,3 7-776,-4 0-307,6 0-496,-7-6-245,0 4 1,0-2 184,0 8 1,0 4 110,0 6 0,0 7 85,0 3 1,0 4 117,0 5 0,0 5-12,0 9 0,0-1-178,0 6 0,0-5-63,0 5 1,0-6-17,0 1 1,0-7-98,0-2 1,0-8 57,0-2-172,0 0 1,0-12-221,0 3-407,0-9-656,0-4 829,0-6 0,0-2-518,0-2-3,0 2 334,-7-11 1,6 5-20,-4-6 0,2 3-286,-2-3 1,2 1 1010,-6-10 0,-1-39 0,-4-13 0</inkml:trace>
  <inkml:trace contextRef="#ctx0" brushRef="#br0">12065 4187 7724,'0'-36'-1229,"2"-5"1320,3 3 1,-4 8 754,4 1 0,-3 11 124,-2-1 15,0 9-257,0 4-238,0 6 0,0 1-117,0 4-338,0-3 0,0 10 7,0-2 1,0 2 57,0 3 0,0 0-49,0 4 0,0-1 94,0 5 0,0 1-153,0 4 0,0 1-36,0-1 0,0 0 14,0 1 1,0-1 36,0 1 0,0-6-116,0 1 1,0-7-196,0 2 0,0-3-78,0-2-4,0 0 270,0-6 106,0-1 0,-5-9-144,0-3 0,0-9-111,5-10 0,-1-2 41,-4-3 1,4-1-113,-4-3 0,3-2 256,2-2 1,-4-3-22,-1 7 0,0 5 399,5 4 1,0 2-55,0-2 1,0 4 140,0 6 0,5 4-214,0 1 1,6 6 90,-2-2 1,5 2 58,5-2 0,-1 3-32,5-2 1,1 2-223,4 2 1,7-2-44,3-2 1,3 2-145,1-3 1,6-1 97,-1 1 1,3-4-86,-7 4 0,1-1 53,-11 1 1,0 4-18,-4-4-14,-7 3-65,-8 2-22,-8 0 197,-6 7 1,0-4 3,0 6 0,0-4 47,0 4 1,-4 1 147,-1 4 0,0 2-46,5 3 0,-1 3 126,-4 6 0,3 2-96,-2 3 1,0-1 43,0 6 1,2-5-56,-3 5 0,4-7-70,1 2 0,0-4-62,0-6 0,0-1 38,0-3 0,0-8 35,0 4 180,0-11 126,0 3-134,0-7-42,0 0 1,-8-5-191,-6 0 1,-4-1-101,-10 1 0,3 2-231,-8-7 0,-4 6-5,0-6 1,-4 7-246,-2-2 0,2-1-23,3 1 1,-1 1-446,6 4 1,4 0 197,5 0 1,12 0 327,-2 0 1,4 1-361,1 4 0,2-2 243,7 7 1,0-6 27,0 6 0,-1-1 534,-4 5 0,4-4 0,-4-1 0,-3 1 0,0 4 0,-1-1-117,-1-4-38,7-3 829,-3-6 374,6 0-161,0-6 1,0 3-326,0-7 1,0 6 35,0-6 1,0 5-237,0-4 0,-2 4 94,-3-4-290,4 6 1,-10-5 216,6 3-158,-6 3 29,3-4-219,-6 6 0,0 0 30,0 0 0,-1 2-124,1 2 1,5 4 132,-1 7 0,-4 3 13,-5 1 1,-1 5-50,1-5 1,3 6-89,-3-1 1,-2-2 22,3 2 0,3-7-17,6 2-122,-1-3 1,1-4-42,-1-2-269,7-4 339,-3-6 1,8 0 21,2 0 0,-1 0 71,7 0 0,-1-2 63,6-2 0,4 2 12,-1-3 0,9-1-21,2 1 0,1-4 114,7 4 0,1 0 1,5 5 1,-1-4 79,1-1 1,6-1-33,3 1 1,8 2 40,1-7 0,3 6-241,-3-6 1,-4 2 84,0-1 1,-4-4 1,-10 4 0,-5-2 21,-15 1 1,-9 2 66,-9 4-94,-3 2-4,-2-4-114,-7 6-121,0 0 0,-8 0 251,1 0 0,0 4-113,0 1 1,0 0 63,-1-5 0,0 1-94,-4 4 1,3-3-124,-3 3 1,-1-4 60,1-1 0,0 0-145,5 0 1,4-1 191,1-4 1,1 2 96,-2-7 1,-1 5-34,6-4 1,1-5 153,4-5 0,0-6-5,0 1 1,6-1-71,3 1 0,-1 4-7,2 5 0,-5 1-80,4 0 1,-4 6-441,4 3 263,-6 4 0,5 1-177,-3 0 0,-3 8-10,2 6 1,-2 2-226,-2 7 0,-2 1-70,-2 4 1,0 1 67,-5-1 0,0 1-84,-6-1 0,0 0 711,-4 1 0,-14-3 0,-7 1 0,-6 3 0,1 0 0</inkml:trace>
  <inkml:trace contextRef="#ctx0" brushRef="#br0">8772 7849 7697,'-7'-8'156,"-6"-3"1,5 4 1227,0 0-991,-4 3 1,8-2 297,-5 6-194,6 0 232,-10 0-375,12 0-190,-6 6 1,7-2-582,0 5 309,0-6-114,0 10 9,0-12-383,0 6-138,7-1 111,-6-4 0,7 5-464,-3-2-358,-4-3 750,6 10 695,-7-10 0,25 48 0,6 6 0</inkml:trace>
  <inkml:trace contextRef="#ctx0" brushRef="#br0">9638 7792 7777,'-8'-14'439,"4"0"0,-3-1 50,3 1 0,-6 5 4,5-1 0,-1 5 471,1-4-409,4 6 1,-7-3 43,3 6-391,4 0 1,-10 1-88,6 4 0,-5 4-126,6 10 0,-6 3 262,5 7 0,-6-1-49,2 0 0,1 6 0,-1-1 0,4 6-12,-5-1 1,3-2-64,-3 2 1,2-6-22,3 1 0,4-3-29,-4-2 1,4-1-238,1-3-785,0-4-1697,0-6 412,0-6-316,0-2 1938,6-18 1,-3 1 601,6-13 0,-5-50 0,-1 28 0,0 1 0</inkml:trace>
  <inkml:trace contextRef="#ctx0" brushRef="#br0">9440 7962 7650,'-15'0'2507,"1"0"-1324,6 0-535,2 0 0,8-1-244,2-4 0,4 3-131,6-2 1,7 0-270,3 0 1,2 1-15,3-7 1,4 2 11,0-1 1,2-4 6,-2 4 1,-8 1-221,3-2 1,-4 1 42,0-5 0,-2-2-34,-3-3 0,-10 3 17,1-3 1,-2 4-49,-4 0 0,1 6 21,-5-1 0,-6 7 25,-4-1 1,-2 4-99,-3 4 0,0 4 221,-4 6 1,3 5 128,-3 0 1,8 6 63,2-1 0,4 3 345,-5 1 0,7 1-163,-2-1 1,4 0 66,1 1 0,0-6 79,0 1 0,0-2-235,0 2 1,0-4-207,0-5 0,1-3-68,4-2-265,-3-4 0,10-6 112,-2 0 1,2-6-88,3-4 0,-1-7 79,0-2 1,0-5 69,0 5 1,1 0-66,-1 5 1,-5 2-54,1 2 135,-1-3 1,5 12 226,1-4 0,-6 10 278,0 4 0,-1 6 54,2 3 1,1 0 321,-6 5 0,4-4-124,-4 5 1,4-7-195,-4 2 0,6-3-277,-1-2 0,7-6-148,2-3 1,4-4-139,-4-1 0,7-1-71,-3-4 1,2-3-338,-1-6 1,1 0 30,-6 0 1,0-5-440,-5 0 0,-1 0-894,-3 5 449,2 0 1,-12 6 1386,0 3 0,-32 7 0,-18 7 0,-4-1 0,-1 0 0</inkml:trace>
  <inkml:trace contextRef="#ctx0" brushRef="#br0">1718 9481 7732,'-8'-6'1034,"-5"4"-219,6-4 316,-8-1-557,1 6 1,6-7 488,3 3-434,-2 4 0,5-7-258,-3 3 1,4 2-62,1-7 1,0 6-186,0-6 0,6 5-143,3-4 0,4 1 60,1-1 0,5-2-114,0 6 0,0-5 29,-5 6 1,2-1-112,3 5 0,-3 0-73,3 0 0,-8 0 112,-2 0 0,-4 6-13,4 4 0,-5 2 108,0 3 0,-4-1 27,-4 0 1,-4 0-88,-7 0 0,0 2-132,-4 3 0,-2-3-149,-2 3 0,2-8 45,7-2 0,0-1 134,0 2 0,1-3-80,3-2 134,-2-3 0,12 4 145,0-6 0,11 0 388,8 0 0,6 0-81,-1 0 0,-2 0 342,1 0 1,-5 0-95,1 0 0,-4 2-160,0 2 0,-3-1-50,-2 7 1,-4-1-171,-6 6 0,0-6 25,0 1 0,-6-1-132,-4 5 1,-4-4-177,-5-1 1,2-4-153,-7 4 0,5-6-433,-4 2 0,0-3-798,0-2 1,-2 0 430,6 0 1,-5 0 202,5 0 0,5-7 150,4-2 1,7-4 689,-1-1 0,15-19 0,4-5 0</inkml:trace>
  <inkml:trace contextRef="#ctx0" brushRef="#br0">1902 9211 7779,'0'-28'512,"-1"4"-359,-4 0 1,-1 7 849,-4-2 1,-2 5-187,2 5 0,-7 2-58,-2 7 0,0 0-304,5 0 0,-5 7-62,0 2 1,-6 8-177,1 2 1,2 7-33,-2-3 0,5 9 17,-4 1 1,4 5-26,-5-5 0,7 5-31,-2-5 0,-2 6 3,3-1 1,0 1-150,9-1 0,-2 2 36,6-7 0,0 0-30,5-5 1,0 1 55,0-1 1,2-6-106,3-3 1,2 2 89,8-2 0,-1-1-31,0-3 1,0-3 171,0-2 0,7 1-55,3-6 0,2 4 21,3-4 1,-1 1-25,1-1 0,0-4 18,5 4 1,2-5-28,6-5 0,1-3 17,0-6 0,-1-2 50,1-2 1,-1-3-56,1-3 0,-2-4-81,-3 0 1,1-2 30,-6-8 0,-4 6-15,-6-1 1,-10-3-12,1-2 0,-11-5-135,-3-4 0,-8 3 76,-10-3 0,-5-2-146,-5 2 1,-5 4-31,0 5 0,-5 13-118,5 1 1,-5 8-372,5 7 1,-5 3-9,5 6 1,0 1-217,4 4 0,6 3 88,-1 6 1,7 2-389,-2 3 0,9-2 457,6 7 0,-3-5 734,3 4 0,5 20 0,7 9 0</inkml:trace>
  <inkml:trace contextRef="#ctx0" brushRef="#br0">3109 9694 7187,'-8'14'-1090,"0"-6"1538,3-3 0,2-2 2014,-6 1-1016,6-2-613,-10 4 0,10-6 469,-7 0-906,7-6 1,-3-2-29,6-6 0,2-5-217,2 0 0,6-6-124,9 1 0,-2-4-203,7-5 1,4 1 225,5-6 0,5 0-523,-5-4 0,5-1 140,-5 1 1,5 5-95,-5 4 0,-6 5-37,-8 4 189,-3 4 39,-9 12 559,0 2-110,-7 12 1,0 2 258,0 6 1,-5 2 262,0 3 1,1-4-298,4 4 0,0 2-43,0-2 0,1 4-160,4-4 1,-4 2-93,4-2 1,-2-3-36,2 3 1,-3 1-189,2-1 1,-2 0 51,-2-5 1,0 0-219,0 0 0,-2 1-32,-2-1 0,-4 0 113,-6 0 0,-2-4-13,-3-1 1,-3-4-11,-7 4 0,6-6-35,-1 2 0,0-3 30,-4-2 0,0-2 33,-1-3 0,6-2 76,-1-8 0,7 0 62,-2-4 1,3-2-27,2-2 1,6-3 205,3 7 515,4 0-376,1 5-247,0 6 0,6 2 158,3 6 0,-1 5 154,2 0 1,-1 10-71,5 0 0,1 2 5,-1-3 0,-2 0-218,-2 0 1,2 1 54,-2-1 1,4 0-457,5 0 0,-3-4 78,3-1 0,3-6-63,1 2 0,4-3-52,2-2 1,-3 0-354,-2 0 1,3-7 271,-3-2 0,2-4 66,3-1 0,-1-2 403,1-3 0,-3-3-81,-2-6 1,3 4 176,-4 1 0,-2 0-34,-2 0 0,1-2 43,-1 6 1,0 4 22,-5 6-54,1 6-68,-1-3-84,0 6 115,0 6-85,-6 2 0,0 0 177,-3-4-111,-4 4 12,6-6-5,-7 4 1,-7-4 89,-2 2 0,1-2-47,-2 3 0,1-2 5,-5 2 1,0-4-130,-1 4 0,1 1 85,0-1 1,-5 6-104,0-2 0,0 4 63,5 1 1,5 0-14,-1 1 0,2-1-5,-1 0 0,-2 5-25,6 0 0,0 0-21,5-5 1,2 0 4,3 0 1,4-1-83,10-4 0,3-2-61,6-7 0,1 0-131,-1 0 0,2 0 82,3 0 0,-3-7-77,3-2 1,-3-8 190,-1-2 1,-1-2 156,1 2 0,-6 2-134,1-7 1,-5 5 126,4-4 1,-5 4 245,1-5 0,-8 7-159,-2-2 1,-1 8 228,2 1-143,2 7-188,-4-3 0,5 8 83,-4 2-32,4 4-32,-5 6 1,4 1-18,-2-1 0,-2-6-134,-4-4 0,-2-1 139,3 2-62,-4-3 178,-1 4 253,0-6-428,0 0 16,-6 0 1,3 0 6,-7 0 1,1 0-72,-5 0 1,-1 0 42,1 0 0,0 6 48,0 4 0,0 1-72,-1-2 0,3 4 12,2-4 1,-2 4-215,2 1-51,4 0-336,0 1 424,6-1 1,1-6-55,4-4 1,4-2 146,10-2 0,-3-5-55,3 1 0,-2-7 210,2 1 1,-3-3 127,3-1 1,-3 0 155,-2 0 1,0 0-131,0-1 0,-1 6 7,-3 0 0,1 4-17,-7-5-141,1 7 0,-5-2 65,0 10 1,0 3-12,0 6 1,0 5 88,0 0 1,0 2-61,0-2 1,2-4 116,2 4 0,-1-3-207,7-2 1,-1-6 21,6-3 0,0 1-123,4-1 1,3 0 55,7-5 1,-2-7-8,-4-2 0,6-5 34,-1-5 0,-4 1-110,4-5 1,-4-1-68,-1-4 0,3-2-146,-7-3 0,-1-2 161,-3-3 1,-6-3 83,1 3 1,-7-3 40,1-1 0,-2 5 108,-2 4 1,0 10 255,0 4-295,-6 3 1,-2 8 65,-6 3 1,-1 10-38,1 4 1,-2 6 135,-2 4 1,2-2 9,-3 7 1,3-1 172,2 6 0,0-1 104,0 0 1,4-4-152,1 0 1,5-5-35,0 4 1,2-4-75,2 5 1,0-2-83,0 2 1,6-4-40,4-6 0,3-1-167,1-4 0,1 2-51,4-6 0,-1 0-216,5-5 0,-5 0 116,1 0 0,1-6-79,-1-4 0,0-3 123,-5-1 0,5 0 99,0 0 1,0 0 3,-5 0 1,5-1 16,0 1 0,2 0 115,-3 0 0,-3 4-15,-1 1 0,0 6 0,-4-2 1,2 3 54,2 2 57,1 0 0,-1 2 87,0 3 0,-5-2 130,1 6-245,-7-6-64,3 10 1,-4-11-135,3 2 103,-4-2-155,6-2 1,-9 0-26,-3 0 1,2 0-175,-6 0 0,-1 0-33,-4 0 1,-2-5 68,-3 0 1,2 1 74,-7 4 1,5 1 73,-4 4 0,4 1-6,-5 4 0,7 2 61,-2-2 1,5 3 150,4 1 0,-1 0-33,6 0 1,1 0 89,4 0 0,0 1-141,0-1 1,8-6-10,6-4 0,1 3-192,9-2 0,0-2 123,4-8 1,-1-1 51,-3-4 1,1-2 67,-6 2 1,0-3 189,-5-1 1,0 0-25,0 0 0,-4 1 680,-1 4-524,-6-4 1,4 10 160,-7-6-509,0 5 1,0 0 92,0 8 0,0 4-3,0 7 0,-2-1 26,-3 0 1,4 0-12,-4 0 0,4 0-125,1 1 0,1-6 22,4 1 1,-2-6-311,6 6 0,6-7 62,4 2 0,1-4-50,-1-1 0,1-6 86,4-4 0,3-2 70,-3-2 1,-2-2-48,1-3 1,-5-3-94,1-6 1,-5-2 118,-5-4 0,2 3 178,-6-7 1,0 7-29,-5-3 0,5 1-83,-1 5 1,1 3 341,-5 10 1,-2 8 23,-2 2-138,2 3 0,-4 9-22,6 2 0,-5 5 115,0 5 0,-4 3 117,4 7 1,-4-1 332,4 0 1,-1 1-21,1-1 0,3 1-375,-2-1 0,-3-4-256,3-1 0,-1-5-25,5 1 0,0 1-216,0-1 1,0-5-201,0-4-544,0-7 746,0 3 0,5-8-54,-1-2 0,7-4 181,-1-6 0,2-5 15,3 0 0,-1-5 120,0 5 1,5 0-23,0 5 0,0 0 127,-5 0 1,5 6-10,0 3 1,1 4 65,-1 1 0,-8 0-88,3 0 0,-3 1 91,4 4 0,-6 3-20,1 6 0,-7 5-128,2 0 1,-4 0-143,-1-5 0,-6 0-92,-4 0 0,-4-1-387,-5-4 1,2 2 85,-7-6 0,1 0-355,-6-5 1,2 5 406,4-1 0,-3-1 39,8-7 0,-6 2 118,5-3-57,0-2 368,5-1-9,6 0-12,2 1 0,7 7 217,4 0 1,-2 2 320,7 3 0,-1-2-189,5 6 1,5-4 189,0 5 1,6-7-294,-1 1 1,3-2-254,1-2 0,1 0-225,-1 0 0,0-2 162,1-2 0,-1 1-184,0-7 0,-4 1 85,0-6 1,-7 1-20,2 0 0,-3-5 174,-2 0 0,-6 0-84,-3 5 0,1 0 283,-1 0-98,-1 6 0,-5 2 121,-4 6 0,2 0-209,-7 0 0,6 0-143,-6 0 0,7 6 192,-2 3 0,-1 6 23,1 3 1,1-2-20,4 3 1,0-3 78,0-2 0,1 0-169,4 0 0,-2-1-17,7-3 0,4 1-93,5-7 1,1 1 65,-1-5 1,3 0-114,7 0 1,-1-2 229,0-2 0,-4-4-28,0-6 1,-1-2-13,6-3 1,-7-3 24,-3-6 1,1-1-125,-1 1 1,-2-7 84,-7-3 1,1-4-142,-6-6 1,4 4-7,-4-3 1,0 9-144,-5 5 1,-5 9 35,0 5 276,-6 4-69,3 7 1,-6 3 76,0 10 1,1 3 69,4 6 1,-4 0 2,4 0 1,1 5 100,-2 0 1,7 6 141,-2-1 0,-1-2 276,1 2 0,1-6-146,4 6 0,0 0 125,0 4 0,0-4-301,0 0 1,0-6-117,0 6 1,0-2-217,0 2 0,4-2 18,1-3 0,6-3 52,-1 3 0,7-4-88,2-1 0,0-4-312,-5-1 0,5-5 96,0 0 0,5-2-120,-5-2 1,6-5 223,-2 0 1,-2-6 63,-2 2 1,1-8 190,-1-2 1,0-2-83,-5 2 1,-4-3-89,-1-6 1,-4 1 60,4 3 1,-5-1-11,0 6 1,-2 0 26,-2 5 0,0 5-30,0-1-127,0 7 1,-5-2-184,0 10 0,-4 0 372,4 9 1,1-2-63,4 12 1,-2-5 332,-3 5 1,4-5-136,-4 4 0,3-4-6,2 5 1,5-7-102,0 2 1,6-3 23,-2-2 0,4 0 48,1 0 1,2-6 62,3-3 0,-2 1-532,7-1 0,-5-2 151,4-7 0,-4 0 145,5-5 1,-7-2 24,2-8 1,-3 2 9,-2-7 0,2-1-106,3-8 0,-3 1-130,3-6 0,-5 0 171,-5-4 0,2-1 39,-6 1 1,0 5-527,-5 4 0,0 10-27,0 4 508,0 9-133,-6 4 0,-2 7-76,-7 4 1,6 5 262,-1 9 1,3 3 148,-3 6 1,-2 0 213,2 1 0,4-1 372,1 1 0,-1-1 111,1 0 0,0-1-415,5-3 0,-4 1-265,-1-6 0,0 0-424,5-5-784,0 0 629,0 1-499,0-8-396,0 0 833,0-20 0,0 2 27,0-13 1,0 2 213,0-1 0,0-4 243,0 3 0,0 4-307,0 1 98,0 3 1,2 2 229,2 0 0,4 6 355,6 3 0,1 3 25,-1 2 1,0 0-200,0 0 0,5 0-138,0 0 0,5 0-86,-5 0 0,1 0-131,-1 0 1,-3 0 109,3 0 0,-3-1 13,-2-4 0,-5 4 2,1-4 1,-6 3-77,6 2-127,-7 0 39,3 0 326,-6 0 1,0 7 173,0 2 0,0 4 210,0 1 1,2-5-186,3 1 1,-4-1 376,4 5-560,3 1 1,0-3-283,6-2 230,0 2 0,0-10-95,1 3 0,-1-4-181,0-1 0,0 0 95,0 0 0,5-6-32,0-4 1,0-2 120,-5-2 1,-1-1 17,-4 1 1,4 0-59,-4 0 0,-2 4-145,-3 1-38,4 6-93,-6-4 1,4 9 82,-6 3 1,-1 7 201,-4 7 1,2 7 298,-7-3 1,1 9-121,-5 1 1,-1 5 80,1-5 0,-5 6-216,0-1 0,-4 1-172,4-1 1,-5-3 83,5-7 0,-6-1-387,1-3 1,4-5-223,1-10 1,-2 2 255,2-6 1,1-2-77,3-8 1,6-2 235,-1-8 1,6 0 189,-6-4 1,7-2-104,-2-2 1,4-4-1,1 3 0,6-7-105,4-3 0,-3 1 26,3 5 0,1 1-133,8 3 1,-3 4-267,3 6 1,1-4-908,-1 4 1557,0 3 0,-11-8 0,-2-4 0</inkml:trace>
  <inkml:trace contextRef="#ctx0" brushRef="#br0">6104 13398 8170,'0'-8'-382,"0"0"-1097,0 4 2835,0 2 1,0-6-567,0 3 0,-2 4 1160,-2-4-507,2 4-151,-4-6-851,6 6 0,-2-6 234,-3 7-195,4 0-237,-5 0 1,7 0-117,4 0 1,3 0 123,6 0 1,2 0 0,3 0 0,3 0-82,6 0 1,0 0-214,1 0 1,-1 0-158,1 0 1,-1 0 164,0 0 0,-1 0 37,-3 0 0,1 0-207,-6 0 1,0 0 66,-5 0 1,0-4 139,1-1 1,-3-1-26,-2 1 133,2 3 358,-10-4-156,4 6 427,-6 0 795,0 0 1,0 6-1049,0 4 0,0 2-285,0 3 1,0-6-28,0 0 1,0 6-61,0 4 1,0 1 144,0-1 0,0-2-84,0 7 0,0 0-143,0 4 1,0 0-4,0 1 1,0-1-12,0 1 0,0-6-130,0 1 1,0 0 50,0 4 1,0-6-105,0-3 1,0-3-62,0-2 1,0-5-847,0 1-1168,0-7 1010,0 3-1014,0-6 1471,0 0 0,0-6 54,0-3 1,0-1-490,0-4 1,-1 3-2340,-4-8 3547,3 3 0,-42-42 0,20 23 0,1 0 0</inkml:trace>
  <inkml:trace contextRef="#ctx0" brushRef="#br0">6033 13370 8058,'-10'-13'796,"1"4"216,6-4 0,-3 10-338,6-7 0,-2 7 948,-3-1-481,4 2-567,-6 2 1,7 6 170,0 4 0,2 2-274,3 3 0,-4 3 78,4 1 1,-3 2-84,-2-2 0,0-2-21,0 7 0,0-5-196,0 4 1,0-1-128,0 2 0,0 1 22,0-6 1,-2 5-204,-3-5 0,4 4-123,-4-4 1,3 0 173,2-4 0,0-1-343,0 0 0,0-5-110,0 1 29,0-7 303,7 10 0,1-12 55,6 4 0,5-3-53,0-2 1,6-2 5,-2-3 0,4 4-7,2-4 0,4-1-10,0 1 0,10 0 188,-6 5 0,6-5-45,-10 1 0,5-1 127,-5 5 1,0 0-87,-4 0 1,-7 2 87,-3 2 1,-8-2 35,-2 3 228,-6-4-207,4-1 0,-9 0 366,-3 0-266,4 0 0,-7 0-48,3 0-355,3 0-12,-4 0 1,5 0-614,-4 0 367,3 0-35,-4 0 129,6 0 0,-2 0-261,-2 0-296,2 0-510,-11 0 341,6 0 0,-8 0-61,1 0 0,-5 2-667,0 2 0,-6-2 658,1 3 1072,-2-4 0,-27 0 0,-11-2 0,-6 1 0,1 0 0</inkml:trace>
  <inkml:trace contextRef="#ctx0" brushRef="#br0">6033 13781 8058,'0'-9'442,"0"-1"0,0 6 0,0-6 2837,0 1-909,0 1-211,0-5-1637,-6 12 0,2-6-14,-5 7 1,4 0-154,-4 0 1,4 5 46,-4 0 0,-1 6-95,-4-2 0,0 4 120,0 1 0,-2 0-293,-3 1 0,3-1-29,-3 0 0,-1 2-213,1 3 0,-5-8-18,5 3 1,0-3-345,5 3 0,0-1 5,0-4 0,1-1-1387,4-3-51,2-4 1317,7 6 0,2-7-719,3 0 1,4 0 102,10 0 0,-2-5-276,7 0 1,0-6 1477,4 2 0,45-23 0,-32 13 0,1 0 0</inkml:trace>
  <inkml:trace contextRef="#ctx0" brushRef="#br0">6601 13767 8058,'14'0'-484,"0"0"0,-4 0 1812,-1 0 2175,-6-6-64,3 4-1772,-6-4-965,0 6 1,-1 0-149,-4 0 1,2 2 19,-6 2 0,-1-1-173,-4 7 1,0-2-96,0 1 1,-2 4-187,-3-4 1,3 4-205,-3 1 1,3 0-219,2 0 0,-5 5 277,0 0 1,-1 0-275,1-5 1,3 1-120,-3-1 1,2 0-298,-2 0 1,3 0 146,-3 1 0,3-6-275,2 1 0,-5-7 171,0 1 0,-6 3-92,1-3 1,-4 1-320,-5-5 0,-2 0 507,-3 0 0,-3 5 179,4 0 0,0-1 333,-1-4 1,4 0 276,1 0 0,1 0 390,13 0 610,0 0 1898,11 0-2208,2 0 1,8 0-78,2 0 0,6 0-350,9 0 1,0-4 14,9-1 1,-1-6 80,11 1 1,0 3 201,4-3 0,-4 1-575,0-6 1,-5 6-419,5-1 0,-7 3-1313,2-3 0,-3-1 853,-1 6 1,-2-4-2070,-4 4 0,3 0-681,-8 5 3429,-5 0 0,-44-6 0,-17-2 0</inkml:trace>
  <inkml:trace contextRef="#ctx0" brushRef="#br0">4699 12334 7929,'-7'-15'648,"-1"1"191,-6 0 0,6 5 498,4-1 152,2 7-532,2-3-139,0 6-559,0 0 1,5 1-22,0 4 0,6-2 224,-2 7 0,4-1-105,1 5 0,0 0 39,0 1 0,7-1-69,2 0 0,0 0 11,0 0 1,1 5-68,4 0 0,2 2 75,3-2 1,4 1-158,5 4 1,-1 3 13,-3-4 1,5 4-121,-1 1 0,-4-4 86,5 0 1,-6-2-108,1 2 1,-1 2-27,-4-2 0,-3 1-53,3-1 1,-3 1 98,-2-6 0,2 5-18,3-5 1,-3 4 0,3-4 1,-3 0 11,-1-5 0,-3 1 18,-2-1 1,1 0 0,-6 0 1,0 0-120,-5 0 1,5-1 70,0-3 1,0 1-9,-5-7 0,-4 6 0,-1-5 0,1 4-157,4-4-8,-6 6 1,0-10-615,-4 4-168,-2-3-19,4-2-449,-6 0-254,0 0 313,-6 0 0,3-5 445,-7 0 871,7-6 0,-54-28 0,26 12 0,-1 0 0</inkml:trace>
  <inkml:trace contextRef="#ctx0" brushRef="#br0">3691 11383 7884,'-10'0'794,"1"0"-58,6 0 853,-10 0-968,12 0 1,-6 1 55,7 4 1,7-3-134,2 2 1,5-2-149,5-2 1,3 1-277,7 4 1,4-3 56,0 3 0,2-4-63,-2-1 0,-3 0-2,3 0 0,-3 0-188,-2 0 0,-6 0 48,-3 0 0,-3 0-482,-2 0 276,0 0 529,-6 0 477,-1 0-383,-7 0 166,0 0 222,-7 6-201,6 2 1,-6 8-135,7 3 1,-4-2 31,-1 7 1,0 0 21,5 4 0,0 0-128,0 1 0,-5 1-94,1 3 1,-3-2-60,3 7 0,2-8 13,-3-1 1,2-1-83,-2-4 1,4-4-138,-4-1 1,4-8-899,1-1-1784,0-7 788,0 3 1,-2-6 939,-3 0 0,4-6-992,-4-4 0,2-2 550,-2-3 1,-3 0 1386,-6-4 0,-10-17 0,-4-7 0,-3-7 0,0 1 0</inkml:trace>
  <inkml:trace contextRef="#ctx0" brushRef="#br0">3606 11468 7888,'-10'-6'166,"1"-4"0,1-3 208,-2-1 0,-1 5 1204,7-1 1598,-1 7-383,-1-3-1366,4 6-1152,-4 0 1,6 6 75,0 4 1,1 4 197,4 5 1,-3-2-168,2 7 1,3-1-103,-3 6 1,3-6-87,-3 1 0,0-2-27,5 2 0,-4 1-322,4-6 1,1 0-17,4-5 1,0 3-264,0-2 0,2 2 109,3-8 1,3-2-297,6-2 0,2-4 284,4-1 0,-3 0-24,7 0 1,5-1 71,4-4 1,0 2 91,-4-7 1,-7 7 190,-3-2 0,-4 4-131,-6 1 430,-2 0 194,-13 0 152,-2 0-270,-6 0 0,-6 0 220,-4 0 0,-3 0-314,-1 0 1,-1 0-68,-4 0 0,1 1-774,-5 4 1,4-3-205,-5 2 1,0-2-606,-4-2 0,0 5 556,-1-1 0,1 1-259,-1-5 1,1 5 587,0 0 1,1-1 53,3-4 0,-1 0 256,6 0 1,0 0 282,5 0 202,0 0 302,-1-6 717,1 4 99,6-10 1207,2 10-1110,6-4-70,0 6 682,0 0-1838,0 6 0,-6 2 61,-4 6 0,-2 2 394,-2 3 0,-1-3-320,1 3 0,0-2-163,0 2 1,0-3-154,-1 3 1,1-4-140,0 0 0,0-1-692,0 0 658,-1 0 0,6-1-710,-1-4-484,7-2-936,-3-1 166,6-5 523,0 6 0,2-7 343,2 0 1,4-5-556,6 0 0,1-1 1713,-1 1 0,32-15 0,7-10 0</inkml:trace>
  <inkml:trace contextRef="#ctx0" brushRef="#br0">4032 11922 7888,'9'-9'0,"0"-1"1966,-5 7 0,2-5 457,-6 3-795,0 4-56,0-6-539,0 7 1,0 2-432,0 3 1,0-2 94,0 6 1,-5 1-370,0 4 0,-6-4-284,2-1 0,1 0-421,-1 6 0,-1-6 144,-4 1 0,3-3-46,-3 3 1,3 1-357,-8-6 0,-5 1-714,-4-1 1,-2-2 337,-8 6 1,-5-1-138,-4 2 1,-7 2 699,2-2 1,3-2 216,2 1 1,11-4 906,7 4 38,1-6-164,19 10 0,-1-11-137,20 2 1,7-2 539,16-2 0,-1-5-9,5 0 0,4-4 215,2 4 1,6-6-1016,-11 2 0,1 1-548,-6-2 1,-3 6-1868,3-6 1,-3 7 407,-1-2 1863,-7-3 0,-33 1 0,-14-8 0</inkml:trace>
  <inkml:trace contextRef="#ctx0" brushRef="#br0">5110 13852 8395,'10'-1'1626,"-1"-4"-1320,-6 3 1,5-9 563,-3 7 1,-3-3 720,2 3 315,-2 2-874,-2-11-6,0 12-673,0-5 1,-2 6 42,-2 0 1,-11 0-93,-8 0 1,-6 6-58,-4 3 1,-5 4-16,-9 1 0,1 0 14,-6 0 0,-4 5-147,-6 0 0,-6 2 102,2-2 0,-3-3-367,-2 2 0,4-2 274,1-2 0,9 1-188,-4-1 1,12-5 124,-3 1 0,11-6 68,3 6 0,6-7-351,-1 2 0,3 1 37,2-1 1,4 1 105,1-1 0,-1-4-33,-4 4 0,4 1 364,0-1 0,5 2-300,-4-3 1,5-2-231,-1 3-430,4-4 173,7-1-335,1 0-922,7 0-1452,0 0 1156,7 6-679,-6-4 1860,6 11 923,-7-5 0,-26 6 0,-5 0 0</inkml:trace>
  <inkml:trace contextRef="#ctx0" brushRef="#br0">3166 14136 8076,'-8'-22'8,"-5"-3"169,4 6 0,1-5 375,-2 5 0,1-4-68,-5 4 1,0 0 887,-1 5-468,1-1 0,5 3 154,-1 2 17,7 4-693,-3 6 0,6 2-176,0 2 0,0 0 123,0 5 0,0-4 674,0 4-715,6 1 1,-4 4-48,2 0 0,0-5-258,0 1 0,-1-5 82,7 4 1,-1-4-184,6 4 0,0-6 65,4 2 1,3-3-97,7-2 1,5 0 158,4 0 0,3-7 38,2-2 0,-1 1-67,1-1 1,-7-1 58,-3-4 1,-3 0-62,-1 0 0,-9 4 209,-6 1 1,1 6-55,-14-4-19,6 7 101,-14 0 0,4 2 236,-6 3 0,4-2-144,-5 6 1,6 2 35,-6 8 1,7-2 27,-2 7 0,4-5 120,1 5 0,-5-1-154,0 6 0,1-1-90,4 1 0,0-1-15,0 0 0,0-1-485,0-3 0,0 1-111,0-6 1,0 0 201,0-5 1,0 0-124,0 0 1,0-4-2351,0-1 1159,0-6-1825,0 4 403,0-7 1181,0-7 0,-2 0 707,-3-8 1009,-3-5 0,-12-16 0,-5-7 0,-2-7 0,0 1 0</inkml:trace>
  <inkml:trace contextRef="#ctx0" brushRef="#br0">3109 14065 8067,'-14'-8'782,"0"-4"214,-1 2 0,3 2 710,2-1-717,-2 6 286,10-4-268,-4 7 0,6 2-133,0 3 1,1 7-187,4 7 1,-3 2 48,2-2 0,-2 1-297,-2 4 0,0 3-149,0-4 1,5 4-156,-1 1 1,1-4 59,-5 0 0,0-2-137,0 2 1,0 1-237,0-6 1,2 0-648,2-5 1,-2 0 72,3 0 0,3-4-216,1-1 1,4-6 405,1 2 0,6-5-52,4-5 1,9 2 427,5-6 0,3-1-4,2-4 1,-1-2 230,1-3 0,-1 8-117,1-3 1,-7 5 340,-3-1 0,-9-1 222,-5 6 306,-3 1-144,-8 4 88,-2 0 69,-6 0-266,-6 0 0,-2 0-93,-6 0 1,-1 1-63,1 4 1,-2-2-181,-3 7 1,2-6-239,-7 6 1,1-2-413,-6 1 0,6 4-287,-1-4 1,5-1-971,-5 2 0,2-3 606,-1 3 1,2 2-389,7-2 1,-5-2 509,0 1 0,0-4 453,5 4 1,0-5-900,0 0 632,0-2 511,-1-2 762,7 0 253,2-6-162,6-2 1,0-2 2005,0 1-175,0 6-951,0-4-596,0 7 1,-1 0-251,-4 0 1,2 0-77,-7 0 1,7 7-161,-2 2 1,-3 4 90,-1 1 0,-2 0-243,1 0 0,-2 1-41,2-1 0,-1 5-138,2 0 0,-4-1 58,4-3 0,-4-1-68,-1 0 1,0 0-181,0 0 0,-1-1-690,1-3 452,0 2 0,5-10-1165,-1 2 154,7 4 206,-3-6 0,7 4-593,4-6 0,3-1 916,6-4 0,0 3 866,0-2 0,45-23 0,10-5 0</inkml:trace>
  <inkml:trace contextRef="#ctx0" brushRef="#br0">3563 14434 8067,'14'0'3636,"1"0"-1895,-8 0-620,0 0 0,-7 2-254,0 2 0,-2 0 369,-3 5 1,2 1-438,-6 4 1,1-5-346,-2 1 0,-2-1-569,2 5 1,2 1-17,-1-1 0,0 0-122,-6 0 0,3 0-158,2 0 0,-2 1-697,2-1 1,-4-5 46,-5 1 1,3-1-335,-3 5 0,-4 1 154,-6-1 0,-1-5 618,-7 1 0,0-1-44,-1 5 1,-3-1 230,4-3 1,-3 1 356,2-7 1,5 6 199,9-6 1,4 1 757,6-5-27,6 0 261,2 0 0,17-1 41,3-4 0,14 2-454,1-7 0,8 1-184,1-5 0,3-1-309,2 1 0,-1 0-249,1 0 0,0 0-448,-1-1 0,1 1-2057,-1 0 2547,1 6 0,0-17 0,-1 1 0</inkml:trace>
  <inkml:trace contextRef="#ctx0" brushRef="#br0">5579 14718 8042,'8'-6'0,"-2"-2"357,-6-6 176,0-1 0,0 1-91,0 0 0,0 5 754,0-1-248,0 7 1,0-5 426,0 3-699,0 4 0,0-4-170,0 10 1,-6-2 81,-4 6 1,-7 7-213,-2 8 0,-8 4 42,-1 5 1,-2-1-223,-8 6 0,5 1-97,-5 8 0,2-7 1,-2 2 1,5-2 101,9 2 0,-1-5-217,6-4 0,1-3-78,9-2 0,-2-6-97,6-3 0,1-8-218,4-1-169,0-7-107,0 3-384,0-6-3562,0 0 2770,0-6 434,0 4 0,-2-4 526,-3 6 900,4 6 0,-37 15 0,-2 9 0</inkml:trace>
  <inkml:trace contextRef="#ctx0" brushRef="#br0">4287 15555 8263,'2'-9'-448,"2"-1"1,-2 6 1274,3-6 1573,-4 7-1023,6-3-646,0 0 1,8 4 277,-1-3 1,6 4-320,4 1 0,4 0-71,5 0 1,8 0-221,7 0 1,10-5-23,-1 0 0,-2-1-175,-3 1 0,-1 4-72,1-4 1,-5-1-90,-9 1 0,-10-2-488,-9 3-970,-3 2 1031,-8-4 1,-3 6-89,-10 0 439,-3 0 0,-6 0 373,0 0 1,-1 0-165,1 0 255,0 6-121,0 2 0,1 6 213,4 0 1,2-4-40,7-1 0,-4 1 71,-1 4 1,0 0-68,5 0 1,0 1-136,0-1 0,0 5-51,0 0 0,0 4-66,0-4 1,5 6 31,0-1 1,-1 3-87,-4 1 1,0-1-1,0-3 1,0 1-124,0-6 0,0 5-371,0-5 0,0-1-2172,0-3-144,0-7-1199,0 4 2933,0-10 0,-4 2 13,-1-8 0,-6-4-307,1-6 0,-2-4 1190,-2-5 0,-8-19 0,-2-9 0,-3-10 0,0 0 0</inkml:trace>
  <inkml:trace contextRef="#ctx0" brushRef="#br0">4472 15541 8263,'-15'0'-632,"1"0"-80,0 0 1,0-5 1587,0 1 0,4-1 3584,1 5-985,-1 0-2393,-4 0 0,1 2-162,4 2 1,3 4-278,6 6 1,0 5 17,0 0 1,0 7-316,0-3 1,0-1-111,0 2 1,6-5-75,3 4 0,-1-5-177,2 1 1,-1-3-521,5-2 1,1 0-47,-1 0 1,2-4-553,2-1 1,0-6 297,5 2 0,-4-4-349,5-1 0,1-4 621,8-1 1,-1-6 28,6 2 0,0 1 285,4-2 0,-4 5 69,0-4 0,-8 6 419,-2-2 1,-1 4-255,-8 1 1,0 4 1305,-5 1 60,-6 6 692,-2-3-1321,-6 6 0,-4-4 192,-1-1 0,-6-6-344,1 2 0,-2-2-179,-2 2 0,-5-4-237,0 4 0,-6-2-122,1 2 0,-3-3-311,-1 2 0,-1 3-28,1-3 0,-1 6-400,1-5 0,0 4 234,-1-4 0,1 4-308,0-4 1,-1 4 232,1-4 1,1 1-84,3-1 0,4-3-491,6 2 564,-1-2 422,8-2-70,0 0 1,9-5 126,3 1 0,-2-3 114,6 3 755,1 2-260,4-4 226,0 6 1601,-6 0-1403,4 0 0,-10 6 51,3 3 0,-8 4-456,-2 1 1,-6 2 2,1 3 1,-7-2-177,-2 7 1,-1-5 92,1 4 1,1 0-267,-5 0 0,5 2-148,-1-6 0,4 0-108,0-5 1,1-1 128,0-3 0,5 1-1934,-1-7-634,7 1 444,-3-5 1,7 0 724,4 0 1,8-2-275,6-2 1,6-4 452,-2-6 1,4-1-1543,2 1 2686,-1-6 0,3-2 0,4-4 0,3-3 0,0-1 0</inkml:trace>
  <inkml:trace contextRef="#ctx0" brushRef="#br0">4798 15981 8263,'14'0'0,"-4"0"640,-1 0 0,-4 0 2461,4 0 1438,-5 0-3121,2 7 1,-6 0-200,0 8 0,0 4-454,0-1 1,-6 1 86,-4-4 0,-1 0-660,2 4 0,-4-3-494,3 3 1,-7-3-277,-2-2 1,-4 0-600,4 0 1,-7-1-966,3-4 0,-6 4 688,-4-4 1,-3-2 550,-7-3 0,1-2 262,-1-2 0,-4 2 39,0 2 1,1-2 479,8 3 730,10-4-165,7-1 1,26 0 445,9 0 1,16-1 1259,8-4 1,9 2-857,5-7 0,3 6-631,2-6 0,0 5-648,0-4 0,-1 4-676,1-4 1,-8 4-84,-6-4 1,-2 4-2611,-8-5 292,0 7-965,-11-3 4028,-8 6 0,-33-25 0,-12-7 0</inkml:trace>
  <inkml:trace contextRef="#ctx0" brushRef="#br0">6771 14363 7987,'0'-22'0,"-5"2"0,1 5 0,-1 1 1084,5 0 1,0 5 611,0-1-881,0 7 1,1-3-289,4 6 0,-2 0-64,7 0 1,-2 6-96,1 3 0,8 4 73,-2 1 1,4 2 2,0 3 1,3 1-98,6 4 0,2 3 79,3-3 1,-3 2-139,3 3 0,2 4-35,-2 0 0,5 0-69,-5-5 1,0 6-1,-5-1 1,-1 0 14,-3-5 0,3 5-139,-4 0 1,-2 1-27,-2-6 0,-3-4 88,-2-1 0,5-1-222,0 2 1,0-3-7,-5-7 1,0 0-145,0 0 140,0 0-397,1 0 100,-8-6-335,0-1 340,-7-7 137,0 0-425,0-7 0,0 4-270,0-6 0,-5 4-2045,0-4 1878,-6 5 1,3-2-503,-6 6 1,0 0 1628,0 0 0,-38 6 0,-10 2 0</inkml:trace>
  <inkml:trace contextRef="#ctx0" brushRef="#br0">7594 15300 8192,'-14'-8'0,"0"-3"1009,0 6 1476,0-6 233,-1 10-1307,7-6-690,-4 1 0,12 4-242,0-2 1,8 2-76,11 2 1,4 0-116,10 0 0,-1 0 103,6 0 0,0-5-182,4 1 0,1-1-117,-1 5 1,-5 0-384,-4 0 0,-3 0 235,-2 0 0,-6 0-1939,-3 0 751,-3 0 170,-8 0 778,-2 0 1,-7 0 43,-4 0 457,3 0 1261,-10 0 559,4 0-1467,-6 6 1,4 1 375,1 2 0,5 4-318,0-4 0,1 5-150,-2 5 1,3-1-71,-2 5 0,2-4 138,2 5 0,0-1-276,0 6 1,0-2-184,0-4 1,0 3-2,0-8 1,0 6-234,0-5 1,0 0-1076,0-5 0,0 0-118,0 1 0,0-6-2630,0 1 2011,0-7-119,0 3 1175,0-6 1,-5-2-1445,0-2 2358,-6-4 0,-17-36 0,-8-15 0,-7-3 0,1 0 0</inkml:trace>
  <inkml:trace contextRef="#ctx0" brushRef="#br0">7594 15357 8192,'-14'-14'-615,"-2"-1"-76,-3 1 0,4 0 2569,-4 0 0,3 4 180,2 1 1244,0 6-2173,-1-4 0,6 7-151,-1 0 1,7 7-304,-1 2 0,2 8 201,2 2 1,0 7-336,0-3 0,0-1-57,0 2 0,0 0-28,0 4 1,0 0-167,0 1 0,0-6-331,0 1 1,0-5-88,0 5 1,0-7-149,0 2 0,0-3-573,0-2-1155,0 0 1452,6-6 0,-3-2-120,7-6 1,-1 0 87,6 0 0,3-1 266,1-4 0,7 2 14,-3-7 0,4 6 81,1-6 1,1 7 138,-1-2 1,1 2-23,-1-2 0,-6 4 237,-3-4-13,3 4 100,-6 1 870,-2 0-41,-8 0 375,-6 0 133,0 0-1408,-6 0 1,3 0-136,-7 0 0,6 0 172,-6 0 1,1 1 34,-5 4 0,-5-4-1064,0 4 0,-6 2 410,1-3 0,-3 3-657,-1-3 1,-2-1 213,-3 7 1,1-7-39,-6 2 0,5 1 231,-5-1 0,5 0-26,-5-5 1,8 0-283,2 0 480,0 0 0,12 0-5,-3 0 342,9 0 327,4 0 0,8 0 781,2 0 1275,4 0-467,6 0-255,1 6 1,-6-3-522,1 6 1,-7-4 120,1 5 0,-2-1-331,-2 5 0,-2 1-308,-2-1 1,-4 5 195,-6 0 0,-1 6-158,1-2 0,-2 3-220,-2-3 0,2 4-212,-3-3 0,3-2-262,2 2 1,4-7-125,1 2 1,6-3-1227,-2-2-1792,4 0 1179,1 0 386,0-6 1185,6-2 0,2-7 30,6-4 0,0 2 11,0-7 1,0 1-228,1-5 0,4 0 211,0-1 1,6 3-33,-2 2 0,6-4 516,4 0 0,0 1-84,10-1 1,-4 0 241,8 4 0,-2-1 354,-3 2 0,1-2 493,-1 6 0,-1 0-102,-3 5 0,-2 0 792,-2 0 1,-5 0-292,5 0 0,-6 0-643,-4 0 1,1 0-154,-6 0 0,0 0 338,-5 0-537,0 0 1,-6 2-109,-3 3-423,-4-4 230,-1 6-120,0-7 1,-6 0-181,-3 0 0,-4 0-353,-1 0 1,-5 0-397,0 0 1,-5 0 443,5 0 1,0 0-592,5 0 825,-6-7 0,4 1 288,-3-3 0,10 1-62,4 3 1,-2 2 373,3-7-139,-1 7 610,5-9-141,0 10 0,2-9-226,2 6 1,-1 0-64,7 5 1,-5 0-25,4 0 0,-4 2 93,4 3-458,-6 3 0,9 6-429,-8 0 1,1-4-1270,-5-1-2165,6 0 24,-4 6 3943,4-1 0,0-6 0,2-2 0</inkml:trace>
  <inkml:trace contextRef="#ctx0" brushRef="#br0">7027 13540 7919,'-15'-8'0,"6"-4"230,-1 2 1,6 2 963,-6-1 444,7 6-614,-10-4 500,12 7-688,-5-6-594,12 4 1,2-4 71,6 6 0,5 0 110,0 0 0,11-2-98,-2-2 1,5 1 66,0-7 0,4 5-67,5-4 0,6 4-71,-1-4 1,8-1-37,2-4 1,0 1-273,4 4 1,4-4 227,1 4 1,5-8 13,5-2 1,1 0-341,-37 12 1,0 0-1,36-12 312,-10 0 0,-3 0-141,-6 5 1,-8-1-83,-6 1 1,-13 5-174,-11-1-137,-4 7 75,-7-9 248,-1 10-450,-7-4 401,0 6-2059,0 0 2152,0-7 76,0 6 70,0-6-124,0 7 296,0 0 178,0-6-203,0 5 95,0-6-163,0 7-542,0 0-155,6 0 208,-5 0 50,6 0 40,-7 0 0,1 0 123,4 0 265,-3 0-352,4 0 0,-6-1-995,0-4-595,0 3 415,0-4-336,6 6-141,-4 0-408,4 0 2203,-12 6 0,-21 2 0,-11 6 0</inkml:trace>
  <inkml:trace contextRef="#ctx0" brushRef="#br0">8460 12987 7951,'-1'-15'1,"-4"1"1,3 0 657,-2 0 1,2 0 921,2-1 0,0 6 989,0-1-1908,0 7 0,8-5-291,6 4 1,8 2-226,11-3 0,10 4-88,9 1 1,3 0 40,2 0 0,-2 0-90,-3 0 0,-5 0 19,-9 0 0,-3 0-321,-7 0 1,-10 0-182,-4 0 0,-9 1 93,-1 4 532,-2-3 23,-8 4 459,-2-6-219,-6 0 368,-1 0-415,1 6 0,5 2 141,-1 6 0,7 1 222,-2-1 0,4 2-179,1 2 1,0 3-11,0 3 1,0 2-199,0-2 0,0 3-64,0 1 1,0-1-139,0-3 1,0 1-117,0-6 0,0 0-66,0-5 0,0 0-598,0 0-2247,0-6 1356,0-1-1928,0-7 2240,0 0 0,-7-7 87,-2-2 0,-4 1 129,-1-2 0,-2-4-521,-3-5 0,-3-6 1523,-6 1 0,-9-6 0,-5-4 0,-4-4 0,1 0 0</inkml:trace>
  <inkml:trace contextRef="#ctx0" brushRef="#br0">8517 13001 7968,'-19'-10'589,"0"1"1,0 6 2224,5-2-2042,0-3 0,4 6 1004,1-2-89,6 2-425,-4 2 1,7 2 142,0 2 1,0 9-506,0 6 0,0 1-133,0-1 1,0 2-484,0 3 1,0-2-383,0-3 0,0-2 137,0 7 0,2-7-96,3 2 0,1-3-110,3-2 1,9 0-443,-4 0 1,3-6-840,-2-3 0,3 1 543,1-1 0,7 0 156,-3-5 0,4-5 283,1 0 0,1-6 42,-1 2 0,5-2 243,0 1 0,1-3 56,-6 4 0,0-2 73,1 2 0,-9 1 376,-6 3 988,1 3 82,-7-4 629,-1 6-525,0 0 1,-18 0-1116,-3 0 0,-5 0-243,0 0 1,-3 5-57,-7-1 1,-1 6-209,-3-5 0,2 4-838,-7-4 1,1 4 13,0-4 0,0 5-485,4-6 0,8 6 764,-3-6 1,4 6 269,0-5 1,8-1 121,7-4 376,6 0-164,-3 0 169,6 0 1,0 2 1383,0 3-704,6-4 0,-5 7 327,4-3 1,-3 3-395,-2 6 0,-5 0-9,0 0 1,-1 5-186,1 0 1,2 2 72,-6-2 1,1 1-270,-2 4 1,-2-2-70,2-3 1,2-3-203,-1 2 0,1-2-283,-1-2-317,-4 1-419,11-8-1405,-4 0 375,6-7-1078,0 0 1,6-2 838,4-3 0,7-1 1380,2-3 0,6-5-330,-1-1 0,4 0 746,5-9 0,4 0 436,5-4 0,7-2 0,3-3 0,2 3 0,-2-3 0,-5 4 388,-9 6 1,-5 2 1225,-9 7 1316,-10 6-1620,-1 2 1,-13 6 416,0 0 1,-2 1-870,-7 4 1,1-2 16,-2 7 1,-2 4-390,2 5 0,-2 1 11,-3-1 0,1-1-500,0 5 0,0-5-386,0 1 1,-5 1-81,0-1 0,-6 0-343,1-5 0,-3 0-911,-1 0 1,-2 5 461,-3 0 0,-2-5 113,-3-4 1,3-7 655,7 2 0,4-4 205,1-1 0,10 0 331,-1 0 271,9 0 0,0 0 513,10 0 1,5-4-138,8-1 1,9-5 345,6 6 1,7-7-79,-2 1 1,1 2 122,-1-1 0,1 4-929,-5-4 1,0 4-535,-1-4 1,-7 4-256,2-5 1,-9 7-1993,0-2-2664,-3 4 3067,-9 1 2225,-7 0 0,-121-19 0,43 7 0,0 0 0</inkml:trace>
  <inkml:trace contextRef="#ctx0" brushRef="#br0">6217 12802 7846,'0'8'-192,"0"-2"0,-1-6 2573,-4 0-977,4 0 177,-6 0-405,7 0 821,0 0-1251,0-6-465,0 4 0,0-10 61,0 2 0,5-2 44,0-3 0,6 1 246,-2 0 0,9-2-92,1-3 1,4-3-227,-4-6 1,6-1-249,-1 1 1,8-11-78,1-4 0,6-4-202,-1-1 1,3-7-15,2-6 1,-22 25 0,2-1 132,0 2 0,1-1 0,1-1 0,0 0-84,3 1 0,1 1 0,0 0 1,-1-1-193,0 1 0,1-1 0,1-1 1,1 0 199,0 1 1,0 1 0,0 1 0,-1 0 10,27-22 0,-2-1 234,-3 0 0,2 7-8,-7 2 0,-6 6 182,-8 4 1,-4-2-85,-6 7 0,-2-3 157,-7 8 0,-6 2-46,-3 12 1,-5 5 516,-5-1 295,3 7-590,-10-3 0,9 6-773,-7 0 1,7 1-291,-2 4 1,-1-2-700,1 7 1,-4-1 184,4 5 1,-1 1-679,1-1 0,2 0 542,-7 0 1,6-3 613,-6 3 0,6-7-1174,-6 7 1775,7-3 0,-29-16 0,1-4 0</inkml:trace>
  <inkml:trace contextRef="#ctx0" brushRef="#br0">7325 10914 7992,'-2'-14'196,"-3"0"1,4 0 357,-4 0 0,3-1-142,2 1 0,0 5 136,0-1 0,2 6 385,3-6-337,3 7 0,6-3-183,0 6 0,0 0-130,0 0 1,1 0-1,-1 0 1,2-2-47,2-3 1,5 4-1,5-4 0,0 3-36,1 2 0,-1-1 14,0-4 0,6 4-35,-1-4 1,0-2-19,-5 3 0,-1-3-93,-3 3 0,-4 2 230,-6-3-226,-6 4-19,-1 1-269,-7 0 343,0 0 0,-5 6 93,0 4 1,0 4 274,5 5 0,0-4-118,0 4 1,0 3 42,0 2 1,0 1-17,0-1 1,0 3-212,0-4 0,0 9-158,0 1 0,0-4 82,0-6 1,0-1-170,0 2 1,0 1-139,0-6 0,0 0-258,0-5 1,0-4-495,0-1-847,-6-6-63,5 4 60,-6-7 813,7 0 0,-1-5 52,-4 0 1,2-6-528,-7 2 1,1-2 732,-5 1 0,-5-4 720,0 0 0,-16-10 0,-6-4 0,-2-6 0,1 0 0</inkml:trace>
  <inkml:trace contextRef="#ctx0" brushRef="#br0">7438 10985 7992,'-14'-6'-324,"0"4"-41,0-2 1,-1-3 694,1 3 0,0-3 1900,0 3 87,0 2-1140,-1-4-565,8 6 0,0 1-5,7 4 0,0 3-53,0 6 0,0 7-26,0 2 0,0 3 159,0-3 1,0 4-316,0-3 0,0 1-145,0-1 1,0 1-230,0-6 1,7 4 73,2-4 1,5-5-211,5-4 1,0-7 19,9 2 1,-1-4-275,11-1 1,-5 0 194,5 0 0,-2-6-67,2-3 1,3-4 35,-3-1 1,-8 1 82,-2 4 1,-9-4 242,0 4-19,-3 2 0,-3-1 380,-4 4-339,-3 2 1,-7-4 309,-4 6-172,4 0-113,-12 0 38,5 6 1,-5-3 104,4 7 0,-4-6-266,4 6 0,-4-5 39,-1 4 0,0-4-185,0 4 1,-7-4-44,-2 5 0,-3-6-54,3 6 1,-9-6 122,4 6 1,-5-5 17,-1 4 0,0-6 25,-4 2 0,-2-3-24,7-2 0,-1 0 104,1 0 0,4 0-69,1 0 1,1 0 116,8 0 0,0 0-36,5 0 1,0 4 132,0 1 0,4 1-97,1-1 1,4-2 141,-5 7 0,7-6-113,-2 6 1,4-5 26,1 4 1,-5 1 486,0 4-361,1 0 0,-1 0 109,0 0 1,-4 0-10,4 1 1,-6 4-115,2 0 1,1-1-78,-2-3 1,5-1-92,-4 0 0,6 0 86,-2 0 0,2-4-87,-2-1 0,4-4-273,-4 5 66,3-7-190,2 3 1,2-6 1,3 0 1,-2 0-149,6 0 1,-1-6-76,2-4 0,2-2-288,-2-3 1,2 1 272,3 0 1,-1 0-110,0 0 1,2 4-688,3 1 1,-4-1 649,4-4 0,2 5-1004,-2-1 1,4 5 1710,-4-4 0,38 6 0,5-4 0</inkml:trace>
  <inkml:trace contextRef="#ctx0" brushRef="#br0">7750 11326 7992,'15'0'1388,"-1"-6"1,-5 2 273,1-5 620,-7 6-1448,3-3 1,-7 6 331,-4 0 0,-1 6-444,-4 3 0,-2 9-299,2 1 0,-3 4 277,-1-4 0,0 5-383,0-5 1,0 6-270,-1-1 0,3-2 28,2 1 0,-2-4-171,2 5 0,-2-7-35,-3 2 1,0-3-247,-4-2 1,-2 0-108,-2 1 1,-4-6 162,3 0 1,-9-5-464,-5 0 0,-3-2 186,-1-2 1,-1 0 27,0 0 1,1 0 249,-1 0 1,1 0 241,-1 0 1,2 6-1,3 4 0,4 1 158,5-2 0,9 4 440,5-4 1,3-1-319,7 2 0,2-6 414,8 6-147,3-7 0,11 8 316,-1-6 1,3-1-248,-2-4 1,5 0 40,9 0 0,-3 0-485,3 0 0,1-4 102,0-1 1,-1-4-952,-5 4 1,-1-5 493,-3 6 0,1-6-719,-6 5 1,0-4-2128,-5 4-1207,0 1 4313,0 4 0,-43-6 0,-22-1 0,-1-1 0,0 0 0</inkml:trace>
  <inkml:trace contextRef="#ctx0" brushRef="#br0">6601 13327 13423,'-8'0'551,"2"0"89,6 0-164,-7 0 0,6 0-216,-6 0 1,6-1-157,-4-4 32,3 3-115,-4-4-246,6 6 561,0 0 0,0-6-148,0 4-314,0-11 1,0 10 215,0-6 0,0 4 217,0-4 1,6 4 92,4-5 1,-2 1-28,1-5 0,1 0-160,4-1 0,2 1-11,3 0 0,-2 0 127,7 0 0,-5-2-85,4-3 1,-1 3 107,2-3 0,3-1-179,-4 1 0,4 0-95,2 5 1,4-5-47,0 0 1,2 0-42,-2 5 1,-3-5-35,3 0 1,1 0-13,0 5 0,0 0 1,-1-1 1,-3 1-10,3 0 1,-3 0-9,-1 0 0,-1-1 11,1 1 1,1 2-24,3 2 0,3-2-5,7 2 1,-6-3-36,1-1 1,-1 0 20,0 0 1,3 1-9,-7 4 0,5-4-9,-5 4 0,0 1-52,-5-2 0,1 2 1,-1-1 1,1-4 112,-1 4 1,0 1-13,1-1 1,-1 1 43,0-2 1,1-2-21,-1 2 1,5-1 0,1 2 0,3-4 30,-4 4 0,1 1-252,-6-2 0,2 2-122,3-1 1,-3-2-111,3 6 0,-3-4 40,-1 4 0,-1-5 40,0 6 0,5-6-2,1 6 1,-1-6-39,-5 5 0,2-1-126,3 1 1,-3 2 336,3-6 1,-1 6 160,1-2 1,-5-1 60,1 1 1,2-2 40,-7 3 0,6 2 114,-7-3 1,4-1-84,2 1 1,-1 1 119,0 4 0,1-5-69,-1 0 1,1 0 8,-1 5 1,0 0-63,1 0 0,-6 0 10,1 0 0,-5 0 20,5 0 1,-5 0-5,4 0 0,-5 0-115,1 0 0,1 2 101,-1 3 0,1-4-91,-1 4 1,-3-2 83,3 2 1,-3-3 1,-2 2 1,0 3-43,0-3 0,1 1 1,-1-5 1,0 5 6,0 0 1,0-1 3,1-4 0,-1 2 27,0 3 1,0-4-20,0 4 1,1-4 80,-1-1 0,0 0-20,0 0 1,2 0 115,3 0 1,-8 0-115,3 0 0,-3 0 36,3 0 0,-4 0 121,-1 0-117,1 0 1,-1-4-20,1-1 108,-7 0-29,3 5 62,-6 0 312,0 0-533,-6-6-205,4 4 1,-4-10-51,6 2 0,-2 2 62,-2-1 0,0 4-84,-5-4 0,4 4-167,-4-4 311,-1-1 0,-4-3 60,0 4 1,4-2 140,1 6 1,4-4-100,-4 4 1,4-1 73,-4 1 209,5 3-297,-8-4-309,10 0 409,-10 4 1,10-2 144,-3 8 0,5-1-119,5 7 1,-2-1 181,7 6 1,-7-1-149,2 0 0,2 0 77,3 0 1,-2 0 22,1 1 1,-4-3-68,4-2 0,-4 2-91,5-2 0,-6 1 32,6-2 0,-5 2-187,4-6 152,-6 6-250,10-9 439,-12 10-1,6-10 0,-14 9-290,-2-6 0,-4 1-359,-1-1 1,0-4-618,0 4 1,-5 1-177,0-1 0,0 5-2614,5-6 3780,-7 1 0,-13 8 0,-11 2 0</inkml:trace>
  <inkml:trace contextRef="#ctx0" brushRef="#br0">4372 11184 7962,'-8'-6'-1044,"2"4"0,6-6 974,0 4 1,-2 2 178,-2-3 66,2 4 1,-4-1 290,6-3-342,0 4 1,0-7 486,0 3-202,0 4 257,0-12 17,0 5 267,0-6-285,0 0-235,0-1 1,0 6 149,0 0 267,0 5-877,0-2 0,1 6 221,4 0 155,-3 0 0,4 6-137,-6 4 0,0 7-128,0 2 0,-5 6-10,1-1 1,-3 1-184,3-1 1,0 3 111,-5-4 1,4-1-60,-4 2 0,6-7-703,-2 2 359,-3-3-28,6-2 275,-4-6 1,6-8-119,0-9 0,2-5 163,2-5 1,6-8 25,9-6 0,-3-7 49,2 2 0,3-4 114,-2-5 0,0 2 108,-5-2 0,0 9-85,0 5 1,-1 9 321,-4 6-294,-2 8 0,-6 4 142,4 6 0,-3 12 28,2 7 0,3 8 286,-3 6 1,1-1-163,-5 6 1,0-2 26,0 2 1,5-2 40,0-3 1,1-4-219,-1-1 0,-2-1-242,6-8 0,-6 0 90,2-5-351,3 0 188,-6-6-466,10-2 323,-10-6 0,4-6 13,-6-4 0,0-2-328,0-2 1,-1-5-263,-4 0 0,2 0-555,-7 5 1,2-1 437,-1 1 0,-4 2-184,4 2 0,1-1 464,-2 6 1,1-1 123,-5 1 0,0 4 475,-1-4 0,1 3 0,0 2 0,0 5 0,0 0 0,-4 1 0,4-1 0,-3-2 568,7 7 0,-2-7 359,-3 1 1,8 0 1817,2 0-1011,3-2-886,2 4 0,13-6-335,6 0 1,8-6-61,6-4 1,3-2-344,7-2 1,-7-1-178,-3 1 0,-3 0-222,-2 0 0,-4 0 412,0-1-2432,-7 8 1705,-3 0 0,-9 9-24,-10 3 0,-7 4 628,-7 10 0,-24 9 0,-9 4 0,-2 6 0,-1 0 0</inkml:trace>
  <inkml:trace contextRef="#ctx0" brushRef="#br0">8233 10489 7982,'-6'-15'0,"4"6"1031,-3-1 1,2 7 484,-1-1-887,2 2 0,-6 2-114,3 0 0,4 6 83,-4 4 0,2 4-201,-2 5 0,4 3-58,-4 6 1,3-4 27,2 0 1,0 1-86,0 8 0,-4-8-173,-1 4 1,0-6 31,5 1 1,0 1-147,0-6 1,2 0 33,2-5 1,4-1-168,6-4 0,1-2 107,-1-7 1,6 0-23,4 0 1,-2-11-70,2-4 0,-1-4 127,6 0 0,-2-1 225,-4-4 1,-4-1 34,-9 6 1,1 0 45,-7 5 1,1 0-251,-5 0 1,-1 4-166,-4 1 1,-5 6 26,-9-2 0,-3 3-187,-6 2 1,4 2 99,1 3 0,1-2 20,-2 6 1,3-6-104,7 2-113,0 3 0,1-5-952,4 7 990,3-7 1,7 3 239,4-6 0,8 0 10,6 0 1,6-6 209,-2-4 0,-1 2-130,2-1 0,-5-2 354,5-8 0,-12 3 219,3-3 0,-11-1-323,1 1 1,-3-6 14,-2 1 1,-8-1-224,-7 1 0,-5 4-325,-8 5 1,-1 1-62,1 0 1,-5 6-371,0 3 0,1 5 46,8 5 1,-1 3 211,6 6 1,2 2-979,7 3 0,-1 1 1426,7 4 0,12 41 0,7 4 0</inkml:trace>
  <inkml:trace contextRef="#ctx0" brushRef="#br0">5025 12163 7405,'-5'-9'-449,"1"-1"0,-3 7 1670,3-1-369,2-4-113,-4 6 144,-1-11-300,6 12-169,-5-12-170,6 12 1,0-7 216,0 3 15,0 3 0,0-4-11,0 6 28,0 0 159,6 0-206,-5 0-139,12 6 0,-10-2-58,7 5 1,-6-6-15,6 2 1,-5 1 31,4-1 1,-4 4-28,4-4 0,-1 6-44,2-1 0,2-2 28,-2 1 0,-2-1-171,1 1 1,-1 4 52,1-4 1,4 3-136,-4-3 1,-1 4-113,2-4 65,-1 4 0,5 1 141,1 0-108,-1 0 0,0 0 76,0 1 0,-4-6 1,-1 1 1,-4-6 42,4 6 1,-1-6-29,2 6 0,2-5 11,-2 4 0,-2-4 54,1 4-55,1-6 0,4 5-17,0-3 0,0-2-12,0 7 0,-4-7-21,-1 2 1,1 1-2,4-1 1,0 1-25,0-1 0,-4-4 76,-1 4-118,1 3 1,4-5 27,0 6 0,0-5-51,1 0 61,-1 4 4,6-6 0,-4 9 20,3-6 0,-3-1 0,-2-4 1,0 0 47,0 0 0,0 2-51,1 3 0,-1-4 77,0 4-63,0-3 0,0-2 4,1 0 0,-1 0-14,0 0-6,0 0 0,0 0 42,1 0 0,-1 0 1,0 0 1,-1-2 16,-4-3 1,4 4-43,-4-4 1,-1 2 98,2-2 0,-6 3-62,6-2 12,-1-4-38,5 0 0,1-5 16,-1 4-41,0-4 1,0 5-11,0-6 1,-1 5-36,-4-1 1,4 2 55,-4-1 0,3-4-20,-3 4 0,4-2 7,-4 1 0,-1-2-2,1 2 0,-1-2-35,2-3 1,2 1-4,-2 0 1,1 0 1,-2 0 0,4-1-9,-4 1 0,-1 0 52,2 0 0,-2 0-35,1 0 1,4-2-5,-4-3 1,-1 3-13,2-3 1,-6 3-2,6 2 0,-6 0 30,6 0 0,-7 0 3,2-1 1,1-4-22,-1 1 1,1-1-8,-1 4 0,-2 1 44,7 0 0,-6 0-31,6 0 0,-6-1 33,6 1 1,-5 0 27,4 0 1,-6 4 121,2 1 1,-2 6 32,2-2 300,-4-3-84,6 7 207,-7-6-329,0 7 4,0 0-371,-7 7 0,0-6 30,-8 4 0,6 1 27,-1-1 1,1 4 32,-5-4 0,4 5-97,1-6 1,-1 3 73,-4-3 1,0 3 19,0 2 1,0 2 46,-1-6 0,1 6-38,0-2 0,-2 2 34,-3-1 0,8 1-12,-3-6-1,3 6 45,-3-3 1,4 0 282,1-4-393,6-2 1,1-4-142,7-2 0,6-4-4,-2-7 0,9-3 109,1-1 0,1 0-38,-1 4 1,-3 1 56,3 0 0,1 1-19,-1 4 0,0-4 39,-5 4 1,5 3 15,0 1 0,0 3 70,-5 2 1,1 0-32,-1 0 0,-5 7 135,1 2 1,-6-1-89,6 1 1,-7 1 91,2 4 0,-4 0-86,-1 0 1,0-4-42,0-1 1,0-4-162,0 5-395,0-7-125,0 3 1,0-4-2323,0 2 1019,0-2 0,0 6 369,0-3 0,0-2 1578,0 6 0,-6 7 0,-2 6 0</inkml:trace>
  <inkml:trace contextRef="#ctx0" brushRef="#br0">3407 14931 8887,'-8'0'350,"2"0"452,0 0 290,4 0-592,-4 0 1,4 0 218,-3 0 26,4 0-260,-6 0 72,7 0-1060,0 0 662,0 6 341,0-4-176,0 10 1,0-4-58,0 7 0,5-1-146,0 0 1,0 0-52,-5 0 1,1-1 125,4-4-111,-3 10 1,5-9-118,-2 9 0,-3-8 143,2-2-105,-2 1 1,-2-1 911,0 1-235,0-7-417,0 3-103,0-6 88,0 0-232,0-6-315,0-2 0,0-6 209,0-1 0,0 1-171,0 0 0,0 0 74,0 0 0,0-1 22,0 1 0,0 0 229,0 0 1,0 0-137,0 0 0,0-5-23,0 0 0,2-5 87,2 5 1,4-1-7,6 1 1,5 3 86,0-3 1,6 3 92,-1 2 0,-2 1-99,2 4 1,-7 3 171,2 6 1,-3 0-21,-2 0 0,-4 4-1,-1 1 1,-6 8-18,2 1 1,-4 0-12,-1 5 0,-1-3 117,-4-2 0,-1 0-201,-4 0 0,-2 1-195,2-1 1,-2 0-8,-2 0 0,4-4 80,1-1-106,-1-6 130,-4 10 1,4-12-35,1 4 8,6-3 3,-3-2-166,6 0-389,0 0 374,0-7-39,6 6-100,-5-12 254,6 12 1,-6-6-159,4 7 0,-3-1-188,2-4 96,-2 3-72,-2-4-434,0 6-323,0 0-775,6 0-704,-4 0 1145,4 0-112,-6 0 1593,0 0 1,0 0 0</inkml:trace>
  <inkml:trace contextRef="#ctx0" brushRef="#br0">3648 14888 8887,'0'-14'1955,"0"0"-1428,0 0 1,0 4 105,0 1 0,5 4 227,0-4 0,-1 4 332,-4-5-109,0 7-328,0-9 312,0 10-651,0-10-190,0 10 1,-1-4 86,-4 6 1,2 4-1,-6 1 1,-1 6 72,-4-1 0,-5 2-128,0 2 1,-6 5-142,1 0 0,2 6 203,-2-1 1,2 3-28,-1 1 0,2 1-140,7-1 1,5 0-124,-1 1 1,7-2 81,-2-4 0,5-2-100,5-7 1,3-1-102,6-4 0,2 2 126,3-6 1,-2 0-35,7-5 0,-2 0 55,1 0 1,4-7 95,-3-2 1,1-4-25,-1-1 0,1 0 153,-6 0 0,0-5-191,-5 0 1,-1 0 7,-4 5 1,2 4 19,-6 1-462,0-1-3814,-5 2-443,0-4 4600,0 10 1,-13 15 0,-3 10 0</inkml:trace>
  <inkml:trace contextRef="#ctx0" brushRef="#br0">3549 16364 8090,'0'-14'0,"-5"5"356,0-1 1,-1 6 1454,1-6-236,4 7-39,-5-3-552,6 6 1,0 6-302,0 3 0,1 4 166,4 1 0,-2 0-325,6 1 1,-5 4-53,0-1 1,3 1-288,-3-4 1,3-1-225,-3 0 1,-2 0-338,3 0 0,-4-4 309,-1-1 0,0-4 47,0 4-416,0-5-15,0 2 1,-1-6-3,-4 0 0,-3-6-279,-6-4 1,3-9 266,-3-4 0,7-4 401,-7-2 1,8 6 332,-4-1 1,7 2-164,-1-2 0,4 4 74,4 6 0,6 4 191,9 1 0,3 6 543,6-2 1,7 3-360,3 2 0,3 7 259,1 2 0,1 5-506,-1 5 0,-5-3-203,-4 3 1,-8-3-181,-1-2 1,-13 2 197,-2 2 0,-7-2-84,-7 3 0,-15-1-47,-14 0 0,-11 5-432,-7 5 0,-4-4-342,0-1 1,-1-5-810,0 1 1,7-2-815,2 2 1,12-8 440,8 3 1964,12-9 0,35-12 0,12-8 0</inkml:trace>
  <inkml:trace contextRef="#ctx0" brushRef="#br0">4443 14590 8587,'-1'-9'-226,"-4"-1"1,3 6 1138,-2-6 1999,2 7-2004,-4-10 0,4 10 1132,-3-6-793,4 6-138,-6-4-831,6 1 0,-4 3-71,10-7 1,3 6-145,6-6 0,0 5 125,0-4 0,7 4-34,3-4 0,2-1 67,3-4 1,-1 0-244,1 0 1,4 4 145,0 1 0,0 1 36,-5-1 1,1-3 105,-1 8 1,-1-6-120,-3 6 0,-2-3 8,-3 3 0,-2 2-47,7-3 0,-6 4-159,6 1 0,-5 0 108,5 0 0,-5 0-192,4 0 0,-5 0-93,1 0 0,1 0 183,-1 0 0,5 4-43,-5 1 0,-1 6 48,-3-1 0,-1-3-9,0 3 0,-4-2 77,-1 1 0,-4 4 258,4-4-242,-6 4 0,4 1 132,-7 0 1,0-4 430,0-1-375,0 1 1,0 4-11,0 0 1,-2-4-20,-3-1 1,2-1 23,-6 1 1,4 4-122,-4-4 0,4 3-90,-5-3 0,6 4 49,-6-4 0,5 4-215,-4 1 0,1 0 122,-1 0 1,-2 5-247,6 0 1,-5 0 24,6-5 0,-7 0 133,1 1 1,2 0 27,-1 4 1,1-3-9,-2 3 1,-2-3-9,2-2 0,-1 2 27,2 3 1,-4-4 8,4 4 0,-2-3-19,1-2 1,-2-3 7,2 4 0,2-9-125,-1 8 86,-1-3 0,-4 2-143,0-4 152,6 4 1,0-12-133,3 4-32,4 3-4,-5-6 174,6 4 43,0-6 883,0 0-626,0-6 403,0 4-454,0-4 0,0-1-148,0 6 0,0-7-503,0 3 81,0 4 394,0-12 0,0 10-112,0-7-45,0 7-378,0-9 380,0 4 240,0-6 1,0 4-88,0 1 0,0 4 16,0-5 1,0 6 210,0-6-159,0 7-51,0-10-32,0 12-341,0-5 410,0 6 0,-2 4 12,-3 1 0,4 6 126,-4-1 1,3 2 270,2 2 1,0 1-197,0-1 1,0 0-76,0 0 1,5-4 46,0-1 0,6-6-141,-2 2 1,9-4-217,1-1 1,4 0-149,-4 0 1,6-6-520,-1-3 0,-2-4-185,2-1 0,-2 0-870,2 0 1,1 1-2213,-6 3 4084,0-2 0,1-9 0,2-9 0</inkml:trace>
  <inkml:trace contextRef="#ctx0" brushRef="#br0">4841 12717 8294,'0'-8'0,"6"-24"0,2 1 0</inkml:trace>
  <inkml:trace contextRef="#ctx0" brushRef="#br0">5806 13270 8541,'9'0'0,"1"0"-1044,-7 0 506,3 0 36,-6 0 441,-6 0 1,3 0-316,-7 0 163,7-6 213,-3 4 0,0-16 0,-2 2 0</inkml:trace>
  <inkml:trace contextRef="#ctx0" brushRef="#br0">5721 13086 6596,'0'0'0</inkml:trace>
  <inkml:trace contextRef="#ctx0" brushRef="#br0">5181 12263 13784,'14'8'-1632,"1"4"639,-1-2 0,0-2 672,0 1 1,2 0 254,3 6 1,3-1-32,6 0 0,1-1 23,-1-4 0,1 4 58,-1-4-15,7 4 1,26 1 0,13 0 0</inkml:trace>
  <inkml:trace contextRef="#ctx0" brushRef="#br0">6416 11922 8497,'14'-20'0,"-4"4"-258,-1-3 1,-1 3-298,2 2 0,-2 1 464,-4 4 818,-2-4-304,4 5 55,-6 0-292,0 2 127,0 6-947,0 0 453,0 6 0,0-2-552,0 5 733,0-6 0,-25 35 0,-7 1 0</inkml:trace>
  <inkml:trace contextRef="#ctx0" brushRef="#br0">5550 12788 8497,'27'16'-850,"-3"3"0,3-4 850,-4 4 0,10 16 0,4 3 0</inkml:trace>
  <inkml:trace contextRef="#ctx0" brushRef="#br0">5792 13001 8347,'8'0'-2399,"-2"0"2345,-6 0 54,0 0 0,0 12 0,0 4 0</inkml:trace>
  <inkml:trace contextRef="#ctx0" brushRef="#br0">5877 13072 7747,'9'8'-906,"1"-4"1,-6-2 898,6-2 1,-5 0 6,4 0 0,1 6 0,4 2 0</inkml:trace>
  <inkml:trace contextRef="#ctx0" brushRef="#br0">6345 12774 7798,'8'0'-1111,"-2"0"1199,-6 0-47,7 0 152,-6 0-20,6 0-225,-7 0 1,0 6 54,0 3 1,-2-1-7,-3 2 1,4-1-26,-4 5 1,3 1-162,2-1 0,-4 0 17,-1 0 0,-5 0 172,6 1 0,-17 14 0,-7 6 0,0 4 0,1-1 0</inkml:trace>
  <inkml:trace contextRef="#ctx0" brushRef="#br0">6175 13157 8349,'0'8'-1463,"-2"-2"1303,-2-6 1,2 2 151,-3 2 24,4-2 19,1 4 10,0-6-181,0 0-16,-7 0-3,6 0-297,-6 0 452,7 0 0,19-19 0,5-4 0</inkml:trace>
  <inkml:trace contextRef="#ctx0" brushRef="#br0">6217 13143 8349,'15'0'0,"-1"-5"-283,0 0 0,0 0-336,0 5 1,1-4 384,-1-1 1,-2-1-32,-2 1 246,3 3-11,-6-10 23,1 10 0,-1-6 8,-7 4 0,-7 2 0,-1-4-2,-6 6-1,0 0 1,1-2 125,4-3-51,-4 4 0,10-6 293,-6 7-110,6 0-76,-4-6-84,7 5-29,0-12 0,0 10-54,0-7 1,2 7 26,3-2-57,2-2 0,8 0-27,-1-2 1,-5-2-21,1 6 0,-2-1 68,1 1 118,4 3 0,-10-4 23,6 6 279,-6-6-163,4 4 286,-7-4-331,0 6 0,0 2 72,0 2 1,0-1-313,0 7 0,0-5 177,0 4 0,-7 1-189,-2 4 0,1-5 78,-1 1 0,-1-1-175,-4 5 1,5 0 106,-1 1 1,-1-3-139,-8-2 0,3 2 92,-3-2 1,2-2 15,-2 1 1,-1-4-30,-4 4 1,-3-5 59,4 0 1,-4-2-84,-2-2 0,6 0 80,-1 0 0,5 0-2,-5 0 1,12-5 117,-2 0 1,7-1 504,-2 1-80,6 4 417,-4-6-290,7 1-399,0 5-396,0-6 1,2 7 210,3 0 0,-2 0 1,6 0 0,-4 0-68,5 0 0,-1 0-68,5 0 23,0 0 0,5 0 26,0 0 1,0 0 42,-5 0 0,2-4 16,3-1 1,-3-2 73,3 3 0,1-4-56,-1-6 0,6-1-14,-1 1 0,-2 0 7,2 0 0,-7 0 12,2 0 1,-5-1 232,-4 1 344,2 0 189,-10 0-244,4 0-664,-6 6 0,0 3 63,0 10 0,-5-2-31,1 6 1,-6 1 108,6 4 0,-6-5-143,5 1 0,-4-1-93,4 6 0,-4-1-264,4 0 0,-1-5-1301,1 1 1750,3-1 0,-17 18 0,4 3 0</inkml:trace>
  <inkml:trace contextRef="#ctx0" brushRef="#br0">5678 13270 17740,'6'8'-3061,"2"-1"2551,6-7 1,1 4 387,-1 1 0,-5 0 169,1-5 349,-7 0-96,3 6-265,-6-4-1030,0 4 731,0-6 647,0 0 262,0 6-1280,0-4-270,0 4 391,0 0 0,2-4 278,3 3 197,-4 3-214,5 0-494,-6 6 0,0 0-11,0 0 0,0-4 758,0-1 0,0-4 0,0 4 0,0-4 0,0 4 0,-1-4-471,-4 5 393,4-7 1,-6 5 1231,7-4-1014,0-2 1,0 6-47,0-3 0,-1-4 171,-4 4 1,3-2-736,-2 2 672,2-4-562,-4 12 325,4-5 1,-9 1 41,6 1 0,1-6 92,4 6 0,-5-5 432,0 4-333,-6-6 1,8 8 140,-6-6 0,-1 1 50,-4-1 1,4-3-120,1 2 0,-1 3 103,-4-3 0,0 1-95,0-5 1,0 5-186,0 0 1,4-1-353,1-4 1,4 5 188,-5 0 0,7 12 0,-3-1 0</inkml:trace>
  <inkml:trace contextRef="#ctx0" brushRef="#br0">5465 13767 8271,'0'-14'-176,"0"0"0,0 4-82,0 1 0,0 4-193,0-4 451,-6 5 0,-15 11 0,-9 9 0</inkml:trace>
  <inkml:trace contextRef="#ctx0" brushRef="#br0">12321 12163 8103,'0'-8'-128,"0"1"562,0 2 385,-6 3-516,4-4 1,-4 4 199,6-2-396,0 2 107,0-4 78,0 6 204,0 0-144,6 0 1,-3 0-129,7 0 1,1 0-16,8 0 0,-2 0-2,7 0 0,-1 0 26,6 0 0,1 0 24,3 0 1,-2 0-143,7 0 1,-5 0-249,5 0 1,-5 0 120,5 0 0,0 0-27,5 0 1,-1 0 98,1 0 0,4 0-21,0 0 1,1-2 15,-6-3 0,1 4 21,-1-4 0,-1 4-56,-3 1 1,-3 0 17,-7 0 1,1-5-8,-1 0 1,-1-1-31,-3 1 1,2 3-9,-2-2 0,3-3-6,1 3 0,2-3-15,3 3 1,-3 2 64,3-3 1,2-1-22,-2 1 0,-4 1 0,-6 4 0,-5-5-19,1 0 1,1 0-5,-1 5 0,0 0 124,-5 0-51,0 0 0,1-4 81,-1-1-67,0 0 1,0 5 84,0 0-119,1 0 0,-1-5 104,0 1 1,-5-1-127,1 5-18,-7 0-80,3 0-328,-6 0-851,0 0 1,-6 0-720,-3 0 1,-9 0 302,-1 0 1669,-6 0 0,-43 5 0,-19 3 0,23-3 0,-1 0 0,0 0 0</inkml:trace>
  <inkml:trace contextRef="#ctx0" brushRef="#br0">12321 12248 8160,'0'-7'330,"0"-6"150,0 5 0,0-1 120,0-1 0,0 5-154,0-4 0,0 4 491,0-4-67,0 6-414,-6-10 0,4 10 22,-3-7-30,-3 7-18,7-3-300,-5 6 0,6 2 162,0 2 1,0 4 114,0 6 0,0 1-130,0-1 1,0 5-74,0 0 1,0 1-61,0-1 0,0-3 40,0 3 0,4 1-7,1-1 0,1 5-18,-1-5 0,-3 4-201,2-4 1,3 5 38,-3-5 1,6 4 72,-5-4 1,4 7-58,-4-3 1,1-1 65,-1 2 0,-4-5-92,4 5 1,-3-5 74,-2 4 0,0-4-12,0 5 1,0-5 39,0 4 1,0-4-10,0 5 0,0-5-23,0 5 0,0-6 10,0 6 0,0-7-116,0 2 0,0-1 33,0 1 1,0-4-163,0 4 1,0-3 147,0-2 0,0 0-145,0 1 1,0-1 132,0 0 1,0 2-20,0 3 0,0-3 26,0 2 1,4-2 15,1-2 1,0 1 74,-5-1 1,0 0-85,0 0 1,0 0 90,0 1 0,0 3-20,0 1 0,0 2 4,0-2 1,0-2-28,0 7 1,0-5-1,0 4 1,0-4-19,0 5 1,0-5 7,0 5 0,0-6-123,0 6 0,0-7 88,0 2 1,0-3-11,0-2 1,0 5 64,0 0-20,6 0 1,-4-5 21,3 1 0,1-1 260,-1 0-176,-1 0 0,-2-1-41,3-4 363,-4 4-116,6-5 122,-1 6-370,-5 0-156,6-6 1,-7 0-11,0-3-454,0-4 109,0 5-213,0-6-1799,0 0 1,0-6-1685,0-3 4132,6-4 0,2-58 0,-1 29 0,0-1 0</inkml:trace>
  <inkml:trace contextRef="#ctx0" brushRef="#br0">13968 12064 8135,'0'-8'1453,"0"-5"-771,0 12 228,0-12-447,0 12-355,0-6 342,0 7 0,0 2 16,0 3 0,0-2-155,0 6 0,0 1-47,0 4 0,0 2 30,0 3 0,0-2-57,0 7 1,0-5-1,0 4 1,0-4 33,0 5 0,0-1-31,0 6 1,0-2-58,0-4 1,0 4 39,0-3 0,0 6-37,0-2 1,1 4-31,4-9 1,-4 4 18,4 2 0,1-1-29,-1 0 1,0-4-107,-5 0 0,1-2 75,4 1 0,-3 4-166,3-3 0,-4 1 1,-1-1 1,5 1 20,0-6 1,-1 5 35,-4-6 1,5 6 73,0-5 1,4 0 12,-4-5 0,1 5-64,-1 0 0,-3 0 2,2-5 1,-2 5-62,-2 0 0,5 0 79,-1-5 1,1 2 17,-5 3 0,0-3-13,0 2 0,0 0-8,0 1 0,-5-4 44,1 4 0,-1-1 12,5 1 1,-2-2-50,-2 7 1,2-5 11,-3 4 0,4-4-49,1 5 1,-5-2-24,0 2 0,0-2-113,5-3 0,0-4 43,0 4 1,-1 2 41,-4-2 1,4 1-4,-4-1 6,3-3 0,1 8 36,-4-10 0,3 3 19,-2-7 29,2 2 0,2 2 149,0 1 0,0-6 65,0 0 0,0-4 1,0 5 0,0-6 279,0 6-413,0-7 18,0 10-15,0-12-258,0 6 66,0-7-2077,0 0 593,0-7 0,2-1-904,2-6 1,-2 0 2442,3 0 0,-1-23 0,0-10 0,0-3 0,-1-1 0</inkml:trace>
  <inkml:trace contextRef="#ctx0" brushRef="#br0">12477 13824 8211,'0'-8'2459,"0"2"-1532,0-1 72,0 6-281,0-5 87,0 6-455,0 6 0,0 2 112,0 6 0,0 0-232,0 0 1,0 0 30,0 1 1,5 4-63,0 0 0,1 6 49,-1-2 0,-2-1-186,6 2 1,-6 0-86,2 4 1,1-4-130,-1-1 1,5 0 172,-6 0 0,3 4-86,-3-3 1,-2-4 43,3-1 0,1-2-102,-1 2 1,1-3-28,-1 3 0,-4-3 138,4-2 1,-2-5-119,2 1 123,-3-1 5,4 6-10,-6-1 2,6 0 10,-4-6 1,6 0 3,-4-4 144,-2-2 0,6 4-126,-3-6 131,-4 0 0,7 0 63,-3 0-68,-4 0-93,12 0 0,-10 0 59,7 0-101,-7 0-41,9 0-159,-4 0 1,6 0 119,1 0 1,-1-1 9,0-4 1,0 3 95,0-2 1,1 2 8,-1 2 1,2-1-11,2-4 1,-2 3 133,3-2 0,2 2-111,-2 2 0,6-5 3,-2 1 1,0-3-36,0 2 1,-4 4 46,5-4 1,-1 2-133,6-2 0,-4 4 71,3-4 0,-2-1-17,7 1 1,-2 0 36,2 5 1,-3-5-7,4 1 0,-4-1-24,-2 5 1,0 0 4,1 0 0,-6 0-30,1 0 1,0 0 41,4 0 1,-4 0-49,-1 0 0,-1 0 89,2 0 0,1 0 99,-6 0 1,5 0-89,-5 0 0,5-5 112,-6 1 1,1-1-74,-4 5 0,-1 0 26,0 0 1,-1-2 9,-4-2 1,4 2-30,-4-3 0,-1 2-178,1-2-8,1 4 58,4-6 1,-4 7 84,-1 0-29,-6 0 163,4 0 269,-7 0 0,0 0-568,0-6 72,0 5-313,0-6 294,0 7 35,6 0 1,-5-1 172,4-4 272,-3 3-178,4-4-157,-4 0 413,4 4-140,0-10-214,-4 10 1,6-9-45,-4 6 1,-2-1 97,3 1-82,-4 4-97,-1-12 1,0 10-107,0-7 154,0 1 1,0-5-255,0 0 0,0-1-32,0 1 1,0-6-59,0-4 1,0-3 75,0-1 1,0-2-147,0-3 1,-4-4 110,-1-5 1,-5 1 30,6 3 1,-3-3 203,3 3 1,0 2-111,-5-2 1,6 6 116,-2-1 1,2 5-16,-2 4 1,4-1 104,-4 6 1,3 0-113,2 5 1,0 0 56,0 0-77,0-1 0,0 1-6,0 0 1,0 0-62,0 0 0,5 0-18,0-1 0,0 1 59,-5 0 0,0 0 87,0 0 4,0-1 40,0 1 348,0 6-269,0 2 6,0 6-155,0 0-732,0 6-174,0-4 188,0 4 0,-5-4-219,0 2 237,0-2 580,5 11-234,0-5 244,0 6 1,0-5-198,0 1 1,0-6-641,0 6 256,0-7 1,-1 8-2187,-4-6 2853,3 6 0,-35-10 0,-3 6 0</inkml:trace>
  <inkml:trace contextRef="#ctx0" brushRef="#br0">14138 12178 8211,'-6'-15'0,"4"6"5,-3-1 1,-1 6 192,1-6 0,-4 5 477,4-4-32,-6 6-267,3-3 1,-1 6 157,-1 0 62,7 0-211,-3 0 1,-1 0-73,6 0 115,-6 0 56,7 0-79,0 6-230,0 2 0,0 6 93,0 0 0,0 0 41,0 1 1,0 0-97,0 4 0,0-1 8,0 5 1,0 1 191,0 4 1,-1 2-123,-4 3 1,4-1 29,-4 6 1,3-5-97,2 5 1,0 0-32,0 4 1,0 1 13,0-1 0,0 1-51,0-1 1,0 6 46,0-1 0,0 7-28,0-2 0,-4 3 31,-1 2 0,0 4 58,5 1 1,-5-1-129,1-4 1,-1 0 70,5-1 0,0 1-11,0 0 0,0-7-20,0-2 0,0-4-77,0-1 0,0-2 64,0-4 1,0 3-116,0-7 0,-2 0-73,-2-5 0,2 1 4,-3-1 1,4-4 100,1 0 1,0-7 239,0 2 0,0-3-142,0-2 0,0-5 81,0 1 62,0-7 47,0 3-64,0-6 0,-2 0-396,-3 0 1,4-6 75,-4-4 0,4 2-6829,1-1 6844,0 0 0,-13-18 0,-3-3 0</inkml:trace>
  <inkml:trace contextRef="#ctx0" brushRef="#br0">12136 15712 8331,'-14'1'-62,"0"4"0,5-4 618,-1 4 1,5-3 2135,-4-2-1305,6 0-670,-4 0 0,7-7-238,0-2 0,0-4-168,0-1 0,2 0-35,3 0 0,3-5-146,6 0 0,0-6-235,0 1 0,5-3 121,0-1 0,5-1-321,-5 1 0,0 4 106,-5 1 1,-5 5-393,1-1 193,-7-3 336,3 7 0,-14 0 160,-6 11 0,0 2-59,-5 2 0,-2 2 178,3 2 0,0 4 14,9 7 17,-4-1 1,7 0-106,-4 0 1,6 0 6,8 0 0,6 1-51,9-1 0,-2-5-40,7 1 1,-2-2-119,2 1 1,1 4 82,-6-4 1,0-1-124,-5 2 1,0-3 88,0 3 0,-6 3-110,-3-4 1,-4 4 197,-1 1 1,-11 0 165,-3 0 0,-10 5-418,1 0 0,-4-5-28,-1-4 0,4-1-151,0 5 1,7-6 270,-2-3 0,3 1 45,2-1 1,5 0-70,-1-5-40,7-7 89,-3 0 1,6-3 434,0 1 412,0 5-532,0-8 0,1 10-107,4-2 1,-2 2 15,7 2 1,-6 0-12,6 0 0,-1 0-91,5 0 0,5 0-138,0 0 0,2-2-133,-2-2 0,3 1-439,6-7 1,1 1-18,-1-6 0,-1 1 382,-4 0 0,3-5 302,-7 0 0,0-5 26,-5 6 1,-2-6 350,-2 5 0,-4 0-17,-6 5 1,0 4 960,0 1-595,0 6-89,0-4-515,-6 20 0,4-2 156,-3 13 1,4-7 3,1 2 0,1 2-170,4-3 1,-2 3-143,7-2 1,-5-3-532,4 3 0,-4-4 306,4 0 0,1-6-167,4 1 1,-5-7 155,1 1 1,-1-2-422,5-2 0,1-2 207,-1-2 0,0-9 154,0-6 1,-4-6 135,-1 1 1,-1 2 207,2-2 0,1 6 88,-7-6 0,6 7 434,-6-2 1,1 8 11,-5 1 298,0 7-39,0-3-323,0 25 0,0-8 93,0 12 1,0-1-171,0-3 1,0 2-123,0-2 1,0-3-285,0 2 1,7-3-347,2-6 1,4 2 171,1-6 1,2 4-82,3-4 1,-4 0-713,4-5 1,2-7 375,-2-2 0,0-8 111,-5-2 1,-2-5 258,-2 5 1,1-6 125,-6 1 1,-1 2 22,-4-1 0,0 5 337,0-1 0,-1 3-89,-4 2 0,-3 6 63,-6 4 1,4 2-42,1 2 1,0 2-156,-6 2 1,1 4-2,0 6 1,6 1-85,3-1 0,-1-5-6,1 1 0,1-1-267,4 5-147,6-6 0,2-1 35,6-7 1,5 0-147,0 0 0,1 0 196,-1 0 1,-1-7 283,5-2 0,-4-4 212,5-1 1,-12 5 169,3-1 211,-4 1 1,-2-1 60,1 1-223,-7 6 1,2-2 72,-10 10 0,2-2 35,-7 6 1,7 1-70,-2 4 0,-1 0-35,1 0 1,0 0 179,5 1-444,0-1 0,2 0-186,3 0 0,-2-1-135,6-4 1,1 2-452,4-6 1,0 0 155,0-5 0,1 0-375,-1 0 1,0-2 405,0-3 1,0 2 113,1-6 1,-1-1 215,0-4 1,-5 0 57,1 0 0,-2 4 207,1 1 0,-1 1 151,-3-1 0,-4 1 1148,4 3-592,-3 3 157,-2-4-142,0 6 258,0 0-1483,0 6 168,0-4-243,0 4 347,0-6 1,1 0-249,4 0 357,-3 0 0,6 0-39,-4 0 53,-2 0 1,6-4-133,-4-1 63,-2-6 1,4 3-27,-6-6 0,0 4-170,0 1 1,0-5 76,0-5 0,0-2-221,0 2 1,-4 2 63,-1-7 1,-1 5 211,1-4 1,3 4 163,-2-5 1,-3 11-144,3-1 387,-1 3-186,-2 3 45,6 2 1,-7 12 145,3 4 0,4 9 237,-4 4 1,2-1 73,-2 2 0,4 4-140,-4 6 1,3-1 17,2-5 0,0 0-148,0 1 1,0-1-44,0 1 1,7-6-175,2 1 0,-1-7-228,1 2 1,1-5-463,4-4 0,0-2 337,0-3 1,2-5-423,3 0 1,-3-7 244,3-7 0,-2 0 106,2 0 0,-3-7-37,3-3 0,-2-4 61,2-5 1,-3 5 112,3-1 0,-2 2 94,2 8 0,-3 1 83,3 3 0,-8 3 255,-2 2 0,-4 4 583,4 6-312,-5 0 18,2 0-301,-6 0 0,0 2 412,0 2-88,0-2-54,0 4-319,0-6 0,-2 0-318,-2 0 0,0 5-390,-5 0 1,4-1 402,-4-4 1,-1 2 169,-4 3 1,1-2-314,4 6 0,-4 1-353,4 4 0,-2-5 325,1 1 0,-1-1 192,7 5 1,-3 1 77,3-1 1,2-5 337,-3 1 1,4-1 80,1 5 0,4-4-212,1-1 0,8-5-129,1 0 0,2-2-103,7-2 0,1 0-199,4 0 0,1-2 120,-1-2 1,1-9 9,-1-6 1,2-2-28,3 3 0,-8-6 4,4-9 1,-10 1-21,0-6 1,-4 5-10,0-5 1,-8 2-113,-2-2 1,-8 8 235,-2 7 0,-11 10-5,2-1 0,-5 9-76,0 0 0,4 10 69,-4 5 0,3 4 281,2 5 0,1 1 146,4 4 0,1 3 287,3-4 1,4 9-107,-4 1 1,5-1 175,5-9 1,-2 4-195,6-3 0,-1 1-221,1-1 1,4-2-311,-3-3 0,-3-8 276,3 3-179,-1-3-80,6-3-203,-8-2 1,1-8 10,-3-2 1,-3 1-53,2-7 1,0 1 8,0-6 0,-2-3-387,3-1 424,2 0 0,-3 4-94,5 1 0,-6 5 393,2-1-219,3 7 0,-2-5 168,4 4-21,2 2 0,-9-4 234,7 6 0,-1 1-30,6 4 1,-3-2 110,-2 7 1,2-6-187,-2 6 0,4-7-77,5 2 0,-3 1-200,2-1 1,-2-1-726,-2-4 440,1 0 1,-1 0-130,0 0 1,-5-6-192,1-3 0,-7 1-531,2-2 0,-4-4-995,-1-5 0,-3-4 2219,-6 4 0,-24-7 0,-17-5 0,-3-1 0,-6-1 0,-1-1 0,1 0 0</inkml:trace>
  <inkml:trace contextRef="#ctx0" brushRef="#br0">13158 15243 8331,'-14'0'2191,"6"-1"-1373,4-4 1,5 2 773,9-7 1,5 6-1265,14-6 1,6 1-330,2-6 1,9 3-311,1 2 1,1-2-547,-6 2 1,-7 4-2708,-7 1 3564,-6 4 0,-33-6 0,-6-1 0</inkml:trace>
  <inkml:trace contextRef="#ctx0" brushRef="#br0">12207 12334 8201,'5'-15'-38,"0"1"0,0 5 467,-5-1-179,0 1 1,0-1 157,0 1 0,-2 4 198,-3-4 380,4 6-461,-6-10 0,6 10 698,-4-7-360,4 7 235,-6-3-588,7 6-405,0 0 22,7 0 159,-6 0-94,5 6 1,-6-3 24,0 7 0,0-5-58,0 4 1,0 0 46,0 6 0,0-1 24,0 0 0,0 0 7,0 0 1,2 1 28,3-1 0,-4 0-257,4 0 0,-3 5 62,-2 0 1,0 5 41,0-5 0,0 4-21,0-4 0,0 6-171,0-1 0,0 3 85,0 1 1,0-1-100,0-3 0,0 3 125,0-4 1,0 4-17,0 1 1,0-4 8,0 0 1,0-2 19,0 1 1,1 3-12,4-7 1,-3 1 20,2-1 1,-1-3 3,2 3 1,-3-2 1,2 2 0,-2-6 2,-2 6 1,5-7-27,-1 7 1,1-3-6,-5-2 0,0 0-21,0 0 0,0 1-6,0-1 0,-1 0-42,-4 0 0,3 0 71,-2 1 0,2 4-8,2-1 0,0 1 40,0-4 1,0 3 6,0 1 0,0 5-39,0-5 1,0 5 7,0-5 1,0 4-71,0-4 0,0 5-145,0-5 0,0 4-44,0-4 1,0 0 60,0-5 0,2 1-14,2-1 1,-2 0 40,3 0 0,-4-4-37,-1-1 0,0 1 91,0 4 0,0-5-72,0 1 76,0-1 1,0 5 158,0 1-304,0-1 140,0 0 0,0 0-2,0 0 0,0-4-10,0-1 24,0 1 0,2 4 37,3 0 1,-4-4-31,4-1-54,-4 0 1,4 6 25,0-1 0,0 0-164,-5 0 1,0 0 105,0 1 0,4-1-203,1 0 288,0 0 1,0 0-25,-1 1 1,1-1 29,-5 0 1,5 0 191,-1 0 0,3-1-180,-3-4 65,-2 10 0,6-9-106,-3 9 1,-4-8 59,4-2 0,-2 1-87,2 4 0,-4-5 89,4 1 1,1-5-52,-1 4 117,0-6 363,1 10-173,-4-5 4,4 6 0,-6-5-166,0 1 1,0-5 95,0 4-316,0 0 1,0 6 34,0-1 6,0 0 0,0 0-26,0 0-52,0 1 0,0-1 206,0 0 0,2-5 204,2 1 1,0-2 199,5 1 0,-4 2-193,4-6 1,1 0 240,4-5 1,0 4 73,0 1 1,2 0 217,3-5 1,8 0-278,6 0 0,5-2 38,-5-2 0,6 2-273,-1-3 0,-3-1-186,-2 1 0,-3-1-1128,-2 1 1,-4 4 283,0-4-5044,-7-3 3097,-3 0 2721,-7-6 0,-45-13 0,-10-3 0</inkml:trace>
  <inkml:trace contextRef="#ctx0" brushRef="#br0">11469 12561 8256,'-9'0'-1025,"-1"0"1,1 0 1415,-5 0 0,4 0 748,1 0 0,6-2 497,-2-3-708,-3 4 438,6-5-780,-4 6 1,8 0-265,2 0 0,9-2-14,6-3 0,8 4 143,1-4 0,7 2-257,7-2 0,-4 3-117,0-2 1,0 1 55,5-2 0,2 3 119,-2-2 1,3 0-324,-8 0 0,-4 2-30,-1-3 0,-3 4-125,-1 1 109,-7 0-100,-2 0 312,-12 0 0,-3 0-10,-10 0 0,-3 0-135,-6 0 1,-6 0-1,-4 0 1,-9 0-167,-5 0 1,-3 0-36,-2 0 0,1 1-284,-1 4 1,2-3 260,3 2 1,-3 0-33,3 0 1,5-2 157,5 3 0,6-4 302,8-1 24,6 0 1,11 0-69,16 0 1,16 0 140,17 0 0,9-6-35,5-4 1,4 2 296,1-1 1,-5 1 180,0-1 0,-11 1 131,2 3 0,-13 3-137,-6-2-494,-9 2-388,-21 2 1,-4 0 214,-8 0 0,-4 0-67,-7 0 1,0 0-285,-4 0 0,1 2-225,-5 2 1,1-2-321,-2 3 0,3-2-606,7 2 1,0-4 350,0 4 0,0 1 1130,0-1 0,-32 12 0,-8-1 0</inkml:trace>
  <inkml:trace contextRef="#ctx0" brushRef="#br0">11484 13157 8519,'-15'0'0,"1"0"0,-5-5 248,0 0 1,0 1 110,5 4 0,0 0 378,0 0 1,4 0 592,1 0-645,6 0 0,-2 0-48,10 0 1,3 0 66,6 0 0,6 0-179,4 0 1,4-5 50,5 0 1,4 0-186,5 5 0,1-1-238,-1-4 1,3 4-153,2-4 0,2-1 69,3 1 0,3-2-156,-3 3 1,2 1 180,-2-7 0,0 5-228,-10-4 1,-2 6-80,-12-2 10,-6-3 155,-7 7 1,-11-6 155,-8 7 1,-4 0 176,-7 0 1,-5 0-476,-4 0 1,-4 0-361,-5 0 1,3 5 23,-3 0 0,-2 1-320,2-1 0,1 1-34,9 4 1,-4 1-539,3-7 1,4 7 182,1-1 0,5-2 1234,4 1 0,10 13 0,8 8 0</inkml:trace>
  <inkml:trace contextRef="#ctx0" brushRef="#br0">11299 13753 8744,'-9'0'842,"-1"0"1,7-2 688,-2-2 1313,-3 2-1184,7-4-753,-6 6 1,9 0-327,3 0 0,4-2-91,10-3 1,9 4-139,10-4 1,7 4-19,7 1 0,3-7 118,16-2 0,3 1-438,-32 3 0,1 0 0,-2 3 0,0 0 346,35-8 0,-2 7-210,-13-2 1,-5-1-244,-9 1 1,-16 1-483,-7 4 1,-13-2-19,-6-3-11,-4 4 20,-1-6 106,-6 7 1,-2 0-26,-6 0 1,0 0-1009,0 0 0,-2 7 344,-3 2 1,3 2-392,-3-1 0,3 2-975,2-2 2533,0 2 1,-32 28-1,-7 6 1</inkml:trace>
  <inkml:trace contextRef="#ctx0" brushRef="#br0">11228 14463 8523,'-36'14'351,"1"-5"193,7 1 0,1-2-197,3 1 1,4 2-19,5-6 1,8 1-5,2-1 1,6-4 93,9 4 0,6-8 182,12-2 1,8-6-150,7 2 0,3-4 603,10-1 1,-2 0-307,8 0 0,1-5 69,-2 0 0,-4 0-446,-5 5 1,-2-1-145,3 1 1,-1 0-47,-10 0 1,-2 4-145,-12 1 0,-6 1 211,-3-1-396,-3 2-368,-8 7-529,-2 0-741,-6 0-1200,0 0 1,-5 2 1942,0 3 0,-1 1 1042,1 3 0,-59-9 0,21-4 0,1 0 0</inkml:trace>
  <inkml:trace contextRef="#ctx0" brushRef="#br0">12420 12390 11012,'0'-14'2480,"0"0"0,0 0-2128,0 0 1,0-1-172,0 1 1,5-6 34,0-4 0,1-9-166,-1-5 1,-2-3 52,6-1 0,-5-7-191,0-3 1,3-8 29,-3-2 0,1-4-476,-5 4 0,0 1 230,0 4 1,0 4 202,0 5 0,-5 9 313,1 15-23,-7 4 605,3 5-426,-6 8 0,-1 5 251,1 7 1,0 6-195,0-2 1,-5 4 265,0 1 0,0 0-530,5 0 0,-5 5-21,0 0 0,0 0-40,5-5 1,0 1-8,-1-1 0,3-5-517,2 1-294,4-7-99,6 9 1,0-12 305,0 0 1,11-6-179,3-8 0,10-2 258,0-3 1,4-3 207,5-6 1,-3 4 162,3 1 0,-3 5-27,-1-1 1,-1 3 324,0 2 0,-1 6 84,-3 4 0,-4 2 397,-6 2 0,-1 2-339,-3 2 0,1 4-100,-7 6 0,1 1-786,-5-1 0,-2 0-38,-2 0 1,1 0-286,-7 1 1,5-1-1696,-4 0 2524,6 0 0,3-19 0,8-4 0</inkml:trace>
  <inkml:trace contextRef="#ctx0" brushRef="#br0">12207 10645 8302,'7'-8'0,"-6"-5"947,4 4 1409,-3 2-1764,-2 1 0,1 6-33,4 0 0,-3 2 511,2 2 0,-2 4-403,-2 6 0,-2 2 141,-2 3 1,2-1-362,-3 5 1,-1-1-159,1 2 0,-4 3-178,4-4 0,-1-1-220,1 2 1,3-7-42,-2 2 1,-3 2-472,3-2 1,-1 0-394,5-5 1,0-5-184,0 1-2068,0-7 2325,0 3 0,0-7 281,0-4 0,0-4 219,0-10 0,0-5 122,0-9 1,0 1 174,0-6 0,0-3 250,0-1 0,0-2 122,0 11 1,1-5-281,4 5 0,3 0 1087,6 4 0,2 7-189,3 3 1,-2 5 143,7 4 0,-5 4-457,5 6 1,-7 0-78,2 0 1,-3 6-145,-2 4 0,-5 3-32,1 1 0,-7 5-40,2 0 0,-5 0 32,-5-5 0,2 0-248,-7 0 1,1 5-175,-5 0 0,-2-2-228,-3-7 0,2 6 14,-7-7 1,7 7-216,-2-7 0,3-1 193,2 2 1,-1-7-187,1 1 0,5 3-308,-1-3 253,7 1 438,-3-5 0,7 0 56,4 0 0,3 0 221,6 0 0,0-1-193,1-4 1,4 2-33,-1-7 1,6 2-29,-5-1 1,5-4 16,-5 4 1,6-4 320,-1-1 0,-4 0-121,-1 0 0,-3-1 99,-2 1 1,0 5 201,0-1 0,-6 6 960,-3-6-385,3 7 297,-7-3-649,-1 6 1,-3 6 7,-6 3 1,4 4-255,-4 1 0,5 2-58,0 3 0,-3-8-165,3 3 0,-1-3-81,5 3 1,1-4-241,4-1 1,3-5-53,6 0 1,1-2-394,-1-2 0,1 0 247,4 0 1,2-6-141,3-4 1,-4-7 227,-6-2 0,4-6 89,-4 1 0,2 2 194,-12-2 0,6 1 8,-6-6 0,0 2 183,-9 4 0,-3 2-16,-6 7 0,-2 6 114,-3 3 1,2 4-35,-7 1 0,5 6 116,-4 4 1,5 4 39,-1 5 1,4-2-36,0 7 0,7-7-25,4 2 1,-3 1-185,3-1 0,-1 0-129,5-5 0,6-4-51,4-1 1,2-5-374,3 0 1,5-2 42,4-2 0,-2 0-380,1 0 0,1-6 62,4-4 0,1-7 177,-1-2 1,-4 0 430,0 5 0,-1-2-9,6-3 0,-3 8 100,-2-3 1,-3 4 176,-7 1 0,0 3 438,0 6 1,-4 0-159,-1 0 0,-6 1 288,2 4 0,-3 3 58,-2 6 1,0 0-228,0 0 1,0 1-101,0-1 0,0 0-270,0 0 1,4 0-226,1 0 1,0 1 88,-5-1 0,1-5-142,4 1 0,-2-7-145,7 2 0,-1 1-441,5-1 1,0-2-56,1-8 0,-1-1 282,0-4 0,0-7 9,0 3 1,2-5 73,3 0 0,-3-3 138,3-6 0,-3-2-5,-2-4 0,-5 4 7,1-3 0,-7-1 76,2 1 1,-4-1-2,-1 6 1,0 6 558,0 3-301,-6 3 245,-2 8 0,-6 8-17,0 10 0,6 2 152,3 3 1,-1 4-144,1 0-1,0 6 228,5-2 0,0 4 70,0 2 1,0-6 128,0 1 0,0-2-317,0 2 0,5 1-172,0-6 0,6 0-390,-2-5 1,4-1-127,1-4 1,0 2-232,0-6 1,5-1 77,0-4 0,5-6-429,-5-3 1,5-5 332,-6-5 1,6 1-106,-5-5 0,0-1-51,-5-4 1,-1-1 270,-4 1 0,2 4 212,-6 0 39,0 7 0,-7-2 285,-3 10 0,2 2 15,-6 7 1,1 4 215,-2 5 1,-1 1-59,7 8 0,-1 3 132,5-2 1,5 5 659,-1-6 1,7 6-501,-1-5 1,3 0-368,1-5 1,-2 0-230,-2 1 1,2-3-605,-2-2-81,-4-4-73,0 0 1,-12-4 151,-3 3 0,-10-4-456,-5-1 1,-3-5-965,-1 1 0,0-7 1021,-1 1 0,1-4-175,-1-5 0,1 3 557,0-3 1,1 4 570,3 0 0,5 1 225,10 0 0,-2 5 173,6-1 1,2 5 7,8-4 0,4 1 455,10-1 0,-2 1-366,7 3 0,-5 3 127,5-2-622,-7 2 0,22 8 0,-1 2 0</inkml:trace>
  <inkml:trace contextRef="#ctx0" brushRef="#br0">14038 12376 8382,'-14'-6'1067,"0"4"0,1-6 250,4 4-669,-4 2 1,10-6 837,-6 4 470,6 2-516,-4-4-653,7 6 0,8-5-248,6 0 0,7 0-165,7 5 0,9-4-99,5-1 1,7-4-55,8 4 1,4-2-1,1 3 0,6 1-176,-2-7 0,6 7 146,-1-2 0,-4-1 4,-15 1 0,-5 0-87,-9 5-876,-3 0 206,-20 0 193,-2 0 1,-19 0-153,-4 0 1,-2 0-342,-3 0 0,-5 0 129,-4 0 0,-1 5-232,1 0 0,-3 1-223,4-1 0,2-2 1188,2 7 0,-22 12 0,-4 8 0</inkml:trace>
  <inkml:trace contextRef="#ctx0" brushRef="#br0">14081 12987 8582,'-14'-7'0,"0"6"379,-1-4 1,6 3 135,0 2 0,4-1 874,-5-4-390,7 3-356,-3-4 1,12 6 0,4 0 0,9-1 255,4-4 0,6 3-82,4-2 0,0-3 181,9 2 1,-2-1-362,7 1 1,-3 2-242,-1-6 1,1 6-308,3-2 0,-4 2 14,0-2 0,-2 3-191,-8-2 0,5 1-29,-5-2 1,3 3-260,-8-2 1,2-3-96,-11 3 0,0-1-1641,-5 5 847,-6 0 0,-3 0 32,-10 0 0,1 1-215,-11 4 0,3 3 518,-12 6 930,0 0 0,-12 15 0,-6 7 0,-4 3 0,0-1 0</inkml:trace>
  <inkml:trace contextRef="#ctx0" brushRef="#br0">14124 13597 8486,'-15'0'-1720,"1"0"1376,0 0 0,0 0 1199,0 0 0,-1 0 75,1 0 0,5 0 1152,-1 0-1386,7 0 0,-3-2 511,6-3-576,0 4 1,8-10 330,6 6 0,2-1 329,7 1 1,3 2-592,7-7 0,-2 7 10,7-1 1,0-3-288,5 3 0,-1-6-213,1 5 0,6-1-53,3 1 1,3 4-263,2-4 0,-1 3 185,1 2 0,-6-4-69,-4-1 1,-4 0-253,-6 5 0,-8 0-435,-10 0 0,-8 0-671,-2 0-844,-6 0 248,-9 0 1,-5 0 195,-13 0 0,1 5 1747,-6 0 0,-7 8 0,-6 4 0,-4-2 0,0 1 0</inkml:trace>
  <inkml:trace contextRef="#ctx0" brushRef="#br0">13996 14065 8471,'-10'0'1065,"1"0"-529,6 0 1,-5 0 306,3 0 1,4 2-179,-4 2 0,5-2 91,5 3 0,4-4 800,10-1 1,5 0-445,9 0 1,5 0-28,9 0 0,5 0-598,10 0 1,-4 0-371,3 0 1,-1 0 141,2 0 0,-9 0-1,4 0 1,-9 0 8,-1 0 0,-5 0 17,-4 0 0,-8 0 173,-6 0-285,-7 0-264,-3 0 1,-7-1 142,-7-4 729,0 3-839,-7-4 1,4 6-608,-6 0-624,-1 0-47,-4 0 1,0 0-2426,0 0 0,4 0 3762,1 0 0,-32-19 0,-13-4 0</inkml:trace>
  <inkml:trace contextRef="#ctx0" brushRef="#br0">11739 11936 8098,'-9'-9'-739,"-1"-1"0,5 7 148,-4-2 678,6-2 208,-4 5-95,1-11 1,5 10 51,-4-6 271,3 6-291,2-10 1,0 10 697,0-7 434,7 7-902,-6-9 1,5 8 708,-6-5-216,0 6-416,0-4 24,0 7-252,0 0 0,0 7 37,0 2 0,0 5 167,0 5 0,-1-1-68,-4 5 0,4-4-211,-4 5 0,-1-5-136,1 5 1,0-7 40,5 2 1,-5 1-66,1-1 57,-1 0 1,3-5-31,-2 1-116,2-8-155,-4 0-218,6-7 0,0-8 203,0-6 0,1-7-361,4-7 1,-2-1 224,7 1 1,-3-5 77,3 0 1,3 0 143,-4 4 1,4 1 168,1-1 0,-2 3-143,-2 2 1,3 8 160,-4 7 0,-1 6 420,1-2 1,1 5-229,4 5 1,-5 7 516,1 7 1,-1 6-112,6-1 1,-6 3 79,0 1 0,-5 1-274,0-1 1,3 0-178,-3 1 1,3-6-123,-3 1 1,-2-7-67,3 2 0,-4-3-338,-1-2 1,2-1 221,3-4-2035,-4 4-175,6-11-1054,-7 4 2031,0-6 0,0-2-2024,0-2 1597,0 2 759,0-11 1,0 10 887,0-6 0,-38-26 0,-10-11 0</inkml:trace>
  <inkml:trace contextRef="#ctx0" brushRef="#br0">11810 12021 8098,'-14'0'216,"0"0"1,-1 0 391,1 0 0,5 0 71,-1 0 0,6 0 1494,-6 0-235,7 0-1389,-3 0 1,7 0 13,4 0 0,4-4-204,10-1 1,-1 0-249,5 5 1,-4-5-179,5 1 0,-5-3-863,4 3-357,-5 2 0,1-6-7,-10 4-1400,-2 2 1285,-7-4 1409,-7 6 0,-28-3 0,-13-1 0,-7 0 0,1 0 0</inkml:trace>
  <inkml:trace contextRef="#ctx0" brushRef="#br0">14195 11766 8306,'-8'-14'-487,"1"0"-61,7-1 0,0 1 1587,0 0 2347,0 6-1761,0 2-856,0 6 0,0 1 107,0 4 0,0 3-194,0 6 0,0 7 4,0 2 0,0-1-227,0 2 1,0-2 7,0 2 1,0 3-251,0-4 1,0-2-17,0-2 1,5 1-63,0-1 0,4 0-201,-4-5 0,6 0-265,-1 1 1,2-8 72,2-2 0,5-3-123,0-2 1,2-2 173,-2-3 0,1-2-73,4-8 1,-2 0 171,-3-4 0,-5 1 33,0-5 0,-1 5 22,-8-1 0,-1 4 216,-4 0-10,0 1-206,0 0 0,-6 6-57,-3 3 1,-4 4 111,-1 1 1,-5 5-7,0-1 0,0 6-16,5-5 0,0 4-28,-1-4-3,1 6 32,0-3 0,5 0-372,-1-4 229,7-2 1,-2-2 38,10 0 1,3-2 112,6-2 0,0-6-11,0-9 1,5 2-15,0-7 1,0 5 105,-5-4 1,-4 4-68,-1-5 1,-6 7 40,2-2 0,-3 3-52,-2 2 0,-11 6-163,-4 3 1,-8-1-264,-1 1 0,2 2 99,-2 8 0,1 3-238,-6 6 1,7 0-282,3 0 1,5 0-562,5 1 1,2 3 447,7 1 962,0 7 0,26-4 0,5 6 0</inkml:trace>
  <inkml:trace contextRef="#ctx0" brushRef="#br0">12463 12547 7423,'-8'7'2928,"2"0"-2643,6-7 1,-2 0 94,-3 0-310,4 0 219,-5 0-516,6 0-1472,0 0 411,0-7-583,0 6 1871,0-5 0,31 6 0,9 0 0</inkml:trace>
  <inkml:trace contextRef="#ctx0" brushRef="#br0">12576 12547 8494,'8'-2'211,"-3"-3"136,3 4 0,-6-7-11,2 3 1,-1 3-81,2-2-373,-3 2 117,4-4 0,-12 4 0,-2-4 0</inkml:trace>
  <inkml:trace contextRef="#ctx0" brushRef="#br0">12747 12518 8494,'0'-9'511,"0"-1"880,-7 1-1419,6-5 1,-5 4 228,6 1-1334,0 5 0,6-2 186,3 6 947,-2 0 0,43 19 0,5 5 0</inkml:trace>
  <inkml:trace contextRef="#ctx0" brushRef="#br0">12946 12504 8507,'0'-10'338,"0"1"1,1 4 92,4-4-627,-4 6 1,7-5 195,-3 3 0,22 10 0,11-4 0</inkml:trace>
  <inkml:trace contextRef="#ctx0" brushRef="#br0">13144 12490 8494,'0'-10'832,"0"1"-71,0 6-1467,0-10 573,0 11 133,0-4 0,38 12 0,9 2 0</inkml:trace>
  <inkml:trace contextRef="#ctx0" brushRef="#br0">13300 12461 8210,'15'0'136,"-6"0"179,1 0 1,-6 0 523,6 0-905,-7 0-708,3 0 774,0 0 0,-4-6 0,4-2 0</inkml:trace>
  <inkml:trace contextRef="#ctx0" brushRef="#br0">13570 12433 8196,'5'-9'792,"0"-1"0,-1 5 323,-4-4-2006,0 6 891,7-4 0,32 20 0,15 3 0</inkml:trace>
  <inkml:trace contextRef="#ctx0" brushRef="#br0">13811 12433 8183,'8'0'1353,"5"-6"1353,-12-2-2082,12-6 0,-10 4-23,7 1 0,-7 4-787,2-5 1,-2 7-1502,1-1 1687,-2 2 0,11 8 0,-5 2 0</inkml:trace>
  <inkml:trace contextRef="#ctx0" brushRef="#br0">11767 12845 8048,'0'-15'2,"0"1"523,0 0 166,-6 0 1,3 4 711,-7 1-335,7 6-507,-9-4 0,9 7-126,-7 0 0,1 0-139,-6 0 1,6 5 33,0 0 1,-1 7 176,-4 3 1,0-1-143,-1 5 0,1 1 76,0-1 0,6 2-267,3-2 1,-1-4-80,1 4 1,1-3-98,4-2 0,8 1 45,6-1 0,2-6-236,7-4 1,1-2 33,4-2 1,-4 0-244,0 0 1,-2-2-264,1-2 0,-7 0-670,-6-5 0,-6 4 1335,6-4 0,-58 6 0,-8-4 0</inkml:trace>
  <inkml:trace contextRef="#ctx0" brushRef="#br0">14408 12603 8316,'-10'-8'295,"1"4"700,5-4 899,-8 0-554,10 0 7,-4-5-486,6 12-363,0-5 1,0 7 21,0 4 0,0 3 147,0 6 1,0 0-154,0 0 1,0 2-144,0 3 1,0-3-379,0 3 1,0 1 13,0-1 1,0 0 51,0-5 1,0 5-517,0 0-411,0 0 0,0-5-139,0 0 1,0-4-2773,0-1 614,0-6 2364,0 4 0,-5-9 104,0-3 0,1-2 697,4-8 0,-5-5 0,0-4 0,-1-1 0,1 1 0,4-1 0,-4 6 0,2-4 119,-2 4 0,3 0 174,-2 4 1,2 1 1165,2 0 0,5 5-534,0-1 0,10 7 194,0-2 1,8 4-376,1 1 0,3 0-77,1 0 0,1 1-259,-1 4 1,-4 3-63,-1 6 1,-4 0-96,5 0 1,-8 1-17,-2-1 1,-6 0 35,-8 0 0,0 0 3,0 1 1,-13-1-468,-6 0 1,-6-1-547,-4-4 0,-5 4-998,-4-4 0,3-1 736,2 2 1,3-6-1421,2 6 2421,-1-7 0,1 3 0,0-6 0</inkml:trace>
  <inkml:trace contextRef="#ctx0" brushRef="#br0">11696 13512 12500,'-4'-15'-947,"-1"1"2167,0-6 567,-1 4-820,4-5-181,-4 14 1,6 2-75,0 10 0,-5-2 129,1 6 0,-1 5-441,5 5 0,0 2 323,0-2 1,0-3-385,0 2 0,0 0-272,0 1 1,0-4 93,0 4 1,6-4-39,4-6 0,2 2-954,2-6 0,1 4-207,-1-4 0,5 0-369,0-5 0,4 0 513,-4 0 0,6-7-278,-1-2 1,-2 1-410,2-1 1553,-7-1 0,-40-23 1,-18-5-1</inkml:trace>
  <inkml:trace contextRef="#ctx0" brushRef="#br0">11696 13583 12500,'-6'-8'1373,"5"1"1,-6 6-320,7-4 0,0 2 493,0-7-1165,0 7 0,7-9-351,2 2 1,5 2-233,5-1 0,-3 1-757,3-1 1,-3-2 90,-2 6 0,0-5-2761,0 6 3632,0-7 1,-50-4 0,-13-7 0</inkml:trace>
  <inkml:trace contextRef="#ctx0" brushRef="#br0">11668 13441 12500,'-9'-8'-240,"-1"3"1218,7-3 1,-3 0 172,6-6 1,6 1-193,3 4 0,10-4-453,5 4 1,-2-4-654,2-1 1,-5 2-886,4 2 0,-5 2 1019,1 3 0,-4 16 0,0-1 1</inkml:trace>
  <inkml:trace contextRef="#ctx0" brushRef="#br0">14393 13143 9865,'0'-10'2181,"0"1"-479,0 6-630,0-4 158,0 7 1,0 7-397,0 2 0,0 5-82,0 5 1,2-2-358,3 7 1,-4-5-377,4 5 1,-3-5 202,-2 4 0,0-5-93,0 1 0,0-4-391,0 0 1,0-6-21,0 0-244,0-5 15,0 8 0,0-12-279,0 0 1,-5-11 240,0-8 0,-4-6-133,4 1 0,-5-2 329,6-3 1,-3-4 105,3 0 0,2 1 227,-3 9 1,8-2 82,2 6 0,8 0 311,1 4 0,0 6-269,5 0 1,-3 5-21,-2 0 1,2 2-747,3 2 0,-8 6-1040,3 4 1,-9-1 1722,0 6 1,-29 8 0,-8 13 0</inkml:trace>
  <inkml:trace contextRef="#ctx0" brushRef="#br0">14322 13256 9870,'22'0'873,"1"0"213,-5 0 1,0-1 28,5-4 1,-4 2-431,5-7 1,-5 7-307,5-2 0,-7-1-1453,2 1-1882,-3 1 2944,-8-3 1,-40 6 0,-15-6 0</inkml:trace>
  <inkml:trace contextRef="#ctx0" brushRef="#br0">11682 14619 8230,'14'-10'0,"1"1"0,-3 4 187,-2-4 0,-4 4 141,-6-5 0,0 6 149,0-6 0,0 5 488,0-4-280,-6 6 0,-2-5 97,-6 3 1,4 4-307,1-4 0,-1 3 34,-4 2 0,0 5-191,0 0 0,-1 6-103,1-2 1,0 4-46,0 1 0,1 5-88,4 0 0,-2 5 12,6-5 1,0-1-133,5-3 1,0 4-85,0 0 0,2-1-353,3-3 1,7-7-142,7-4 0,5 3 218,-5-3 0,4-1 71,-4-7 0,5-4 220,-5-6 0,0-1 282,-5 1 0,0-2-167,0-2 1,-6 2 92,-3-3 1,-2 8 290,2 1 486,-4 7-576,6-3 0,-7 7 137,0 4 0,0 5 313,0 9 1,0-2-163,0 7 1,0-1 180,0 6 0,5-6-396,-1 1 0,1-7-154,-5 2 1,0-1-78,0 0-514,0-8-2282,0 9 931,0-18 1,-2 6-3208,-2-7 4927,2-7 0,2-57 0,4 21 0,0 1 0</inkml:trace>
  <inkml:trace contextRef="#ctx0" brushRef="#br0">14251 14377 8253,'-1'-14'87,"-4"0"0,-1 0 1376,-4 0 2052,-2-1-1696,10 8 202,-10 0-1484,10 7 0,-3 3 24,10 7 1,-3-1 110,2 10 0,3 2-188,-3-2 0,1 4-197,-5-4 1,0 2-274,0-2 1,0-4-368,0 4 1,0-3-99,0-2 1,0-4-1439,0-1 660,0 1-736,-6-2 1281,4-2 0,-4-12 336,6-4 1,0-2 238,0-3 106,6 1 1,2 0 391,6 0 0,0 0-57,1-1 0,-1 6 431,0-1 0,2 1-405,3-5 0,-4 4-123,4 1 0,-3 1-865,-2-1 1,1-4 305,-1 3 1,-2-2 53,-2-2 1,1-1-76,-6 1 73,6 0 279,-10 0 440,6 6 1,-7 3 24,0 10 0,-5 3 347,0 6 0,-4 7 516,4 2 0,0 4-568,5 1 0,-1 1-237,-4-1 1,3-1-244,-3-3 1,4 2-191,1-2 1,0-3-521,0-2-1096,0-4-534,0-1-399,0-6 1,0-3 2451,0-10 0,-3-29 0,0-15 0,-1-6 0,0 1 0</inkml:trace>
  <inkml:trace contextRef="#ctx0" brushRef="#br0">5266 12334 8289,'-14'8'-820,"5"3"0,-1-7 505,-1-1 0,-1 4 350,-3-3 0,1 8 23,0-3 1,0-1-30,0 1 0,0 1-77,-1 4 48,1 0 0,-6 19 0,-2 5 0</inkml:trace>
  <inkml:trace contextRef="#ctx0" brushRef="#br0">4457 13980 8349,'7'-14'4,"-6"0"-167,12-1 344,-12 8-392,6 0 1,-7 14 34,0 2 0,0 8 51,0 2 1,0 5 134,0-5 1,0 6-13,0-1 1,-5-2-89,0 1 1,1-4 89,4 5 0,6 12 0,2 8 0</inkml:trace>
  <inkml:trace contextRef="#ctx0" brushRef="#br0">5139 15115 28577,'-14'0'-2900,"-1"0"833,1 0 534,6 0 561,2 0 17,6 0 617,0 0 1,5 2-78,-1 3 0,7-2-476,-1 6 0,3-1-93,1 2 1,0 2 8,0-2 0,0-2 85,0 1 0,-4-1-345,-1 1 1089,1 4 0,23 8 1,5 9-1</inkml:trace>
  <inkml:trace contextRef="#ctx0" brushRef="#br0">5266 15257 8475,'0'-14'254,"7"0"0,-4 6-254,6 3 0,32 35 0,13 10 0</inkml:trace>
  <inkml:trace contextRef="#ctx0" brushRef="#br0">7296 15002 26914,'21'-6'284,"1"-2"0</inkml:trace>
  <inkml:trace contextRef="#ctx0" brushRef="#br0">3364 4868 6618,'0'-8'-796,"0"2"796,0 6 0,0 0 0,45 0 0,10 0 0</inkml:trace>
  <inkml:trace contextRef="#ctx0" brushRef="#br0">3535 4868 7842,'6'-8'-1821,"-4"2"1821,10 6 0,-9-5 0,7 1 0,-7-1 0,22 11 0,-1 2 0</inkml:trace>
  <inkml:trace contextRef="#ctx0" brushRef="#br0">3634 4854 8306,'10'0'-1022,"-1"0"1,-4 0 1275,4 0 1,-4 0-271,4 0-430,-5 0 269,8 0 177,-4 0 0,13-13 0,1-2 0</inkml:trace>
  <inkml:trace contextRef="#ctx0" brushRef="#br0">3890 4854 8351,'9'-5'-137,"1"1"1,-6-3-198,6 2 0,-6 4-4,6-4 64,-7-3-92,10 7 1,-10-10 365,6 6 0,-6 0 0,4 5 0</inkml:trace>
  <inkml:trace contextRef="#ctx0" brushRef="#br0">5082 4811 6946,'9'0'-76,"1"0"0,-5 0-173,4 0 0,-3 0 249,9 0 0,46-6 0,-19 2 0,0 0 0</inkml:trace>
  <inkml:trace contextRef="#ctx0" brushRef="#br0">5252 4840 7889,'43'-29'0</inkml:trace>
  <inkml:trace contextRef="#ctx0" brushRef="#br0">6657 4811 8446,'8'0'291,"-1"0"-14,-7 0-2626,0 0 1897,6 0 273,-4 0 96,10 0 1,-9 0 245,7 0-231,-1 0 0,5 0 146,1 0 1,-1-4-3,0-1 1,5 0 90,0 5-167,6 0 0,41-6 0,-24 2 0,0 0 0</inkml:trace>
  <inkml:trace contextRef="#ctx0" brushRef="#br0">7126 4840 8328,'28'0'119,"-6"-7"167,-3-2 1,2 1-273,-2-1 0,-5 6-645,-5-2 644,-5 3-13,2 2 0,-19 7 0,-3 0 0</inkml:trace>
  <inkml:trace contextRef="#ctx0" brushRef="#br0">12534 13072 12386,'9'1'-1313,"1"4"1273,-7-3 0,47 10 1,6-4-1</inkml:trace>
  <inkml:trace contextRef="#ctx0" brushRef="#br0">12690 13100 13047,'8'0'836,"-2"0"-474,-6-6-1257,0 4 495,0-4 1,0 4-1104,0-2 329,0 2-191,0-4 1374,7 6 1,19 0-1,12 0 1</inkml:trace>
  <inkml:trace contextRef="#ctx0" brushRef="#br0">12875 13100 13047,'7'0'-560,"0"-6"1226,-1 4 0,-4-6-1041,2 4 129,-2 2 1,0-4-1997,2 6 1539,-2 0 711,10 0 1,22 6-1,11 2 1</inkml:trace>
  <inkml:trace contextRef="#ctx0" brushRef="#br0">13102 13100 8395,'14'-5'43,"0"1"0,-4-3 83,-1 3-322,-6 2 99,3-4 1,-1 4-884,0-3 681,0 4 1,1-6-341,3 7 639,-2 0 0,24 7 0,1 1 0</inkml:trace>
  <inkml:trace contextRef="#ctx0" brushRef="#br0">13329 13072 8217,'14'-8'-921,"0"3"0,-4 3 838,-1 2 594,1-6 0,4 5-211,0-4 1,-5 3-119,1 2 1,-5 0-169,4 0 0,-4 0-14,4 0 0,7 0 0,6 0 0</inkml:trace>
  <inkml:trace contextRef="#ctx0" brushRef="#br0">13769 13086 8217,'14'-6'122,"0"-4"0,-1-3 195,-4-1 0,-1 6-23,-3 4-40,-4 2-1251,6 2 360,-7 0-247,0 0 593,0 6 291,-7-4 0,0 17 0,-8-3 0</inkml:trace>
  <inkml:trace contextRef="#ctx0" brushRef="#br0">4713 17301 8131,'0'-8'1132,"6"-4"-1064,-4 10-301,4-4 245,-6 6 1400,0 0-1022,0 6-68,0-4 0,0 6 58,0-4 67,0-2-377,0 10 41,0-10 1,0 6-138,0-3 188,0-4-204,0 12 0,0-10 118,0 6 1,0-4-33,0 5 0,0-6-97,0 6 1,0-5 111,0 4 0,-2-1-12,-2 1 1,2 4 9,-3-4 1,4 4 6,1 1 1,0 0-27,0 1 0,0-1 4,0 0 0,0-4-12,0-1 0,0 0 9,0 6-254,0-7 181,0 4 67,0-10-889,0 10-183,0-10 0,0 3 200,0-10 1,1 3-1336,4-2 2174,-3-4 0,17-25 0,-4-13 0</inkml:trace>
  <inkml:trace contextRef="#ctx0" brushRef="#br0">4727 17528 9908,'0'-8'2507,"0"2"-1874,0 6-236,0 0-321,6 0 38,2 6 0,6-4 51,1 3 0,-1 1-183,0-1 1,5-1-40,0-4 1,0 0-101,-5 0 0,0 0-24,0 0 0,1 0-128,-1 0 0,-5 0-578,1 0 0,-6 0-48,6 0-660,-7 0 753,3 0 842,-6 0 0,-25-6 0,-6-2 0</inkml:trace>
  <inkml:trace contextRef="#ctx0" brushRef="#br0">4812 17429 8283,'-8'0'1701,"-4"0"-576,4-6-323,0 4 0,2-6 141,6 3-665,0 4 0,1-7-221,4 3 1,3 4-16,6-4 0,0-1-38,0 1 1,1 0-168,-1 5 0,5-5-633,0 1 1,-5-1-758,-5 5 229,1 0 1,-1 0-198,1 0 1521,-7 0 0,-54-6 0,-20-2 0</inkml:trace>
  <inkml:trace contextRef="#ctx0" brushRef="#br0">4770 17315 8283,'-8'-6'0,"-3"3"690,6-7 0,0 6-186,5-6 0,-4 5 1372,-1-4-1357,0 0 1,5-6-242,0 1 1,2 5-79,2-1 0,4 2-164,6-1 1,1-2-230,-1 6 0,0-4-458,0 4 0,5 0 56,0 5 0,-5 0-826,-4 0 0,-1 0 1421,5 0 0,7 25 0,1 7 0</inkml:trace>
  <inkml:trace contextRef="#ctx0" brushRef="#br0">5238 17372 7549,'-6'-8'-885,"4"-4"3140,-10 4-1739,10-6 0,-6 6 252,3 3-148,4 3-77,-6 2-106,14 7 0,-6 1-16,4 6 0,1 5-24,-1 0 1,0 1-104,-5-1 0,0-3 15,0 3 0,0 1-134,0-1 1,0 5-137,0-5 0,0 0 25,0-5 0,0 2 130,0 3 1,-5-8-438,0 3 102,1-10 0,2 8-4,-3-8 0,4-1-103,-4-7 1,3-6-329,2-9 0,0-3 184,0-6 1,0 4-16,0 1 1,2 0 176,3 0 1,-2 1-20,6 3 1,1 3 361,4-3 0,0 8-134,0 2 0,5 5 356,0 0 0,2 2 3,-2 2 1,-4 2 121,4 2 1,-4 4-71,-6 6 0,4 1 66,-4-1 0,-3 0-103,-1 0 0,2 0-97,-3 1 1,1-1-98,-5 0 1,0-4-99,0-1 1,0-4-939,0 4 191,0-6-175,0 10 536,0-11 0,0-2-44,0-10 1,0-3 44,0-1 1,6-2-12,4-2 1,2 2 286,3-3 0,-1 3-88,0 2 1,0 0 299,0 0 1,2 4 101,3 1 0,-3 4 65,3-5 1,-2 7-98,2-2 1,-3 4 405,3 1-335,-4 0 0,0 0 69,-1 0 1,-5 0-229,1 0 107,-7 6-101,10-4 5,-12 4-312,5-6 206,-6 0 1,0-1-129,0-4 0,-6 3 34,-3-3 1,-4 4-206,-1 1 1,-2 0 134,-3 0 1,3 5-85,-3-1 0,-1 7 91,1-1 0,0 2 37,5 3 1,0-1-16,0 0 0,1 0-25,3 0 0,-1 1 0,7-1 1,-1 0 1,5 0 0,2-1 9,2-4 0,4 2-8,6-6 1,5 0 12,0-5 1,5 0-5,-5 0 0,4-6 73,-4-4 0,5-3-3,-5-1 0,0-2 19,-5-2 1,0 2 162,0-3 1,-1 3-60,-3 2 1,1 0 472,-7 0-12,1-1-122,-5 7-5,0 2-215,0 6 0,0 6 15,0 4 1,0 2-20,0 3 0,0-1-4,0 0 0,2 0-110,2 0 0,4 1-149,6-1 1,1-6-365,-1-4 0,0 3 264,0-2 1,5-1-357,0-4 0,5-1 172,-5-4 0,1-5-7,-1-8 1,-2 0 3,7-5 1,-8-1-39,-2-4 1,0-2 150,-4-4 1,-4 4 195,-1-3 1,-4 0 55,-1 5 0,-1-2-132,-4 11 0,2 2 336,-7 7 0,6 4 16,-6 6-144,1 0 1,-4 6 100,4 4 1,1 7 168,3 2 1,3 5 113,-2-6 0,2 8 240,2-3 0,0 3-110,0-3 1,0 4-166,0-3 1,0 1-441,0-1 1,0 1-99,0-6 0,0 4-74,0-4 0,2 0 48,2-5 0,-2-4-363,3-1 242,-4-5 0,1 2-195,3-6 0,-2-6 140,6-4 1,-1-9 51,2-5 0,2-2 78,-2-3 1,7 1 114,2 0 1,0 4 178,-5 0 1,5 7-70,0-2 1,0 8 96,-5 1 0,2 7 13,3-1 0,-5 4 129,0 4 1,-1 4-13,-9 6 1,3 2-135,-2 3 1,-4-3 143,4 3 1,-10 1-194,-4-1 0,-4 6-248,-1-1 1,-7-3 70,-2-3 1,1-2-165,-2-2 1,0-1-311,-4-3 0,4 1 237,1-7 0,5 1 6,-1-5 1,8 0 62,2 0 1,6-2 397,-2-2-116,3 2 34,2-10 0,7 8 88,2-5 1,8 6 230,2-2 0,2-1-222,-2 1 0,3-4 52,6 4 0,1-5-303,-1 6 0,0-7-23,1 1 0,-1-3-186,1-1 0,4 0 170,0 0 1,0 0 29,-5 0 0,-4-5 15,0 0 1,-7-5-52,2 5 1,-10-6 28,-4 1 1,-3-1 12,-2 1 0,-2-1-100,-3 6 0,-2 0 120,-8 5 0,1 1 75,0 4 1,0 3-17,0 6 1,-1 0 1,1 1-7,0 4 1,4 3 129,1 6 0,6 2-61,-2 3 0,2-2 176,-2 7 1,4-5 407,-4 4 0,3-4-289,2 5 1,0-5 116,0 4 1,0-4-147,0 5 0,5-2-299,0 2 1,6-4-16,-2-6 1,6 1-214,3-1 1,0-2 174,5-2 1,-4-2 75,5-3 0,0-4-711,4 4 1,5-10 273,0-4 0,0-9 60,-4-1 0,1-6 51,3 2 1,-5-9 118,1-1 1,-2 0 80,-9 4 0,1 3 209,-4 2-12,-1-3 180,-6 11 0,-8 2-101,-10 9 0,-2 5-110,-3 5 0,-4 3 79,1 6 0,-6 5-40,5 0 1,-3 5 142,8-5 0,-4 1-196,9-1 1,3-3 9,1 3 0,-2-4-80,3 0 1,1-1-161,7 0 0,4-1-38,6-4 1,2 2 157,3-6 0,3 0-154,7-5 0,-1-2-40,0-3 1,1-3-73,-1-6 1,1-1 224,-1-4 1,0 1-11,1-5 1,-1 4 23,0-5 1,-4 7 102,0-2 1,-5 3 237,4 2 0,-4 1-101,5 4 1,-7 2 31,2 7 1,2 0 130,-2 0 1,-2 7 609,-8 2-583,4 4 1,-11 6 60,2 0 0,-2 0-100,-2-5 0,0 0-35,0 0 0,-8 0-424,-6 0 0,-2-1 149,-8-3 1,2 2-472,-1-2 1,-4-2-341,3 1 1,4-6-646,1 2 1,3-4 262,2-1 1,4 0-2300,1 0 3465,6 0 0,47-44 0,-13 17 0,1-1 0</inkml:trace>
  <inkml:trace contextRef="#ctx0" brushRef="#br0">8119 17443 8046,'-14'6'0,"0"-4"-43,0 3 1,4-4 279,1-1 1,0 5 319,-6 0 0,6-1 227,-1-4 115,1 0-17,1 0 399,-5 0-963,12 0 68,-5 0-385,12-6 0,2 3-65,6-6 0,0 4-55,0-5 0,1 6 126,-1-6 1,1 1-109,4-5 1,-3-2 50,3-3 0,-2 3 42,2-3 1,-3 3 260,3 2 1,-3 0-62,-2 0 0,5 1 80,0 4 0,0-2-5,-5 6 1,0 0-102,0 5 1,1 0 11,-1 0 0,-5 2-23,1 2 0,-7 4-41,2 7 0,-4 0-113,-1 4 1,0-3-85,0 3 0,-6-3-152,-4-2 1,-2 0-182,-2 0 1,-5-1 13,0-4 0,-6 2-175,1-6 0,-1 0 282,1-5 1,-1 0 73,6 0 0,0-2-49,5-2 195,-1 2 666,1-11-475,6 12 0,4-6 309,8 7 0,0 0-16,5 0 0,0 0 128,6 0 0,-1 2-174,0 3 0,2-2-75,3 6 1,-3-5-168,2 0 0,3-1 28,-2 2 0,6-3-365,-1 3 1,-2-4 27,2-1 0,-6-1-121,6-4 0,-2-2 142,2-2 1,-2-5 21,-3 0 1,-2-1 48,7-4 1,-7-1-29,2 1 1,-3-1 115,-2 1 0,0 8 193,0-4 0,1 6 237,-1-1-276,0-2 1,0 10 42,0-2 0,-4 2-169,-1 2-9,-5 0 0,7 2-13,-7 2-31,1-2 210,-5 4-16,0 0 285,0-4-156,0 4-234,0-6 1,-6 0-111,-4 0 1,-2 5-211,-3 0 1,1 4 179,0-4 0,-5 6-117,0-1 1,0 2 160,5 2 0,0 1-43,0-1 1,4 0-45,1 0 0,4-1 19,-4-4 1,5 4 169,0-4 1,2 4-26,2 1 1,6-4-39,4-1 1,7-6-81,2 2 0,6-4-119,-1-1 0,3 0 78,1 0 1,2-6-166,3-3 0,-3-4 173,3-1 0,-4-5 83,-6 0 0,4-1-7,-3 1 1,3 3-10,1-3 0,-4 3 134,-1 2 1,-4 0 75,5 0 167,-7 6 0,4-3-76,-7 6 0,-4 0 410,-1 5-236,-6 0-179,3 6-108,-6-4 1,0 6 58,0-3-6,0-4 122,0 6 231,0-7-431,-6 0 0,-2 0 21,-6 0 0,0 1-1038,0 4 1,0-2 469,-1 6 0,-4-4 211,0 5 1,1-2-61,3 1 0,1 4 79,0-4 1,0 4 16,0 1 0,6-5 238,3 1 0,-1-1-163,1 5 0,0-4 124,5-1 41,6 1 1,7-2-148,6-3 1,2-4-166,-3-1 1,-2-1 177,3-4 0,2-2 13,-2-2 0,0-5 31,-5 0 0,0-1 9,0-4 1,-1 4 70,-4 1 0,4 1 500,-4 3-43,-2-2-12,-1 10-48,-6-4-305,0 6 1,0 6 14,0 4 1,5-2 36,-1 1 1,3 1 122,-3 4 0,0-2-222,5-2 1,0 1-24,6-6 0,-1 4-242,0-4 0,2-1 31,3-4 0,-2-1-61,7-4 1,-5-3 90,4-6 1,-1-2-55,2-3 0,1-3-32,-6-6 0,5-5-47,-5 0 1,-2-7-12,-7 2 0,1-3-51,-7-1 1,1 10 374,-5 4 1,0 14 115,0 0 17,0 9 0,-6 0-86,-4 10 1,2 4 123,-1 10 0,0-1-88,-6 5 1,3 1 68,2 4 1,-1 1 107,6-1 0,-6-1 101,2-4 0,3 4-96,1-3 0,3-2-167,2 2 0,0-2-231,0 1 1,0-2 98,0-7 0,7-4-156,2-1 0,8-6 94,2 2 0,7-4-70,-3-1 0,-1-1-183,2-4 1,0-3 92,4-6 1,-4-5-34,-1 0 0,-1-6 24,2 1 1,1-2-79,-6-3 1,-1 2 231,-9 4 0,-1 1 205,-3 3-193,-4 9 0,-1-2-21,-9 12 1,-9 1 48,0 4 0,-6 4 13,5 10 1,-5-1 181,5 5 0,0-1 80,5 2 0,2 1 86,2-6 1,4 0-181,6-5 0,0 2-59,0 3 0,8-8-205,6 3 1,2-9-240,7 0 0,-4 1 46,5-1 1,-2-1-214,2-4 0,1-6-1164,-6-3 1,1-4 80,-1-1 1576,-9 0 0,9-32 0,-11-8 0</inkml:trace>
  <inkml:trace contextRef="#ctx0" brushRef="#br0">10589 17301 7460,'0'-8'988,"0"-4"0,0 8 343,0-5 27,0 6-439,0-3-341,0 6-340,0-7 1,-1 6 87,-4-4 1,2 3-29,-7 2 0,1-1-112,-5-4 0,0 2-60,-1-7 0,1 6-55,0-6 0,0 1-223,0-5 0,1-5-295,3 0 1,-1-6 186,7 1 1,-1 2-16,5-2 0,0 2 48,0-2 0,6 4-26,4 6 1,2 0 137,3-1 0,-1 7 144,0 4 1,0 2-137,0 2 0,-1 2 41,-4 2 1,2 4 588,-6 7 0,0-1-192,-5 0 1,0 6-48,0 4 1,-6 3-23,-4 1 0,-2-1 69,-3-3 0,-4 3-109,0-4 1,1 2-33,3-1 1,-4 1-247,0-6 0,5 0 132,5-5 1,4-1-453,-4-4 367,5 4 1,4-11 111,10 2 0,4-4-63,5-4 1,3-4-3,7-6 1,-1-1-72,0 1 0,-4-2-110,0-3 0,-7 5-144,2 0 0,-3 0-480,-2 4 1,-2 3-2850,-2-3 2387,-4 7 0,-7-3 1229,-4 6 0,-47 25 0,-17 6 0</inkml:trace>
  <inkml:trace contextRef="#ctx0" brushRef="#br0">11469 16961 8167,'0'-19'-312,"0"0"1,0 4 455,0 6 1,0 4 1619,0-4-935,0 6-617,0-4 0,0 9 132,0 3 0,-1 3 111,-4 6 0,3 5-93,-2 0 1,2 6-89,2-2 0,-1 3-21,-4-3 0,3 4-76,-2-3 0,2 1-103,2-1 1,0 3-1,0-4 0,0-2-231,0-2 1,6-4-179,4 0 1,2-3 144,3-2 1,0-4-85,4-6 0,-1 0 73,5 0 1,-4-6 130,5-4 1,-7-4 69,2-5 1,-5 3 216,-4-3 1,1 4-62,-6 0 1,-1-4 170,-4 1 1,-1 3-414,-4 6 0,-3 1 84,-6-1 0,-2 2-99,-3 7 0,2 0 30,-7 0 1,7 2 17,-2 3 0,-2-2 40,2 6 0,1 1-286,3 4 58,1 0 0,5 0 21,-1 0 1,7-4-102,-2-1 232,4-6 0,7 4 0,4-7 0,2 0-21,2 0 0,2-7 9,3-2 0,-2-2-51,7 2 1,-7-4-90,2 3 1,-3-2-94,-2-2 0,0 4-346,1 1 1,-1 1-711,0-2 1390,0 4 0,7 6 0,1 0 0</inkml:trace>
  <inkml:trace contextRef="#ctx0" brushRef="#br0">12108 16733 11381,'-8'0'2026,"0"0"-1185,4 0-636,2 0 1,-9 7 30,6 2 1,-4 9 87,4 0 0,-6 8 152,2-3 1,-4 10-231,-1 5 0,-2 3 2,-3 2 0,3 4-219,-3 1 1,4-1 48,0-5 1,3-1-184,2-3 0,2-3 31,4-7 0,2-1-172,-3-3 1,4-4 40,1-6-140,0-6-501,0-1 343,0-1-252,0-4 61,0 4 364,0-6-4910,0 0 4438,6-6 1,-3 4 801,7-3 0,31-34 0,12-8 0</inkml:trace>
  <inkml:trace contextRef="#ctx0" brushRef="#br0">12108 17159 8214,'8'-19'0,"-3"0"0,-4 0 1976,-1 5-56,0 6 198,0-4-984,0 10-508,0-4 0,0 12 38,0 4 0,0-2-208,0 1 0,0 0-128,0 6 1,0-1-81,0 0 0,0 0-393,0 0 0,0 1-178,0-1 1,2-2-488,3-2 1,-2 1 126,6-6 0,1 1-575,4-1 0,0-4 639,0 4 0,0-3 34,1-2 0,-1-5 404,0 0 0,0-6 25,0 2 1,-1 1 91,-4-2-30,4 7 435,-5-10-30,6 12 0,-4-5 293,-1 6 1,-4 0-134,4 0 1,-4 0 261,4 0 0,1 0-337,4 0 1,5 0-30,0 0 0,5-2-526,-5-3 1,6-3 172,-2-6 0,0 0-3,0 0 0,-5 0 215,0-1 0,-2-5 99,-2-4 1,-6-3-266,-3-1 1,-3 0 14,-2-1 0,-7 3-698,-2 2 1,-10 3 357,-5 7 1,-3 6 287,-1 4 1,0 2-1077,-1 2 0,1 6 1053,0 4 0,-32 34 0,26-17 0,0 0 0</inkml:trace>
  <inkml:trace contextRef="#ctx0" brushRef="#br0">3946 17457 8049,'0'-14'1209,"0"0"-259,0 0-72,0 6-163,0 1-317,0 7 1,0 7-14,0 2 0,-1 9 221,-4 1 0,2 6-196,-7-2 1,7 0-180,-1 0 1,2-1-253,2 2 1,-2 1-198,-2-6 63,2 0 0,-4-5 14,6 0-300,0-6 85,0 5 112,0-12 0,0-1-120,0-9 1,0-4 94,0-1 1,1 2-1007,4 2 0,-3-3 244,2 4 0,-2 1 1031,-2-1 0,6-13 0,2-8 0</inkml:trace>
  <inkml:trace contextRef="#ctx0" brushRef="#br0">3975 17386 8049,'-7'-14'0,"1"-2"270,-3-3 1,-4 2 420,4-7 1,1 7 92,-2-2 0,1 3-222,-5 2 1,-1 0-28,1 0 0,-5 6-282,0 3 1,0 4-44,5 1 0,-5 11-35,0 3 0,0 9-156,5 1 0,0 5 220,0 4 1,4-2-1,1 7 1,6-2-158,-2 2 1,3 2 23,2-7 1,0 1-141,0 0 1,7-6 77,2 0 0,5-4-133,5-5 0,-1-8 112,5 3 1,1-9-86,4 0 0,1-4 109,-1-1 1,1-6-19,-1-4 0,0-4 93,1-5 1,-1 2-86,1-7 1,-1-4 336,0-5 0,-4-5-12,0 5 1,-12-2-11,2 2 1,-9 1-217,0-5 1,-5 0-181,-5-1 0,-4 4-33,-10 5 0,-5 3-255,-9 2 0,1 5-155,-5 10 0,-1 2-175,-5 7 1,5 2-470,0 3 1,2 2 106,-2 8 0,8 5-1580,7 4 2604,5 3 0,4 39 0,8 9 0</inkml:trace>
  <inkml:trace contextRef="#ctx0" brushRef="#br0">16167 11056 8153,'0'-14'516,"-2"1"855,-2 4-381,2-4 80,-4 11-241,6-10-407,0 10 1,0 2 201,0 10 1,0 4-256,0 5 1,0-2-71,0 7 1,0-5-93,0 4 1,0-1-31,0 2 1,0 1-5,0-6 0,0 0 30,0-5 1,0 1 98,0-1-301,0 0 452,0 0-331,0-6 0,0-3-351,0-10 1,0-3 16,0-6 0,0-7-154,0-2 1,-5-2 200,0 1 1,0-1-41,5 6 1,0-5 228,0 5 1,-4 5-69,-1 5-390,0 5 583,5-2 1,0 8 385,0 2 1,0 4-261,0 6 1,0 1-58,0-1 1,0 0-461,0 0 1,0 0-1213,0 1 482,0-1-654,0 0-1846,0 0 1966,0-6 1506,0-2 0,7-31 0,0-6 0</inkml:trace>
  <inkml:trace contextRef="#ctx0" brushRef="#br0">16167 10758 8153,'0'-10'442,"0"1"1,-2 1 1760,-2-1-15,2-4-1561,-11 11 1,5-4-133,-6 6 1,0 6-170,0 4 1,-2 4-61,-3 5 1,3 3 30,-3 6 0,-1 1 14,1-1 1,0 2-55,5 3 0,4 2-15,1 3 0,6 3 15,-2-3 1,4-2-115,1 2 1,1-7-407,4 2 1,4-3 160,10-1 1,-1-6 189,5 1 0,1-7-40,4 2 1,1-9-170,-1-5 1,0-2 145,1 1 0,-1-4-135,1 0 0,-1-6 27,0-8 1,2-7 103,3-2 1,-7-6-67,2-4 0,-4 0 54,-1-9 1,-7 1-51,-6-11 0,-7 0 39,2-5 0,-10 2-448,-5 2 0,-4 5-47,-5 5 1,2 10-223,-7 9 0,5 10-720,-4 14 0,-1 2 673,-4 2 1,-1 11-807,1 8 1,4 4 1571,0 1 0,1 45 0,9-31 0,-1 0 0</inkml:trace>
  <inkml:trace contextRef="#ctx0" brushRef="#br0">17033 10829 8221,'-15'0'0,"1"0"0,0 0 1232,0 0 1,-5 0 177,0 0-539,0 0 0,5 0-286,0 0 1,1 1-260,4 4 0,-2 3-143,6 6 1,-1 0-101,1 1 1,3-1 136,-2 0 1,2 5-1,2 0 1,0 6-165,0-1 0,5 1 118,-1-1 0,7 1-249,-1-6 0,3 4 28,1-4 1,0 5-55,0-5 0,0-2 141,1-7 1,-3 2 4,-2-2 1,1-2 79,-7 1-73,1-6 1,-5 5 109,0-3 1,-1-4 170,-4 4 0,-8-3-227,-6-2 1,-6 0-140,1 0 0,-7 0-295,-2 0 0,4 0 180,6 0 1,4-2-452,-5-3 39,7 4 38,3-5 443,7 6 1,9-2 154,3-3 0,2 4 117,8-4 0,-1 3 471,0 2 1,0 0-159,0 0 1,1 0-286,-1 0 0,0 0-277,0 0 1,0-4-104,1-1-277,-1 0 0,0 5 214,0 0 1,0-1-37,1-4 0,-1 3-159,0-2 1,0-3 18,0 3 0,0-7 219,1 1 0,-1 2 255,0-1 735,0-1-23,0-4 536,1 0-665,-7 6 97,-2 2-327,-6 6 0,0 1 71,0 4 1,0-2-346,0 7 0,0-1-164,0 5 1,0 0-275,0 1 1,0-1-473,0 0 24,0 0 1,6-1-72,4-4 1,-2 2-97,1-6 465,0 0 1,6-12 183,-1-2 0,0-4 190,0-1 1,0 0-70,1 0 0,0-5 189,4 0 0,-3 2 134,3 7 0,-3-1 305,-2 6 0,0 1 1071,0 4-1162,1 0 0,-1 1 169,0 4 1,-6 3 22,-3 6 1,-4 5 149,-1 0 1,0 1-375,0-1 1,0-3-277,0 3 0,0-3-240,0-2-766,0 0-33,0 0 544,0-6-118,0-1 8,0-20 1,2 2-215,2-13 1,0 5 347,5-4 0,5 1 160,5-2 1,0 2 136,-5 3 0,5 5 215,0 0 1,0-1 201,-5 6 0,0 3-228,1 1 0,-1 3 328,0 2 1,-1 7-114,-4 2 0,2 4 61,-6 1 0,1 5-22,-1 0 0,-3 0 45,2-5 1,-2 0-345,-2 0 1,5 0-494,-1 1 97,1-1 0,-5-5-1120,0 1 260,0-7 758,6 3 0,2-12-60,6-4 0,1-7 10,-1-2 0,2-1 70,2 1 1,0 3 264,5-3 0,-4 3 129,5 2 1,-2 5 347,2-1 1,-4 7-129,-5-2 727,-1 4-369,0 1-86,-6 0 167,-2 0 129,-6 6-258,0-4-122,0 4 0,-1-6-645,-4 0 0,2 0 141,-7 0 19,1 0 1,-5 5-256,-1-1 1,-4 6 81,0-5 1,1 6 73,3-2 1,1 4 114,0 1 0,0 0-27,0 0 1,4 0 148,1 1 0,5-1-230,0 0 1,2 0 156,2 0 1,8-4-253,6-1 1,2-6 114,8 2 1,-7-3 100,2-2 1,1-5-2,-1 0 1,0-6 2,-4 2 1,-1-9 50,0 0 0,0-1 473,0 4 142,-6 1 1,0 2 78,-3 2-450,-4-2 60,6 10 0,-9 2 205,-3 9 0,4 6-159,-4 4 1,-1-2 64,1 7 0,-4-6-137,4 6 1,-5 0 4,6 4 1,-6-4-362,5-1 0,-4-5-31,4 1 0,-4 1-255,4-1 308,-6 0-265,3-5 93,-6-6 60,0-2 0,4-12 7,1-3 0,6-6-178,-2-3 1,3-3-15,2-3 1,7-2-253,2 2 0,8-4 182,2-6 0,7 4-122,-3-3 0,4 3 331,1 2 1,6-2-47,-1-3 1,5 3 15,-5-3 0,0 8-26,-5 1 1,-6 7-1,-3-2 0,-5 3-123,-4 2 223,-4 0 8,-6-1 1,-1 3 97,-4 2 1,-5 4 280,-9 6 0,4 0-27,-4 0 1,-2 2 120,2 2 0,-1 1-5,1 9 1,3-3 112,-3 8 1,5 2-55,5-2 1,-2 6 85,6-2 1,0 0 24,5 0 0,0-5-123,0 0 0,6-2-113,4-2 0,7 1-81,2-1 0,11-6-225,-2-4 1,6-2-31,-1-2 0,-2 0-328,7 0 1,-6-6 195,1-4 0,-5-4 17,-4-5 1,1 3-139,-6-3 0,-6-1-47,-9 1 278,-2 0 44,-2 5 1,-6 6 28,-4 3 0,-4 12 168,-5 7 0,2 2 343,-7 7 1,11-4 12,-1 5 0,5-5-169,-1 4 1,4-5 30,6 1 0,0-4-458,0 0 0,11-3-387,3-2 0,8-4-322,-3-6 1,6 0-2067,-1 0 2900,3 0 0,1-57 0,1-14 0</inkml:trace>
  <inkml:trace contextRef="#ctx0" brushRef="#br0">16763 12078 8097,'6'-14'2319,"-4"-1"-694,4 1-996,-6 0 1,2 6 400,2 3-436,-2 4 1,4 2-8,-6 4 1,2 9 149,3 10 0,-4 3-108,4 1 1,-3 2-247,-2 3 1,0-3-331,0 3 1,0-1 132,0 1 0,0-3-129,0 3 0,0-8-108,0-1 1,0-7-402,0 2 0,0-3-1162,0-2-1827,0-6-237,0-2 2411,0-6 1,0-8 134,0-6 0,0-6 1132,0-9 0,0-5 0,-3-18 0,-1-8 0,0-9 0,0 1 0</inkml:trace>
  <inkml:trace contextRef="#ctx0" brushRef="#br0">16791 12092 8097,'0'-14'0,"0"0"902,0-1 0,0 1-296,0 0 1,0 0 135,0 0 1,7 6-208,2 3 1,5-1-9,5 1 0,-1 0-159,5 5 1,-4 0 74,5 0 0,-5 2-208,4 3 0,-5-2-162,1 6 0,-8-1 56,-2 2 0,-6 2-184,2-2 0,-3 2-7,-2 2 1,-8 1-102,-6-1 0,-2 2-83,-8 2 0,2-2 38,-2 3 1,-1-3-27,6-2 1,-4-4 35,4-1 0,0-1-79,5 1 0,4 2 69,1-6 0,4 0-307,-5-5 677,7 0-198,10 0 0,4-6 50,12-4 0,-1-2-156,2-3 0,3-4-176,-3 0 1,1 1 209,-2 3 1,-1 1-12,-3 0 1,-3 0 21,3 0 538,-3 6 91,-2-5-543,-6 12 0,3 1 833,-6 9 1,-1 4-163,-4 1 0,0 0 70,0 0 1,-4 2-301,-1 3 0,0-7-66,5 7 1,0-11-138,0 6 1,2-2-105,3 2 0,-2-6-270,6-4 0,1-1 221,4 2 1,2-3-587,3 3 0,-2-10 109,7-5 0,-7-2-81,2-2 1,1-2 121,-1-3 0,3 1 18,-7-5 0,2-1 133,-8-4 0,-2 1 107,-3 3 1,-2-1 144,-2 6 0,-8 2-80,-6 7 1,-2 4 128,-8 6 0,1 0-34,-6 0 1,3 8 167,2 6 0,-3 0-6,3 5 0,4 2 195,1-2 0,5 4-65,4-4 0,-1 2-158,7-2 1,-1-4-227,5 4 1,6-4 20,4-6 1,4 2-262,5-6 0,3 0-77,6-5 0,1 0-345,-1 0 1,0-5 256,1 0 1,-1-6-188,1 2 1,-1-6 163,0-4 0,-1 4 368,-3-4 1,-4 3 191,-5 2 1,-1 1 68,0 4 521,-6-4 119,-2 12-71,-6-6 0,0 14-115,0 2 0,0 5 368,0 5 1,-5-3-380,1 3 1,-1 1-304,5-1 1,0 0-266,0-5 0,0 1-374,0-1-276,6 0 1,2-1 143,6-4 0,5-3-610,0-6 0,0-1 461,-5-4 0,0-3-92,1-6 0,-1-2 593,0-3 1,0 3 116,0-2 0,-1 2 56,-3 2 0,2 4 223,-2 1 893,-4 5-102,0-2-108,1 6 1,-6 6-321,4 4 1,-4 4 126,-1 5 0,0-3-683,0 3 0,0-3-163,0-2 0,5 0-76,0 0 1,6-4-155,-2-1 1,4-6-487,1 2 0,0-4 274,1-1 1,3 0-343,1 0 0,5-7 354,-5-8 1,0 1 52,-5-5 0,2-1 434,3 1 0,-5-5-79,0 5 1,0 0 313,-4 5 1,-2 0-79,1 0 0,-4 1 81,4 4 0,-5 1 402,0 3 410,-2 4-358,-2-6-16,0 7-715,0 0 191,0 7 0,0-3 320,0 10 0,0-3-210,0 8 1,0-3-71,0-2 1,0 5-34,0 0 1,5 0 4,-1-5 1,6 5-43,-5 0 0,4-5-151,-4-4 0,6-1-588,-2 5 392,4-6 1,1-1-84,0-7 0,2 0 65,3 0 0,-3-7-32,3-2 0,-4-5-95,0-5 0,4-2-146,-1-2 1,6-4 107,-5 3 0,0-3-114,-5-1 1,-1 0 432,-4-1 0,2 7-242,-6 3 612,0 3-299,-5 2 383,-7 6 87,6 2 409,-12 6-389,12 0 63,-6 0-118,7 0-96,-6 6 388,4 2-503,-4 6 0,6 1-187,0-1 1,-5-5-1,1 1-284,-1-1 134,5 5 1,2-1-744,2-4 231,-2 4 110,10-5 1,-8 0-73,5-3 0,-4 1-288,4-1-168,-6-1 1,8-5 293,-6-4 0,0-3 92,-5-6 1,-2 0 362,-2 0 0,0-1 329,-5 1 101,0 0-67,-6 0 1914,1 0-117,0 6-538,6-5 1,5 12-717,12-4 0,2 3-462,13 2 1,-3 0-170,7 0 1,-3 0-333,8 0 0,2-1 386,-2-4 0,32-9 0,3-8 0</inkml:trace>
  <inkml:trace contextRef="#ctx0" brushRef="#br0">19091 11978 7505,'9'0'-6,"1"0"1,-7 2 1044,2 3-559,3-4 1,-5 6 544,6-7-329,-6 0 1,5 0 481,-3 0 242,-3 0-990,4 0 1,-6-2 96,0-3-322,0 4 1,-2-6-91,-2 7 1,-4 5 64,-7 0 0,1 6-98,0-2 1,0 4-183,0 1 0,4 0-32,1 1 1,6-1-139,-2 0 0,5-5 117,5 1 1,2-1 24,8 6 0,5-8 62,4-2 1,3-3-15,1-2 0,-1 0 167,-4 0 1,3-7 8,-7-2 0,1-8-18,-1-2 0,-9-2-130,-1 2 1,-1 2 0,-3-7 1,-2 7 1,-8-2 1,-3 8-137,-6 2 1,-2 5 227,-3 0 1,-1 4-14,-4 4 0,-1 4 37,6 6 1,2 1-72,7-1 1,-1 0 18,6 0 1,1-4 27,4-1 1,1-1 22,4 1 1,4 3-53,10-8 1,3 1 0,7-5 1,1 0-120,3 0 1,-3-6 109,3-4 1,0-4-128,-5-5 0,4-1 40,-8-4 0,-2-4 26,1-1 1,-7 1 13,-2-5 1,-1 3-167,-8 1 1,-1 2 235,-4 4 0,-1 9 264,-4 9 1,-3 3-23,-6 2 0,0 7-114,0 2 0,-5 10 524,0 5 1,0 9-128,5 5 1,0 3 34,-1 1 1,1 1-63,0-1 1,4 6 58,1-1 0,6 5-313,-2-5 1,4 1-65,1-6 1,0-1-7,0-3 1,0 2-153,0-7 0,0-7-360,0-7 158,0-9-283,0-4 490,0-6 0,-2-6 42,-3-4 1,2-9-300,-6-4 1,1-4-228,-2-1 0,4-7-17,6-3 0,2-3-142,2-2 1,9 7-49,6 3 0,1 3-29,-1 2 1,3 6-80,7 3 0,-1 5 64,0 4 1,-5 4-204,-5 6 1,1 1 881,-4 4 0,-80 41 0,18-15 0,-1-1 0</inkml:trace>
  <inkml:trace contextRef="#ctx0" brushRef="#br0">17160 13185 7908,'-7'0'410,"-1"0"668,3 0 543,3 0-601,-4 0 515,0 0-609,4 0-356,-4 0-47,6 0-275,0 0 0,6-2-133,4-2 0,2 0-161,2-5 1,5-1-156,0-4 0,5 0-24,-5 0 1,5-7-213,-6-2 0,6 1 197,-5-2 1,0 0-83,-5-4 1,-4 0 172,-1-1 1,-6 2-64,2 4 244,-3 2 1,-9 9 277,-2 2 1,-5 4 75,-5 6 0,3 6-21,-3 4 1,3 2 119,2 2 1,0 2-115,0 3 0,1-3 65,4 3 0,1 1-118,3-1 0,3 5-62,-2-5 0,2 0-47,2-5 0,0 2-59,0 3 1,0-4 32,0 4 0,2-3 3,2-2 0,-1 0-177,7 1 1,-7-1 119,2 0 1,-2 0-91,2 0 1,-4 1 25,4-1 1,-3 2-134,-2 2 0,0-2 76,0 3 1,0 3-129,0 2 0,0-2-130,0 2 1,0-5 95,0 4 1,0-1-163,0 2 0,6-2 27,3-3 1,-1-3 29,2 3 0,-1-4 168,5 0 1,5-6-2,0 1 1,0-7-12,-5 1 0,2-2 97,3-2 0,-3-2 225,3-2 1,-3-9-19,-2-6 1,5-1-24,0 1 0,-5-3-165,-5-7 0,-1 1-103,2-1 0,-4 0-22,-6-5 0,-2 4-215,-2-3 1,-4 3 87,-7 2 0,-5-4-69,-4 4 1,-2 3 35,-3 11 0,-1 6 235,-3 3 0,3 3 261,-3 2 0,3 0-90,2 0 1,6 10 220,3-1 0,3 10-217,2-9 0,6 6-89,3-7 0,3 4-174,2 1 1,2-5 66,3 1 1,7-7-11,7 2 0,7-4-97,-3-1 1,6 0-276,4 0 1,-3-5 106,3 1 1,-3-7-49,-2 1 1,5-7 270,0-2 1,0-2 218,-4 3 1,-1-3-230,1-3 0,-6-1-51,1 6 0,-7 2 584,2 7 1,-8-1 276,-1 7-374,-1-1 0,1 5-71,-1 0 1,-6 6-81,2 4 1,-3 2 174,-2 2-16,6 1 0,-5-1-103,4 0-149,-3 0 1,-2-4-226,0-1 8,0-6-72,0 4 293,0-7-73,0 0 0,-7-2-91,-2-3 0,-4 4-199,-1-4 0,-2 2 182,-2-2 1,2 4 126,-3-4 1,3 3 111,2 2 1,0 0-93,-1 0 0,1 5-59,0 0 0,5 6 37,-1-2 0,7 4 55,-2 1 0,4 0-105,1 0 0,1-4-200,4-1 0,3 1-426,6 4 1,2-6 263,3-3 1,-2-4 20,7-1 1,-5 0 129,4 0 1,-5-6 118,1-4 0,-4-2 53,0-2 1,-1-2 352,0-3 1,-1 3 84,-4-3 1,-3 8 366,-6 2 0,5 4 494,0-4-349,0 5-422,-5-2 1,0 12-69,0 4 1,0 2-132,0 3 1,0 4-60,0-1 0,1 1-72,4-4 0,-2-1-697,6 0 1,-4-1 359,5-4 0,-1 2-532,5-6 1,1 0 236,-1-5 0,0 0 3,0 0 0,-1-2 204,-4-3 0,4 2 81,-4-6 1,4-2 36,1-8 0,-4 3 117,-1-3 1,-4 8 376,4 1 0,-6 6-173,2-6 0,-2 7 212,2-2 129,-3 4-103,4 1 1,-6 6-92,0 4 1,5-3 257,-1 3-413,7-1 0,-4 6-49,2-1 1,4-6-377,-4-4 1,4 3 193,1-3 1,5 1-167,0-5 1,0 0 103,-5 0 1,0-6-50,0-4 0,4-2 158,-4-2 0,3-7 18,-7-3 1,1-2-76,-2-3 1,2-1 33,-6-3 1,0 3-18,-5-3 1,0-2-129,0 2 1,-2 5 1,-3 4 118,-2 7 158,-8-4-102,1 14 1,0 0 101,0 7 1,4 5-45,1 0 0,4 6 152,-4-2 0,6-1 266,-2 2-325,-3-1 0,5 5 258,-7 0 1,7-4-36,-2-1 0,4 1 483,1 4-504,-7 0 0,6 0 38,-4 1 0,4 3-130,1 1 1,0 0-147,0-5 0,1 5 10,4 0 1,-2 2 86,7-2 1,-1-2-287,5 7 1,0-7-24,1 2 0,-1-5 0,0-4 1,5 2-14,0-2 0,1-4-116,-1-1 0,-1-4 140,5-1 1,-5-1-69,1-4 0,1-3-22,-1-6 1,0-2 108,-5-3 1,-1 4-13,-4-4 10,4 3 1,-12 2 287,4-1 1,1 6 402,-1 0 214,0 5-368,-5-2-228,0 6 1,-2 0-395,-2 0 113,2 0 149,-4 0 1,6 2 33,0 2-85,0 4 1,0 6-71,0 1 1,0-6-161,0 1 1,6-6 80,3 6 0,2-6-99,-1 6 0,7-7-25,-3 2 0,4 1 113,-4-1 0,2 0 81,3-5 1,-4-2-34,4-3 1,-3-3 1,-2-6 0,1-2 5,-1-2 0,-2 2 7,-2-3 0,1 3 164,-6 2 409,-1 0-216,-4-1-278,0 8-24,0 0 1,0 9 239,0 3 0,0 2 281,0 8 1,0-1-221,0 0 0,0 0-113,0 0 1,0 1-170,0-1 0,7-2-217,2-2 0,4 1 4,1-6 1,6-1-184,4-4 0,-2 0 94,2 0 1,-5-1 43,4-4 0,-1 0 24,2-9 1,1 3 108,-6-8 1,0-1 90,-5 1 0,1-5-23,-1 5 0,-5 0 308,1 5-58,-7 0 103,3 6 0,-7 2-102,-4 6 0,3 1-118,-2 4 0,-3 3 297,3 6 0,-6 5 158,5 0 1,-4 5 244,4-5 1,-4 1-338,4-1 0,0-3-182,5 3 1,0-4-176,0 0 1,-4-6-203,-1 1 0,0-6-386,5 6 414,0-7-47,0 3 1,0-7-23,0-4 1,0-3-138,0-6 0,2-5-38,2 0 1,0-6-185,5 1 0,-1 4 219,1 1 1,2-2-29,-6 2 303,6 0 1,-8 7-164,7 2 0,-6 4-94,6 6 346,-7 0 0,8 1 253,-6 4 0,6-2-136,-2 7 0,-1-2 79,2 1 0,-1 4-187,5-4 0,1-2-70,-1-3 0,2-1-101,2 2 0,-2-3 143,3 2 0,-1-4-55,0-4 0,-2 1 6,3-7 1,-3 1-10,-2-6 0,-4-3-2,-1-1 1,-6 0 22,2 5 0,-4-1-47,-1 1 0,-1 0-90,-4 0 0,-3 6-156,-6 3 1,-2 4 51,-3 1 0,4 1 139,-4 4 1,-2 3-15,2 6 1,0 0 365,5 0 0,2 2-47,2 3 0,-1-3-52,6 3 0,1-4-54,4 0 0,0-1 103,0 0 1,6 0-121,3 0 0,6-4 33,3-1 1,3-5-377,3 0 1,2-2 16,-2-2 0,3 0-112,1 0 0,-1-6 93,-3-4 0,1 2 10,-6-1 1,0 1-322,-5-2-110,0-2 501,0 4 0,-6-2-295,-3 1-416,-3 6 162,-2-4 474,6 7 0,-4 2-33,2 3 0,-2-2-121,-2 6 0,1-5-77,4 0 1,-3-1-218,2 2 352,-2-3-117,-2 4 297,6-6-219,2 0 153,6-6 0,-1-2-29,-4-6 0,3 4 272,-8 1 0,6-1 0,-6-4 0,-11-13 0,-9-3 0</inkml:trace>
  <inkml:trace contextRef="#ctx0" brushRef="#br0">22299 3434 7817,'-2'-8'355,"-3"4"192,4 2-130,-12-4 341,12 4-115,-6-4 190,7 6-292,0 0-185,7 0 0,1 0-97,6 0 1,0 0-39,0 0 1,7 5-108,2-1 1,4 1 69,1-5 1,6 0-1,-1 0 0,1 0-72,0 0 0,-4 0-160,3 0 0,-3 0 48,-2 0 1,-6 0-140,-3 0 0,-8 0 23,-2 0 119,-5 0 207,2 0-9,-6 0 1166,0 0-857,-6 0-105,4 0-252,-4 0-297,6 0 1,0 2 211,0 2 0,0 0 93,0 5 0,0 0-13,0 6 1,0 0 7,0 4 1,0 2 183,0 3 0,0 4-114,0 0 1,0 1 73,0 4 0,0-3-126,0-2 0,0 1-173,0-1 1,0-4-111,0-1 0,0-5-28,0 1 0,0-4-30,0-1 0,4-4-620,1-1-825,0-5-33,-5 2-926,0-6 1655,0 0 0,-2-5-1242,-2 0 2158,-4-6 0,-38-34 0,19 14 0,0 0 0</inkml:trace>
  <inkml:trace contextRef="#ctx0" brushRef="#br0">22370 3562 8213,'-7'-14'691,"6"0"-285,-4-1 1,-1 6 371,1 0 0,-4 4 471,4-5 214,0 7-664,5-9-597,-6 10 0,4-3-195,-2 10 1,2 3 170,2 6 0,0 5 218,0 0 1,0 6-151,0-1 0,0-2 27,0 2 1,0-1-90,0 6 1,0-6-20,0 1 1,0-2-32,0 2 1,0 2-189,0-2 0,0-2-286,0 2 0,-5-7 7,0 2 0,1-3-242,4-2 0,0-4 289,0-1 1,1-6-101,4 2 1,9-4 150,10-1 1,3 0 240,1 0 1,7-4-122,3-1 0,6-6 372,-2 1 1,4 3 14,-8-3 1,-3 7-125,-2-2 1,-5-1 407,-4 1-9,-4 0 174,-5 5-170,-8 0 66,0 0 1,-18 0-34,-3 0 0,-4 5-106,4 0 1,-5 1-260,0-1 1,-6-3-355,1 2 0,-1 3-263,1-3 1,-2 6-557,2-5 0,-1 1-146,1-1 1,-1-4 511,6 4 0,-5 1-476,5-1 1,0 1-1758,5-1 2821,0-3 0,12 10 0,4-4 0</inkml:trace>
  <inkml:trace contextRef="#ctx0" brushRef="#br0">22370 3959 7870,'12'-9'309,"-2"0"0,1 4 1271,-6-5-501,6 7-21,-10-3-423,5 6 81,-6 0-331,0 0-206,0 6 1,-6-3 121,-3 7 0,-4-1-140,-1 5 0,-2 1-13,-3-1 0,3 0 35,-2 0 0,-3 0-110,2 1 0,-5-1 10,6 0 1,-1-5-138,4 1 1,1-1 154,0 6-156,0-1 0,0-2 32,-1-2 0,6 1-3,-1-6 0,7 1-380,-1-1-192,2-4-684,2 6 814,0-7 1,11-2-262,3-3 1,10-1 462,0-4 0,2-1 52,3 7 1,5-7 98,4 1 1,0-1-13,5 2 0,-9-4 163,9 4 1,-4-4 40,4-1 1,-5 4 328,0 1 0,-8 4 330,-2-4 619,-6 6 716,-14-4-900,-2 7-558,-6 0 1,-1 0-68,-4 0 1,2 0-15,-7 0 1,6 0-142,-6 0 0,2 7-45,-1 2 0,-4-1-204,4 1 1,-4 1-81,-1 4 0,5 0-75,-1 0 1,1-4-203,-6-1 0,6 1-366,0 4 0,-1 0 156,-4 0 1,0-4 31,-1-1 1,1-1-142,0 2 0,-5 1-233,0-7 0,-6 1 296,1-5 0,-2 0-71,-3 0 0,-4-1 182,0-4 1,0 2-69,4-7 1,7 5-45,3-4 0,4 6-481,0-2 404,8 4 0,7 1-94,9 0 1,15 0 642,4 0 0,16-6 0,7-1 0,2-1 0,1 0 0</inkml:trace>
  <inkml:trace contextRef="#ctx0" brushRef="#br0">25904 3491 7856,'-8'0'4120,"2"-6"-3573,0 4 0,4-6 930,-3 4-1015,4 2 1,-1-4 95,-3 6-618,4 0-268,-6 0 0,9 0 244,3 0-1,-2 0-36,6 0 0,2 0 10,8 0 0,-3 0-33,3 0 1,2 0 113,-2 0 1,-1 0-8,-3 0 1,-1 0 211,0 0 1,-5 0 67,1 0 0,-5 0 33,4 0 0,-4 1 182,4 4-136,-6-3 1,5 10 46,-3-2 1,-3 2 196,2 2 1,-2 5-20,-2 0 1,0 7-130,0-3 0,0 4-10,0 1 0,0 1-120,0-1 1,-2 1-175,-2-1 0,2-1-65,-3-4 1,-1 3-368,1-7-763,1-1 1,2-5 49,-3-3-606,4-4-1574,-6-6 2111,7 0 0,-4-6-17,-1-4 1,-6-9 1116,1-4 0,-12-13 0,-6-6 0,-3-3 0,0-1 0</inkml:trace>
  <inkml:trace contextRef="#ctx0" brushRef="#br0">25691 3562 7893,'-9'-5'487,"-1"1"0,6-6 1947,-6 5-1120,7 1 128,-3-3-500,-1 6-548,6-6 1,-6 9 355,7 3 1,0 3-241,0 6 0,0 0 11,0 0 1,0 5-155,0 0 1,0 5-126,0-5 1,0 4-145,0-4 1,0 2-177,0-2 1,0-4-57,0 4 1,0-3-432,0-2 1,0 1-581,0-1 0,7-5 464,2 1 1,1-2 220,4 1 1,-2-3 187,12-6 1,0 0 90,4 0 1,5 0 58,0 0 0,0 0 127,-4 0 0,-1 0 396,1 0 0,-3 0-236,-2 0 0,-3 0-57,-7 0 1,-5-1 166,1-4 550,-7 3 1026,3-4-560,-6 6-423,0 0-396,-6 0 1,3 0-414,-7 0 1,6 0 24,-6 0 1,1 0-733,-6 0 1,0 0-125,-4 0 1,-2 2-514,-2 2 1,-4-2 615,3 3 0,-7 1-48,-3-1 0,1 1 174,5-1 0,0-4-29,-1 4 0,1-3 190,-1-2 0,3 0 51,2 0 0,3 0 401,7 0 1,5-5-170,-1 0 1025,7-6-488,-3 10 0,6-7 261,0 3 0,1 3 53,4-2 128,-3 2-445,4 2 0,-6 2-44,0 2 1,0 0 171,0 5 1,0 0-156,0 6 1,-2-1-18,-2 0 1,1 5-147,-7 0 0,2 0-241,-1-5 1,-4 0 78,4 0 0,2 1-94,3-1 0,-3 0-1362,3 0 697,-7-6-1771,9 5 233,-4-12-329,6 6 1843,0-7 1,6 0-60,3 0 0,12-2 308,7-3 0,4-4 451,10-10 0,4 3 0,11-3 0,4-1 0,1 1 0,-1-5-121,-4 5 1,-6 0 50,-4 5 0,-15 5 2006,-9-1-94,-5 7 597,-11-3-1764,0 6 0,-14 1 30,-2 4 0,1-2-223,-1 7 0,4-1 13,-5 5 0,1 0 167,-5 1 0,0-1-265,-1 0 1,0 0-495,-4 0 1,1-4-235,-5-1 1,1 1-432,-2 4 0,-3-5 167,4 1 1,-9-7-693,-1 2 0,-7 1 614,3-1 1,-3 0 59,2-5 0,4 0 447,5 0 0,7 0-266,3 0 811,10 0-61,2 0 0,18 0 430,4 0 0,10 0-301,3 0 0,2-2 256,8-3 1,-2 4-503,2-4 1,-3 3-535,-7 2 333,1 0 0,-20-19 0,-4-4 0</inkml:trace>
  <inkml:trace contextRef="#ctx0" brushRef="#br0">20070 5421 7837,'-14'0'0,"0"-1"2012,0-4-728,6 3-377,1-10-585,7 10 1,7-6 46,2 4 0,10 2-121,5-3 1,4 2-1,5-2 0,4 4-189,5-4 0,1-1-7,-1 1 0,-4-1-130,0 1 0,-8 3 84,-2-2 0,-1 2-114,-8 2 0,-5 0-60,-4 0-161,-7 0 306,3 0 239,-6 0 0,0 2 343,0 2 0,0 0-3,0 5 0,0 1 215,0 4 1,-4 1-332,-1 4 1,0-1-29,5 5 0,0-4-204,0 5 0,0-5-51,0 5 0,0-5-98,0 4 0,0-5-359,0 0-506,0 5 0,0-8-161,0 4 1,0-3-2125,0-2 2053,0-6 0,0 0-1502,0-3 1862,0-4 1,-5 4 677,1-10 0,-15-24 0,-5-13 0,0-4 0,1-1 0</inkml:trace>
  <inkml:trace contextRef="#ctx0" brushRef="#br0">20127 5393 7848,'-8'-6'2230,"2"4"1,6-6-1188,0 3 168,0 4 68,0-5-488,-6 6 0,4 6-280,-3 3 1,-1 5-7,1 5 1,-4 3-311,4 7 0,-4-5-159,4-1 1,-5 6-32,6 4 0,-6 0 88,5-5 0,1-4-642,4 0 0,0-6-40,0 6 1,0-7-411,0 2 1,6-4 397,3-6 1,10-3-66,5-6 0,3-1 269,1-4 0,7 0 149,3-9 0,-4 3 127,0-8 1,0 3-53,-1 2 1,-6 5 248,-8-1 0,-3 7 160,-2-2 1,-4-1 834,-1 1-328,-6 1 514,3 4-805,-6 0 1,0 1 765,0 4-781,0-4 1,0 7 57,0-3-288,0-3-11,0 4 1,-4-4 9,-1 2 0,-1-2-125,1 3 0,-3 1-154,-6-1 0,-5 4-154,0-4 1,-6 4-304,1-4 0,-3 6 216,-1-1 0,0 1-183,-1-2 1,1 4 119,-1-4 1,1 4 16,0 1 0,6-5-10,3 1 1,3-2 66,2 1 319,-1 4 1,6-7 70,0 4 466,5-4 348,-2-6-488,6 0 73,0 6-196,0-4 1,0 6 391,0-4-378,0 4 0,0 6 116,0 1 1,-5-1-129,1 0 1,-6 0 70,5 0 0,-6 5-202,2 0 0,1 0-143,-1-5 0,4 1-346,-5-1 1,7 0-124,-2 0-166,-2-6-317,5 5 51,-4-12 1,7 4 192,4-10 0,4-3-262,10-6 0,-1-6 322,5-4 1,1-1 223,4 1 1,2-3 330,4 4 1,-3-3 6,7 3 0,-8 1 123,-2 3 1,1 8 29,-6-3 1,-1 9 694,2 0-252,-7 3 0,2 4 617,-9 3 0,-4 4-376,-6 10 1,0-3 170,0 3 1,0-2-122,0 2 0,-6-3-407,-4 3 1,-2-3-219,-2-2 0,-1 0-146,1 0 0,-2 0-221,-3 1 1,4-6-149,-4 0 1,3-5-1145,2 0-2094,0 4 1740,-1-6 293,8 4 1,7-7 448,9-4 0,5-3 10,5-6 1,8 0 1066,6-1 0,9-11 0,6-6 0,2-3 0,-1 1 0</inkml:trace>
  <inkml:trace contextRef="#ctx0" brushRef="#br0">25450 5336 7767,'0'-9'692,"0"-1"0,0 5-234,0-4 1,0 4 197,0-4 139,0 6 0,0-5 498,0 3 115,0 3-608,0-4-347,0 6-275,0 0 0,6 0-113,4 0 0,7 5 121,2 0 0,11 4-305,-2-4 1,5 0-122,1-5 1,0 4-213,4 1 0,-3 0 251,-7-5 0,-1 0-283,-3 0 581,-4 0 494,-12 0 161,-2 0-342,-6 0 8,0 0 1,-4 6 24,-1 4 1,-5 2 174,6 2 1,-7 2-138,1 3 0,2-2-25,-1 7 0,4-2-192,-4 2 0,1 3-50,-2-4 1,-1 2-295,6-1 0,-1-2 128,1-3 1,4-3-615,-4 3-1137,-3-3-2040,7-2 2524,-6 0 1,6-6-1898,-4-3 2128,3-4 0,-10-9-1110,2-6 2098,-2-6 0,-14-27 0,-7-10 0,-1-5 0,-1 0 0</inkml:trace>
  <inkml:trace contextRef="#ctx0" brushRef="#br0">25407 5393 7826,'-6'8'12,"-3"-3"1111,-4-4 1554,-1-1-1156,0 6 1,4 1-541,1 2 1,4 4-122,-5-4 1,6 4-347,-6 1 1,7 5 74,-2 0 0,-1 0-330,1-5 1,1 0-266,4 0-323,-7 1-774,6-1 248,-6 0 1,14-5 413,2 1 1,7-7-85,8 2 1,1-4 195,13-1 1,1-1 112,8-4 1,-2 4 103,2-4 1,-5 3 146,-4 2 1,-3 0-50,-7 0 0,-6 0 499,-3 0 443,-3 0-706,-8 0 1,-3 0 650,-10 0 1,-3 0-290,-6 0 1,-2 2-43,-3 3 0,-3-4-362,-6 4 1,-1-4-386,1-1 1,-5 0-153,0 0 0,0 0-499,4 0 1,6 0-867,-1 0 0,2 0 704,-2 0 0,4 0-196,6 0 1,-1 0 496,1 0 0,5 2 156,-1 3 1,1-2 130,-5 6 0,4-4 47,1 5 1,4-7 382,-5 1 0,6 3 0,-6-3 369,7 1-448,-3 1 2158,-1-4-135,6 4 515,-5-6-1277,6-6-68,0 4-8,0-4 219,0 6-620,0 0 0,-7 6-247,-2 4 0,-4 1-352,-1-2 0,0 4-133,0-3 1,-2 2-159,-3 2 0,3 1 129,-3-1 1,8-2-48,2-2 1,1 2-129,-2-2 1,2-2-374,4 1 0,2-4 217,-3 4 0,4-4-257,1 5 512,0-7 72,0 9 0,1-10 95,4 3 1,5-4-16,9-1 1,3 0 90,6 0 0,8-1 45,7-4 0,-1-3 127,6-6 1,2 0 274,2-1 0,-1-3-117,1-1 0,-6 0 32,1 5 0,-9 1-187,-5 3 1,-10-1-246,-4 7-19,-9-1-447,-4 5 1,-17 0 114,-3 0 0,1 2-1199,4 2 1,-1-2 643,-4 3 1,0-2-854,0 1 0,0-2 461,-1 3 0,1-4 1257,0-1 0,-13-38 0,-3-9 0</inkml:trace>
  <inkml:trace contextRef="#ctx0" brushRef="#br0">21731 6968 7696,'-6'-8'1050,"4"-4"0,-6 9-57,3-7 1,4 5 162,-4-4-277,4 6-547,1-10 1,6 10 21,3-6 1,9 4-198,1-5 0,11 6-114,-2-6 1,10 6 62,0-6 1,3 7-75,1-2 1,1-1 30,-1 1 0,-1 0-34,-3 5 1,-5 0-84,-9 0 0,-3 2 192,-7 3 1,-6-2 90,-4 6 0,-2 1-21,-2 4 0,0 2 200,0 3 1,-5-2-37,1 7 0,-6-5 117,5 4 1,-6-4-165,2 5 0,2-2-129,3 2 0,-3-2-209,3-3 1,-1-4 32,5 4 1,-5-3 19,1-2-250,-1 0-880,5 1 475,0-8 0,-2 0-1879,-3-7 527,4 0 0,-12-2 592,4-3 1,-4-2 55,-1-8 1,-5 1 1318,0 0 0,-6-6 0,-29-34 0,20 20 0,1 0 0</inkml:trace>
  <inkml:trace contextRef="#ctx0" brushRef="#br0">21816 6954 7788,'-14'0'1670,"0"0"-199,0 0-673,-1 0 0,6 0 292,-1 0-440,7 6 1,-3 2 37,6 7 0,-2-1 253,-2 0 0,2 0-489,-3 0 1,4 0-19,1 1 0,5-1-566,-1 0 1,7-1-232,-1-4 0,4 2-344,5-6 1,-2 4 301,7-4 0,-5 0-511,4-5 1,1 0 355,4 0 1,2 0 44,4 0 1,-4 0 268,3 0 0,1-2 193,-1-2 1,1 2 376,-6-3 0,-6-1-225,-3 1 855,-3 0-94,-8 5-277,-2 0 1,-19 0-63,-6 0 1,-6 2 128,-3 3 1,-7-2-383,-3 6 0,2-1-278,-2 2 1,0 1-313,-4-7 1,5 6-10,4-5 1,-1 1-259,0-1 1,6-4 282,4 4 1,7-3-501,-2-2 284,3 0 63,9 0 312,0 0 1,7-2 210,0-3 1,2 4 186,3-4 166,-4 3 411,12 2-239,-12 0 324,6 7-619,-7 1 0,0 6 75,0 0 1,-5 0-91,0 0 0,-4 1 3,4-1 1,-6 0-288,1 0 1,3 0-27,-3 1 0,5-3-85,-4-2 0,1 7 44,-1-3 1,-3 4-132,8-4 0,-7-2 110,1-2 1,2 2-51,-1-2 0,1 2 32,-1 3 1,-2-6-78,6 1-84,-6-7 152,9 3 29,-4-6-19,6 0 1,1-6-3,4-4 1,3-1 79,6 2 0,5-4 71,0 4 0,2-2-53,-2 1 1,-2-2 102,7 2 1,-1-1 181,6 2 0,-1-4-44,0 4 0,2-2-117,3 1 0,-1-3 24,6 4 1,-5 1 132,5-1 0,-8 1-199,-2-2 1,-1 4 25,-8 6-38,0 0-244,-11 0-45,-2 0 152,-6 0 54,-6 0-112,-2 0-77,-6 6 1,4-4-31,1 3-90,6-4 124,-4-1 1,7-1-230,0-4 1,0 2 149,0-7 1,0 1 181,0-5 0,5-5-34,0 0 0,-1 0-133,-4 5 0,2-1-574,3 1-435,-4 0-822,6 0 1338,-7 6 0,0 3-306,0 10 0,0 4 1075,0 10 0,25 9 0,13 4 0,1 6 0,1 0 0</inkml:trace>
  <inkml:trace contextRef="#ctx0" brushRef="#br0">23945 6968 7784,'-8'-14'2605,"-4"0"-1536,4 0 0,-2 1 68,1 4-489,6 2 202,-4 7-170,7 0 1,7 0-448,2 0 0,9 0-330,1 0 0,7-1 172,3-4 0,-1 3-70,5-2 0,-3 2-106,-1 2 1,-1 0-446,0 0 1,-6 0-270,-3 0 1,-3 0 549,-2 0 1,1 0 620,-1 0-208,-6 0 214,-2 0 94,-6 0 324,0 0-276,-6 6 0,4 2 258,-3 7 1,-1 3 28,1 1 0,-4 7-307,4-3 1,-6 6-98,2 4 1,1-3-234,-2 3 0,6-3-96,-6-2 1,5-4-63,-4 0 1,4-7-295,-4 2 0,5-3-476,0-2-163,2-6 0,1-2-353,-4-6 564,3 0 1,-9-11-146,7-3 0,-8-10 383,3 0 1,-4-9-43,-1-5 0,-6 2 103,-4-2 1,-3 8-80,-1 2 0,-5 6 355,0 8 1,-5 1 264,5 4 1,0 2 513,4 7 0,7 7-131,3 2 0,0 8 361,5 2 0,-2 2-168,12-2 0,-1-2 320,5 7 0,-2-2-506,-3 2 1,4-2 1,-4-3 1,4-4-148,1 4 1,0-3 386,0-2-839,0 0-75,0-6 49,0 5 1,1-12 78,4 4 0,-2-3-124,7-2 0,1-5 47,7 0 1,5-6-107,5 2 1,0 1-64,1-2 1,-1 7 80,0-1 1,6-3 233,-1 3 0,0-1 37,-5 5 1,1 0 217,-1 0 1,-4 0-60,-1 0 1,-5 0 98,1 0 1,-5 1-21,-5 4 0,-1-3 499,-3 2-67,-4-2-176,6-2 99,-7 0-562,-7 0 0,4 2-201,-6 2 0,4-2 71,-4 3 0,-7 1-82,-8-1 1,-4 6-53,-5-2 0,1 5-239,-6 5 0,0-8 214,-4 3 1,1-2-76,3 2 0,-1-5-205,5 1 1,1-7 107,5 2 1,4-4 30,1-1 0,5 0 112,-1 0 0,8 0 50,2 0-79,-1 0 306,3 0-188,0 0-47,7 0 206,0 0 53,0 6 0,0 2 237,0 7 0,0-6-52,0 0 0,0 2 492,0 8-547,0-3 0,0 5 57,0-7-878,0 0 400,0 0-130,0-6 212,0 5 0,2-12-330,3 4 0,2-10 73,8-4 1,5-5-28,4-5 0,7 3 93,2-3 1,2-1 81,-2 1 1,-3 0 410,3 5 1,-3 4-152,-1 1 1,-6 5 176,1 0 1,-7 2 128,2 2 0,-8 2 210,-1 2 0,-7 4-80,2 7 1,-4-6 289,-1 0 1,0 1-431,0 4 1,0-4-114,0-1-1192,0-6 854,0 10 0,7-13-700,2 0 0,5-8-255,5-11 0,-2 2-683,7-7 0,-7 5 658,2-5 0,-4 2-1402,-6-1 2515,-3-4 0,-62-20 0,20 17 0,1 0 0</inkml:trace>
  <inkml:trace contextRef="#ctx0" brushRef="#br0">22540 4541 7722,'-8'-14'736,"-4"0"180,10 0 0,-9 4 80,6 1-510,0 6 0,7-4-175,3 7 0,3 5 77,6 0 1,0 6 19,0-2 0,2 4-84,3 1 0,-2 5-155,7 0 0,-5 6 3,5-1 0,-6 7 0,6 3 0,0 5 22,4-1 0,1 4-25,-1 6 1,7 1-209,2 3 1,0 3 219,1-3 0,4 8-130,6 1 1,-6-4 102,-4-5 0,-2-1-155,2 1 0,1 3-55,-5-3 0,-1-2-57,-5 2 1,1 0 43,-1 5 1,7 0-160,2 0 1,0-1 120,1 1 1,1 2 27,8 2 0,-3-7 103,4 2 1,-4-7-86,-1 3 1,4-4 28,0 4 1,0-7-72,-4 3 1,-7 1-103,-3-2 0,-3 0-27,-1-4 0,-2-2-158,-4-3 1,-2 3 187,-7-3 0,-1-2 29,-4 2 0,2-11-563,-6 1 406,6-9 1,-8 0-42,6-10-130,-5-2 253,2-7 1,-6-7-248,0-2 0,0-5-343,0-5 1,0-5 837,0-9 0,-5-26 0,-3-13 0,3 18 0,0 1 0,0-1 0</inkml:trace>
  <inkml:trace contextRef="#ctx0" brushRef="#br0">25336 4030 8100,'-14'-6'531,"5"3"45,-1-7 28,1 7 1,-5-3-192,-1 6 0,1 0-4,0 0 0,-2 0-68,-3 0 0,-3 6 64,-6 4 1,-2 2 182,-3 3 0,-5 4-128,-9-1 1,1 8-66,-6-3 1,0 4-249,-5 2 1,-5 4 123,1 0 1,-7 0-425,2-5 0,-4 5 232,-1 0 0,34-13 0,-1 0 5,0-1 0,0 0 0,-1-1 0,1 0-49,0 1 0,0 0 0,-1-2 0,-1-1-47,-2 3 1,-1 0 0,-2-3 0,0-1-51,0 2 0,0 0 0,0-2 0,0-1-16,3 1 1,-1-1 0,-4 2 0,-2 1-225,0-1 0,-1 1 1,-4 2-1,0 0 122,2-3 0,0 1 0,0 2 1,0 0 77,2-3 0,1 1 1,1 2-1,1 0 5,0-3 1,0 1 0,-1 2 0,-1 0 73,2-3 0,0 1 1,-1 2-1,1 0-32,7-2 1,0-1-1,-1 0 1,0-1 43,1-2 0,-1-2 0,-3 3 0,0-1-186,1-1 1,1 0 0,0-1 0,0 0 136,2 0 1,0 1-1,-36 10-5,36-10 0,0 0 1,0 1-1,-1-1-44,-1-2 0,-1-1 0,3 3 1,0 1 20,-1-1 0,1 0 1,-34 13-213,-2-1 1,1 1 24,4-6 0,1 5 118,9-5 0,1 1 64,-6-1 1,-4-2-13,-1 7 1,3-5 6,12 5 0,0-2 11,4 1 1,0-2 451,10-7 0,2-4-289,12-1 0,-4-1 564,4 1 1,-2 2-506,11-6 0,2 1 919,7-1-838,4-3 28,6 4-451,0-6 0,2 0-142,2 0 0,-1 0-463,7 0 1,4-5 35,5 1 1,6-3-1566,-1 3 2341,3 2 0,9-22 0,7-9 0,2 2 0,1-1 0</inkml:trace>
  <inkml:trace contextRef="#ctx0" brushRef="#br0">22682 4059 7881,'0'-8'2404,"0"2"-1818,0 6-29,0 0-234,6 0 1,2 4 138,6 1 0,2 8-127,3 1 0,3 0-104,7 5 1,5 3-45,4 2 0,3 3-31,2 1 0,6 5-151,3 0 0,8 7 177,1-3 0,2 4-14,-1 2 0,-9-7-20,4-3 1,-5 2-83,0-2 0,-1-1-120,-4-9 1,-3 4 46,3-3 1,2 1-95,-1-1 0,5 3-14,-1-4 1,5-1-9,5 2 1,-4 0 64,3 4 0,-4-4 11,-5-1 0,-3-1 3,-6 2 0,-2 3-19,-3-4 1,3 4 44,-4 2 1,4-6-2,2 1 1,4 0 134,1 4 1,-1-4 74,-4-1 1,4-4 175,0 5 1,5-2-80,-4 2 1,-3-4 74,-7-6 1,2 1-68,-7-1 1,-2 0 38,-7 0 0,-4-4-178,-5-1 1,-1-4 105,0 4 1,-5-6-79,1 2 0,-7-2-135,2 2-157,-4-3 52,6 4-253,-6-6 155,6 0-41,-7 0 0,-2 0-1321,-3 0 1,-4 0 651,-10 0 0,-16 0 863,-12 0 0,-15-10 0,-18-7 0,-2 0 0,14 3 0,1 0 0,0 0 0,-1 1 0</inkml:trace>
  <inkml:trace contextRef="#ctx0" brushRef="#br0">22824 4556 7905,'-28'-15'0,"4"1"91,0 0 1,7 1 162,-2 4 1,5-4 33,4 4 1,-1-4 113,7-1 1,-3 6 502,2 3 247,4-3-463,-5 1 1,4-3 342,-3 1-472,4 6 0,-7-4 208,3 7-333,4 0-668,-12 0 0,5 7 232,-6 2 0,0 7-4,-1 7 1,0 7 92,-4 13 0,1 7-32,-5 7 1,4 2-323,-5 7 0,5 2 450,-4 7 1,13-36 0,1 1-132,-3 3 1,0-1 0,3-2 0,1-1 215,-11 37 1,-2-5-173,2-5 0,0 3 88,5-2 0,5 0-49,-1 0 1,2 1-59,-1-7 1,-4 5-310,4-4 0,2-1 223,3-4 1,-4 0-137,-2 0 0,-1-1 125,2 1 0,-8-5 60,2 0 1,-4-1 113,1 1 1,-3 6-133,-3-6 1,-1 0 134,6-9 0,-1 4-79,1 0 0,5-1 29,-1-8 0,3 1 56,7-6 1,-4 5 6,4-5 0,-5 1 185,6-6 0,-3-6-406,3-3 0,2-2 682,-3 2-553,4-3 1,-4 0-98,0-7-23,1-6-356,4 4 146,0-7-3,0-7 1,1-1-497,4-6 0,-4 0-898,4 0 1,1-5-586,-1 0 0,0-5 2233,-5 5 0,-15-23 0,-8-10 0,-1-3 0,1 1 0</inkml:trace>
  <inkml:trace contextRef="#ctx0" brushRef="#br0">20383 5861 7796,'-15'-8'-829,"7"2"0,-3 5 1017,7-4 528,-1 3 0,3-4 215,-2 6 118,2 0 212,-4 0-666,6 0-430,0 0 88,6 0-279,2 0 1,6 0 143,0 0 0,2 0-65,3 0 0,-2 0-4,7 0 1,-5 0 23,5 0 0,-1 1-24,6 4 1,-1-2 82,0 7 1,1-5 42,-1 4 1,7-4 17,3 4 0,9 1 114,5 4 1,10 0-340,4 0 1,5-3 183,5 3 0,-4-7-485,4 7 1,-4-3 320,-1 3 1,-4 2 20,-1 3 1,-8-3-57,-1 3 1,-7 1-69,-7-1 1,1 5 111,3-5 1,-7 1 8,2-1 1,-2-2 75,2 7 1,7-5 144,3 5 0,-1-7-42,1 2 0,-6-3-104,1-2 1,2 0-58,-2 0 0,0 0 82,-4 1 0,-2-3-208,-3-2 1,3 2-53,-3-2 1,-2-2 107,2 1 0,-5 1-61,5 4 0,0 0-110,4 0 1,2-1 184,4-4 1,-2 4 63,6-4 0,8 6 265,10 3 1,1-2-147,5 3 0,-3-3-29,-2-2 1,-2 0 50,-3 0 1,-4 1 215,-10-1 0,-3-2-204,-7-2 1,-1 3-182,-3-4 1,-2 4 57,-2 1 1,0-2-130,4-2 0,3 3 5,-3-4 0,-3 2 405,-2-2 0,-5 3-177,-4-8 1,-4 6-44,-5-6 1,-8 3-7,-2-3-121,-3-2-284,-2 4-187,0-6-3247,0 0 1967,-7 0 339,6 0 690,-5 0 1,4 0-294,-3 0 0,-4 0 1019,-10 0 0,-3-6 0,-17-1 0,-7 0 0,-4-4 0,0 0 0</inkml:trace>
  <inkml:trace contextRef="#ctx0" brushRef="#br0">21788 6954 7780,'-22'0'0,"6"-1"0,6-4 0,6 3-1279,-6-2 1775,7-4 2000,-3 6-1881,12-11 1,2 10 5,6-6 0,0-1-166,1-4 0,5 5-35,4-1 1,3 1-112,1-5 1,7-1 54,2 1 1,3 0-268,-2 0 0,9 0 3,0-1 0,9 0-86,5-4 1,4-2-286,6-2 0,4-4 230,1 3 1,-34 11-1,0-1 53,0 0 0,1 0 0,-4 0 1,1 0-38,0-1 0,0 1 0,0 0 1,-1-2 36,-1 0 1,0-1 0,1 2 0,1-1-24,0-3 0,0 0 1,-2 0-1,0 0-64,4-2 0,1-1 0,-3 2 0,0-1 49,1 2 0,-1 0 0,-1-1 0,-1-1 201,33-16 1,-8 7-335,-6 1 1,0 4 196,-5-3 1,9-1 30,5 1 0,2 4 11,-2 1 1,-1-1-13,-3-5 1,-2 6-20,6-1 0,-2 2-98,3-2 0,2-1 0,-3 6 0,-3-4 21,-1 4 0,-5 0-37,-5 5 0,-3-1-2,-7 1 0,1 0 23,-1 0 1,-7 6-6,-6 3 1,-3 2 3,-7-2 669,-6 4-869,-7-6 456,-6 7-418,0 0-114,-6 0 1,3-1-377,-7-4 1,6 2-827,-6-6 232,1-1 1,-6-4 611,1 0 0,-2 4 127,-2 1 1,2 4 551,-3-4 0,-3-1 0,0-10 0,-7-3 0</inkml:trace>
  <inkml:trace contextRef="#ctx0" brushRef="#br0">25123 4371 7971,'-9'-14'-1398,"-1"0"1118,7-1 0,-8 1 280,7 0 0,-1 6 0,5-4 0,-5 8 297,0-5 614,1 6 469,4-4-485,0 7-33,0 0-60,-7 0-434,6 0 0,-6-1 9,7-4-85,-6 4 43,5-6-226,-6 7 174,1 0-498,4 0-58,-4 0-84,6 0-400,0 0 733,0 7 0,-5 0 248,1 8 1,-6 7-57,5 6 0,-6 2 236,2 8 1,-5 6-56,-5 8 0,1 11-277,-5 8 0,-1 2 144,10-33 0,0 0 0,-1 0 0,1 1-38,0 1 0,0 1 1,0-1-1,0-1-149,-1 0 1,1-1-1,0-1 1,0-1 179,-15 33 1,6-2 28,-1-2 0,7 0-348,-2-5 0,1 4 48,0-4 1,2 5 21,-3 0 0,3-9-60,2-1 0,0-4 251,-1 4 0,0 0-76,-4 0 0,3-5 223,-3 0 1,2-6-140,-2 1 0,3 2 18,-3-2 1,3 4 9,2-9 0,0 4 14,0-8 0,1 3-57,4 1 0,-2-5 347,6-4 0,-6-2-210,1 2 0,3-3 103,-3 3 1,7-4-238,-2-6 0,-1 3 99,1-7 0,0 1-146,5-1 1,-4-8-182,-1 3 247,0-9-450,5 1-305,0-6-1674,0 0 865,0-6 0,0-2 564,0-6 0,0 4-60,0 1 0,0 0-801,0-6 0,0 6 827,0-1 1,2-1 867,2-8 0,11-28 0,7-13 0</inkml:trace>
  <inkml:trace contextRef="#ctx0" brushRef="#br0">27281 3761 7747,'8'-2'-177,"-3"-3"0,-2 4 830,1-4 61,-2-3-196,4 7-11,-6-12 50,0 11-82,0-4 142,0 6 937,0 0-556,-6 0-523,4 0 1,-4 2 278,6 2-512,0 4 0,-1 7-10,-4-1 1,3 5-41,-3 0 1,4 4-1,1-4 0,0 5 34,0-5 1,0 6-26,0-1 1,0 1-184,0-1 0,0 1 36,0-6 0,0 4-161,0-4 102,-6 0-163,4-5-986,-4 1 880,6-8 0,0-2-394,0-10 0,0-2-753,0-8 0,0-5 175,0-4 0,0-3 593,0-1 0,0-5 288,0 0 0,0 1 233,0 9 0,0 2 160,0 7 0,0 0 90,0 0 1,0 4 285,0 1 0,1 5 726,4 0 0,-2 4-453,7 4 1,-6 4 460,6 7 0,-2-1-442,1 0 0,4 0-211,-4 0 0,4 5-316,1 0 0,-1 2-164,-4-2 0,4-4 89,-4 4 1,2-3-81,-1-2 1,2-4-238,-2-1 1,-2-4 119,1 4 1,-4-6-376,4 2 344,1-3 0,4-4 103,0-3 1,-4-4 51,-1-10 1,1 2 153,4-7 0,-2 0-111,-2-4 1,1 0 146,-6-1 0,-1 6-167,-4-1 1,0 7-4,0-2-21,0 3-466,0 8-807,0 2 244,0 6 164,0 0 1,0 6 431,0 4 1,0 2 155,0 2 1,0 2 262,0 3 1,0-3-76,0 3 0,0 1 48,0-1 1,0 0 55,0-5 0,0 0 112,0 1 1,0-1 58,0 0 1,0 0 420,0 0-208,0 1-187,0-1 1,0-5-34,0 1-51,7-7-63,1 3 0,6-7-24,0-4 1,-1 2-86,-4-7 0,4 1 48,-4-5 0,8-5-119,2 0 0,0 0 98,-4 5 1,-6-1-9,0 1 0,-1 0 10,2 0 1,-2 6 11,-4 3-38,-2-3-78,4 7-68,-6-6 1,0 9 217,0 3 1,0 3 115,0 6 0,0 0-110,0 0 1,2 0 11,3 1 0,-2-1-42,6 0 1,-4 0 1,4 0 1,1-4 51,4-1 1,0-1 57,0 2 1,1-4 149,-1-6 1,2 0-20,3 0 1,-4-6 158,4-4 1,-3-2-90,-2-3 0,0 0 72,1-4 0,-6 1-43,1-5 0,-7 4 33,1-5-351,-2 7 1,-8-4-186,-4 7 0,-2 6-361,-3 3 0,-4 4 116,1 1 0,-8 1-270,3 4 1,2 3 180,2 6 0,3 0-261,2 1 0,0-1 292,0 0 1,6 0-83,3 0 356,4 1 0,2-1 71,4 0 0,3-6 162,6-3 1,7-4-147,2-1 1,4 0 169,1 0 0,2-1-145,4-4 0,-3-3-204,7-6 0,-7-5 276,3 0 1,-4-6-75,-2 1 0,-6 2 72,-3-2 1,-5 1 89,-4-6 1,-4 6 616,-6-1-353,0 7 0,0 1 827,0 6-1047,-6 7 1,-1-1 71,-2 8 0,-2 1-123,6 9 1,-6-3 206,2 8 1,2 2 188,3-2 1,-3 4-179,2-4 0,1 5 18,4-5 0,0 0-236,0-5 1,1 0-153,4 0 1,3 0-133,6 1 1,0-6-386,1 1 0,0-7-1137,4 1 1,2-2 793,2-2 0,4-6-755,-3-4 0,1-9 1665,-1-4 0,-22-23 0,-9-11 0,-2-4 0,1-1 0</inkml:trace>
  <inkml:trace contextRef="#ctx0" brushRef="#br0">28218 3747 7761,'-14'14'1818,"6"-5"-191,3 1-709,3-7 1,6 3-376,5-6 1,2-1 10,13-4 0,-1 2-532,6-7 0,-1 5-465,0-4 1,-1 4-938,-3-4 0,1 1 461,-6-2 919,0 4 0,-11-6 0,-2-4 0</inkml:trace>
  <inkml:trace contextRef="#ctx0" brushRef="#br0">29339 3732 7801,'8'0'3965,"-2"0"-1130,-6 0 2189,0 0-4933,-6 0 1,3 5 373,-7 0-659,1 6 0,-4-3 206,4 6 180,-4 0 1,7 0-1811,-4 1-657,4-1 1,6 0 691,0 0 1234,0-6 0,2 3 299,2-6 1,0-1 64,5-4 417,0 0-83,6 0 446,-1 0-194,0 0 317,-6 0-246,-2 7 44,1-6-513,-6 12 0,5-10-138,-6 7-534,0-7 438,7 9 1,-4-10 126,6 3 0,-4 1-180,5-1 1,-1-1-268,5-4 0,2-1 263,3-4 1,-2-3 388,7-6 0,-5-2 81,5-3 0,-6 4-182,6-4 1,-7-2 167,2 2 0,-8 0-29,-1 5 0,-7 0 74,2 0 0,1 4-132,-1 1-339,0 6 1,-7-5-44,-3 3-690,4 3 128,-12-4 1,10 6 290,-7 0 1,7 2-323,-1 2 229,-4-2 264,6 4 97,-11 1 573,12-6-96,-5 6 230,6-7 45,0 0-97,-7 6 69,6-5-205,-6 6-68,7-7-190,0 0-227,-6 0-220,5 0 1,-7 0-139,3 0 298,3 6 0,-9-3 129,7 7 1,-3-6-88,2 6 0,2-5-105,-6 4 58,6 1 0,-8 4-342,6 0 316,0 0 0,5 0-118,0 0 0,0-4 100,0-1 1,5-4 138,0 5 1,6-7 278,-2 1 1,4 3-158,1-2 0,2-1 38,3-4 1,-2-6 0,7-4 1,-5-2 65,4-2 1,-4-2-35,5-3 0,-5-3-12,4-6 1,-5 4 48,1 0 1,-5 2-58,-5-2 0,-2 4 65,-7 6 1,0 4-148,0 1-146,0 6 1,-3-4 45,-7 7 0,1 2-204,-10 3 1,-2 3-88,2 6 0,-4 0-300,4 0 1,0 0 178,5 1 1,-1-1 89,1 0 1,2-5 4,2 1 0,2-2 194,3 1 0,4-1 18,-4-3-187,4-4 261,1 6 1,4-6 23,1 4-19,6-3 0,-3 4 221,6-6 1,0-5 16,1 0 1,3-1-2,1 1 1,2 2-64,-2-6 1,-2 4 41,7-4 0,-1 4-29,6-5 1,-1 6 3,1-6 0,-1 7 88,0-2 0,-1 4-7,-3 1 1,1 0 79,-6 0 0,5 0-85,-5 0 1,-5 1 166,-5 4 48,-6-3-50,10 10-116,-11-4 0,-2 6-57,-10 1 1,-2-6-151,-3 0 0,-5 1-160,-4 4 1,2-1-279,-2-4 1,6 2-487,-6-6 122,7 6 0,-4-8-356,7 7-510,6-7 1321,-5 3 1,13-6 79,0 0 0,4 0 211,10 0 1,3-6 15,11-4 0,1-2-4,-1-3 1,5 1-152,0 0 0,7-6 19,-2-4 0,1-1 80,-1 1 0,0-7 142,-10 2 1,2-2 11,-11 2 1,-5 6 471,-4-1-161,-7 7 519,3-4-422,-12 13 0,-2 3-254,-6 10 0,0 3-213,-1 6 1,1 2 221,0 3 1,0 1 29,0 4 0,4 1-17,1-6 0,1 5 147,-2-5 0,-1 4-251,7-4 1,-1 5-28,5-5 0,0 0-240,0-5 1,0-4-208,0-1 0,6-6-285,4 2 1,7 1-12,2-1 1,6-2-630,-1-8 1,3-3 310,1-6 1,-4-1-1239,-1-4 2162,-5-3 0,-25-20 0,-10-8 0,-3-4 0,-1 1 0</inkml:trace>
  <inkml:trace contextRef="#ctx0" brushRef="#br0">30233 3647 7801,'-14'2'-826,"0"2"1,4-2 1868,1 3 2309,6-4-2020,-3-1-808,6 0 0,7 0-307,8 0 0,5 0-397,9 0 0,-1 0-471,0 0 1,5-4 599,1-1 51,-1 0 0,46-1 0,-34 2 0,1 0 0</inkml:trace>
  <inkml:trace contextRef="#ctx0" brushRef="#br0">30829 3818 16315,'15'-8'-974,"-1"-3"438,0 6 0,0-1 256,0 1 1,5 2-79,0-7 0,0 2 15,-5-1 0,1-4-74,-1 4 1,-5 1 302,1-2 1,-6 3 863,6-3-422,-7-3 134,3 6-152,-6-1 0,0 0 31,0 3-270,0 3 0,-1-4-31,-4 6 0,2 2-7,-7 2 1,3 0 32,-3 5-142,-3 1 1,7 4 87,-3 0 0,-2-5-30,6 1 1,0-1 263,5 6 0,-5-1-145,1 0 0,-1-5-244,5 1 1,0-1 71,0 6-41,0-1 0,6-2 94,4-2 1,4 1-43,5-6 0,-2-1 54,7-4 0,0 0 17,4 0 0,0-6 175,1-3 0,-1-4-27,1-1 1,-1-7-92,0-2 0,1-9-83,-1-1 0,-6-7-157,-3 3 0,-3-3 102,-2 2 0,-6 4-247,-3 5 300,-4 7 0,-2 8 114,-4 9 0,2 4 21,-7 1 1,1 0-149,-5 0 0,-1 1-14,1 4 1,0 3-14,0 6 0,0 5-9,-1 0 1,1 1 137,0-1 1,5-1 72,-1 5 1,7-5 321,-2 1 1,2 1-195,-2-1 1,4 5 344,-4-5 0,4 4-149,1-4 0,0 6 60,0-1 1,4-2-268,1 2 0,0-5-62,-5 4 0,4-1-11,1 2 1,0 6-26,-5-6 0,0 6-67,0-7 1,0 4-134,0 2 1,0-1-353,0 0 1,0 1 46,0-1 0,0-4-134,0-1 0,0-1 128,0 2 1,0-3-677,0-7 626,0 0 0,1-1 5,4-4 0,-2-3 227,7-6-14,-1 0 0,5-1 848,1-4 0,-1-4-278,0-10 0,0 1-36,0-5 0,1-1-211,-1-4 0,-2-5-93,-2-1 1,1 0-88,-6 1 0,-1 3-256,-4-3 1,-1 3 102,-4 1 0,-3 2-116,-6 4 1,0-1-210,0 10 1,-5-2 139,0 11 0,-5 1 53,5 4 0,0 0 62,5 0 1,5 1-568,-1 4 222,7-3-209,-3 10 632,6-4 0,6 0-41,3-3 0,10-4 327,5-1 0,3 0 65,1 0 0,2-6 101,3-4 0,-1-2-78,6-2 1,-5-5 89,5 0 1,-5-11-77,5 1 1,-11-4 35,1 0 0,-9 2 47,0-7 0,-10 8 161,-4 1-301,-3 1 311,-2 12-65,-7 2 0,-1 8-319,-6 6 0,5 0-218,-1 0 1,-1 6 132,-8 4 0,3 2-131,-2 2 1,3 2 293,6 3 0,-4-3-56,4 3 0,1-2 95,-2 2 1,6-3 33,-6 3 0,7 3 155,-2 2 1,-1-2-151,1 1 1,1-4 140,4 5 1,0-1-95,0 6 1,0-2-94,0-4 1,0 4-179,0-3 1,0 3 53,0 1 0,0-4-82,0-1 1,0-1-108,0 2 1,1 3-188,4-4 0,-4-2 65,4-2 1,-2-3-197,2-2 1,-2-5 121,7 1 0,-6-2-490,6 1 833,-1-3 1,6-6 225,-1 0 0,0-6 293,0-3 0,0-4-367,1-1 1,-1-7 58,0-2 0,0-4-55,0-1 0,-6-2-34,-3-4 0,-3 0-73,-2-4 0,0 3-314,0 7 1,-2-1-134,-3 1 1,-3 6 152,-6 3 0,-2 3-57,-3 2 1,4 6-62,-4 3 1,-2 4-490,2 1 365,0 0 1,5 1-716,0 4 751,6 3 1,2 6-26,6 0 1,0-4 77,0-1 0,1-4 168,4 5 0,3-7 303,6 1 1,7-2-34,2-2 1,4 0 14,2 0 1,-1-2 42,0-2 0,2-4 299,3-6 0,2-2-68,3-3 0,-3 2 178,-7-7 0,-1 2 46,-3-2 1,-6 4 211,-8 6-35,-4-1-626,-6 1 1,-6 6-262,-4 4 1,-7 4 73,-2 4 0,-6 4-111,1 6 1,-1 2 0,1 3 0,-1-3-258,6 3 1,2-3 25,7-2 0,-1 0 119,7 0 0,-6 0-98,5 0 0,2-1 139,8-3 1,3 2 115,6-2 1,7-4-15,2-1 1,10-4-7,5-1 1,-1-1 59,0-4 0,0-5 117,0-8 0,4 2 390,-3-3 1,-3-2-194,-2 2 1,-3-4 111,-1 4 1,-7 5 146,-3 4-284,-10 1-60,-3 1-315,-6 2 215,0 6 1,-1 0-50,-4 0 361,3 0 1,-4 1 95,6 4 747,-6-4-781,4 6 1,-6-7-54,4 0 0,0 0-308,-5 0 0,4 4-238,-4 1 0,-1 6 145,-4-1 0,2-2-75,2 1 1,-3 1-447,4 4 0,-2 0 149,1 0 1,-1-4-3,7-1 1,-1 0 67,5 6 1,-5-1 113,0 0 0,2-1 149,8-4 1,-2 2 179,7-6 0,1 4-87,8-4 0,-2 0 100,7-5 1,-1-2 402,6-2 1,-1-4-243,0-7 1,1 0 158,-1-4 1,5-3-218,0-7 1,5-5-202,-5-4 1,-4 3 46,-5 2 0,-7 3-185,2 2 1,-10 5 161,-4 5 11,-3 8 53,-2 4-109,-7 6 0,4 0-446,-6 0 1,1 6 197,-2 4 1,-2 7 27,2 2 0,-1 1 283,2-1 1,-4-1 197,4 5 0,1-4 11,-2 5 1,7-7-142,-2 2 0,4 2-70,1-2 1,0-1 40,0-3 1,0-1-314,0 0 1,0-4-570,0-1-510,0 0 855,6-1 0,-3-1-200,7-7 0,-7-2 256,2-3 0,1-3 33,-1-6 0,-1-6 23,-4-4 0,0-1 122,0 1 0,0-1 336,0 6 1,0 0 56,0 5 1,0 4 616,0 1-457,0 6-61,7-10 1,-4 12 535,6-4-102,1 3 1,9 2-143,0 0 1,0 0-183,-5 0 1,5 5-198,0 0 1,4 0-118,-4-5 0,5 0-194,-5 0 0,0 1 157,-5 4 1,0-2-168,0 6 0,0-4 59,1 5 0,-6-6-143,1 6 0,-6-1 156,6 6 0,-7-6 40,2 0 1,1 1 114,-1 4 0,1-4-82,-1-1 0,-2-6 6,6 2 1,-4-2-10,5 2 0,-1-4-13,5 4 1,0-5 52,1-5 1,-1-3-3,0-6 0,0 0 67,0 0 1,1 0-91,-1 0 1,-2-1-23,-2 1 23,2 0 1,-10 4 16,3 1-70,-4 6-291,-1-3 191,0 6 154,0 0-28,7 6 0,1-3 53,6 6-11,0-5 0,5 4 39,0-4 1,0-2 5,-5 3 0,0-4 44,0-1-82,0 0 1,1 0-74,-1 0 0,-5 0 83,1 0-593,-7 0 293,10 0 0,-10 0 53,6 0 127,-6 0 1,5 0-15,-3 0 0,-3 2 64,2 2 1,-1-2 303,2 3 0,1-2 346,4 2-501,3-4 1,-6 6 581,8-7-413,-1 0 0,0-5-72,0 0 0,-4-6-78,-1 2 1,-1-4-130,1-1 1,3 0-28,-8-1 1,1 1-260,-5 0 0,0 4-128,0 1 0,0 4-28,0-4-776,0 6 435,-6-4 530,-2 7 0,-5 2 53,4 3 0,1-2-133,3 6-44,4-6 196,-6 10 0,9-7 312,3 4 1,-2-2-110,6-4 0,1-2 308,4 3 1,5-4-126,0-1 0,0 0 25,-5 0 1,0-4 47,0-1-81,0-6 1,-1 8 571,-4-7-451,4 7 1,-10-5 61,7 3-405,-7 4-492,3-5-209,-6 6-4897,0 0 5219,0-7 0,0 4-290,0-6 0,0 4-1291,0-5 1951,-6 1 0,4-62 0,-1 28 0,0 1 0</inkml:trace>
  <inkml:trace contextRef="#ctx0" brushRef="#br0">22497 11169 7766,'0'-14'-508,"0"5"0,0-1 699,0-1 1,0 3 1814,0-1-1534,0 6 0,0-5-67,0 3 1,-1 4-45,-4-4 1,-3 3-111,-6 2 0,0 7 11,0 2 0,-5-1-3,0 1 1,-6 6 86,1 4 1,3 1-193,3-1 0,-3-2 12,2 7 1,5-5-3,4 5 1,6-2-116,-6 1 0,7-1 86,-2-3 0,10-1 16,5 5 1,7-7-125,2-2 1,6 0 52,-1-4 0,3 2-16,1 3 1,-4-6 10,-1 1 1,-7-6-65,-2 6 1,-1-5 158,-8 4 0,-1-4-8,-4 4 0,-1-1-97,-4 2 0,-5 2-56,-8-2 0,-5 1-162,-5-2 1,0 2-18,-1-6 1,1 4-238,0-4 0,1 0 132,3-5 0,-1 0-47,6 0 0,0 0 186,5 0 1,4 0 223,1 0 72,6-7-97,-4 0 101,7-1 1,2-3-107,3 6 0,-2 0 67,6 5 0,-4 0 52,5 0 4,-1 0 1,5 2-142,0 3 1,1-4-15,-1 4 0,2-4-167,2-1 0,0 5 63,5 0 0,-4 0-29,5-5 0,-2-5 27,2 0 0,3-6-81,-4 2 0,2-4 179,-1-1 1,1 0 81,-6-1 1,0-3 13,-5-1 1,-1 0 569,-3 4 396,2 1-438,-10 0-285,4 6 47,-6 2-437,0 6 0,0 6 206,0 4 1,-5 2 115,1 2 0,-1 5-141,5 0 1,0 0 18,0-5 1,0 1-400,0-1 0,0 0-125,0 0 139,6 0 1,2-1-9,6-4 0,0-1-265,1-3 1,-1-3 204,0 2 0,0-8-15,0-6 0,-1-2 178,-4-3 0,4 0 348,-3-4 0,-3 1 24,3-5 1,-7 5 44,2-1 0,-4 4 644,-1 0-479,0 1 4,0 0-322,0 6-524,0 2 336,0 19 1,0-2 70,0 12 0,2-5-60,3 0 1,-2-2 58,6-2 1,-4 1-228,4-1 1,3 0-12,6 0 0,0-4 37,5-1 1,-4-6 114,5 2 0,-5-3-162,5-2 1,-5-7 122,4-2 0,-5-4 178,0-1 0,-6 0 93,-3 0 0,-4-5-10,4 0 1,-6-2 155,2 2-141,-3 4 213,-2-6-270,-7 7-86,-1 6 0,-4 3-97,2 10 1,-1-2-213,7 7 0,-6-1 76,5 5 0,-1-1 32,1-4 0,4 4-71,-4-4 0,3-1 58,2 2 0,2-5-59,3 4 1,3-6 54,6 2 1,5-4 1,0-1 1,6 0 125,-1 0 1,2-4-96,3-1 1,-6-6 201,1 1 0,-2-2 55,2-2 1,-4-1 194,-5 1 0,-1 0-41,0 0 0,-1 4 79,-4 1 0,-3 4 188,-6-4-292,0 6 1,0-2-77,0 10 1,0-2-73,0 6 0,-4 5 376,-1 5 0,0 2-72,5-2 0,-5-3-147,1 2 0,-1 3-177,5-2 1,0 5-203,0-6 1,0 3 34,0-2 1,2-8-172,2 3 1,4-3 143,6 3 1,1-6-54,-1-3 0,0-3-78,0-2 0,5-2 62,0-3 1,1-3 106,-1-6 1,-3-5-62,3 0 1,-2-6-66,2 1 0,-3-4 7,3-5 1,-3-3-195,-2-7 0,-1 1 158,-4-1 1,2 2-127,-6 3 1,0 3 352,-5 7 1,0 6 176,0 3 464,0 10-471,0 2 0,-7 15 76,-2 6 1,1 2 116,-2 8 0,1-5 244,-5 4 1,4 1-196,1 4 0,4-1 104,-4-3 1,6 6-20,-2-7 0,3 6-185,2-10 0,0 4-203,0-4 1,7 5 13,2-5 1,4 0-150,1-5 0,5-1-17,0-4 0,4 2-334,-4-6 0,5 0 162,-5-5 1,1-2-158,-1-3 1,-3-4 168,3-10 0,-3 3-49,-2-3 1,0-3-101,0-2 0,5-1 130,0 2 0,0 2 36,-5 7 0,-4 0 59,-1 0 0,1 4 121,4 1 1,-5 5-14,1 0 1,-5 4 155,4 4 1,-4 0 0,4 5 1,-4 1-52,4 4 0,-4-5 103,5 1 1,-6-6-58,6 6-157,-7-7 17,10 3-189,-12-6 304,5 0-62,-6 0 1,-1 0-82,-4 0 1,-3 0 82,-6 0 1,-2 0 7,-3 0 1,-3 0 4,-6 0 1,1 7 128,3 2 1,-2-1-56,2 1 1,3 1 85,2 4 0,4 0-97,1 0 0,6 2 97,3 3 1,3-3-146,2 3 1,11-3-15,4-2 1,13 0 9,0 0 1,9-1-98,-4-4 0,5-2-177,-5-7 1,1 0-280,0 0 0,-5-7 214,5-2 0,-6-5-4,-4-5 1,1-3 20,-6-7 1,0 1-30,-5-1 0,-1-5 50,-4-4 0,2-2-37,-6 3 1,0-4 136,-5 3 0,0 5 116,0 4 1,-2 7 145,-3 8 1,2 6 334,-6 3 1,4 5-294,-5 5 0,1-2 105,-5 7 0,4 4 207,1 5 0,1 1-101,-2-1 1,-1-1 62,7 5 0,-6-1 6,6 2 1,-1 3 93,5-4 1,0 0-179,0 0 0,0-1-118,0 2 1,0 1-107,0-6 1,1 5-133,4-5 1,-2 0-271,7-5 0,-7 0-160,2 0 67,2-6 0,-3 3 168,5-6 124,-6 0 1,4-7 30,-7-3 1,1 2 220,4-6 1,-2-1-321,6-4 1,-1-2-222,2-3 0,2 4-177,-2-4 0,7 3 264,2 2 1,2 4 132,-2 1 1,-2 1 6,7-2 1,-7-1 70,2 7 0,-2-1-87,2 5 453,-3 0 0,4 0-82,-5 0 0,-6 1 595,1 4-252,-7-3-365,3 10 0,-4-10-223,2 3 1,-2-2 156,3 2-28,-4-4-20,-1 5-9,0-6-255,7-6 0,-6-2-68,4-6 15,-4 0 71,-1 0 90,0-1-12,0 8 1,-1 0-297,-4 7 326,-3 0 1,-6 2 9,0 3 0,4-2 201,1 6 1,4 1-64,-4 4 1,6 0 90,-2 0 0,-1 0-9,1 1 1,0-1-8,5 0 0,2 0-119,2 0 1,6-4 16,9-1 0,-2-1-43,7 2 1,-1-4-126,6-6 0,-1 0 9,1 0 1,4-6-227,0-4 0,5-2 22,-5-3 1,5-5 17,-5-4 1,0-1 112,-5 1 0,1-2 54,-1 2 0,-6 3-14,-3 2 0,-3 4-84,-2 1 123,-6 6 1,-2 3 143,-6 10 1,0-2-41,0 6 1,0 1 302,0 4 1,0-5-84,0 1 0,0-5 306,0 4-196,0-6-230,0 3 1,0-4 267,0 3 289,0-4-573,0 6 0,-1-7 13,-4 0 0,-3 0-254,-6 0 0,0 1-6,-1 4 1,1-2-53,0 7 0,0-3 137,0 3 0,-1 3-90,1-4 1,5-1 66,-1 1 1,7 1-26,-2 4 0,4-5 22,1 1 41,0-1 0,6 4 87,4-4 0,4-2-18,5-7 0,1 0 12,4 0 0,3-5-16,-4 0 0,-1-10 9,2 0 1,-2-8-68,2-1 1,-4-3-71,-5-1 0,-1-7-59,0-3 0,-1-6 88,-4 2 0,-3-3-129,-6 12 1,0 7 68,0 7 1,-6 4 167,-3 6 1,-4 9-72,-1 9 1,0 12 11,-1 7 1,1 2 167,0 8 1,5 0 293,-1 5 1,7-6 217,-2 1 0,5-6-340,5 1 1,4-3-165,10-2 0,5-6-323,9-3 1,2-5-493,3-4 1,1-4-106,-6-6 1,2 0-852,-2 0 1,-9-1 625,-1-4 1002,-5-3 0,-23-63 0,0 28 0,0 1 0</inkml:trace>
  <inkml:trace contextRef="#ctx0" brushRef="#br0">26131 11425 7629,'0'-14'655,"0"0"987,0-1-674,0 7 0,0-4-529,0 10 0,0-2 115,0 8 0,0 4 254,0 6 1,0 5-329,0 0 1,0 6 19,0-1 0,0 1-195,0-1 1,-1 1-138,-4-6 1,3 5-94,-2-5 1,2 0-196,2-5 0,-2 0 92,-2 0 1,2-4-126,-3-1-769,4-6 378,1 4-285,0-20 1,5-1 294,-1-10 0,3-3 125,-3 4 0,-2-4 255,3-2 1,-4 1 221,-1 0 1,2 6-97,2 3 0,-2 3 116,3 2 29,-4 6 1,6 2 3,2 6 0,-1 6 715,1 3 1,1 9-212,4 1 1,5 6 4,0-2 1,0 3-225,-5-3 0,5 4-49,0-3 0,1-4-141,-1-1 1,-3-5-34,3-4 1,2-4-305,-2-6 172,-1 0 1,-3-6 36,-1-4 0,-6-4-164,-4-5 1,-2-3-136,-2-6 0,0-1-41,0 1 1,-2-5-172,-2 0 1,-3-5-205,-2 5 0,-4-2 280,4 2 0,1 11-588,-1 3 551,5 3 0,-2 16-1036,6 0 1,0 13 313,0 11 0,6 2-115,4 3 0,1 4 752,-2 0 0,2-1 469,-6-9 0,0 36 0,-5 2 0</inkml:trace>
  <inkml:trace contextRef="#ctx0" brushRef="#br0">26486 11609 7636,'0'8'4158,"0"-1"-1351,0-7 1873,0 0-4572,6 0 0,-2 0-97,5 0 0,0 0-213,6 0 1,-1-2-363,0-3 0,5 2 335,0-6 0,1 4-134,-1-5 0,-1 6-328,5-6 1,-5 1 350,1-5 0,-8-1 117,-2 1 1,-1 0 143,1 0 1,-2 0 9,-7-1 219,0 1-110,0 0 1,-2 6 61,-3 3 0,2 4-110,-6 1 0,-1 6-2,-4 4 1,2 2 257,2 2 1,-1 5-10,6 0 0,-4 2-3,4-2 1,0-3-72,5 2 0,0-2 109,0-2 0,7 1-150,2-1 1,5-6-193,5-4 0,2 3 45,2-3 0,9 1-344,-4-5 1,4-6-20,-4-4 1,1-4 92,-1-5 1,-1 2-43,-3-7 1,1 1 134,-6-6 1,0-4-132,-5 0 0,-2-11 181,-2 1 1,-4-4 140,-6 0 0,0 9 5,0 0 0,-1 10 241,-4 9 0,2 6 60,-7 13 1,2 3-146,-1 7 1,-4 5 364,4 14 1,1 6-84,-2 2 0,7 4 84,-1 2 0,-3 0 26,3-1 1,-1-6 210,5-3 0,0 2-325,0-2 1,0 0-419,0-4 1,0-7-661,0-3-360,0-3-1212,6-2 1653,-4-6 1,4-4-277,-6-8 1,0 0 76,0-5 1,0-5-201,0-5 1,-2-5 382,-2 5 1,1-6-49,-7 1 1,2 4 562,-1 1 0,-2 3-89,6 2 0,-4 0 729,4 0 0,0 4-115,5 1 1,0 4 215,0-4 0,2 5-241,2 0 1,11 2 203,8 2 0,-1 0-150,2 0 1,4-5-81,5 1 0,-1-1-132,-8 5 1,2 0-61,-2 0 0,1 0 17,-1 0 1,-3 1 22,-7 4 0,-2 3 120,-2 6 0,1 0-84,-6 1 1,-1-1 81,-4 0 1,0 2-79,0 3 0,0-3 70,0 2 0,-4-2-393,-1-2 0,-1 1-550,1-1-691,3 0 451,-4-6 57,6-2 1,1-6 337,4 0 1,-2-5-54,7 1 0,-1-12 119,5 2 0,1-5 43,-1 0 0,0 3 313,0-3 0,0 3-163,1 2 809,-7 0 40,4 0-191,-10 6 1,6 2-185,-4 6 0,-2 6 191,3 3 1,-4 4-172,-1 1 0,5 0 14,0 1 1,1-1-296,-1 0 0,3-1 63,6-4 1,0 2-598,0-6 1,2 0 298,3-5 0,-2 0 109,7 0 0,-2 0-191,2 0 1,-4-7-211,-6-2 1,1-4 255,-1-1 1,-6 0 140,-4 0 0,-2-1 202,-2 1 0,-2 0-13,-2 0 1,-4 1 13,-6 4 0,-5 2-72,0 7 1,-7 0-36,3 0 1,2 0-151,2 0-283,4 0 258,0 7 0,8-4-381,2 6 243,3-5 0,10 3 52,6-2 1,2-3 91,8 2 0,-1-2 67,6-2 0,-1 0 128,1 0 1,-1 0 54,0 0 1,-6-2 243,-3-2 0,2 2 488,-2-3-395,0 4 250,-5 1-311,-6 6 0,-2 2-6,-6 6 1,0-4-81,0-1 0,0 1-112,0 4 1,-1-5 5,-4 1-273,3-1 39,-4 5 0,6-4-211,0-1 1,6-6 95,4 2 1,2-3-4,2-2 0,5 0-19,0 0 1,0-5 198,-5 0 0,1-6 125,-1 2 1,0-4-115,0-1 1,-1 0 152,-4 0 1,2-2-106,-6-3 0,0 8 26,-5-3 0,-2 3-130,-3-4 0,-4 3-25,-10 2 0,2 4-172,-7 6 1,5 0 52,-4 0 1,-1 0-73,-5 0 0,7 5 40,3 0 1,4 4 37,0-4 1,3 6-128,2-2 147,4-2 0,8 4 60,2-7 1,11 6-58,8-5 0,4-1-63,1-4 1,2 0 93,4 0 0,-3 0 6,7 0 1,-5-1 66,5-4 0,-7-1 112,3-4 0,-4-2-24,-2 2 1,-1-1 119,-4 2 1,-2-4 324,-7 4-148,0 2 96,-6-5-250,-2 10-156,-6-4 0,0 12 196,0 3 0,-1-1 197,-4 2 0,4-1 239,-4 5-258,3 1 0,2-1-168,0 0-76,0 0 1,2 0 45,3 1 0,2-6-149,8 1 0,-1-7-257,0 1 1,5-2 142,0-2 0,0 0-40,-5 0 0,5-2 2,0-2 0,0 1 70,-5-7 1,0 1-240,0-6 0,1-3 12,-1-1 1,0-7-89,0 3 0,0-4 114,1-1 1,-1-1-18,0 1 0,-6-1 98,-3 1 1,-4 6-155,-1 3 226,0 3 1,-1 8 216,-4 4 1,-3 4 75,-6 4 1,0 4 96,-1 6 0,6 7 234,-1 3 0,1 2-215,-5 3 1,4-6 109,1 1 1,6-5-13,-2 5 0,3-5 104,2 4 0,0-5-68,0 0-600,0-2 0,2-2-113,3 1 0,3-7 16,6-4 1,2-2-264,2-2 0,5-2 173,5-2 1,0-4-165,1-7 0,-1-5 114,1-4 0,-1 2-70,0-1 1,-1 0 212,-3 0 0,1-2 197,-6 6 0,-5 0 288,-4 5-169,-7 6 0,0 1 54,-13 7 0,-1 0-71,-12 0 1,-1 7-11,-4 2 0,1 4-32,3 1 1,2 0 19,3 0 1,8 1 46,-3-1 1,9 0 100,1 0 1,4 0 35,4 0 0,10-1-96,10-3 0,9 2-64,5-2 1,3-4-68,2-1 1,-2-4-129,-4-1 1,3 0 47,-7 0 0,-5 0-369,-4 0 153,-13 0 0,2-1-771,-13-4-673,0 3 772,0-4 1,-2 6-368,-3 0 0,2 0 518,-6 0 811,-1 0 0,-16 0 0,-4 0 0</inkml:trace>
  <inkml:trace contextRef="#ctx0" brushRef="#br0">11809 15243 24929,'22'-22'-593,"-1"-4"76,-7 8 891,-6-1-258,-2 11 0,-7 1-1500,-4 7 2303,3 0 1,-9 7-63,7 2 1,-1 4-590,5 1 1,0 0-419,0 0 0,0 7-2,0 3 1,0-2 70,0 1 0,0 1-159,0 4 0,0 2 149,0 3 0,0-1 1073,0 6 0,0 0-1892,0 4 1,0 7 506,0 3 1,-5 2 97,0-2 1,1 1 262,4-5 0,0-3-109,0-7 1,0-5-307,0-9 1,0-3-218,0-7-1305,0-6 1148,0-2 0,0-8-162,0-2 0,4-6 46,1-9 0,6 4-500,-1-4 1,2-3 644,2-2 1,1-5 825,-1-4 1,-4-10 0,0-7 0,1-6 0,0-1 0</inkml:trace>
  <inkml:trace contextRef="#ctx0" brushRef="#br0">11866 15300 8504,'-22'-21'0,"1"5"245,7-3 0,2-1 427,2 1 1,4 5-216,6 4 0,0 1-1,0-5 1,6 4-115,4 1 0,2 1 0,2-2 1,5-2-13,0 2 0,6 2-35,-1-1 0,3 4-75,1-4 1,5 6 90,1-2 1,10-1-243,-2 1 0,4 0-40,-3 5 0,6-1-164,3-4 1,8 3 18,1-3 1,7 4-384,-2 1 1,3-5 329,2 0 1,5-4-111,0 4 1,-2 1 31,-8 4 0,4-5 166,-4 0 0,3-1-77,2 1 0,-6 3 73,-4-2 1,-4 2-43,-5 2 1,3 0-41,-3 0 0,-1 0-6,1 0 1,-5 0 5,5 0 1,-1 0-107,1 0 0,-2 0 297,-2 0 0,-4 0-117,3 0 0,2 0 88,-2 0 1,-4 0-39,-5 0 1,-7 0 153,2 0 0,-3-5-81,-1 1 0,-7-1 395,-3 5 1,-3 0-334,-2 0 0,0-2 425,0-2-319,0 2 1,-4-4-68,-1 6 96,1 0-77,-2 0 7,-2 0 47,-6 6-109,0 2 0,0 6 173,0 0-4,0 1 1,0 0-119,0 4 1,5-1-24,-1 5 1,3-4 108,-3 5 1,-2-1-86,3 6 0,-2-1-2,2 1 1,-4 1-59,4 3 0,-4-3-16,-1 3 0,-4 1-7,-1 0 1,-1 0-14,1-1 0,3-3 38,-2 3 1,1-1 11,-2 1 0,3-4-134,-3-1 0,4 0 91,1-4 1,0 1-10,0-1 0,0 1 19,0-6 0,0 0 11,0-5 1,0-4-140,0-1-316,0-6 69,0 3 295,0-6 247,0 0 0,-6 0-219,-4 0 1,-4 0 7,-5 0 1,-3 0-29,-6 0 0,-9 0-116,-5 0 1,-7 0 49,-8 0 0,-8 2-219,-6 3 1,0-2 371,-4 6 0,-3-1-61,3 2 0,33-4 0,0 0 2,-1-1 1,1 0 0,2-2 0,0 0-4,-3-1 0,0 1 0,-32 3 24,-1-1 0,3 0-44,2-5 1,0 0-15,0 0 1,1 0-114,-1 0 0,-7 0 13,-2 0 1,3-5 26,1 0 0,-3 0 59,-1 5 1,1 0 0,-2 0 1,9 0 36,1 0 1,6 5 4,8 0 1,2 4 148,3-4 1,5 5-106,9-6 0,3 3-13,7-3 1,6-2-12,3 3 0,9-2-601,6 2-158,2-4 0,4 5-310,2-6 1,6 0-112,9 0 1,3 2 1143,6 3 0,1-4 0,-1 6 0</inkml:trace>
  <inkml:trace contextRef="#ctx0" brushRef="#br0">14648 15356 23368,'-9'-8'-1965,"-1"4"0,7 1 408,-2-2 1628,4 3 46,-6-4 1,6 4 147,-4-2 1,5 2 771,5-3 1,3 4 37,6 1 0,6 0-575,4 0 0,4 0 432,6 0 0,-3 0 168,7 0 1,0 0-48,4 0 1,6 0-226,-1 0 0,0 4-435,-4 1 0,-2 0-442,-3-5 0,1 0-164,-6 0 1,-6 0-277,-8 0 15,-3 0 420,-8 0 12,-2 0 0,-8 0-69,-2 0 1,-6 0-74,-9 0 1,2-2-195,-7-2 1,5 2-476,-4-3 0,1 2 296,-2-2 1,3 4 314,7-4 1,0-1 57,0 1 1,4 0-654,1 5 1340,6-6-1069,-4 4 0,14-4 1387,2 6 0,9 0-187,1 0 1,1 2 104,-1 2 0,-3 4-532,3 7 1,-5-6-100,-5 0 1,2 1-291,-6 4 0,0 2-617,-5 3 1,0-3 461,0 3 0,-6-4-561,-4-1 1,-7 2 287,-2 3 1,-5-3 843,5 3 228,-6-3 0,-10-8 0,-9-2 0</inkml:trace>
  <inkml:trace contextRef="#ctx0" brushRef="#br0">15826 15243 18525,'0'-14'-2721,"2"-1"2782,2 1 1,-2 5 960,3-1 381,-4 1-367,-1 1-428,0 2-319,0 6 1,0 6-250,0 3 0,0 4 278,0 1 1,5 5-253,0 0 0,0 6 123,-5-1 1,1-2-165,4 2 0,-4-1 64,4 6 0,-3-2 118,-2-4 0,0 4-92,0-3 0,0-2-333,0 1 1,0-5-610,0 1 1,0-4-150,0 0-422,-7-1 58,6-6-1854,-5-2 2947,6-6 344,0-6 0,18-40 1,6-16-1</inkml:trace>
  <inkml:trace contextRef="#ctx0" brushRef="#br0">15926 15342 18482,'-15'-12'-3158,"1"2"3034,-6-9 0,4 10 803,-3-10 0,3 5-166,2 4 0,6-3-473,3 4 1,4-4-40,1-1 0,6 3 493,4-3 0,8 3-251,6-8 0,8 5 449,1 4 0,6-2-388,-1 2 0,-3 4-24,-2 1 1,-3 4-56,-2 1 0,-6 0 174,-3 0 1,-5 6-429,-4 3 0,-4 9-109,-6 1 0,-1 6-122,-4-1 1,-8 2 145,-6 3 1,-6-6 112,1 1 0,-1-2 87,2 2 0,-4 1 63,3-6 1,2 0-75,-2-5 0,7 0 393,-2 0 0,3-1 75,2-3 0,5-4-144,-1-6-498,7 0 1,-2 0 166,10 0 1,3 0-149,6 0 0,0 0 181,1 0-137,-1 0 0,0 5 97,0-1 1,-4 6-282,-1-5 0,-4 6-75,4-2 1,-4 2 167,4-1 0,-4 2-251,5-2 1,-6 2-313,6 2 0,-5 1 80,4-1 1,0-5-112,6 1 0,-1-7 372,0 2 0,0 1 271,0-1 0,5-2-66,0-8 0,5 2 292,-5-7 0,5 1 134,-6-5 0,0-5 99,-9 0 1,2-2 274,-6 3 0,0 2-453,-5-3 1,0-2 254,0 2-329,0 0-570,-7 5 0,4 6-403,-6 4 328,6 2 1,-8 4 398,6 2 1,-1 6 11,1 9 0,3-3 70,-2 2 1,2 3-14,2-2 1,0 1-92,0-1 1,0-3 110,0 3 1,5-3 147,-1-2 0,8 0-556,-3 0 1,8-4 7,2-1 1,5-6-218,-5 2 0,6-5 243,-1-5 0,1 2 12,-1-6 1,-2-2 183,-3-8 0,-4 3 41,4-3 0,-4-1 63,-6 1 1,2-6 203,-6 1 0,-1 2-144,-4-2 0,-6 2 142,-3-2 0,-9 4 118,-1 6 1,-4 6-11,4 3 0,-2 4 17,2 1 1,4 0-174,-4 0 1,3 6 11,2 3 0,0 9 37,-1 1 0,6-1 7,-1-3 0,7 4-77,-1 0 1,2-1 27,2-3 0,0 4-258,0-1 0,2-3-121,2-6 1,9-1-144,6 1 0,6-2 56,-1-7 1,3 0-132,1 0 0,5-2 147,0-3 1,0 1 70,-4-10 0,1 3 204,3-8 0,-8-2-114,3 2 1,-7-1 618,3 1 0,-7 3 80,2-3 1,-10 8 1134,-4 2-811,-3 5 152,-2-2-527,-7 19 1,6-4 70,-4 10 1,-1-3-466,1-2 1,0 5 143,5 0 0,0 0-168,0-5 1,6 0-338,4 0 0,3-4-375,1-1 1,5-6 221,0 2 1,4 2-332,-4-3 1,5 1 389,-5-5 0,0-5-114,-5 1 0,0-8 453,0 3 1,-1-4 335,-4-1 1,-2 0 99,-7 0 0,4 4 113,1 1 1,0 4 1271,-5-4-892,0 6-422,-6-4 1,4 9-122,-3 3 0,2-2 120,-2 6-572,4 1 143,-6 4 1,14-2-112,2-2 0,5 1-141,5-6 0,2-1-201,3-4 1,2 0 178,-2 0 1,3-6-70,1-3 0,1-4 173,-1-1 1,-4-7-26,-1-2 0,-5-3 104,1 3 1,-8-6 42,-2 1 0,-6-2-148,2-8 1,-5 7 169,-5-2 0,-3 3-1,-6 1 1,5 7 158,-1 3 512,1 10-438,-5 2 1,1 14 31,3 2 0,4 9 397,6 0 1,0 8-61,0-3 0,0 4 164,0 2 0,0-1-268,0 0 1,0 1 58,0-1 0,0-1-261,0-3 0,6 2-142,4-2 1,-2-3-10,1-3 1,5-2-222,5-2 1,2-1-40,-2-4 0,3-2-401,6-7 1,1 0-317,-1 0 1,0-5 314,1 0 0,-5-6 57,-1 2 0,-1-5 79,2-5 1,1 3 124,-6-3 1,0-1 49,-5 1 0,2-5 207,3 5 1,-10-5 244,1 5 0,-7-4-181,-3 4 0,0 5 395,0 4 0,-2 5-95,-2-4 1,-4 6 98,-6-2 0,-5 10-193,0 4 0,-2 6-52,2 3 1,8-2 67,-3 3 0,3 3 113,-3 2 1,6-4-159,3-1 1,4 2-4,1-2 0,0 1-293,0-1 1,1-3-120,4 3 1,3-8-105,6-2 1,5-4 106,0 5 0,6-7-79,-1 1 1,3-2-41,1-2 0,-4-6-147,-1-4 1,-1-2 310,2-3 0,1-4-61,-6 1 0,2-3 299,-2 2 1,-4 3 2,4-3 1,-3 4 178,-2 0 1,0 1-47,1 0 1,-1 6 167,0 3 0,-4 4-65,-1 1 0,-4 0 23,4 0 0,-6 1-55,2 4 1,-3 3 189,-2 6 0,0 0 54,0 1 1,0-6-276,0 1 1,0-1-260,0 5 0,1-1 53,4-4 1,-3 4-427,2-4 383,4-2 0,0 4-90,6-7 1,-4 1 76,-1-5 57,1 0 50,4 0 151,-6 0 414,-2-6-405,-6-2-159,0-6 1,0 0-12,0-1 0,0 6-16,0 0 0,-5-1-398,1-4 0,-1 0-69,5-1 1,0-3-268,0-1 0,5 0 199,-1 5 0,7-1-42,-1 1 1,7 0 213,2 0 0,0 6 226,-5 3 0,5 4 131,0 1 1,0 0-73,-5 0 0,0 0-54,1 0 0,-6 4-164,0 1-826,-5 6-576,8-3-461,-10 6 2093,4 0 0,-19 1 0,-2-1 0</inkml:trace>
  <inkml:trace contextRef="#ctx0" brushRef="#br0">18395 15328 9207,'15'-8'1137,"0"-3"-850,4 6 1,2-1-512,2 1 1,9 4-14,-4-4 1,5-1-238,1 1 0,-4-1 296,3 1 1,-3-1 158,-2-4 0,-11-1 175,-2 6 0,-6-1 372,0 1 60,-2 4 0,-14-6-249,-2 7 0,-5 0 119,-5 0 0,2 7-31,-7 2 0,5 4-125,-5 1 0,7 0-115,-2 0 0,8 5-137,2 0 1,5 0 54,0-5 0,2 1-205,2-1 1,0 0-347,0 0 0,2 0-29,2 0-575,-2 1 341,11-1 1,-18-5-507,0 1 0,-12-7 1215,-7 2 0,-27-11 0,-13-6 0,-5 1 0,-1-1 0</inkml:trace>
  <inkml:trace contextRef="#ctx0" brushRef="#br0">17231 15229 8263,'-30'0'211,"-3"0"1,8 0 411,-3 0 0,14 0 830,-1 0-954,11 0 0,5-5-482,13 0 0,7-4 47,7 4 0,9-6-110,5 1 0,1-1-120,4 2 1,-3-4-401,-1 4 0,-5 1 566,-1-1 0,-11 5 0,0-2 0</inkml:trace>
  <inkml:trace contextRef="#ctx0" brushRef="#br0">15514 14760 8413,'-2'10'1219,"-2"-1"1,0 1 220,-5 4 1,3 8-663,-9 6 1,3 4-352,-12 10 0,-1 10-284,-8 15 1,16-30 0,-1 1-375,-1 2 1,0 1 0,-1 0 0,1 1 366,2 1 0,1 0 1,-1-1-1,1 1 85,1-1 1,1 1 0,1-4 0,-1-1 120,-9 33 1,2-6-16,7-8 0,-2-2 62,-3-3 0,2 1-122,-7-5 1,7-7-228,-2-8 1,3-3-79,2-2 0,2-6-387,2-3 678,4-9-1383,6-4 855,0-6-109,0-6 0,6-2-1874,4-6 0,8-1 307,6 1 1951,3 0 0,-27-31 0,-10-13 0,1-4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4266 8487 8140,'0'-8'203,"0"0"381,0 4-292,0 2 0,0-6 346,0 3-254,0 4 1,0-7 162,0 3-153,0 4-355,0-6 255,-7 7 0,6 2 30,-4 3 0,-1 3-26,1 6 1,0 5 151,5 0 0,-4 6-159,-1-1 1,-5 3-16,6 1 1,-3 0-108,3 1 0,0-1 101,-5 1 1,6-1-325,-2 1 0,-1-7-66,1-3 0,-5-4-77,6 0 1,-6-1 10,6 0 0,-3-6-326,2-3 226,4-4 0,-10-7-65,6-4 1,-4-7-95,4-2 0,-5 0 82,6 5 0,-3-3 412,3 2 1,2-2-55,-3 8 580,4 2 130,1-5 402,0 10-426,0-4-216,0 12 1,1-3-102,4 7 1,0-6-97,9 6 0,-1-7-839,10 2 0,-4-4 359,5-1 0,0-1-935,4-4 1,-1 2 0,-3-7 1,1 2-1541,-6-1 2686,0-4 0,-18-1 0,-2-8 0</inkml:trace>
  <inkml:trace contextRef="#ctx0" brushRef="#br0">2645 9482 8130,'-14'0'85,"0"0"163,-1 0 0,-1-4 415,-2-1 0,0 0-106,-6 5 0,5 2 109,-4 2 1,-1 0-140,-4 5 1,-1 1 62,1 4 1,-1 0-183,1 0 1,6 0 114,3 1-541,3-1 79,8 0 1,5 0 119,12 1 0,1-8-49,9-2 0,1 1-227,-1-1 0,5 6 56,-5-1 1,5-2 117,-5 1 1,0 1 21,-5 4 0,0 0 33,0 0 1,-6 0-60,-3 1 0,-3 0 32,-2 4 0,-2-1-16,-3 6 0,-4-7-96,-10 2 1,-3 1-201,-7-1 0,-4-1-31,0-9 0,0-1-237,4-3 1,1-4 217,-1 4 1,7-10-47,3-4 1,10 1 239,4-1 1,4-1-72,1-4 1,6 4 129,3 1 0,6 4 129,4-4 0,-4 6 370,4-2 1,-3 3-214,-2 2 1,0 0 103,1 0 1,-1 0-181,0 0 0,0 0-210,1 0 0,-6 0-434,1 0 0,-1 0 24,5 0 1,5 0-206,0 0 0,2 0 267,-2 0 1,-2-1-123,7-4 1,-5-3 153,4-6 0,-4 0 230,5-1 0,-7 0-75,2-4 1,-4 3 588,-6-3 1,2 8 983,-6 1-776,0 7 244,-5-3-509,0 6 0,-5 6 152,0 4 1,-4 4-65,4 5 1,-1-2 90,1 7 0,3-5-287,-2 5 0,2-7-178,2 2 0,2-2-673,2 2 1,4-6 3,6 6 0,-3-13-330,4 4 1,-4-3 422,8-2 0,-2 0-122,2-5 1,-3-8 263,3-6 0,-3-5 133,-2-5 0,0-3 103,0 4 1,-1-3 225,-4 3 1,-1-3 591,-3 7 1,-3 5 259,2 5 76,-2 6-90,-2-4-271,-6 20 0,4 1-248,-3 10 0,4 1-4,1-6 0,0 5-368,0-5 1,0 0 115,0-5 0,6 0-576,3 0 1,1 0-76,4 1 0,-3-7-368,8-4 0,-3-2 389,-2-2 1,5-2-113,0-2 0,0-6 252,-5-9 0,0-3 7,1-6 1,-1-1 174,0 1 0,-1 4 196,-4 0 0,-1 7 454,-3-2 1,-4 3-149,4 2 0,-5 6 54,-5 3 1,2 4-154,-6 1 1,1 6 72,-2 4 0,-2 4-166,2 5 0,4-3-31,1 3 1,2-4-100,-2 0 0,4-1-228,-4 0 1,5-1-1260,5-4 907,3 4 1,6-12-64,0 4 1,5-3 285,0-2 0,0 0 113,-5 0 1,5-7 126,0-2 1,0-4 261,-5-1 1,-4 5 3,-1-1 51,1 1 1,-1-1 1092,1 1-389,-7 5-31,3-2 66,0 6-435,-4 6 0,4 2-239,-6 7 0,2-6-66,3 1-64,-4-1 1,6 5-117,-7 0 1,0-4-728,0-1 287,6 1 0,-4 4-852,2 0 896,-2 0 0,-1-1-553,4-3 628,-3 2 0,6-9 155,-4 7 5,-2-7 0,11 3 173,-4-6 1,-1 0-103,1 0 1,1-6-103,4-3 0,0-4-91,1-1 1,-1-7 76,0-3 0,0-2-136,0-3 0,-4-6 45,-1-2 1,-1 0-231,2-1 1,1 2 316,-6-2 0,-1 5 391,-4 9-122,7 4-2,-6 5 146,6 8 0,-7 7-153,0 9 0,0 4-46,0 1 0,0 5 1356,0 0 1,0 6-608,0-1 1,0 1-282,0-1 0,0 3-263,0-4 1,-5-1-241,0 2 0,0-2 102,5 2 0,0 1-66,0-6 0,0 0 169,0-5-376,0 7 1,7-7-135,2 0 0,4-6-315,1-8 1,0 0 70,0 0 1,5-1 191,0-4 1,5-5-24,-5-9 1,6-3 177,-1-6 1,-2-1 8,2 1 0,-7 0-13,2-1 0,0 1 255,-5-1-127,4 7 195,-10 2 0,1 12-86,0 3 1,-5 5 134,0 5 189,-2 3 1,3 6 97,-1 0-241,1 0 1,-5 0-136,0 1-287,0-7 205,0 4-411,0-10 326,0 4 0,-1-6-98,-4 0 1,2 0-291,-7 0 323,1 0 1,-5 0 79,-1 0 1,1 2 38,0 2 1,0 0 20,-1 5 1,1 1 45,0 4 0,5-5 384,-1 1-321,7 6 1,-3-1 109,6 4 1,6-3-229,3-2 0,4-4-17,1-1 1,5-6-166,0 2 0,6-3 105,-1-2 0,3-3 8,1-7 0,1 1 3,-1-10 1,-4-3-4,0-2 0,-7-3-87,2-1 0,-3-6-126,-2 1 1,-5-5 108,1 5 1,-7 0 180,2 5 0,-4 5 344,-1 4-399,-6 10 1,3 3-38,-7 6 0,6 6 129,-6 3 1,2 10 191,-1 5 0,1 3 110,3 1 1,2 1 279,-6-1 0,5 2-47,0 3 1,-3-7-290,3 2 0,-1-7-252,5 2 0,-2-5-99,-2 1 0,2-4-972,-3 0 533,4-7-21,1 4 0,0-12 121,0 0 0,6-6 49,4-8 0,2-5-103,2 0 1,5-5 134,0 5 0,0-5 290,-5 6 1,5-1 41,0 4 236,0 7 1,-4 2-101,-1 6 1,0 0 185,0 0 1,-4 2 399,-1 2 1,-4 3-268,4 2 0,-1 4 405,2-4-691,2 4 0,-4-4-313,7 1 57,-1-7 0,0 3-280,0-6 1,-1-1 215,-4-4 0,4 2-126,-4-7 1,-2 1-132,-3-5 1,3 0 37,-2-1 0,-1 1 338,-4 0 1,0 4-126,0 1 30,0 6 0,-6-4 110,-4 7 0,-2 2 158,-2 3 1,4 3-16,1 6 0,1 5 195,-2 0 0,2 0-99,4-5 1,2 0 22,-3 0-346,4 1 1,7-1-84,4 0 1,2-6-203,2-3 1,5-4 181,0-1 0,7 0-94,-3 0 1,-1-6 237,2-4 0,0-7 100,4-2 0,-4-1-57,0 1 1,-7 3-110,2-3 0,-3 3 396,-2 2 1,0 6-33,0 3 0,-4 4 68,-1 1 0,-4 0 282,5 0-215,-7 0 1,8 6-67,-6 3 0,4 4 588,-4 1-612,-1 1 0,1-1 12,0 0-399,0 0 112,-5 0-294,0 1 143,0-1 1,-7-2-130,-2-2 0,1 1 101,-1-6 1,1 1-49,-2-1-203,-3-4-325,6 6 486,-8-7 18,7 0 6,-4 0-1452,10 0-2005,-10 0 1271,10-7 2399,-11-1 0,-7-12 0,-10-2 0</inkml:trace>
  <inkml:trace contextRef="#ctx0" brushRef="#br0">4593 9909 8101,'5'-14'335,"-1"-1"0,6 1 503,-6 0 1,3 6-299,-2 3-803,-4-3 361,12 7-98,-5-5 0,0 25 0,-2 4 0</inkml:trace>
  <inkml:trace contextRef="#ctx0" brushRef="#br0">4792 9852 8101,'0'-9'0,"0"-1"288,0 1 0,0-1-29,0 1-569,0 5 310,0-2 0,-25 12 0,-7 2 0</inkml:trace>
  <inkml:trace contextRef="#ctx0" brushRef="#br0">14446 3952 7769,'-2'-9'207,"-3"-1"0,4 5 904,-4-4-242,3 6 157,2-10-331,0 12-273,0-6 0,7 3-29,2-1 0,9 0-150,1 5 0,4 0-1,-4 0 1,7 0-79,-3 0 0,4 0-124,1 0 1,1 0-3,-1 0 1,-4 2-123,0 2 1,-7-2-183,2 3 1,-3-4-967,-2-1-214,-6 7 599,5-6-345,-12 6 1,-1-3 420,-9 1 1,-4 0 338,-1-5 1,-7 4 431,-2 1 0,-29 6 0,-9-3 0</inkml:trace>
  <inkml:trace contextRef="#ctx0" brushRef="#br0">14574 3966 7769,'0'-8'-1238,"0"1"1989,0 2 2230,-7 3-1374,6-10 263,-6 10-956,7-4-25,0-1-731,0 6 1,0-4 27,0 10 0,0-2 39,0 6 0,0 3-90,0 6 1,0 0-167,0 6 1,0-1 54,0 6 1,0-1-189,0 1 1,0 4-14,0 0 0,0-2-130,0-7 0,0 3-32,0-3 0,0-4-102,0-1 224,0 3 0,0-6 33,0 3 0,0-8 31,0-1 0,-1-7 68,-4 2 1,-3-4-9,-6-1 1,-2 0 36,-3 0 0,8 0 3,-3 0 1,3 0 586,-3 0-275,6 0-120,1 0 1,7-1-26,0-4 1,4 3 35,5-3 0,1 2 16,9-1 0,1 2 113,-1-3 0,5-1-314,-5 1 1,1 0-367,-1 5 1,-3 0-998,3 0 0,-3 0 653,-2 0 0,0 0-746,0 0 0,1-1 369,-1-4 1122,-6 4 0,23-25 0,1 3 0</inkml:trace>
  <inkml:trace contextRef="#ctx0" brushRef="#br0">14929 4094 7786,'-9'-14'0,"-1"0"0,2 0 949,-1-1 1367,2 8-371,7 0-910,0 7 3,0 0-1011,0 7 0,5 2 276,0 10 1,4-2 128,-4 7 1,0-5-63,-5 5 1,0-5-153,0 4 0,5 1-168,-1 4 1,1-4 98,-5 0 0,0-7-372,0 2 0,0 2-97,0-2 0,0 0-986,0-5 493,0 0-479,0 0-241,-6-6 394,4-1 1,-4-9 81,6-3 0,0-4 514,0-10 0,0-3 202,0-7 0,0-4 314,0 0 0,-5-2-32,0 2 0,1 8 167,4-4 0,-5 4 36,0-3 0,0 5 273,5 4 1,0 4 2160,0 0 389,0 1-1501,0 6-824,7 2-382,1 6 1,6 2 109,0 2 1,-4 4-194,-1 6 1,1 1-27,4-1 1,-2 0 2,-2 0 1,2-4-77,-2-1 1,3 1-880,1 4 374,0 0 1,0-4-241,0-1 1,1-6 316,-1 2 0,0-3-61,0-2 1,-4-7 205,-1-2 1,1-5 217,4-5 0,0 1-61,0-5 0,-4 5 130,-1-1 1,-1 3 1101,2 2-534,-4 0 322,-6 0-326,0 6-368,0 2 0,0 9 132,0 6 0,2 1 237,2 9 1,-2 3-243,3 1 1,-4 4-18,-1 2 1,0 4-264,0 0 1,0 0-37,0-4 0,0-1-148,0 1 0,0-3-49,0-2 1,0-3-299,0-7 0,-4 0-11,-1 0 0,0 1-1429,5-1 380,0-6-662,0-2 330,0-6 920,0 0 0,-5-2-1134,1-2 2012,-1-4 0,5-44 0,0-10 0</inkml:trace>
  <inkml:trace contextRef="#ctx0" brushRef="#br0">15484 4080 7837,'0'-8'965,"0"0"1368,0 4-1188,0 2-31,0-4-467,0 6 0,0 6-1,0 3 0,0 4 194,0 1 0,0 5-357,0 0 0,0 2 45,0-2 0,0-2-284,0 7 0,0-2-238,0 2 0,0-4-39,0-6 1,0 5-494,0 0-1541,0 0 621,0-5-78,0 1 450,0-7-71,0-2 716,0-6 0,0-6-2,0-4 0,0-9 195,0-5 1,0-9 43,0-5 0,1-4 363,4-6 1,-4 4-66,4-3 1,-2 7 141,2 2 1,-3 7 59,2-2 0,3 9 357,-3 5 1,8 8-352,-3 1 1,4 7-78,1-2 0,0 10-8,0 5 1,1 2-186,-1 3 1,-2-1-22,-2 0 0,-2 0 114,-4 0 0,-2 1 184,3-1 1,-4 0-187,-1 0 1,-6-4 130,-3-1 1,-4 1-215,-1 4 0,0-1-224,-1-4 1,1 4-355,0-4 1,0-1-782,-1 2 1,6-6-3029,-1 6 4335,7-1 0,67 5 0,-21-6 0,0-1 0</inkml:trace>
  <inkml:trace contextRef="#ctx0" brushRef="#br0">16038 4165 7861,'-6'-9'-835,"-4"-1"1,2 7 1493,-1-1 1,-1 2 3359,-4 2-2246,0 0-1003,-7 0 0,6 0-589,-4 0 1,8 2-113,1 2 1,7 4-239,-2 6 1,4-3 169,1 4 0,0-4 28,0 8 0,1-4-15,4 0 1,-2-1-85,7 0 0,-6 0-24,6 1 1,-5-1 31,4 0 404,-6 0-84,4 0-172,-7 1 0,-7-6-627,-2 1 0,-5-7-891,-5 2 1,-2-5 552,-3-5 1,-1 2 878,6-7 0,-6-31 0,3-13 0</inkml:trace>
  <inkml:trace contextRef="#ctx0" brushRef="#br0">18029 4165 8752,'0'-9'4045,"0"-1"-3135,-7 7 1,6-5 411,-4 4 483,-3 2-1474,0-11 1,-6 10-167,0-6 0,4 6-142,1-2 0,-1-3-118,-4-1 0,0 1-142,0-2 0,-1 2-79,1-1 1,2-4-524,2 4 1,4-4 101,6-1 0,0 0-199,0-1 1,11 1 606,3 0 0,3 0 339,-2 0 0,4-1-29,-1 1 1,1 6-25,-4 3 1,-6-1 217,1 1-138,-1 1 1,4 5 127,-4 4 0,2 0 112,-6 9 1,4-1 185,-4 10 1,5 1-35,-6 4 0,1 1-169,-5-1 1,0 1-55,0-1 1,5 1-82,0-1 1,-1-4-71,-4-1 0,0-1 16,0 2 0,-4 1-273,-1-6 0,-5 0 44,6-4 0,-7-1-173,1 0 1,2-1 61,-1-4 0,-1-3 59,-4-6 0,0 5 309,0 0 0,-1 0-79,1-5 1,-2-5-36,-3 0 0,4-6 13,-4 2 0,3-4 94,2-1 1,1 4 59,4 1 28,2-1 1,3 1-4,-1-1-20,0 7-227,5-3 1,2 4 74,2-2 1,0 2-77,5-3 1,0 4-51,6 1 0,-1 0-231,0 0 0,2-5 41,3 0 0,3-1-210,6 1 0,1 2 179,-1-6 1,-1 4-56,-3-5 0,3 7 376,-4-2 1,4-1 207,2 1 0,-7 1 212,-3 4 0,-2 0-242,2 0 1,-3 0 149,3 0 0,-8 0 1,-2 0 1,-4 6 194,5 3 1,-7 4 22,2 1 1,-4 0-147,-1 1 0,0-1-212,0 0 1,0 0-171,0 1 0,0-1-367,0 0 172,0 0 36,0 0 1,-1-6-263,-4-3-34,3 3 1,-4-8 150,6 0 1,0-6 53,0-9 0,1 0-167,4-4 1,2 3 189,2-3 0,4 3 278,-4 2 1,4 0 4,1-1 0,0 1 191,0 0 0,-4 6-134,-1 3 1,1 4 136,4 1-21,0 0 1,1 1-1,-1 4 0,-5 3 20,1 6 0,-2 0-179,1 1 0,2-1-81,-6 0 1,6 0-88,-2 1 0,2-1-285,-1 0 0,3-5 152,-4 1 1,8-7-6,2 2 0,0-4-30,-4-1 1,4-6-121,-1-3 1,1-6 248,-4-4 1,-3 1 69,-2-11 1,1 4 193,-6-8 0,-1-4-77,-4-1 1,0 4 158,0 0 0,0 9-53,0 2 0,0 10 26,0-1 0,-4 7 520,-1-2-189,0 6-675,-1 3 1,4 12 159,-3 7 1,4 7 314,1-3 0,0 4 32,0 2 0,0-6 244,0 1 0,5 0-224,-1 4 1,6-4-109,-5-1 0,6-5-308,-2 1 1,4 0 116,1-5 1,0 3-1051,0-7 1,5-2-171,0 1 0,5-6-686,-5 2 0,5-8 732,-5-2 1110,6-12 0,-18-23 0,-5-12 0,5-9 0,-1-1 0</inkml:trace>
  <inkml:trace contextRef="#ctx0" brushRef="#br0">18782 4137 7712,'-14'6'0,"1"-3"316,4 7 0,-4-5 1280,4 4-542,2-6-391,1 10 1,12-10-225,4 7 1,4-7-297,5 1 1,3-2-304,7-2 1,-1 0-82,0 0 0,1 0-262,-1 0 0,1-5 157,-1 1 0,5-6-534,0 5 1,-1-6 343,-8 2 1,1-2 145,-6 1 0,0-2 324,-5 2 1,-1 2 339,-4-1 461,-2-1-89,-7-4 92,0 6 1,-7-3-215,-2 6 0,-4 1-39,-1 4 1,-2 1-105,-3 4 0,3 1-117,-3 4 1,4 2 57,0-2 0,1 4-27,0 5 0,5-3-17,-1 3 0,5-3-183,-4-2 1,6 2-154,-2 3 0,5-4 11,5 4 1,-2-3-297,6-2 0,6 1 38,3-1 1,3-5-416,-2 1 1,2-7 219,2 2 0,4-4 131,-3-1 1,-4-1-32,-1-4 0,2-3 295,-2-6 0,0-2 203,-5-3 1,-1 3-24,-4-3 1,2 3 242,-6 2 1,4 0 369,-4 0 689,0 6-356,-5-5-497,0 12-140,0-6-72,0 14 0,0 2 132,0 10 1,0-3-151,0 3 0,0-3-60,0-2 1,0 0-305,0 0 1,0 5 103,0 0 1,0-5-882,0-4 372,0-1 245,0 6 1,1-7 119,4-4 180,-3-2 0,4-5-184,-6-7 1,2 1 35,2-10 1,-1-3-111,7-2 1,-2 2 120,1-2 1,4 7-129,-4-2 1,4-2 42,1 2 0,2 0-170,3 5 1,-3 6 5,3 4 1,-3-3-138,-2 3 0,0-1-697,0 5 0,-1 1 534,-4 4 1,2 3 615,-6 6 0,0 13 0,-5 3 0</inkml:trace>
  <inkml:trace contextRef="#ctx0" brushRef="#br0">19891 4023 7749,'0'-14'-66,"0"0"0,-2 0-99,-2-1 0,2 6 1265,-3-1 1,-2 3-451,-3-3 1,-3-1-75,-1 6 1,0 1-184,0 4 1,0 0-85,-1 0 0,0 1-233,-4 4 1,8 0-164,-4 9 1,6-3 188,-1 8 0,-1 3-11,7 2 1,-1 4 267,5 5 0,0-1-209,0 6 1,0-5 177,0 5 1,1-5-6,4 5 1,-3 0-101,2 4 1,-2-4 22,-2 0 1,0-5 13,0 5 0,0-6-166,0 1 1,0-4-168,0-6 0,5-2-75,-1-7 1,1 0 59,-5 0-2106,0-6 272,0-1 730,0-7 0,0-7 273,0-2 0,-6-10-323,-4-5 0,-2-9 1242,-2-5 0,-7-3 0,12-8 0,2-8 0,-3-4 0,0 1 0</inkml:trace>
  <inkml:trace contextRef="#ctx0" brushRef="#br0">19607 4308 7749,'14'0'1017,"-5"0"-404,1 0 183,-7 0-465,10 0 0,-10 0 109,6 0 0,1 0-302,4 0 0,2-5 18,3 0 0,3 0-411,6 5 0,2-4 143,4-1 0,-3-5-99,7 6 1,-6-6 111,1 5 0,-5-4-46,-4 4 0,-4-4 338,-5 4 0,-6-1 783,1 1-276,-7 3 1,2-4-280,-10 6 1,2 0-108,-7 0 0,-1 0-172,-8 0 1,3 5-181,-3 0 1,-1 6 98,1-2 1,0 5-134,5 5 0,1-3 27,4 3 0,-2-3-227,6-2 0,0 0-183,5 0 0,0 1 194,0-1 0,2-5-168,2 1 339,4-1 0,11-1 23,0-3 1,0-3 161,-5-2 0,1-2 331,-1-3 1,-5-3-161,1-6 1,-2 0 189,1 0 1,2-1 348,-6 1-200,0 0-347,1 0 0,-4 4-268,2 1-849,-2 6 531,-2-4 1,0 18 156,0 4 1,0-3-211,0-2-516,6-1 546,2 5 0,6-6-3,1-3 1,0-3 190,4-2 1,-3 0 33,3 0 1,2-7-50,-2-2 1,6-4 166,-1-1 1,-4 1-20,-1 4 1,2-4 270,-2 4 1,-1 1 204,-3-2 0,-1 7-185,0-1 1,-4 2-2,-1 2 0,-4 0-27,4 0 1,-4 5 58,5-1-101,-7 7-328,9-3 107,-4 7 0,2-8-187,-1-2 1,-6-2-143,2 2 288,3-3 0,-6 2 115,2-8 1,-2 1-74,-2-7 1,-6 5 18,-4-4 1,-3 4 23,-1-4 1,-2 5 15,-3 0 0,2 2 34,-7 2 1,7 0-7,-2 0 1,2 2-212,-2 2 0,8 4 49,-4 7 1,6-1 69,-1 0 0,4 0 56,6 0 0,0 1 96,0-1 1,11 0-126,3 0 0,12-1 5,2-4 0,2-2-46,8-7 1,-5 0-71,5 0 0,-5-2 273,5-3 0,-6-7-98,1-7 1,-8-2 78,-1 2 1,-3-1-26,-3-4 0,1-1-27,-9 6 0,-4 0 75,-1 5-19,-3-1-117,-9 8 1,-1 2-170,-6 10 0,0-1-145,0 11 0,-1-3 227,1 12 1,5-5 327,-1 5 0,7-6-266,-2 6 0,4-6-113,1 1-1,8-5-188,6-5 1,2 4-402,7-4 0,1-2-151,5-3 0,-1-2 360,0-2 1,4-6 495,-4-4 0,-2-47 0,-12-12 0</inkml:trace>
  <inkml:trace contextRef="#ctx0" brushRef="#br0">21512 4222 8897,'0'-8'4314,"0"2"-3523,0 6 1,0 6-289,0 4 0,5 2-148,-1 3 0,1 5-128,-5 4 0,0 1-19,0-1 0,5 3-186,0-4 0,-1-2-236,-4-2 0,0-3-40,0-2-289,0 0-238,0-6 1,0-3 198,0-10 1,0-9-79,0-10 1,0-4 419,0-5 0,0-4 90,0-5 0,0 1 156,0 3 0,0 3 270,0 6 1,0 3 35,0 2 9,0 3 0,7 13-137,2 4 1,5 4-11,5 4 1,-1 11 144,5 8 1,-5 4-14,1 2 1,-4-6 48,0 1 1,-1-2-252,0 2 0,-4 1-135,-1-6 1,-4-2-113,4-7 0,-4 1-980,5-6 241,-7-1 613,9-4 1,-2-11 20,9-3 1,-3-10 92,3 1 1,-2-4 59,2-2 0,-3 3 117,3 2 0,-4-1 369,0 6 0,-1 5-186,0 4 1,-4 7 60,-1-2 0,-4 7-31,4 7 0,-6 2 92,2 13 1,-3 1 82,-2 8 0,0-3-114,0 4 0,0 0 2,0-1 0,0 1-175,0-6 1,0-1 31,0-3 0,4-4-198,1-6 1,6 1-407,-1-1 0,2-6-94,3-4 0,0-4 284,4-4 1,-3-9 160,3-6 1,2-8-1,-2-1 1,4-2-15,-4-8 1,3 5 79,-7-5 1,2 8 241,-8 1 0,-2 3 31,-3 7 131,-2 0 26,-2 11-648,0 1-271,-6 20 1,3 3 427,-7 12 1,2 1 88,-1-1 0,-2 1-50,6-1 0,-5-4 50,6-1 0,-1-4-74,5 5 1,0-7 42,0 2 0,2-3-215,2-2 0,4-6 51,6-3 1,5 1 103,0-1 0,7-6 92,-3-9 1,4-7 101,2-2 1,-1-5-140,0 5 0,-4-5 50,0 5 1,-7 0 60,2 5 0,2 0 199,-2 0 0,0 6 217,-5 3-279,0 4 1,0 2 12,1 4 1,-8-2-151,-2 7 0,-2-1 70,2 5-103,-3 0 0,4 1-6,-6-1 1,-2-5-71,-2 1 1,0-7-166,-5 2 1,0-4-250,-6-1 0,0 5 64,-4 0 1,1 0-106,-6-5 0,7-2 149,-2-3 1,2 4 26,-2-4 0,8-1 164,-3 1 0,2 0 103,-2 5 0,5 0-271,-1 0 208,7 0 404,-3 0 0,6 2-33,0 2 1,6-2 107,4 3 1,4-2-254,5 2 1,8-4-227,6 4 1,2-3 112,-2-2 1,-2-7-125,7-2 1,-5 1 123,5-2 0,-6 1-44,1-5 0,-3-1 172,-1 1 0,-1 5 31,0-1 0,-1 2 134,-3-1 1,-3 3 169,-7 6 143,0 0-357,0 0 1,-6 1 4,-3 4 0,-2 3 167,2 6-216,-4 0 0,6 0-57,-7 1-163,0-1 1,-2 0-392,-3 0 254,4-6 1,-12 3-104,4-6 0,-6 1 71,-4-1 1,2-3-52,-7 2 1,5-4 104,-4-4 1,4 0 135,-5-5 1,7 0-28,-2-6 0,3 6-9,2-1 0,6 6 248,3-6-348,-3 7 1,7-5-446,-4 3 536,3 4 0,2-4 30,0 10 0,0-2 178,0 6 1,5 1-87,0 4 0,7-4-86,3-1 0,-1-1-90,5 1 1,1 2-122,-1-6 0,7 0 140,-3-5 1,-1 0-134,2 0 0,0-2 169,4-2 0,-4-4-70,0-6 1,-1-1 62,6 1 1,-6 0 213,1 0 0,-7-1-22,2 1 0,2 0-65,-2 0 0,-5 6-20,-4 3 0,-1 4-47,5 1 1,1 0-42,-1 0 23,0 0 0,0 6-11,0 3 0,-4-1 69,-1 2 148,-5-7-89,8 10 1,-9-12-13,7 4 0,-7-2 224,2 2 66,-4-4-35,-1 6 1,0-9 131,0-3-311,0 4 0,-6-6-131,-4 7 1,-2 0-223,-2 0 1,-5 0-198,0 0 0,-5 0 155,5 0 0,-1 0-42,1 0 0,3 7-16,-3 2 1,5-1-68,4 2 1,-1-6-403,6 6 260,1-1 0,5 4 149,4-4 1,3-2 130,6-7 1,5 0 236,0 0 1,5 0 103,-5 0 1,4-2 105,-4-3 0,0 2 31,-5-6 208,1 6-208,-1-10 0,-5 11 199,1-2 0,-7 1-47,2-2-150,-4 3 65,-1-4-174,0 6-209,0 6 1,2-4 85,3 3 1,-2-4-131,6-1 0,-4 0-40,4 0 0,1 0-120,4 0 0,0 0 87,1 0 1,4-1-15,0-4 1,6-2 91,-2-2 1,0-2 14,0 6 0,-4-4 91,5 4 0,-7 0 6,2 5 0,2 0 158,-2 0 1,0 0-87,-5 0 1,-1 2 42,-4 3 1,2-2-3,-6 6 0,4-4 440,-4 4 113,0-5-38,-5 8 47,0-10-338,0 4-98,0-6-166,-7 0 1,4 0-168,-6 0 0,-1 0-415,-4 0 1,0 0 156,0 0 0,-2 0-44,-3 0 0,3 0 138,-3 0 0,3 0 77,2 0 1,0 0-1,0 0 0,0 0-109,-1 0 121,1 0 0,5 5-83,-1 0 146,7 6 0,-3-8 18,6 6 1,6-6 58,3 2 0,9-2-54,1 2 0,1-3 82,-1 2 0,-1-2-30,5-2 1,-4 0 152,5 0 1,-7 0-37,2 0 1,-8 0 346,-1 0-135,-1 0 125,6 0-135,-8 0 1,0 2 124,-7 2 1,0 4 152,0 6 1,0 2-167,0 3 0,0-1-68,0 5 1,-5-4-187,0 5 0,-4-5-35,4 5 1,-4-6-104,4 6 1,-5-6 111,6 0 1,-7-2-126,1-2 1,-2-1 8,-3-3 0,1-4 58,0-6 0,-5 5-33,0-1 1,-6 0-61,1-9 1,2-3 27,-2-6 0,2 0-103,-2-1 0,5-1-147,10-2 0,-2 0 119,6-6 0,2 7-870,8-2 1,4-1 122,10 1 0,10 0-142,8 4 0,9-3 546,2-1 0,5 0 47,0 4 0,0 0 144,-1-4 1,-4 3 64,-10-3 1,-5 8 55,-9 1 1,-9 1 88,-5-5 0,-7-5 139,2 0 1,-4 0 10,-1 5 0,-1-1 59,-4 1 0,-1 5 109,-4-1 184,-2 7-474,4-3 0,-5 12-316,4 4 1,-3 4 615,8 5 0,-1-2-112,5 7 1,2-2 100,2 2 0,-1 1-140,7-6 0,-1 1-104,6-1 1,-6-3-389,1 3 0,-1-5-615,5-4 1,2 1 482,3-6 492,-3-1 0,4-67 0,-5-16 0</inkml:trace>
  <inkml:trace contextRef="#ctx0" brushRef="#br0">24896 4165 7605,'-8'-14'1136,"0"5"1554,3-1-1711,4 7-486,-6-3-241,7 6 1,0 11 94,0 3 1,0 10 237,0-1 0,5 4-193,0 2 0,-1-1-12,-4 1 0,2-6-169,3 1 0,-4-7-130,4 2 0,-3 2 53,-2-2 1,0-5-94,0-5 1,0-4 154,0 5-372,0-7-102,0 3 0,-2-7 136,-3-4 0,2-5-913,-6-9 0,6-3 355,-2-6 0,3-7 136,2-3 1,0-8 386,0-1 0,0 0 287,0 4 1,5 2-159,0 3 1,4 8 5,-4 6 0,6 13-233,-1 2 103,2 6 0,2 4 295,1 4 0,-3 8 63,-2 6 1,-2 6 46,-4-2 1,-2 0-134,3 0 0,-5-5-12,-5 1 0,2-4-155,-7 0 1,6-1-93,-6 0 1,1-1-897,-6-4 1,1 4 123,0-4 0,0 2 931,-1-1 0,-5 9 0,-2-3 0</inkml:trace>
  <inkml:trace contextRef="#ctx0" brushRef="#br0">25137 4293 7652,'8'-6'4095,"-1"3"-2839,-7-7-143,0 7-396,0-3-504,0 6 1,0 8 330,0 6 1,0 0-97,0 5 0,0 3-29,0 2 0,0-2-252,0 2 0,0-7-128,0 2 0,0 2-52,0-2 0,0-5-366,0-5 320,0 1-14,0 4 132,0-6 0,0-3-294,0-10 1,0-9-356,0-10 0,0-3 233,0-1 0,6-5-126,3-1 1,4-4 128,1 5 0,0 5-30,1 4 1,4 7-278,0-2 1,4 3 261,-4 2 0,0 6-238,-5 3 1,2 10-67,3 4 0,-3 4-222,3 1 0,-5 5 925,-4 0 0,2 19 0,-4 0 0</inkml:trace>
  <inkml:trace contextRef="#ctx0" brushRef="#br0">25649 4293 7687,'-8'-9'498,"4"-1"1,-3 6 1941,3-6-1403,-8 7 1,5-3-520,-8 6 1,1 0-90,0 0 1,0 0-142,0 0 0,-1 6-186,1 4 1,-2 7 56,-3 2 0,7 5-97,-7-6 0,11 8-11,-6-3 0,9 0-168,0 0 0,-1-5-446,1 1 0,0-4 211,5 0 1,8-1 58,6 0 0,2-6 51,8-3 1,0-4 43,4-1 0,1-1 99,-1-4 0,0-3 185,1-6 0,-7 0 5,-3-1 1,-3 0 223,-2-4 1,-6-3-95,-3-7 1,-4 2-48,-1 4 0,0-4-207,0 3 1,-6 3 20,-4 3 1,-7 8-159,-2 5 0,-5 4 27,5 1 1,-6 1-148,1 4 0,4 3 91,1 6 0,3 0-60,2 1 0,4-1 106,1 0 25,6 0 0,-4 0-111,7 1 0,7-7 35,2-4 0,10-2-20,5-2 0,4 0 42,5 0 1,-1-2-28,6-2 0,-5 0 217,5-5 0,-6-1 258,1-4 0,-3 2 221,-2 2 0,-6-1-258,-3 6 1,2-1 249,-2 1 1,0 4 241,-5-4-49,0 3-397,0 9 0,-4-4-77,-1 6 1,-5-4 131,0 5-245,-2-7 0,-2 5 148,0-4 204,0-2-85,0 4 1,-2-6-141,-2 0-221,2 0 1,-11 0 222,4 0-269,-4 0 1,-3 0 20,-2 0 0,2 0-157,-3 0 0,3 0-50,2 0 0,-5 2 69,0 3 1,0-2-215,5 6 225,-1 1 0,3 4 58,2 0 1,4 0 64,6 1 0,2-1 19,2 0 0,6-1 12,9-4 1,3 2 101,6-6 0,2 0-74,3-5 1,-1 0-36,6 0 1,-6-2 24,1-3 1,2-3 19,-2-6 1,0-2 73,-5-3 1,-4 2-48,0-7 0,-7 1 3,2-6 1,-9 6-18,-6-1 0,-2 6 34,-2 0-145,0 2 0,-2 8 67,-2 3 1,-6 5-537,-9 5 1,3 3 205,-3 6 1,4 2 55,0 3 1,3-4 160,2 4 0,-1 2 170,6-2-127,-6 0 1,10-5 53,-4 0 1,10-1 161,4-4 0,5-2 7,5-7 0,5 0-106,9 0 0,4-2 26,5-3 1,-4-2 107,0-8 1,-5 0-108,5-4 1,-6 3 121,1-3 0,-3 3-149,-2 2 1,-4 4 21,0 1 0,-7 6-67,2-2 0,-3 3 22,-2 2 1,-4 2-8,-1 3 1,-6-2 60,2 6 1,-3 1 43,-2 4-49,0 0 1,0 0 89,0 1 0,0-6-57,0 1 1,-7-6 21,-2 6 0,-4-7-155,-1 2 1,-5-4 125,0-1 0,-5 0-539,5 0 1,-4 0 128,4 0 1,-5-4-4,5-1 1,0-5 89,5 6 1,0-3-20,-1 3 1,6 2-34,-1-3 141,7-3 0,-5 7 40,4-4-18,2 3 1,-3 2 265,10 0 0,-2 0 97,7 0 1,4 0 94,5 0 0,6-4-149,-1-1 0,3 0 25,1 5 1,1-5-154,-1 1 0,2-3 10,3 3 1,-4 2-98,-1-3 1,-1-1 77,-8 1 1,5 1 18,-5 4 0,0 0-52,-5 0 0,0 0-4,0 0 1,-4 0-17,-1 0-7,1 6 27,-2 2-7,-2 6 83,-6 0 1,0-4-62,0-1-33,0-6 1,0 5 43,0-3 20,0-3 101,-6 4-93,-2-6 1,-7 0-42,1 0 1,5 0 1,-1 0 1,1 0-99,-5 0 0,-1 0 97,1 0 0,0 0-120,0 0 0,-1-2 57,1-2-69,0 2 0,0-6 22,0 3 0,-1 4-9,1-4 0,5 2 93,-1-2 11,1 4 0,-1-11 45,1 8-183,6-1 8,-4-1-16,7 4-229,0-4 258,0 6 0,2 0-28,3 0 1,2 0 56,8 0 0,5 5 85,4-1 0,4 1 43,6-5 0,-3 0-19,7 0 1,5 0 186,4 0 1,2 0-98,-2 0 0,-2-6 79,2-4 1,-4-2 93,-5-3 1,-5 1 202,-9 0 0,-9 1-92,-5 4 0,-7-4 597,2 4-786,-4 2 1,-7 1-312,-4 6 0,3 0-884,-3 0 792,1 0 0,-6 6-154,1 4 0,2 2-136,2 3 124,4-1 1,6 0-20,0 0 1,0 1 42,0-1 0,6-5 337,4 1 1,4-6-63,5 6 0,1-7 208,4 2 0,3-4 119,-3-1 0,2-1 181,3-4 1,-7 2-247,-3-7 0,-3 3 75,-2-3 0,-5-3 8,1 4 0,-7-4 48,2-1 1,-4 0-626,-1 0 0,-8 4 47,-6 1 1,-2 4-149,-7-4 1,-1 5 244,-4 0 0,4 2-30,0 2 1,7 0-14,-2 0 0,3 0 11,2 0 0,4 0-703,1 0 190,6 0 0,0 0 68,12 0 1,2 0 271,13 0 0,0 0 151,4 0 0,5 0 60,0 0 0,0 0 130,-4 0 1,-1 0-45,1 0 0,-6 2 117,1 2 1,-5 0 30,5 5 1,-7-1 129,2 1 0,-8 2 515,-1-6 1,-6 6-209,6-1 1,-7-2 536,2 1-754,-4-6 0,-1 5 31,0-3 158,0-4 224,0 6-174,0-7-91,-6 0-523,4-7 0,-4-2-212,6-10 0,0 3-296,0-3 0,0-1 151,0 1 0,6-2-350,4 2 0,3 5 338,1 0 1,5 1-64,0 9 0,6-6 215,-1 5 1,1 1 232,-1 4 0,1 6 77,-6 3 1,5-1-131,-5 2 1,4-1-157,-4 5 0,2 1-259,-2-1 0,-2-5-504,7 1 1,-1-2 353,6 1 1,-1 2-179,1-6 0,-1 4 405,1-4 1,-1 0 416,1-5 0,-3 0 0,-2 0 0,3-2 59,-3-2 1,-4-3 94,-1-2 0,-8-2 188,-1 6 1,-6-4 1281,6 4-359,-7 0 504,3 5-943,-6 0-468,0 0 0,0 6 109,0 4 0,0-2 658,0 1 161,-6 1-412,4 4-56,-10-6-436,10 4-33,-4-10-1188,6 4-1572,0-6 627,6 7 1,1 1 1783,2 6 0,-39 28 0,-22 12 0,-3 5 0,-1-1 0</inkml:trace>
  <inkml:trace contextRef="#ctx0" brushRef="#br0">4166 7492 7552,'14'8'-333,"1"-2"0,-6-6 482,1 0-62,-7 0 0,5 0 295,-4 0-249,-2 0 1,4 2 260,-6 3-198,0-4 0,-1 5 317,-4-6-87,3 0 386,-4 0-260,0 0-61,4 0-206,-4 0 1,4-4 152,-2-1-208,2 0-29,-4-1 0,4 3-10,-3-7-44,4 7 0,-7-9-67,3 2 0,-1 2 49,-4-1 1,-4-1-8,0-4 0,0-5 14,-5 0 1,-3-6-18,-2 1 1,-8-9-112,-1-5 0,-8-5 23,-2-4 0,1 1-193,-6-6 0,4 6 262,1-1 0,7 3 6,3 1 0,0 2 31,4 3 1,4 8 10,11 6 0,1 7 142,4-2-189,-4-3 0,7 6 71,-4-3 1,2 3-36,4 2 0,2 5 563,-3-1-588,4 7 1,-1-5-119,-3 3 144,4 4-10,-5-6-30,6 7-3381,0 0 609,0 7-659,0-6 1965,0 6 1368,6-7 0,21 6 0,11 2 0</inkml:trace>
  <inkml:trace contextRef="#ctx0" brushRef="#br0">2602 6099 7642,'-14'-6'-604,"-5"-2"543,0-7 1,-6 3 60,1 2 0,2-1 251,-2 7 1,7-6 422,-2 5 0,3-4 617,2 4-883,6 0 0,0 5 530,3 0-436,4 0-125,-5 0-79,6 0 0,6 5-27,3 0 0,6 1-124,4-1 1,7-4-75,8 4 0,5 2 9,-1-3 0,8 1-171,1-5 0,1 5 67,-6-1 0,-1 1-98,-3-5 0,2 0 141,-7 0 0,-2-1 99,-7-4 0,1 3 423,-6-2-304,-6-4 82,-7 6-225,-6-4 0,-1 6-79,-4 0 0,2 0 378,-7 0 1,3 1-85,-3 4 0,-3 3 0,4 6 1,1 0-55,-1 1 0,1 0-46,-2 4 1,-1-1-20,6 5 1,-1 3 13,1 7 0,4-2-21,-4 7 1,3 0-147,2 5 0,5-5-40,0 0 1,1-2 69,-1 2 0,-2-3-141,7-7 0,-7-4-380,1 0-309,-2-7 111,-2 4 215,0-14 0,-2-2-191,-2-10 0,1-4-538,-7-10 0,1-3-568,-6-7 1,1 1 1731,0 0 0,-2-9 0,-1-5 0,-2-4 0,0 0 0</inkml:trace>
  <inkml:trace contextRef="#ctx0" brushRef="#br0">2588 6099 8940,'-14'0'1913,"0"0"1,-1 8-1266,1 6 1,-5 2-201,0 7 0,-4 3-108,4 7 1,-5-2-218,5 7 1,0-1 52,5 1 1,6 1 13,3-6 0,4 5-43,1-5 0,4 1-135,1-6 0,6-1-7,-1-3 0,7-2-234,2-3 1,1-5 105,-1 0 0,4 0 46,5-4 1,7-2-36,3 1 1,3-6 84,1 2 1,6-3-13,-1-2 0,-1 0 79,-8 0 0,-3 0 141,-7 0 0,-6-5-165,-3 0 1,-3-4 12,-2 4 1,-6-6-124,-3 1-84,-4-2 0,-1-2-311,0-1 0,0 6-66,0-1 555,0 7 0,-12-3 0,-4 6 0</inkml:trace>
  <inkml:trace contextRef="#ctx0" brushRef="#br0">4124 8729 7835,'-8'-6'154,"1"-2"6,7-7 0,0 6 402,0-1 481,0 7-97,0-3-140,0 6-112,0 0-459,-6 6 1,-2-3 12,-6 7 1,-2-1-5,-3 6 1,2-1-14,-7 0 0,-6 0 31,-8 1 0,-3 3 77,-2 1 1,-4 7-42,0-3 1,-7 0-81,2 0 1,-3 1-1,-2 4 1,5-1-170,-1-3 0,8 3 2,-3-4 1,-1 0 108,2 0 1,1-5-42,8 1 1,-1-4-101,5 0 1,6-6-345,4 1-276,7-7 323,3 9-608,7-10-197,7 4 347,7-12 0,1 0-547,6-4 454,0-3 1,-1 10 237,-4-6 591,-3 6 0,-18-16 0,-4 3 0</inkml:trace>
  <inkml:trace contextRef="#ctx0" brushRef="#br0">2602 8814 7866,'0'-14'1047,"0"0"428,0 0-420,-6 6 51,4 1-576,-4 7-369,6 0 0,6 2-15,4 3 0,9-2-43,5 6 0,2-6-166,3 2 0,6 1 127,2-1 0,9 2-171,2-3 1,-3-2 38,-7 3 1,2-4-6,-7-1 1,-1 0 126,-9 0 1,-2 0 61,-7 0 78,-6 0 45,-2 0-84,-6 0 1,-1 5-55,-4 0 1,-1 7 317,-4 3 0,-1-1 40,6 5 1,-4 3 49,4 1 0,0 4-131,5 2 0,0-1-106,0 1 0,0-1-97,0 1 1,0-1-158,0 0 1,0 1 21,0-1 1,5-1 141,0-3 1,0 1-479,-5-6 1,0 0-713,0-5-854,0-6 1091,0-2 0,-2-6-445,-3 0 1,-3-7-283,-6-8 0,-5-5 768,0-9 0,-4-5-420,4-4 1150,-7-10 0,4 3 0,-6-11 0,-1-1 0,-4-6 0,0-1 0,0 0 0</inkml:trace>
  <inkml:trace contextRef="#ctx0" brushRef="#br0">2673 8800 7872,'-8'0'339,"1"0"268,2 0 0,2 0 463,-7 0-555,1 0 1,-4 6 23,4 4 1,-2 9 163,6 4 1,-6 4-213,1 2 1,2 1 33,-1 3 0,4-2-307,-4 7 0,4-1-264,-5 1 0,6-2-32,-6-3 1,7-3 172,-2 3 1,-1-9-60,1-5 1,1-3-170,4-2 0,1-5-320,4 1 1,9-7 178,10 2 1,9-4-27,5-1 0,11-1 255,8-4 0,1 4 109,9-4 0,-7 2 236,1-2 1,-4 3-165,-5-2 1,-9 2 152,-10 2-207,-9 0 28,-10 0-299,-8 0 1,-14 0-443,-6 0 1,-6-2-969,-9-2 1,1 0 382,-1-5 0,-4 0-641,0-6 1857,6 7 0,0-23 0,5-1 0</inkml:trace>
  <inkml:trace contextRef="#ctx0" brushRef="#br0">5773 5388 7843,'14'-6'263,"0"3"171,0-7 0,-4 5 1,-1-4-280,-5 6 1,4-5 224,-4 3 0,-2 2 212,3-7 0,-5 6-149,-5-6 0,2 5-92,-7-4 0,-1 4-53,-8-4 0,-3-1-30,-6-4 0,-2-2 0,-4-3 1,3 2-86,-7-7 0,0 5 13,-5-4 0,1-3-57,-1-7 1,-4 2-141,-1-7 1,-5-5-410,0-4 1,0-6 357,1 6 0,4 1-15,10 8 1,5 4 185,9 5-1,5 7 77,10 3 100,3 10 384,6 2-354,6 7-22,-4 0-1027,4 0 776,0 0 1,-4 7-575,3 2 0,-4-1 58,-1 2 1,5 1-180,0 8 0,6-4-212,-2 4 0,-1-3-621,1-2 0,-4 1 1476,5-1 0,-13-6 0,1-2 0</inkml:trace>
  <inkml:trace contextRef="#ctx0" brushRef="#br0">4564 4222 7922,'-6'-36'190,"0"1"-56,-4 7 1,-2 6 43,2 3 0,2 8 331,-1 1 0,4 7 624,-4-2 785,5 4-1461,-2 1 1,6 1-178,0 4 0,0-2-76,0 7 0,2-6-87,2 6 1,0-2-174,5 1 1,0 2 118,6-6 0,4 5-67,0-6 0,1 1-140,-1-5 1,2 0-233,2 0 1,4 0 206,-3 0 0,3-2 29,1-2 1,1-4-38,-1-6 1,-1 1 181,-3 3 0,1-1 970,-6 7-412,0-7-1,-5 9-337,-6-4 1,-2 12 57,-6 3 1,0 6 76,0 4 1,-5 3 86,1 6 1,-7 1-201,1-1 0,2 0-108,-1 1 0,4-1-195,-4 1 1,5-2-21,0-4 1,-3 3-250,3-7 0,-1 4 115,5-4 1,1-1-225,4-9 1,3 2-266,6-6 1,-4 0-2039,-1-5 1251,1 0 1,2-7 548,-2-2 1,-4-5-229,-6-5 1165,-12-3 0,-25-20 0,-12-8 0,-8-4 0,-1 0 0</inkml:trace>
  <inkml:trace contextRef="#ctx0" brushRef="#br0">4365 4066 7922,'7'-14'767,"-4"-4"852,6 4-575,-6-3-4,4 15 1,-7 2-354,0 10 0,0 4 187,0 5 1,-2 3-374,-3 6 0,4 1-173,-4-1 0,-1 5-240,1 1 1,0 3 28,5-3 1,0 5-113,0-1 0,0-3-22,0-2 1,2-3-172,3-2 0,4-1-6,10-3 1,3-4-345,7-5 0,4-7 138,0-4 0,10-8 119,-5-6 1,4-3-14,-9-1 1,5-2 67,-5-2 0,5 2 159,-4-3 0,0 5-170,-1 4 0,-1-1-86,6 6 1,-5-4-23,5 4 0,-5 0-274,5 5 0,-6-4 243,1-1 0,-9 0-297,-5 5-86,-10 0 759,4 0 0,-24-6 0,1-2 0</inkml:trace>
  <inkml:trace contextRef="#ctx0" brushRef="#br0">7109 4976 7855,'-19'20'0,"-4"2"0</inkml:trace>
  <inkml:trace contextRef="#ctx0" brushRef="#br0">6981 5289 9307,'-8'0'2681,"4"-7"-2081,8-2 1,4-6-180,7-3 0,7-5-130,6-5 1,7-5-82,8 0 0,1-12-23,3 3 1,10-4-288,9 3 1,-26 20 0,1-1 174,1 0 1,1 1 0,1 1 0,1 1-62,-3 1 1,1 2-1,0 2 1,-1 0 71,1 0 0,0-1 0,-3 3 1,0 0-9,31-10 1,-11 4 68,-22 5-11,-9 7-312,-15 2-220,-14 6 1,-8 2-599,-6 2 0,0 0 235,-1 5 1,-5-1-59,-4 1 1,-4 4-649,-6-3 1,0-4 1464,-4-1 0,3-16 0,7-5 0</inkml:trace>
  <inkml:trace contextRef="#ctx0" brushRef="#br0">8005 4123 7902,'-8'-22'0,"-5"-5"245,4 3 1,-4 4 429,-1 1 0,0 3-46,0 2 1,0 1 182,-1 3-70,7 4 1,-3 5-230,7-4 0,0 3-20,9-2 0,9 2-274,10 2 0,5 0-203,4 0 0,3-5 125,7 0 1,6 1-5,3 4 1,1 0-8,0 0 1,-6 0-130,-9 0 0,1 0-424,-5 0 0,-3 0-152,-7 0 66,-4 0 79,-12 0-219,-1 0 325,-7 0 193,-7 0 0,4 1 305,-6 4-260,6-3 320,-4 4 1,2-4-120,1 2 0,-1-1-70,5 7 0,0-1 147,0 6 1,0-1 278,0 0 0,0 0-214,0 0 0,0 1-22,0-1 0,0 5-208,0 0 1,0 5 100,0-6 1,0 8-270,0-3 0,0 0-184,0 0 0,0-5-207,0 1 1,5-2-102,-1 2 1,1-8-1476,-5 3 1287,0-3 1,-6-3-273,-4-3 0,-2-4 1093,-2-1 0,-16-22 0,-5-12 0,-4-2 0,0 0 0</inkml:trace>
  <inkml:trace contextRef="#ctx0" brushRef="#br0">7991 4037 7902,'0'-9'1355,"0"0"0,0 4-745,0-5 0,0 6-815,0-6 545,-7 7 0,4-3 753,-6 6 1,6 1-624,-2 4 1,-1 3-206,1 6 1,0 2 189,5 3 0,-5 0 280,1 9 1,-1-3-1052,5 9 0,-2-4 245,-2-2 0,2 0-80,-3 1 1,4-5-203,1-1 1,1-1-405,4 2 1,3-3 283,6-7 1,8-6-114,7-3 0,7-4 259,11-1 0,10-8 297,10-6 1,1-5-110,-2-5 0,0-1 524,-9 6 1,-5 2-47,-14 7 0,-9-1 139,-10 6 156,-10 1-480,-3 4 0,-14 4-248,-6 1 0,-6 6-64,-9-1 0,-1 2-433,-3 3 0,2-3-3042,-7-2 3633,0 2 0,-2-1 0,-2 4 0,-4-4 0</inkml:trace>
  <inkml:trace contextRef="#ctx0" brushRef="#br0">9839 5573 8117,'-14'-14'419,"0"-2"-309,-1-3 0,3 3 114,2-3 1,-2 8 255,2 2 210,-2-1 452,4-4-753,-5 0 1,13-1-42,0 1 0,6 5-224,9-1 0,5 6-134,4-6 1,3 1 204,1-6 0,5 1 35,0 0 0,7 0 79,-2 0 0,-2-1-83,2 1 1,-5-5-28,5 0 0,-6 0-33,1 5 1,-5-7 27,-4-2 0,1 1 17,-6-2 1,0 5 13,-4-5 1,-1 1-68,0-6 1,-1 5-157,-4 1 1,2 5-37,-6-1 0,4 4 117,-4 0 0,5 1-139,-6 0 1,3 5-2,-3-1 0,-2 5 132,3-4-30,3-1 1,-7 1 5,4-1 1,-2 7-83,2-1-4,-4 2-250,6 2-493,-7 0-8019,0 0 8069,0 6 1,0-3 727,0 7 0,6-7 0,2 3 0</inkml:trace>
  <inkml:trace contextRef="#ctx0" brushRef="#br0">10436 4578 7949,'-6'-15'576,"3"0"168,-7-4 0,7 3-220,-2-3 0,-1 3-51,1 2 0,1 4 409,4 1 376,0 6-451,0-10-31,0 12-993,0-6 122,0 7 1,1 5-74,4 0 1,-2 6 166,7-2 1,-3 4-116,3 1 1,3 5-34,-4 0 1,-1 0-22,1-5 0,-4 4 74,5-4 1,-7 3 177,2-7 1,1-2 492,-1 1-345,-1 1 0,-4-1 180,0 1 104,0-7 47,0 3-386,0-6-2762,0 0 2505,-6 0 0,4 2-114,-2 2-4,2-2 231,-4 11 0,4-10-86,-3 6 0,4-4 28,1 4 0,0 1 48,0 4 1,1 0-43,4 0 1,2 7-8,2 3 0,4-1-23,-4 6 0,-1-9-108,2 9 0,-3-4-23,3 4 1,-2-7-106,-3-3 1,-4-4-258,4 0-375,-4-7 7,-1-2 412,0-6 0,2-2 204,3-2 1,-2-11-172,6-8 1,1-6 466,4-4 0,-1-7 0,1-7 0,1-6 0,0 0 0</inkml:trace>
  <inkml:trace contextRef="#ctx0" brushRef="#br0">10607 4677 7949,'-6'-14'-81,"4"5"-41,-3-1 0,2 7 2329,-2-2-623,4-3-300,-6 7-861,7-12 0,0 10-47,0-7 1,2 6-192,3-6 1,4 5-59,10-4 1,0 1-386,10-1 0,-3-4 113,12 3 1,-4 3-75,3-3 1,-3 7 35,4-2 0,-2 4-212,2 1 0,-8 0 175,-7 0 1,-4 1-286,5 4 325,-6 3 1,-3 6 184,-5 0 1,-7-4-5,2-1 1,-4 1 305,-1 4 0,0 0 32,0 0 1,0 1-117,0-1 0,0 0-98,0 0 0,0 2-42,0 3 0,0-3-7,0 3 1,0-3-22,0-2 1,0-5 36,0 1-435,0-1 92,0 5-89,0 1 0,-1-6 79,-4 1 1,2-6-13,-7 6 0,-1-6 50,-8 6 1,-3-5-5,-6 4 0,-2 1-10,-3 4 1,-4 0-169,-5 0 1,-1 1-75,0-1 0,7 6-818,3 4 1297,3 3 0,27 33 0,6 8 0</inkml:trace>
  <inkml:trace contextRef="#ctx0" brushRef="#br0">10223 5758 8590,'0'-15'2942,"0"8"-2084,0 0 396,0 1-634,0 4-446,0-4 1,2 6-258,2 0 0,4 0 77,6 0 1,4 5 65,6-1 0,2 12 49,17-2 1,3 5-183,11 0 1,1-1-62,4 5 1,-5 1-264,-1 5 1,0-6 94,-9 1 1,-4-5 116,-5 5 1,-11-7 183,1 2 0,-9-3-49,0-2 0,-3-5-98,-2 1-78,-6-7-17,-2 3 398,-6-6 0,-1 0 8,-4 0-1,3-1-82,-2-4 0,0-3 315,0-6-362,2 0 1,-4 0 4,6-1 0,0 1 279,0 0-67,0 6-140,0-5 1,0 10 116,0-6 138,0 6-343,0-4-220,0 7 1183,0 0-1155,0-6 1,0 3 11,0-7 0,4-1 0,1-8 0,2 3 112,-3-2 1,3 0 25,2-1 0,2 3 3,-6-3 1,4 8-22,-4 2-178,6-1 0,-8 3 13,7 2 38,-7 3 1,8 4 186,-6 3 0,-1 4 125,-4 10 0,0-2-67,0 7 0,-4-5 120,-1 5 0,-4-2-108,4 1 1,-5 3-13,6-7 1,-6 4 20,5-4 1,-4 7 13,4-3 0,-4 3-183,4-3 0,-5 4 103,6-3 0,-3 1-101,3-1 0,2 1 48,-3-6 0,4 0-28,1-5 22,0 0 2,0-6 61,0-1 22,0-7-231,0 0 1,0-7 0,0-2-241,0-10 1,0 2 61,0-7 0,-2-1-122,-3-9 1,4-2 269,-4-7 1,4 2 261,1 3 0,0 2-141,0 3 1,0 4 174,0 1 1,6 6 258,3 8 0,4 0-203,1-1 0,2 7 108,3 4 1,5 2-48,9 2 0,-2 0-50,7 0 1,-1 6-99,1 4 1,-4 1-42,-5-2 0,-6 4 2,1-3 0,-5 2-32,5 2 0,-7 1 65,2-1 0,-8 2-20,-1 3 0,-1-2 138,5 7 0,-4-5-16,-1 4 0,-6-4-21,2 5 0,2-2 26,-3 2 0,1 1 129,-5-6 0,0 0-58,0-5 1,-6 0 54,-4 1 0,-2-3 8,-3-2 0,0 1 234,-4-7 1,-10 6-58,-9-5 1,-11-1-511,-8-4 1,-1-6-747,-8-3 1,-4 1-472,-1-2 1,3 2 1249,11-1 0,4-2 0,2 6 0,4 2 0,-1 1 0</inkml:trace>
  <inkml:trace contextRef="#ctx0" brushRef="#br0">5403 3099 7910,'8'0'662,"-2"0"-764,-6 0 1,2 0 206,3 0 0,-4-1 64,4-4 23,-3 3-361,-2-4 206,0 6 0,0-2 202,0-2-54,0 2-146,0-4 149,0 6-117,-7 0 1,-1 0-6,-6 0 0,-2 0-134,-3 0 0,2 1 19,-7 4 0,-6-3-104,-8 2 1,-4 4 179,-6 2 1,-4-2-103,-9 1 1,1 1-85,-7 4 1,6 0 143,-6 0 1,7 2-49,-1 3 1,7-3-4,2 3 1,0-2-25,-5 2 0,6-3 72,4 3 1,3 1-9,1-1 0,-4 7 51,-1-3 1,-6 4 3,2 2 1,-9 4-2,-6 0 0,31-13 1,0 1-111,-5 0 0,1 1 1,3-1-1,0 0 115,-3 3 1,-1 0-1,3 1 1,1 0 13,-1 1 0,0 0 0,-2 3 0,-1-1 31,-4 3 1,0 0 0,2-2-1,-1 0-313,-1 2 1,0 0 0,2-1 0,1 0 235,1 1 0,1 0 1,-1 0-1,0 1 52,3 1 0,0 0 1,0 0-1,0-1-3,2-2 0,1 1 1,2 1-1,2 1-114,0 2 1,0 1-1,0 0 1,0-1 128,3 1 0,0-1 0,0-1 0,2-1-43,-17 33 1,21-31 0,0 1-1,-1 2 1,-1 0 0,-3 5-1,0-1-35,-1-1 0,-1-1 0,-3 3 0,-1 1-117,5-4 0,-1 0 0,-1 2 0,0 0 94,1 0 1,1 1 0,0 2 0,1 0 54,1 0 1,0 0-1,1 1 1,1 0-56,2-1 1,1 0 0,1-2 0,-1-1 26,2 1 0,0 0 1,-1 1-1,1 0-4,2-4 1,1 1-1,1 2 1,1 1 32,2-4 0,1 0 0,1 0 0,1-1 52,-3 1 0,0 1 0,3-2 0,1 1-4,-2 0 0,1 0 1,-2 0-1,1-1-18,-9 37 1,9-37 0,0 1-38,0 2 0,1 1 0,1 0 1,0 0-12,-2-1 0,1 1 0,1-3 0,0 0-2,1 1 1,0-1 0,0 2 0,0 1 15,-1 2 0,1 0 1,3 2-1,0 0-6,2-5 0,0 1 0,1-1 0,0 0-19,1 33 1,2-2 121,2 3 0,0-35 0,0 0-70,3-1 0,1 1 0,-1-1 0,0 0 169,7 31 0,5 0-79,0 0 0,-7-32 1,1 0-85,-1 1 1,0 0-1,8 38-15,-1-2 0,-8-37 0,1 0-25,-1 2 0,1-1 1,-1 1-1,0 0-76,1-1 0,0 1 1,-3 0-1,1 0 50,14 35 0,-15-36 0,1 0-111,13 36 1,-11-33 0,0-1 88,2-1 0,0-1 0,-1 1 1,-2 0-30,13 35 1,-2-2 107,-10-34 1,0 1 0,1 0 0,-1 1-2,-2 1 0,-1 0 0,3-1 0,0-1 11,7 35 0,4-1-17,-13-35 1,-1 0 0,4 0-1,-1-1 4,0 1 0,0 1 0,1-2 0,1-1-5,14 33 0,-13-33 1,-1 0 0,0 0 0,0 0 1,2 2-1,0 0 38,-2-2 1,0 0-1,2 0 1,0 0-64,8 33 1,-2 5-2,1 0 1,-11-37 0,0 1 5,17 31 1,-1 3-9,0-8 0,1 4-15,-1 1 1,6 0-19,-1 0 0,6-6 41,-1-4 0,10-1-15,-23-28 0,2-2 0,28 24 219,2 3 1,0-4-150,0 4 1,-27-30 0,1-2-77,0 2 1,0-2 0,30 21 25,-4 2 1,0-3-78,0 3 0,6-7 15,-30-17 1,1-1 0,24 14-224,-1 5 1,1-2 141,4 2 0,6 1 40,-2 0 0,2-7 141,-2-3 1,9-3-63,-4-1 1,-33-15 0,0 0 92,0 1 0,-1-1 0,38 9-81,-35-10 0,0-2 0,1-2 0,0-1 7,4 2 0,0-1 0,2-1 1,0 0-9,2-1 0,1 0 1,-3 0-1,-1-1-46,-1-1 1,0-1 0,2 2 0,0-1 41,0-2 1,0-1-1,3 1 1,0-1-29,2-2 1,0 0 0,-4 2 0,-1 1 8,0-1 1,1 0 0,-1 1 0,1-1 4,-1-1 1,0-2-1,3 1 1,0-1-3,2-2 0,0 1 1,-1-1-1,-1-1 12,2 0 0,1-1 0,-3-1 0,1-1 3,-2 3 0,1-1 0,3-1 0,2-1-3,1 0 1,1 0 0,-1-1 0,0 0-42,1-1 0,0-1 1,0 2-1,0-1 31,-3-3 1,1 0-1,4 3 1,0-1-1,3-1 1,0-1 0,-4 0 0,-1 0-8,0-2 1,0-1-1,-1 1 1,0 0 11,3 0 1,0 0-1,0-1 1,1 1-25,4 0 1,0 0 0,-7 0-1,0-1 31,2 1 1,0 0 0,0-2-1,-1-1-1,1 0 0,0 1 0,4-4 1,-1 0 10,0 1 0,-1 0 0,0 1 0,0 0 4,1-1 1,-1 0 0,-2 0 0,-1 0-14,1-2 0,1-1 0,-1 1 0,0 0 3,3-1 1,-1 1-1,-4 0 1,-1-1 1,3 1 1,0 0 0,-3-1 0,-1-1-2,-1 0 1,1-1-1,1-1 1,0 0-3,-2-4 1,1 1 0,-2 1-1,1 2 2,1-1 1,-1-1-1,-4 1 1,0-1-9,2-4 0,0 0 0,-3 1 0,0 0 22,3-3 0,0 0 1,-2 2-1,0 0 1,-2-2 0,-1 0 0,-1 0 0,-1-1-17,-2-1 1,-1-1-1,2 1 1,-1-1 1,2 1 1,0-1 0,-1 1-1,-1-1-33,2 1 0,0-1 1,-1 0-1,-1-1 28,0 0 0,0-1 1,-3-1-1,0-1-1,1-3 0,-1 0 0,-3 3 0,0 0-23,1-1 0,0 1 1,-2 0-1,0 0-5,0-3 1,-1 0 0,0 1 0,-2-1 18,-1 1 0,-2-1 1,1 0-1,-2-1-4,-5-1 0,-1 0 1,2 1-1,-1 1-6,0-2 0,0 0 0,-2-2 0,0 1 10,2-2 1,-1 1 0,-1 1 0,-1 0 61,-2 1 1,0 0 0,-1 0 0,-1-1 8,-2 1 0,-2 0 1,-1-5-1,-2 0 64,0 3 0,-1-1 0,-1 0 0,0 0-66,0 3 1,-2 0-1,-1-1 1,0-1 0,0-3 1,-1 0 0,-2 0 0,-1 1-82,2-1 1,-1 0 0,1 0 0,0-1-97,0-1 0,-1 0 0,1 1 0,1 1 104,-2-2 1,0-1 0,0 1 0,-1 0 9,4 2 1,0 1 0,-3-2-1,-1 1 19,1 4 0,1 2 0,0-4 0,0-1 14,0 2 1,-1-1 0,1 0-1,-1-1 61,-2-1 0,0 0 1,0 2-1,0 1-35,0 0 0,0-1 0,-3 3 0,-1 0 72,0-2 1,-1 0 0,-2-1 0,0 1-106,-3-3 1,1 0 0,0 3-1,0 0 12,-2-1 0,-1 1 0,-2 2 0,-1 0-9,-1-3 0,-1 1 1,-3 0-1,0 1-16,2-2 0,-1 1 0,-2-1 1,0 0-34,0 2 1,0 2 0,0-2 0,-1 2 61,1 1 1,-1 0 0,2-2 0,-1 0 6,3 0 1,-2 0 0,0 2 0,-1 1-60,2 2 0,1-1 1,-3-1-1,0-1 1,0-2 1,0 0 0,-3 0 0,0 0 33,1 2 1,-1 1 0,-3-1 0,0 0 2,1 1 1,0-1 0,-1 0-1,-1 1-40,0-1 0,-1 0 1,-2-1-1,0-2 32,1 1 1,-1 0 0,-3 2-1,0 1-82,1 2 1,-1 0 0,-1-1-1,-1 1 93,-1-2 0,-1-1 1,-1-2-1,-1 1-4,-3 1 0,0 1 0,1 0 1,-1 0-7,0 4 0,1 0 0,-1 1 0,0 0-5,1-3 1,-1 0 0,-2 1-1,-2 0-19,0 1 1,0 0 0,-2 0 0,0 1-3,-1 3 0,0 1 0,-3-4 0,-1 0-128,-2-1 0,-2 0 0,-6 0 0,-2 2 40,-2 2 0,-1 2 0,0 0 1,-1 2-44,4 3 0,-1 2 1,-3-2-1,-2 0 131,-3 3 0,-2 1 0,24 7 1,-1 0-1,0 0 5,-1 1 1,0 1-1,-1 1 1,0 0-1,-2 1 1,0 0-24,-1 1 1,-1 0-1,-1 0 1,0 1 0,-1 1-1,-1 0-151,-3 0 0,0 1 1,-1 1-1,-2 1 0,-1 2 1,0 0 115,1 1 0,-1 2 0,1 0 1,-3 0-1,-1 1 0,1 0-198,1-1 0,1 1 1,-2 1-1,-3 0 0,-1 2 1,-1 0 78,18 0 1,-2 1-1,0 0 1,1 0 0,-19 1-1,0 0 1,0 2-535,18-1 1,1 2-1,-1-1 1,1 0 714,-17 2 0,-1-1 0,1 1 0,17-1 0,-1 2 0,1 0 0,-1 0 0</inkml:trace>
  <inkml:trace contextRef="#ctx0" brushRef="#br0">6071 13193 8029,'-7'-6'662,"-1"4"1087,3-3-775,3-3-411,-4 7-258,6-6 1,0 9-5,0 3 1,0 3 107,0 6 1,0 6-124,0 4 0,2 3-65,2 1 0,-2 2-59,3 4 1,1-3-106,-1 7 0,1-6-123,-1 1 0,-4-3 86,4-2 0,-3 1 7,-2-1 0,0-6-159,0-3-154,0-3 414,0-8 1,-7-3 137,-2-10 1,-4-3-342,-1-6 0,-5-7-209,0-2 0,-5-3 309,5 3 1,-4-3-1,4 7 0,0 0 199,5 5 1,1 5 146,3-1-200,4 7 47,6-3 1,6 12 249,4 4 1,4 2-199,5 2 1,3-1-107,7-4 1,-6 3-503,1-8 1,-2 6 213,2-5 1,1-1-363,-6-4 0,5 0-401,-5 0 1,0-1-799,-5-4 1,0-3 1684,0-6 0,1-57 0,-8 28 0,0 0 0</inkml:trace>
  <inkml:trace contextRef="#ctx0" brushRef="#br0">4863 14458 8465,'0'-9'1826,"0"-1"1,1 7-240,4-2-1037,-3 4 1,4 2 494,-6 4 1,0 4-321,0 10 0,0 2-61,0 3 1,0 2-367,0-2 0,5 3-164,0 1 0,-1-4 105,-4 0 1,0-2-171,0 2 1,0-4-342,0-6 0,0-4 341,0-1-394,0-5-47,0 2 1,-1-8-311,-4-2 1,2-9 350,-7-6 1,7-11-1,-2 2 0,4-6 175,1 1 1,0 3 198,0-3 0,0 9 615,0 5 0,0 4-339,0 0 0,1 7-25,4 4 1,3 2 70,6 2 1,1 6 276,-1 4 1,0 7-222,0 2 1,2 6-82,3-1 0,-3-2-163,3 2 0,1-7-318,-1 2 1,0-4 39,-5-6 1,5 2 161,0-6 0,2 0-196,-2-5 0,-8-7 84,3-2 0,-4-9 51,-1-1 0,2-7-51,-6-3 1,-2-1-115,-8-8 1,1 5-124,-11-5 0,4 3-422,-8 2 1,3 2-115,2 12 1,0 1-494,0 9 0,4 3-906,1 6 0,6 6 1011,-2 3 1,3 10 1211,2 5 0,32 34 0,7 10 0</inkml:trace>
  <inkml:trace contextRef="#ctx0" brushRef="#br0">5332 14629 8465,'-1'-15'1557,"-4"1"1,2 0-774,-7 0 1,5 1 561,-4 4 1,6 1 517,-2 3-761,3 3-1174,-4-4-82,5 6 1,-4 5-85,10 0 0,-2 6 85,6-2 0,1 2-144,4-1 1,0 2 13,0-2 1,-4-4-360,-1-1 0,1 1 209,4-1 0,-5 0 92,1-5 1,-5 0 286,4 0 0,-4 0-147,4 0-107,-5 0-319,8 0-464,-10-7 215,4-1 1,-6-1 874,0 0 0,-38-14 0,-9-7 0</inkml:trace>
  <inkml:trace contextRef="#ctx0" brushRef="#br0">5474 14103 8265,'-8'-15'756,"-3"1"1127,7 0-587,-7 0 41,9 6-753,-4 2 1,6 17 124,0 3 1,0 10 350,0-1 1,4 9-446,1 1 1,0 5-94,-5-5 1,0 7-251,0-2 1,0 3-98,0 1 1,0 2-25,0 4 1,-2-2-122,-2 6 0,0-2 72,-5 2 0,4 2-99,-4-6 0,1-1-350,-2-4 1,-1-2 140,6-3 1,-1-5-269,1-10 0,2 3 142,-6-7 1,6 0-448,-2-5-512,3-6-1127,2-2 1527,0-6 0,0-2-279,0-2 1,2-4-421,3-6 1,1-4 1589,3-5 0,7-30 0,0-13 0,0-11 0,0 1 0</inkml:trace>
  <inkml:trace contextRef="#ctx0" brushRef="#br0">5517 14586 8265,'8'-6'0,"0"4"0,-4-3 0,-2-2 0,4 5 1360,-6-4 1923,0 6-2406,0 0 1,0 6 118,0 3 0,5 4-438,0 1 1,1-4-100,-1-1 0,-2 1-861,7 4 1,-6 0 311,6 0 0,-2 1-513,1-1 0,2 0 162,-6 0 0,4-4-736,-4-1 776,6-6 561,-3 10-237,6-11 1,1-2 203,-1-10 0,-5-4 179,1-5 1,-2-2-7,1-2 1,2-4 131,-6 3 0,1 4-30,-1 1 1,-3 3 723,2 2-600,-2-1-610,-2 1 1,0 8 427,0 6-101,0 6 0,1 13-405,4 0 1,-2 5 98,7-5 1,-1 1-299,5-1 0,1-3 39,-1 3 0,5-3-78,0-2 1,5-6 223,-6-3 1,6-4 155,-5-1 0,0-1-16,-5-4 1,1-8 161,-1-6 0,-5-6 149,1 1 1,-7-3-104,2-1 1,-4 0-10,-1-1 1,-6 5-173,-4 1 0,-2 10 3,-2-1 0,-1 4-185,1 1-555,0 3-175,0 6 109,-1 0 1,8 1 43,2 4 0,3-2 277,2 7 1,2-7-467,3 2 1,-2 1 363,6-1 1,1-1 58,4-4 1,0 0-220,0 0 1,-4-1 752,-1-4 0,13-34 0,8-15 0</inkml:trace>
  <inkml:trace contextRef="#ctx0" brushRef="#br0">4977 15098 13266,'-15'0'1081,"1"6"1,0-4-411,0 2 1,4 0 227,1 0 0,4-2 586,-4 3 705,5-4-1514,-2-1 1,8 0-140,2 0 1,4 0 63,7 0 0,5 0-235,4 0 1,4 0-52,5 0 0,5 0-40,10 0 1,7-1-5,7-4 0,6 2-348,-2-7 0,10 6 259,-36-1 0,0 0 0,4 1 0,1 0 47,0 0 0,0-1 0,0-1 1,0 1-80,-2 2 0,-1 1 0,32-8-28,-3 6 0,-10-6 81,-5 5 0,-13-1-132,-15 1 1,-5 4-110,-9-4 0,-6 2-1015,-4-2-217,-2 4-1346,-2-6 338,-6 7 1,-2 0 360,-6 0 1,-7 2-208,-3 3 1,-9 3 1290,-5 6 0,-4 0 839,-6 0 1,-21 5 0,-13 2-1,20-6 1,1 0 0,0 0 0</inkml:trace>
  <inkml:trace contextRef="#ctx0" brushRef="#br0">5204 15297 13266,'-28'6'337,"-1"-4"-519,1 3 0,6-4 798,3-1 0,0 2 2583,5 2-1268,-4-2 46,17 4-1644,-6-6 0,10 2 104,7 3 0,3-4 319,15 4 1,0-3-51,15-2 1,3-5 216,11 0 1,8-6-605,6 2 1,6-4-17,-35 6 0,1 0 0,0-3 0,0 1-91,-1-1 1,1 1-1,0-2 1,1 1-17,1 0 0,0 1 1,34-7 596,-3-3 0,-13 5-793,-16 5 0,-7-2 0,-17 6 0,-8-6 0,-11 9 0,-8-2 0,1 2 0,-7 2 0,5 0 0,-4 0 0,4 0 0,-4 0 0,5 0-3117,-8 0 1,9 0-90,-7 0 0,5 0-3054,-4 0 6358,-7 6 1,-44 2 0,-16 6-1</inkml:trace>
  <inkml:trace contextRef="#ctx0" brushRef="#br0">7052 14671 8030,'-9'-8'-21,"-1"4"395,7-4 449,-9 6-524,10-4 0,-4 4 517,6-2-298,0 2 57,0-4 144,0 6 1145,0 0-1478,6 0 1,-3 0-86,7 0 1,-1 0-29,5 0 0,7 0-70,3 0 0,3-5 28,1 0 1,5-4-123,0 4 1,5-4 120,-5 4 0,7-5-277,-2 6 1,-2-6-64,2 5 1,-6-4-10,1 4 1,-8-1-21,-1 1-164,-7 3 416,4-4-25,-13 6 0,-2-1 12,-6-4 1,-6 3-70,-4-2 0,-3-3-487,-1 2 1,-5-4 47,0 4 1,-4-6-124,4 2 1,-2 1 207,2-2 0,3 2 24,-3-1 1,4-2 207,0 6 1,6-4 157,-1 4-73,7 0-91,-3 5 1,8 0-1,2 0 0,6 2 424,9 3 0,-3 2 539,3 8 0,-4-3-397,0-2 0,-3 2 85,-2-2 0,1 3-239,-7 1 1,6 0-87,-5 0 1,-1 0-264,-4 1 0,0-1-401,0 0 0,-1 0-255,-4 0 1,-3 5 343,-6 0 0,-5-3-1744,0-2 1,0-7 2089,5 7 0,-19 3 0,-5 5 0</inkml:trace>
  <inkml:trace contextRef="#ctx0" brushRef="#br0">8488 14074 7995,'0'-14'-565,"2"5"-707,3-1 3619,-4 1-607,6-6-273,-7 1-534,0 6-221,0 2-665,0 6 140,0 0 0,0 8 229,0 6 0,1 2-90,4 8 0,-3-5-35,2 4 1,-2 1-108,-2 4 0,0 1-1,0-1 1,0 1-44,0-1 0,0-1-210,0-3 1,0-2 247,0-3-140,0-4-1033,0 6 313,0-7 313,0-6 0,0-8-106,0-9 0,-5-9-254,0-1 1,-4-8 325,4-1 0,-4-2 35,4-8 1,-5 5 200,6-5 1,-1 5 90,5-5 1,0 6 420,0-1 0,0 9-262,0 6 0,5 2 446,-1 2 0,9 6-61,1 3 0,1 3 140,4 2 1,-2 7-158,2 2 1,-3 5 115,3 5 0,-4-1-126,0 5 0,-1-4-56,0 5 0,0-7-281,0 2 0,-4 2 136,-1-2 1,-4 0-428,5-5 1,-7-5-125,2 1 1,-4-5-1023,-1 4 738,0-6 182,6 4 1,1-14 163,2-2 1,4-5 194,-4-5 1,4-3 23,1-7 0,0 5-73,1 1 1,-1 1 384,0-2 0,-1-1 1,-4 6 1,2 4 105,-6 6 0,6 6 158,-1-2-271,-4 4 0,5 2 133,-6 4 0,-1 7 37,-4 7 1,0 7 50,0-3 1,0 4-191,0 2 1,0-1-54,0 1 0,0-1-217,0 0 0,5 1-223,0-1 0,0-4-92,-5 0 0,4-7-1106,1 2 470,6-3 1,-3-7 412,6 1 1,0-9 112,1-1 1,1-6 81,2-8 0,0-7 234,6-2 1,-6-4 9,6-2 1,0-4 109,4 0 0,-4 0-63,0 4 0,-2 2 176,2 4 1,-4 4 40,-6 9 0,0-1-44,1 7 0,-1-1 37,0 5 0,-4 1 214,-1 4-304,1 3 0,2 6 6,-2 0 0,-4-4 306,-6-1-252,0-5-280,0 8 276,0-10 0,-2 4 74,-2-6 0,-1 0-388,-9 0 1,3 0 77,-8 0 0,-2 5-53,2 0 1,-4 4 15,4-4 0,-5 6-80,5-2 1,-5 4 102,5 1 0,0 0-140,5 1 1,5-1 28,-1 0 1,7 0 16,-2 1 0,4-1-57,1 0 1,6 0 118,3 0 1,4-6-280,1-3 0,5 1 14,0-1 1,2-2 114,-2-8 0,-3 2 147,2-6 1,3-1 167,-2-4 0,0 0 33,-5 0 0,-4-5 389,-1 0 1,-4-5 840,4 5-968,-6 0 0,4 5 555,-7 0-397,0 6-306,0 2 1,-2 7-35,-3 4 1,4 3-222,-4 6 1,2 0 96,-2 0 0,4 1 1,-4-1 0,5-5-370,5 1 1,-2-2-37,6 1 0,1-1-174,4-3 1,0-4 241,0 4 0,1-5-124,-1-5 1,5 2 185,0-6 0,4-2 20,-4-8 0,7 3-116,-3-3 0,3-2 91,-3 3 1,3-1 615,-7 4 1,0 6-130,-5-1 0,5 2 340,0-1-306,0 3 0,-5 6 405,0 0-206,0 6-8,1 2-73,-8 6-42,0-6-77,-7 5 100,0-12-210,0 6 1,-2-7-147,-3 0 0,2 0-220,-6 0 0,-1 0 121,-4 0 1,0 0-95,0 0 0,-2 1 33,-3 4 0,3 1 86,-3 4 0,3 2-18,2-2 1,5 2 29,-1 3 1,2 0 13,-1 4 1,1-3-58,3 3 0,4-3-85,-4-2 0,8-4 71,2-1 1,7-6-135,3 2 0,0-3 121,9-2 1,-5-2-107,5-3 1,-5 2 281,4-6 0,-4-2-126,5-8 1,-7 1 258,2-5 0,-8 4 69,-1-5 1,-2 7 61,1-2 0,-1 3-21,-3 2 1,-3 4 540,2 1-405,-2 5-320,-2-2 1,-5 8-63,0 2 0,1 4 112,4 7 0,0-1 124,0 0 1,0 0-236,0 0 1,0 1-180,0-1 1,4-5-140,1 1-84,6-1 1,-3-1-28,6-3-82,1-3 170,-1-2 13,0 0 304,0 0 133,0-7 79,-6 6 1,-1-7-125,-7 3-133,0 3-991,0-4-1506,0 6 1149,0 0 1,-7 2 151,-2 2 1206,-4-2 0,-52 11 0,-12-5 0</inkml:trace>
  <inkml:trace contextRef="#ctx0" brushRef="#br0">9725 14202 7995,'0'-14'3086,"0"0"-1274,0 0-389,0 6 217,0 1-625,0 7-555,0 7 0,0 5-35,0 7 1,0 0 111,0-5 0,0 1-259,0-1 0,0 2-34,0 3 0,0-4-276,0 4 0,0-3-23,0-2 0,2-4-7,3-1 1,-4 1 78,4 4 0,-3-5-260,-2 1 4,0-7-11,0 10 104,0-12 1,0 4-114,0-10 1,1-3-8,4-6 1,-2-2-197,7-3 1,-3 2 13,3-7 1,7 1 125,-2-6 1,2 6 127,-3-1 0,5 7-21,0-2 1,5 4 231,-5 6 1,4 3-41,-4 6 1,2 0 296,-2 0 0,-3 1-52,3 4 0,-5 3 194,-5 6 1,2 0 110,-6 0 1,5 1-190,-6-1 0,1 0-34,-5 0-176,0 1 1,5-1-219,0 0-176,-1-6-291,-4-2 0,2-6 268,3 0 0,-2 0-98,6 0 0,1-6 31,4-4 0,0-7 91,0-2 0,1-6 184,-1 1 0,0 2-97,0-2 1,2 2 37,3-2 1,-3 4 93,3 6 0,1-1 110,-1 1 0,5 6 99,-5 4 1,0 2 42,-5 2 1,0 2 54,0 2 1,-1 0-62,-3 5 0,1-4 478,-7 4-235,7-6 87,-9 10-71,4-11-98,-6 4 0,-1-6-156,-4 0 0,2 0-326,-7 0 1,1 0-488,-5 0 1,-1 0 351,1 0 0,-2 0-109,-2 0 1,0 5 203,-6-1 0,5 7 45,-4-1 0,5 3 1,-1 1 1,4 0-9,0 0 0,3 0 197,2 1 0,-1-1 23,7 0 0,-1 0-115,5 1 0,1-1-81,4 0 0,3-6-200,6-3 0,2-4 96,3-1 1,-3 0-112,3 0 0,1-6 160,-1-4 0,2-2 29,-2-2 1,-3-1 177,2 1 1,-2-5 96,-2 0 0,-4-1 140,-1 1 1,-4 8 135,5-4 181,-7 4-136,3 3-223,-6 2 0,0 8-2,0 2 0,0 6 197,0 9 1,0-8-56,0 3 1,0-3-275,0 3 1,2 1-265,2-1 1,0-5 15,5 1 0,1-7-264,4 2 1,0-4 164,0-1 1,2-4-109,3-1 0,-2-11 53,7 2 0,0-5-22,4 0 0,-1-2 80,-3-2 1,3-3 58,-4 7 1,3 0 209,-3 5 0,3 2 24,-8 2 0,1 4 289,-4 6-169,-1 0 0,-5 6 116,1 4 1,-7-2 286,2 1 274,-4 0-279,-1 6-146,0-1-341,0-6 0,0 0 134,0-4-3,0-2-270,-6 4 1,-2-6-285,-6 0 1,0 0 128,-1 0 0,1 0-67,0 0 0,-2 0-17,-3 0 0,3 2 79,-2 3 1,3-2 0,6 6 90,-4 1 1,7 4-129,-4 0 139,4 0 1,8 1 18,2-1 0,4-6-40,6-4 0,1-2 4,-1-2 1,5 0 211,0 0 1,0-2-13,-5-2 1,5 1 39,0-7 0,0 1-6,-5-6 0,-4 1 252,-1 0 1,-4 0 324,4 0-197,-6-1 0,4 6-86,-7-1-610,0 7 28,0-3 367,0 25 1,0-3 207,0 12 1,0 1-158,0-6 0,0 6-46,0 4 1,0-3-121,0 3 1,0-3 28,0-2 1,-5 1 7,0-1 0,-1-1-88,1-3 1,-1-4-191,-4-5 0,-2-3 72,2-2 0,-2-2-35,-3-4 0,1-2 145,0 3 0,1-10-56,4-5 1,-2 3-43,6-3 1,0 1 16,5-6 0,0 0-134,0-4 1,2 3-244,3-3 1,7 2 51,7-2 0,7 1 76,-3-6 1,3 2 70,-3-1 1,4-3 25,-3 7 0,4-7-8,5-3 1,-3 5 99,4-4 1,-11 3 196,-4-4 1,-3 1-73,-2-1 1,-6 7 59,-3 3 0,-4 4-44,-1 0 1,-1 7-40,-4 4 1,-3 2-229,-6 2 0,0 3 131,0 7 1,-1 1 37,1 13 1,2-1 59,2 6 1,-1-2 123,6-4 0,0 4 58,5-3 1,0-4 296,0-1 1,7 0-84,2-5 1,4 4-125,1-9 0,7-2-475,2-3 0,4-2-221,2-2 1,-1-6-365,1-4 1,-6-1 147,1 2 1,-7-4-1334,2 3 1992,-9 4 0,-36-19 0,-13 1 0</inkml:trace>
  <inkml:trace contextRef="#ctx0" brushRef="#br0">11645 14145 7781,'14'-14'0,"0"0"195,0 0 314,1-1 1,-7 1 69,-4 0 0,-2 5-31,-2-1 0,0 5 89,0-4 1,-6 6-257,-4-2 0,-3 3-55,-1 2 1,-2 0-74,-3 0 1,4 2-1,-4 3 1,-2-1-73,2 11 0,-4-4-26,4 8 1,0-4 55,4 0 0,3 4-94,2 0 0,-1 4-185,6-4 1,-4 0-65,4-5 1,1 1-153,4-1 0,6-2 40,3-2 0,6-4-124,3-6 1,5 0-42,5 0 0,0-8 159,1-6 0,-1-2 142,1-7 1,-2-1-33,-4-4 0,4-2 112,-3-4 0,-5 3-33,-5-7 1,-1-2 135,-9-7 1,1 3 22,-5-4 0,-1 12 174,-4 8 1,2 5 105,-7 9 0,5 6-146,-4 4 1,4 15 3,-4 8 0,6 12 182,-2 7 0,3 3 446,2 2 1,0 0-365,0-1 1,2-1-14,3-3 1,1 0-1000,3-10 0,4 3 382,-3-13 1,2 1-3324,2-4 1909,1-1 1,-1-6-490,0-4 0,-3-4 2033,3-4 0,4-36 0,10-13 0</inkml:trace>
  <inkml:trace contextRef="#ctx0" brushRef="#br0">12740 13690 7782,'-7'-14'2947,"6"6"-1751,-6-4-545,1 10 0,4 4 188,-2 12 1,2 2-389,2 7 1,5 6-46,0 4 0,-1 5-59,-4-5 0,5 2 137,0-2 1,0-3-335,-5 3 1,1-3-173,4-1 0,-4-6-178,4 1 0,-3-7-260,-2 2-626,0-9 724,0 2 1,0-12-191,0 0 1,0-7 77,0-12 0,0-2 43,0-3 1,8-2 159,6 2 0,2-1 277,7 1 0,-4 3 249,5 7 0,-2 1-80,2 4 0,1 3 244,-6 6 0,2 0-209,-2 0 0,-5 6 105,0 3 0,-6 9-35,-8 1 1,0 4-21,0-4 1,-6 2-226,-4-2 1,-3-3-90,-1 3 0,-6-8-288,-4-2 0,-1-1 60,1 2 0,-3-4-139,3-6 0,4 5 192,1-1 0,-2 1-115,2-5 304,1 0 0,10-1-344,3-4 258,-3 3 365,6-4 152,2 6 0,8 0-35,7 0 1,3 0 133,1 0 0,7 0-286,-3 0 1,4 0-236,2 0 0,4-6-291,0-4 1,5-3 210,-5-1 1,5-2 32,-5-2 1,0 0 60,-4-6 1,-5 5-40,-1-4 0,-7 5 142,-2-1 0,-1 4 222,-8 0 1,-1 6-111,-4-1 0,-1 7 91,-4-1 0,2 4-118,-7 4 0,6 9-146,-6 6 1,5 6 32,-4-1 1,6-2 76,-2 2 1,4-2-164,1 2 1,1-2-181,4-3 1,3-5-194,6 0 1,0-1 70,0-9 1,5 1-83,0-5 1,5-1 217,-5-4 0,1-8 77,-1-6 0,-3-6 45,3 1 1,-3-3 221,-2-1 0,-4 4 15,-1 1 0,-6 5 114,2-1 455,-3 3-632,-2 9 0,1 2-268,4 10 1,-3 9 289,2 9 0,-2 6 183,-2 4 1,5-1 258,-1 6 0,1-5-173,-5 5 1,0 0 4,0 4 1,0-5-116,0-4 0,-2-3-3,-2-2 1,-4-4-123,-6 0 1,-1-9-136,1 0 1,0-3-12,0-7 0,0 0 71,-1-5 0,-4 0-313,0 0 1,2-7 65,8-2 0,-2-9-48,6 0 1,0-9-304,5-2 0,6-1-485,4-8 0,9 5 281,4-5 1,4 7-254,2-3 1,1 4-709,3 2 1,-1 4 244,5 1 1435,-5 5 0,-54 10 0,-21 10 0</inkml:trace>
  <inkml:trace contextRef="#ctx0" brushRef="#br0">9754 15396 7867,'-5'-14'237,"0"0"0,-1-5 389,1 0 0,4 0-33,-4 5 1,2 4 976,-2 1-1086,3 6 0,-5-4-50,2 7 1,2 2-221,-7 3 1,5 4-2,-4 10 1,1 3-1,-1 7 1,-2 4 11,6 0 1,-5 2-27,6-2 1,-1-8-78,5 4 0,1-6-111,4 1 0,-2 1-102,7-6 1,-1-6-259,6-8 0,0-4 90,4-1 1,-3-3 147,3-6 1,2-2 217,-2-13 0,-1 0-105,-3-4 1,-3-2 26,-2-3 1,1 1-15,-6-6 1,-1 5 104,-4-5 1,-6 11-24,-3-1 0,-10 10 141,-5 4 1,2 6-18,-2 8 1,2 2-143,-2 3 0,-1 2-4,6 8 0,0 4-46,5 0 0,6 4 2,3-4 1,4 0-88,1-5 0,1 1-216,4-1 1,3-5 41,6 1 0,7-7-107,2 2 1,6-5 334,4-5 1,-3-1 39,3-4 1,-3-3 87,-1 4 0,-1 3 52,0 1 1,-5-1 748,-5 1-497,5 0 1,-8 11 190,4 4 1,-9 3-224,-5 1 0,-4 0 38,-1 0 1,0 5-367,0 0 1,-1 0-90,-4-5 0,2 1-39,-7-1 1,7-5 390,-2 1-2027,-3-7 1042,1 3 1,-1-7-44,3-4 0,3 0 239,2-9 1,0 3-65,0-8 0,0-2 383,0 2 0,7-4 257,2 4 0,-1 0 506,1 5 0,1 4-148,4 1-92,0-1 0,1 2 26,-1 4 1,0 2 198,0 2 0,-1 2-220,-4 2 1,4 4 6,-4 6 1,-1 1-438,2-1 0,-2 0-224,1 0 0,4-1-224,-4-4 0,4 2 291,1-6 1,0 5-134,1-6 0,-1 1-15,0-5 1,5-1-78,0-4 1,0-3 184,-5-6 1,0-5 216,1 0 1,-3-7 272,-2 3 0,1-4-140,-6-1 0,-1 1 55,-4 3 0,-1 0-80,-4 10 0,-3-2-27,-6 12 1,4-6-66,1 5 1,-1 2-185,-4 8 0,0 3 78,0 6 1,4 7-107,1 2 0,6 4 665,-2 2 0,3-3-197,2-2 1,0 3-46,0-3 1,7-4-143,2-1 0,5-3-10,5-2 1,3-1-133,7-4 0,4-2-387,0-7 1,2-2-98,-2-3 0,-8-3-518,4-6 1,-5 0-432,-1 0 0,-2 1-857,-7 4 2366,0-4 0,-25 18 0,-6-4 0</inkml:trace>
  <inkml:trace contextRef="#ctx0" brushRef="#br0">11417 15268 7961,'-6'-14'678,"0"0"196,-4 0 1,-2 4-255,2 1 1,2 6 147,-1-2 1,4 3-215,-5 2 0,1 0 21,-5 0 1,0 7-276,-1 2 1,6 9-39,-1 0 1,2 8-1,-1-3 0,-2 0-140,6 0 0,0-1-138,5 2 0,0-2 62,0-3 0,2-5-172,3 1 0,3-3-22,6-7 0,5 4-106,0-4 1,5-2 114,-6-7 0,3-4 164,-2-7 1,-3-3 153,3-1 1,-3-5-144,-2 5 1,-2-6 135,-2 1 1,-4-3-91,-6-1 0,0 1 23,0 3 0,-6-1 11,-4 6 0,-2 1 14,-2 9 0,-2 3-14,-3 6 1,3 1-27,-3 4 0,-2 3-318,3 6 0,3 5 69,6 0 0,4 6 167,-4-1 1,5-2 6,0 2 0,2-7-9,2 2 0,6-5-156,4-4 1,7 1-214,2-6 1,7-1 68,-3-4 0,4-6-96,2-3 1,-6-4 370,1-1 1,-5-5-22,5 0 0,-7 0 104,2 5 1,-5-5 34,-4 0 1,-3 1 636,-2 9 0,-3-4 442,4 5-715,-6 0-378,0 2-114,0 6 0,0 2 133,0 2 11,0-2-162,0 11 1,6-12-181,4 4 1,3-3-49,1-2 1,-5 0-81,1 0 320,-1 0 1,5 0 308,1 0 113,-7 6 0,3-3-171,-7 7 0,1-6 73,-5 6 0,0-1-5,0 5 1,0 1 138,0-1 1,-2 0-209,-2 0 0,2 1 34,-3-1 0,4 0-496,1 0 1,0 0-25,0 1 1,0-6-281,0 1 1,6-7 270,4 1 0,2-2-102,3-2 0,3 0 42,1 0 0,0-5-117,-4 1 1,-1-6 149,0 5 1,-1-1 308,-4 1 219,4 4 1,-10-6 257,6 7 364,-5 0-345,2 0 230,-6 0 325,0 0-1553,0-6 1,1 4-329,4-2 639,-3-4 1,9 5-222,-6-7 310,6 1 1,-3-5 9,6-1 1,-2 6 19,-2-1 1,3 2 34,-4-1 0,4-4 28,1 4 0,-5 1 221,1-2-17,-1 7 0,1-8 118,-1 7-266,-6-1 0,8 3-13,-6-3-8,0 4 10,-5-5-9,0 6 1201,0 0-1142,-6 0 1,2 4 31,-5 1-236,0 6 0,-6-3 26,1 6 0,0-4 157,0-1 0,4 1-22,1 4 0,1 0-127,-2 0 1,-1 1-153,7-1 1,-1 0 75,5 0 1,0 0-129,0 1 0,6-8 170,4-2 0,2-3 17,2-2 1,5 0-57,0 0 1,0-2-210,-4-3 1,3-2-273,1-8 1,0 1 555,-4 0 0,-6-2 664,1-3 1,-3 2 12,3-7 0,-4 7-331,-6-2 0,0 3 129,0 2 0,0 4 189,0 1 98,0 6-517,0-4 0,-4 9-181,-1 3 1,0 9 223,5 10 1,0 2 181,0 3 1,0 4-81,0 0 1,0 7-99,0-2 0,2 3-123,2 1 1,-2 1-32,3 0 1,1-2-144,-1-3 1,-1 1 89,-4-6 1,-4 4-186,-1-9 0,-6 2 20,1-11 1,-4-5-130,-5-4 1,3-6 141,-2 6 0,-3-7 95,2 2 1,-5-10 101,5-4 1,0-4-86,5-1 0,6-7-30,4-2 1,2-6-150,2-4 0,8-3-237,6-7 0,7 0 106,7 1 1,2 4-119,3 0 1,4 0 119,5-5 1,2 2-214,4 3 0,-2-1 522,6 6 0,-2 1-53,3 8 1,-11 4 176,-9 6 219,-9 6 404,-3 1-209,-14 7 47,0 0-88,-14 7 431,6-6-675,-12 6 0,12-6 22,-4 4-340,-3-4 0,0 6 3,-6-7 0,0 0-34,-1 0 0,0 5 185,-4-1 0,1 3-35,-5-3 0,1 3-295,-2 2 0,-1 4 62,6-4 0,-5-1-55,5 2 0,0-1 180,5 5 1,1 1 68,4-1 1,-2 2-17,6 2 1,0-6 12,5 2 0,11-5-75,3 1 0,5-2-95,0-4 1,3-2-213,7 3 1,-5-5 88,-1-5 1,-1-1 348,2-4 1,-3-3 88,-7 4 0,3-4 222,-3-1 0,4 0-209,-9 0 0,-1 0 159,2-1 226,-7 1 429,3 0-878,-6 6 85,0 2 1,0 7 32,0 4 0,0 3-51,0 6 0,-5 0-4,1 1 0,-1-1-126,5 0 1,0 0-285,0 0 179,0 1 0,6-3-143,4-2 0,-2-4-377,1-6 0,1 0 276,4 0 0,5-5-9,0 1 0,0-12 122,-5 2 1,-1-4 42,-4 4 1,4-2-47,-4-3 396,4 3 1,-1-4-211,-2 6 115,3 6 159,-6 1 0,3 9 189,-1 3 0,-4 3-65,5 6 1,-7 2 206,1 3 1,-2-2 21,-2 7 1,2-7-288,2 2 1,-2-3-276,3-2 0,-4 0-123,-1 0 0,0-4-909,0-1 836,0-5 0,5 0-107,0-8 0,1-4-92,-1-7 1,1 0-274,4-4 1,2 1 154,-2-5 0,2 1 239,3-2 0,-3-1 517,-2 6-152,2 0 0,-4 6 211,6 4 0,-4 2-152,-1 7 0,-4 0 170,5 0 0,-6 7 94,6 2 0,-7 8 192,2 2 0,1 0-82,-1-4 1,4 3-327,-4 1 1,6-4-419,-1-6 1,-3-1-67,3 1 1,1-2-418,8-7 0,-3 0 432,3 0 0,-3-7-136,-2-2 0,0 0 40,0-6 0,0 4 58,1-8 0,-3 2 203,-2-2 0,1 3 138,-6-3 1,-1 8 414,-4 2 1,0 4-109,0-5-84,0 7 0,0-1 266,0 8 1,0 4-176,0 6 0,-4 2-126,-1 3 0,0-1 45,5 5 1,0-5 607,0 1-841,0 3 0,0-7-347,0 4 0,6-4-81,4-6 1,2-3-426,3-6 1,-1 0 150,0 0 0,5-7 246,0-8 1,6 0 28,-1-9 1,1 5 185,-1-5 1,3 1 127,-3-6 0,-2 5 80,1 1 0,-5 7 254,1 2 0,-4 1 40,0 8 0,-1 1 289,0 4 0,0 0 105,1 0 0,-3 1-290,-2 4 1,1 4 49,-7 10 1,6-3-7,-5 3 0,-1-3-34,-4-2 0,0 0-260,0 1 0,-1-1-109,-4 0 0,2-5-75,-7 1 0,-1-2-381,-8 1 0,4 2-624,-4-6 1,-2 1 33,2-1 474,0-3 0,5 4-137,0-6 208,6 0 255,2 0 0,6-2 82,0-2 1,1 2 67,4-3 0,3-1 311,6 1 1,0-1 28,0 1 1,5 4 182,0-4 0,0 3-6,-4 2 0,-1 2-174,0 3 0,0 3 112,0 6 0,1 0 76,-1 0 0,-1 7 93,-4 2 1,2 4-285,-6 2 1,0-2-231,-5-4 0,0 4 25,0-3 1,-7-2-208,-2 2 1,-4-7-6,-1 2 1,-2-8-318,-3-1 0,2-7 34,-7 1 0,5-2 153,-5-2 1,7-2 75,-2-2 0,3-4 65,2-6 1,6-5 60,3 0 0,4-5-173,1 5 0,1-6-183,4 1 0,3-3 7,6-1 1,7-1 54,2 1 1,6-1 89,4 1 1,-3 1 65,3 3 0,-1-1-22,1 6 0,-1-4 64,6 4 0,-8 0 217,-2 4 1,-1 6 164,-8-1 1,0 7-72,-5-1-14,-6 2 0,0 2 135,-3 0-43,-4 0-178,12 6 0,-7-3 89,4 7 1,-3-7-39,-2 2 1,-3-2 125,3 2-173,-4-4 1,1 6 184,2-7-42,-2 0 1,3 0-293,-10 0 1,2 0-252,-7 0 0,1 0 153,-5 0 0,-2 0-12,-3 0 1,2 0 74,-7 0 1,6 1 18,-1 4 1,4-2-96,0 7 1,1-6 66,0 6 1,5-1 136,-1 6-156,7-1 112,-3 6 1,7-4-99,4 3 1,8-10-167,6-4 1,6-3 107,-2-2 1,0 0 25,0 0 1,1-2 70,4-3 0,-4-2 97,0-8 0,-7 1 89,2 0 0,-3 0-84,-2 0 0,-1-1 426,-4 1 0,-1 6 83,-3 3-54,-3-2-170,4 5-171,-6-4 1,0 7 132,0 4 1,1-2-142,4 7 0,-2-6 159,7 6 0,-5-7-90,4 2 0,0 1-123,6-1 0,1 0-22,2-5 0,0-2-97,6-3 1,-6-1-76,6-4 1,-6-7-290,1 3 1,-4-5 13,0 0 0,-1-5 161,0-9 1,-1 1 51,-4-5 1,4-3-178,-4-7 0,-2 2-195,-3-2 0,3 4 421,-3 5 0,1 10 706,-5 9-459,0 3 0,0 10 41,0 6 0,-2 8-2,-2 11 1,2 5 93,-3 9 0,2 3 276,-1 7 1,2-1 576,-3 1 1,-1 3-255,1-4 1,-4 3-482,4-12 1,-1-2-313,1-7 1,3 1-61,-2-6-603,-4 0-556,6-11 918,-11-1 0,7-15 57,-3-7 0,-4 0-399,4-9 1,1 0-487,-2-4 0,7-1 588,-2 1 1,4-5 109,1 0 1,1 4 208,4 5 1,3 7 90,6-2 1,7 5 440,2 4 0,6 4-133,4 6 1,-3 0 81,3 0 0,2 2 21,-2 2 0,-1 0 156,-9 5 0,-2-4-133,-7 4 1,0-4-3,1 4 0,-6-4-197,1 5 1,-7-6-145,1 6 0,0-5 10,0 4 1,-2 1 51,3 4 1,-2 0 28,2 0 0,-4 2-42,4 3 1,1-3-10,-1 3 0,1-3 5,-1-2 0,1-5-72,4 1 0,2-7 25,-2 2 0,3-4-124,1-1 0,0 0-63,0 0 1,0-6 72,1-4 1,-1-2-81,0-2 1,0-1-112,0 1 160,-6 0 86,5 0 191,-11-1-213,4 8 48,-6 0 1,0 9 222,0 3 63,6 2 0,-3 8 106,7-1 0,-5-5 112,4 1-268,1-1 0,4 1-133,0-1 1,5-6 42,0 2 1,0-3-19,-5-2 0,0-7-172,1-2 1,-3 1 101,-2-1 1,1-1-140,-7-4 0,1 0 18,-5-1 1,0 1 54,0 0 1,-11 1-272,-3 4 1,-3-2 49,2 6 0,-4 0 160,0 5 0,0 0-19,5 0 0,0 0-18,0 0 1,4 0-146,1 0 14,6 0-315,-10 0 420,11 0 1,-2 0 63,8 0 0,6 0 16,9 0 1,-2-4 6,7-1 0,-5 0 78,5 5 0,-2-5 217,1 1 1,3-1 177,-7 5 1,6 0-112,-1 0 1,-4 0 53,-1 0 0,2 5-203,-2-1 0,0 3-63,-5-2 0,0-2 12,0 6 1,5-6-190,0 2 0,5-3-245,-5-2 1,4 0-644,-4 0 0,5 0-81,-5 0 0,5-2 549,-5-3 1,4 2 452,-4-6 1,5 6 99,-5-2 1,0 3 325,-5 2 1,-4 0-52,-1 0 0,1 0 395,4 0 1,-5 0-324,1 0 1,-5 0 150,4 0 0,-4 0-286,4 0 0,-6 2-131,2 3-463,3-4 39,0 5 0,6-1-401,0 0 0,1 0 148,-1-5 1,-5 0-384,1 0 0,-1 0 291,5 0 1,-6-2-770,-3-3-168,3 4 424,0-6 1,1 6 1163,1-4 0,-1-34 0,6-15 0</inkml:trace>
  <inkml:trace contextRef="#ctx0" brushRef="#br0">16180 14828 8010,'0'-8'9228,"0"2"-8320,0-1-1920,0 6-1357,0-6-2464,0 7 4833,0 0 0,-31 32 0,-9 7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7365 5217 7781,'5'-9'-1029,"0"-1"2842,-1 7-1191,-4-9 0,5 9 250,0-7-269,0 7-93,-5-10-278,6 5 1,-3-6 12,7 0 0,-6 4 13,6 1 1,-1-1 68,6-4 0,-6 5-237,0-1 1,7 1-3,8-5 1,-2-1-81,2 1 0,1-5 54,8 0 0,-1 0-125,6 5 0,-2-2 82,2-3 0,1 4-62,-5-4 1,0 3 0,0 2 1,-4 1-1,3 3 1,-3-1-69,-2 7 1,1-6 7,-1 5 0,1-4 38,-1 4 0,7-4 0,3 4 1,9-6-97,5 1 0,8-2 181,2-2 1,6-1-117,-2 1 1,8-5 15,2 0 1,-6 5 4,-9 5 0,-2-1-127,-2-4 1,-7 4 77,-2 1 1,-11 4 39,-3-4 0,-4 6 4,-2-2 0,5-1 4,0 1 0,5 0 50,-4 5 0,5 0-16,-1 0 1,3 0 277,2 0 0,-1 0-285,1 0 0,0 0 93,-1 0 0,6 0-29,-1 0 1,0 0 1,-4 0 0,0 5 10,-1 0 1,1 1 7,0-1 0,-7-2-30,-3 6 0,2-4 2,-2 4 0,0-4 54,-4 5 0,1-2 7,3 1 1,2 4 85,3-4 0,7 4-42,-2 1 1,4 0 37,1 0 0,1 1-122,3-1 1,3 0-6,-3 0 1,-3 1-1,-1-1 0,-9 0 3,-1 0 1,-1 5 30,0 0 0,-2 0-45,-6-5 1,-1 2-142,0 3 0,1 2 196,-1 2 1,-1 4 1,-3-3 1,3 3-9,-4 1 1,9 0 95,1 1 1,0-1-71,-4 1 0,-1-1 113,1 1 1,-2 4-141,-4 0 1,4 2 12,-3-2 0,1-3 6,-1 3 0,6 2-13,-6-2 1,6 5-12,-7-5 0,2 5-11,-1-5 0,6 7-103,-6-2 0,6 3 208,-6 1 1,2 1 168,3 0 0,-1-1-229,1 1 0,-6 0-102,1-1 0,-2 2-18,2 4 0,1-4 5,-6 3 1,0 4 37,-5 1 0,1-1 14,-1 1 1,0-2-114,0 2 1,-1 4 48,-4-4 1,4-2-29,-4 3 1,4-6 33,1 5 1,-4-5 21,-1 6 0,-1-1 12,2 5 1,2-5-8,-2 0 1,-2-5 2,1 5 0,-4-3 41,4 8 1,-4-3-42,5 7 0,-7-2 0,2-2 1,-4 1 8,-1 4 0,0-4 77,0 4 0,0-4 142,0-1 1,0 0-97,0 0 0,-6 0-72,-4 0 1,-2-2 11,-3-3 1,0 5 48,-4 0 0,3-5 89,-3 5 1,-2-3-180,2 2 1,-4-2 6,4 3 1,-5-10-289,5 5 1,-1-4 141,1-1 0,1-3-25,-5 4 1,4-2 134,-5 1 1,5-3 105,-5 4 0,1 2-83,-6 2 1,1-3-11,-1-1 1,-6 1 82,-2-2 0,-6 7 203,-4-2 1,1-3-349,-6-2 1,-2-3 256,-8-1 1,-2 0-237,28-22 0,0 0 0,1 0 0,-1-1-53,-35 18 1,34-17 0,-2-1-17,2 0 0,-1-2 1,-3 1-1,-1-1 60,2 1 1,0 0-1,-33 14-2,2 5 1,3-7-36,-3 2 0,-2-7 10,-2-3 1,4-5 87,-1 1 1,1-3-70,5-2 1,-4-6 159,-1-4 1,0 3-22,0-3 0,0 1-39,0-5 1,0-5-25,0 1 1,0-6-4,0 6 1,1-8-6,4 3 1,-7 1-4,7-1 1,-1-1-59,11-4 1,-1 0-8,0-1 0,0 1-86,0 0 0,0 0 19,0 0 1,-4-2-78,-1-3 0,-4 1 136,4-5 0,1 1-10,4-2 0,1-3 37,4 3 1,-3-2 5,3-3 1,3 1 140,1-1 1,4-4-63,2 0 1,1 0 156,3 4 0,1-1-95,4-3 1,3 3-126,-3-3 0,-2-2 29,2 2 0,-2-2-21,2 2 0,3 2 12,-3-7 1,-2 0-16,2-5 1,0 0 3,4 1 1,6-1-9,-1 0 0,0 1 31,-4-1 0,6 5 15,3 0 1,-2 0 229,2-4 1,0-1-182,5 0 0,0 1 289,0-1 1,-1 2-361,1 3 0,0-6 65,0 6 0,4-6-113,1 6 1,-1-2 82,-4 3 0,1-8-226,4 7 0,-2-6 5,6 6 1,-6-3 18,2-1 1,-4-1 113,-1 0 1,4-4-1,1-1 1,-1 1 17,-4 4 1,1-4 121,4 0 1,-4-1-158,4 6 1,1-3 33,-1-2 0,5-2 60,0-3 1,-3 3-1,3 6 1,-1-4 109,5-1 1,-2-4-107,-2 5 1,2-2 6,-3 2 0,2 2-66,-2-2 1,4-4-6,-4-1 1,2 3 15,-2 2 1,3 1 28,-2-1 1,2 3-44,2-4 1,0 4-14,0 1 1,0 1-101,0-1 0,0 0 76,0 1 1,0-1-7,0 0 1,5-1 50,0-3 0,4 3-2,-4-4 1,6 2-28,-2-1 1,2 1-25,-1-6 0,3 5-156,-4-5 0,4 1 115,1-1 1,0-3 39,0 2 1,1 3 35,-1-2 0,0 8-8,0 1 1,2 0-101,3 5 0,-2-1 1,7 1 1,0 2-250,4 2 1,7 4 102,3-3 1,3 3-83,2 2 1,6-1-612,3 1 1,11 3-341,8-4 1,-6 10 324,1-4 1,-14 0 982,-9 4 0,-7 2 0,-11 4 0,-6-1 0,-6-3 0</inkml:trace>
  <inkml:trace contextRef="#ctx0" brushRef="#br0">7621 3696 7710,'0'10'-1444,"0"-1"2154,0-6 550,0 10 0,2-11-390,2 2 1,-2 4-408,3 2 0,-2 2 170,2 3 0,-2-1-141,6 0 0,-4 8-3,5 7 1,1 1-192,8 7 0,-4-2 50,4 8 1,2-4-165,-2 9 1,4 1-1,-4-2 1,2 0 138,-2-4 0,-3 3-92,3-3 0,-8 1-252,-2-11 1,-1 0 13,2-4 1,1-1-73,-7 0 0,6-5-33,-5-4 0,1-5-461,-1-5 226,-4 4-233,6-5-1683,-7 0 950,0-2 117,0-6 1,0-2 158,0-2 0,-11 1 1037,-4-7 0,-34-37 0,22 16 0,1 0 0</inkml:trace>
  <inkml:trace contextRef="#ctx0" brushRef="#br0">7109 3085 7778,'-8'0'1315,"-4"-6"-204,10 4-636,-10-4 1,12 6-163,0 0 1,6 0 29,8 0 0,2 0-175,3 0 0,8 0-61,6 0 1,2-5 109,-2 0 0,2 1-123,2 4 0,3-5-163,-7 0 1,2-4 117,-2 4 1,-8-1-182,4 1 151,-10 3 122,1-4 87,-12 6-96,-2 0 1,-6 1 248,0 4 0,-1 0-86,-4 9 1,4-3-15,-4 8 1,2-1-11,-2 0 1,3 3 77,-2 3 0,-3 3-181,3-4 0,-1 4-9,5 2 1,0-3-65,0-2 1,0 1-156,0-6 0,0 5-432,0-5 0,0-5 315,0-4 0,0-6-1705,0 6 526,0-7 658,0 3 0,0-7-195,0-4 1,-8 2-446,-6-7 1,-2 1 1337,-8-5 0,-15-21 0,-9-8 0,-5-3 0,-1-1 0</inkml:trace>
  <inkml:trace contextRef="#ctx0" brushRef="#br0">7166 3128 7792,'-6'-15'0,"3"6"396,-7-1 0,2 1 610,-1-5 1,-2 0 227,6-1 1,-1 7 24,1 4-113,3 2-752,-4 2 1,5 6-177,-4 4 1,3 9 48,-3 5 1,4 7 45,1 2 1,0 0-245,0-4 0,1-1-146,4 1 1,-3 2-127,3-2 1,2 1-349,3-11 1,-2 4-495,1-4 1,1-1 483,4-9 1,2 2 63,3-6 1,-2 0 129,7-5 1,-1-2 293,6-3 0,-1-2-25,1-8 0,2 1 136,-2 0 0,2 1 387,-7 4 1,-8-2-103,-2 6 308,-3 0 98,-3 5-232,-2 0 0,-9 2-205,-6 3 0,-1 1 30,-9 3 1,-3 4-160,-1-3 0,-4-3-102,-2 3 0,-1-5-566,-3 4 0,1-6 19,-5 2 1,3 1-238,-4-1 0,7 0 296,-2-5 0,3 0-158,1 0 0,6 0 286,-1 0 1,6-5 131,-1 0 1,8 1-179,2 4 187,6-7 169,-4 6-156,7-6 700,7 7 0,-4 0 17,6 0 362,-5 7 1,7 1-206,-7 6 1,1-5-33,-5 1 1,0-1-256,0 5 0,0 2-51,0 3 1,-6-3-90,-4 3 1,2-2-254,-1 2 0,-1-3-212,-4 3 0,0-3-21,0-2 0,4 0-248,1 0 0,4-4-353,-4-1-761,5-5 1174,-2 2 0,8-6 2,2 0 1,4-2 92,7-2 1,0-4 166,4-7 0,-3 1 3,3 0 0,2 0 9,-2 0 0,6-1 84,-1 1 1,2-2-8,3-3 1,4 4 97,0-4 1,2 3 18,-2 2 0,3-2 144,7-3 1,-5 8-117,0-3 1,-5 4 88,5 1 1,-6 2 394,1 7 0,-9 0 129,-6 0-249,-8 0-249,-4 0-301,-6 0 170,0 7 1,-6-1-88,-4 3 0,-2 4 51,-2-3 1,-2 2-174,-3 2 0,1-4-272,-5-1 1,4 1-28,-5 4 1,7-6-198,-2-3 1,-2 1 153,2-1 1,2 1-879,7-1 1,-2-4-426,4 6 490,0-7 1256,8 0 0,71-13 0,-24 5 0,-1 0 0</inkml:trace>
  <inkml:trace contextRef="#ctx0" brushRef="#br0">10465 3753 7321,'12'-1'-45,"-2"-4"1551,-4 3 0,-6-6 1118,0 4-1212,0 2-931,0-4 1,-1 6-153,-4 0 1,2 1 47,-7 4 1,1 9-207,-6 10 0,1 3 13,0 1 1,-5 9-24,0 5 1,-6 2-14,1 9 1,2-6 5,-2 5 1,2-1-126,-1 1 0,-3 0-211,7-9 0,-4 1 152,4-11 0,0 0-281,4-4 0,3-7-1,2-3 1,2-5-579,4-5 323,2 4-172,-4-11-1306,6 4 1137,0-6 1,1-6-123,4-4 1,5-3 348,9-1 681,-4-6 0,13-24 0,3-10 0,0-8 0,-1 0 0</inkml:trace>
  <inkml:trace contextRef="#ctx0" brushRef="#br0">10692 3099 7866,'-8'0'3289,"-4"-6"-2939,10 4 0,-3-4-211,10 6 0,5-2 54,8-2 1,9 2-122,7-3 1,5 4 46,-1 1 1,3 0-115,2 0 1,-2-2 113,-3-3 1,-4 4-84,-5-4 0,-7 4-973,-3 1 476,-3 0-375,-8 0 341,-2 0 266,-6 0 314,-6 6 0,4-3 589,-3 6-290,-3 1 0,7 4 311,-4 0 1,3 5-374,2 0 1,-4 2 211,-1-2 1,-1-3 175,1 3 1,3 1-345,-2-1 1,-3 5-271,3-5 0,-6 0 23,5-5 0,-4 0-115,4 0 0,-1 1-278,1-1-775,4-6-106,-6-2-26,1 0 1,4-6-91,-2 0 0,0-1 189,0-9 1082,-4-6 0,-10-21 0,-4-11 0,-1-6 0,0 1 0</inkml:trace>
  <inkml:trace contextRef="#ctx0" brushRef="#br0">10763 3113 7866,'-14'0'0,"0"-1"295,0-4 1,-1 3 462,1-2 1,5 2 457,-1 2 137,7 0-764,-10 0 1,7 8 145,-3 6 1,1 2-240,3 8 1,3-5-34,-2 4 1,2-4-458,2 5 1,0-2-54,0 2 1,0-2-18,0-3 1,6-3-54,4 3 0,3-8-408,1-2 0,5-6 186,0 2 0,4 1-369,-4-1 1,7 0 176,-3-5 1,3-5 258,-3 0 1,3-4 220,-8 4 1,3 1-117,-2 4 1,-3-2 143,3-3 0,-3 4 152,-2-4 355,0 3-102,0 2-51,-6 7 1,-3-4 147,-10 6 1,-3-4-168,-6 4 1,-2-4-396,-3 5 0,-1-6-56,-4 6 1,-3-7-86,3 2 1,-7-2-79,-2 2 1,-5-4-403,5 4 0,-1-3 302,6-2 1,0 0-79,-1 0 1,1-5 478,-1 0 1,7-4-75,3 4 0,10-1 550,4 1 0,2 3 463,-2-2-237,3 2 0,-2 2-5,8 0 74,-2 0-517,4 0 1,-6 2 134,0 2-150,0 4 1,0 8-75,0 3 1,-1-3-83,-4 3 0,2 1-13,-7-1 0,2 2-145,-1-2 1,-2-4 63,6 4 1,-4 2-141,4-2 1,-1 0-298,1-5 0,3-4-33,-2-1-69,2-6 1,4 8 180,2-6 0,4-2 33,6-8 0,2 2 109,3-6 0,5-2 131,9-8 0,-3 3-37,3-3 0,4-2 220,1 2 0,-2-1-121,2 1 0,-5 3 71,5-3 1,-2 3 168,2 2 0,-3 5 67,-7-1 0,1 7 157,-1-2 1,1 4 206,-1 1 299,-6 0-192,-1 0-254,-7 0-58,-6 0 95,-8 0-120,-2 6-326,-10-4 1,4 4-172,-7-6 1,1 0-139,0 0 1,0 0-315,0 0 1,-2 6 201,-3 4 0,3 2-210,-3 3 1,3 4 180,2 0 0,0 1 67,0-1 1,-1-3-117,1 3 0,5-3-293,-1-2 0,1 0-376,-5 0 0,4 0 1088,1 1 0,-26-20 0,-11-5 0</inkml:trace>
  <inkml:trace contextRef="#ctx0" brushRef="#br0">12029 5999 7766,'-2'-9'979,"-3"-1"-75,4 7-434,-12-9 0,12 8 395,-4-5 369,-3 6-452,6-4-455,-4 1 0,12 5-178,4-4 1,9 2-144,4-2 0,11 2 118,4-7 0,9 6-15,5-6 1,10 1-173,4-6 0,4 1-376,1 0 1,-5 0 77,0 0 0,-7 1-154,-2 3 1,-10-1-493,-14 7 0,-6-1-687,-13 5-344,0 0 2038,-6 0 0,-1 0 0</inkml:trace>
  <inkml:trace contextRef="#ctx0" brushRef="#br0">13294 5530 7847,'0'-9'734,"0"-1"0,0 5-248,0-4 0,0 4 676,0-4-696,0 6 1,0-5 35,0 3-80,0 3 54,0-4-301,0 6 0,0 6-1,0 4 1,5-2 63,0 1 0,-1 1-27,-4 4 0,0 0 363,0 0-551,0 1 1,2-1-472,3 0 205,-4 0-175,5 0 68,-6 1-228,0-7 368,0 4 0,0-9 8,0 7 499,0-7-47,7 10 0,-6-5 182,4 6 1,-3-5-152,-2 1 0,4-1 12,1 5 1,0-4 73,-5-1-302,0 1 0,0 4 75,0 0 0,0-4-107,0-1-317,0-6 0,0 10 152,0-3 1,0-3-182,0 3 1,0-5 128,0 4 1,0 1 97,0 4 1,0 0-43,0 0 1,0 0-114,0 1 1,0-1 66,0 0 1,0-4-434,0-1-455,0-6 44,0 10 1,-2-12-1327,-2 4 1334,2-3 1010,-4-9 0,12-51 0,2-19 0</inkml:trace>
  <inkml:trace contextRef="#ctx0" brushRef="#br0">13394 5559 7847,'-8'-7'587,"0"4"149,3-6 0,2 4 575,-7-5 369,7 7-858,-3-9-517,6 10 0,8-9-248,6 6 1,3-1 80,12 1 0,-4 4-143,8-4 0,2-1 119,-2 1 1,5 0-58,-5 5 1,0 0-52,-4 0 0,-2 0-249,-4 0 0,-2 5 47,-7 0 0,0 6 89,1-2 1,-7 4 117,-4 1 0,-2 0 146,-2 0 0,0 1 214,0-1 0,0 0-169,0 0 1,0 2 110,0 3 0,0-3-110,0 3 1,0 1 1,0-1 0,0 2-182,0-2 1,0-2 85,0 7 0,0-7-114,0 2 1,0 2-34,0-2 1,0-5 85,0-5 21,0 1-55,0 4 0,0-4 215,0-1 255,0-6-420,-6 3 1,-2-6-63,-7 0 1,-4 0-122,1 0 1,-8 5 80,3 0 1,-4 0-112,-2-5 0,-4 4-23,0 1 0,-7 1-277,2-1 1,4-3-2,1 3 1,4-4-315,5-1 0,-1 0-1518,6 0 1076,0 0-1737,5 0 1731,6 0 1212,2 0 0,31 0 0,7 0 0</inkml:trace>
  <inkml:trace contextRef="#ctx0" brushRef="#br0">13408 5971 16210,'-14'0'2165,"-5"5"-1912,0-1 0,-2 7-95,2-1 0,2 4-147,-7 5 0,0-3-518,-4 3 0,4-3 244,1-2 0,0 5-190,0 0 1,2 0-153,7-5 1,0-5-1580,0 1 620,-1-1 303,1 6 0,6-6-1175,3 1 1683,4-7 753,1 9 0,1-10 0,4 3 0,16-4 0,9-1 0</inkml:trace>
  <inkml:trace contextRef="#ctx0" brushRef="#br0">13138 6227 7847,'22'-8'0,"5"-5"250,-4 4 0,4-4 96,2-1 1,1 0 180,3-1 1,3 6 1,7 0 1,-1 1 139,1-2 1,-7-1-211,-2 6 1,-4 1-30,-2 4 0,-11 0 379,-2 0-408,-11 0-363,3 0 0,-7 1 70,0 4 1,0-2 50,0 7 0,-5-1 105,0 5 0,-6 0 65,2 1 1,-6-1-311,-4 0 0,-3 0-225,-6 1 0,4-1-26,1 0 0,0-1 42,0-4 1,-4 2-98,3-6 1,2 4 53,-2-4 1,5 0-101,-4-5 0,5 0 63,-1 0 0,-1 0 107,1 0 1,0-5-100,5 0 0,1-6-73,4 2 1,-2 1-164,6-2-225,0 7-465,5-3 0,6 6 100,4 0 1088,9 0 0,22-6 0,11-2 0</inkml:trace>
  <inkml:trace contextRef="#ctx0" brushRef="#br0">12313 8402 7181,'0'-8'1982,"0"-5"-1037,0 12-581,0-12 0,0 10-107,0-6 0,6 5 55,4 0 1,4 0 181,5 0 0,9 2-122,10-3 0,10-1-204,4 1 0,-2-4-22,3 4 1,-8-1-70,3 1 0,-6 3-55,-4-2 1,-5 2-203,-9 2 1,1 0-112,-6 0 0,-4-5-1290,-6 1 892,-6-1 38,4 5-2604,-7 0 2942,0 0 0,12-6 0,4-2 0</inkml:trace>
  <inkml:trace contextRef="#ctx0" brushRef="#br0">13237 8189 7212,'8'-15'-544,"-2"1"1665,-6 0 1,2 5 7,3-1-589,-4 7 0,6-5 500,-7 3-295,0 4-515,0-6 1,1 7 105,4 0-248,-4 0 0,6 7 194,-7 2 0,0 5 141,0 5 1,0 3-181,0 7 1,0-5-56,0-1 1,-5 1-82,0 4 0,-1-4-159,1 0 0,4-5-142,-4 4 1,-1-5 196,1 1 0,0-8-463,5-2 1,-1-1-164,-4 2-21,3-4 353,-4-6 215,6 0 1,0-8-118,0-6 0,0-2 29,0-8 1,0 1 170,0-6 1,2 1-49,2-1 1,-1 6 122,7-1 1,-2 7-10,1-2 0,4 8 64,-4 1 1,9 2-51,1-1 0,4 2 210,-4 7 0,7 0-112,-3 0 1,6 0 74,4 0 1,-5 0-8,1 0 1,-1 0-3,-4 0 0,-3 0-91,-3 0 1,-2 0-7,-2 0-267,1 0 125,-1 0 0,-1 2-91,-4 3 1,2-2 134,-6 6 0,1 1-5,-1 4 1,-4 5 150,4 0 0,2 0-58,-3-5 0,1 5-38,-5 0 0,0 2-59,0-2 1,0-4-68,0 4 0,-5-3 66,1-2 1,-9 1-109,-1-1 1,-2-5 72,-8 1 0,5-6-155,-4 6 1,-1-7-332,-5 2 1,-1-4 195,-3-1 1,3 0-934,-3 0 0,-2 0 167,2 0 0,0-1-114,4-4 1,3 4 579,2-4 0,3 3-9,7 2 0,0 0 252,0 0 336,6 0 0,2 0 0,6 0 680,0 0 253,0 7 1173,0-6-1336,0 12 0,-2-7 218,-3 4 1,4 2-442,-4-2 1,2-2 521,-2 1-399,3-6-536,-10 10 1,10-10-156,-3 6 0,2-5-277,-1 0-619,2-2 265,-4-2-893,6 6 622,0-4-69,0 4 503,0-6 116,0 0 186,6 6 10,-4-4 354,4 4-39,-6-6 1,0 2 371,0 3-251,0-4 1,0 7 169,0-3 0,-2-4-74,-2 4 1,0 2-87,-5-3 1,-1 6-73,-4-6 1,5 3-90,-1-2 1,1-2-63,-5 6 0,4-6-31,1 2 0,4 1-185,-5-1 0,6 0-96,-6-5-232,7 6 285,-3-4 1,6 6-115,0-4 95,0-2 122,0 4 1,11-6 15,3 0 0,10 0 50,-1 0 0,6-6 81,4-3 1,2-3-2,3 3 1,1-4 160,-6 4 0,5-2-73,-5 1 1,1-1-109,-6 7 0,-4-1 104,-1 5-75,-5 0 1,2 0-9,-5 0 1,-8 6 151,-2 4 12,-3 2 1,-2 2-112,0 1 1,-5-6 19,0 1 0,-6-6-224,2 6 0,-4-7 127,-1 2 0,0 1-717,-1-1 504,1 0 1,0-5-181,0 0 311,6 0 0,0 0-61,3 0-72,4 0 93,-6 0-706,7 0-492,0-7-681,0 6 1988,0-6 0,-25-18 0,-7-7 0</inkml:trace>
  <inkml:trace contextRef="#ctx0" brushRef="#br0">10678 10222 9899,'0'-8'1575,"2"1"-1160,2 7 1,-2 2 251,3 3 0,1-1-153,-1 11 0,1-3 31,-1 12 0,-4-5-158,4 5 1,1 1-131,-1 8 0,5-3-153,-6 3 0,6-3-26,-5-1 0,4-2-76,-4-4 0,1-1-48,-1-3 1,-4-8-596,4 4 147,3-11 0,-6 4-1606,2-3 606,-2-3-556,-2 4 629,0-6 597,0 0 1,0 0-1</inkml:trace>
  <inkml:trace contextRef="#ctx0" brushRef="#br0">10749 10876 7664,'-19'7'0,"0"-2"0,-1-3 357,1-2 1,3 0 1420,-3 0-728,3 0-473,2 0 1,4 0 378,1 0-390,6 0 0,-2 0-523,10 0 0,-2-2-23,6-3 0,7 2 43,8-6 0,3 1 32,1-2 0,1-2-146,-1 2 0,0 2-2,1-1 1,3 1-114,-4-1 1,4-2 34,-9 6 0,-2-2-139,-2 3 220,3 2 184,-6-4 1,3 7 196,-10 4 0,-3 3-142,-6 6 0,0 0 94,0 1 0,0 0 18,0 4 0,-1-1 162,-4 6 1,4-7-204,-4 2 1,-2 1-130,3-1 1,-6 5-734,5-5 1,1 0-232,4-5 1,-2 2-2153,-3 3 2156,4-3 1,-5 4-66,6-6 0,-7-4 244,-2-1 650,2-5 0,-30-17 0,-3-11 0</inkml:trace>
  <inkml:trace contextRef="#ctx0" brushRef="#br0">10536 10947 7672,'-14'0'1008,"4"0"1802,1 0-1183,5 0-969,-2 6 0,6 2 295,0 6 0,0 5-497,0 0 0,0 6-15,0-1 0,0-2-223,0 2 1,5-1-173,0 6 0,-1-5-32,-4-1 0,2-5-201,3 1 0,-2-5-566,6-5 1,-4 2 60,5-6 1,1 0-243,8-5 1,1-2 441,4-2 1,7-4 91,-2-7 0,4 1 186,0 0 1,2 0 114,3 0 1,-3 1 53,-7 3 1,0-1 201,1 7 0,-7-6 904,-3 5-599,-10 1 0,-1 4 729,-3 0-307,-3 0 1,-7 1-584,-9 4 0,-5 1-245,0 4 1,-2 2-166,-2-2 0,-4-2-246,3 1 1,-3-4-504,-1 4 1,-5-4 267,-1 5 0,1-6-365,5 6 1,-1-5 455,1 4 0,1-6 87,3 2 1,2-2 276,3 2 0,8-3 308,-3 2-255,9-2 214,-1-2 1470,6 0-87,6 0 509,-4 0-847,10 0-86,-10 0-667,4 6 1,-10 2 31,-1 6 1,-6-4-158,1-1 1,-2 1-53,-3 4 0,4 5-207,-3 0 1,3 0-59,-8-5 0,8 2-165,2 3 0,1-3-128,-2 3 1,-1-8-1170,6-2 302,1-6 215,4 4 1,6-7 390,4 0 0,4-2 46,5-3 1,1-3 92,4-6 0,3 0 44,-4 0 0,6-2 31,4-3 0,-3 2 169,3-7 1,-1 6 90,1-1 1,-1-1 69,6 1 0,-2 2 233,2 7 1,-3-1 652,-7 6 1,-6 1 61,-3 4-289,-3 0 0,-8 6 82,-3 3 0,-5 4 69,-5 1 1,-5 5-386,-9 0 0,-4 6 2,-11-1 0,4 1-251,-3-1 1,3 1-161,2-6 1,4 0-530,0-4 1,7-3 410,-2-2 1,8-4-1264,2-6 343,5 6 512,-2-4 1,8-1-11,2-5 0,6-7-93,9 1 0,-2-2 74,7-3 0,-5 0-150,5-4 1,-5 3 29,4-3 687,-5 3 0,-27-24 0,-12-10 0,-4-5 0,1 1 0</inkml:trace>
  <inkml:trace contextRef="#ctx0" brushRef="#br0">6811 9226 7642,'0'-9'1037,"0"0"-382,0 5-241,0-8 1,-2 10 133,-3-3 100,4-3-105,-5 7 0,12-5-150,3 6 1,6 0-25,3 0 1,6 0-173,9 0 1,4-5-46,5 0 1,3-6 17,2 2 0,-4 1-1,-1-2 1,-5 5 60,-9-4-203,-6 6-1794,-1-3 1315,-13 6 1,-4 0-1197,-8 0 0,-6 0 133,-9 0 1515,3 0 0,-26 2 0,-12 2 0,0 0 0,-1 0 0</inkml:trace>
  <inkml:trace contextRef="#ctx0" brushRef="#br0">6455 9042 11354,'-8'1'1527,"4"4"-1195,2-3 1,2 10-63,0-2 0,-2 2-39,-2 3 0,2 5-63,-3 4 1,4 4-119,1 5 0,0-1 60,0 6 0,0-7-98,0 3 0,0 0-495,0 0 0,0-6 98,0-4-312,0-7 0,0 4-1038,0-7 318,0-6 0,0-4 1417,0-8 0,-25-36 0,-7-14 0</inkml:trace>
  <inkml:trace contextRef="#ctx0" brushRef="#br0">6356 9170 7654,'14'0'0,"0"0"0,-4-5 1206,-1 0 0,1-4-325,4 4 0,0-1-149,0 1 0,1 3-341,-1-2 1,5-3 22,0 2 0,4 1-214,-4 4 1,7-5-102,-3 0 0,-1 1 56,2 4 1,-5 0-116,5 0 0,-7 1-68,2 4 0,-3-4 30,-2 4 0,-1 3-121,-4 2 1,2-3 166,-6 3 1,0 1 216,-5 8 0,0-2-147,0 7 0,0-5 17,0 5 1,0-1-18,0 6 1,0-1 9,0 1 0,0-1-61,0 0 1,0-4-140,0 0 1,-2-7-159,-3 2 0,4-3 142,-4-2 1,2-1-237,-2-4 0,2-1 132,-6-3 1,4-3 97,-5 2 1,1-2 34,-5-2 0,-2 0 13,-3 0 1,2 0-200,-7 0 1,0 0 58,-4 0 1,4 0 11,0 0 1,2 0 69,-2 0 0,-1 0 150,6 0 1,0 0-8,5 0 0,5 0 210,-1 0-218,7 0-8,-3 0-1,6 0 0,-2 1 10,-3 4 16,4-3-106,-6 10-172,7-10 178,0 11-23,0-12 58,7 6 1,-4-7 3,6 0 1,-4 0 23,5 0 1,-6 0 10,6 0 10,-1 0 0,6-2-32,-1-3 1,-5 4 171,1-4 1,-6-1-26,6 1 1,-7-1 332,2 1-175,3 3 176,-7-4-266,6 6 46,-7 0 84,0 0-201,-7 0 1,-1 1 53,-6 4 1,0-2-112,0 7 0,0-5-61,-1 4 0,-1 1 3,-2 4 1,2 0-168,-3 0 0,-2-4 97,2-1 1,-4 1-117,4 4 0,-5 0-426,5 0 1,0-1 260,5-4 1,4 2-1288,1-6 994,6 6 0,-4-8-530,7 7 872,0-7 0,2 3 195,3-6 1,-2 0-90,6 0 0,-4 0 75,5 0 282,-7 0-4,9 0 1,-8 0 209,5 0 0,-4 0-137,4 0 0,1 0 140,4 0 1,0 0-72,0 0 0,7-4 5,3-1 1,2-5-15,3 6 1,4-6 32,0 5 1,7-1-204,-2 1 1,-4 2 72,0-6 0,-6 6-186,-4-2 0,-1 2-47,-8-2-106,2 3 6,-15-4-339,4 6 162,-6 0 82,-6 0 1,-2 5 119,-7 0 1,6 4 27,-1-4 1,6 4 36,-6-4 1,6 1-220,-6-1-213,7-3 121,-3 4-198,-1-6 99,6 0 114,-6 0 0,7-2 142,0-2 34,0-4 0,5-7 39,0 1 74,6 0 1,-3 1 198,6 4 0,-5-2-69,1 6 1,-5-4 65,4 4 0,-6-1-104,2 1-97,3 3 0,-5-4-629,7 6 297,-7 0 1,5 0-682,-4 0-260,-2 0 1306,4 0 0,-12 0 0,-2 0 0</inkml:trace>
  <inkml:trace contextRef="#ctx0" brushRef="#br0">5915 6795 7641,'-14'0'478,"1"-1"-14,4-4-220,2 4 1,6-6 789,-4 7-338,3 0 242,-4 0-2,6 0-466,6 0 1,4 0-58,9 0 1,3 5 81,6 0 1,2 1-180,4-1 0,4-4 65,9 4 1,4-2-32,5 2 1,1-3 138,0 2 1,-2-2-73,-2-2 1,0 5-324,-5-1 0,-9 1-248,-10-5 1,-7 0-239,-8 0-635,0 0-182,-6 0-1280,-8 0 1697,-8 0 1,-1 0-54,-1 0 1,1 0-673,-6 0 1,-5 2 1516,-4 2 0,-35-7 0,-16-5 0,21 5 0,-1 0 0,1 0 0</inkml:trace>
  <inkml:trace contextRef="#ctx0" brushRef="#br0">5545 6540 7641,'-8'-21'0,"2"5"599,6-3 158,0 3 1,0 7 82,0 0-61,0 5-82,0-2-188,0 19 1,0-4-158,0 10 1,0 2 94,0-2 1,0 0-88,0-5 0,0 5-188,0 0 1,-5 0 108,1-5-196,-1 0 1,0 0-286,0 1-79,1-1-94,4 0 0,-5-5-176,0 1-385,0-7 401,5 3 485,0-6 1,0-1 154,0-4 1,0 2-100,0-7 0,2-1 138,3-8 0,3 4-79,6-4 0,-5-3 126,1-2 0,-1 3-168,6 2 0,0 4-2,4 0 0,-1 1 163,5 0 0,-4 1-55,5 4 0,-7 2-38,2 7-1,2 0 39,-2 0 0,0 0 141,-5 0 0,0 7-71,0 2 1,1 4 88,-1 1 0,-5-4-143,1-1 1,-5 1-104,4 4 0,-6-5-97,2 1 1,-2-2 89,2 1 1,-4 4-79,4-4 0,-3-1-24,-2 2 1,0-6-143,0 6 1,-7-5 61,-2 4 0,1-4-36,-1 4 0,-2-4-135,-8 4 0,3-5-220,-3 0 0,1 3-482,0-3 0,2 6 270,-3-5 1,-2-1-1,2-4 0,-6 5 113,1 0 1,-3 0-173,-1-5 0,4-2 807,1-3 0,-1 2 0,-5-6 0,3 1 0,2-2 0,3-2 0,7 10 0,0-3 512,6 4 895,2 1-899,6 0 0,0 1 170,0 4 0,0-2 428,0 7 289,6-7-544,-4 9-98,10-4-654,-10 7-220,10-1 1,-4-2-124,7-2 0,-1-4 184,0-6 1,2 5-108,3 0 1,-2-1-107,7-4 1,-2-1-256,2-4 1,3 2 252,-4-7 1,-2 6 90,-2-6 1,1 6 348,-1-6 0,0 7 17,-5-2 1,-4 2 483,-1-2-325,-5 4 158,2-6 142,-6 7 157,0 0-498,-6 0 1,-1 2-20,-2 3 1,-5-2-660,-1 6 0,1-4-152,-5 5 1,-3-6-432,-2 6 1,2-6 429,-2 6 0,2-7-192,-1 2 0,-3 1 325,7-1 0,-4 1 156,4-1 1,0-3 147,5 2 0,1-1 121,3 2 0,-2-3 911,2 3-496,4 2 0,-2-5 1189,3 3-568,4 3-381,-5-7 0,4 10 69,-3-6-124,4 6-177,-6-3-236,1 6 1,4 0-174,-2 1 0,-3-6-114,3 1 1,-1-6-139,5 6 0,0-5-348,0 4-485,0-6 403,0 10 224,0-12 1,6 10 184,4-6 0,-2 0-3,1-5 1,2 0 262,8 0 1,-3-6 74,3-4 1,1-1 46,-1 2 1,5-4 21,-5 3 0,5-2 133,-5-2 0,1 1-34,-1 3 0,-3-2 75,3 2 0,-8 4-81,-2 1 0,-1 2 223,2-2 189,-4 4-300,-6-5 0,-1 12 20,-4 3 1,-8 4-208,-6 1 1,-6 0-106,1 1 1,2 4-13,-2 0 1,1-1-180,-6-3 0,6-6 58,-1 1 1,5-1-255,-5 5-758,7-6 460,-4 5 132,7-12 195,6 6 137,2-7 0,7-2-22,4-3-1,2 2 23,2-6 0,4 4-48,-4-4 1,-1 4-126,1-5 0,-1 6-401,2-6 159,2 7 1,-4-8-236,7 6 0,-6-4 88,1 4 0,-3-1-1099,3 1 1797,3 3 0,20-29 0,13-1 0</inkml:trace>
  <inkml:trace contextRef="#ctx0" brushRef="#br0">8133 6284 8023,'-8'0'-16,"2"-7"113,6 6 341,0-12-29,0 12 82,0-12-80,0 11-28,0-4-87,0 0-297,0 4 1,0-6 176,0 3-151,0 4-113,0-5-533,0-1-61,0 6-123,0-12 0,0 10-223,0-7 726,0 7 1,1-8 134,4 6 1,-2-1 166,7 1 0,-6 2 0,6-6 0,-2 4 38,1-4 0,4 4-38,-4-5 137,4 1 1,1-4 218,1 4 1,-1-2 317,0 6 0,-5-5-228,1 6 1,-1-6-81,6 6 0,-6-3-224,1 2-418,-1 4 1,5-10 163,0 6 1,-4-1-82,-1 1 0,1 3-75,4-2 0,0-3-365,1 3 1,-1-3 200,0 3 0,0 2 377,0-3 0,1-1-27,-1 1 0,2-4 186,3 4 0,-4 0 101,4 5 1,-1-4-98,1-1 1,-3-5-116,2 6 0,0-3 253,1 2 0,-2 2 14,7-6 1,0 6-587,4-2 1,0-1 84,1 1 0,4-5-25,0 6 1,5-6 198,-5 5 1,5-1 28,-5 1 1,1 4 21,-6-4 0,-1 2 16,-3-2 0,2 4 6,-2-4 0,3 3-22,1 2 0,-4 0 16,0 0 0,18-6 0,11-2 0</inkml:trace>
  <inkml:trace contextRef="#ctx0" brushRef="#br0">9910 5843 8088,'29'5'-745,"-1"-1"1,-1 3 614,-3-3 1,1-2 190,-6 3 1,1 1-113,-1-1 1,-8 4-21,4-4 0,-4 5 32,3-6 0,0 6 28,0-5 1,1 4 18,-1-4 0,0 4 55,0-4 1,0 6 7,1-2 0,-1-1-7,0 2 1,0-2 143,1 1 0,-6 2-49,0-6 1,1 5-53,4-6 1,0 7-48,1-1 0,-1-2 36,0 1 0,0-1-115,0 2 1,2 2 58,3-2 0,-3 2-21,3 2 0,-3 1 75,-2-1 0,2 0-6,3 0 1,-3 1 13,3-1 0,-8 0 17,-2 0 0,1 0 155,4 1 0,-2-1-57,-2 0 1,2 0 38,-2 1 0,-2-3-164,1-2 0,-5 2 100,0-2-177,4 2 1,-2 3-234,4-1 1,1 0 92,-6 0 1,4-4-174,-4-1 0,4 2 51,-4 8 1,5-3 49,-6 3 0,7-2 48,-1 2 0,-2-1 20,1 5 0,-4-5 12,5 1 0,-6 1-70,6-1 0,-7 5-142,2-5 0,-4 6 170,-1-1 1,0-2-34,0 2 0,2-5 278,3 4 0,-4-4-104,4 5 0,1-7 155,-1 2 1,1-3 479,-1-2-140,-3 0 0,9 1-128,-7-1 0,1-5 84,-5 1 0,0-5-92,0 4 0,0 1 279,0 4-330,0 0 0,0 5-73,0 0 0,0 1 170,0-1 0,0 4-224,0 5 0,0-4-106,0-1 0,0 3 26,0 7 1,0-2-266,0 7 1,0-6 7,0 1 0,0-3-164,0-2 1,-5 4-10,1-3 1,-1 1-304,5-12 0,0 6-940,0-5 1590,-6 0 0,-53-36 0,20 4 0,1 0 0</inkml:trace>
  <inkml:trace contextRef="#ctx0" brushRef="#br0">8176 6113 8158,'-8'-14'234,"0"4"113,3 1 1,2 6 554,-7-2 1,6-1-415,-6 1 1,6 0-231,-6 5 0,5 0-61,-4 0 0,-1 2 0,-4 3 0,5 2-105,-1 8 0,1 5 78,-6 4 0,0 4-137,-4 5 1,3 4 9,-3 5 1,3 1-170,2 0 1,-2-1 40,-3 1 0,3 4-75,-3 1 0,4-1 72,0-4 1,-4 1-144,0 3 0,1-2-255,3 2 1,1-3 161,0-1 1,1 1-92,4 4 1,-2-9 75,6 4 0,0-9 90,5 4 1,0-4 135,0 3 1,0-5 202,0 1 1,2-3-113,3-1 0,-4 1 120,4 3 0,1-3 16,-1 3 0,0-3-85,-5-2 0,0 2-267,0 4 0,0-3 128,0 7 1,0-6 42,0 1 1,1 2-18,4-2 0,-2 0-17,7-5 1,-6 1 114,6-1 0,-5 1 208,4-1 1,-4 1-56,4-1 1,-4 0-149,4 1 0,-4 1-306,5 3 0,-7-3-72,2 3 1,1-3-98,-1-1 1,6 1 166,-2 3 0,4-3 289,1 3 0,2-1 0,3 1 0,-2-3 0,7 3 0,-2-3-114,2-1 0,-2-6 114,-3 1 0,-3-5 231,3 5 0,-4-7 22,0 2 0,-1-3 80,0-2 0,2 0-48,3 0 0,-3 1 59,2-1 0,-2-2-165,-1-2 1,-1 1-23,0-6 0,0 4 67,0-4 1,1 4-54,-1-4 0,5 5-87,0-6 1,0 6-44,-5-5 0,0 6-170,0-2 0,2-1 41,3 1 0,-3-1-165,3 2 0,1 2 134,-1-2 1,7-2-22,-3 1 1,4-4 324,2 5 1,-1-6-95,0 6 1,6-7 80,-1 2 0,0-2-44,-5 2 0,-4-4 15,0 4 0,0 1-139,4-1 0,-1 0-253,-3-5 0,1 4 195,-6 1 1,6 1-120,-1-1 0,1-3 146,-1 2 0,3-2-159,-4-2 1,4 5 459,2 0 1,-1 1-38,0-1 0,-4-2-12,0 6 0,-1-6-99,6 2 0,-1 1-62,1-1 0,-6 0-116,1-5 0,5 5 77,4-1 0,0 1-126,-5-5 1,2 0 66,4 0 1,-3 0 132,7 0 0,-6 0-29,1 0 1,-3 0 15,-2 0 1,6-5-65,-1 1 0,0-3 10,-5 3 1,5 0-16,1-5 0,4 4-13,-5-4 1,5-1 58,-5-4 1,5 1-23,-5 4 0,-1-4 253,-9 4 0,2-2-66,-6 1 1,0-2-118,-4 2 0,-1-2 2,0-3 0,0 1 6,0 0 0,2-7-31,3-2 0,-1-9-186,5-1 1,1-7-165,4 3 0,6-5 105,-1 0 1,5-4 354,-5 3 0,-5-2 8,-4 7 0,-7 1 27,2-1 0,-3 5-90,-2-5 0,-6 5 136,-3-5 0,-2 0-212,2-4 0,-4-6-488,4 1 1,-3-7-273,-2 2 0,0-10 495,0-4 1,0 1-1077,0-1 0,0 6 423,0-2 1,0 9 143,0 1 1,0 7 706,0 3 0,0 1 0,0 7 0,0 3 0,0 1 0</inkml:trace>
  <inkml:trace contextRef="#ctx0" brushRef="#br0">8304 6881 8005,'-8'-8'512,"-5"-5"0,11 10-126,-2-6 0,1 4 747,-2-5-193,3 7 216,-4-3-825,6 0-161,0 4-165,0-4 1,0 12 247,0 3 0,2 6 151,2 4 1,-2 3-208,3 6 0,-2-4-50,1 0 1,-2-1-253,3 6 1,-4-2 75,-1-4 1,0 3-14,0-8 0,0 1 209,0-4 75,0-1 1,0-5 235,0 1-92,0-7 0,0 2-313,0-10 1,0-8-160,0-6 0,0-6 15,0 1 0,0-4-305,0-5 0,0 3 66,0-3 1,0 7 123,0 3 0,0 5 75,0-1 1,0 8-331,0 2-197,0 6 425,0-4 1,0 10 60,0 7 0,2-1 237,3 10 0,-4 2 232,4-2 1,-3 5-283,-2-5 0,4 4-306,1-4 1,0 0-328,-5-5 1,0 1-75,0-1 1,0-5-423,0 1 1,5-6 470,-1 6 1,3-7 622,-3 2 0,17-29 0,9-7 0</inkml:trace>
  <inkml:trace contextRef="#ctx0" brushRef="#br0">8716 6938 8020,'0'-15'0,"0"1"178,0 0 0,0 4 939,0 1-266,0 0 0,0-1 335,0 1 24,0 5-785,0-2-411,0 6 1,0 6 306,0 4 0,0 7 174,0 2 1,0 5-185,0-5 1,0 6-26,0-1 0,0 1-275,0-1 0,0 1-142,0-6 0,1 0-164,4-5 1,-3 0 24,3 1 1,-4-6-669,-1 1 663,0-7 356,0 3 1,0-8-270,0-2 1,0-10-131,0-10 1,-1-3 167,-4-1 1,3-1 113,-3 1 0,4 1 135,1 3 1,0-1-129,0 6 1,0 5-37,0 4 0,1 7-144,4-2 0,5 5-152,9 5 0,-4 9 244,4 10 0,2 1 95,-2-1 0,5 3 1140,-5-4 0,4 3-437,-4-3 0,0-2-150,-5-7 1,1-1 257,-1-4-369,0-2 1,0-7-71,0 0 1,-4-8 85,-1-6 0,-1-7-258,2-7 1,-2-2-207,-4-4 1,-2 3 6,3-7 1,-4 2-171,-1-2 0,0 3-1046,0 6-327,0 7-1740,0 8 2089,0 8 1,0 17-392,0 3 0,0 10 650,0-1 956,7 4 0,20 14 0,10 4 0</inkml:trace>
  <inkml:trace contextRef="#ctx0" brushRef="#br0">9370 6724 8020,'0'-20'1348,"0"4"-709,0-3 0,0 8 1188,0 2-530,0-1 406,0 2-1315,0 2 0,0 7-332,0 4 1,0 9 407,0 10 1,0 9 276,0 5 0,-5 5 6,0 4 0,-6-1-271,2 6 0,-4-4-185,-1 4 0,0-7-120,0 3 0,3-4-101,-4-1 0,7-2 113,-11-3 0,12-4-136,-8-5 1,9-7-26,-3-3 0,5-8-760,0-2-2843,2-5 1944,2 2 1,0-8-2241,0-2 3029,0 2 0,2-11 58,2 4 1,0-5 789,5-5 0,32-35 0,-14 20 0,0 0 0</inkml:trace>
  <inkml:trace contextRef="#ctx0" brushRef="#br0">9427 7151 8610,'8'-14'2640,"-2"4"-1450,-6 1-304,0 6 78,6-4 10,-4 7-343,4 0 1,-6 2-236,0 3 0,0 2-218,0 8-329,0-1 1,2 0 252,3 0 1,-4 1 154,4-1 0,1 0-28,-1 0 0,4-4 228,-4-1-1066,6-6 0,-4 5-2629,2-3 2473,4-4 0,-5 4 601,6-10 1,-5 4 682,1-4 1,-6-1-226,6 1-157,-7-6 0,8 8-150,-6-7 0,1 7-361,-1-1 339,-3 2 1,10 2 96,-2 0 0,-2 2 258,1 2 1,1 3-114,4 2 1,0 2-117,0-6 0,2 1 119,3-1 1,-3-4 241,3 4 0,-4-3 8,0-2 0,-1-2 149,0-3 1,0 2-33,1-6 0,-3-7 58,-2-8 1,1 2-510,-7-1 1,1-1-329,-5-5 0,0 1-491,0 0 0,0 5-142,0 4 0,-1 4-2963,-4 0 2409,-3 8 0,-11 0-1924,0 7 3313,0 13 0,-27 34 0,19-13 0,1 0 0</inkml:trace>
  <inkml:trace contextRef="#ctx0" brushRef="#br0">8233 4933 7828,'0'14'2023,"0"1"-2706,0-8 140,0 0-103,0-7-274,0 0 0,1 4 920,4 1 0,-4 2 0,4-3 0,1-1 0,-1 7 0,5-1 0,-6 6 0,6-1 0,-5 0 0,4 2 0,-4 3 0,0-3 0,-5 3 0,0-2 157,0 2 0,0-3 280,0 3 1,0-4 1228,0 0-1099,0-1 0,-5 0 792,0 0-1643,0 1 293,5-1 0,0 0-2034,0 0 2025,0 0 0,19 1 0,5-1 0</inkml:trace>
  <inkml:trace contextRef="#ctx0" brushRef="#br0">8517 5758 7838,'9'9'1652,"1"1"-156,-7-7 188,3 9-690,-6-10 29,0 4-754,0-6-458,0 0-1458,7 0 1,1 0 1646,6 0 0,23 0 0,9 0 0,5 0 0,0 0 0</inkml:trace>
  <inkml:trace contextRef="#ctx0" brushRef="#br0">10038 4720 7945,'2'-10'655,"2"1"996,-2 6-655,4-10-162,-6 12-469,0-6 106,7 7-810,-6 0 1,6 7-296,-7 2 0,-2 8-630,-3 2 0,2 8 747,-6 2 517,-1-1 0,-13 28 0,-6 11 0,-2 3 0,0-1 0</inkml:trace>
  <inkml:trace contextRef="#ctx0" brushRef="#br0">9839 5402 7953,'-9'10'-17,"-1"-1"1054,7 1 1490,-3 4-1854,-1-6 0,6 0 726,-4-4-1152,3-2 1,1 4 224,-4-6-1588,4 0 296,-6 7 1,7-4-661,0 6 1,2-1 755,3 2 0,-4 2 724,4-2 0,15 21 0,4 7 0</inkml:trace>
  <inkml:trace contextRef="#ctx0" brushRef="#br0">11815 5857 7877,'0'-8'619,"2"2"1013,3 6-553,-4-6 48,6 4-705,-7-4 1,1 6 512,4 0-1520,-4 0 555,6 0 1,-14 0-2360,-2 0 2389,-10 0 0,-21 12 0,-16 10 0,-3 1 0,-6 0 0,1 1 0,-1 0 0</inkml:trace>
  <inkml:trace contextRef="#ctx0" brushRef="#br0">11005 6255 7929,'-10'8'1814,"1"-3"2516,6-4-2477,-10-1-988,5 0 1,-1 0-415,-1 0 1,6 0-38,-6 0 1,5-4-2837,-4-1 1553,-1 0 869,-4-1 0,6 23 0,2 1 0</inkml:trace>
  <inkml:trace contextRef="#ctx0" brushRef="#br0">11261 7705 7827,'-10'-1'0,"1"-4"0,4 3 2678,-4-2-851,6 2-484,-4 2-729,1 0-257,4 0-562,-4 0 1,8 0-519,2 0 1,4 0-203,6 0 0,9 0 925,5 0 0,19 10 0,10 5 0,8 1 0,0 0 0</inkml:trace>
  <inkml:trace contextRef="#ctx0" brushRef="#br0">11844 8217 7899,'14'0'926,"-4"0"1348,-1 0-1691,0 0 0,6 0 25,-1 0 0,0-5-431,0 1 1,2-3-322,3 3 0,-2 0-661,7-5 1,0 6 292,4-2 1,2-1-54,3 1 1,-2 2 63,2 8 1,1-2-569,0 6 1,-3 1 1068,-7 4 0,3 19 0,-5 5 0</inkml:trace>
  <inkml:trace contextRef="#ctx0" brushRef="#br0">10450 9070 7886,'-9'0'1622,"0"0"-531,-1 0-687,-4 0 1,1-2-194,4-2 0,1 2-99,3-3 72,3 4-263,-4 1 0,8 1-90,2 4 0,6 3-270,9 6 1,3 7-790,6 3 1,1 4-120,-1 5 1347,1 10 0,-22 4 0,-6 14 0,0 1 0,1 7 0,-1 0 0,1 0 0</inkml:trace>
  <inkml:trace contextRef="#ctx0" brushRef="#br0">10507 9966 7944,'0'14'795,"2"-5"223,3 1 0,-2-5-177,6 4 1,-4-6 391,5 2 0,-1-3-889,5-2 1,0 1-566,1 4 41,-1-4-423,0 6-813,0-7 0,-1 6 811,-4 4 1,-2 4-634,-7 5 1,0-2 435,0 7 1,0 4 801,0 5 0,0 1 0,6 45 0,-2-34 0,0 1 0</inkml:trace>
  <inkml:trace contextRef="#ctx0" brushRef="#br0">8218 8828 7929,'0'-14'232,"0"5"49,0-1 1,0 5 497,0-4 908,0 6-708,0-3-410,7 6-592,-6 0 1,6 1-476,-7 4 1,0 3-653,0 6 1,-8 0 672,-7 0 477,-11 1 0,-41 9 0,-17 4 0,23-8 0,-1 1 0,1-1 0</inkml:trace>
  <inkml:trace contextRef="#ctx0" brushRef="#br0">7422 9184 8001,'-14'0'1280,"0"0"259,-1 0 0,6 0-771,-1 0 0,1-2 4,-5-3 0,0 4-1097,-1-4 0,0-1-270,-4 1 1,-4 0-509,-5 5 0,0 0 608,-1 0 1,1 2-260,-1 3 0,-4 3-430,0 6 1184,-7 0 0,5 4 0,-4 4 0,-6 0 0,0 1 0</inkml:trace>
  <inkml:trace contextRef="#ctx0" brushRef="#br0">7806 7137 7805,'8'-15'41,"-3"1"0,-4 0 581,-1 0 176,0 0 0,-6-1-331,-4 1 1,-2 6-197,-2 3 0,-5-1 34,0 1 1,-8 1-128,-2 4 1,-1-2-17,-8-3 0,-4 4-463,-6-4 1,-12 3-1506,-1 2 1806,-7 0 0,1-1 0,-16-1 0,-3-1 0,17 1 0,0 0 0,0 0 0,0 0 0</inkml:trace>
  <inkml:trace contextRef="#ctx0" brushRef="#br0">3015 12965 8321,'7'-14'0,"0"0"0,-6-2 0,4-3 0,-3 8 2864,2-3-1200,-2 3-66,-2 3-616,0 2-565,0 6 1,-2 0-92,-2 0 0,2 8-17,-3 6 1,4 0 42,1 5 0,0 3 0,0 2 0,0 1-106,0-1 1,0 3 28,0-4 0,0 3-103,0-3 1,0 2-45,0-6 1,0 0-193,0-4 0,0-1-51,0 0-418,0-6 404,0 5 107,0-12 1,0 4-873,0-10 0,0-3 416,0-6 0,0 0-1630,0 0 1,0-1-596,0 1 842,0 0 1861,-7 0 0,31-32 0,1-8 0</inkml:trace>
  <inkml:trace contextRef="#ctx0" brushRef="#br0">3143 12724 8321,'-2'-19'345,"-3"0"1,2 0-139,-6 5 0,1-1 910,-2 1 0,-2 5-333,2-1 1,-3 7-102,-1-2 0,-2 4-305,-3 1 1,4 1-79,-4 4 0,3 3-51,2 6 1,-5 0-116,0 1 1,0 5-121,5 4 1,-5 3 87,0 1 0,-2 2 29,2 3 1,8-1-44,-3 6 1,4 0 10,1 4 0,-2 1 5,6 0 1,0-5-9,5-1 1,0 0-26,0 1 0,7-4-15,2-5 0,4-2-53,1-4 1,7 3 193,2-7 1,4-2-24,2-7 0,4-3-29,0-2 1,6-3 24,-1 3 0,2-9-52,-2 0 1,1-12 22,-6 2 1,5-10 69,-4 0 0,-1-3 1,-5-1 0,-4-2 245,0-3 1,-7-4-144,2-5 0,-10-6-160,-4 1 0,-3-8-155,-2-2 1,-11-2-295,-4-7 0,-8 12 9,-1 2 1,-3 13-271,-1 6 1,-1 9 125,1 5 1,1 11-150,3 8 0,-3 6-837,4 9 0,-4 5 106,-2 4 1,6 3-296,-1 1 0,5 0 1605,-5 1 0,-6 44 0,12-32 0,0 1 0</inkml:trace>
  <inkml:trace contextRef="#ctx0" brushRef="#br0">4323 12837 8123,'0'-14'-281,"0"0"1,0 0 762,0 0 0,0-1 797,0 1 1,-2 1-528,-3 4 0,2-2 151,-6 6 0,-1-4-403,-4 4 1,0 0-113,0 5 0,-2 7-257,-3 2 1,1 4 38,-5 1 1,5 5 0,-1 0 0,5 6-9,5-1 1,-2 1-190,6-1 1,0 1 5,5-6 0,2 5-142,2-5 1,0 4 93,5-4 0,2 0 66,8-5 1,-3 1 177,3-1 0,-3-1-84,-2-4 1,0 2 14,0-6 1,-4 4 60,-1-4-7,-6 6-1,4-3 0,-9 1 4,-3 1 0,-4-5-120,-10 4 1,-3-6-131,-7 2 0,6-3-34,-1-2 1,0 0 26,-4 0 1,1-7-85,3-2 1,4-4 163,6-1 0,4-2-22,1-3 0,6 8 34,-2-3 310,3 3-337,2 3 19,0 2 624,7 6-395,0 6 0,3 2-160,-1 6 1,-1 5-11,2 0 1,2 0-117,-2-5 0,7 0-21,2 1 0,6-3-228,-1-2 0,3 1 73,1-6 1,2-1-115,4-4 0,-3 0-136,7 0 1,-6-4 235,1-1 0,-8-11 115,-1 2 0,-7-5 130,2 0 0,-8 1 308,-1-5 0,-7 1-121,2-2 1,-4 2 60,-1 3 0,-1 5 503,-4-1 1,3 6 210,-2 4-48,-4 4-525,6-6 0,-9 14 30,6 2 1,1 9-177,4 1 1,-5 4-15,0-4 0,0 5-42,5-5 1,0 4-144,0-4 0,2 5-204,3-5 0,-2 0-466,6-5 1,1 0-604,4 1 0,5-7 371,0-4 0,1-2-12,-1-2 0,-1-2 500,6-2 0,-7-9 361,2-6 0,-2-5-96,2 5 1,-3-6 96,3 1 0,-3 4 120,-2 1 0,-1 3 394,-4 2 0,2 4 390,-6 1 0,1 6-163,-1-2 1,-4 5 104,4 5 0,-3 3-275,-2 6 0,0 0 8,0 0 1,0 1-384,0-1 1,1 0-278,4 0 1,-3 0 96,2 1 0,-2-1-265,-2 0-1052,0 0 1,2-1 362,2-4 0,-2-1-45,3-3 0,3-3 579,1 2 1,-1-7 353,1-2 0,1-6 32,4 2 0,0-4 270,1-1 1,0 0 79,4 0 0,-1-1-177,5 1 1,-5 2 779,1 2 0,-3-1-243,-2 6 1,0 1-53,0 4 0,0 0 218,1 0-613,-1 0 0,5 0-189,0 0 0,0 1-337,-5 4 0,2-4-25,3 4 1,-4-2-311,4 2 0,2-3 150,-2 2 0,0-2 176,-5-2 0,0 0-40,1 0 1,3 0 306,1 0 1,-4 0 479,-6 0-34,1 0 616,4 0-762,0 0 0,-1-2 4,-4-2 0,2 0-151,-6-5 1,4 4-30,-4-4-243,0-1 0,0-4 117,-1 0 1,1 4-147,-5 1 0,-1 4 131,-4-4 0,2 6-28,-7-2 1,1 3 42,-6 2 0,-3 2 32,-1 3 1,-7 4 10,3 10 1,2-3 49,2 3 0,-1-2 127,1 2 1,1-3-291,9 3 1,-2-8-175,6-2 0,0 1 72,5 4 0,0-4-151,0-1 0,11-6 228,3 2 0,9-5-21,-4-5 0,6 2 442,-1-6 0,-2-1-85,1-4 1,-5 0 72,1-1 1,-4 6 132,0-1 1,-6 6 1056,1-6-849,-7 7 1,8-2 5,-6 10 0,-2 5-67,-8 9 1,2 4 115,-7 10 1,6 4-176,-6 5 0,1 1-188,-6 0 1,6-1-217,0 1 1,4-2-17,-5-3 0,6 0-352,-6-10 80,1 4-689,-6-10 317,1-6 238,0-4 1,0-23-13,0-3 0,6-10-67,3 1 0,3-6-42,2-4 0,3 2 81,7-7 1,1 1-187,13-1 1,6-3 93,8 3 0,0-1 52,4 1 1,2-3-34,9 3 0,2-3 195,-3-2 0,-5 2-14,-4 3 0,-13-1 54,-11 6 0,-10 0-1,-4 4 1,-5 2 11,-5 4 1,-2-3-16,-8 7 1,1 5 135,0 5 0,-2 5 278,-3 0 0,3 8-24,-3 6 1,-1 7 265,1 2 0,0 7-15,5-3 1,1 9 87,4 1 0,2 2 279,7-2 1,0-3-335,0 3 0,7-3 73,2-1 0,5-3-80,5-2 1,3-3-181,7-7 1,4-6-546,0-4 0,7-2 265,-2-2 0,-4-6-1165,0-4 1,-9-2 54,-2-3 1,-7-4-450,-1 0 1,-3 1 589,-7 3 0,-2 1 980,-8 0 0,-34 19 0,-15 4 0</inkml:trace>
  <inkml:trace contextRef="#ctx0" brushRef="#br0">6043 13179 7859,'-8'-15'2549,"2"6"-1471,6-1 1,0 6 637,0-6-1350,0 7 1,1-8-290,4 6 1,-2-6-4,7 2 1,-1-4-143,5-1 1,1 0 226,-1-1 1,-2-3-48,-2-1 0,1 0-248,-6 4-64,0 1 54,-5 0 0,-2 6 99,-3 3 0,-7 10 119,-7 5 0,-2 7 71,2 2 1,3 6 139,-3-1 0,4 3 205,0 1 0,7 1-157,4-1 0,2-6-122,2-3 0,2-3-191,2-2 0,6-1-254,9-4 0,-2-3-350,7-6 0,0 0-822,4 0 0,-4-1 226,-1-4 0,0-3-2312,0-6 3494,4 0 0,27-19 0,14-5 0</inkml:trace>
  <inkml:trace contextRef="#ctx0" brushRef="#br0">6797 12937 8060,'0'-21'0,"-2"6"400,-3-4 0,4 3 1669,-4 2-484,3-1 533,2 8-1175,0 0 1,0 9-271,0 3 0,0 4-26,0 10 1,0 0 17,0 9 1,0-1 212,0 11 1,0-5-269,0 5 0,0 0 13,0 5 0,0-5-163,0 0 1,-4-2-172,-1 2 1,0 1-220,5-6 1,-1 1-82,-4-6 1,3-1-420,-3-3 193,4-4 1,-1-7-1099,-2-4 1003,2-2 1,-4-14 13,6-2 1,-5-5-7,0-5 1,-4-5-495,4-9 1,0-4-753,5-5 1,0-2 951,0-4 1,2 4 259,3-3 0,7 4 251,7 5 1,11 3 210,-1 7 1,8 7-23,1 7 0,-3 6 221,-2 8 0,-3 0-105,-1 0 0,-7 11 334,-3 3 0,-10 4 7,-4-4 0,-3 0-99,-2 0 1,-2 1 12,-3-1 0,-3 0-242,-6 0 0,-2-1-70,-3-4 1,2 4-222,-7-3 1,5-3-649,-4 3 0,1-5-40,-2 4 0,-1-6 500,6 2 1,-5 1-459,5-1 0,2 1-465,7-1 59,-2-3 917,10 4 0,2-6 266,9 0 0,10 0 19,5 0 1,3-2 279,1-2 1,1 1-207,-1-7 0,5 2-63,1-1 0,-1-4-117,-5 4 1,1-4 153,-1-1 0,-1 0 100,-3-1 1,-5 1 60,-10 0-70,4-7 1,-12 6 135,4-4 392,-3 9 664,-2 4-921,-7 6 1,-1 0-207,-6 0 1,5 6-81,-1 4 1,5 2 43,-4 2-34,6 1 1,-3-1-162,6 0 0,0 0 50,0 1 1,4-6-145,1 0 1,11-4-314,-2 5 1,5-7 195,0 2 1,3-4-213,6-1 0,1-1 143,-1-4 1,1-3-44,-1-6 1,-6-2 214,-3-3 0,-4 2 132,-6-7 1,-3 7-100,-6-2 0,0-2 21,0 2 1,-11 0 119,-3 5 0,-8 6-115,3 3 1,-6 4-90,1 1 0,-3 6 106,-1 4 0,4 2-13,0 2 0,7 2 20,-2 3 0,5-3 102,4 3 0,4-3-291,6-2 0,0 0-219,0 0 0,2-1 87,2-4 1,10-1-37,10-3 1,3-3-76,1 2 0,3-7 212,2-2 1,-3-6 204,3 2 0,-3-4 20,-2-1 0,-1 0 367,-3 0 0,1 1 472,-6 4 737,0-4-660,-5 5 308,-6 0-550,-2 2-775,-6 6-655,0 0 333,7 0 1,-4 0-470,6 0 1,1 0 352,4 0 0,0 0-219,1 0 0,-1 0 367,0 0 1,0 5-152,0-1 868,1 1 170,-1-5 41,0 6 0,-6-2-165,-3 5 0,1-4 295,-1 4 1,0-4-304,-5 4 0,1-5-7,4 0 1,-2 3-285,6-3 0,1 1 93,4-5 0,0 0-150,1 0 1,4 0-121,0 0 1,4 0-109,-4 0 0,6-5 59,-1 1 1,-2-6-54,2 5 0,-7-1 163,2 1 0,-3 2 33,-2-6 0,-1 4 107,-4-4 1,3 4-133,-8-5 1,3 6 20,-3-6 0,-2 1 21,3-6 1,-4 1 25,-1 0 0,0-7-229,0-2 1,-5-4-473,1-2 1,-1 3 88,5 2 1,-5 3-248,1 7 0,-1 5 850,5-1 0,-2 7-83,-3-2 1,4 10 786,-4 4 0,-1 6-127,1 4 0,-4 4 128,4 11 0,-5-4-49,6 3 0,-6-3 208,5-2 0,1 1-587,4-1 0,0-1-314,0-3 0,0-4-188,0-6 1,1 1-384,4-1 1,-2-2-1094,7-2 574,-1-4 0,5-6-589,1 0 1,-3-8 573,-2-6 0,-2-2-340,-4-7 1,-2 0 610,3 0 0,-12-2-73,-7 6 0,-2 0 960,-7 4 0,0 6-140,0-1 1,2 7 1551,7-1 0,0-3 238,0 2 227,6 1-918,-5 4 0,19 0 139,4 0 0,9 0-1015,9 0 0,1 0-639,-1 0 1,-4-5-1355,0 0 1,-7 1 506,2 4 1340,-3 0 0,-15 12 0,-2 4 0</inkml:trace>
  <inkml:trace contextRef="#ctx0" brushRef="#br0">8958 12994 7954,'-15'-24'279,"1"0"1,0 12 429,0-2 1,0 9-182,-1 0 0,1 4 41,0 1 1,-5 1-104,0 4 1,-2-2 52,2 6 0,2 1 46,-7 4 1,2 2-169,-1 3 1,2-3-48,7 3 1,4-5-239,1-5 1,6 4-185,-2-4 1,5 4 117,5 1 1,3-6-110,6-3 0,6-2 111,4 2 1,4-4-154,6 4 0,-4-10-472,3-4 1,2-4 258,-2-1 0,-2-5 174,-7 0 0,1 0 144,-6 5 0,-1-5 152,-9 0 1,-3-6-116,-6 1 1,-1 2 64,-4-2 1,-4 12-55,-10-3 1,-3 11 4,-7-1 1,1 5 92,-1 5 0,1 3-123,-1 6 1,9 0-26,6 0 1,1 1 71,8-1 1,1 0 6,4 0 0,7-1-88,8-4 1,5-1-97,9-3 0,4-4-51,0 4 0,5-5-268,-5-5 1,5-2 124,-5-8 1,2 0 191,-2-4 1,-9-2 262,0-3 0,-7-2-23,-3 2 1,-6-3 231,-3-1 0,-4 1-29,-1 3 0,-6 0 243,-3 10 1,-4-2-219,-1 12 1,-1-1 74,1 5 1,0 8-257,0 6 1,1 6 29,4 9 1,-2 1 197,6 3 0,0 3 100,5 7 0,0 1 89,0 4 0,0-2-219,0 6 0,0-7-107,0 3 1,5 1-311,0-2 1,-1-4 96,-4-5 1,0-7-373,0 3 0,0-6 256,0-4 0,0-4-230,0-6 0,-1-4-363,-4-1 390,-3-6 1,-8 2 101,-3-10 1,4-2 183,-4-8 0,-2-4-122,2 0 0,2-6 12,7 2 1,-1-4-1228,6-2 0,1 2 592,4 4 1,6-3-280,4 7 0,8 0-81,6 5 0,5 0-360,4 0 0,-2 4 637,7 1 0,0 1 805,5-1 0,1 2 0,5 1 0,4 2 0,0 0 0</inkml:trace>
  <inkml:trace contextRef="#ctx0" brushRef="#br0">9882 12951 8296,'0'-8'1372,"0"-4"1,0 8-908,0-5 1,0 4 225,0-4 1,0 4-269,0-4 0,0 4 346,0-5-693,6 1 1,-3-10 87,7 0 1,-6-2-176,6 2 1,-5-3 120,4-6 1,-6-1 111,2 1 0,-3 4-217,-2 1 0,-2 5-117,-3-1 1,-3 5-34,-6 5 1,-2 2 108,-3 7 1,2 2 203,-7 3 1,7-1-39,-2 11 0,3-3 130,2 12 1,1 0-40,4 4 1,-2 0 175,6 1 1,0 4 70,5 0 0,-4 7 291,-1-2 1,0-4-243,5 0 0,0 0 2,0 0 1,0 5-43,0-1 1,0-3-186,0-2 0,0-2-48,0 3 1,-5-4-94,1 3 0,-6-3-142,5-2 1,-1 1 108,1-1 1,4 1-72,-4-1 1,-1-1-280,1-4 1,0 3-533,5-7 1,0 0-239,0-5 0,2-1 300,3-4 0,-2-3 35,6-6 0,-4 0 270,4 0 1,1 0 165,4 0 1,-4-6-81,-1-3 1,1-10-113,4-5 1,-2 2-177,-2-2 1,1-6-401,-6-8 1,4-3 61,-4-2 0,0 1 418,-5-1 1,-7-3 132,-2 4 0,-4-3 433,-1 12 0,-5 0 368,0 5 0,-1 10-238,1 4 1,3 9 673,-3 1-172,3 2 0,7 2 2314,-1 0-2463,7 6 0,-3 2-439,6 6 0,6-4-183,3-1 1,9-5 79,1 0 0,8-2-211,1-2 0,2 0-2,8 0 0,0-6-142,5-4 1,2-3 124,-2-1 0,1 0 137,-11 0 0,1 0 380,-6-1 0,-6 3 333,-3 2 317,-9 4-367,-4 6-185,-6 0-130,-6 0-14,4 0 97,-11 0-19,12 6 62,-6-4 62,7 4 371,0-6-438,0 0-190,-6 0 1,-2 5-57,-6 0 0,0 1-219,0-1 1,-5-2 80,0 6 1,-2 1 158,2 4 1,3 0-136,-3 0 0,5-4-10,5-1 0,-2 1-150,6 4 1,-5 0-7,6 1 0,-1-1-150,5 0 0,6-6 143,4-3 0,2 1-49,3-1 0,0-1 181,4-4 0,-1-6 49,5-3 0,-4-4 118,5-1 0,-7 0 6,2-1 1,-3-4 60,-2 0 0,-1 0 113,-3 5 421,2 0-552,-10 0-418,4 6 1,-6 3 258,0 10 1,0 3 29,0 6 1,0 5 78,0 0 0,0 1-50,0-1 0,2-3 8,2 3 0,0-5-158,5-4 0,1 1-182,4-6 1,0 4 214,0-4 1,0 0-69,1-5 1,4-7 23,0-2 1,0-9-199,-5-1 0,0-4 226,0 4 1,-4-5 5,-1 5 1,-6 0 184,2 5-75,-3 0 1,-2 4 398,0 1-460,0 6 0,0-2-192,0 10 1,0 3 286,0 6 0,0 2 117,0 3 0,0-4 14,0 4 1,0-3-136,0-2 0,0-4-65,0-1 1,6-1-20,3 2 0,4-2 32,1-4 0,5-2 23,0 3 1,5-5-72,-5-5 0,5-3 47,-6-6 0,8-2 7,-3-3 1,-2-3-280,-2-7 0,1-5 3,-1-4 1,0-6 20,-4-9 1,-1 0-167,0-14 1,0 1-500,0-5 0,-6 8 367,-3 6 1,-3 14-40,-2 15 0,-2 12 251,-3 11 1,-4 10 206,-10 5 0,3 8 224,-3 6 0,3 3 163,2 1 1,-2 6 424,-3-1 0,8 2-403,-3-2 1,5-3-106,-1 3 0,-1-2 452,6 3 1,-1-4 459,1 3 0,4-3-588,-4-2 1,3-4-56,2 0 1,7-2-317,2 1 0,-1-2-48,2-7 0,-1-1-173,5-4 1,1 2 153,-1-6 1,5 0-57,0-5 1,1 0-128,-1 0 0,3-6-227,7-4 1,-6-4 45,1-5 0,-5 2-352,5-7 0,-7 0-40,2-4 0,-5 1 375,-4 3 1,1-1-95,-6 6 16,-1 0-27,-4 11 170,0 2 1,-6 12 156,-3 4 0,1 7 187,-2 2 1,7 5 414,-2-5 1,4 1 143,1-1 0,0-3-288,0 3 1,0-8-129,0-2 1,6-1-179,3 2 0,6-4-74,4-6 1,3 0 113,6 0 1,1-6-138,-1-4 1,0-4-93,1-5 0,-1 2-200,1-7 1,-6 0-82,1-4 1,-8 6 113,-2 3 244,0-3-222,-12 6 7,4 2 1,-6 9 192,0 10 0,-1 3 11,-4 6 0,3 2 262,-2 3 1,2-4-59,2 4 1,0-3 30,0-2 0,2 1-178,2-1 0,0-5-56,5 1 0,1-7 100,4 2 1,2-4 97,3-1 1,-4 0-45,4 0 0,2-1 101,-2-4 0,0-3 88,-5-6 1,-1 0-66,-4-1 0,2 1 50,-6 0 0,4 0 41,-4-1 1,1 6-87,-1-1 0,-3 6-2,2-6-273,-2 7-44,-2-10 0,2 12-537,2-4 322,-2 4 121,4 1 0,-4 0-824,3 0 199,-4 0-28,12 6 489,-5-5 1,6 6-24,0-7 1,0 0 212,1 0 0,-1 0 144,0 0 0,5 0 13,0 0 1,5 0 47,-5 0 0,4 0 86,-4 0 1,0 0-71,-5 0 0,1 0 95,-1 0 0,2 5-128,3-1 0,-4 1 129,4-5 1,-1 0-75,1 0 0,-4 0 0,4 0 1,4 0-126,0 0 0,3-2 63,-3-2 0,2 1-38,-6-7 0,5 1-49,-5-6 0,0 3-162,-5 2 0,-6-2 103,-3 2 0,-5 2-114,-5-1 1,-9 4 15,-10-4 1,-11 5-232,-7 0 1,-9 4 135,-10 4 0,7 4 90,-3 6 0,10 5 132,-1 0 1,10 2 47,5-2 1,11-3 208,8 3 1,8 1-59,10-1 1,15 2 118,10-2 0,9-4-106,0 4 0,3-4 6,1-6 0,1-1-202,0-3 1,-7-4-299,-3 4 1,-4-3 42,-6-2 0,2-7-68,-6-2 0,2-1-213,-2-4 0,-8 3-291,3-8 1,-4 3-2039,-1 2 2040,-3 0 876,-12 6 0,-29 3 0,-14 4 0,-5 1 0,-1 0 0</inkml:trace>
  <inkml:trace contextRef="#ctx0" brushRef="#br0">2816 14387 8457,'-8'0'-1917,"-5"0"1958,4 0 1,1 0 1075,-2 0 0,5 0 86,-4 0-611,-1 0 0,1 0-196,0 0 1,5-2-65,0-2 1,2 1-250,2-7 0,0 5 33,0-4 0,2-1-102,2-4 0,9 0 90,6 0 0,1 4-158,-1 1 1,2 4 57,3-4 0,-2 5-169,-3 0 0,-3 4 194,2 4 0,-6 4 48,-3 7 0,-6 0 107,2 4 1,-3-1-84,-2 5 1,-7 1 10,-2 4 0,-4 1-65,-1-1 0,-2-1 7,-3-3 1,3 3-8,-3-4 1,4-2-189,0-2 201,1-3-74,0-2 1,12-6 269,7-3 1,17-5-80,7-5 1,7-3 236,-3-6 0,5-1-249,-5 1 1,0 2-19,-4 2 0,-7-1-416,-3 6-835,-3-6-90,-2 10-942,-6-6 984,-2 7 0,-6 2-22,0 3 1174,0-4 0,-38-7 0,-9-10 0</inkml:trace>
  <inkml:trace contextRef="#ctx0" brushRef="#br0">3000 14202 9255,'-6'-31'158,"-3"2"1,-1-2 564,-4 7 1,3 3-99,-8 2 1,3 0 46,2 5 1,0 3 172,-1 11 0,-4 0-238,1 0 1,-8 0-229,3 0 1,-4 8-157,-2 6 1,-4 2 68,0 8 1,-5-1-55,5 6 1,0 4-160,4 0 1,2 7 105,4-2 0,-3 3-280,7 1 1,2 1-180,8 0 0,2 4 130,7 0 0,0 6-45,0-6 1,8-4 96,6-5 0,8-7 42,12 2 1,-3 0-151,7-4 0,-5-4-177,5-11 0,0 1 275,5-1 0,-1-5 253,1 1 0,-5-7 114,0 2 1,-2-5 51,2-5 1,2-5 65,-7-9 1,0-3-92,-5-6 1,1-2 105,-1-3 1,1-4 84,-1-5 0,-7-2 218,-7-4 0,-1-2-217,-9-7 1,-2-5-40,-12 1 1,-7-3-1354,-16 3 1,1 2 340,-6-2 1,0 5-332,-4 9 0,-1 12 386,1 16 1,-1 10-282,0 4 0,-3 5-125,4 5 0,-4 9-314,8 10 0,2 4 1232,-2 5 0,1 1 0,0 8 0,3 7 0,4 5 0</inkml:trace>
  <inkml:trace contextRef="#ctx0" brushRef="#br0">3996 14302 8393,'-15'-7'351,"6"4"1200,-1-6-299,1-1 323,1 2-960,2 2 0,7 12-9,4 4 0,-3-1 68,2 6 1,0-3-163,0 12 0,-2-5 1,3 5 0,1-1-123,-1 6 1,-1-1 66,-4 1 1,0-1-249,0 0 0,0 1-97,0-1 1,0 1-326,0-1 0,0-1 14,0-3 0,0-4-566,0-6-862,0 1-1640,0-1 2257,0-6 0,0-4-171,0-8 0,2-6 451,3-9 1,-4 2-147,4-7 0,-3 5 665,-2-4 1,0 0 135,0 0 0,0 2 153,0 7 0,0 5 403,0-1 1164,0 1-45,0-6 1351,-7 1-2068,6 6 1,-1 0-149,7 4 1,8 2-612,1-3 0,2-1-61,7 1 0,-4-6-114,5 2 0,0 1 37,4-2 0,-1 1-351,-3-5 0,1-5 64,-6 0 0,0-2-193,-5 2 1,-1 2 201,-4-7 0,2 7 91,-6-2 0,0 3 501,-5 2 0,-5 4 400,0 1-135,-6 6 1,3 3-251,-6 9 1,1 5 99,4 5 0,1-1 209,3 5 0,4 3 281,-4 7 0,-1-3-276,1 3 1,0-1 36,5 1 1,0-3-499,0 3 0,2-3-128,2-2 1,0 1-120,5-1 0,-4 1 58,4-1 0,-4-6-88,4-3 1,-4-5-390,5-4 1,-6 1-2090,6-6 459,-7 0-770,3-5 992,-6-7 1,0-1 637,0-6 0,0 0 1268,0 0 0,32-38 0,8-10 0</inkml:trace>
  <inkml:trace contextRef="#ctx0" brushRef="#br0">4678 14458 8393,'-5'-9'1022,"1"-1"1,-6 5 523,5-4-481,-6 6 1,3-4-383,-6 7 0,0 0 46,0 0 0,0 0-103,-1 0 1,1 7 137,0 2 0,0 9-262,-1 1 1,1 4-294,0-4 0,5 5-206,-1-5 0,7 6-60,-2-1 0,4-4-271,1-1 0,1-3 147,4-2 0,3 1-324,6-1 1,2-6-83,3-4 1,-3-2-538,3-2 0,1-6 295,-1-4 0,2-4 467,-2-5 1,-4-2 281,4-2 0,-3-4 40,-2 3 1,-1-1 292,-4 1 1,2 4 78,-6 6 1,0-1 1310,-5 1-918,0 6-317,-6 2 1,-2 12 237,-6 4 1,1 7-101,3 2 1,-1 5-10,7-5 1,-1 1-369,5-1 0,0-3-255,0 3 0,0-3-62,0-2 0,6-5-450,4 1 1,2-7 66,3 2 0,3-4 270,1-1 1,5-1-530,-5-4 0,2-3 271,-2-6 0,-4-5 195,4 0 0,-3 0 249,-2 5 0,-4 0 329,-1-1 0,-4 3 263,5 2 628,-7-2-533,3 4 255,-6 0-133,0 2-394,0-1-713,0 6 123,0-6-523,0 7-1327,0 0 2391,-6 7 1,4 1-365,-3 6 0,4-5 285,1 1 1,0-6 542,0 6 1,0-5 44,0 4-307,0 1 1,5-1-198,-1 1 0,3-6 52,-3 6 15,-2-7-378,11 10 94,-6-6 1,6 3 8,-3-1 1,1-4-25,-7 5 1,6-6 68,-5 6 1,4-5 7,-4 4 1,1-4-107,-1 4 1,-2-6-286,6 2 159,-5 3 0,7-5-665,-7 7 251,7-7 0,-3 3 168,7-6 0,-1-6-53,0-4 1,2-2 111,3-2 0,-2-7-197,7-3 0,-5-3 220,5-1 0,-6 0 70,6-1 1,-6 2 47,1 4 1,1 2 239,-1 7 1,0 1 145,-5 4 1,-4-2 169,-1 6 46,1 0-173,4 12 1,-5 0 704,1 8-270,-7-1 265,3 0-735,-6 0 1,0-4-317,0-1-332,0-6 156,0 4 235,0-7-267,0 0-434,-6 0 465,-2 0 0,-6 0-41,0 0 0,4 4 340,1 1 1,-1 6-150,-4-1 0,1 2 210,4 3 1,-2-1 4,6 0-96,-6 0 1,9 0-24,-2 1 0,2-6 22,2 1 0,2-7-58,2 2 0,4-4-48,7-1 0,0 0-163,4 0 0,-3-8-6,3-6 0,2-2-132,-2-7 1,-1-1 132,-3-5 0,-1-1-63,0-3 1,-4 2 61,-1-7 1,-6 0-45,2-5 1,-3 7 239,-2 3 1,-2 14 511,-3 4-308,4 11 1,-10 5 195,6 14 0,-1 7 736,1 11 0,3-2-174,-2 7 0,2-1 96,2 1 1,0-4-656,0-5 1,0-6-268,0 1 0,5-2-411,-1 2 0,7-5-677,-1-10 1,-2 2-1406,1-6 0,1 0 1126,4-5 0,5 0-2410,0 0 3688,0-6 0,-5-28 0,0-11 0</inkml:trace>
  <inkml:trace contextRef="#ctx0" brushRef="#br0">6242 14586 7699,'-2'8'-1120,"-2"-3"2399,2-4-209,-4-1 82,6 0 1949,0 0-1984,6-6-108,-4 4-752,4-10 1,-1 9-1,0-7 1,1 5 106,-1-4-149,-4-1 0,10-4-162,-6 0 0,4 0 80,-4 0 1,6-1-77,-1 1 0,2 0-227,3 0 0,-6-5-165,1 0 0,-1-5 160,5 5 1,-4-5-29,-1 5 0,-6-4 248,2 4 7,-3 0 1,-2 5 142,0-1 475,0 8-369,0-6 0,-2 11-44,-3-2 0,2 2 39,-6 2 1,4 0-89,-5 0 1,6 0-160,-6 0 193,7 0-402,-3 0-83,-1 0 311,6 0-211,-5 0 243,-1 0-33,6 6 0,-7-4 7,3 3 24,3 3-6,-10-1-23,10 1 1,-6 0-236,4-3 160,2-3-28,-4 4-108,6-6-21,0 6 114,0-4-70,0 4-48,0-6 1663,0 0-1421,0 6 202,0-4-147,0 4-109,0-6 18,6 0-16,-4 0 0,4 2 70,-6 3-46,0-4 1,1 6 149,4-7-10,-3 0 98,4 6 44,-6 2 1,2 6 36,2 0 1,-2-3-80,3 3 1,-4-3-144,-1 8 0,0 4-6,0 0 1,0 4-112,0 2 1,0 1 93,0 3 1,0-2-38,0 7 1,0-5-62,0 5 1,0-5-139,0 5 1,2-6-94,3 1 1,-2-3-27,6-1 0,-4-1-44,5 0 1,-6-5 128,6-4 1,-1-4-71,5 0 0,-1-6 101,-3 0 0,2-5-6,-2 0 1,2-2 30,3-2 1,-6-5 116,0 0 1,1-7 173,4-2 1,0-2-75,1-8 0,-1 0-309,0-4 1,0-2-11,0-3 1,-1-3-211,-3-7 0,-4 3 171,-6-2 0,0 7-106,0-8 1,-6 10 24,-4 0 0,-9 5-158,-5 4 1,-2 3 102,-3 7 1,1 6 67,-1 3 1,1 5 308,-1 5 0,7 3 69,3 6 1,4 7 44,0 3 1,1-2-127,0 1 0,6-5 151,3 1 0,4-4-93,1 0 1,1-6-5,4 1 0,3-7-178,6 2 1,7-4 113,2-1 1,6-1-322,4-4 0,-3 0 27,3-9 0,-3 3 137,-1-8 0,-1-2 161,0 2 1,-1-4 191,-3 4 1,-3-5-105,-7 5 0,-5 2 368,1 7 865,-7-2-910,3 10 0,-6-3 366,0 10 1,-1 3-195,-4 6 0,-1 2-14,-4 3 0,2-3-315,3 3 1,4 1-197,-4-1 1,4 0-10,1-5 1,1-1-380,4-4 1,0 2 3,9-6 0,-2 0 227,12-5 0,-5 0-421,5 0 1,0-11 185,4-3 1,0-8 34,1 3 1,-5-11 204,-1 1 1,-7-2 17,-2 2 0,-6-4 15,-8 0 0,-1 4 206,-4 6 0,-5 10-25,-9-1 0,-4 9-137,-10 0 1,1 5 58,-6 5 0,6 8-34,-1 6 1,8 6-3,1-1 1,7 1 31,-2-1 0,8 2 8,1-2 0,7-2-35,-2 2 0,5-7 1,5 2 1,8-5-259,6-4 0,6-4 150,-1-6 1,3 0-66,1 0 0,1-6 20,-1-4 1,0-7-100,1-2 0,-1-5 235,1 5 1,-2-1 129,-4 1 1,-1 3-16,-3-3 0,-3 5 228,3 5 1,-8 2 967,-1 7-863,-1 0 0,5 5 29,1 0 0,-6 11 143,0-2 0,-5 3 168,0-3 0,3 5-425,-3 0 1,3-1-160,-3-9 0,-2 4-616,3-4-1431,-4-2 1638,-1 5 108,0-10 1,2 2-3192,3-8 1,-2 1 3303,6-7 0,13-44 0,8-15 0</inkml:trace>
  <inkml:trace contextRef="#ctx0" brushRef="#br0">8019 14259 8273,'0'-14'153,"-6"4"76,-4 1 0,3 1 1218,-3-1 0,1 1-619,-6 3 0,1 3 273,0-2 0,0 2-321,0 2 1,-5 5-69,0-1 1,-7 8-250,3-3 0,0 8-132,0 2 0,4 2-120,-5-2 0,8-3-350,2 3 0,5-2-78,4 2 0,3-3 324,-2 3 1,8-4-399,6 0 0,4-1-18,5 0 0,-2 0-27,7 1 0,-5-6 170,5 0 1,-7-4 19,2 5 1,-8-7 79,-1 2 0,-3-2 215,3 2 825,-4-4-718,-6 5 0,-8-6-169,-6 0 1,-6 0-259,-9 0 0,-1 0-362,-3 0 1,3 0 282,-3 0 0,-2 0 117,2 0 1,4 0 58,6 0 1,10 0-206,-1 0-76,9 0-2,-1 0 519,18 0 1,3 0 565,8 0 0,4 0-247,-3 0 0,-2 0-329,2 0 0,-1 0-299,6 0 0,-1-4 90,1-1 0,-6-6-138,1 1 1,0 2-460,4-1 0,1 0 281,-1-6 0,-1 1 36,-3 0 1,-2 0 166,-3-1 0,-3 3 626,3 2 211,-10-2 1064,-3 4-867,-6 0-300,0 2 1,-4 7 469,-1 4 0,-5 3-382,6 6 1,-3 0-82,3 0 1,2 1-41,-3-1-486,-3 0 1,7 0-387,-4 1-840,3-1 627,9 0 1,1-6-664,6-3 0,0-4 338,0-1 0,5-1 284,0-4 1,5-3 143,-5-6 1,0 0 269,-5-1 0,5-4 188,0 0 1,0 2 134,-5 8 0,-4-3 933,-1 8-97,1-7-22,4 9 1,-5-3-6,1 10 0,-7-2-131,2 7 0,-4-1 69,-1 5 1,0 1-451,0-1 0,0 0-361,0 0 1,0 1-223,0-1 0,0-5-518,0 1 1,-1-7-341,-4 2-1257,3-4 1306,-4-1 0,6-1 409,0-4 0,6-3-311,4-6 0,-1-5 475,6 0 1,-4-2 351,8 2 0,1 4 109,-1-4 1,2 8 337,-2 1 1,-4 7-6,4-2 1,-3 4 382,-2 1 0,1 0 349,-1 0 1,-2 6-429,-2 3 0,2-1-152,-2 2 0,-2-1-319,1 5 1,-1-4-246,2-1 1,2-4-104,-2 5 1,2-7-402,3 2 0,-1-4 31,0-1 0,0 0-522,1 0 0,-1-5 38,0 1 0,0-7 338,0 1 1,1 2 305,-1-1 1,-5 4 235,1-5 0,-5 7 445,4-1-189,-6-4 0,8 5 349,-6-7 0,1 5-69,-1-4 1,-2 4-158,7-4 1,-2 4-202,1-5 1,4 6 0,-4-6 1,-1 2-150,2-1 173,-7-4 1,5 7 83,-4-4-128,-2 4-8,4 6 1,-12 0-240,-4 0 0,-4 0 137,-5 0 1,2 6 42,-7 4 1,7 3 133,-2 1 0,-2 2 175,2 2 1,0-2-214,5 3 0,5-3-56,-1-2 1,7 0-104,-2 1 1,-1-1-174,1 0 0,2 0 6,8 1 0,3-8-379,6-2 1,0-3 178,0-2 0,5 0-214,0 0 1,2-7 350,-2-2 1,-3-8 47,3-2 0,-5 0 170,-5 4 0,4 1 190,-4 0 1084,-2 0-265,-1 0 704,-6 6-538,0 1-563,0 20 0,0 3 146,0 12 0,0 1-357,0-1 1,0 2-240,0 3 1,-5 2 74,1 3 0,-6 3-189,5-3 0,-6-3-62,2-2 0,-4-3-311,-1-2 1,0-1-285,0-3 0,-1-8 235,1-7 1,0-6 49,0 2 0,-1-5 56,1-5 1,2-3 102,2-6 0,-1-2-5,6-3 0,1-3 52,4-6 1,1 4-69,4 0 1,4 1-177,10-6 1,3-4 210,7 0 0,1 0 27,3 4 0,2 1-25,3 0 0,8-6 52,-4 1 1,2-2 190,-6 2 0,2 2-178,-7-7 0,-1 1 108,-9 0 0,-8 2-92,-11 6 1,-2-2-24,-2 2 0,-2-2 154,-2 7 1,-6 3-54,-9 3 0,3 8 137,-3 5 0,-1 4-71,1 1 0,-5 1 165,5 4 1,0 3-82,5 6 1,1 5 140,4 0 0,-2 6-46,6-1 0,0 3 132,5 1 0,0 6 366,0-1 1,2 0-211,3-5 0,-2 1 2,6-1 0,6-1-266,3-3 0,6 1-185,-5-6 1,8-5-10,1-4 0,1-7-238,4 2 0,-1-5 93,1-5 1,-2-3-127,7-6 1,-11-5-132,2 0 0,-10-2 229,0 2 0,-8 2 126,-2-7 1,-6 7 134,2-2 175,-3 3 0,-2 2-26,0 0 13,-7 6 1,-1 1-170,-6 7 0,5 0 165,-1 0-256,1 0 1,-1 0-4,1 0 0,4 2-155,-5 3 1,7-2 197,-1 6 1,2-4 17,2 5 0,-2-6-1,-2 6 1,2-1 122,-3 6 0,4-6-218,1 0 0,0-4-11,0 5-318,0-1 264,0 5 0,6-6-58,4-3 1,2 1 92,2-1 0,2 0-140,3-5 0,2-5 113,2 0 1,3-6-2,-7 2 0,0 1-385,-5-2 1,-5 7-1464,1-1-527,-1 2 1216,-1 2 0,-3 0-365,-10 0 1,-3 6 1602,-6 4 0,-38 9 0,-10 3 0</inkml:trace>
  <inkml:trace contextRef="#ctx0" brushRef="#br0">10237 14359 8374,'0'-8'6236,"0"-5"-5691,0 5 0,0-6-165,0 0 0,2 3-290,3-4 0,-2 4-230,6-8 1,-6-3 172,2-1 0,1 1 9,-1-2 1,0 6 51,-5-1 1,0 4-308,0 0 0,-2 8-57,-2 2 1,-4 3 67,-7 2 1,0 8 212,-4 6 1,3 2 55,-3 8 1,5 4 176,4 5 0,-1-4-138,6-5 0,1-1-35,4 6 1,6-7-130,3-3 1,4-3-236,1-2 0,7-6-224,3-4 1,2-2 240,3-2 0,-1-6 34,1-4 0,-2-7 196,-4-2 0,3-5 313,-7 5 0,-1-4-41,-3 4 1,-1 0 232,0 4 0,-4 3 49,-1 2-83,-6 4 0,5 6-8,-3 0 0,-2 6 140,7 4 1,-7 4 93,1 5 0,0-2-269,0 7 1,-2-5-164,3 5 0,-4-7-219,-1 2 1,0-3-592,0-2 423,0 0 1,0-4-528,0-1 408,0-6 1,0 2-312,0-10 0,0-3-229,0-6 1,0-5 321,0 0 0,7-6 258,2 1 0,4 2 198,1-1 1,2 5 253,3-1 0,-4 5 50,4 5 0,-3-3 249,-2 8 0,2-1-255,3 5 1,-5 6 146,1 4 0,-1 2 430,-5 3 0,2 0-239,-1 4 1,2-3-129,-2 3 1,-2-3-373,1-2 0,1-4-295,4-1 0,0-6-104,0 2 0,-4 1-399,-1-1 1,1-2 140,4-8 1,0-2 212,1-8 1,-6-5-489,0-4 1,-1-4 257,2-5 0,-4-4 169,-6-5 1,0-1 222,0 0 1,0 7 161,0 3 0,0 9 220,0 5 226,0 10-1,-1 2-270,-4 7 1,3 2 140,-2 3 1,0 7 610,0 7 0,2 6 6,-3-1 0,4 3 238,1 1 1,0 1-640,0-1 1,0-1-86,0-3 0,0 1-546,0-6 1,1 0-430,4-5 1,-3 1-1113,2-1 0,0-2-391,0-2 66,-2-4 1302,4-6 1,-6-1 76,0-4 1,-1-8 163,-4-6 1,3-4 50,-2 4 1,-3 0 383,2 4 0,1 1 593,4 0 745,0 0-1112,0 0 1,1 1 487,4 3 1,3 4 59,6 6 0,2-5 268,3 1 1,-2-1-629,7 5 0,-5 0-352,5 0 0,-5 0 56,4 0 0,-5 0-223,1 0 62,-4 0 239,0 0-122,-1 0 1,-6 1 73,-3 4 1,1-2 323,-1 7 1,-1-1-99,-4 6 0,0-1 26,0 0 0,0 0-201,0 0 1,5-4-294,0-1 0,4 1-481,-4 4 0,6-4 136,-1-1 1,2-6-155,2 2 0,1-3 321,-1-2 1,0-2-32,0-3 1,1-3-2,-1-6 0,3-6 128,-3-4 0,4-3 62,-9-1 1,2-2-104,-1-4 0,-4 3 83,-6-7 0,0 8 7,0 1 0,0 3 231,0 7 1,-5-5-1,1 5 1,-8 5 52,3 4-7,3 7 557,-7-10-100,5 12 443,0-5-737,2 12 1,6 2-119,0 6 0,0 2 749,0 3 0,0 3-140,0 6 1,0 1 47,0-1 1,0 1-334,0-1 1,0 5-142,0 0 1,0 1-250,0-6 0,0-4-193,0-1 1,0-1-435,0 2 1,5-3 416,-1-7 0,3-1-2121,-3-4 281,-2-3 825,11-6 1,-7-1 488,3-4 0,4-3-9,-3-6 0,-2-5-81,1 0 1,-4-5-290,4 5 1,-6-4 103,2 4 0,-3 0 464,-2 5 1,0-1 236,0 1 1,-2 1 249,-3 4 0,2-2 328,-6 6 0,4-4-253,-4 4 0,-1 0 6,-4 5 1,0 0 826,-1 0 0,6 0-339,-1 0 1,1 0 233,-5 0 0,4 0 191,1 0-758,6 7 1,-8-4 268,6 6-155,0-6 1,11 4-183,4-7 0,4 0-14,5 0 0,-2 0-136,7 0 1,0 0-32,4 0 1,1-2-169,-1-3 0,1 2-17,-1-6 0,-4 6-123,-1-2 0,-5-1 17,1 1 48,-3 0 0,-7 5 231,0 0 320,-5 0-150,2 0 1,-6 2-46,0 2 0,-2 0 468,-2 5 0,2 0-219,-3 6 1,4-1 167,1 0 0,1 0-300,4 1 1,-2-1-297,7 0 0,-1-1-67,5-4 1,5 2-352,0-6 1,7 0 222,-3-5 0,-1 0-224,2 0 0,-2-7-72,2-2 1,-2-4 133,-3-1 1,-3-2 128,3-3 1,-8 3 239,-2-3 0,-6 8 291,2 2 1,-3 4-132,-2-4 35,0 6-76,-7 9 0,4 5 169,-6 13 1,-1-1-22,-4 6 1,1 4-48,4 0 1,-4 5 250,4-5 0,-2 0-125,1-4 0,-2-1-90,2 1 1,2-7-54,-1-3-184,6-3 479,-4-2-269,7-6 1,0-8-262,0-10 1,0-9 47,0-4 0,8-11-1028,6-4 0,2-3-37,8-1 0,-2-1-461,2 0 1,1 4 308,-6 6 0,0 1-1862,-5 13 3081,0 7 0,-12 24 0,-4 12 0</inkml:trace>
  <inkml:trace contextRef="#ctx0" brushRef="#br0">4422 15340 8130,'0'-37'153,"0"-2"38,0 6 0,-5 6 890,1 8 1418,-1 3-1868,5 8 1,0 8-42,0 9 0,0 6 315,0 4 1,2 3-346,2 6 1,-1 2 84,7 3 1,-7-3-153,2 4 0,-2-3-207,2 2 0,-4-4-163,4-1 0,1-1-160,-1-8 0,1 5-137,-1-5 0,-3 0-1088,2-5-730,4-6 1418,-6-2 0,6-6 217,-3 0 0,-2-2 63,6-2 569,-6-4 0,8-2-56,-6 1 219,0 6 363,1-4 866,2 7-968,6 0 0,1 0-295,-1 0 0,0 0-298,0 0 1,2 0-14,3 0 1,-2-6-218,7-3 1,0-4 145,4-1 1,-4-5 73,0 0 0,-5-5-7,4 5 0,-7-4 103,-2 4 1,-6 0-112,-8 4-37,0 1 1,-1 6 280,-4 4 0,-3 2-800,-6 2 1,-5 6-1161,0 4 1,-5 2 580,5 3 1,0-1-464,5 0 0,0 0 750,0 0 1,1 1-35,3-1 0,-2-5-324,2 1 1,2-7 528,-1 2 0,-1-4-58,-4-1 654,0 0 0,-19-31 0,-5-9 0</inkml:trace>
  <inkml:trace contextRef="#ctx0" brushRef="#br0">4351 15411 8130,'-14'-7'0,"0"4"0,-1-6 0,1 4 1938,0-5 1,4 7 881,1-1-1504,6-4 1,0 1-741,12-2 1,7-2-135,12 6 1,6-4-817,-1 4 0,5-5-737,-5 6 0,5-6 607,-5 5 0,-5-1-367,-4 1 0,-5 4-3478,5-4 4349,-7 3 0,-9 21 0,-10 5 0</inkml:trace>
  <inkml:trace contextRef="#ctx0" brushRef="#br0">5346 15510 6177,'8'-6'1520,"5"-2"1,-12-6-724,4-1 1,-3 1 173,-2 0 0,0 0-378,0 0 0,0 4 61,0 1 1,-2 1-212,-3-2 1,-1 2-120,-3 4 0,-9 2-118,4-3 0,-3 5 76,2 5 1,-4 3 14,1 6 0,-1 0-103,4 1 1,3 0-128,2 4 1,-1-8-52,6 4 1,-1-4-703,1 3-264,4 0 1,1-6 494,9-3 1,4-4-483,1-1 1,7-1 280,2-4 0,-1-4 131,2-10 0,-5 1 283,5-5 1,-7 4 198,2-5 1,-3-1-95,-2-9 1,-4 3 170,-1-7 1,-6 2 122,2-2 1,-3 4 1095,-2 11-101,0 2 1,-2 9-502,-3 2 1,2 10 59,-6 10 1,5 9-156,0 4 1,1 10 21,-2 5 0,3-1-37,-2 1 1,2-2 209,2 2 0,5-3-370,-1-7 0,7 0-152,-1 1 0,3-7-902,1-3 1,2-5-81,3-4 1,-4-4-508,4-6 1,2 0 624,-2 0 1,5-11-237,-6-3 1,1-5 362,-4 0 0,-1-3 219,0-7 1,-1 6 222,-4-1 1,2 6 331,-6 0 930,0 2-237,-5 8-305,0 2 0,0 9-190,0 6 0,1 1 138,4 9 0,-2 1-32,7-1 1,-6 5 13,6-5 1,-1 0-362,6-5 0,4-1-164,0-4 0,4-1-392,-4-3 0,6-4 120,-1 4 0,-3-10-127,-2-4 1,0-4 250,-5-1 0,2-5 57,-12 0 1,1-6-24,-5 1 1,-1 2 12,-4-2 0,-5 7-84,-9-2 0,-3 5 59,-6 4 1,-5 4-708,-1 6 1,3 1-217,7 4 0,-1 3-589,6 6 1,0 5 366,5 0 1,6 6-1792,3-1 3003,4 3 0,32 39 0,-11-28 0,0 0 0</inkml:trace>
  <inkml:trace contextRef="#ctx0" brushRef="#br0">6768 15553 8305,'0'-14'0,"-1"4"0,-4 1 2980,3-1-1951,-10 2 0,8 2-222,-5 6 0,-1 1-199,-4 4 1,2 3 55,2 6 0,-3 1-333,4-1 0,1 5-291,-1 0 0,5 0-251,0-5-367,2 0 0,2 0-867,0 0 717,0-6 0,2-1-364,2-7 1,4 0 570,7 0 1,0-2 229,4-3 0,-1-3 242,5-6 0,-5 0 296,1 0 0,-3 4-30,-2 1 1,0 6 323,0-2 0,-4 3 684,-1 2-88,-6 0-442,10 0 1,-10 2 389,7 3-608,-7 3 1,8 1-252,-6 1 0,6-7-188,-2 1 1,4-2-30,1-2 0,0 0-269,0 0 0,1-6-127,-1-4 0,0-2 172,0-3 1,5-7-69,0-6 1,2-2 140,-2-8 1,-5-6-164,0-8 1,0-4 192,-4-1 0,-4 8 240,-1 7 0,-5 7-35,-5 11 0,2 5 263,-7 10 0,1 3-13,-5 6 0,0 6-20,-1 3 0,1 10-129,0 5 0,0 4 125,-1 6 1,6-4 215,-1 3 0,7 3-40,-1 2 0,2-3 134,2-2 0,2-3-260,2-2 1,4 6-257,6-1 0,5-6-227,0-8 0,7 0 56,-3-5 0,4 3-33,2-7 0,-1-4-157,0-1 0,-1-5-358,-3-5 0,3-5 222,-3-8 0,-2 0-56,1-6 0,-5-1 157,1-8 1,-3-3 82,-2-7 1,-2 4 272,-2-4 1,-4 5-7,-6-5 1,0 2 58,0 8 0,-5 6-9,1 8 109,-7 10 1,3 4-161,-6 10 0,1 9-67,3 10 0,-2 7 175,2 2 1,4 7 190,1-2 0,-1-2 387,1 2 1,0-6-531,5 1 0,0-3-487,0-2 0,7-6 6,2-3 0,4-3-305,1-2 0,-4-1-431,-1-3 0,2-4-1092,8-6 0,-3-2 666,3-2 1,3 0 1420,2-5 0,15-32 0,5-13 0</inkml:trace>
  <inkml:trace contextRef="#ctx0" brushRef="#br0">8417 15368 8049,'-6'-28'0,"3"5"0,-7 4 1782,7 4-144,-3 7 139,6 1-1241,0 7 1,0 8 35,0 7 0,0 0-74,0 9 0,0 0 103,0 4 1,0 2-211,0 3 0,0-7-160,0 2 1,5-4-403,-1-1 0,3 0-732,-3-4-1131,-2-4 448,4 6-1302,-6-7 1253,0-6 897,-6-21 0,0-4 620,-4-16 1,-1 1-54,6-1 1,1 3 242,4-3 0,1-2 195,4 2 1,3 6 272,6 8 0,-3 3-114,3 2 0,-3 1 380,8 4 1,2-2-434,-2 6 0,1 0-73,-1 5 0,-3 0-194,3 0 0,-3 0-293,-2 0 1,0 0 85,1 0 1,-6 0 101,1 0 203,-7 0-31,3 0 239,-6 7 0,0-4 55,0 6 1,0 1 444,0 4 1,0 2-383,0 3 0,0-3 1,0 3 0,0 1-234,0-1 0,0 0-179,0-5 1,2 0-171,2 1 0,-2-1-120,3 0 0,-4-4-1208,-1-1 908,7-6 0,-4 4-295,6-7 1,1-4 27,4-5 0,-1-2 231,-4-13 0,4 5 294,-4-4 0,4 5 196,1-1 1,-1 3 185,-4 2 1,4 2 14,-4 2 1,-1 4 1001,2 6-681,-1 0 1,5 6 344,1 4 0,-3 7-250,-2 2 0,2 0-173,-2-5 1,2 0-646,3 0 1,4 1 51,0-1 0,-1-6-69,-3-3 0,4-4-31,0-1 0,0-5-434,-5 1 0,0-12 322,0 2 1,0-10 23,1 0 0,-6-3 455,1-1 1,-7 1-91,2 3 435,-4-2 0,-7 11-141,-4 1 0,-2 6-35,-3 8 1,1 3-112,0 7 0,1 1-53,4 13 1,1-5 147,3 4 1,4-1 136,-4 2 1,5 1-187,5-6 0,-2 5-52,6-5 1,2-2-324,8-7 0,-1 1-46,5-6 0,-4-1-49,5-4 1,-2 0 174,2 0 0,1-6 12,-6-3 1,0-4-22,-5-1 0,0-1 20,1 1 0,-3 5 240,-2-1-165,2 1 1,-8-1 236,5 1-4,-6 6-86,4-4 79,-7 7-2,0 0 129,-7 0-488,6 0-141,-6 0 0,7-1 33,0-4 0,-1 2-763,-4-7 725,3 1 0,-4-5-379,6 0 607,0-1 0,0 1 333,0 0-169,0 6 1,-1-3-106,-4 6 314,3 0 400,-4 5 361,6 0 418,0 0-1176,0 7-347,0-6 0,0 7-182,0-3-242,0-3 51,0 4 1,2-6 88,2 0 0,-1 0-567,7 0 419,-7 0 435,10 0 1,-5 0 146,6 0 1,0 5 450,0-1 0,0 7-301,1-1 0,-1 3 156,0 1 0,0 0 30,1 0 1,-6 0-78,0 1 1,-4-1-802,5 0-35,-7 0 1,2-1-505,-10-4 1,-3 2-227,-6-6 0,-7 0-1055,-2-5 0,-4 0 2241,-2 0 0,-13-13 0,-7-6 0,-5 0 0,0-1 0</inkml:trace>
  <inkml:trace contextRef="#ctx0" brushRef="#br0">9100 15212 8049,'-8'0'1303,"-5"0"1,12-2-923,-4-3-935,-3 4-690,6-6 1244,-4 7 0,25 26 0,5 5 0</inkml:trace>
  <inkml:trace contextRef="#ctx0" brushRef="#br0">10578 14998 8826,'0'-8'3796,"0"2"-2907,0 0-323,-6 4 1,0-3 28,-4 10 0,-4 0-37,0 9 1,0 5 26,-5 14 0,3 4-169,2 5 1,-1 7 64,1 3 1,6 4-114,4 1 1,10-2 90,8-3 1,8 2-200,11-7 0,4-6-56,5-8 1,6-9-179,-1-5 1,5-5-83,-4-4 0,-7-4-119,-8-6 0,-5 0 69,-4 0 1,-3-2-543,-7-2 250,-6 2 0,-2-6-1041,-6 3 689,0 4 1,-1-6-1208,-4 7-907,3 0 378,-10 0 2486,4 0 0,-13-25 0,-1-6 0</inkml:trace>
  <inkml:trace contextRef="#ctx0" brushRef="#br0">11190 15112 8191,'0'-14'0,"-2"0"1214,-3-1 1735,4 1-2213,-12 0 0,10 1 698,-6 4-359,5 3-464,-8 6 0,4 0-260,-6 0 1,4 1-86,1 4 0,-2 3 63,-8 6 1,3 5-37,-3 0 0,5 6 0,4-1 0,-1 3-61,6 1 0,-1 1-31,1-1 1,4-4-43,-4-1 1,10 0-113,4 0 1,4 2 36,1-6 0,7 0-127,2-4 1,9-8-259,1-2 0,0-3 190,-4-2 0,-1 0-598,1 0 0,-2-5 104,-4 0 0,-2-6-120,-7 2 1,-5-2 219,1 1 0,-7-2-154,2 2 0,-4 2 240,-1-1 0,0 4-68,0-4 1,0-1-527,0-4 0,0 4 310,0 1 0,5-2 48,0-8 0,0 3 330,-5-3 0,4-1 299,1 1 1,1 0 252,-1 4 0,-3 1 1150,2 0 2289,-2 0-1770,-2 0 460,0 6-1577,0 1 1,0 9-76,0 3 0,0 3 29,0 6 1,0 5 196,0 0 1,-2 6-326,-2-1 1,2 7-2,-3 2 1,4 1-379,1-6 1,0 1-193,0-1 1,0-4-147,0-1 1,0-1 188,0 2-1447,0-3 193,0-7-469,0-6 446,0-2 462,0-25 1,0 0 188,0-19 0,0 0 26,0-4 0,0-2 171,0-4 0,1 1 106,4-1 0,3 3 261,6 11 1,1 3 121,-1 7 1,5 4 206,0 5 1,0 7-55,-5 4 0,0 13 398,0 5 0,0 10-13,1 0 1,-1 7 338,0 3 1,-4 3 8,-1-3 0,-6 2-451,2-8 0,-2 4-332,2-8 1,-4-2-244,4 1 1,-3-5-346,-2 1 1,0-8-891,0-2-1626,0-6 1520,0 10 1,-2-11-738,-3 2 1,2-2-26,-6-2 0,-1-5 876,-4 1 0,-5-6 454,0 5 0,-6-6 776,1 2 0,-28-16 0,-8-5 0</inkml:trace>
  <inkml:trace contextRef="#ctx0" brushRef="#br0">11360 15325 8191,'-7'-6'752,"-1"4"218,3-2 0,3 1 1517,-2-2-934,2 3-911,2-10 1,6 10-91,4-3 1,7-1 62,2 1 1,6-1-528,-1 1 0,3 4-493,1-4 1,1 3-245,-1 2 1,-1 0-815,-3 0 0,1 0-914,-6 0 1,0 0 1211,-5 0 0,-4 0 1165,-1 0 0,-6-6 0,4-15 0,-7-9 0</inkml:trace>
  <inkml:trace contextRef="#ctx0" brushRef="#br0">11730 15169 8191,'10'-13'-1126,"-1"4"1,-4-2 5314,4 6-1910,-6-6-573,4 3 0,-7-1 378,0-1-500,0 7-268,0-3-572,0 18 1,0-1-121,0 13 0,0 0 125,0 4 0,0 1-370,0-1 0,0 0-300,0 1 0,0-1-178,0 1 1,0-1-46,0 1 0,0-3-206,0-2 1,0-3-6,0-7-696,0 0 565,0-6 384,0-2 0,-5-14-318,0-6 1,-4-6-71,4-9 1,-4-1-93,4-3 1,-5-8 264,6-6 0,-1-7-57,5 2 0,5-2 160,-1 2 0,12 0 92,-2 9 1,4 5 19,-4 15 1,5 8 154,0 11 0,6 2 468,-1 2 1,-4 6-116,-1 4 1,-3 7 83,-2 2 0,-1 5-151,-4-5 1,-2 4 20,-7-4 0,0 5-246,0-5 0,-7 6-11,-2-1 1,-8-2-300,-2 2 1,-7-7-518,3 2 1,-4-3-1483,-2-2 0,6 0 393,-1 1 1,7-1-143,-2 0 0,-2-1 1944,2-4 0,25-15 0,12-10 0</inkml:trace>
  <inkml:trace contextRef="#ctx0" brushRef="#br0">12171 15098 11918,'0'-10'-116,"0"1"0,-2 6 323,-2-2 980,2-3-247,-4 7 490,6-6-251,0 7 693,0 0-1350,0 7 1,-5 5 174,0 7 0,-1 6 231,1-1 0,3 3-237,-2 1 1,-3 1-138,3-1 0,-1 1-374,5-1 0,0-1-102,0-3 0,5 1-114,-1-6 1,9-2-51,1-7 1,2 1 31,8-6 0,-5-1-307,4-4 1,0-1-98,0-4 0,3 2-249,-8-7 1,6 1-551,-5-5 0,-1-1 164,-9 1 0,4 0-525,-4 0 0,-3 0 592,-1-1 1,-5 1-378,-5 0 0,-4 4 1312,-10 1 1,-3 6 34,-7-2 1,3 3-4,2 2 1,-1 0-38,6 0 0,0 0 15,4 0 390,1 0 0,5 0 1513,-1 0 471,7 0 1359,-3 7-900,6-6-2195,6 6 0,2-7-315,6 0 1,5 0-514,0 0 1,2 0-711,-2 0 0,-2-2 237,7-3 1,-7 2-1044,2-6 1,-3 6 658,-2-2 1,-1-3-30,-4-2 0,2-2 1324,-6-2 1,-2-1-282,-8 1 0,-2 0-59,-8 0 1,-5-1 64,-4 1 0,-1 6 31,1 4 0,-1-3 463,6 3 418,-6-7 1,9 7 1058,-3-5-297,9 6 1,4-5-959,6 3 0,11 4-13,3-4 1,15 2-454,-1-2 0,5 3-647,1-2 0,0 2-1627,4 2 2166,3 0 1,34-13 0,-30 5 0,0 1 0</inkml:trace>
  <inkml:trace contextRef="#ctx0" brushRef="#br0">13038 14941 8105,'-9'0'1355,"-1"0"1,1 0 38,-6 0 1,6 5-673,-1 0 0,1 6 674,-5-2 1,0 6-411,-1 4 1,6 3-32,-1 6 1,3 5-503,-3 1 0,2 5-190,3-1 1,4-3-12,-4-2 0,3-8-295,2-1 1,0-7-1980,0 2 1,2-5-1030,3-4-1007,-4-4 3034,6-6 1,-14-6-59,-2-4 0,-4-4 564,-1-5 1,0-3 76,0-6 1,-1-6 514,1 1 0,0-5 294,0 5 1,6 2 294,3 7 0,-1 3-667,1 7 1148,0 6 1,12 2 202,2 6 0,10 13 437,5 6 0,7 6-822,3 3 0,3 1 108,-3-1 0,-1-4-707,-5 0 0,2-6-185,3 6 1,-7-5-1499,2 5 0,-7-7 871,2 2 1,-5-8-2027,1-1 0,-8-7 572,-2 2 1,-4-4-1042,4-1 2944,-5-6 0,7-42 0,3-19 0,-2-8 0,0 1 0</inkml:trace>
  <inkml:trace contextRef="#ctx0" brushRef="#br0">13351 14842 8080,'0'-14'5307,"6"0"-4583,-4-1 1,10 7-197,-2 4 1,4 4 756,5 4 0,-2 12-588,7 13 0,0 1 500,4 8 0,-1 4-292,-3 6 0,-4 1 44,-5-2 0,-8 3-370,-2 7 0,-10 0-96,-4 0 0,-12-5-332,-7 0 0,-2-6-151,-8 2 0,7-6 0,-3-4 0,0-8 0,0-6 0,1-7 0,5 2 0,4-9-58,0-6 0,5 3-2794,-4-3 1484,5 1 1,-1-6-906,10-4 0,1 3 712,3-2 0,4-4-2738,-4-2 4299,3-3 0,-4-45 0,-2-11 0</inkml:trace>
  <inkml:trace contextRef="#ctx0" brushRef="#br0">2631 16676 6659,'-8'-2'1423,"3"-2"0,2 2-109,-2-3-21,4-3-827,-12 7 0,10-10 356,-7 6-224,7 0-269,-3-1 1,6 3 47,0-7 18,0 7-265,0-10 1,1 10 73,4-6 0,-2 6-94,7-2 0,-1 3 34,6 2 0,-1 0-15,0 0 1,0 0 3,0 0 1,1 0 25,-1 0 0,5 7 111,0 2 0,-5 4-96,-5 1 0,-1 0-108,2 0 1,-4 5 28,-6 0 0,0 0-10,0-4 0,-1-1 43,-4 0 0,2 0-138,-7 0 0,1-1-22,-6-4 0,3-1 105,2-3-225,-2-3-60,10 4-58,-11-6 1,13 0 319,0 0 1,7 2 220,7 2 1,0-2-155,0 3 0,1-4-35,-1-1 1,-5 7-38,1 2 1,-2-1 90,1 1 59,-2 1 0,-9 4-164,-3 0 0,-3 1 3,-6-1 0,-6 0-254,-4 0 1,-1-4-422,1-1 1,-1-4 16,6 4 0,-5-5-492,5 0 1,0-2-204,5-2-196,0 0 278,-1 0 1,8-2 261,2-2 1,10 0 129,4-5 1,-1-1 844,1-4 0,1-5 0,4 0 0,12-13 0,7-5 0,1-2 0,1 0 0</inkml:trace>
  <inkml:trace contextRef="#ctx0" brushRef="#br0">2787 16619 8202,'6'-27'0,"-4"8"120,3-9 1,-4 2 319,-1-2 0,-1 4 53,-4 1 1,2 5 273,-7-1 1,1 5 206,-5 5 0,3 1-385,-4 3 0,4 3-73,-8-2 1,-1 4-95,1 4 0,-6 3 68,1 2 1,-3 5-183,-1 1 0,-1-1-30,1 5 0,-1-2-119,1 2 0,4-1-171,0 5 0,7 1 94,-2 4 1,5 1-135,4-1 0,-1 5-75,7 1 1,-6 0-35,5-1 0,1-1 9,4 6 1,6-5 130,4 5 0,2-6 90,2 1 0,5 2 44,0-2 0,7-5 185,-3-4 1,-1-7-208,2 2 1,0-3 7,4-2 1,-1-1-18,-3-4 1,4-2 59,1-7 0,1 0 11,8 0 0,-5-4 28,5-5 0,-2-2 164,2-13 0,3 1 116,-3-6 1,1-6-120,-1-3 0,-3-3 11,-7-1 0,-5-1-125,-4 0 0,-10 1-254,-4-1 0,-12-1 70,-7-3 0,-13 1-188,-11-6 0,-9 7-406,-5 3 0,1 7-269,-1 11 0,0 8-119,-5 7 1,7 6 368,2-2 1,6 11-543,4 9 0,3 0-133,7 9 1,5 0-480,4 4 0,10 1 753,4-1 1,4 1 969,1-1 0,6 7 0,2 1 0</inkml:trace>
  <inkml:trace contextRef="#ctx0" brushRef="#br0">3853 17159 17256,'-14'-8'-145,"0"-4"0,5 9 536,-1-7 0,7 5 343,-2-4 0,4-1 161,1-4 0,1 0 89,4 0 1,4-5-47,10 0 0,-1-11-343,5 1 0,1-4-279,5 0 1,-1 1 413,0-5 0,1-1-306,-1-5 0,-1 0 174,-3 1 0,-4 4-493,-5 0 1,-3 13-195,-2 1-598,-4 6 589,-12 11 1,-2 2-29,-6 10 0,1 4 432,3 10 1,-2 3-95,2 7 1,4-6 179,1 1 1,4 0-261,1 4 1,0-4-88,0-1 1,6 0-248,4 0 1,1 3 155,-2-7 0,4 4-348,-4-4 1,2 2-345,-1-2 0,1-4 118,-7 4 0,1-3 319,-5-2 0,-1 1 163,-4-1 0,-5 0 296,-9 0 0,-3-1-185,-6-4 1,-1 2 184,1-6 0,0 0-77,-1-5 1,2 0 294,4 0 0,2-6-344,7-4 1,6 2-207,3-1-242,4 6 1,2-8-103,4 6 758,3 0 1,6 5-65,0 0 0,1 0-4,-1 0 0,0 0 123,0 0 1,2 0 181,3 0 0,-2 5-95,7 0 0,-5-1-179,5-4 1,-1 0-386,6 0 1,-1 0-864,1 0 1,-1-8 697,1-6 1,1-2-111,3-7 1,-5-1 441,1-4 1,-3-1-75,-7 1 1,-4-2 416,-6-4 0,-6 4-76,2-3 0,-11 10-128,-9 4 1,1 9 83,-5 5 1,-1 4 322,1 1 1,-5 6-236,5 4 1,-1 9 67,1 4 1,8 4-93,-4 2 1,11-6 236,-1 1 1,3 3-401,2 1 0,0 4 211,0-8 0,2 1-384,3-1 1,3 1-506,6-6 1,5 0-679,0-5 0,4-6 271,-4-3 0,7-4-16,-3-1 0,-1-1 531,2-4 0,-2-5 483,2-9 0,1-1 297,-6-4 0,0-3-10,-5 4 1,-4-4 354,-1-2 1,-4 2-88,5 4 0,-7-2-62,1 6 0,-2 4 62,-2 6-58,0 6-771,0-4 84,0 7 0,0 7 222,0 2 1,0 4 91,0 1 0,0 5 8,0 0 0,0 1-121,0-1 0,0-3 36,0 3 0,0 2 61,0-2 1,0 4-259,0-4 0,2 0 59,2-5 1,-2 1-248,3-1 1,1 0-906,-1 0 631,6 1 1,-8-8-109,6-2 342,-5 3 120,2-6 458,-6 4 1022,0-6-287,0-6-130,0 4-1726,0-11-61,0 12 173,0-12 1,0 10-1836,0-6 2758,0 5 0,25-59 0,7-8 0</inkml:trace>
  <inkml:trace contextRef="#ctx0" brushRef="#br0">4849 16775 12552,'-13'-14'-360,"4"0"1,-2 4 1347,6 1 0,-5 4 2028,6-4-2150,-8 6 1,5-4 638,-8 7-984,1 0 1,0 7 17,0 2 1,0 4-102,-1 1 1,6 2-15,-1 3 1,2-2 145,-1 7 1,-2-1-135,6 6 0,-1-1-207,1 1 0,4-1-25,-4 1 1,3-3-449,2-2 1,7 1-79,2-6 0,4 0-216,1-4 1,2-6 49,3 1 0,-2-7-209,7 1 0,-5-4 165,4-4 0,-4-6-161,5-9 1,-2 2 431,2-7 1,-4 5 226,-5-4 0,-1-3 418,0-7 1,0 5 133,0-1 0,-6 1 320,-3 4 0,-3 4-41,-2 1 336,0 3-859,0 8 1,-7 3 134,-2 10 0,1 8-5,-2 6 1,7 4-214,-1-4 1,2 6-63,2-1 0,0 1-100,0-1 0,2 1-284,2-6 1,4 0-134,6-5 1,1 1-225,-1-1 0,0-6-126,0-3 1,5-4-711,0-1 1,5-6 710,-5-4 0,0-2 607,-5-3 1,0-3 425,0-1 1,-1-7-20,-3 3 1,1 2 462,-7 2 0,6 3 505,-5 2 529,-1 0-393,-4 0-674,0 6 1,0 8-285,0 9 0,0 4-170,0 1 0,0 5-150,0 0 0,0 0-124,0-5 0,7 0-438,2 1 1,-1-3-342,2-2 0,-1 1-554,5-6 1,2-1 805,3-4 1,-3-1-50,3-4 1,1-5 178,-1-8 1,0 0 212,-5-6 0,1 1 308,-1-6 1,-2 6 315,-2-1 0,-2 7 1433,-3-2-1275,-4 3 1,4 8 214,-10 3 1,2 4-383,-6 1 0,-1 4 103,-4 1 1,1 11-172,4-2 1,2 3-168,7-2 0,0-1-341,0 0 1,0 0-120,0 1 1,7-3-571,2-2 0,4 2 340,1-2 0,5-4-87,0-1 1,5 1 255,-5-1 0,4 0 141,-4-5 1,-1 1 491,-9 4 86,4-3 34,-5 10 0,0-4 178,-4 6-98,-2 0 1,-2 1-393,0-1 1,0-5-367,0 1-248,0-7-1148,6 10 1040,2-12 0,6 1 345,1-7 1,3-6 80,1 2 0,0-6 99,-4-4 1,-1 4 109,0-4 1,0 3 153,0 2 1,-4-1 354,-1 1 0,-4 2 261,5 2 1142,-7-3-1694,3 12-37,-6-5 190,6 6 0,-2 4-644,5 1 1,-4 4-61,4-4 0,1 2-19,4-3 1,0-2-237,0 3 0,1-4-97,-1-1 1,0-1 382,0-4 0,1-3 356,-1-6 0,0 0-136,0-1 0,-1-4 251,-4 0 1,2-6-15,-6 1 0,0-7 26,-5-2 1,0-5-206,0 5 1,0-1 116,0 6 0,-2 1 392,-2 3 1,0 4-288,-5 6-134,6 6 0,-8 3 208,6 10 0,-1 3 211,1 6 1,3 6-13,-2 4 0,-3 3 346,2 1 0,-4 2-209,4 4 0,-1-3-22,1 7 1,4-5-305,-4 5 1,3-6-83,2 1 0,0-3-443,0-2 1,0-1-182,0-3 1,7-4-846,2-5 7,4-1 1,1-6-1152,0-3 1,0-4 1461,1-1 1,-6-6 532,1-4 1,-6-4-317,6-5 1,-7-3-545,2-6 0,-4-1-170,-1 1 0,-6-1 1178,-4 1 1,3 6 1060,-3 3 1,1 8-616,-6 1 84,1 7 0,5-3 90,-1 6 2129,7 0-1233,-3 0 0,14 5-610,6-1 0,2 1-778,7-5 1,1 0 28,5 0 1,-1 0-100,0 0 0,6-5 244,-1 1 1,0-6-79,-5 5 0,-6-1-3,-3 1 1,-3 4 43,-2-4 782,-6 3 1,-1 4-651,-7 3 1,0 3 824,0 6 1,-2 0-307,-3 0 1,4 2-308,-4 3 1,3-3-203,2 3 1,2-3-274,3-2 1,3-5-277,6 1 0,0-7-494,0 2 1,7-4 216,3-1 0,-2-6 309,1-4 1,-5-7 203,1-2 0,-4-5 406,0 5 0,-3-4 609,-2 4 0,-4 5 301,-6 4 700,0 1-1451,0 1 1,-1 3-28,-4 10 1,2 4-133,-7 10 0,7 3-160,-2 7 0,-1 1 315,1 3 0,0 2-204,5 3 0,0 3-87,0-4 1,0 3-6,0-2 1,-1 3-185,-4-3 0,2-8 200,-6-2 1,4-9-135,-5 0 0,1-5-127,-5-4 1,-5-4 10,0-6 0,0-1 107,5-4 0,-1-3-571,1-6 1,6-8-458,3-7 1,5-1-71,5-8 0,9-3-767,10-1 0,3-3 594,1 12 1,1 2-618,-1 7 0,5-1 1937,1 6 1,30 6-1,4 7 1</inkml:trace>
  <inkml:trace contextRef="#ctx0" brushRef="#br0">7564 17173 8264,'0'-7'4728,"0"0"-3959,-6 1 0,3 4 781,-7-2-568,7-4-612,-9 0 1,4-6-304,-7-1 1,1 1-148,0 0 0,0-7-245,0-2 1,-5-10 115,0-5 0,0-3-254,4-2 0,3-4 163,2-1 1,4 1-105,6 4 1,0 13 309,0 6 0,2 9-254,2 5 325,4 4 0,6 7 72,1 4 1,-1 8 148,0 6 1,-6 8 91,-3 1 1,-4 2 215,-1 8 1,0-5-116,0 5 0,-11-5 34,-3 5 1,-3-6-266,2 1 1,1 0 57,0-5 1,1 4-637,4-8 0,-2-8-43,6-2 82,0-10 212,5 3 0,13-14-96,6-2 0,6-8-134,4-2 1,4-5-207,0 5 1,0-5-689,-4 5 1,-6 5 584,1 5 0,-7 6-2047,2-2 2753,-9 3 0,-35 53 0,-15 12 0</inkml:trace>
  <inkml:trace contextRef="#ctx0" brushRef="#br0">8275 16861 8015,'-9'-22'0,"-1"3"0,5 3 1613,-4 2-465,6 6 33,-3-5-307,6 11-587,0-4 0,0 12 103,0 4 0,0 4 217,0 5 0,4-1-175,1 5 1,0 1 1,-5 4 0,0 1-236,0-1 0,4 2 44,1 3 0,0-4-249,-5-1 1,0-1-19,0-8 1,0 2-49,0-2 1,0-8 435,0 3 254,0-9-607,0 1 0,-5-12-5,0-4 0,1-10-608,4-9 1,-5-6 309,0-7 0,1-7-347,4-3 1,6-10 24,3-4 1,1-1 154,4-4 0,-3 16 258,8-2 0,-3 18 228,-2 10 0,0 9-106,0 10 1,1 7 208,-1 12 1,-1 7 204,-4 13 0,2 1-181,-6 3 0,0-3 382,-5 3 1,0-3-11,0-1 1,-2-1-336,-3 0 0,-3-1-369,-6-3 0,-2-4-463,-3-5 0,4-1-102,-4 0 1,3-1-780,2-4 1,-1-1-1168,1-3 2690,6-4 0,15 6 0,8-7 0</inkml:trace>
  <inkml:trace contextRef="#ctx0" brushRef="#br0">8474 17017 9113,'-8'0'3950,"0"0"-1581,4 0-1099,2 0-17,-4 0-1262,6 0 0,6-2 82,4-2 0,4 1-209,5-7 1,1 5-57,4-4 1,3-1-140,-3-4 0,-2-5 162,1 0 0,-5 0-195,1 5 1,-4-5 132,0 0 0,-7-4 277,-4 4 1,-2 0 296,-2 4 1,-2 3-134,-2 2 1,0 4 21,-5 6 1,-1 2-161,-4 2 1,0 4-3,0 6 1,4 1 104,1-1 1,6 2 140,-2 3 1,3-4-159,2 4 0,7-3 94,2-2 0,4-1-132,1-4 0,0 4 56,0-3 1,5 1 20,0-2 0,0 2 19,-4-6 0,-1 4-8,0-4 0,0 5-105,0-6 0,-4 7 99,-1-1-117,-5 2 0,2 3-119,-6-1 1,0-5-58,0 1 1,0-5-267,0 4-46,0-6 1,1 4-63,4-7 259,-3 0 1,10-2-14,-2-3 0,-2-3-262,1-6 0,1-2 158,4-3 1,5 2-59,0-7 1,0 2 372,-5-1 1,-1-3-106,-4 7 1165,4 0-557,-12 5-79,6 0-164,-7 6 0,0 8 272,0 9 0,0 4-160,0 1 1,0 1-17,0-1 1,1 5-243,4 0 1,-2 0-165,7-5 0,-1-2-251,5-2 0,1 1 121,-1-6 0,5-1-106,0-4 0,6 0 119,-1 0 1,-2-6-235,1-3 1,-4-4 218,5-1 0,-8-5 172,-2 0 1,0-5 282,-4 5 1,-4-4 115,-1 4 0,-4 0 299,-1 4 1,-1 6-41,-4 0 4,-3 5-407,-6-2 0,1 8-135,4 2 1,3 0 71,6 5 1,-5 0-207,0 6 0,0-1-32,5 0 0,0 0-41,0 1-4,7-1 1,-4 0-84,6 0 1,-5-4-571,0-1 565,4-6 0,-5 4-2,7-7 138,-7 0 170,10 0 1,-10 0-45,6 0 256,-6-7 0,4 4 167,-7-6-138,0 6 0,4-5-144,1 3-148,0 3-489,-5-4 360,0 6 65,0 0 103,0 6 0,2-3 11,2 7 1,-2-5-88,3 4 95,-4 1-15,5 4 2,-4 0-71,11 0 0,-10-4-21,6-1 0,-4-6-45,5 2 1,-6-3-240,6-2 72,-1 0 0,5-7 51,1-2 1,-1-4-147,0-1 1,0-6-48,1-4 1,-1-3-15,0-1 1,-1 1 207,-4 3 0,2-1 29,-6 6 1,4 5-9,-4 4 584,0 1-277,-5 1 0,-6 8-163,-4 9 1,-1 4 145,2 1 0,-3 0-122,8 0 0,-1 1-218,5-1 1,2-1-107,2-4 0,4 2-457,6-6 0,5 4 342,0-4 1,8 0-114,2-5 1,-1-7-32,5-2 1,2-4 226,-2-1 0,0 1 384,-4 4 1,-7-4 328,-3 4 475,3 3-367,-6-7 527,-2 11-434,-8-4 86,-6 6 1151,0 0-1267,0 6-462,0-4 1,-6 4-71,-4-6 1,-2 5-98,-2 0 1,-1 6 64,1-2 1,-2 2 7,-3-1 0,4 4 51,-4 0 1,3 0-70,2 5 0,1-3-4,4-2 1,-2 1-190,6-1 0,0 0-41,5 0 0,2-4-343,2-1 1,1-6 89,9 2 1,-1-3-185,11-2 0,-5 0 225,4 0 1,-1-7 271,2-2 0,1-5 264,-6-5 0,0 3-27,-4-3 0,2-2 338,-3 2 1,2 1 29,-11 3 1,-1 6 359,-4-1 0,0 6 28,0-6-381,0 7 0,-1-2 184,-4 10-329,3 3 0,-9 6-260,7 0 0,-3 2 69,3 3 0,2-8-149,-3 3 1,5-3-43,5 4 0,3-6-369,6 1 0,2-7-49,3 1 1,1-2-287,4-2 1,3-2 321,-3-2 0,-2-4 86,2-6 0,-7-5 182,2 0 1,-2 0 78,2 5 0,-9-1 286,-1 1 1,-1 5 66,-3-1 565,0 7-416,-5-3 0,0 7 213,0 4 1,-2 3-27,-3 6 1,4 0-186,-4 1 1,3 3 26,2 1 0,0 0-185,0-4 0,0-1-35,0 0 0,0 0-66,0 0 0,0-4-428,0-1 99,0-5-373,7 2 390,-6-6 1,7-6 23,-3-4 0,-4-3 104,4-1 1,-2-6-211,2-4 0,-2-1-238,7 1 1,-6-3 156,6 4 0,-2 0 6,1 0 1,4 5 149,-4-1 1,4 8 9,1 2 0,0 6 254,1-2 0,-1 3-96,0 2 1,-4 0 79,-1 0 0,-4 0 16,4 0 0,-6 2-2,2 3 38,-3-4 196,-2 12 49,0-12 482,0 6-766,-7-1 1,0-4 118,-8 2-126,1-2 0,0-2 15,0 0 0,-1 5-20,1 0 1,0 1 8,0-1 1,0-2 2,-1 6-45,1 1 0,0 4 49,0 0 0,4 0 66,1 1 1,6 3-58,-2 1 0,3 0-151,2-4 1,0-1 11,0 0 0,11-1 38,4-4 1,8 2-144,1-6 1,8 0-286,1-5 1,5-2 111,-5-3 1,5-3-49,-5-6 0,5 0 390,-5 0 0,-5-5-43,-4 0 1,-6-5 88,0 5 1,-3-4 80,-6 4 210,-3-7 0,-7 12-101,-4 0 0,0 1 48,-9 9 1,8 0-14,-8 9 1,-2 3 96,-3 6 0,5 0-145,4 1 1,5 4 25,-4 0 0,6 4 38,-2-4 0,5 5-243,5-5 0,3 0-251,6-5 1,6-4 71,4-1 1,3-4-171,1 4 0,4-6-90,-3 2 1,2-10-322,-7-4 1,1-4 466,-1-1 0,-4-2 234,-5-3 1,-3 4 240,-2-4 1,1 3 45,-7 2 1,1 4 927,-5 1-784,0 5-264,0-2 0,-5 12-22,1 4 1,-3 4 6,3 5 1,2-2-166,-3 7 0,4 0 35,1 4 0,-5 1 35,0-1 0,1-1-28,4-3 1,-7 3-15,-2-4 0,1-2-2,-2-2 17,1 3 1,-5-13 102,-1 1 0,6-7 353,-1-3 58,1 0 1,1-11-369,3-3 0,4-10-354,1 0 0,3-3-67,6-1 1,2-5-389,13 0 0,-2-2 122,2 2 0,3 7-435,-3-2 0,2 4 327,3 1 0,-5 2-100,-1 7 0,-1 1-768,2 4 0,1 2 193,-6 7 0,5 0-1364,-5 0 2678,6 7 0,-9 13 0,5 10 0</inkml:trace>
  <inkml:trace contextRef="#ctx0" brushRef="#br0">13166 12255 7816,'-8'0'2211,"0"0"-1180,4 0-515,2 0 1,-11 1-71,4 4 0,-4 4 134,-1 10 1,0 5-79,0 9 1,-7 4-138,-3 5 0,-3 7-149,-1 3 1,1 4-165,3 0 0,-2 3 64,2 2 1,-1-7 39,1 3 1,-1-11 12,6-4 1,0 1-135,5-5 0,-1-8 28,1-2 1,0-9-178,0 0 0,1-8 44,4-1-620,-4-1-196,11-1-321,-4-1 321,6-7 238,0 0 1,6-5-618,4 0 1,2-6 170,3 2 1094,-1-4 0,25-27 0,7-5 0</inkml:trace>
  <inkml:trace contextRef="#ctx0" brushRef="#br0">13280 12610 7971,'0'-14'0,"0"4"0,0 1 0,-2 4 4064,-3-4-1964,4 5-225,-5-2-1182,-1 6 1,6 8-35,-4 6 0,3 2-242,2 8 1,-4-1-117,-1 6 0,0 4-147,5 0 0,0 0-138,0-4 0,0-1 58,0 1 1,-5-7 90,1-3 0,-1-3-1315,5-2 402,0-6 36,0-2 209,0-25 1,0 2-284,0-17 1,5-2 363,-1-2 0,3-3 21,-3-2 0,0 1 227,5-1 1,1 2-13,4 3 0,-5 5 324,1 9 1,-2 4-12,1 6 1,4 6 229,-4 3 0,2 5 0,-1 5 0,2 4 236,-2 10 0,-4 3-308,-1 7 0,-3-1 41,-2 1 0,0-4 159,0 3 0,0-7 271,0 7 1,0-9-515,0 0 0,0-3-416,0-2-869,0-6 755,0-2 0,6-7-330,3-4 0,4-4 47,1-10 0,5-4 225,0-5 1,6-7 112,-1-3 1,1 4-12,-1 0 1,3 4 270,-3 2 1,-4 6 467,-1 3 635,-3 3-825,-8 8 0,-2 10 117,-6 12 1,0 2 53,0 8 1,-1-1 195,-4 6 0,2 1-161,-7 3 1,2-8-219,-1 4 0,-2-4-162,6 3 0,0-4-91,5 0 0,-1-7-181,-4 2 0,3-3-223,-2-2 1,2-5-562,2 1 1,2-7 331,2 2 0,0-4-332,5-1 1,0 0 371,6 0 0,-6-1 202,1-4 1,1 2 256,8-7 0,-4 6 52,4-6 0,-3 1 150,-2-5 0,2 4-19,3 1 1,-3-1 275,3-4 1,-3 0-97,-2-1 0,0 6 69,0 0 1,-4 4 452,-1-5-253,-5 7 1,2-5 352,-6 4-270,0 2-413,0-4 1,-2 12 20,-2 3 1,0 4-15,-5 1 0,4 2-31,-4 3 1,4-3-86,-5 3 0,7 1-77,-1-1 0,2 2 139,2-2-436,0-3 0,2 4 80,2-6 0,4-6-80,6-3 0,1-3 48,-1-2 1,2-7-123,3-2 0,-2-6 114,7-3 1,-2-6-57,1-9 1,3 1 80,-7-6 0,-2 7-18,-7-3 1,-4 4 401,-6 2 0,-2 1-87,-2 3 0,-11 10 5,-8 9 0,-4 4-96,-2 1 1,1 6 78,-1 4 1,3 7-139,2 2 1,-1 5 6,6-5 1,0 6 159,5-1 0,6-4-74,3-1 0,3-3-491,2-2 1,2-1 105,3-4 0,9-2-63,10-7 1,-1 0 148,6 0 0,-4-7 47,8-2 1,2-4 146,-2-1 0,2 4 239,-2 1 0,-3-1 490,3-4 0,-4 6-393,-6 4 0,-1 2 527,-3 2 1,-8 0-148,4 0 0,-11 6 7,1 4 0,-3 4-218,-2 5 0,-2-3-179,-3 3 0,-1 1-81,-3-1 1,-4-5 15,3-4-947,4-1 580,-6-1-949,10-1 0,-4-11 163,6-5 0,6-2-188,3-13 0,6 5 736,4-4 1,-4 0 252,4 0 0,2 2 45,-2 7 1,0 1 135,-5 4 515,0 3 0,0 6-36,1 0 1,-7 8 467,-4 6 1,-2 2-408,-2 7 0,0-4 29,0 5 1,1-5-267,4 5 0,-3-7-327,3 2 1,2-5 27,3-4 0,-1 1-173,6-7 0,-4 1-636,8-5 1,-2-6 354,2-4 1,-2-4 44,7-5 0,-7 2 124,2-7 1,-3 7 234,-2-2 0,1 3 163,-1 2 828,-6-1-539,-2 8-204,-6 0 1,-2 9 27,-2 3 0,2 2-80,-3 8 1,4 4 99,1 0 1,0 0-193,0-5 1,6-2-7,4-2 1,-1 3-150,5-4 1,-3-3-304,8-1 0,2-3 154,-2-2 1,5-5 122,-6 0 0,1-6 82,-4 2 1,-3-9-5,-2-1 0,1 0-8,-6 5 0,-1-5-106,-4 0 0,-11 0-125,-3 5 0,-10 0 111,1 0 1,-9 6-140,-1 3 0,-2 3 284,2 2 0,3 0-87,-3 0 0,7 7-57,3 2 0,7-1 26,2 2 1,1-1 13,8 5 1,1 0 29,4 1 1,11-3 19,3-2 1,10 1-129,-1-6 0,4-1-174,2-4 0,4 0 170,0 0 1,6-6 18,-1-3 1,-3 1 219,-2-2 1,2 1-146,-2-6 1,2 1 520,-2 0 1,-8 1-30,4 4 0,-10 3 701,0 6-279,-3 0-217,-2 0 1,-6 6-150,-4 3 0,-2-1 252,-2 2-473,0-1-22,0 5 0,0-4-132,0-1 0,0-4 19,0 5 0,0-6-85,0 6 1,0-1 6,0 6 0,-5-6-72,1 1 0,-1-1 175,5 5 0,-5 0-1,0 1 0,1-1 88,4 0 1,0 0 40,0 1 8,0-1-88,0 0-70,0 0 0,0 0 76,0 1 1,0-6-10,0 1 0,0-1 23,0 5 0,-5 0 109,0 1 0,0-1-73,5 0 1,0 0-41,0 1 0,0-1-24,0 0 0,0-5-26,0 1 1,0-5-124,0 4 421,0-6-222,0 4 1,0-9-295,0-3 1,0-4-329,0-10 1,0-3-807,0-7 0,0-5 583,0-4 1,5-10-454,0-4 1,6-3 414,-2-2 0,4 6 126,1 4 0,5 9 209,0 5 0,5 11 60,-5 8 1,1 6 167,-1 8 0,-3 1 229,3 4 1,-5 3 276,-4 6 1,-4 5-327,-6 0 0,0 0 716,0-5 1,0 0-249,0 1 0,-8-1-38,-6 0 1,0-1-173,-5-4 0,-2 2-63,2-6 1,-1 1-276,1-1 0,3-3-458,-3 2 1,3 3-730,2-3 905,0 1 1,4-5-909,1 0 758,6 0 0,-2 0 32,10 0 0,4-1 99,10-4 0,-2-1 85,7-4 0,-2-3 72,2 4 1,3-4 174,-3-1 1,1 0 248,-2 0 0,4-1-202,-3 1 1,-5 5 468,-5-1 0,0 6 266,-4-6 13,-4 7-243,1-3-167,-7 12 0,-5 7-10,0 6 0,-1 1-1,1-1 0,3-3-185,-2 3 0,2 1-132,2-1 1,0 0-238,0-5 1,6-4-30,4-1 0,4-5-222,5 0 1,2-2 238,2-2 1,4-2-1,-3-2 0,3-9 118,1-6 0,-6-6-10,-3 1 0,0-3 78,-5-1 0,2-1-86,-11 1 1,0 1-90,-5 3 0,-8 1 108,-6 8 1,-7 0-15,-7 10 0,-2 0 16,-4 5 0,3 6-23,-7 4 0,6 3-32,-1 1 1,9 5 1,5 0 0,5 1 185,5-1 0,2-3-135,7 3 1,2-3-36,3-2 0,4-5-21,10 1 0,3-7-146,7 2 0,-1-4 219,1-1 0,4-6-16,0-3 0,2-4 34,-2-1 1,-3-1 111,3 1 0,-8 0-162,-1 0 0,0-5 166,4 0 0,-4 0 314,0 5 0,-7 0-264,2-1 1,1 6-127,-1-1 20,0 7-47,-4-3 1,-6 12-12,1 4 0,-7-2-31,1 1 1,-2-4 356,-2 4-49,0 1 160,0-2-50,0 4 373,0-10-392,0 4-304,0-6 1,0-1-74,0-4 1,0-3-252,0-6 1,5-2 40,0-3 1,6-3 72,-2-7 0,4-1-197,1-3 1,0-8 87,0-6 0,1-4 85,-1 9 1,-6 2 190,-4 12 240,-2 6 1,-4 7-132,-2 11 0,-4 10 59,-6 8 0,-2 8 11,-3 11 1,3 4 140,-3 5 1,-1 6 279,1-1 1,0 1-140,4-6 1,1 4-9,0-3 1,6 1-192,3-11 1,4-1 122,1-9-363,0 4 1,8-13-268,6 1 0,2-7-180,7-8 1,1-5-42,4 0 0,3-11-306,2 2 1,-3-3 246,3 2 0,0-3 29,-5-1 0,4 0 232,-8 4 0,-4 1 37,-1 0 0,-3 4-5,-2 1 280,-6 6 1,-2 3 398,-6 9 0,0 4-138,0 1 1,0 2 15,0 3 0,-4-3 3,-1 3 0,0-4 671,5 0-783,0-1 0,0-5-236,0 1 0,7-7 114,2 2 0,8-5-261,2-5 1,7-3 127,-3-6 0,3 0 7,-3-1 1,3 1-90,-7 0 0,4-3-1,-4 2 132,0-2-19,-5 9 1,-4 2-6,-1 6 1,-5 6 94,0 8 1,-2 7 143,-2 3 0,-6 4 87,-4 5 1,1 2 13,-6 3 0,4 3 3,-8-3 1,4-3-148,0-2 0,1-5-31,0-4 1,0-4 12,-1-5 0,1-7-160,0-4 208,0-2 0,0-4-8,-1-2 1,6-11-81,-1-8 1,7-4-215,-1-2 0,2-1-295,2-3 0,8-3 118,6-7 0,0 2-107,5 3 1,2 0-135,-2 10 1,4-2-522,-4 11 0,7 2-834,-3 7 0,6 4 928,4 6 1,5 0-894,9 0 1,-3 4 1830,4 1 0,21 0 0,6-5 0</inkml:trace>
  <inkml:trace contextRef="#ctx0" brushRef="#br0">3640 11402 17291,'0'-15'-702,"-1"3"1,-3 1 447,0 1 1,-3 1-184,3-6 864,2 1 0,-11 2 111,4 2 1,1-1-155,-1 6 0,-1 1 221,-4 4 1,-5 1-341,0 4 0,0-2 500,5 7 0,0 4-137,-1 5 1,-4 4 367,0-4 0,0 11-230,5-1 0,2 4-238,2 0 1,-1-3-129,6 3 1,1-1-375,4 1 0,1-4-493,4-1 1,3-1-393,6-8 1,7 0 243,2-5 0,6-6 106,4-3 1,-3-4 300,3-1 0,2-1 210,-2-4 1,2-3 105,-2-6 1,-3-5 114,3 0 0,-3-6 309,-1 1 0,-7-3 71,-3-1 0,-5 1-32,-5 3 0,-2 4-301,-7 5-120,0 1 0,-2 6-403,-3 3 0,-7 5 225,-7 5 0,-7 5 161,3 9 0,2 3-92,2 6 1,-1 1 135,1-1 1,1-1 150,9-3 0,-2 2-286,6-2 0,0-3 157,5-2 1,2-4-696,3 0 1,3-7-415,6-4 1,6-2-114,4-2 0,4-6 653,6-4 0,-3-9 125,7-5 0,-1-4 135,0-5 1,-2 3 379,-6-3 1,-3 3 523,-2 1 0,-3 2 547,-7 4 671,-6 8-1116,-2 9 0,-6 17-98,0 3 1,0 12-552,0 2 0,-1 0 198,-4 6 1,3 0-303,-2 0 1,2-1-166,2-5 1,0-4-1308,0 0 718,0-1-1223,0-1 0,6-3 465,4-9 0,2-10 525,3-10 1,-1-9 402,0-4 0,0-4 33,0-2 0,5-4 384,0 0 1,2-5 228,-2 5 1,-3 5-34,3 4 0,-4 8 421,0 2 0,-6 6 28,1 8 1,-3 2-658,3 2 0,1 6 228,-6 9 0,4-2 173,-4 7 0,4-5 486,-4 4 0,6-5-896,-1 1 1,-1-3-267,5-2 0,-3-5-939,8 1 1,2-7 660,-2 2 0,5-5-123,-5-5 0,4-3 765,-4-6 0,5-7-129,-5-2 1,0-4 5,-5-2 1,-4-1 80,-1-3 1,-1-8 89,1-6 0,2-6-23,-6 6 1,0 1-308,-5 8-90,0 4 0,-2 18 354,-2 6 0,0 9 405,-5 6 0,4 4 220,-4 10 1,4 3 191,-4 6 0,5 6 503,0-1 1,2 5-618,2-5 0,0 0 29,0-4 1,0-1-538,0 0 1,0-1 169,0-3 0,0 1-1561,0-6 0,5 0-293,0-5 0,-1 1-720,-4-1 0,2-6-537,3-4 903,-4-2 0,6-4 1227,-7-2 0,0-9-36,0-6 1,-7-11 116,-2 2 1,1-4 23,-2 4 0,7 4 946,-2 0 1,-1 7-74,1-2 0,1 8 514,4 1 1,0 6 109,0-6 0,6 7 344,3-2 1,6 4-355,4 1 0,-2 0 175,7 0 1,-5 0-717,4 0 1,-1 0-163,2 0 0,1 0 57,-6 0 0,0 0-11,-4 0 0,-3 1-589,-2 4 1,1-2-665,-7 7 443,8-1 1,-11 10 804,4 0 0,-4 2-173,-1-3 1,-4 3 284,-1 3 1,-5 3-47,6-4 1,-3-1-198,3 2 1,1-7 128,-7 2 1,7-3-318,-2-2 1,4-4 653,1-1-1010,0-5 1,0 0 332,0-8 1,0-4-387,0-7 0,6-7-192,3-6 1,4-2 255,1-8 1,5 0-70,0-5 1,5 5 81,-5 1 0,1 7 154,-1 1 0,-3 7 127,3 8 0,2 6-604,-2 3 0,-1 4-116,-3 1 1,-1 11-876,0 3 1,0 10 1381,1-1 0,11 29 0,4 8 1</inkml:trace>
  <inkml:trace contextRef="#ctx0" brushRef="#br0">5545 11515 17291,'-1'-14'-174,"-4"0"1,-3 1 273,-6 4 0,3-2 550,-3 6 1,3 0 385,-8 5 1,1 0 272,-1 0 1,3 2-345,-2 3 1,-3 4-50,2 10 1,0-2-682,5 7 1,1-5 306,4 5 1,-2-7-359,6 2 0,0 2-416,5-2 0,0-5-771,0-5 0,8-1 153,6 2 1,1-4-33,4-6 0,1-2 20,-1-2 0,5-9 158,-5-6 0,4-5 750,-4 5 1,2-4-102,-2 4 0,-5-5 663,0 5 0,0 0 716,-4 5 615,-4 6-1446,1-5 1,-7 13-105,0 0 0,0 8-293,0 11 1,-2-3 545,-3 3 1,4 1-142,-4-1 1,3 0-192,2-4 1,2-1-715,3 0 1,-2-4-434,6-1 0,1-6-115,4 2 1,5-5 839,0-5 1,6-4 167,-1-10 0,3 1-116,1-5 0,1-6-426,-1-4 0,-4-6 96,-1 1 1,-5-5 148,1-4 0,-5 1 61,-5-6 0,-2 7-232,-7 3 1,0 12 81,0 11 0,-2 9-382,-3 6 0,-4 4 122,-10 4 1,3 11-16,-3 8 1,2 4 207,-2 2 0,5 4 742,0 0 0,-1 2 111,6-2 1,3-2 317,1 7 1,-2-6-374,3 1 1,-1-3-303,5-1 0,6-6 21,4 1 0,2-7-273,3 2 0,4-3 174,0-2 0,1-6-200,-1-3 1,3-4-662,7-1 0,-6-7 343,1-8 0,0 0-128,4-9 0,-6 2 215,-3-2 0,2-3 130,-2 4 0,-2 0 194,-7 0 0,1 10 482,-7-1-319,1 9 37,-5-1 0,-2 7 447,-2 4 1,1 3-254,-7 6 0,2 0-41,-1 1 1,-2-1 148,6 0 316,-6 0-1013,9 1-370,-4-1 1,12-6 185,4-4 1,9-4-364,4-4 1,4-4 298,2-6 0,4-1 141,0 1 1,5 0 326,-5 0 1,5 4 186,-5 1 0,-1 6 448,-8-2 0,-2 3-208,-3 2 1,-8 7 355,3 2 1,-9 5-160,-1 5 0,-4-1 287,-4 5 0,-4-5-267,-6 1 0,-1 1-327,1-1 1,-5 0-265,0-5 0,2 0-401,7 1-1018,-2-7 577,4-2-733,0-6 1068,2 0 1,7 0-160,4 0 0,3 0 1207,6 0 0,5 0-388,0 0 0,1 5 286,-1-1 1,-4 7-19,-1-1 1,0-2 995,-4 1-955,-4 7 1,0 5 79,-6 2 0,-1-2-163,-4-7 1,-3-4-365,-6-1 0,-5-1-310,0 1 1,-6-1 146,1-3 1,-1-3 5,1 2 0,3-2-94,7-2 1,1-2-222,4-2 1,-2-1-96,6-9 1,4 1-412,10-11 1,7 1 332,12-6 1,2-4 70,4 0 0,0-5 375,4 5 0,3-5 15,-3 5 0,3-7-12,2 2 0,-5 4 56,0 0 1,-7 6 192,3 4 0,-6 1 334,-4 8 382,-4-2-262,-12 15-120,5-4 0,-12 8-6,4 2 0,-3 0 242,-2 5 65,0-6-208,-7 10-125,6-12-186,-6 6-398,7-1 365,0-4-5,0 4 40,0-6 14,-6 0-351,-2 0 0,-6 0 31,0 0 1,0 0 150,-1 0 1,1 1-43,0 4 0,1-2-34,4 7 0,-4-5-38,4 4-24,-4 1-148,-1 4 0,1 0-14,4 0 1,2-4-40,7-1 0,2-6 98,3 2 0,7-3 11,7-2 1,2 0 26,-2 0 0,-2-2-11,7-3 0,-7-3 109,2-6 1,-3 5 284,-2-1 0,0 6 741,1-6-243,-1 7 146,0-3-143,-6 6-332,5 0 0,-10 0-69,6 0 0,-6 1 252,2 4-92,3-4-267,0 6 0,6-7-270,0 0 0,1 0-154,-1 0 0,-5-7-192,1-2 1,-1-10 125,5-5 1,-4-3-225,-1-1 0,-1-7 191,2-3 0,2-3-169,-2-1 0,-4 5-207,-1 4 474,3 9 0,-5 12 296,6 12 0,-4 12-127,5 12 1,-7 8 702,2 1 0,-4 6-161,-1-1 0,0-1-19,0 1 1,0-8-235,0-2 1,-5-1 340,1-8-575,-1 0-345,-1-5 1,2-6 82,-5-3 0,4-10-59,-4-5 1,6-4-59,-2-5 0,3 2 84,2-7 0,2 2-43,3-2 0,3-1 308,6 6 1,5 0 196,0 5 1,4 0-114,-4 0 0,7 4 135,-3 1 0,4 5 209,2 0 1,-1 1-116,0-2 0,-5 3-77,-4-3-244,3 4-192,-7 1 1,0 1 186,-11 4 0,3-2-105,-3 7 1,1-5 236,-5 4 1,0 1-114,0 4 0,0-5 546,0 1-127,0-1-334,7 5 0,0-4-107,8-1 0,-1-5-180,0 0 1,5-4 137,0-4 0,2-4-176,-3-7 0,-2 3 170,3 2 1,-3-2-39,-2 2 0,-4 2-29,-1-1-54,-6 6 321,4-4 107,-1 7 188,-4 0 0,5 5-76,-2 0 1,-2 1 515,7-1-522,-1-4 0,6 6-74,-1-7 0,0 0-207,0 0 1,2-2 124,3-3 0,-3-2 58,3-8 0,-5 1-532,-5 0 1,2 0-793,-6-1 1,0 0 514,-5-4 1,-2 3-199,-2-3 1,-3 3 474,-2 2 1,-4 6 117,4 3 1,-4 4 4,-1 1 116,0 0 203,-1 6 0,8 2-8,2 6 241,3 0-531,2 1 1,7-3-446,2-2 0,-1-4-1649,1-6 2266,1 6 0,48-23 0,12 0 0</inkml:trace>
  <inkml:trace contextRef="#ctx0" brushRef="#br0">23005 4819 7627,'-14'0'646,"-1"-6"-206,1 4 1,1-5-125,4 2 1,1 3 549,3-2-617,4 2 0,-6 0 181,7-2-88,0 2-172,7-4 1,1 6 58,6 0 1,0 0-125,0 0 0,2 0-2,3 0 0,-2 0-174,7 0 0,0 0 10,4 0 0,-1 0 96,-3 0 1,3 0-131,-4 0 0,3 0 81,-3 0 1,-1 0-89,-3 0 1,-3 0 81,3 0 0,-3 0-15,-2 0 0,0 0 176,1 0 0,-6 0-100,1 0 282,-7 0-191,3 0 39,-6 0 193,0 0-388,-6 0-403,4 0 309,-4 0 0,4 0-437,-2 0 189,2 0 321,-4 0-42,6 0 2667,0 0-2707,-7 0 124,6 0 0,-6-2 60,7-3-70,0 4-229,-6-5 221,5 6 26,-12 0-11,5 0 0,-6 0 16,0 0 1,-1 0-21,1 0 0,0 0 34,0 0 0,-2 0 0,-3 0 0,2 0 23,-7 0 1,6 0 3,0 0 0,-3 0 36,2 0 1,0 0 10,5 0 1,0 0 86,-1 0 1,0 0-72,-4 0 1,3 0-112,-3 0 0,3 0 26,2 0 1,-2 4-13,-3 1 1,3 0 34,-3-5 0,-1 4-5,1 1 0,-2 2-31,2-3 0,4-1-11,-4 7 1,3-5-65,2 4 0,-5 1 78,0 4 1,0-5-133,5 1 1,-1-1 87,1 5 0,-2 1-11,-3-1 0,8 2 5,-3 3 0,3-4-11,-3 4 1,0 2-9,-1-2 1,1 5 3,0-5 0,1 6 59,4-2 1,-4 4 23,4 2 1,-4-1 132,-1 1 1,4-1-138,1 1 0,-1 5 14,-4 4 1,0-1 45,0 0 1,0 0 157,-1 1 1,6 6-192,-1-6 0,7 1 6,-2-6 0,4-1-204,1 6 0,0-6 126,0 1 1,0-3-180,0-2 1,5 2 43,-1 3 0,3-3 66,-3 4 0,0 0 11,5-1 1,-4 1-10,4-6 0,-4 0 50,4 1 0,1-2 9,4-4 1,0 3 58,1-7 0,-1 4-74,0-4 0,0 0 159,0-4 0,1 0-30,-1 4 1,2-3 76,3 3 0,-4-3-101,4-2 1,4 0 10,0 0 1,4 1-34,2-1 1,-1-5-2,0 1 1,6-1 130,-1 6 1,6-3-114,-1-2 1,2 1-162,-2-7 1,3 3 51,-3-2 1,1-4-59,-1 4 0,3 1 146,-3-1 0,1 0-1,-1-5 1,3 0 25,-3 0 1,-1-5-8,1 0 1,-7-6 162,2 2 0,2-4-46,-2-1 1,5-2 113,-5-3 0,2-3 7,-2-7 0,-1 1-14,6 0 1,-7-1-73,3 1 1,-4-5-7,-2-1 0,-1-4 2,-3 5 0,-4-1 107,-6 0 1,1-2-264,-1-7 0,0-4 79,0 0 1,-1-9-304,-4-1 1,2-3 137,-6-11 0,5 8-404,-6-8 0,1 3 344,-5-3 1,0 5-139,0-1 1,0 12 166,0-2 0,-6 15 232,-4-1 0,-4 8-75,-5-3 0,-8 7-100,-6-2 0,-8 1-116,-2-1 0,-2 3-119,-12-3 0,8 4-262,-8 5 1,3 4-33,-3 6 0,-1 1-351,-4 4 1,8 2-30,-2 7 0,13 2-280,0 3 1,10 9-830,0 10 2024,16 2 0,-6-2 0,14 0 0,-1-1 0</inkml:trace>
  <inkml:trace contextRef="#ctx0" brushRef="#br0">24185 4947 8238,'-14'0'-258,"-1"0"1041,7 0-968,-4 0-420,10 0 605,-4 0 0,38-12 0,7-4 0</inkml:trace>
  <inkml:trace contextRef="#ctx0" brushRef="#br0">24114 4990 11220,'0'8'3288,"0"-2"-2781,0-6 244,0 0-694,0-6 65,0-2 1,6-5-164,4 4 1,-3-4 107,3 4 1,4-4 6,5-1 0,5-5 46,-5 0 1,11-5 32,-2 5 1,10-6-59,0 1 1,5-2 10,4-3 1,-1-4-153,6 0 0,6-5 97,9 5 1,2-2-383,2 2 0,-34 15 0,-1-1 349,2-2 0,0 0 0,3 0 0,2 1-79,1 1 0,2 0 0,-2-1 0,0 0 91,-3 3 0,-1 1 0,31-15-78,-10 7 1,-5-1 141,-9 6 0,-11 0 5,-12 4 0,-5 1-77,5 0 0,-2-5 201,2 0 0,1 5-136,-6 4 0,0 1 427,-5-5 1,5 1-396,0 4 0,0-4 89,-5 3 1,0 3 45,1-3-116,-1 1 1,-5 1 171,1 3-272,-7 3-387,3 2-779,-6 0-3842,0 0 3760,-6 0 0,3 7-1733,-7 2 2943,1 10 0,-25 6 0,-10 4 0,-2 5 0,-1 0 0</inkml:trace>
  <inkml:trace contextRef="#ctx0" brushRef="#br0">22720 5516 8016,'-1'-14'0,"-4"0"379,3-1 1,-4 6 1555,6-1-800,0 7-638,0-3 0,0 7 51,0 4 0,0 3-206,0 6 1,0 1 1,0-1 1,0 0-59,0 0 0,0 5 87,0 0 1,0 0-185,0-5 0,0 0-64,0 1 0,0-1-502,0 0 247,0 0 1,-1-1-376,-4-4 319,3-2 7,-4-7 0,6-7-95,0-2 1,0-4-98,0-1 1,5 0 193,-1 0 0,1-1 206,-5 1 1,2 5-495,2-1 434,-2 7 398,4-3 49,1 6 87,1 0 1,4 1-181,-2 4 1,2-2 102,-2 7 1,2-2-158,3 1 0,-1 2 99,0-6 1,-4 4-276,-1-4 0,-1 1 283,1-1 86,4-3-241,-5 4-46,0-6-72,-2 0 0,-6-6-127,0-4 0,0-4-116,0-5 0,0 3-386,0-3 0,0 4-335,0 0 0,0 1 248,0 0 0,0 0-28,0 0 1,0 4-357,0 1 135,0 5-1619,0-8 1176,0 10 680,7-4 625,-6 6 0,-7 0 0,-10 0 0</inkml:trace>
  <inkml:trace contextRef="#ctx0" brushRef="#br0">23246 5374 8043,'-1'-13'602,"-4"4"728,4-4 171,-6 5 1,7-1 104,0-1-656,0 7 162,0-3-803,0 6 1,-5 1-277,1 4 0,-1 5 335,5 8 0,-5 5 273,1 5 1,-6 5-194,5 0 0,-6 7-63,2-2 0,-4 3-199,-1 1 0,0 1-120,-1 0 1,1-7-25,0-3 0,0 2-448,0-2 0,-1-4-740,1-6 1,2-10-40,2 1 0,2-9-3240,3 0 2502,4-4 0,1-2 1060,9-4 1,10-3 862,5-6 0,3-7 0,20-17 0,10-9 0,-16 11 0,0 0 0,0 1 0</inkml:trace>
  <inkml:trace contextRef="#ctx0" brushRef="#br0">23318 5672 8043,'22'-14'-1876,"-3"0"2484,-10 0 1,-3 4 2631,-6 1-1526,0 6-849,0-4 1,-4 9-273,-1 3 0,-5-2-8,6 6 1,-7 1-68,1 4 0,4 0-246,1 0 0,-1 1-289,1-1 0,0 0-196,5 0 1,0 0-421,0 1 0,0-6-370,0 1-54,0-1 0,7 4 561,2-4 1,4-2 114,1-7 0,5 0 790,0 0 1,5 0-144,-5 0 0,1 0 154,-1 0 1,-5-2 670,0-3-36,1 4 1,-9-7-310,3 3 1,-1 3-56,-3-2 1,-2 1-425,7-2 0,-6 2-352,6-7 1,-2 5-308,1-4 0,4-1 254,-4-4 0,4 0-58,1 0 1,1 0-86,-1-1 1,-5 0-202,1-4 0,-7 3-276,2-3 1,-4 3-1490,-1 2 1218,0 0 0,-6 6-1652,-4 3 2681,-2 3 0,-21 15 0,-5 3 0</inkml:trace>
  <inkml:trace contextRef="#ctx0" brushRef="#br0">25863 3952 7923,'0'-14'0,"0"0"0,0 0 0,-2-1 820,-3 1 1,4 5-78,-4-1 1,2 2 45,-2-1 0,3 1-199,-2 3 0,0 4 628,0-4-865,2 3 1,-10 2 130,2 0-401,-3 0 1,-6 7 85,1 2 0,-3 4-118,2 1 1,2 5 62,-7 0 1,5 6-109,-5-1 0,7 3 66,-2 1 0,3 5-154,2 0 1,1 2-7,4-2 1,3-3 129,6 3 0,0-3-97,0-1 0,3-2 114,6-4 0,2-2-236,13-7 0,0 0 33,4 1 0,0-3 98,1-2 1,6-4 72,3-6 0,3 0 118,1 0 1,1-6 13,0-4 1,-2-2 242,-3-3 1,-2-4-85,-3 1 1,-9-6 253,-1 5 0,-10-6 127,-3 1 1,-7-3-257,2-1 1,-4-1-214,-1 1 0,-1-5-167,-4-1 0,-3 0-231,-6 0 1,-1 4-92,1-3 1,-5 3-368,0 2 1,-6 4-691,1 0 1,-3 12 594,-1-2 0,0 9-327,-1 0 0,-1 5 15,-3 5 1,8 8-329,-4 5 1,10 12 523,0-1 837,4 9 0,19 17 0,6 11 0</inkml:trace>
  <inkml:trace contextRef="#ctx0" brushRef="#br0">25720 4052 7944,'-14'-7'0,"0"1"874,0-3 206,-1-4 1,6 11 189,0-2 51,5 2-1027,-2 2 0,22 8 89,3 6 0,9 0 305,-4 5 0,1-1-208,-1 1 1,6-4-238,-6 4 1,6-3-238,-7-2 1,-2 1-217,-2-1 0,3-2-550,2-2 1,-4 1-3,-1-6 1,-2-1-859,2-4 1,-3 0 331,3 0 0,-3-7 653,-2-8 0,0-5 253,1-9 1,-3 1 286,-2 0 1,-4-1 190,-6 1 1,0 1 251,0 3 1,-1 4 642,-4 5 0,0 7-102,-9 4 0,3 5 704,-8 9 1,-3 2-208,-2 17 0,-8-2-715,-1 11 1,0-5 35,5 5 0,1-2-621,3 2 1,-1-3-537,6-7 1,-2 5 269,2 0 1,5-1-229,0-8 0,1-4-1100,9-5-2465,-1-1 356,5 0 3617,12-6 0,29-46 0,-11 10 0,1 1 0</inkml:trace>
  <inkml:trace contextRef="#ctx0" brushRef="#br0">26488 4052 7925,'-14'0'207,"0"6"0,4-4 546,1 2 358,6-2 70,-4-2 471,7 0 383,0 0 0,2-5-1940,3 0 1,2-1-186,8 1 0,5-3 175,4-6 0,9 5 12,5-1 0,5-1 128,4-8 0,4 3-89,5-2 1,14 0-351,6-1 0,-35 11 0,0-1 259,1-3 0,1 0 0,0 3 1,0-1 27,-1-2 0,1 0 1,-3 4-1,-1-1-96,37-10 0,-16 5-12,-8 4 1,-11-1-254,-3 7 0,-7-6 135,3 5 1,-9-4-19,-1 4 0,-7-1 31,2 1 0,-3 4 351,-2-4-454,-6 3 0,0 2-285,-4 0-511,-2 0-584,4 0-1539,-6 0 1091,0 0 2071,7 7 0,1 7 0,6 8 0</inkml:trace>
  <inkml:trace contextRef="#ctx0" brushRef="#br0">28749 3611 7944,'22'-14'386,"-6"0"-3,-7-1 1,-1 1 1027,1 0-206,-2 0 266,-7 6-206,0 1 279,0 7-1060,-7 0 1,4 0 60,-6 0-440,-1 0 0,-9 2 108,0 3 1,-4 3-56,4 6 1,-8 0 32,-1 0 0,-1 2 27,-4 3 1,-2-2-117,2 7 0,-5 0-239,5 4 0,-2-2 139,2 2 0,3-1-44,-3 11 1,3-5 11,1 5 1,7-5-8,3 5 0,0-2 27,5 2 1,-2 2 61,12-7 1,-1 5 3,5-5 1,0 5-8,0-5 0,0 2 11,0-2 1,0-2-8,0 7 0,1-1-26,4 1 1,-2 1-30,7-6 1,4 2 58,5-2 1,6-3-430,-1 3 0,4-3 149,6-1 1,-3-1 30,7 1 1,0-2 175,5-4 0,4-2 9,0-7 0,7 0-37,-2 0 0,3-6-7,2-3 1,0-3 236,0-2 0,2 0-41,2 0 0,-7-7 86,3-2 1,-10-5-13,1-5 0,-3 1 45,3-5 1,-10-1-89,0-5 0,-2-1-16,-3-3 0,7 2-6,-3-7 0,-2-2-18,-2-7 0,-4 3-110,-5-4 0,1-2 29,-6-2 1,-2-2-67,-7 2 0,-4 3 50,-6 6 0,0-6-135,0-3 0,0 5 90,0 4 1,-8-4-122,-6 4 0,-2 0 65,-8 1 0,5 9-138,-4-5 1,-3 6 87,-7 4 0,-3-1-98,-7 1 1,-6 1-109,-3 3 1,-5 4-218,-4 5 0,-6 3-99,-9 2 1,9 4 164,-5 6 0,9 0-91,-3 0 1,11 11-169,-2 3 0,9 8-440,1-3 1,9 8-1667,5 2 2834,3-1 0,0 7 0,3-7 0,5 1 0,1-1 0</inkml:trace>
  <inkml:trace contextRef="#ctx0" brushRef="#br0">25891 4635 7868,'-10'-19'147,"1"0"1,-7 0 300,7 4 1,1 3 207,-2 2 16,7-2-209,-3 10 54,6-4 86,0 6-323,6 0 0,-3 0 333,7 0-419,-1 0 0,4 6-1,-4 4 1,4-2 125,-3 1 1,-3 0-107,3 6 1,-5-1-15,4 0 0,-1 5 41,2 0 0,2 6-54,-2-1 0,1 3-11,-2 1 1,4 7 20,-4 3 1,5 8 61,5 1 0,-3 8 115,3 2 0,-3 5-414,-2 4 1,5 7-17,0-7 0,0 1 134,-5-11 1,1 1-75,-1 0 0,5-2-176,0-2 1,4-4 56,-4-7 0,5 6 149,-5-1 1,5 4-67,-5-9 0,4 2-6,-4-10 1,0 0 131,-5 0 0,1-9 133,-1 3 1,-5-9-69,1 0 0,-7-8 130,2-1 261,-4-7-255,-1 3-3,0-6-658,0 0-177,0-6 1,0 3-576,0-7 1,-1 5-1286,-4-4 1,2 4 2403,-7-4 0,-24-7 0,-12-6 0</inkml:trace>
  <inkml:trace contextRef="#ctx0" brushRef="#br0">26360 6554 7890,'6'-14'0,"-4"-5"97,3 0 1,1 0 438,-1 4 1,0 1 743,-5 0-682,0 0 1,0 0 100,0-1 0,0 6 268,0-1-457,0 7 0,-7-3-1,-2 6 1,1 0-164,-2 0 0,-1 0-102,-8 0 0,-1 2-29,-4 2 1,-3 6-158,4 9 0,-4-2 86,-2 7 0,1-1-66,-1 6 0,1-1 102,0 1 1,-1 4-50,1 0 1,1 5-9,3-5 1,-1 8 118,6 2 0,0 0-40,5 4 0,1 2-35,4-2 0,-2 1-320,6-6 1,0-4 30,5 0 0,0 0-21,0 5 0,6-5 93,4 0 0,4-7-63,5 2 1,-2 2 27,7-2 0,-2 0 2,2-4 1,3-2 42,-4-4 0,4 4 187,2-3 1,1-4-107,3-1 1,-3-3-70,3-2 1,3 1-10,2-1 1,5-6 79,4-3 0,-1-4 87,6-1 1,1 0-86,3 0 1,0-1-1,-4-4 1,3-3 5,-3-6 1,4-1 3,0 1 0,1 0-61,0 0 1,-5-2 106,0-3 1,4-3 85,1-7 0,1-1-42,-11-3 0,1 2 151,-6-7 1,-7 1-146,-6 0 0,-2-5 30,-9 5 1,-3-4 125,-6-2 0,-6-5-84,2 1 1,-5-7-295,-5 2 1,-4-9-413,-10-6 0,-3 3 30,-7-3 1,-5 9 122,-4 1 1,-10 0-121,-4 5 0,-3 3 78,-2 2 1,-5 9-44,1 4 0,-7 6 170,1 4 0,4 5 10,2 10 0,2 3-17,2 6 1,5 0-188,0 0 1,6 6-173,-1 3 0,9 6-10,5 4 0,3 3-462,1 6 0,2 1 185,4-1 0,2 5-1395,7 0 2293,-6 7 0,1-1 0,-4 7 0,8-3 0,2-2 0,4-3 0</inkml:trace>
  <inkml:trace contextRef="#ctx0" brushRef="#br0">26303 7108 7810,'-8'-19'670,"4"0"0,2-4-205,2 4 0,0 0 1306,0 4-570,0 1-101,0 6-307,0 2-440,0 6 0,0 6 27,0 4 1,2 4-98,2 5 0,-2 3 110,3 7 0,-4-6-124,-1 1 1,0 0-391,0 4 0,0-6-377,0-3-66,0 3 0,0-6 71,0 3 97,0-3 0,0-7 166,0 1 355,0-7-113,0-9 1,0-9 11,0-8 1,0 2 177,0 7 0,0 0-161,0 0-158,0-1 1,2 3 102,3 2 1,-2-1-186,6 6 0,-4 1 237,4 4 0,1 0 267,4 0 1,0 4 253,1 1 0,5 5-239,4-6 0,-2 1-228,2-5 0,-1 0 86,6 0 1,-7 0 17,-3 0 1,-3-5 80,-2 1 1,-2-7 57,-2 1 0,-4-3-236,-6-1 0,0 0-155,0 0 1,-11-5-1126,-3 0 1,-5 0 620,0 5 0,3-1-1595,-3 1 1,4 6-804,0 4 2958,1 2 0,13 8 0,2 2 0</inkml:trace>
  <inkml:trace contextRef="#ctx0" brushRef="#br0">26758 6795 7937,'8'-6'0,"-2"-2"576,-6-6 1,0 5 2177,0-1 19,0 7-1370,0-3-857,0 6 0,0 7 39,0 8 1,0 7 120,0 11 0,-1 3-247,-4 7 1,4 1-172,-4 4 0,3-4-102,2 3 0,-1-1-98,-4 1 1,2-7 71,-7 3 0,2-6-107,-1 1 0,-4-3-880,4-6 1,1-7-443,-2-3 1,6-5-933,-6-5 0,7-1 890,-2-3 1,4-5-252,1 0 0,0-8 1562,0-11 0,10-17 0,5-7 0,1-7 0,0 1 0</inkml:trace>
  <inkml:trace contextRef="#ctx0" brushRef="#br0">26886 7094 7937,'8'-6'1876,"-2"-2"636,-6-6-1152,0 6-10,0 1-566,0 20 0,-4-4-279,-1 10-1,0 2-42,5-2 1,-5 5-378,1-5 0,1 1-399,7-1 0,-1-3 69,7 3 1,-1-5-174,6-5 0,0 3 240,4-8 0,-3 1-329,3-5 0,2 0 497,-2 0 1,4-6-134,-4-4 1,0-2 239,-5-3 1,-1 1 240,-3 0 1,-3 1 901,-2 4-967,-3-4-516,4 12 383,-6-6 0,2 7-76,2 0 0,-2 2-161,3 3 1,3-4 67,1 4 0,4 1-143,1-1 1,0 0-58,0-5 1,2-2-35,3-3 0,-3-2 89,3-8 0,-8 1-138,-2 0 0,-5-5-331,0 0 1,-2-6-500,-2 1 1,0-1-461,0 1 1,-6 3 195,-4 7 1406,-2 0 0,-34 0 0,-8 0 0</inkml:trace>
  <inkml:trace contextRef="#ctx0" brushRef="#br0">28464 4265 7811,'0'-10'0,"0"1"0,0 4 418,0-4 1,-4 4 1644,-1-4-224,0 5-955,5-2-699,-6 6 1,4 2 166,-2 2 1,2 4 163,2 6 1,0 1-242,0-1 1,2 0-86,2 0 0,-2 1-94,3-1 0,-4 0-200,-1 0 1,2-4-736,2-1 681,-2 1 371,4-2-262,-6 4 1,0-12-92,0 0 0,0-1 130,0-9 0,0 1 40,0-6 0,0 1 59,0 0 0,0 5 16,0-1 0,0 5-1300,0-4 866,0 6 1,2-4 456,3 7 1,3 0 92,6 0 1,-5 2 145,1 3 0,-1-4-135,5 4 1,-4 1 52,-1-1 1,-4 0-21,5-5 0,-6 5 476,6-1-535,-7 1 1,8-7-468,-6-2 0,0 1-704,-5-7 0,0 1-42,0-6 1,0 1-901,0 0 0,4 0 831,1-1 1076,0 1 0,26-13 0,9-3 0</inkml:trace>
  <inkml:trace contextRef="#ctx0" brushRef="#br0">28891 4009 7850,'-8'-14'1,"-3"0"-1,6-1 0,-4 6 0,4-1 1605,0 7 2192,5-3-2824,0 6 0,0 2 134,0 2 0,0 6-479,0 9 0,0 3-184,0 6 0,-1 5-76,-4 1 0,3 5-92,-2-1 0,-4 3-188,-2 2 1,2-2-35,-1-3 0,1 3-99,-2-3 0,-1-4-354,7 0 1,-7-9-580,1-1 1,2-7-1145,-1 2-171,6-3 0,-5-4-130,3-2 2423,3 2 0,2-48 0,8-5 0</inkml:trace>
  <inkml:trace contextRef="#ctx0" brushRef="#br0">29005 4208 7963,'0'-8'5812,"0"2"-5235,0 6 1,-2 0 486,-3 0-430,4 0 1,-7 1 358,3 4 0,4 0-642,-4 9 1,3-3-233,2 8 1,-5-3-724,1-2 1,-1 0 235,5 1 1,0-1 21,0 0 1,5 0-412,-1 0-77,8-6 0,-5 0 395,8-3 0,-1-3 427,0 2 1,-4-4 499,-1-4 1,1-3-354,4-2 0,-5 1 1030,1 3-400,-7 4-492,9-12-281,-10 11-1019,4-4 895,1 6 0,-4 0-39,6 0 0,-4 0 148,5 0 0,-6 0 438,6 0 154,-1 0 1,5 0-51,1 0 1,-1-5 197,0 1 0,-4-8-235,-1 3 1,-1-4-19,1-1 1,3 0-282,-8 0 0,1-5-202,-5 0 1,0-5-566,0 5 1,0 0-1001,0 5 0,0 5 1584,0-1 0,-19 13 0,-5-1 0</inkml:trace>
  <inkml:trace contextRef="#ctx0" brushRef="#br0">22521 9383 7725,'0'-14'0,"0"-1"799,0 1 1,2 2 726,3 2 209,-4-3-849,6 12 52,-7-5-636,0 6 0,0 6 59,0 3 0,0 6 139,0 4 0,0 3-136,0 6 1,0 0-278,0 1 1,0-5 22,0-1 0,0 1-196,0 4 1,0-4-81,0 0 0,-2-7-363,-3 2 1,4-3 191,-4-2 1,3-4-842,2-1 600,0-6 1,-4 2 166,-1-10 1,0-4 42,5-10 1,0-3 260,0-7 0,0-4 199,0 0 1,2 0 65,2 4 0,-2 7 361,3 3 1,-4 3-284,-1 2 0,2 5 71,3-1 0,-2 7 16,6-2 1,1 10 235,4 5 1,2 9 262,3 4 0,-2 4-302,7 2 1,-5-6 34,4 1 0,-4-5-246,5 5 1,-5-7-94,5 2 0,-7-8-103,2-2 1,-3-5-128,-2 0 0,-1-4 98,-4-4 0,2-6-121,-6-9 1,5 2-270,-6-7 1,1 0-105,-5-4 0,0-2-476,0-3 0,-5 3 113,1-3 0,-6 3-464,5 1 1,-1 2-2024,1 4 2468,4 8 0,-6 11-841,7 8 1633,0 4 0,0 51 0,0 10 0</inkml:trace>
  <inkml:trace contextRef="#ctx0" brushRef="#br0">22948 9596 7725,'8'-1'1464,"-3"-4"270,-4 3 0,-1-6 97,0 4 224,0 2-1120,0-4-76,0 6-706,0 0-80,0 6 0,5-3-29,0 7 1,6-6-113,-2 6 1,4-7-327,1 2 0,-1-2-36,-4 2 0,8-4-285,-2 4 1,2-5 302,-3-5 0,0 2-5,1-6 0,-1-2 433,0-8 1,-4 3 133,-1-3 1,-6 3 130,2 2 0,-3 0-210,-2-1 1,-2 3 80,-3 2 0,-3 4-15,-6 6 0,0 1-51,0 4 0,-1 3-28,1 6 1,2 2-46,2 3 0,-1-3 267,6 3 0,1 1-88,4-1 1,0 0-231,0-4 1,6-1-9,3 0 0,10-5-83,5 1 0,3-7-71,1 2 1,1-4-333,-1-1 1,1-6 161,-1-3 0,1-4-212,-1-1 0,-1-7 169,-3-2 1,-4-4 233,-6-2 1,-1 1 157,-4-1 0,-2-5-88,-7-4 1,-2 3 92,-3 2 1,-3 7 222,-6 3 0,0 12 357,0 1 1,0 7-221,-1 3 0,6 6 116,-1 4 0,7 9 302,-1 5 1,2 7-61,2 2 1,0 5 70,0-5 1,2 2-568,2-2 1,-1-7-301,7 2 1,-5-4-15,4-1 0,-6 3-181,2-7 0,-3 0-3190,-2-5 712,0-6-201,0-2 2173,0-6 1,-7-8-35,-2-6 0,3-2 829,1-8 0,-2 5 0,3-4 0,-6-1 0,5-4 0,-4 4 0,4 0 0,1 7 954,4-2-410,0 3 1,1 3 461,4 4 0,0-2-300,9 6 1,-3 0 95,8 5 1,1 0-420,-1 0 1,5 0-17,-5 0 1,5 0-131,-5 0 0,4 0-38,-4 0 0,0 0-31,-5 0 1,1 2 98,-1 3 0,-1 3 60,-4 6 1,2 0-91,-6 0 1,0 2 24,-5 3 0,4-2-101,1 7 0,0-6-77,-5 1 0,0-4-132,0 0 1,0-1-831,0 0 354,0 0-1108,0-6 697,0-2 0,6-7 497,4-4 1,-3-1 86,3-4 1,-1-4 265,6 0 1,-1 0 171,0-5 1,-4 8-10,-1 1 517,1 1-263,4-6 1,-5 8-133,1 2 1,-6 5 539,6 5 1,-7 2-141,2 8 1,1 0 41,-1 4 0,6-3-336,-2 3 1,-1-3-216,2-2 1,-1 0-94,5 1 1,1-3-279,-1-2 0,0-4 190,0-6 1,1 0-48,-1 0 0,0-6-261,0-4 0,0-2 139,1-3 1,-6-5 11,1-4 0,-6-3 173,6-1 1,-7 4 140,2 0 0,-4 1-172,-1-6 0,0 7 29,0 3 0,0 8-395,0 2 0,-1 6-1657,-4-2 997,3 3 0,-9 9 212,7 2 1,-6 5 918,5 5 0,-25 10 0,-1 7 0</inkml:trace>
  <inkml:trace contextRef="#ctx0" brushRef="#br0">28649 5132 7774,'-8'0'-1138,"2"0"2752,0 0-586,4-6-691,-4-2 0,6-2 76,0 1 1,0 4 28,0-4 1,0 4 503,0-4-643,0 5 1,1-4 195,4 4-304,-3 2-244,4-4 0,-6 7 289,0 4 0,-5 5-36,0 9 0,-6 3-120,2 6 1,-4 1 16,-1-1 1,0 2-156,0 3 0,-2-3 48,-3 3 1,3 2-88,-3-2 0,3 0-83,2-4 1,2-7-744,2-3-61,-3-3 0,10-4-99,-6-2 332,6-4 0,-5-6 46,3 0 0,2 0 701,-7 0 0,-12-6 0,-8-2 0</inkml:trace>
  <inkml:trace contextRef="#ctx0" brushRef="#br0">28208 5644 8658,'-7'0'2424,"-6"0"-2033,11 0 1,-6 1 45,4 4 1,1 5 150,-7 9 1,5 0-217,-4 9 0,4-3-103,-4 9 1,5 2-264,0 2 0,2 1 79,2-1 1,2 2-18,2-7 0,6 0-7,9-5 1,3-4-155,6 0 1,6-12 8,-1 3 0,6-6 71,-1 1 0,-1-4 122,0-6 1,-5-6 225,1-4 0,0-9 330,-4-5 1,1 2-238,-11-1 0,-2-3 210,-7-7 1,1-2-312,-7-2 1,-4-5-145,-4 5 0,-12-4-113,2-2 1,-10 7-224,0 2 0,-3 6-79,-1 4 1,-5 10-349,0 9 0,-5-1-695,5 1 0,-5 2 545,4 8 1,3 7-777,7 7 1,-6 7 575,6-3 1,1 4 188,9 2 1,-1-1 102,1 1 0,0-3-484,0-2 1122,6-3 0,8-7 0,8 0 0</inkml:trace>
  <inkml:trace contextRef="#ctx0" brushRef="#br0">28109 5871 7667,'0'-14'-321,"0"0"1152,0 0 1217,0 0-1299,6-1 1,-3 7 297,7 4 1,-5 2-377,4 2 1,-4 2-122,4 2 1,2 4 119,8 7 0,-3 0-367,3 4 0,2-3-229,-2 3 1,6 2 15,-1-2 1,-2-1-203,1-3 0,-4-1-246,5 0 0,-7-4-727,2-1 1,2-6-668,-2 2 0,0-3 818,-5-2 1,0 0 39,0 0 1,-1-7 504,-3-2 1,1-10 328,-7-5 1,1-3-31,-5-1 0,0-1 203,0 1 0,0 1 194,0 3 0,0 4 1362,0 6 1472,-6-1-2209,-2 8 0,-6 7-69,-1 9 0,0 5-111,-4 5 1,1 8 198,-5 6 1,-1 0-732,-5-4 1,3-1-377,2 1 0,-1-2-21,6-4 0,0 2-223,5-6 0,-1 5-1704,1-5-1,0 0 895,0-5 0,4 2 1210,1 3 0,-1-9 0,-4 2 0</inkml:trace>
  <inkml:trace contextRef="#ctx0" brushRef="#br0">28038 6412 7741,'12'-15'1799,"-2"1"-1453,3 0-277,-12 0 922,5 6 0,-7 2 103,-4 6 0,-4 1 385,-10 4 1,-3 4-813,-7 10 0,-4-1-44,0 5 1,-7 1-305,2 4 1,-7-1-262,-3-3 0,-1 3-148,2-3 0,3-2 142,-4 1 0,4-5-1034,1 1 1,9-5-361,5-5 0,2 2-3056,8-6 4398,0 0 0,18-37 0,2-7 0</inkml:trace>
  <inkml:trace contextRef="#ctx0" brushRef="#br0">24327 9497 7812,'8'-8'1369,"5"-5"1,-10 7-405,6-4 0,-6 2 89,2 4-727,-3 2 1,-2-6 590,0 3 571,0 4-748,0-6-549,-7 7 0,-1 2-74,-6 3 0,2 3-121,2 6 0,-1 2-21,6 3 1,-4-2-57,4 7 1,0-2-98,5 2 1,2 2-12,3-2 1,-2-2-126,6 2 0,6-7 109,3 2 1,6-3-14,-5-2 1,2-6-69,-2-3 0,-4-5 88,4-5 0,0-3 270,-4-6 0,0-2-91,-10-3 1,0 2 69,-5-7 1,-2 5-91,-2-4 0,-6 5 92,-9-1 0,2 3-32,-7 2 1,2 6 22,-2 4 0,-1-3 72,6 3 1,0-1 148,5 5 0,0 0 95,-1 0-454,7 6 1,2-3-202,6 7 1,2-7 106,2 2 1,11-4-84,8-1 0,1 0 98,4 0 1,-2 0 4,7 0 0,-8 0 80,-1 0 1,0 0 66,4 0 1,-1 0 525,-3 0 0,-4 2-17,-6 3 0,1-2 228,-1 6 0,0 1-282,0 4 1,-6-5 75,-3 1 0,-2-1-153,2 6 0,-4-6 74,4 0-122,-3 1-235,4 4 1,-3-4-532,7-1 0,-6-6 93,6 2 1,-5-3-104,4-2 0,1-7 187,4-2 1,-5-4-92,1-1 1,-1-2-2,5-3 1,1-3-43,-1-6 1,-5-7 110,1-3 0,-7-5 31,2-4 1,-4-2-35,-1-3 0,0 0 139,0 9 0,0 4 78,0 10 145,-6 7 213,4 8 1,-4 9-41,6 10 0,0 9 209,0 10 1,5 7-69,0 3 1,4 5 281,-4-1 1,4 1 622,-4-1 0,1 3-400,-1-3 0,-3-3-80,2-2 1,-2-3-454,-2-1 1,2-2-292,2-4 1,-2 2-102,3-6 1,-4-4-749,-1-6 474,0-6 1,2 2-470,2-10 0,0-3-128,5-6 0,1-6 21,4-4 1,6-9-153,4-5 1,-2 2 514,2-2 1,-2 6-9,2-1 1,1 3 336,-6 1 1,-2 7 402,-7 3-151,-4 10 1,-8 3 195,-2 6 0,-10 7 57,-10 8 1,-9-1 51,-5 5 0,1 3 268,-1 2 0,7-4-199,-2-1 1,4-3 61,6-2 0,4 0-195,9 1 1,4-1-281,6 0 1,14-1 217,10-4 1,14 4-20,9-4 0,7-2-313,-2-3 0,-3-1-18,-2 2 0,-7-3-48,-2 3 1,-13-4-549,-1-1-1051,-7 0 995,-9 0 0,-8 0-364,-10 0 0,-4 0 211,-5 0 0,2 5-1416,-7 0 2347,7 6 0,-4-10 0,7 6 0</inkml:trace>
  <inkml:trace contextRef="#ctx0" brushRef="#br0">26218 9226 7799,'-21'0'0,"6"-1"-49,-4-4 1,3 4 4,2-4 1,4 2-6,1-2 0,4 3 884,-5-2 3,7-4 0,-5 5-373,4-7 0,1 7 63,-7-2 0,5 4-38,-4 1 1,-1 6 222,-4 3 0,5 4-177,-1 1 1,1 5-26,-6 0 0,3 5-75,2-5 0,4 4-135,6-4 0,0 5-240,0-5 0,2 0 38,2-5 1,11 0-135,8 1 0,4-7 74,2-4 0,-1-2-148,0-2 1,1-6-131,-1-4 1,-1-3-345,-3-1 0,1 0 335,-6 0 0,-5-5 47,-4 0 1,-7-6 79,2 1 0,-5 2 29,-5-2 1,-5 8 14,-8 2 0,-5 2 48,-5 7 1,1 0 39,3 5 1,-1 0-15,6 0 0,0 6-38,5 4 1,6-2-109,3 1 1,5 1 212,5 4 1,5-1 203,9-4 0,3-1-148,6-3 0,2-4-66,3 4 1,-3-5-38,3-5 0,-1-3 38,1-6 1,-7-2-53,2-3 1,-6 2 44,-3-7 0,-2 2 128,-12-2 1,0-1-121,-5 6 0,-2 0-59,-2 5 1,-4 5 198,-7-1 1,0 7 275,-4-2 0,3 4-184,-3 1 0,5 11-25,4 3 1,-1 10 85,6-1 0,1 10-45,4 5 1,1 3 288,4 2 1,-2 1-98,7 4 1,-1-2 3,5 6 1,1-7-197,-1 3 0,-2-2-98,-2 1 1,1-9-137,-6 0 1,-1-7-158,-4-2 0,-1-7 92,-4-3 1,-3-10 75,-6-4 0,0-3-107,0-2 1,-5-7-190,0-2 1,-5-4-159,5-1 1,-2-6-14,3-4 1,6-3-145,-2-1 1,9-1-117,1 1 1,2 4-392,2 0 0,8 2 56,6-1 0,7 2-106,7 7 1,2 1-511,3 4 1,4 1 648,5 3 948,1 3 0,1 2 0,5 0 0,4 4 0,0 0 0</inkml:trace>
  <inkml:trace contextRef="#ctx0" brushRef="#br0">27057 9269 7821,'0'-14'4417,"0"0"-3173,0 6-368,0 1 0,5 15 8,-1 7 0,1 0 267,-5 9 1,0-2-448,0 2 1,0 3 89,0-4 1,0 3-449,0-3 0,0-2-223,0-7-922,0 7 609,0-6 156,0 6-262,0-13 0,0-3-551,0-10 1,0-8 177,0-6 1,0-4-110,0 4 1,0-7 440,0 3 1,2 2 106,2 2 1,-2 3 257,3 2-104,3 6 1,-1 2 94,8 6 0,-1 2 367,0 2 0,2 9 495,3 6 0,-3 6-237,3-1 1,1 1 267,-1-1 1,5 1-507,-5-6 1,1-2-169,-1-7 0,2 1-228,2-6 0,0-2-28,-4-8 1,-4-3-15,4-6 1,-4-2 5,-6-3 1,-3-1-179,-6-4 0,0-4-145,0-1 1,0 1-386,0-5 1,-1-2 1,-4 2 0,-3 6-451,-6 8 0,0 3-343,-1 2 1,6 6 771,0 3 1,1 10-759,-2 4 1,-1 9 226,6 1 1285,-6 0 0,29 14 0,-1 5 0</inkml:trace>
  <inkml:trace contextRef="#ctx0" brushRef="#br0">27711 9212 7821,'0'-8'3058,"0"-4"-2463,0 10-152,0-4-408,0 6-509,0 0-61,0 6 0,-5 2 81,0 6 48,1 0 1,4 1-236,0-1 0,-5-5-197,0 1 1,0-5 684,5 4 59,0-6 0,0 5 1596,0-3 143,0-4 1282,0 6-1988,7-1 1,1-4 150,6 2 1,0-2-363,0-2 1,0-5-303,1 0 1,-1-4 110,0 4 0,-4-4-143,-1 4 0,1-4 115,4 4-440,-6-6 0,-2 3-162,-6-6 1,0 4-62,0 1 0,-3 6-293,-7-2 0,1 3 216,-10 2 1,-2 0-143,2 0 0,-4 2-154,4 3 0,0 2 147,5 8 1,-1 0 328,1 4 0,6-3 68,4 3 1,2 2 162,2-2 1,6 0-66,4-5 0,4 0 78,5 0 0,3-1-53,6-4 1,2 2-48,4-6 1,-4 0-150,3-5 1,-3-2 103,-2-2 0,1-4 1,-1-7 0,-1-3-93,-3-1 0,1-2-149,-6 2 1,0-3 127,-5-6 0,-1-1-12,-4 1 0,-2-2 68,-7-4 1,0 4-5,0-3 1,-2 10 182,-3 4 1,2 4-133,-6 6 0,4 3 248,-5 6 1,6 1-3,-6 4 1,5 4-13,-4 10 0,6 5 203,-2 9 1,3-1 414,2 6 1,0-7-284,0 3 1,0 0-229,0-1 0,5 1-323,0-6 0,1-4 127,-1-1 1,-3-5-744,2 1 1,3-8-1104,-3-2-1493,1-6 2171,-5 4 0,0-14-287,0-2 1,0-5 523,0-5 1,-6-3-84,-4-7 1,2 1 509,-1-1 0,1 3 196,-1 2 0,-2-1 191,6 6 1,-5 0 151,6 4 1,-1 6 986,5 0-738,0 5 1,6-2 597,4 6 0,9 0-148,4 0 0,4 2-527,2 2 1,-1-2-319,0 3 0,1 1 117,-1-1 1,1-1-117,-1-4 0,-6 0 169,-3 0-235,-3 7 0,-2 1 65,0 6 0,-6 0-42,-3 0 1,-3 2 56,-2 3 0,0-3 244,0 3 1,0 1-176,0-1 1,0 2 22,0-2 1,0-3-205,0 3 0,1-8-208,4-2 1,-2-6-284,7 2 1,-1-3 278,5-2 1,-4-2-36,-1-3 1,1-4-23,4-10 1,-1 1 5,-4-5 1,2 5 355,-6-1 1,0 4-80,-5 0 1,4 1 214,1 0 0,0 4 137,-5 1 50,0 6-17,0-3-131,0 18 1,0 2 39,0 10 0,5-3 104,-1-7 0,6 0-216,-5 0 1,6 0-15,-2 1 0,4-7-384,1-4 0,2 3 154,3-3 1,-2 1 27,7-5 1,-7-6 36,2-4 1,-3-2-127,-2-3 1,0-3 32,1-1 1,-8 0 59,-2 4 1,-3 0 119,-2-4 1,-2 8-77,-3-4 0,-2 6 2,-8-1 1,1 4-37,0 6 1,0 0-53,-1 0-265,8 0-82,-6 0 1,13 2 122,0 2 0,6 0 59,8 5 1,5-6 167,0 2 0,5 1-92,-5-1 0,5 0 285,-5-5 0,4 0 65,-4 0 0,0 4 73,-4 1 1,-6 0-83,1-5 0,-7 2 23,1 2 0,3-1 104,-3 7 0,1-1 256,-5 6 0,0-1-50,0 0 1,0 0-124,0 0 0,0 2-188,0 3 0,5-3-114,0 3 1,6-5-203,-2-4 1,4 2 98,1-2 0,2-4-65,3-1 1,-3-4-37,3-1 1,-2-6-103,2-3 0,-3-6 43,3-4 1,-8 2 58,-2-7 0,-6 2 108,2-1 0,-3-4-127,-2 3 0,-2-1-129,-3 1 1,-7 0 142,-7 10 1,-7-2-84,3 12 0,-6-6 159,-4 5 1,5 2 49,-1 8 1,2-2 77,9 7 1,-1-1-77,4 5 0,7-3 36,4 4 0,4-9-114,4 8 0,6-3-79,9 3 1,3-4 144,6-1 1,1-5-25,-1 0 1,5-2-267,1-2 1,-1 0-370,-5 0 1,1-5 428,-1 0 0,1-4 23,-1 4 1,-4 0 381,-1 5 1,-5 0 76,1 0 0,1 0 275,-1 0 0,0 2-199,-5 3 0,1-2 185,-1 6 0,0 1-142,0 4 0,0 0 15,1 0 0,0-4-193,4-1 0,2-5-142,3 0 1,3 3-262,-4-3 1,3 0 104,-3-9 1,2-3-146,-6-6 0,0-2 123,-4-3 0,-3 2-6,-2-7 0,1 2 32,-6-2 0,-1-4-14,-4-1 1,0 1-56,0-5 1,-4 4 154,-1 5 0,-6 6 179,1 8-303,4 4 1,-2 6-153,3 0 1,4 8 455,-4 6 1,3 6 399,2 9 1,0 4-109,0 0 1,0 0 360,0-4 0,0-1-340,0 1 1,0-3-209,0-2 1,2-3-378,3-7 117,-4 0 0,12-6-226,-4-3 1,-1-4 69,2-1 1,1-1-240,8-4 1,1-3-142,4-6 1,3 0 219,-3-1 0,2 0 6,3-4 1,2 3 26,-2-3 1,1 8 84,-11 1 1,0 6-194,-5-6 27,0 7-134,-6-3-50,-2 6 404,-6 0 360,0 6-66,-6 2 1,3 5-46,-6-4-238,5-3 168,-2 1 1,8-6-18,2 4 0,4-3-2,6-2 1,7 0 91,3 0 0,-2-2-99,2-3 0,-1 2-1,6-6 0,-1 4-45,1-5 1,-3 6 41,-2-6 1,1 7 1,-6-2 1,7 4 60,-3 1 1,-1 0-10,2 0 0,0 6 132,4 4 0,2 9 264,3 4 0,-3 4-51,4 1 1,-6 1 133,-4-1 0,-5-1-116,-10-3 0,-2 1-121,-7-6 1,0-5-115,0-4 1,-2-7-58,-3 2 0,-4-4-167,-10-1 0,1 0-145,-5 0 1,-6-6-476,-4-3 0,-5-4-150,5-1 0,-5-1-768,5 1 0,-2 5-531,2-1 0,1 2 404,-6-1 1708,7-4 0,-23 5 0,2-6 0</inkml:trace>
  <inkml:trace contextRef="#ctx0" brushRef="#br0">25479 7563 8218,'-22'0'3,"-5"0"-1,3 0 0,-4 5 1522,-6 0 0,-4-1-650,-9-4 1,-4 5-372,-5 0 0,-6 4-237,0-4 0,-4 5-275,4-6 1,1 6 250,4-6 1,-5 8-33,1-3 1,-1 4-186,5 1 0,5-1-5,0-4 1,1 4-99,-1-4 0,3 4 79,7 1 1,-1-6-93,0-3 1,2 1 68,3-1 1,8-1-108,7-4 0,10 5 130,-1 0 306,3 0-483,3-5 216,2-7 1,6 4-1413,0-6 407,0 5 1,1-7-1818,4 7 2782,-4-1 0,-1 5 0,-7 0 0</inkml:trace>
  <inkml:trace contextRef="#ctx0" brushRef="#br0">23431 7634 8241,'0'-22'0,"0"3"0,-4 3 987,-1 2 1,-5 0-260,6 0 0,-6 4 516,5 1-830,-6 6 0,3-4-135,-6 7 1,-2 7 27,-3 2 1,-1 4 81,-4 1 0,-3 6-185,4 4 0,-3 3-79,3 1 0,-4 1 23,3-1 0,4 5-280,1 1 0,3 4 34,2-5 0,6 6 43,3-1 0,3-3-13,2-2 1,4 2 94,5-2 0,4 0-188,15-4 0,-1-7 101,11-3 0,6-10 63,8-4 0,4-4-34,0-1 1,1-1 98,0-4 1,-8-9 132,-6-10 1,-7-4-131,-7-5 1,-9 1 104,-6-6 1,-6 0-175,-8-4 1,-1-6-1,-4 1 0,-9 1-35,-10 8 1,-3 0-187,-1 10 0,-7-2-625,-3 11 1,-1 1 41,1 9 1,-2 3-305,7 6 0,-2 1 360,2 4 0,3 4-108,-3 10 0,8-3 76,1 3 778,6-3 0,-27 11 0,-1 3 0</inkml:trace>
  <inkml:trace contextRef="#ctx0" brushRef="#br0">23062 7734 8350,'0'-14'110,"0"4"212,0 1 1,1 4 1308,4-5-988,-3 7 1,10-3 94,-2 6 0,2 6 217,2 4 0,2 4-402,3 5 0,-1 1-143,5 4 0,-4 3-242,5-3 1,-2 2-162,2 3 0,1-7 104,-6-3 1,0 2-167,-5-3 1,0 1-956,1-4 1,-6-6 34,1 1-435,-1-7 1,1 3 296,-1-6 1,-6-2 130,2-2 0,1-6 429,-1-9 1,0-3 158,-5-6 0,0-2 507,0-3 0,0 3 46,0-4 0,0 6-101,0 4 1,0 4 178,0 6 1,-2 1 2827,-3 3-1815,4 4 1,-12 6 71,4 0 1,-6 6-506,-3 4 0,0 3 175,-6 1 1,-4 5-603,-5 0 0,0 4-196,4-4 0,1 5-77,-1-5 0,1 0-168,-1-5 0,1 5-298,0 0 1,6-2-634,3-7 1,3 1-3701,2-6 2432,-1-1 2250,7-4 0,21-25 0,11-6 0</inkml:trace>
  <inkml:trace contextRef="#ctx0" brushRef="#br0">23104 6682 8373,'-4'-14'684,"-1"-1"0,0 1 2627,5 0-1937,0 6-868,0-5 0,0 13-181,0 0 1,0 13 33,0 11 0,2 9-16,2 5 0,-2 11 63,3 8 1,-4 1 14,-1 8 0,0 1-474,0 4 0,0-5 257,0 0 1,2-6-38,3 2 1,-4-10-187,4-4 0,-4-10-152,-1-5 1,2-10-1170,3-4-311,-4-3-32,6-8 0,-7-3-583,0-10 2386,0 3 0,-7-17 1,-1 4-1</inkml:trace>
  <inkml:trace contextRef="#ctx0" brushRef="#br0">22976 8203 8223,'0'-14'-4,"0"4"1739,0 1-700,0 6-568,0-10 0,-1 11-43,-4-2 1,-3 2 185,-6 2 0,-8 0-27,-7 0 0,-5 6-145,-9 4 1,-6-2-198,-3 1 0,-8 1-44,-2 4 1,-6-1-261,2-4 0,-4 4 244,-1-4 0,5 2 0,0-1 0,1 2-25,-2-2 1,1 1-304,9-2 1,-1 4 15,10-4 1,6-1-72,4 2 1,6-5-98,-1 4 1,9-6-384,5 2-100,4 3-106,0-7-371,8 6 594,0-7-38,14 0 0,-4 0-32,6 0 735,-6 0 0,-22-19 0,-12-5 0</inkml:trace>
  <inkml:trace contextRef="#ctx0" brushRef="#br0">20915 8160 8234,'-10'-19'-79,"1"0"1,-1-4 428,-4 4 1,0 0 547,0 4 1,-1 6-368,1 0 0,0 5 25,0 0 0,0 2 63,-1 2 0,-4 0-215,0 0 1,-6 2 34,1 2 0,-2 6-195,-3 9 0,1-2 13,-1 7 1,-4 0-36,0 4 1,-2 0-107,2 1 0,1-1 81,-5 1 1,3 4-1,-4 0 0,7 5-265,-2-5 0,3 7 0,1-2 0,6 3 36,-1 1 0,8 1 87,2 0 1,1-1-115,8 1 1,-1 0 90,1-1 0,4 1-115,-4-1 0,3-4 81,2 0 0,2-5-11,3 5 0,3-6-7,6 1 1,6-3 4,4-1 1,3-6-10,1 1 0,7-2 76,3 2 0,3-4 96,2-5 1,4-1-78,1 0 1,1-6 16,-2-3 1,-3 1 83,4-1 0,1-2-112,-2-8 1,0-3 124,-4-6 0,-2-2-106,-3-3 0,3 2-2,-3-7 0,-3 0-67,-2-4 0,-2-2-5,3-3 1,-4-2 23,3-3 0,-3-3-13,-2 3 1,-6-4 68,-3-6 0,-4 4-4,-6-3 0,-4 1-48,-10-2 1,-8 3-106,-6-8 0,-11 1-198,2-5 1,-8 1-276,3-1 0,-12 0-35,3 0 0,-9 0 68,4 0 1,-2 13-285,1 6 0,4 13-39,-3 6 0,-1 11 345,6 8 1,2 8-139,12 11 1,1 5-190,3 9 1,-3-2-905,4 7 1721,2 0 0,-3 6 0,7 1 0,0-3 0,-5-5 0,-4-6 0</inkml:trace>
  <inkml:trace contextRef="#ctx0" brushRef="#br0">20076 8686 8230,'8'-14'1173,"4"-7"-233,-4-1-292,7 7 0,-1 2 35,0 13 1,-1 6-10,-4 4 1,2 9-171,-6 4 0,4 9-19,-4 1 1,0 2-104,-5-2 1,5-3-29,-1 3 0,1-3-288,-5-1 1,0-6 64,0 1 1,0-7-370,0 2 0,0-8-30,0-1-321,0-7 432,0-9 0,5-5-127,0-13 0,1 0-81,-1-4 1,-4-7-65,4-3 0,1 2 131,-1-2 1,4 6 136,-4-1 0,5 10 495,-6 4 1,7 9 9,-1 5 1,-2 4 190,1 1 0,1 12-171,4 7 1,0 4 72,0 5 0,-4-4 49,-1 4 0,-1 0 249,2-4 0,1-2-555,-6 2 1,4-7 72,-4 2 0,1-9-348,-1-5 1,-2-4-39,7-1 43,-7 0 0,3-11-240,-6-3 0,0-10-370,0 0 0,-2-4 264,-2-5 1,-4-3-237,-6-7 0,-1 0-713,1 1 1,0 2 652,0 7 1,4 1-1113,1 13 989,6 7 1,-2 5 854,10 7 0,53 32 0,-19-12 0,-1 0 0</inkml:trace>
  <inkml:trace contextRef="#ctx0" brushRef="#br0">20701 8544 8311,'0'-20'0,"0"4"552,0-3 1,0 3 835,0 2 1,0 4 447,0 1-295,0 6 379,0-4-1158,0 26 0,0-1 128,0 15 1,0 2-272,0-2 1,-6 11-65,-3-1 0,-2 2-240,1-2 1,-2-2-26,2-3 0,-3 6-169,-1-6 1,0 5 90,0-10 1,-5 5-267,0-5 1,1-1-491,9-9 0,-4-4-1838,4-9-186,3 2-2092,-1-4 3432,7 0 1,0-8-208,0-9 0,7-4 519,2-1 0,8-7 510,2-2 1,2-9 405,-2-1 0,-3 0-59,3 4 0,-5 1-53,-5-1 1,2 7 546,-6 3 1,5-1 1337,-6 1-161,1 6 1655,-5 7-1852,0 6 0,0 8-727,0 6 0,-2 2 84,-2 8 0,2-5-345,-3 4 1,4-5-174,1 1 1,1 1-197,4-1 1,3 0-322,6-5 1,0-1-2,1-4 1,-1-1-285,0-3 0,5-3-107,0 2 0,0-8 259,-5-6 0,5-3-2,0-1 1,-1-5 132,-9 0 0,2-4 307,-6 4 1,1-5 11,-1 5 505,-4 0-466,6 11 1,-9 2 46,-3 6 1,2 6 236,-6 4 0,6 2-119,-2 2 0,3 5-4,2 0 0,2 0-130,3-4 0,-1-1-222,11 0 1,-4-5 142,8 1 1,1-7-183,-1 2 1,2-4 152,-2-1 0,-2-6-15,7-3 0,-7-6-49,2-4 0,-5-3 30,-4-6 1,1-2-330,-7-3 0,6 3 16,-5-3 0,-1 3 12,-4 1 1,-4 7-341,-1 3 1,-6 10-1644,1 4 2302,4 3 0,-25 34 0,-1 7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9868 9482 7923,'7'0'-619,"0"0"952,-7 0 1,0-1 201,0-4 291,0 3 158,0-4-580,0 6 1,0-1-124,0-4 1,-2 3 263,-3-3-301,-2-2 1,-8-1-83,1-7 1,-5 1 28,0 0 1,-4-2-108,4-3 0,-7 2 97,3-7 0,-6-4 15,-4-5 0,1-7 22,-6 2 0,5-4-3,-5-6 1,7 4-27,-2-3 0,3-2-20,1 1 0,2 7 14,4 8 1,0 1 6,5-1 1,2 8-128,-3-3 1,3 9 130,2 0 0,0 1-94,-1-1 0,6 5 5,-1 0 1,6 1-139,-6 8 283,7-6-34,-3 10-183,6-5-333,0 6-7307,0 0 6743,0 6 0,0-3 864,0 6 0,6 14 0,2 7 0</inkml:trace>
  <inkml:trace contextRef="#ctx0" brushRef="#br0">8346 7592 7944,'0'-8'780,"0"-5"-667,0 11 409,0-10-303,0 10 0,5-6-28,0 4 1,6 2-68,-2-3 0,4 2 2,1-2 0,7 4-34,2-4 0,4 3-124,2 2 0,1 0 18,3 0 1,-3 0 70,3 0 1,-5-4-47,-4-1 0,-3 0 67,-7 5 3,0 0 23,0 0 17,-6 0-36,-1 0-3,-7 7 115,0-6 0,0 12-81,0-4 1,0-1 145,0 2 1,0 1-1,0 8 0,0-4 19,0 4 1,0 2-65,0-2 1,-5 5 13,0-5 0,0 4-81,5-4 1,-1 5 111,-4-5-324,3 6 1,-4-9 86,6 3 1,0-3-559,0-2-387,0-6-778,0 4 252,0-10-885,0 4 1511,-6-6 820,4 0 0,-29-38 0,-1-9 0</inkml:trace>
  <inkml:trace contextRef="#ctx0" brushRef="#br0">8403 7520 7983,'0'-14'917,"0"0"-459,0 6-56,6 2 12,-4 6 0,4 1-126,-6 4 1,0 5 141,0 9 0,-4-2-268,-1 7 0,-5-5 17,6 4 1,-6 1-237,5 4 0,-4-4 34,4 0 1,-4-2-80,4 2 1,-1 1 48,1-6 0,3 0-166,-2-5 0,2-4 82,2-1 0,2-1 106,2 1 1,4-2-112,6-7 0,9 0 181,5 0 1,2 0-65,8 0 1,-5-2 54,5-3 0,-8 4 54,-2-4-110,1-3 11,-13 7 6,-2-12-5,-8 11 115,-6-4-101,0 6 1,-6 0 110,-4 0 0,3 0-55,-3 0 17,1 6-175,-6-4 52,1 11 0,0-12 17,0 4 0,4-4-123,1-1 0,4 5-249,-4 0 297,-1 0 1,-4-5-82,0 0 0,-1 0 146,1 0 0,0-5-3,0 0 0,0 0 69,-1 5 1,6 0 176,-1 0 1,1-4 187,-5-1 450,6 0-168,-5 5-152,12 0-429,-6 0 126,7 0-72,-6 0 36,4 0 0,-4 2 338,6 3-335,-6 2 0,-2 8 5,-6-1 0,4 0-196,1 0 0,-1 1 102,-4-1 0,1 0-342,4 0 0,-2 0 65,6 1 1,-1-3-379,1-2-131,3 2-568,-4-10 793,6 11 0,2-12-111,2 4 0,4-4-139,7-1 0,-1 0 288,0 0 0,2-6 40,3-3 0,3-4 178,6-1 1,1 0 84,-1-1 1,5-4 198,0 1 1,7-3-46,-2 2 1,3 3 150,2-3 1,-7 3 451,-3 2 0,-4 5 1532,-6-1-950,4 7-871,-17-3 1,2 7-3,-12 4 0,-6 3 66,-4 6 0,-9 0-96,-4 1 0,1 4 152,-2 0 0,0 0-260,-4-5 1,6 5-175,3 0 1,-2 0-113,2-5 1,0-2 119,5-2-462,-6 3 1,4-7 47,-3 3 1,1-2-213,-1-7 0,4 0 253,-4 0 0,-3 0-100,-2 0 1,-3-7 115,-1-2 0,4 1 53,0-1 1,7 4 637,-2-5-34,9 7-29,4-9 1,12 8-259,4-5 0,10 6-204,9-2 0,-1 2 38,5-2 0,2 4-244,-2-4 1,1 3-175,-6 2 1,-6 0 535,-3 0 0,-9 0 0,-4 0 0</inkml:trace>
  <inkml:trace contextRef="#ctx0" brushRef="#br0">9526 9497 7940,'10'0'-5,"-1"0"1,-4-5 174,4 0 409,-5 0 50,2 5-367,-6 0 0,-2 0 276,-2 0 1,-6-4-93,-9-1 0,-4-1-101,-11 1 1,-2-3-66,-7-6 0,-4-1-28,0 1 1,-7-2-32,2-2 1,-8 0-118,-2-6 1,-4 5 11,4-4 1,-4 4 72,4-5 1,1 2-180,4-2 1,-3-1-88,3 6 1,3 0-29,11 5 1,2 1 57,3 4 1,1-4-71,8 4 0,4 2 46,11 3-122,-1-4-567,1 6 9,6-4 369,2 6 1,8 0-417,2 0 1,4 1-1578,6 4 2375,1-3 0,11 10 0,4-4 0</inkml:trace>
  <inkml:trace contextRef="#ctx0" brushRef="#br0">7920 8757 7984,'-8'-14'196,"0"5"179,3-1 1,2 2-76,-6-1 0,5 1 4,0 3 1,0 4 309,0-4-118,2 3-234,-10 9 0,8-1-91,-5 3 0,6 4-133,-2-4 1,3-1 88,2 2 1,0-5-120,0 4 0,8-1-139,7 1 1,0-1 63,9-3 1,1-3-18,8 2 0,2-2 94,3-2 1,2 0 7,-7 0 1,0 0-2,-5 0 0,-1 0 9,-3 0 1,-3 0 28,-7 0 0,-5 0 49,1 0 130,-7 0 0,3 2-112,-6 2 1,-6 3 205,-4 2 0,2 8-26,-1-2 1,0 2-30,-6-3 1,6 2-25,-1 3 0,7-3-13,-2 3 1,-1 1-69,1-1 1,-4 5-165,4-5 1,0 0-283,5-5 1,0 0 174,0 1 1,-4-1-1864,-1 0-63,0 0-820,5-6 1565,0 5 725,0-12 0,0-1 559,0-9 0,-17-32 0,-10-13 0,-1-4 0,1-1 0</inkml:trace>
  <inkml:trace contextRef="#ctx0" brushRef="#br0">7977 8857 8028,'-8'0'2171,"1"-6"-1439,7 4-535,0-4 1,-4 7 428,-1 4 1,-1 3-205,1 6 0,2 2 12,-7 3 0,5 3-210,-4 6 1,1-4-66,-1 0 0,-2-2-73,6 2 1,-2 1-244,3-6 1,2 0-23,-3-5 1,4-5-337,1 1 1,1-7-101,4 2 1,8-4 246,6-1 0,6 0 9,-1 0 1,1-4 125,-1-1 0,3-6 285,-4 1 1,-1 4-96,2 1 0,-7-1 278,2 1-75,-3 1 0,-6 4 489,-1 0-239,-6 0 1,2 0-142,-10 0 0,-3 0 194,-6 0 1,-6 0-285,-4 0 0,2 0-277,-2 0 0,0 0 128,-4 0 0,0-5-167,-1 0 0,1 0-109,-1 5 0,6 0-351,-1 0 0,7 0-1482,-2 0 802,3 0 395,2 0 0,6 7 479,3 2 1,3-1 402,2 1 0,2-4 0,3 5 0,28-7 0,13 3 0</inkml:trace>
  <inkml:trace contextRef="#ctx0" brushRef="#br0">7863 9155 8028,'8'0'1118,"0"0"-117,-4 0-430,-2 0 350,4 0 449,-6 0-474,0 0-571,-6 0 0,-2 0-97,-6 0 0,-5 5 1,0 0 0,-2 4-208,2-4 0,2 5-230,-7-6 0,7 7-262,-2-1 1,3-2 12,2 1 1,0-1-1553,0 2 373,6 2 1111,1-4 0,14 0-195,2-3 0,10-4 259,5-1 0,4-1 462,5-4 0,4-3-101,5-6 0,-4 0 101,0-1 0,0 0 136,5-4 1,-7 8 109,-3-4 1,-4 6 80,-6-1 0,-2 4 878,-7 6-287,-6 0 0,-3 2-87,-10 2 1,-3 4 59,-6 7 1,0 0-453,0 4 1,-1-3 2,1 3 0,-5-3-393,0-2 0,0-1-257,5-4 0,-2 4 84,-3-4 0,2-1-362,-7 2 1,7-7-12,-2 2 1,3-4-12,2-1 1,-5 0-447,0 0 1,0 0 374,5 0 0,4 0-4,1 0 1,-1-1 366,-4-4 0,5 3 235,-1-2 808,7 2-494,-3 2-128,6 0 1,1 0-205,4 0 0,3 0-219,6 0 1,0 0 217,1 0 0,49-13 0,14-2 0</inkml:trace>
  <inkml:trace contextRef="#ctx0" brushRef="#br0">9370 10094 8097,'6'-8'-1477,"-3"-3"1181,7 6 1,-5-5 2159,4 6-422,-6-7-294,4 3-756,-7 0 1,-2 2 80,-3 6 0,-4 0-102,-10 0 1,1 0 38,-5 0 1,-3 0-175,-7 0 1,2 4 29,-7 1 0,0 5-52,-5-6 0,1 7-16,-1-1 0,-8-2-49,-6 1 1,-4-1 18,-5 2 0,-4 2-418,4-2 0,-4-2 254,-1 1 0,0-4-147,0 4 1,6-1-207,4 2 0,4 1 35,5-7 1,3 6-156,6-5 0,8 4 189,7-4 0,-1 0 2,6-5 0,-3 1-137,3 4 1,2-3-270,7 2 0,0-2 1,-1-2 3,1 0 1,0 0-65,0 0 1,0 0 743,-1 0 0,6-2 0,-1-2 0,-24-23 0,-12-11 0</inkml:trace>
  <inkml:trace contextRef="#ctx0" brushRef="#br0">7436 10151 7936,'0'-8'1458,"0"0"-703,0 3 180,0 3-146,0-4 184,0 0-267,0 4-418,0-10-353,0 10 41,0-4 0,2 6-253,3 0 1,3-5 145,6 0 1,6 0-93,4 5 0,3 0-66,1 0 0,1 0-25,-1 0 0,-4 0 202,0 0 0,-7 0-143,2 0 1033,-3 0-273,-2 0-3,-6 0-214,-2 0 0,-6 2 227,0 3 1,-1 3-152,-4 6 1,2 0-50,-7 0 0,5 5 64,-4 0 0,4 5-123,-4-5 0,4 5-233,-5-5 0,7 4-48,-1-4 0,-3 5-192,3-5 1,-1 0-167,5-5 1,-5-5-1293,0 1 498,1-7-681,4 3 431,0-6 0,0-1 1427,0-4 0,0-60 0,0 23 0,0-1 0</inkml:trace>
  <inkml:trace contextRef="#ctx0" brushRef="#br0">7465 10122 8097,'8'0'3456,"-2"0"-3218,0 0 0,-4 2 175,3 2 1,-4 0 251,-1 5 0,-5 1-224,1 4 1,-3-5-134,3 1 0,2-1-197,-3 5 0,-1 1-78,1-1 0,1 0-138,4 0 1,0-4-46,0-1-188,0 1 0,6-1 9,3 1 0,10-7-301,5 2 0,3-4 290,1-1 0,5 0 156,1 0 0,-1 0 71,-5 0 0,-4-5 186,0 1 0,-12-1 766,2 5-359,-9-6-177,2 4 1,-15-4-48,-7 6 1,0 0 100,-9 0 1,-5 0-294,-4 0 0,-1 1-167,0 4 0,4-2-216,-3 7 0,3-6 80,2 6 0,-1-5 5,1 4 1,1-4 36,3 4 1,4-4-90,6 5 1,4-7 26,1 1 7,5-2 386,-2 4 1,8-4 193,2 3-102,4-4 1,7-1-102,-1 0 1,-5-1 70,1-4 1,-6 3 258,6-2 187,-7 2-5,10 2 263,-12 0-934,6 0 8,-7 0 0,-2 0 115,-3 0 1,2 6 2,-6 4 1,-1 2-108,-4 3 1,0 0 29,0 4 0,-1-3-143,1 3 0,5-1 82,-1 0 0,2-2-51,-1 3 0,-2-8-579,6-1-60,0-1-326,5-1 597,0 5 1,7-12-98,2 4 1,12-10 82,7-4 0,7-4 172,7-1 1,3-5 269,2 0 1,4-5-144,5 5 1,-5-4 371,-4 4 0,-4-5 166,-5 5 1,-10 0 440,-9 5 1,-4 0-212,-6 0 1,-4 1 394,-10 3 0,2-2-423,-7 2 1,1 4-78,-5 1 0,0-1-441,-1 1 1,1 0 149,0 5-1355,0 0-594,-1 0 41,1 0 1,6 2 584,4 3 1,4 1 1130,4 4 0,28 8 0,14 1 0,4 1 0,1 0 0</inkml:trace>
  <inkml:trace contextRef="#ctx0" brushRef="#br0">26573 4393 9380,'15'-6'228,"10"4"-109,3-3 1,12 4 7,2 1 0,3-5-43,7 0 0,-6 0-17,1 5 0,-9 0-81,-5 0 0,-8 0 46,-1 0 1,-11 0-186,1 0 287,-9 0 0,1 7-10,-6 2 0,0 4-19,0 1 0,0 0 142,0 1 0,-5 0 75,1 4 0,-1-3 26,5 3 0,-2-3-102,-3-2 1,4 0-91,-4 0 1,2-1-105,-2-3 224,4 2-334,-6-10 383,7 4-68,0-6-47,0 0-250,0-6 1,0 3-509,0-7 193,0 1-2,0-6 1,0 1-328,0 0-277,0 6 477,0-4 0,0 8-916,0-5 241,0 6 165,0-4 225,0 7 769,0 0 0,-38-6 0,-9-2 0</inkml:trace>
  <inkml:trace contextRef="#ctx0" brushRef="#br0">26659 4407 7698,'-2'-8'1692,"-3"3"-1346,4 4 1,-7 1-125,3 0 1,-3 0 45,-6 0 1,0 5-139,0-1 1,-5 12-159,0-2 1,-7 8 107,3-3 0,1 7-137,-2-3 0,5 4 123,-5 2 0,7 4 26,-2 0 0,3 7 0,2-3 1,1 3-14,4-2 0,-2 3-44,6-3 1,0 1-1,5-1 0,0 2-98,0-7 1,8 0 205,6-5 0,8 4-24,12-3 1,2 1 23,7-12 1,6 1 173,3-4 0,3-3-160,2-2 1,0-4 146,0-6 0,0-2-4,-1-2 1,6-9-90,0-6 1,-2-6-38,-8 1 1,-3-7 176,-7-3 0,-2-5 101,-7 1 0,-8-3-203,-15-2 0,-4-6-2,-6-3 0,-3-3-248,-6-2 1,-9 0-616,-15 0 0,-5 7 111,-9 2 0,-4 7 226,-6 8 0,0 3-31,1 16 0,-3-2-209,-3 11 1,6 1-353,-1 4 0,0 8 27,5 6 0,1 8 844,-1 11 0,0 0 0,-5 10 0,0 6 0,0 5 0</inkml:trace>
  <inkml:trace contextRef="#ctx0" brushRef="#br0">25493 6085 8724,'-10'-5'757,"1"0"0,-1-4-656,-4 4 1,-2 0-54,-3 5 1,-1 0-1,-4 0 1,-7 8 103,2 6 0,-7 2 17,3 8 0,-5 1 184,5 8 1,-1-1-149,6 6 0,1 0-20,3 4 1,-1 6-113,6-1 0,2 5 14,7-4 1,4 1 140,6-2 0,2-4 10,2-1 1,6-5-159,9-9 0,-2-1-154,7-3 0,6-1 338,8-9 1,3 2 32,1-11 1,7 0 166,4-5 0,7-8-159,1-6 1,6-7-195,-6-7 1,6-7 238,-6-3 0,-6-3-7,-7-2 1,-18 1-7,-11-1 1,-10 0 21,-9 1 1,-14-12-949,-10-3 0,-15 2-324,-13 3 1,-4 3-152,0 1 0,-4 4 389,3 16 1,-2 4-378,12 15 0,-1 4 293,6 10 1,-4 9-543,3 9 1301,4 11 0,10-1 0,1 9 0,0 7 0,-1 5 0</inkml:trace>
  <inkml:trace contextRef="#ctx0" brushRef="#br0">31137 4535 8183,'-22'-6'2,"-3"4"-169,6-3 1,-6 4-138,1 1 1,2 0 374,-2 0 1,2 0 296,-2 0 0,4 0 367,6 0 1,-2 6-229,-3 4 1,1 2-96,-5 2 1,-1 2-123,-4 3 1,-1 5-39,1 9 0,-1-1-77,1 6 0,6-5-124,3 5 0,5-2 74,4 2 1,4-3-201,6-7 1,3 1 48,6-1 1,3-6 13,11-3 0,6-3 244,4-2 1,8-6 12,2-3 0,2-4 143,12-1 0,-8-8-15,8-6 0,-10-2 210,1-7 1,-9-3-39,-1-7 1,-12 2 49,-3-7 1,-12-5-563,-6-4 0,-5-7-1066,-5 2 1,-11-2-182,-12 2 0,-8 9 611,-12 10 1,1 9-261,-10 6 1,8 10-280,-8 8 0,2 14 1142,-7 14 0,9 5 0,-7 12 0,27-20 0,1 2 0,-4 4 0,1-1 0</inkml:trace>
  <inkml:trace contextRef="#ctx0" brushRef="#br0">30327 7350 8131,'6'-51'1464,"-4"4"161,3 9 1,-7 16-2429,-8 12 1,-7 9-65,-16 6 0,3 3 22,-3 6 1,9 0 470,5 0 0,3-4 313,2-1 1,0 1 138,0 4 1,-2 0 409,-3 0 1,1 7 389,-5 2 1,-1 4-578,-4 2 1,6 4 182,3 0 0,4 7 3,6-3 0,4 3-330,10-2 1,11 1 38,12-5 1,10-3-45,14-7 0,2 0-59,12-10 0,1 2-303,4-12 0,0 1 318,0-5 1,3-8 206,-3-6 0,-3-13 54,-11-11 0,-8-3-118,-6-2 1,-13-6-262,-11-3 0,-10-8-54,-4-1 1,-16-7-411,-8 1 0,-13 11 311,-6 3 0,-11 11-116,-8 9 0,-1 6-193,-8 13 0,-1 6-360,-4 3 1,2 11-843,2 8 0,-5 9 1674,34-8 0,0 3 0,1 2 0,0 2 0,-6 4 0,0 1 0,1 0 0,1 1 0,-1 0 0,0 1 0</inkml:trace>
  <inkml:trace contextRef="#ctx0" brushRef="#br0">27682 9170 8157,'-20'-35'8,"-1"3"129,-2-6 1,-4 19 113,3 5 0,-3 9-844,-1 5 0,6 5 148,3 0 0,9 6 178,5-2 0,10-1 384,5 2 1,-2-1 509,1 6 1,-6-1-156,2 0 1,-3 2 454,-2 3 0,0-2-525,0 7 1,0-2 138,0 2 0,0 1-39,0-6 1,6 4-256,3-4 0,4 0-196,1-4 0,11-3 98,4-2 0,10-4-146,4-6 0,8-2 212,10-2 1,-2-6-111,2-9 1,-4-4 162,-5-11 1,-6 3-68,-13-7 0,-7 0-229,-17-5 0,-3-4-157,-6 0 0,-19-6-322,-9 6 1,-12 1-6,-7 8 0,-3 4-404,-7 5 0,0 12 201,0 3 0,0 9-385,0 0 1,2 11 474,3 9 1,8 5 624,6 9 0,6-1 0,2 4 0,9 6 0,9 6 0</inkml:trace>
  <inkml:trace contextRef="#ctx0" brushRef="#br0">28166 5786 8190,'0'-14'119,"0"4"405,0 1 190,0 6-242,0-10-206,0 12 1,0-7 102,0 3-263,0 3 88,0-4 1,-2 6-40,-3 0 0,2 0-80,-6 0 1,4 0 49,-4 0 0,-1 0-145,-4 0 1,4 0 68,1 0 0,-1 0 45,-4 0 1,-5 0 43,0 0 1,0 0 1,5 0 0,-5 0 8,0 0 0,-4 0-14,4 0 0,-7 2 14,3 2 1,-4-2 1,-2 3 1,1 1-47,-1-1 1,1 1-24,0-1 0,-6-2-103,1 6 0,2-5 78,7 0 1,-1 3-121,6-3 1,0 6 72,5-5 0,-1 4-59,1-4 65,0 6 1,1-3-11,4 6 1,-2-5 153,6 1 0,-6-2-86,1 1 1,3 4 21,-3-4 0,1 4-20,-6 1 1,3 0 10,2 1 1,-2-3-40,2-2 1,-2 6-11,-3-7 0,3 7-44,2-7 0,-2 4 68,2 1 1,2 0-190,-1 1 161,-1-1 1,-2 0-1,2 0 1,-1 0 13,6 1 0,-6-3 4,2-2 1,1 2 5,-2-2 0,2 3 9,-1 1 1,-2 0-16,6 0 1,-4-4 4,4-1 1,-4 1-97,4 4 1,-5 0 42,6 0 0,-3 2-10,2 3 1,4-3-1,-4 3 0,4-3-8,1-2 0,-2 0 6,-3 0 1,4 0-9,-4 1 0,3-1 2,2 0 0,0 0 17,0 1 0,0-1-4,0 0 0,0-5 17,0 1 0,0-1-1,0 6 1,0-1 25,0 0 0,0 0 7,0 1 0,0-1 50,0 0-41,7 0 1,-4 0-35,6 1 0,-4 0 9,5 4 1,-6-3-14,6 3 0,-7-3-14,2-2 1,1 0-8,-1 1 1,4-1 26,-4 0 1,4 0-3,-4 0 0,1 1 33,-1-1 0,-2 0 4,7 0 1,-5 0-12,4 1 1,-4-3-14,4-2 0,-4 2-4,5-2 0,-6 1-13,6-2 0,-1 4-1,5-3 1,1 1 37,-1-2 0,0 4 2,0-4 0,1-1 45,-1 2 0,2-3 9,2 3 1,-2 1-70,3-6 1,2 6 19,-2-2 0,0-2-72,-5-3 1,5 3 48,0-3 1,0 6-7,-5-5 1,0 1-19,0-1 0,1-4-9,-1 4 1,0-2-3,0 2 1,1-4 13,-1 4 1,2-2-49,2 2 0,-2-3 53,3 2 1,2 0-5,-2 0 0,6-2 18,-1 3 0,3 1-4,1-1 1,-1-1 69,-3-4 1,1 5 163,-6 0 0,6 0-209,-1-5 0,-2 4-68,2 1 0,-5 0 79,4-5 1,6 0-19,4 0 1,0 0 87,-5 0 0,1 0-60,-1 0 1,1 0 11,-1 0 0,-4 0 12,0 0 0,-1 0 17,6 0 1,-1-5 34,1 0 1,-6-4 110,1 4 1,1-4-152,8 4 0,-3-5 3,4 6 1,-4-6-118,-2 6 0,2-6 144,3 5 0,-3-4-23,3 4 1,-3-4-14,-1 4 0,-2-5 9,-4 6 0,7-7-73,-6 1 1,6-1 13,-6 2 0,-2-4-12,2 3 1,-1-2 43,6-2 1,-5-1-5,-1 1 0,-5 0 52,1 0 1,-4 0-9,0-1 1,-1 1-34,0 0 1,0 0 23,0-1 1,5 1-35,0 0 0,-1 0 2,-9 0 0,4-5-8,-4 0 1,4-5 21,1 5 0,-1 0-40,-4 5 1,2-5-59,-6 0 0,5-5-8,-6 5 0,3-4 50,-3 4 0,-2-2-6,3 2 1,-2 2-16,2-7 0,-4 5 28,4-5 1,-4 6-83,-1-6 1,5 5 58,0-5 0,0 2 17,-5-2 0,1-1 22,4 6 0,-3-5 1,2 5 0,-2-4 29,-2 4 0,0-5 14,0 5 0,0-6-40,0 1 1,-5 2 9,0-2 1,-6 5-162,2-4 1,-4 1 26,-1-2 0,0 2-74,0 3 1,-1 2 106,1-7 1,-5 5-130,0-5 0,-4 7 77,4-2 0,-8-2-20,-2 2 0,4-4 55,-8 4 0,4 0-1,-8 5 1,3-5 31,-4 0 1,7 0-32,-2 4 0,-2 1 92,2 0 1,-2 0-27,2 0 0,3-1 12,-3 1 1,3 5-15,1-1 1,-1 5 8,-3-4 1,-2 6-38,-3-2 0,-3-1 23,3 1 0,-4 0-120,-6 5 0,-1 2 70,-3 3 0,-3-4-484,3 4 0,-4 1-221,0-1 1,-1 6-487,0-2 0,6 4 210,4 1 0,1 1-392,-1-1 0,7 5 237,-2 0 1,8 6-587,1-1 0,3 9 1746,2 5 0,-7 15 0,-1 6 0</inkml:trace>
  <inkml:trace contextRef="#ctx0" brushRef="#br0">27668 6255 7996,'0'-8'-1602,"2"2"1563,2 6 543,-2 0 266,4 0-407,-6-6-62,0 4 0,0-6 337,0 3 257,0 4-186,7-5 223,-6 6-367,6 0-83,-7-7 234,0 6-204,0-6-257,0 14 1,-2 1-49,-3 6 0,2 0-28,-6 0 0,4 2-68,-5 3 1,6-3-159,-6 3 1,5 1-12,-4-1 0,6 2-205,-2-2 0,-1-3-388,1 2-833,0-2 776,5-2 0,-4-4-247,-1-1 533,0-5 1,5-4 17,0-10 1,2-3-113,2-1 0,-2-5 342,3 0 0,-4-6 201,-1 1 0,0 2 8,0-1 0,0 5 295,0-1 1,5 3 425,0 2 0,0 0-293,-5 0 0,6 6-40,3 3 0,-1 4 80,2 1 1,-1 1 160,5 4 0,1 3-231,-1 6 1,0 0-141,0 0 0,2 2-116,3 3 1,-3-3-15,3 3 0,-3-3-143,-2-2 1,0 0 27,0 0 1,-1-4-24,-4-1 364,4-5-208,-5 2 1,1-8-56,1-2 1,-7-4 129,2-7 1,-4-5-229,-1-4 1,0-1-203,0 1 1,0-3-362,0 4 1,0 1-105,0-2 1,-1 6-445,-4 0 0,3 6-482,-2 3-523,2 6 1385,2-4 0,0 9 703,0 3 0,13 15 0,3 10 0</inkml:trace>
  <inkml:trace contextRef="#ctx0" brushRef="#br0">28194 6156 7996,'8'-15'-51,"5"1"26,-4 0 0,-1 0 551,2 0 1,-7 4 2042,2 1-73,-4 6-1362,-1-4-937,0 7 0,-1 2 115,-4 3 0,2 7 87,-7 7 1,1 6-192,-6-1 0,1 5 28,0 4 1,0-3-190,0 3 1,4 2 71,1-2 0,-1 0-190,-4-5 0,0 1-147,-1-1 1,1 1-188,0-1 0,5-4-34,-1 0 1,2-7-359,-1 2 1,1-8-889,3-2 1109,3-5 0,-5 2-199,2-6 0,3-6-1006,-2-4 1781,2 4 0,8-32 0,2-2 0</inkml:trace>
  <inkml:trace contextRef="#ctx0" brushRef="#br0">28208 6412 7996,'8'-7'0,"-1"4"0,-7-6 2530,0 5-837,0-8-370,0 10-969,0-4 0,1 6 8,4 0-120,-3 0 1,4 2 27,-6 2 1,0 4-158,0 6 1,5 1-170,-1-1 1,3 2-274,-3 3 1,-2-4-418,3 4 162,3-3 1,0-3 360,6-4 0,-5 2 3,1-6 0,-1 0 183,5-5 0,-1-2 147,-3-3 0,2-7-96,-2-7 1,1-2 234,-2 2 1,2 4-17,-6-4 1,4 3 155,-4 2-144,0-1 1,-5 6-384,0-1-260,0 7 0,0 8 545,0 9 0,0 4-96,0-4 1,5 0 89,-1 0 1,7-4 56,-1-1 1,3-4 7,1 4 0,2-5 121,3 0 0,-4-2 13,4-2 0,-4-2 103,-6-2 0,4-4-475,-4-7 1,-1 0-434,1-4 0,-5 3 78,0-3 1,-2 3-244,-2 2 0,-2 0 630,-2 0 0,-42 6 0,-16 1 0</inkml:trace>
  <inkml:trace contextRef="#ctx0" brushRef="#br0">27256 5289 7994,'-14'-7'16,"1"-1"199,4-6 160,-4 0 0,10 1 21,-7 4 1,7-4 716,-2 4-723,4 2 1,1-1 581,0 4-549,0 2-435,0-4 0,1 11 52,4-1 1,3 7 213,6-1 1,0 7 2,1 2 1,-1 6-69,0-1 0,7-2-20,2 2 1,-1 0-10,2 4 1,0 0 156,4 1 1,-1-1-119,-3 1 0,3-1-25,-4 1 0,3-7-256,-3-3 1,-2-4 100,-7 0 0,-4-3-891,-1-2 171,-6-4 285,4-6 1,-9-5-173,-3 1 1,-3-7-536,-6 1 0,-2-3 1123,-3-1 0,-15-19 0,-11-5 0</inkml:trace>
  <inkml:trace contextRef="#ctx0" brushRef="#br0">25735 6682 7949,'-13'-2'-693,"3"-3"1,3 4 415,2-4 1,2 2 2966,-7-2-1799,7 4 0,-3-7-333,6 3 0,8 3-196,6-2 0,2-3 64,7 3 1,6-6-182,4 5 1,8-1-53,2 1 1,-1 2-25,6-6 1,2 4 65,2-5 1,5 7 34,5-1 1,-2-3-155,6 3 0,2-3 324,8 2 0,-5 4-258,0-4 1,-6-1-64,-8 1 0,-5-4 11,0 4 0,-6-5-177,1 6 1,-9-7 75,-5 1 0,-4 2 97,-6-1 0,-4 4-458,-9-4-304,-4 5-306,-6-2 79,0 6-171,-6 0 0,-2 0 207,-6 0 1,-7 6-359,-2 4 1,-4-1-330,-2 6 1514,1-4 0,-45 22 0,31-18 0,0 0 0</inkml:trace>
  <inkml:trace contextRef="#ctx0" brushRef="#br0">25976 3824 7925,'-6'-14'124,"4"0"248,-2 0 447,2-1 1183,2 1-1038,0 6-39,0 2-1214,0 6 274,0 0 1,0 6 178,0 4 1,0 2 56,0 3 0,0 4-21,0-1 0,0 8-175,0-3 1,0 0-46,0 0 0,0-5-102,0 1 1,0-4 119,0 0 1,0-1-898,0 0 477,0 0 847,0 0-311,0-6-169,0-1 0,0-9 12,0-3 0,0-3 13,0-6 0,5 5 60,0-1 0,-1 1 17,-4-5 0,0 4 91,0 1 1,0 4-54,0-5-426,0 7-365,7-9-258,-6 10 648,5-4 411,-6 12 0,0 2-103,0 6 1,0 2 260,0 3 1,0-3-69,0 3 1,0 1-156,0-1 0,0 0 155,0-5 0,0 1 61,0-1-156,0-6-68,0 4 1,0-9-171,0 7-865,0-7-567,0 3 0,0-17 741,0-3 0,0-3 421,0 3 0,-1-1 418,-4 1 0,-28-51 0,10 27 0,0-1 0</inkml:trace>
  <inkml:trace contextRef="#ctx0" brushRef="#br0">25806 3881 7964,'-13'-1'0,"4"-4"-87,-4 3 1,7-6 333,-4 4 184,4 2 0,6-6 249,0 3 212,-7 4-256,6-6-235,1 1 1,8 5 14,6-4 0,0-2-125,0 3 0,1-3-88,-1 3 1,0 2-86,0-3 1,2 2-156,3-2 0,-3 4 33,3-4 1,-3-1-272,-2 1 1,-5 0 60,1 5 1,-1 0-94,5 0 0,-4-4-590,-1-1 0,-4 0 359,5 5 1,-6 0-1658,6 0 1038,-7 0 1157,3 6 0,-37 28 0,-9 11 0</inkml:trace>
  <inkml:trace contextRef="#ctx0" brushRef="#br0">25791 4109 7964,'0'7'1450,"0"0"-156,0-7 307,0 0-1224,7 0 0,1 0-217,6 0 0,2-5-205,3 0 0,-2-1-55,7 1 0,-7 2-383,2-6 1,2 5-147,-2 0 1,-1 2-2124,-3 2 2752,-1 0 0,0 6 0,0 2 0</inkml:trace>
  <inkml:trace contextRef="#ctx0" brushRef="#br0">26317 3824 7997,'10'-12'121,"-1"2"0,-5-3 298,0 4 0,-2 1 454,-2-1 483,0 5-380,0-8-673,0 10 1,-6-4-376,-4 6 1,-3 1 70,-1 4 0,0 3 53,0 6 0,4 1-31,1-1 0,1 0-386,-2 0 1,-1 5 103,7 0 0,-1 0-132,5-5 1,0 2 186,0 3 0,2-3 143,2 3 1,3-3 120,2-2 1,2 0-85,-6 0 0,4 0 106,-4 1 0,5-6 42,-6 1 1,1-6 173,-5 6 1,0-5-82,0 4 1,-6-6 72,-4 2 0,-2-3-387,-3-2 1,0 0-447,-4 0 0,3 0-1721,-3 0 2266,3 0 0,21-26 0,4-5 0</inkml:trace>
  <inkml:trace contextRef="#ctx0" brushRef="#br0">26488 3853 8014,'10'0'559,"-1"0"0,-1-2-7,1-3 247,-2 4-427,-7-6-271,0 7 1,0 2 594,0 3-239,6 3 1,-4 11-73,2 0 0,-2 0-153,-2-5 0,0 0-189,0 0 1,0 0 133,0 1 1,0-1 34,0 0-7,0 0-326,0 0 0,-5-4 492,0-1 137,1-5 0,-1 0-127,0-8 1,-4-4-230,4-7 0,-4-5-260,4-4 0,0-4 50,5-5 1,2-2-260,2-3 1,4 3 157,7 7 1,-1 1-84,0 3 0,0 4-29,0 5 0,1 3-673,-1 2-125,0 4 737,0 6 1,-1 6 148,-4 4 0,-2 2-16,-7 3 1,0-1-4,0 0 1,0 0-64,0 1 0,-2-1-149,-3 0 1,-3 0-450,-6 0 1,0 1 862,0-1 0,-32 13 0,-8 3 0</inkml:trace>
  <inkml:trace contextRef="#ctx0" brushRef="#br0">24469 5687 8182,'-6'-8'769,"4"1"81,-4 1 0,6 3-41,0-7-601,0 7 0,0-5-109,0 4-76,6 2 0,2-6-43,6 3 1,1 4 141,-1-4 1,0-1-175,0 1 1,0 0-22,1 5 1,-1-1-47,0-4 1,0 3-584,1-2 1,-6-3 353,1 3 1,-6-1-1145,6 5 315,-7-6 224,3 4 953,-6-4 0,-1 6 0,-4 0-31,-3 0 31,-6 0 926,0 0-688,-1 6 1,7 2 637,4 6 1,-3-4-175,3-1 1,-1 0-22,5 6 1,0-1-241,0 0 1,0 0-186,0 1 0,0-1-66,0 0 0,0 0-56,0 0 1,0 5-20,0 0 1,0 0-161,0-4 1,0-1-515,0 0 1,0-5 99,0 1 1,0-1-121,0 6 0,-2-6 254,-2 1 1,0-3-85,-5 3 0,-1-2-2,-4-3 1,-5-2-432,0 6 672,0-6 1,5 4 299,0-7 1186,6 0-208,2 0-366,6 0 1,3-2-479,6-3 1,1-1-107,9-3 1,1-4 5,-1 3 0,5-2-193,-5-2 1,5-1-489,-5 1 0,4 0 281,-4 0 1,5-5-397,-5 0 1,5-5 204,-5 5 0,0-6 40,-5 1 1,0-1 204,0 1 0,-1-1 237,-4 6-136,-2 0 0,-7 10 175,0-1 361,0 7-189,0-3 31,-7 12 0,4 2 6,-6 6 1,4-1 17,-5-4 0,7 4 37,-1-4-213,2 4 0,2 1 46,0 0 1,0 1 214,0-1-235,6 0 1,1 0 19,2 0 0,4-4-164,-4-1 1,-1-1 41,2 2-101,-7 2 1,3-4 203,-6 7 1,0-6 108,0 0 0,-2-4-268,-2 5 1,-4-7-156,-6 2 0,-5 1 15,0-1 1,-5-1-186,5-4 1,0 0-2016,5 0 396,0 0 1931,6 0 0,33-19 0,15-4 0</inkml:trace>
  <inkml:trace contextRef="#ctx0" brushRef="#br0">25038 5587 8044,'8'-6'550,"3"3"891,-6-7-203,-1 7-492,-4-3-721,7 6 250,-6 0 0,6 6 203,-7 3 1,4 6-129,1 4 0,0-2 70,-5 7 0,0-1-173,0 6 1,0-6-168,0 1 0,0-6-149,0 1 1,0 1 228,0-1-186,0 0 263,0-5 397,0-6-541,0-2 1,-5-14-8,0-6 0,-4-2-113,4-7 1,0-7-218,5-8 1,0 2-55,0-2 1,2 0 155,3-5 0,1 7 1,3 3 0,9 7-178,-4 3 0,5 10-232,0-1 1,1 9 273,4 0 0,-2 5 107,-3 5 1,-8 3 33,4 6 0,-6 0 184,0 1 0,-2 0 12,-7 4 0,-7-3-71,-2 3 1,-5-3-230,-5-2 1,1 5-274,-5 0 1,1 0-491,-2-5 0,-3 0 1003,3 1 0,-28 5 0,-8 2 0</inkml:trace>
  <inkml:trace contextRef="#ctx0" brushRef="#br0">27313 9880 7844,'-10'0'597,"1"0"-285,6 0 0,-5 0 576,3 0-31,3 0-242,-4 0 0,12-1-50,4-4 0,4 4-109,5-4 1,5 3-58,9 2 1,-1-1-399,5-4 0,0 3-293,1-2 0,1 0-158,-6 0 0,-4 2-535,-6-3 1,-5-1-692,1 1-1247,-10 1 2484,-2-3 1,-15 4 438,-7-6 0,-5 5 0,-8 0 0,-1 2 0,1 2 0,4 0 0,0 0 221,7 0 0,-4 0 343,7 0 1,5 0 480,-1 0 64,7 6 0,-3 2-257,6 7 0,1 0-403,4 4 0,1-1-164,4 5 0,2 1-80,-2 4 1,-2 1-97,1-1 0,-1 1 35,2-1 1,-2 1-151,-4-1 0,-2-1 55,3-3 0,-4-4-191,-1-6 0,-5 1-167,1-1 0,-7-2 92,1-2 1,-2-4-28,-3-6 0,1 0 15,0 0 1,0 0-459,-1 0 567,1 0 0,5-4 227,-1-1 1,7-2-186,-2 3 1,12 2 27,7-3 1,2-1 129,7 1 1,1-4-270,5 4 1,-1-4-346,0 4 1,1-6 116,-1 1 1,2 2-161,3-1 0,-2 0 577,2-6 0,2-13 0,4-8 0,3-3 0,0 0 0</inkml:trace>
  <inkml:trace contextRef="#ctx0" brushRef="#br0">27938 9895 7893,'-9'-13'0,"-1"4"0,2-4 419,-1 3 0,-4 4 618,4 1 0,-4-1 161,-1 1-504,0 1 0,0 5-178,-1 4 0,7 3-150,4 6 0,2 0-136,2 0 1,6 2-63,4 3 0,3-1 0,1 5 1,0-5-17,0 1 0,-1 1-163,-4-1 1,4 2 43,-4-2 1,-2-4-197,-2 4 0,-4-3-66,-1-2 1,-1 1-13,-4-1 0,-3-5-126,-6 1 0,-7-7-152,-3 2 1,-7-4-341,-2-1 1,-1 0 281,6 0 0,1-1-118,3-4 0,10 2 695,10-7 0,65-37 0,-21 16 0,-1 0 0</inkml:trace>
  <inkml:trace contextRef="#ctx0" brushRef="#br0">28123 9880 7893,'0'-9'872,"0"-1"202,0 7 801,0-9-1298,0 10 1,0 2 112,0 10 0,0 2-253,0 2 1,0 7-58,0 3 1,0 2-156,0 3 0,0-5 0,0-1 1,0-1-241,0 2 0,0 1 106,0-6 1,-1-1-66,-4-9-91,3 4 1,-10-12-111,2 4 1,2-5-90,-1-5 1,1-9-211,-2-9 1,4-4 180,6-2 1,2-6 32,2-2 0,11-5-120,8 0 0,4 6 186,2 2 1,1 9 318,3 1 1,2 9-104,2 0 1,-2 3 161,-6 7 0,-7 2-162,-3 8 0,-5-2-64,-5 6 0,-2 1-91,-7 4 1,-3 2 104,-7 3 1,-3-4-270,-15 4 1,1-8-302,-11-1 0,5-2-345,-5 1 1,7 2 245,-3-6 697,4 6 0,2-16 0,-1 4 0</inkml:trace>
  <inkml:trace contextRef="#ctx0" brushRef="#br0">30967 8231 7781,'0'-9'762,"0"-1"-118,0 1 34,0-5 1,6 4-211,3 1 1,4 6-146,1-2 0,5-2-272,0 3 1,7-3 127,-3 3 1,-1 2-249,2-3 1,-7 2-259,2-2 1,-8 4-1000,-1-4 343,-7 4 1,2 1 440,-10 0 1,-4 0 59,-10 0 1,1 0 219,-5 0 0,5 1 526,-1 4 1,0-2-145,5 7 1,-3-6 126,7 6 0,2-1 219,-1 5 0,6-4 636,-2-1 1,3 1-322,2 4 0,0 5 61,0 0 0,0 0-338,0-5 0,5 5-108,0 0 1,1 2-321,-1-2 0,-2-4-30,7 4 0,-7 2-275,1-2 1,-2 0 192,-2-5 1,0 0-118,0 0 1,0-4-201,0-1 0,-2-5-353,-2 0 0,-6-1 204,-9 2 1,3-3 37,-3 2 1,-1-2 268,1-2 1,0 0 108,5 0 0,0 0 329,-1 0-206,7 0 109,2 0 92,6 0 1,8 0 244,6 0 1,2-5-317,8 1 1,-7-1-171,2 5 1,2-5-725,-2 0 0,4-1 14,-4 1 1,7-1-284,-3-3 1,4-4 459,2 3 0,1-7 536,3-2 0,3-6 0,7 1 0,1-8 0,5-7 0,4-3 0,0 0 0</inkml:trace>
  <inkml:trace contextRef="#ctx0" brushRef="#br0">31493 8189 7886,'0'-15'274,"-2"3"148,-3 2 0,-2 2 1,-8 4 1,0 2 150,-4-3 1,1 5-178,-6 5 1,6 3 31,-6 6 1,6 0-165,-1 1 0,10-1 114,4 0 0,4 5 6,1 0 0,6 5-157,3-5 0,10 1-117,5-1 0,3-3 31,1 3 0,1-2-131,-1 2 1,-6-8 84,-3 3 1,-4-2-121,-6 2 1,-3-5-3,-6 1 0,0-6-77,0 6 0,-14-7-27,-10 2 0,-4-4-295,-10-1 0,0 0-415,-4 0 1,5-4 152,4-1 1,3-5-393,2 6 0,7-3 516,7 3 0,8 2-1,10-3 1,7-1-10,13 1 573,6-6 0,21-4 0,10-3 0,4-5 0,0 0 0</inkml:trace>
  <inkml:trace contextRef="#ctx0" brushRef="#br0">31706 8203 7891,'0'-14'472,"0"-1"1831,0 1-703,0 6-273,0 2-709,0 19 0,0-2 105,0 12 1,0 1-284,0 5 0,0-6-143,0 1 0,0 0-141,0 4 0,0-1-120,0-3 0,0-4-471,0-6 15,0 7-384,-6-5 360,-2-2 0,-6-8-403,-1-6 1,3-11 295,2-3 1,4-11-113,6-4 1,0-1 345,0-8 1,6 0 102,4-4 0,9 4 104,4 0 1,4 8 142,2 1 0,-1 7 212,1 8 1,4 6-41,0 4 1,-2 2 320,-7 2 1,-5 6-209,-9 4 0,1 2-62,-7 3 1,0 0-163,-9 4 0,-8-4-60,-6-1 0,-6 0-129,1-5 1,-6-1-285,2 2 0,-4-7-580,9 2 1,-3-4 147,3-1 0,-3-4 811,7-1 0,-6-44 0,3-6 0</inkml:trace>
  <inkml:trace contextRef="#ctx0" brushRef="#br0">31820 4791 7831,'0'-14'1155,"-7"0"-829,6-1 1,-5 6 695,6-1-632,-7 7 1,6 3 1,-4 10 0,3 4-20,2 5 1,0-2 132,0 7 0,0-5-353,0 5 1,0-6 31,0 6 1,0-6-154,0 1 0,0-4 4,0 0 0,0-6 54,0 0 154,0 1-371,0-2 10,0-2 1,0-7-3,0-4 1,0-8-144,0-6 1,-1-6 114,-4 1 0,3 2 96,-2-2 1,2 7 12,2-2 1,0 3-40,0 2-164,0 0-232,0 6 462,6 2 0,1 7 261,2 4 0,2 3 24,-6 6 0,4 2-129,-4 3 1,0-3 67,-5 3 1,0 1-29,0-1 0,0 6-34,0-1 1,0-2-38,0 2 0,0-2-80,0 2 0,0 1-145,0-6 1,-5 0-359,0-5 1,1 0 10,4 1 1,0-6-1193,0 1-639,-7-7 665,6 9 1625,-5-10 0,-2-34 0,3-18 0,-3-6 0,0 1 0</inkml:trace>
  <inkml:trace contextRef="#ctx0" brushRef="#br0">31663 4763 8088,'-6'-8'3611,"4"-5"-2673,-10 11-704,10-4 1,-1 6 87,13 0 0,1 0 175,12 0 1,6 0-736,4 0 1,5 0-262,-5 0 1,0 0-479,-4 0 0,2 5 189,-2 0 1,-4 6-714,-11-2 1,-1 4 1075,-4 1 0,-4 0 425,-10 0 0,-34 6 0,-18 0 0,-6 3 0,1 0 0</inkml:trace>
  <inkml:trace contextRef="#ctx0" brushRef="#br0">31578 5118 7967,'2'9'-19,"2"1"1,-2-5 346,3 4 0,3-6 507,1 2 1,-1 1 24,1-1 1,6 0-347,4-5 1,6 0-275,-1 0 0,2-2-348,3-3 0,4 2-433,0-6 1,0-1-20,-4-4 0,-1 0-1652,1 0 2212,-1-7 0,20-22 0,8-12 0,-15 14 0,1 0 0,-1 0 0</inkml:trace>
  <inkml:trace contextRef="#ctx0" brushRef="#br0">32289 4763 7938,'0'-15'-67,"-2"6"597,-2-1 1,2 6 2056,-3-6-1494,4 7-739,1-3 0,0 7-12,0 4 0,0 4 54,0 10 0,0 4 135,0 5 1,1-4-289,4-1 1,-3 1-128,2 4 0,-2-4-9,-2 0 0,0-7-327,0 2 127,0-3 1,0-2 117,0 0-106,0-6 195,0-1 236,0-7 1,0-7-339,0-2 0,0-5-175,0-5 0,0-3 74,0-7 0,2 5-174,2 1 1,-2 5 60,3-1 1,-4 4-51,-1 0 75,0 1 1,0 5-366,0-1-398,0 7 687,-6-3 1,-2 7 85,-6 4 1,4 3 23,1 6 0,1 0 112,-2 1 0,2-1-4,4 0 1,2 5-84,-3 0 0,4 1 137,1-1 0,5-1 108,-1 5 1,7 0 136,-1 0 1,1 3-40,-2-7 1,2 4 82,-6-4 0,5 0-71,-6-5 1,1 1 85,-5-1 1,0-5 137,0 1 0,-1-7-120,-4 2 0,-5-4-275,-9-1 1,2 0 158,-7 0 0,2-1-1440,-1-4 1,-3 2 626,7-7 1,0 1 587,5-5 0,31-51 0,-4 26 0,0 0 0</inkml:trace>
  <inkml:trace contextRef="#ctx0" brushRef="#br0">32516 4848 8032,'15'-7'4156,"-7"6"-3339,4-12-620,-10 12 1,6-1 220,-4 7 0,-2 7 170,3 3 0,-4 0-175,-1 9 1,0-2 37,0 2 0,0 1-328,0-6 1,0 5-160,0-5 1,0 0-149,0-5 0,-1 0 219,-4 0 0,2-6-156,-7-3 0,6-3 27,-6-2 0,1-2-93,-6-3 0,1-3-33,0-6 1,5-6-41,-1-4 1,7-9 27,-2-5 0,10-3-163,4-2 0,9 1 118,1-1 1,6 7 136,-1 2 1,-2 11-29,1 4 0,-5 9-38,1 6 0,-3 2 36,-2 2 0,-2 6 39,-2 4 1,-4 7-20,-6 2 1,0 6-83,0-1 0,-6-2-211,-4 2 0,-5-5-702,-9 5 0,-1-2 1145,-13 1 0,-25-8 0,-13-3 0,19-4 0,1-1 0,0 0 0</inkml:trace>
  <inkml:trace contextRef="#ctx0" brushRef="#br0">30441 4834 11805,'0'14'744,"0"0"1,-8 7-63,-6 2 0,-7 6-173,-7 4 1,-15 9-176,-9 11 0,21-26 0,-1 1-413,-6 0 1,0 1-1,-3 1 1,0 0 193,-2-2 0,0 1 1,0 0-1,-1 0-54,6-5 0,1 0 0,-1-1 0,1-1-62,-29 16 0,3 2-103,6-7 0,6 0-190,4-5 1,-2-1-419,2-3 0,1 1-113,8-6 1,5 5-743,9-5 0,3 0 1567,7-5 0,2 3 0,2-2 0,4-4 0</inkml:trace>
  <inkml:trace contextRef="#ctx0" brushRef="#br0">30227 7222 14332,'-14'-8'603,"-8"-3"-236,-6 6 1,-15-6 248,-14 2 1,-8-6-598,-11-3 0,37 9 0,-2 0-282,-4-2 0,0-2 0,1 2 0,1 0 121,-2 0 1,0-1-1,5-1 1,1 0-54,-32-6 0,14 2-310,14 8 1,13 2-1430,11 7 1934,10 0 0,9 26 0,8 5 0</inkml:trace>
  <inkml:trace contextRef="#ctx0" brushRef="#br0">28208 7734 7886,'0'-51'9,"0"4"1,-1 3 58,-4 1 1,4 3-1,-4 7 0,2 8 1692,-2 16-526,3 2-811,-4 7 0,6 2-213,0 3 0,0 9-120,0 9 1,-6 11 303,-4 3 1,-2 11 216,-3 4 1,-5 5-388,-4 4 1,-1 9 143,1 6 1,-3-5-436,4-5 0,-4 1 287,-2 4 0,-4 0-28,0 0 0,0-11-101,4-3 0,1-10-167,-1 0 0,-2-4-66,2-5 1,4-5-376,11-9 0,1-4-212,4-5-186,-4-1-2928,12-6 2768,-6-2 1075,14-12 0,26-65 0,-10 24 0,0 1 0</inkml:trace>
  <inkml:trace contextRef="#ctx0" brushRef="#br0">27725 3156 6136,'-2'-13'1934,"-2"4"1,2 1 116,-3 3-1418,4 4 0,-1-7 440,-2 3-668,2 3 0,-6-4 400,3 6-655,-3 0 0,-6 2-171,0 2 0,4 4-131,1 7 0,1 0 168,-1 4 0,1-1-162,3 5 0,3 1 17,-2 5 1,2-3-75,2-2 1,6 1-2,4-6 1,3 5 103,1-5 1,6-2 118,4-7 0,3-4 144,1-6 0,1-1-33,-1-4 0,-1-3-73,-3-6 0,1-7 170,-6-3 0,-2-2-65,-7-3 1,-4 1-99,-6-1 1,-3 2-81,-7 4 0,-1-2-257,-12 6 0,-1 1-30,-4 9 1,-2 2-335,-4 7 0,4 2-9,-3 3 0,5 3-781,4 6 1,5 2 217,10 3 0,-2 3 734,6 6 1,6-1 474,9-3 0,59 9 0,-26-18 0,0 0 0</inkml:trace>
  <inkml:trace contextRef="#ctx0" brushRef="#br0">27995 3184 7880,'0'-14'-50,"5"-5"-1,0 0 1223,-1 0 1706,-4 5-1733,0 6-255,0 2-722,0 19 0,0 2 104,0 14 0,0 1 186,0 3 1,0 3-159,0 7 1,5 4-76,0 1 0,0-1-43,-5-4 0,0-1 27,0 1 0,0 0-192,0-1 0,0-5-246,0-4 0,-5-8-2482,0-1 344,0-7 946,5-3 1,-4-9 620,-1-10 1,-1-4-556,1-10 1355,3-3 0,4-25 0,3-10 0,2-5 0,1 0 0</inkml:trace>
  <inkml:trace contextRef="#ctx0" brushRef="#br0">28038 3298 7880,'0'-27'258,"0"4"1,5 1 71,-1 3 0,3 3 1339,-3-3-1252,-2 9 0,11 2-43,-4 4 1,-1 2-128,1-3 1,-1 5-18,2 5 0,2 1-168,-2 4 0,3 3-50,1-4 1,-5 4-44,1 1 1,-7 5 57,2 0 0,-4 0-200,-1-5 1,0 0 90,0 0 0,-1 1-15,-4-1 0,-3 0 216,-6 0 0,-2-4-60,-3-1 0,2-4-403,-7 4 1,7-5-469,-2 0-479,3-2 185,2-2 235,6 0 1,9-2 417,14-2 0,7-4 139,11-6 1,2-5 313,2 0 0,5-5 0,-5 5 0,5-8 0,0-1 0,-5 4 29,-4-4 0,-10 2-45,-4-2 1,-9-1 261,-5 1 1,-4 6 377,-1 3 1,-6 3-26,-4 2 1,-2 4 366,-3 1 0,6 6 461,0-2-577,5 3-138,-2 2-541,0 0 1,4 8-78,-3 7 1,4 0 289,1 9 0,0 0 179,0 4 0,0 5-258,0 1 0,0-1-115,0-5 0,0 1-68,0-1 1,0-1 106,0-3 1,0 1-212,0-6 1,0 0-366,0-5 1,0-5-1323,0 1 537,0-7-736,0 3 1053,0-6 0,0-1-1071,0-4 1886,0 3 0,31-35 0,9-3 0</inkml:trace>
  <inkml:trace contextRef="#ctx0" brushRef="#br0">28351 3227 7898,'0'-8'1745,"0"2"1,0 4-502,0-2-25,0 2-384,0-4-662,0 6-412,0 0 78,6 0 1,2 0-694,6 0 432,0 0 1,0 0-111,1 0 1,-1 0 248,0 0 1,-4 0-213,-1 0 726,1 0 44,4 0-102,0 0 0,-1 6 214,-4 3 0,2 4 380,-6 1 1,0 2-110,-5 3 0,4-3-207,1 3 0,0 1-313,-5-1 1,0 0 61,0-4 0,5-1-194,-1 0 1,1 0-658,-5 0-970,0-6 1058,6 5 0,2-12-294,7 4 0,-1-5-133,0-5 0,2-4 575,3-10 0,-3 3 380,2-3 0,-2-1 107,-2 1 1,1 0 340,-1 5 0,-5-1-210,1 1 1,-7 5 898,2-1-129,-4 7 722,-1-3-1235,0 6-750,0 0 1,0 6 508,0 4 1,0 4-31,0 5 0,0-2-234,0 7 1,5-7-165,0 2 0,4 2-215,-4-2 1,6 0 219,-1-5 0,2-5-13,2 1 0,1-5 249,-1 4 1,0-6 49,0 2 1,-4-10 242,-1-4 1,1-4-182,4-1 1,-6-5 125,-3 0 1,1-5-45,-1 5 0,-1 0-55,-4 5 1,-4 0-75,-1 0 0,-6 1-170,1 4 1,-2-3-28,-2 8 0,-1-1-372,1 5 0,0 0-180,0 0 1,4 5-98,1-1-605,6 8 576,-10-5 722,11 8 0,2-6-70,10 1 1,2-7 122,3 1 1,0-2 79,4-2 0,-1-2 386,6-2 0,-6 1 326,6-7 0,-5 7-354,5-2 0,-12-1 102,3 1 1,-4 0-267,3 5 0,-5 0-346,1 0 1,-5 2 196,4 3 1,-6-2 14,2 6 1,-2 1 58,2 4-165,-4 0 0,6 1-492,-7-1 1,0-5-12,0 1 139,0-7 0,1 3 40,4-6 1,-2 0 17,7 0 0,-1-6 228,5-4 0,1-2-47,-1-2 1,5-1 5,0 1 0,0 5 152,-5-1 0,-1 5 120,-4-4 0,4 6-20,-4-2 0,-1 3 113,2 2 1,-2 2 61,1 3 1,-1-2 90,-3 6 1,-4 1-144,4 4 0,-2-1-86,2-4 0,-4 4-20,4-4-211,-3-2 1,-1 4-730,4-7 0,-3 3 60,2-3-1551,4-2 2250,0 4 0,25-44 0,5-9 0</inkml:trace>
  <inkml:trace contextRef="#ctx0" brushRef="#br0">29744 3071 7901,'0'-10'660,"0"1"1016,0 6-485,6-10 380,-4 11-751,4-10-361,-6 10-684,0-4 1,0 7 207,0 4 0,0 5 539,0 9 1,0 4-122,0 10 1,0-1-78,0 6 1,0-5-184,0 5 0,0-5-162,0 5 0,0-8 45,0-1 1,-1-3-50,-4-7 0,3 0-1729,-2-4 959,2-1-435,2-6 577,0-2 653,-6-6 0,4-25 0,-4-7 0</inkml:trace>
  <inkml:trace contextRef="#ctx0" brushRef="#br0">27483 3838 7833,'-8'0'740,"2"-1"210,6-4 1,-1 4 679,-4-4-259,3 3 297,-4-4-965,6 4-265,0-4-250,0 6 0,1 0-26,4 0 0,-2 0-7,7 0 1,6 0-84,7 0 0,12 0 93,8 0 1,6 0-14,8 0 0,7 0-267,7 0 1,-30 0-1,1 0 150,2 0 0,2 0 0,-1 0 1,0 0 13,-3 0 0,1 0 0,2 2 0,0 1 26,0-1 0,0 0 0,2 1 0,-1-1-7,-3-2 0,0 0 0,0 0 1,0 0 7,33 0 0,-35 2 0,0 1-91,0-1 1,-1 1 0,2-1 0,0 0-8,1-2 0,-1 0 0,32 5 52,-3 0 1,-9 1 7,0-1 1,-5-3-8,-5 2 1,-5-2 10,-9-2 0,-5 0 101,-9 0-4,3 0-87,-12 0 20,0 0-1513,-9-6 414,-6 4-1013,0-4 0,-8 6 286,-6 0 1754,-13 0 0,-33-2 0,-24 0 0,-4-1 0,16 1 0,0 0 0,0 0 0,0 0 0</inkml:trace>
  <inkml:trace contextRef="#ctx0" brushRef="#br0">27711 3938 7878,'-10'-5'626,"1"0"782,-1 1 1732,-4-3-2255,6 6 1,10-5-345,12 6 1,10 0-36,14 0 0,19 0-11,18 0 0,-28 0 0,3 0-572,3 0 1,3 0 0,3 0-1,2 0 336,5 0 1,1 0 0,2 0 0,1 0-115,1 0 1,0 0 0,-1 0 0,-1 0-31,-4-1 1,-2 2-1,-9-1 1,-2 1-14,-6 1 1,-2 1 0,22-2 14,-23 4 1,-13-3-213,-11-2-272,-4 0-841,0 0-256,-8 0-201,0 0-2298,-7 0 4016,0 0 1,-95-32 0,36 12-1,0 1 1</inkml:trace>
  <inkml:trace contextRef="#ctx0" brushRef="#br0">12270 9454 7328,'8'0'470,"5"5"-467,-4-1 0,1 3 28,4-3 1,-3 3-117,8 2 1,3 4 76,2-4 0,4 9-159,5 1 1,-2 1 114,2-1 0,1 3-35,0 7 0,4-1 124,-5 1 1,5 4-11,-5 0 0,6 0 17,-1-4 1,-3-1 27,-2 0 0,2-1 25,-2-3 0,5 3-72,-5-3 1,7-4-4,-2-1 1,-2 3-13,2 2 0,0 1-125,4-1 1,1 3 39,0-4 1,-1-1 45,1 2 0,1-2-3,4 2 1,-4 3-18,3-4 1,4 4-3,1 2 1,-2-1-130,3 1 1,-6-1 141,5 1 0,-4 1-23,4 3 1,0-2-8,5 7 1,6-5-197,3 5 0,4-1 263,1 1 0,-5 1 9,0-6 0,-5 2-12,0-2 0,-1-1 8,2 6 1,-4-2 2,4 2 0,-4 1 8,-1-5 0,2 5-49,2-1 0,-1 1-5,7-1 0,1 2-197,-31-24 0,1 1 0,2 3 0,1 1 217,4 1 0,0-1 0,-2-2 0,-1 0-3,1 2 1,0 0 0,-1-1-1,1 1 3,-3 3 1,0 0 0,3-2 0,0 2-2,2 2 0,0 0 0,-2-5 0,-1-1 33,1 1 0,-1 0 1,-2-3-1,-1-1 111,32 21 1,-32-21 0,0-1 6,1 3 1,0 0-1,0-2 1,-1-1 3,2 3 0,-1 0 0,-2-2 0,0-1-65,2 3 0,0 0 1,-2 0-1,-1 2-46,1 2 0,-1 1 0,0-2 1,-1 0-7,0 2 0,-1 0 0,-1 1 1,-1 0 16,0 1 0,0 0 0,-1 0 0,1-1-194,0 1 0,0 0 1,29 20 182,-10 1 0,-3-6 21,-7 2 0,7-3-23,4 7 0,3-1 0,6 1 0,-30-23 1,1 1 0,2 1 1,1 0 0,0 2-1,1-1-3,0 0 0,1-1 0,1 1 0,0-1-138,1 0 1,0 0-1,3 2 1,0-2 132,-1-2 0,1 0 0,-2 0 0,0-1 2,4-1 0,0-1 1,26 16-54,0 1 1,-3-4 73,-1 3 0,4-3-20,-33-16 0,0 2 0,-2-2 0,0 1-9,2 2 0,0 1 0,30 21 7,-2-1 0,-3 3 45,-27-22 0,0 1 1,25 22-17,-28-20 1,1 0 0,-1-2 0,0-1 6,0 3 1,0 0 0,0 1-1,-1 0 21,2 4 0,-2 0 0,24 26-43,1 0 0,-10-1 13,0-3 1,2 2-54,-1 2 1,-1-5-5,-4 0 0,1 0-110,3 5 1,2-2 28,3-3 0,4 4 29,-4-4 0,3-2-14,2 2 0,5-1 38,-32-25 0,1 0 0,2 0 0,1-1 39,27 22 1,6-7-5,-6 2 1,-1-4 186,-8 0 1,2 1-205,-7-5 1,7 4 86,-2-5 0,5 5 0,5-5 0,-4 2 155,4-2 1,1 3-164,-1 7 1,-29-20 0,0 1 94,29 23 1,-29-22-1,0-1-33,29 24 1,4-4 19,-4 3 0,-2-2-44,-8-3 0,-11-5 13,-13-4 1,-1-3 39,-8-2 1,-2-1-253,-7-3 1,-4-4 240,-6-5 0,5-6-622,0 1 235,-1-7-201,-4 3 0,-1-9 510,-4-7 0,-15-39 1,-6-19-1,6 17 0,-1-1 1,1 1-1</inkml:trace>
  <inkml:trace contextRef="#ctx0" brushRef="#br0">20801 10350 8456,'14'0'0,"-1"-2"-112,-4-3 0,-1 4-400,-3-4 222,-3 3 170,4 2 37,-6 0 1,-2 2 139,-2 3 1,0-2 0,-5 6 1,4 1 41,-4 4 0,4 0 160,-5 0 0,-4 1-99,-5-1 1,-6 0 161,1 0 0,-9 1-300,-5-1 1,-11 0 47,-8 0 0,-18 5-328,30-9 0,0-1 1,-6 0-1,-1-1 275,-2-2 0,-1-2 1,-4 2-1,-1 1-366,-1-3 1,-1 1 0,-4 1-1,-1-1 342,-1 0 1,-1 0 0,0 1-1,1 0-64,1-1 0,1 0 1,-1 3-1,0 1 22,3 0 0,0 1 0,-3 0 0,-1 1 3,-2-2 1,-2 0 0,-1 0 0,-1 0-8,1 3 1,-1 0-1,0-3 1,0-1 39,0 1 0,1 1 0,0 0 1,1 0-4,-4 0 1,0-1 0,-1 3 0,-1 0 32,0-2 1,0-1 0,0 3 0,1 0-367,3-3 0,1 1 0,-2 2 0,0 1 364,-3-1 1,0 0 0,24-4 0,0 1 0,0 1 54,1-1 0,-1 0 0,0 1 0,1 1 0,-1 1 0,2 0-34,-24 7 1,0 0-1,23-7 1,0 0-1,-1 0 22,-24 7 1,0 0-1,0-1 1,0 2-89,4 1 1,1 0 0,2 1 0,1-1-239,6 1 1,0-1 0,-2-2 0,0 0 165,-1 0 1,1 0-1,-3-1 1,0 1 77,3 2 1,0 1 0,-3-1 0,0 1-17,3-1 1,0 0-1,-3 1 1,0-1-8,3 0 1,-1 1-1,-4-1 1,0 0-1,2 1 0,1-1 1,-1 0-1,0-1 21,5-1 1,0 0 0,0 2-1,-1-1 9,-1-1 1,-1 0 0,1-1 0,-1 0 49,1 1 0,0 0 0,1-3 1,2 0-29,3 0 0,1 1 0,-1-1 0,0 0-27,-1 0 1,-1 1 0,0-2 0,1 1 35,4 3 0,0 0 1,1-3-1,1 0 1,5 0 1,1 1 0,0-2-1,0 0-2,2 0 0,-1-2 0,1-1 0,-1 0 134,5 0 1,1 0 0,0-3-1,0-1-52,-33 11 0,-3 2-42,38-12 1,0 1 0,-4 1 0,1 1-40,2-2 1,1-1-1,0 1 1,0 1-54,-31 8 1,-5-2-97,0 7 1,34-15 0,0-1 63,-34 11 0,-1 2 512,15-2 1,2 0-480,8-5 0,9 0 1281,10 0-949,10-6 745,8-2-1074,9-6 576,6 0-684,0 7 0,-8-4 173,-6 6 1,-7 2-457,-7 8 0,-5-3 166,0 3 259,-7-3 0,10-14 0,-5-4 0</inkml:trace>
  <inkml:trace contextRef="#ctx0" brushRef="#br0">10166 11316 8456,'8'-19'-35,"-3"0"0,-2-4 0,2 4 0,-2 0 114,6 5 0,-4 1 175,5 3 1,-1 4-324,5 6 0,0 0-237,1 0 0,5 5 224,4 0 0,4-1 140,5-4 0,5 5 4,10 0 1,4 0 1,10-5 0,-2 0-24,6 0 1,2-5 29,8 0 1,-7-4-197,7 4 1,-3-1 154,-31 3 0,1 1 0,0 1 0,1 0 17,3-1 0,1-1 0,-2 2 0,1 1-37,-2 0 1,0 0 0,0 0-1,0 0 15,4 0 1,1 0 0,1 0 0,0 0-61,3 0 1,1 0 0,-4 0-1,-1 0-194,-3 0 0,0 0 0,3 0 0,0 0 203,2 0 0,0 0 1,5 0-1,0 0 21,-2 0 0,-1 0 0,1-1 0,-1 0-9,-4-1 0,0 0 1,2 1-1,0 0 17,0-1 1,0-1-1,5 2 1,0-1-3,-3 0 1,1-1 0,2 3-1,0-1 47,-5-1 1,0-1 0,4 0 0,0 0-45,1 0 0,0 1 1,1-1-1,1 0 1,0 0 0,0 1 0,-2 1 1,0 0-16,-5-1 0,0 0 0,2-2 0,0 1 1,2 1 1,1 0 0,2-3 0,-1 0-11,-1 3 1,0-1 0,2-2-1,-1-1-315,-4 2 0,1-1 0,3-1 0,1-1 303,0 0 1,0 0 0,2 0 0,0 0 31,-4 0 1,0 0 0,-1-1 0,0 1-3,-4 0 1,0 0 0,1 2 0,1 1 18,3-1 1,0 0-1,-1 1 1,0 0 93,-1 0 0,-1-1 0,2-1 0,0 1-82,-1 2 1,0 1 0,0-1 0,0 1 12,0 2 1,-1 0 0,2 0 0,-1-1-172,-3-2 0,0 1 1,1 1-1,0 0 118,-1-1 0,0 0 0,-2 0 0,0 2 15,-1 0 0,1 0 0,0-2 0,0-1-90,-3 1 0,0 0 0,0-2 0,0 1 56,0 1 0,0-1 0,2 2 0,0-1 19,1-2 1,0-1 0,3 1 0,0 0-2,-6-1 1,0 0-1,6-1 1,0 0 24,-3 1 0,0 0 0,1 1 0,1 0 10,-3 0 0,1-1 1,2 1-1,0 0-14,0-1 0,1 1 1,0-1-1,-1 2 3,1 0 1,-1 1 0,-2 1 0,-1-1-32,1-3 0,0 0 1,2 3-1,0 1 24,-2-1 0,0-1 1,1 0-1,0 0-83,-1 1 0,0-1 1,2-1-1,0-1 65,0 3 1,0-1 0,3-2 0,-1-1-6,-2 1 1,1 1 0,2-2 0,0-1 8,0 0 1,-1 0 0,2 0 0,0 0 3,1-1 0,0 1 0,2 0 0,1 0 16,-1 0 0,0 0 0,3 0 0,-1 1 13,-1 2 0,-1-1 1,-2-2-1,1 1 12,-1 1 0,0 1 1,0 0-1,1 0-25,4-1 0,-1 0 1,0 3-1,-2 1-55,-2-1 0,0-1 0,0 2 0,0 1 31,0 0 0,0 0 0,0 0 1,1 0 64,-3 0 0,-1 0 0,-3 0 0,-1 0-69,31 0 1,-10 0 343,-10 0 1,-15 0-392,-8 0 0,-13 0 648,-6 0-914,-9 0 0,-7 0 674,-13 0 0,-2 0-344,-17 0 0,-2-7 0,-12 0 0</inkml:trace>
  <inkml:trace contextRef="#ctx0" brushRef="#br0">10635 10207 8409,'-14'-14'-623,"0"0"0,-5-2 919,0-3 0,2 8 177,7-3 125,-3 3-421,12-3-251,-5-1 1,13 6 92,8-1 0,0 6-171,9-6 0,0 6 195,4-6 0,1 5-97,-1-4 1,1 4 64,-1-4 1,-4 5-6,-1 0 0,0-3 42,0 3 1,3-3 48,-8 3 1,3 2 23,-2-3 0,-2 4 3,7 1 0,0 0 12,4 0 1,7 0-89,3 0 1,3 4 13,2 1 1,6 5-69,3-6 1,-2 7 80,2-1 0,-1 1-155,1-2 0,2 4 2,-7-3 0,1 2-125,-6 2 1,2 1 157,4-1 0,2 0-20,7 0 0,6-1-246,4-4 0,4 2 294,5-6 0,-34-2 0,1-1 85,4-2 1,1 0 0,1 0-1,0 2-315,0 0 1,1 0-1,1-1 1,-1 0 255,2 1 1,1 1-1,-1-2 1,1 1 15,2 0 0,-1 0 1,0 1-1,-2 1 8,-1 0 1,-2 1-1,-4 2 1,0-1-16,1-1 0,-2-1 1,29 9-295,2 1 0,-3 5 278,3 0 1,0 2-5,-35-12 0,0 1 0,36 10-10,-36-8 1,1 0 0,-1 1-1,2 1 39,2-2 1,2-1-1,3 1 1,1-1-1,4 0 1,1 1-1,1-1 1,-1 0-235,-1 1 1,1 0-1,1 1 1,0-1 287,-1-2 1,-1-1 0,2 4 0,0 0-40,1-1 1,0-1 0,-5 0 0,-1 0 3,-1 1 0,-1 0 0,-4-1 1,0 0-45,0 1 1,0 0-1,-1 1 1,-1 1 10,0-2 0,-1-1 0,0 3 0,0-1-53,-1 1 1,-1 1 0,-1-2 0,1 1 34,36 9 0,-34-9 0,1-1-10,4-1 1,1 0 0,0 1 0,2 1-28,-1 0 0,1 0 1,3 2-1,0 1 27,1 0 0,1-1 1,4 1-1,2 0 7,3-3 1,0 0-1,-3 0 1,0 0-122,0 1 0,1-1 0,-3 0 1,-1 0 115,-1 0 1,-1 1 0,2 0 0,0 0 0,1 1 0,0 1 0,-6-2 1,-1 0-80,0 1 1,0 1 0,-3-2-1,0 0 128,0-1 0,1 1 0,3-1 0,0 2-65,2 0 0,-1 1 1,0-2-1,0 1 10,0 3 1,1 0 0,-1-2-1,1-1-103,1 3 0,1 0 0,3 0 0,0 0 117,2 3 1,0-1 0,-2-2 0,1 0-46,1 0 1,-1 0-1,-1-3 1,-1 1 63,2 2 1,1 0 0,0-3-1,-1 1 8,3 2 0,0 0 1,0-3-1,0-1 32,0 2 1,0 0 0,0 0 0,0 0-49,0 0 0,0 0 0,1-1 0,0 1 13,1-3 0,0 0 1,-3 0-1,-1 1 7,2-1 1,0 0-1,-4 1 1,0 0 1,2 2 0,-1-1 1,-1-1-1,-1 0-25,3 2 0,-1-1 0,-5-1 1,-1-1 49,0-2 0,-1 0 0,-3 1 0,-1 0-50,-3-1 0,1 0 1,1-1-1,0 0 17,-2 1 0,0 0 0,-1-1 0,-2 0 13,-1 1 1,0 0 0,-1 1 0,1-1-26,-3-2 1,1-1-1,1 1 1,1 0-16,2 0 1,0-1 0,1-1 0,0 0 11,1 2 0,0-1 0,-1-1 0,0 0 2,-3-1 1,-1 0-1,1 0 1,0 0 142,0 1 0,-1-1 0,31 2-192,-7 1 1,-9-7 518,-10 1 0,-12-2-758,-16-2 1,-11 0 424,-8 0 0,-8-6-607,-11-4 1,-16-4 461,-12-5 0,-13 3 0,-5-4 0</inkml:trace>
  <inkml:trace contextRef="#ctx0" brushRef="#br0">15242 8857 8286,'6'-14'0,"-3"-1"-368,7 1 1,-7 5-255,2-1 1512,-4 7-658,-1-3 1,-1 7-181,-4 4 1,-1 3-27,-4 6 0,-1 0-1,6 1 0,1 4 36,4 0 0,0-1 0,0-3 0,6-1 138,3 0 0,10 5-64,5 0 0,5 2-44,4-2 0,0 1-37,10 4 1,-1 4 4,15 1 0,-3 1-266,7 8 0,-2-5 149,-2 5 1,0 1 74,-1 9 1,3-4-124,2 3 0,4-1-125,-30-22 0,1-1 0,1 0 0,-1 0 221,2 3 0,0 0 0,1-2 0,1 0-5,2 2 1,1 0 0,0-3-1,-1 1-157,1 2 1,0 0 0,3 0 0,1 0 203,3 3 1,-1-1 0,-2 1 0,0-1-235,0 1 1,0-1 0,-1 0 0,-1 1 286,0-1 1,0 1 0,-1 0 0,0 0-68,4 2 0,-1 0 0,-5-2 1,0 2 4,1 2 0,-1 0 1,-4 0-1,0 0-19,0 3 0,0 0 0,1 0 0,1 0-13,0 2 0,0 0 1,1-2-1,0 1-7,0 1 1,-1 0-1,1-1 1,0 0-15,-3 1 1,0 0 0,1-1 0,-1 1-82,0 5 1,0 0 0,1-5-1,1 0 74,2 2 0,1 0 0,0 0 0,0-1 13,-1-1 0,1 0 0,0 3 0,1 2 3,1-1 1,0 1 0,-2-1 0,1 1-1,0 3 0,2-2 0,2-2 0,2-2-153,-1 1 0,1-1 0,2 1 1,0 0 146,1 4 1,-1 0 0,0-1 0,2-1-103,0 2 0,1 0 0,2-3 0,1-2 138,-4 1 1,1-1 0,3 0 0,-1 0 8,-2 3 0,-1 0 0,0-3 0,0 0-8,0 1 0,1-1 0,-3-2 0,0 0-1,3 2 0,-1 0 1,-2 0-1,0 1 7,3 1 0,-1 1 0,-4-3 0,0 1 4,2-1 0,0 0 0,-3 0 0,0 1-9,3 1 0,0 1 0,0 0 0,-1-1 4,1 1 0,0 0 1,-3-1-1,0-1 1,3 0 0,0-1 0,-3 2 0,0 0-16,3-2 1,1 0-1,-4 0 1,0-1-1,0 1 0,1 1 1,-1-2-1,0 1 8,5 0 1,1 0 0,-4-1 0,1-2-59,0-4 0,0 0 1,-1 3-1,1-1 14,0 1 1,0 0 0,-4-3 0,0 0 35,2 3 1,0-1 0,-3-4-1,1 0 15,-1-1 1,0 1 0,-1-2 0,-2 1-7,-3-2 0,-1 0 0,-1-2 0,-1-1 79,-2-1 0,-1-1 0,1-1 0,0-1-36,35 17 1,-3 1 423,-7-5 0,-6-1-438,-12-5 1,-7-6 661,-2-3 1,-6-4-825,-4-6 0,-5-1 1160,-10-3-1329,-2-4 1,-7 4 282,0-10 1,-8 2-330,-7-6 1,-5-6-38,-9-4 376,-12-6 0,3 3 0,-11-6 0</inkml:trace>
  <inkml:trace contextRef="#ctx0" brushRef="#br0">20019 10193 7891,'-21'6'189,"-1"2"-150,-6 7 0,-13 0-32,-7 4 1,-18 5-10,29-8 0,-2 1 0,-4 3 0,-2 1-384,-2 2 0,-1 2 0,-1 1 0,-1 0 373,-2-2 1,-1-1 0,-2 3-1,0 0-4,-2-2 1,0 0 0,-1 2-1,1 0-7,4-2 0,1-1 0,0 1 1,0 0 16,3-3 0,-1 0 0,-5 0 0,-1-1 7,-1-1 0,0 0 1,-2 2-1,0-1 77,0-1 0,-1 0 0,-1 2 0,-1 1-325,-4 1 1,-1 1-1,-4 1 1,-1 1 254,-2 2 1,1 1 0,22-10 0,0-1 0,1 2-381,-21 8 0,0 0 0,-3 2 1,-1-1 368,24-9 1,-2 1 0,1-1 0,-1 1-1,-1 0 1,1 1-6,1-1 1,0 2-1,0-1 1,-1 1 0,-1 0-1,1 0-3,3 0 1,-1-1-1,1 0 1,-1 1 0,1 0-1,-1 0 8,-1 1 1,0 0-1,0-1 1,2 1 0,0-1-1,0 0-5,-1-1 0,1 0 0,-1 0 0,1 0 0,0-1 0,0-1 15,-21 9 0,0-1 1,0 3-1,0 1 15,-3 1 1,1 1 0,23-12 0,1 1 0,-1 0 63,-23 10 1,-1 0 0,25-10 0,0 0 0,0-1-39,-22 9 1,0 0 0,2 0 0,1-1-234,-1-1 0,0-1 1,-2 3-1,0 0 208,-2 0 0,-1-1 0,3 1 0,0 0 4,2-3 1,1 1 0,-2 2 0,1 1-23,-5 1 0,1 0 0,2 1 0,1 0-9,1 0 1,1-1 0,-2-2-1,1-1-8,4-4 0,2 0 0,0 2 0,1 0-94,2-2 0,1 0 0,2 0 0,1 1 51,1 0 0,1-1 0,-2-1 0,1-1 39,3-3 1,0 0 0,0 0-1,1 1-6,4-1 1,-1 0 0,-3 0-1,0 0 18,1-2 1,0-1 0,-2 3 0,0 0 2,0-2 1,0-1 0,1 1 0,0-1 1,-1 1 1,0 0 0,-1-1 0,0 0 7,1 1 0,0 0 0,0 1 0,0 1-7,2-2 1,0 0-1,1 1 1,-1-1 112,0 0 0,0 0 0,1 2 0,0-1-111,2 0 1,-1-2 0,2 0 0,1-1 13,2 0 0,1-1 0,0-1 0,0 0 6,1-1 1,1 1 0,-31 13 556,10 1 0,8-7-545,6-3 0,3-4 634,1 0 0,2-1-631,3 0 1,5-5 801,9 1-924,4-7 463,12 3-538,2-6 212,12 0 0,29-19 0,14-12 1,5-1-1,1 1 0</inkml:trace>
  <inkml:trace contextRef="#ctx0" brushRef="#br0">11588 10108 8131,'8'-35'0,"0"5"0,-5-1-129,2 5 0,1 7-223,-1 10 0,-2 2 326,6 7 1,2 0 271,8 0 0,0 12-133,10 2 1,-2 9 80,10 1 0,6 9 5,5 5 0,-3-1-249,-7 0 0,2 1 178,-7 5 1,-1 4-59,-9 1 1,2 6-50,-6-2 1,-4 9 20,-6 6 1,-4 7-92,4 2 0,-6-35 0,-1 0-139,3-1 0,0 0 0,-3 3 0,0 0 168,3 1 1,0 2-1,-1 0 1,1 1 0,2 3 0,0-1 0,3-1 0,-1-1 20,1 1 0,-1-1 0,4 1 0,0 0-174,-2 4 1,1 1-1,4 0 1,0 1 175,0 3 1,1 0-1,0-3 1,1 1-272,-2-1 0,1 1 0,1 0 0,0 0 299,3 4 1,1 1 0,-1 0-1,1 0 1,-1 1 1,0 1 0,-1-1 0,-2 0-2,2-2 0,-2 0 1,-2-1-1,0 1 3,0 2 1,1 1-1,-1-1 1,0 0-55,0 0 0,1 1 1,-2-1-1,0 0 37,1-2 0,1 0 1,-2-1-1,0-1-20,-1 3 1,0-1 0,1 1 0,-1 0 9,0-1 0,0 0 0,-2 1 1,0-1-2,0-2 0,0 0 1,-3-3-1,1 1-25,2-1 0,-1 1 1,-2-2-1,0 1-169,0 1 1,1-1 0,-2 0 0,-1-1 188,1 0 1,-1-1-1,0 1 1,0 1-3,0 3 0,0 0 0,2 4 0,1-1 3,0 0 1,-1-1-1,1 2 1,-1 0-4,-2-7 0,0 1 1,2 1-1,1 0 15,-1 0 0,1 1 0,2 2 1,0-1-7,-3-1 0,1 0 0,2 1 1,1-1 0,-1-4 0,0-1 0,1 3 1,1 0 15,-1 0 0,2-1 0,1 2 0,1-1 3,-1 0 1,1-1-1,3-4 1,0-1 8,-1-3 0,0-2 1,-1-1-1,0 0 48,1-3 1,0 0 0,-3 1 0,0-1-117,17 31 1,2-5 65,-2-14 1,-5-3 228,-4-6 1,-7-8-282,2-7 0,-5-6 551,-4-8 0,-2 1-635,-4-1 1015,-2-6-1109,4-2 0,-6-8 20,0-2 0,-8-6 175,-6-9 0,-12-15 0,-12-13 0,0-1 0,-6-6 0,0-1 0,0 1 0</inkml:trace>
  <inkml:trace contextRef="#ctx0" brushRef="#br0">9285 11458 8108,'0'-20'0,"-2"-1"-3,-3-2 0,4 2 53,-4 7 1,10 6-64,4 3 1,7 5-463,8 5 0,6 9 299,12 10 0,9 4 149,6 6 1,8 2-149,-28-15 1,1 1-1,-1-1 1,1 2 215,2 0 0,0 1 0,1-1 0,0 0 5,4 3 1,0 0 0,1-1-1,0 1-24,1 0 1,1 0 0,-2 1 0,-1-1 6,-2-2 1,0 0 0,2 2-1,0 2 3,0-3 0,0 2 0,5 2 1,-1 2-3,-1-1 1,-1 1 0,2 3-1,-1 0-328,-3-1 0,0 1 1,1 2-1,2 2 326,4-1 1,1 2 0,2 3 0,0 1-53,2-3 0,0 0 0,2 4 1,0-1 23,-2-2 0,0-1 1,1 2-1,1 0-317,5 0 1,0 1 0,-2 2-1,-1 0 337,3 0 1,0 0 0,0 1 0,-1 0-312,-4-1 1,0 0-1,3-1 1,-1 0 299,-1 3 0,-1 1 1,0 0-1,-1 2 0,-3-1 1,-1 1 0,-1 0 0,1-2-11,-2-2 0,0-2 0,1 0 0,0 1-94,1 2 1,1 1 0,3-2 0,0 1 79,-4 0 1,1 1-1,3 0 1,0 0-3,-1-3 1,0 0 0,3 4 0,0 0-40,-18-16 1,1 0 0,0 0 0,1 1 0,1 1 0,-1-1 51,0 1 0,0 0 1,1-1-1,-1 1 1,0 0-1,0 0-6,21 12 0,-2 0 1,-1 2-1,-1 0 22,1 1 0,0 0 0,-2-1 0,1 0 3,1-2 1,0 0 0,-5 0 0,-1 0 10,-3-2 1,-1 0 0,-2-1 0,-1 0 29,-1 3 1,-1 1-1,1 1 1,0 0-37,-2 0 0,-2 1 0,-1 2 0,-2-1 6,-3-3 1,0-1 0,-2 2-1,0 0 6,0 0 0,0 1 1,1 2-1,1-1-4,0-1 1,0 0 0,2 0 0,1 1 1,-3-6 1,0 0 0,1 0-1,1 0-26,-5-2 1,1-1-1,3-1 1,-1 0 135,-5-3 0,0 0 0,4 0 0,-1-2-127,-3-5 1,0 0 0,0-1-1,-1 0 271,2-4 0,-1 0 0,23 21-221,-3-9 1,-6-5-39,-14-9 1,-6-5 1313,-8-9-1394,-10-4 491,-2-6 1,-7-6-634,0-4 0,-7-9 163,-2-5 0,-10-4 34,-5-5 0,-16-16 0,-10-8 0,14 14 0,1 0 0,-1-1 0</inkml:trace>
  <inkml:trace contextRef="#ctx0" brushRef="#br0">10365 11302 8154,'-28'-50'-324,"-1"-4"270,1 6 0,12 14 43,7 10 79,5 7 1,11 9 146,2 3 1,9 5-213,1 5 0,12 3-108,2 6 0,8 6 81,7 4 1,2 4-17,7 6 1,6-3-238,4 7 1,-32-18-1,1 0 254,2 3 1,0 1 0,-1 0-1,0 1-4,3 1 0,0 0 0,3 5 1,1 0-261,3-1 1,1 1 0,2 4 0,1 0 279,3 2 1,1 2 0,2 0 0,2 1-396,4 2 1,2 1 0,1 0-1,0-1 403,0 1 0,1 0 1,-19-12-1,0 0 1,0 1 5,-1 0 1,0-1 0,1 1-1,0 0 1,1 1 0,-1-2 32,0 0 1,-1-1-1,0-1 1,-1 0-1,-1 0 1,0 0 9,22 16 1,-1 0-1,-22-14 1,1-1 0,-1 1-7,20 14 0,0 0 0,-1 2 0,-2 1-17,-3-3 1,-2 0-1,2 2 1,-1 1-22,3-3 0,-1 0 0,1 2 0,0 0-8,2-2 0,-1 0 1,0 3-1,0-1 4,-2-2 0,0 0 1,2 3-1,2 1-3,-20-17 1,2-1-1,-1 0 1,2 2-1,0-1 1,0 0-36,-1-1 0,1 1 1,0 0-1,2 0 1,1 1-1,-1-1 35,-2 0 1,0 0 0,0-1 0,2 2 0,0-1 0,1 0-9,1-1 0,1 1 0,0-1 0,1 2 0,0-1 0,0 0 4,-2-2 0,-2 0 0,1 0 0,1 0 0,0 0 0,-1 0 70,18 13 0,-2-1 0,2 0 1,-1 0-34,-2-2 1,0 0-1,1 2 1,0-1-297,-3-4 0,-1 1 0,-1 2 0,-2 1 270,-5-3 0,-1 0 0,1 3 0,1 0 9,3-1 1,0 0-1,-2 1 1,0-1-130,-2-2 0,-1 0 1,-1 0-1,0 0 110,-5-5 0,-2 0 1,2-1-1,0 1 28,-1 0 0,0 0 0,0-1 0,0 1 0,0 0 1,0 0 0,-2-1-1,-2-1-28,-5-2 0,-1-1 1,0-1-1,1-2 233,0 2 0,-1-1 0,0-3 0,0-1-242,-2 2 0,0 0 1,35 14-43,-7-5 0,0-3-9,-9-2 1,1 1 583,-5-1 1,-1 1-553,-4-1 0,4-6 3,1-3 0,-3 0 602,-7-5 1,-3 2-570,-6-11 753,-7-1-909,-2-4 234,-12 0 1,-8 0-436,-9 0 0,-6-1 274,-4-4 0,-9-3 79,-10-6 0,3-7 0,-3-4 0,-3-2 0,0 1 0</inkml:trace>
  <inkml:trace contextRef="#ctx0" brushRef="#br0">11815 7165 8110,'-8'0'964,"2"0"-266,6-6 364,-6 4-178,4-10-320,-4 4-176,6-7 1,0 1 207,0 0-359,0 0 1,5 0-39,-1-1 0,7 3 0,-1 2 1,3-2-51,1 2 0,0 2-151,0-1 0,0 6 118,1-2 0,0 3-105,4 2 0,-3 2-385,3 3 1,-1 2 295,1 8-1,-8-1 315,3 0 0,-5 2-115,1 3 0,-2-3 22,-4 3 1,-2-4 6,3 0 15,-4-1-17,-1 0 1,-1-4 263,-4-1 286,3-6-667,-4 4 0,6-14-281,0-2 0,0-4 136,0-1 1,0-2-154,0-3 0,6 3 34,4-3 1,-2 4 24,1 0 1,1 1-37,4 0 1,0 1 181,0 4 0,1 2-34,-1 7 0,0 0 142,0 0 0,0 2 284,1 3 0,-1 3-14,0 6 0,-1 0 159,-4 0 0,2 1-58,-6-1 1,1-2-240,-1-2 0,-3 3-561,2-4 224,-2 4-346,-2 1-756,0 0-136,0-6 1,0 0-888,0-3 951,0-4 1,2 6 1332,2-7 0,17-13 0,9-3 0</inkml:trace>
  <inkml:trace contextRef="#ctx0" brushRef="#br0">12768 7023 8110,'5'-10'936,"-1"1"5,1 6-512,-5-10 0,2 12 278,3-4-136,-4 3-119,5 2 1,-6 2 6,0 3 1,5 2 397,0 8-703,0-1 0,-5 0-97,0 0 1,0 1 79,0-1 1,0-5-75,0 1 0,0-6 65,0 6-701,0-7 146,0 10-15,0-12 85,6 6 1,-3-9 240,7-3 0,-1-4 93,5-10 1,-1 3-22,-4-3 0,4-1 5,-3 1 1,2 0-47,2 4 1,-1 1 1,-4 0 0,3 5-121,-8-1 0,7 7 255,-1-2 1,-2 5 300,1 5 1,-4-2-52,4 7 1,-4-1 135,5 5 0,-7 0-287,2 1 0,-2-1-102,1 0 0,-2 0 38,3 1 0,1-6-187,-1 1 0,6-6-260,-2 6 1,4-7 89,1 2 0,0-4-101,1-1 0,-1-1 222,0-4 0,0 2 211,1-7 0,-3 1-67,-2-5 0,2-1 293,-2 1 0,-4 5-183,-1-1 0,1 5 61,-1-4-793,0 6 305,-5-4 303,0 7 0,0 2-9,0 3 1,0-2 609,0 6-381,0 1 1,0 4-147,0 0 0,6-4-33,3-1 1,-1-4 102,2 5-66,-1-7 1,5 3 118,1-6 0,-1 0 79,0 0 0,-4 0-86,-1 0 1,-4-5 188,4 1 1,-6-8-271,2 3 0,2-4-147,-3-1 1,1 0-3,-5 0 0,-2 1-301,-2 4 1,-3-4 1,-2 3 1,-4 4 34,4 1 0,-9 4-132,-1 1 0,-1 0 141,1 0 1,3 5 45,-3-1 1,3 7-19,2-1 1,5-2-546,-1 1 383,7 1 235,-3 4 0,9-1 46,6-4 1,4 2 6,15-6 1,-2 0 91,7-5 0,3-2-31,2-3 1,2 2 259,-2-6 0,3 4-36,-3-5 0,-4 2 243,-1-1 1,-3-2-102,-1 6 0,-7 0 321,-3 5-92,-3 0 193,-2 0-32,-6 0-14,-2 0 127,-6 0-263,-6 0-254,4 0 1,-6 0-79,4 0-434,2 0-317,-11 0 0,6 0 270,-8 0 1,1 5 48,0 0 1,0 4 40,-1-4 0,3 6-51,2-1 1,-2 1 94,2-2 0,2 4 53,-1-4 0,4-1-47,-4 2 347,5-1 90,-2 5 0,12-1-55,4-3 1,3 1-24,1-7 1,2 1-103,3-5 0,1-2 144,4-2 0,1-4-104,-6-6 1,5-1 139,-5 1 0,4-6-172,-4-4 0,0-3 5,-4-1 0,-3-2-102,-2-3 1,1 2 104,-7-2 0,1 10 177,-5 4-80,0 3-597,0 8 0,-1 2 107,-4 6 0,-1 11-42,-4 3 0,-1 10 280,6-1 1,-1 3 290,1-3 0,4 3-211,-4-7 1,3 4-41,2-4 0,7 2-167,2-2 0,4-4 66,1 4 1,6-8 82,4-1 0,3-7-11,1 2 1,1-4-59,-1-1 0,6-1 86,-1-4 1,0-3-17,-5-6 1,1 0 40,-1 0 1,-1-1 183,-3 1 0,-5 0-2,-10 0 0,-1 1-23,-3 4-128,-4-4 1,4 11-135,-10-2 1,2 2-240,-6 2 0,-2 5 265,-8 0 0,3 6 27,-3-2 1,3 4 15,2 1 0,4 0 208,1 0 1,6-4-186,-2-1 0,4-4 47,1 5 0,6-6 27,3 6 0,9-7-151,1 2 1,6-4-242,-1-1 1,2 0-168,3 0 0,-7 0-541,-3 0 1,-3 0 1021,-2 0 0,-50-19 0,-13-4 0</inkml:trace>
  <inkml:trace contextRef="#ctx0" brushRef="#br0">1337 10804 7986,'1'-9'-915,"4"0"0,-3 4 1943,3-5 359,-4 7 1,-2-8-638,-4 6 0,2 1-41,-7 4 1,1 0-172,-6 0 1,-3 1-131,-1 4 1,0 3-119,4 6 0,-4 0-8,0 0 1,1 7 86,3 3 1,6-2-153,-1 2 1,7-1 14,-2 6 0,4-4-81,1 3 0,3-7-146,6 7 0,4-9-71,16 0 1,-1-3 92,15-2 0,-4-6 115,9-3 1,1-10 376,-2-4 1,0-10-306,-4-5 0,-8-3 102,-7-1 0,-6-1 191,-8 1 1,-6-1-288,-3 1 0,-11 0-184,-8-1 0,-9 2-151,-10 4 0,-3-3-416,-7 7 1,1 7 201,-1 7 0,0 3-61,1 2 0,4 2-749,0 3 1,13 7-19,1 7 1,8 7-309,7-3 1,1-1 437,3 2 1,5 0-330,0 4 1,2-6 1355,7-3 0,26-3 0,11-2 0</inkml:trace>
  <inkml:trace contextRef="#ctx0" brushRef="#br0">1948 10591 8209,'0'-14'0,"0"5"379,0-1 1,0 5 563,0-4 0,0 4 477,0-4-569,0 5 1,-1-2-297,-4 6 1,-3 0-190,-6 0 0,0 6 77,-1 4 0,0 7-55,-4 2 1,3 7 171,-3-3 0,3 4-146,2 2 1,0 4 54,-1 0 0,6 0-155,-1-5 1,7 6-45,-1-1 0,2 0-32,2-5 1,6-1-53,4-3 0,4 1 31,5-6 0,2 5-124,2-5 1,2 0-215,-6-5 0,7-4-708,-3-1 0,3-1 453,-3 1 0,3-2-1350,-7-7 0,1 0 108,-1 0 1,-3 0-130,3 0 0,-3-5 1747,-2 0 0,0-25 0,0-1 0</inkml:trace>
  <inkml:trace contextRef="#ctx0" brushRef="#br0">2090 10904 8134,'2'-14'0,"3"0"0,-4-1 548,4 1 0,1 0 789,-1 0 1,6-1-336,-1 1 0,2 2-458,3 2 1,3-2-62,1 2 1,5 4-92,-5 1 1,5 3 32,-5 2 0,1 0-194,-1 0 1,-3 2 29,3 3 1,-8 7 16,-1 7 0,-7 5 75,1-5 0,-2 5 5,-2-5 0,0 6-118,0-1 0,-6-2-196,-4 1 0,2-5-17,-1 1 0,1-3-407,-2-2 174,-2 0 27,4-6 0,-2 3 152,1-6 1,6-2-14,-2-8 1,3-3-738,2-6 0,5-7 316,0-2 0,6-4-4,-1-2 1,4 1 146,5 0 1,-4 1 348,4 3 0,-3 3-213,-2 7 0,2 2 430,3 2 1,-3 4-74,3 6 1,-3 0 74,-2 0 1,0 6 92,0 4 0,1 7 302,-1 2 0,-6 5 156,-4-5 1,3 4-248,-2-4 1,-1 5-99,-4-5 1,0 1-356,0-1 1,-4-3-192,-1 3 1,-2-8 43,3-1 1,-3-6-298,-2 6-1205,-4-7 0,7 5 727,-3-3 0,1-4-3413,3 4 1017,3-3 345,-10-2 2872,10 0 0,-11-51 0,6-12 0</inkml:trace>
  <inkml:trace contextRef="#ctx0" brushRef="#br0">2617 10691 8138,'7'-19'464,"-2"0"0,-2 0 699,2 5 1,-2-1-528,7 1 1,-6 0 7,6 0 0,-1 4-111,6 1 0,-1 4 81,0-4 0,-4 5-181,-1 0 0,0 2-217,6 2 0,-6 5 0,1 0 0,-7 6-44,2-2 1,-4 4 14,-1 1 0,0 2 58,0 3 0,-1-3-16,-4 3 0,2 1-25,-7-1 0,1 0-29,-6-5-206,1 7 1,2-5 9,2 2 1,2-6-327,3-3 325,4-6 1,-2 3-117,12-6 0,2 0 76,13 0 0,0-6-205,4-3 0,1-4 96,-1-1 1,0 0-118,1-1 0,-7 6-1558,-3-1-151,-3 7-696,-2-3 1686,-6 6 1,-7 2 1006,-5 2 0,-33 4 0,-2 6 0</inkml:trace>
  <inkml:trace contextRef="#ctx0" brushRef="#br0">3086 10506 8138,'4'-14'648,"1"0"0,6-1 228,-1 1 1,-2 5 618,1-1 0,1 7-630,4-2 0,0 4 86,0 1 1,2 6-359,3 3 0,-3 6 116,3 4 0,-3-2-24,-2 7 0,-2-1-239,-2 6 1,1 1 116,-6 3 1,-1-1-104,-4 5 0,-6-5-150,-3 1 1,-6 2-12,-4-2 0,-3 5-32,-6-5 1,4 0-197,0-4 0,2-2-183,-1-4 0,-3 3-875,7-7 0,0 0 130,5-5-3165,0 0 1118,0 0 1569,6-6 0,0 3 1335,3-6 0,-28 12 0,-13-1 0</inkml:trace>
  <inkml:trace contextRef="#ctx0" brushRef="#br0">1138 11729 8093,'-8'-10'967,"3"1"0,4 4 1311,1-5-1342,0 7 0,1-8 57,4 6 0,3-4-415,6 4 0,5 0 70,0 5 0,11-1-200,-2-4 0,12 4-17,3-4 1,7 3 284,12 2 0,4-4-298,10-1 1,3-2 123,-36 5 1,-1 0-1,39 0-285,-41 0 1,0-1-1,1 2 1,0-1 136,5 0 0,-1-1 1,35 2-120,-39-1 0,-1-1 0,29-3-77,-2 1 0,-6-4-190,5 4 0,-12-5-8,-2 6 0,-6-6 0,-3 5 0,-5-4-107,0 4 1,-8 1-936,-2 4 0,-6-5-43,-8 0-1544,-6 0 663,-1 5 324,-26 0 0,1 0 553,-15 0 1,-3 7-604,-2 2 0,-5 5 683,-4 5 1009,-4-3 0,-16 6 0,-11 2 0,22-9 0,0 0 0,0 1 0</inkml:trace>
  <inkml:trace contextRef="#ctx0" brushRef="#br0">1138 11913 8096,'-29'2'649,"1"3"1,6-4-148,3 4 0,3-3 1157,2-2-977,6 0 0,8 0 94,9 0 1,12 0-80,7 0 1,9-5 193,10 0 0,4-6-255,6 2 1,11 1-502,3-2 0,-31 6 1,2-1 108,0-2 0,1-1 0,1 3 0,1 1 59,4-1 0,1 1 0,3-1 0,1 0-51,5-2 1,1 0 0,-1 0 0,-1 0-295,-3 0 0,-1-1 0,-4 1 0,-1 0 367,-3 0 0,-2 0 0,34-6-27,-12 4 0,-15-2-275,-18 6 1,-11-1 388,-8 1-299,0 3 108,-12-4 302,4 6-877,-6 0 1136,-6 0-1417,4 0 0,-5 0-1351,2 0-1448,3 0 137,-4 0-1109,6 0 4406,0 0 0,-13 13 0,-2 3 0</inkml:trace>
  <inkml:trace contextRef="#ctx0" brushRef="#br0">1465 12923 13910,'-6'-14'-404,"4"-1"0,-9 1 355,6 0 771,-6 0 40,3-1 650,-6 8-468,6 0 0,0 7 635,3 0-1581,4 0 304,-5 0 1,6 7 14,0 2 1,0 4 46,0 1 1,0 5-168,0 0 0,-2 4 43,-3-4 0,4 7-409,-4-3 0,3 0-243,2 0 1,-1-5 137,-4 1 1,3-4-792,-2 0 773,2-1 65,2 0 0,-1-6-169,-4-3 142,3-4 1,-4-9-183,6-6 0,0-2 130,0-7 0,-2-3 226,-2-7 1,2 3-192,-3-3 1,4 3 556,1 2 0,0 1 272,0 3-234,0 3 0,1 14-81,4 2 1,3 3 655,6 2 0,5 3-424,0 7 0,5-1 52,-5 10 0,6 3-236,-1 2 1,-2 1-61,1-1 0,1 3-317,5-3 0,-1-4 3,0-1 1,1-3-146,-1-2 1,1-4 157,-1-1 0,-4-6 28,0 2 1,-7-10 306,2-4 1,-3-5 84,-2-5 1,-1 1 26,-4-5 0,2-1 80,-6-5 1,0 1-435,-5 0 0,-7-1-178,-2 1 0,1 4-821,-2 0-264,1 7-1297,-5-4 1042,6 13 0,2 4-588,6 8 0,0 9 515,0 6 0,0 5 1511,0-5 0,18 31 1,6 4-1</inkml:trace>
  <inkml:trace contextRef="#ctx0" brushRef="#br0">2247 12894 13639,'0'-20'-940,"0"4"1515,0-3 0,-5 8 877,0 1 1,-6 7-565,2-1 1,-9 2 62,-1 2 1,-1 2-355,1 2 1,2 6-78,-7 9 0,7-2-466,-2 7 0,3-5 246,2 4 0,4 1-119,1 5 1,5-6-48,0 1 0,2-2-517,2 2 1,6-2-116,4-3 1,7-5-242,2 0 1,5-1 113,-5-8 1,5-1 336,-5-4 0,4-1 266,-4-4 1,0-3 406,-5-6 0,1 0-152,-1 0 1,-2-7-389,-2-3 1,-4 2-196,-6-1 1,0 0-21,0 0 0,-6-3-218,-4 7 0,-7 7 107,-2 7 0,-6 4-227,1 1 0,-1 1 88,1 4 1,4 3 92,5 6 1,3 0 116,2 0 0,4 1 198,6-1 0,6-2 242,4-2 0,9 1-149,4-6 1,9-1-161,1-4 0,5-1 36,-5-4 1,5-3-13,-5-6 1,1-2 134,-6-3 1,-1-1-23,-3-4 0,-4-8 194,-6 4 0,-1-4 44,-4 4 1,-2 0 175,-7-1 0,-2 1 40,-3-1 0,-2 7 250,-8 3 1,6 10 595,-1 4-336,1 3 0,-1 4-324,1 3 1,6 4 42,-2 10 1,3 2-45,2 2 1,0 4 212,0-3 0,5 3-242,0 1 0,6 5-296,-2 1 0,-1-6-163,2-4 0,-5-1-57,4 6 1,-4-2-389,4-4 1,-4-2-1250,4-7 0,-4-1 860,5-4 0,-6 2-157,6-6 0,-5 0-2358,4-5 2341,-6 0 1,4-7 998,-7-2 0,-19-48 0,-5-12 0</inkml:trace>
  <inkml:trace contextRef="#ctx0" brushRef="#br0">2432 12880 8512,'0'-14'1287,"-2"4"-792,-3 1 0,4 4 101,-4-4 0,3 4 88,2-5 0,7 6 183,2-6 0,9 6-546,1-6 0,11 2-467,-2-1 0,5 2-476,0 7 1,4 0-2047,5 0 2668,1 0 0,12 7 0,4 1 0</inkml:trace>
  <inkml:trace contextRef="#ctx0" brushRef="#br0">3356 12653 20693,'0'-15'-1479,"0"1"0,-6 0 890,-4 0 1,-3 4 3137,-1 1 0,-2 6-836,-3-2 0,2 3-6,-7 2 1,7 7-591,-2 2 1,3 8-167,2 2 1,1 5-1183,4-5 1,-2 6 425,6-1 1,2-2-95,8 2 0,4 0-135,10 4 1,-2-4-1329,7-1 1,-5-5 250,5 1 1,-2-2-429,2 2 1,-4-8-66,-6 3 549,1-3 1,-3-1 3400,-2-1-2980,-4-6 0,-9 4 773,-7-7 1,-5 0-483,-14 0 0,1 0-349,-1 0 0,1 0 125,-1 0 1,1-5-429,0 0 0,7-1-229,7 1 677,0 4 0,12-7-545,-3 3 692,4 3 0,7-4 905,3 6-410,4 0 0,1 0 23,1 0 1,-1 0 113,0 0 0,-5 5 197,1 0 0,-1 1-87,6-1 1,-1-4-123,0 4 1,5-3-381,0-2 0,2 0-76,-3 0 1,0 0-210,6 0 0,-2-2 165,1-3 0,4-4 35,-3-10 1,-2 1 30,2-5 0,-5-1 19,4-4 1,-4-1 209,5 1 0,-7 1-141,2 3 0,-3-1 294,-2 6 1,1 0 92,-1 5 0,-5 4 33,1 1 1,-1 6-34,5-2 0,-4 3 98,-1 2 0,-4 5-125,5 0 0,-6 4 16,6-4 1,-5 5-268,4-6 0,-6 3 421,2-3-810,3-2 214,-7 4 343,6-6-271,-7 0-98,0 0 0,-7 0 121,-2 0 0,-5 5 58,-5 0 1,3 6 34,-3-2 0,2-1 47,-2 2 1,3 1 1,-3 8 0,3-4-31,2 4 0,0-3-10,0-2 0,6 5-3,3 0 0,-1 0 58,1-4-78,0-1 0,11-2-17,4-2 1,4-4-201,5-6 0,3 0 125,7 0 0,-1-6-256,0-4 1,2-2 80,4-2 1,-3-7 145,7-3 1,-1-3 31,0-1 0,-2 0-1,-6-1 1,4 5 1,0 1 1,0 1 33,-4-2 1,-7 8 270,-3 7 1,-4 5 51,0 0 66,-1 2 0,-5 2 235,1 0-75,-7 6-372,3 2 0,-6 2 164,0-1-223,0-5 0,0 3-313,0-2 123,0-3 116,0 4-75,0-6-110,0 0-78,-6 0 1,-2 5 183,-6 0 0,0 4 39,-1-4 0,0 6 54,-4-2 0,3 4 106,-3 1 1,3-3 7,2 3 0,0-3-90,-1 8 0,1-3 133,0-2 0,5 1-206,-1-1 1,7-5 17,-2 1 1,4-5-12,1 4 1,6-6-193,3 2 0,9-3 126,1-2 1,4-5-200,-4 0 0,5-6 176,-5 1 1,2-4 21,-2-5 0,-4 4 141,4-4 1,-4 3 42,-6 2 1,2-1 396,-6 1-123,6 0 369,-10 0-305,6 6-299,-7 1 1,0 14 170,0 2 1,0 5-17,0 5 1,0-3-37,0 3 1,0-3-108,0-2 1,6 0-9,4 1 1,2-6-102,2 1 0,2-7-193,3 1 1,-1-2 97,5-2 1,-4 0-169,5 0 0,-5-11-133,5-3 1,-5-5 105,4 0 0,-4-3-5,5-7 0,-7 1 74,2-1 0,-3-1-161,-2-3 0,-1 2 123,-4-7 1,-2 6-187,-7-1 1,0 3 361,0 2 1,-2 7 314,-3 7 1,-3 6 60,-6 8 1,2 2-134,2 2 0,-3 6 69,4 9 1,-2-2 114,1 7 0,-1-1 255,7 6 0,-6-1-136,5 1 0,1-1 158,4 1 1,0-1-293,0 0 0,0-4-338,0 0 1,1-5-287,4 5 0,3-7 244,6 2 0,0-8-303,1-2 1,5-5 126,4 0 0,-2-4-78,2-4 0,-1-4-26,6-7 0,-1 0-64,1-4 0,-3-2 69,-2-3 0,3-1 61,-3 6 0,-4 0 340,-1 5 0,2-3-26,-2 2 0,0 0 118,-5 10 1,0 0-108,0 5 228,7 0-137,-5 0 0,3 2 84,-10 2 1,-1-2 53,-3 3-153,-4 3-505,6-7 161,-7 6 225,0-1 0,-2-4-59,-3 2 1,-3-2-143,-6-2 0,0 0-58,0 0 0,-5 1 115,0 4 0,-5-2 317,5 7 1,-5-1-147,6 5 0,-1-4 321,4-1 0,-4 6-48,0 4 1,5 0-198,5-5 0,6 0-87,-2 0 0,3 0-157,2 1 0,2-3 175,3-2 0,4-4-130,10-6 1,-2 0-86,7 0 0,0 0-302,4 0 1,-4-6 120,0-4 1,-2-7 121,1-2 1,3-2 91,-7 2 0,0 2 99,-5-7 1,-2 7 497,-2-2-281,3 3 275,-12 2-324,5 6 1,-6 3-57,0 10 1,0 3 199,0 6 0,-4 0 18,-1 1 1,0-1-10,5 0 1,7 0-211,2 1 0,-1-3-169,1-2 0,6 1 142,4-7 0,6 1-122,-1-5 1,2 0 58,3 0 1,-5-6-280,-1-4 1,-1-7-200,2-2 1,-2-5 188,-3 5 0,-8-6 4,3 1 0,-4-2 110,-1-3 0,-2 1 1,-7-1 0,0 2 72,0 4 0,-2 2 118,-3 7 287,4 0 249,-12 6 1,10 3-60,-6 10 1,5 8 82,0 5 0,0 8 175,0-3 1,2 0-167,-3 0 1,4 1 7,1 4 0,0-1-347,0-3 0,-5 1-238,0-6 1,1 0 119,4-5 0,0 1-71,0-1 0,0-5-1403,0 1 553,0-7 450,0 3 0,1-7-18,4-4 0,3 2-78,6-7 1,0 1 194,0-5 0,7-1 242,3 1 1,-2 1-59,2 4 1,-6 3 347,6 6 0,-5 0 162,5 0 1,-12 0-6,3 0-69,-4 0-237,-3 6 0,-2 2 169,-6 6 0,-6 0-282,-4 1 1,-4-6-205,-5 1 1,2-3-89,-7 3 0,2 1-39,-2-6 0,-1 1-79,6-1 0,0-4-191,5 4 199,-1 3 1,3-5 195,2 7 335,4-7-101,6 3 1,8-6 399,6 0 0,2 0-232,8 0 1,-1-2-2,6-2 1,4 1-147,0-7 0,2 1-66,-2-6 1,-1 0-160,6-4 0,-7 1 118,2-5 1,-3-1-216,-1-5 0,-1 1 74,1 0 0,-7-1-146,-3 1 1,-5-5 89,-5-1 1,2 1-152,-6 5 0,0 1 313,-5 3 0,-5 8-93,0 7 1,-1 6-33,1-2 1,-1 5 323,-3 5 0,-2 3 440,6 6 0,-6 0-180,1 0 0,4 5 106,1 0 0,-1 7 39,1-3 1,-4-1 258,4 2 1,0-2-209,5 2 1,0 1-216,0-6 1,0 2-287,0-2 1,2-4 86,3 4 0,4-8 47,10-1 0,-2-7-59,7 2 0,0-4-268,4-1 0,1-6-111,-1-3 0,5-9-259,0-1 1,1-6-367,-6 1 0,-6-1 348,-3 1 0,-3 4-489,-2 6 674,-6-7 146,-2 12 0,-12-4-133,-3 13 0,-4 1 313,-1 4 1,-1 8 33,1 6 0,2 1 404,2-1 0,4-3 321,6 3 0,0 2-326,0-2 1,1-1-209,4-3 0,8-3-37,6-2 0,4 1 115,-4-6 1,5-1-1101,-5-4 0,6 0 789,-1 0 0,-35-44 0,-8-11 0</inkml:trace>
  <inkml:trace contextRef="#ctx0" brushRef="#br0">1877 13875 13162,'6'-8'1154,"-4"-4"1,4 9 894,-6-7-1721,0 7 0,0-2 400,0 10 0,-1 3-297,-4 6 0,-3 7 278,-6 2 0,-2 10-143,-3 5 1,-3 3-219,-6 2 1,-2 4-74,-4 1 0,0 6-96,-4-2 0,-2 1 179,7-1 1,-2 2-277,2-6 0,5-1-139,-1-4 1,4-12 140,11-2 0,-2-6-844,11 1-1391,-6-3-2316,10-14 728,-6 0 1888,14-7 0,2 0 851,10 0 1017,-3 0 1,22-18 0,8-8 0,0-2 0,1 0 0</inkml:trace>
  <inkml:trace contextRef="#ctx0" brushRef="#br0">2105 14330 21898,'0'-22'-3258,"0"2"3446,0 5 1,0 1 3677,0 0-3884,0 0 1,0 4-123,0 1 1,-2 6 191,-3-2 0,-3 5-211,-6 5 1,-5 2-643,0 8 0,0 0 430,5 4 0,-5 2-13,0 3 1,5 1-74,5-6 0,1 6 204,-2-1 0,4-2-264,6 2 0,0-7 97,0 2 1,1-3-403,4-2 1,3-1 49,6-4 0,5-3 309,0-6 0,6 0-18,-1 0 0,3-6 293,1-3 1,1-4 179,-1-1 0,-4 0 54,0-1 1,-7 1 377,2 0 0,-8 0 49,-1-1 1,-7 6 1245,1-1-588,-2 7-678,-2-3 0,-5 12 6,1 4 0,-7-1-236,1 6 1,4-9 20,1 8 0,3-3-130,2 3 1,0 1-287,0-1 1,7-5-68,2 1 1,10-7-286,5 2 0,3-4-165,1-1 0,1-1 330,-1-4 1,0-5 110,1-9 1,-2 2 129,-4-7 1,-2 5-33,-7-4 0,-1-1 77,-4-4 0,-4 4 268,-10 0 1,-4 7-125,-10-2 0,-5 8 180,-9 1 0,1 7 116,-6-2 1,7 10-125,-2 5 0,4 2-154,6 3 1,-3-1-44,7 0 0,7 0 13,7 0 0,3 1-67,2-1 1,0-5-189,0 1 1,13-6 52,6 6 1,3-7-208,7 2 1,-4-4 25,8-1 1,2-1 78,-2-4 1,5-1 268,-5-4 1,7-1 135,-3 7 0,-2-6 283,-2 5 0,-1-4-189,1 4 0,-9 0 38,0 5 1,-7 0-103,-3 0 0,-4 7 195,-1 2 1,-6 4 88,2 1 0,-10 0-159,-4 0 1,-4 5-172,-1 0 0,-2 0-92,-3-4 0,2-1-253,-7 0 0,5-5 80,-5 1 0,7-5-120,-2 4 0,8-6-318,2 2-606,-1-3-186,2-2 847,2 0 0,12-7-125,4-2 0,9-5 212,4-5 0,9-2 291,1-3 1,7-7-95,-3 2 1,0-4-1,1 0 0,-7-3-2,2-7 1,1-4 198,-6-1 1,2 7 41,-11 8 0,-6 3 384,-9 2 1018,-2 5-1044,-2 9 0,-6 8 115,-4 6 1,-2 8-31,-3 6 0,1 2 143,0 8 1,4-1-80,1 6 0,4 4-50,-4 0 0,6 0-50,-2-4 1,3-6 118,2 1 1,0 0-318,0 4 1,5-6-189,0-3 0,6 0-425,-2-5 0,9 4-200,1-9 0,0-2-587,-5-3 1,0-2 477,0-2 1,0-2-331,1-2 0,-1 0 68,0-5 0,-4-2-166,-1-8 1,-6 2 1121,2-7 0,-22-25 0,-7-11 0</inkml:trace>
  <inkml:trace contextRef="#ctx0" brushRef="#br0">2915 14245 8509,'-14'0'679,"0"0"1162,6 0-950,1 0 1,9 0-342,3 0 1,9 0 6,10 0 1,7-5-580,2 0 0,7-4-518,-2 4 1,-2-4 240,2 4 1,-6-1-1051,1 1 1349,-9 3 0,-17 2 0,-8 8 0</inkml:trace>
  <inkml:trace contextRef="#ctx0" brushRef="#br0">3455 14373 8468,'-8'0'4240,"2"0"-3156,6 0-934,6 0 1,2 0-297,7 0 0,-1 0-272,0 0 1,0-2 386,0-3 0,1 4-2726,-1-4 2757,0 4 0,32-6 0,8-1 0</inkml:trace>
  <inkml:trace contextRef="#ctx0" brushRef="#br0">3811 14373 9113,'14'-14'2890,"0"-1"-2362,0 1 0,5-2-240,0-3 1,5 4-227,-5-4 0,6-2-122,-1 2 0,1-5 167,-1 6 1,1-8 28,-6 3 1,-1 2 8,-9 2 1,-3 3-208,-6 2 1,0 5 63,0-1 0,-6 7 39,-3-2 0,-10 5 56,-5 5 0,-1 3 8,1 6 1,-3 5-172,3 0 1,4 5 120,1-5 0,3 4-97,2-4 1,4 5 84,1-5 0,6 5-22,-2-5 1,3 4 17,2-4 0,7 0 27,2-5 1,9-1-63,1-4 0,11 3-9,-2-8 1,5 1-263,0-5 1,-1-6 101,6-4 0,-7-4 47,3-5 0,-4 2 57,-2-7 1,1 0-65,-1-4 1,-1-5 6,-3 0 0,-4-5 16,-6 4 0,-1-5 43,-4 1 1,-2 3 30,-7 2 0,0 5 175,0 4 1,-7 3-118,-2 7 1,-4 6 193,-1 4 0,5 2-92,-1 2 1,2 2-51,-1 2 1,-4 9 38,4 6 1,2 1 95,3-1 1,0 2 184,0 3 0,2 7-90,-3-2 0,4 2 213,1-2 0,0-1-75,0 1 1,-5 4-77,0 0 0,1 5-6,4-5 1,0 6-84,0-1 1,0-1-91,0 1 1,-2-7-136,-3 2 0,2 2 72,-6-2 1,4 4-307,-5-9 1,6 4-43,-6-9 1,5-1-8,-4 2 0,6-6-15,-2 0 1,-1-6-36,1-3 50,-6-6 153,9 4 0,-6-7 13,4 0 1,1 0-208,-7 0 140,7-7 1,-8-1-223,6-6 1,-6 5 79,2-1 1,1 1-327,-2-6 1,2 1 124,-1 0 1,-2-5 3,6 0 1,-4 0 128,4 5 0,0-5 150,5 0 0,0 0-18,0 5 1,8-2 193,6-3 0,7 2 182,7-7 0,4 5-140,6-5 0,0 1 152,9-6 0,4 1-266,1-1 1,5-5-20,4-4 0,-4 1 32,0-1 0,-7 5-15,-7-5 1,-2 5-13,-3-5 0,-10 7-26,-9-2 0,-9 3 313,-5 1 0,-4 7-115,-1 3 0,-1 10-143,-4 4 1,-8 3 379,-6 2 0,-1 0 495,1 0 1,3 7-299,-3 2 1,-1 5-131,1 5 0,0 3-155,4 7 0,3-1-55,2 1 1,-1-1 133,7 0 0,-6 2-43,5 4 1,-1-3 110,1 7 0,4-6-91,-4 1 0,3 3 18,2 2 1,2-3-118,3-2 1,-4-3 50,4-1 1,1 1-23,-1 3 1,0-8-178,-5 3 1,0-9-120,0 0 1,-2-3-229,-3-2-49,4 1 288,-12-1 1,5-2-123,-6-2 1,0-4 71,0-6 1,-1 0-229,1 0 0,0-5 154,0 1 1,0-7-129,-1 1 1,6-2 72,-1-3 0,7-5-189,-1-4 0,2-1-292,2 1 1,11-3 218,3 4 1,5-7 213,0 1 1,3-2 109,7 7 0,1 3 132,3 2 0,-2-1-135,7 1 1,-6-3 184,1 8 0,2-4 278,-2 9 1,-1-2-150,-9 1 1,-2 4 817,-7 6-253,0 0 39,1 0-385,-8 6 0,0 2 138,-7 6 0,0 1-192,0-1 0,0 0-35,0 0 0,0-4-266,0-1 0,0 1 233,0 4-876,0 0 64,0 0 127,6 0 1,2-4 192,6-1 0,-4-5-30,-1 0 0,1-4 257,4-4 0,0-4 8,0-7 0,5 1 37,0 0 1,0 0 7,-5 0 1,-4-1 202,-1 1 0,-1 0-34,2 0 1,-2 0 558,-4-1-116,-2 7-194,4-4 0,-6 9-151,0-7-82,0 7-98,0-3 152,0 6-1592,0 0 1290,0-7 84,0 6 253,0-6-191,0 7-1119,0 0 990,7 0 7,-6 0 111,5 0 1,-4 0 144,3 0-109,-4 0 67,6 0-51,-7 0 1,1 0 66,4 0 0,-3-1-222,2-4-12,-2 4 37,-2-6 0,1 7-248,4 0 304,-3 0-264,4 0-300,0 0 58,-4 0-206,4 0 121,-6 0 0,2 0-1451,3 0-670,-4 0 1191,6 0-95,-7 0 1312,0 0 1,-64 13 0,-15 3 0</inkml:trace>
  <inkml:trace contextRef="#ctx0" brushRef="#br0">4991 14259 16280,'8'-2'284,"-3"-2"1,1 1-358,-1-7 0,1 5-66,-1-4 0,-2 1 136,6-1 1,-4-4-156,4 3 0,-5-4-70,0-5 1,3 3-140,-3-3 1,1 4 144,-5 0 0,0 6 68,0 0 1,-6 5 115,-4 0 1,-2 2 31,-2 2 1,-5 0 142,0 0 0,0 8-78,4 6 0,-4 0 21,1 5 0,3 3 40,6 2 0,4 1 169,-4-1 1,5 1-104,0-6 0,2 5-27,2-5 1,6 5-270,4-5 1,3-5 134,1-5 1,6-4-248,4 5 0,-2-7 22,2 1 1,0-2 27,4-2 1,-4-6 15,-1-4 0,-1-2-130,2-3 0,-2-4 192,-3 0 1,-3-4 135,3 4 0,-3-6 34,-2 1 1,0-1 1,0 1 0,-1 2-39,-3 3 0,2 3 14,-2-3 1,1 8 143,-2 2 0,4 5-107,-4 0 0,4 2 126,1 2 0,-4 0 46,-1 0 356,1 0-547,4 6 1,-5 1-26,1 2 0,-7-1-290,2-3 306,-4-4-187,-1 6 0,0-6 283,0 4 15,0-3-181,0 4 1,-1-6 62,-4 0-172,-3 0 0,-6 0 100,0 0 1,-1 5 42,1-1 0,0 7 72,0-1 0,0-2-4,-1 1 0,1 1-57,0 4 0,1 0 5,4 0 1,-2 1 33,6-1 1,0 5 39,5 0 1,0 0-157,0-5 0,2 0 100,3 0 1,2-1-220,8-4 0,4 3 42,0-8 0,6 1-99,-1-5 0,2-2 136,3-2 1,-5-4-20,-1-6 1,1-1 65,4 1 0,-4-6-7,0-4 0,-5 0-149,4-4 1,-5 3 21,1-9 0,-3-2-159,-2-2 1,-6-1 240,-4 1 1,3 3 29,-3 7 0,1 5 262,-5 4 202,0 4 0,-1 7-240,-4 3 0,3 5 47,-2 5 0,0 3 51,0 6 0,2 5 169,-3 0 0,-1 8 160,1 1 0,-4-4-160,4 4 1,-1-3 12,1 4 0,3-1-285,-2 1 1,2-1-214,2 1 1,0-7 113,0-3 0,0 1-145,0-1 0,6 0-805,4-5 0,4-6 61,5-3 0,3 1-290,7-1 1,-6-2 374,1-8 1,-2 2-155,2-6 0,1-2 260,-6-8 0,-2 1 5,-7-5 0,1 4 153,-6-5 0,-2 2-60,-8-2 0,-4 4 246,-10 6 1,1 1 223,-5 3 1,-1 3 230,-5 2 1,3 3 148,2-3 1,-1 4 492,6 1 0,4 0 1174,6 0-1429,6 0 1,-3 1 208,6 4 0,6-3-224,3 3 0,10-4-221,5-1 0,3 0-96,1 0 0,-1 0-204,-3 0 1,3 0 172,-4 0 1,-2 0-164,-2 0 1,1 0 146,-1 0 0,0 2-17,-4 2 0,-6 0 233,0 5 1,-5-4-158,0 4 0,-2 1 100,-2 4 1,0-5-81,0 1 1,0-1-46,0 6 0,0-1 16,0 0-326,0 0 1,0 1-47,0-1 1,5-5-748,-1 1 214,8-7 0,-9 3-79,6-6 150,1 0 387,4-6 0,0-4 63,0-9 1,1 2 1,-1-7 1,-2 5 114,-2-4 1,2 5 413,-2-1 0,1 4-191,-2 0 1,-2 1 1013,-7 0-496,6 6-82,-4 2-363,4 6 0,-1 1 134,0 4 0,-1-2-91,-4 7 1,5-1-55,0 5 1,1 5-337,-1 0 0,-2-5 83,6-4 1,-5-1-299,0 6 1,4-1-5,2 0 1,-2-4-135,1-1 0,-4-6 192,4 2 0,-4 1 96,5-1 0,-6 0 25,6-5 1,-2-7 134,1-2 0,4-4-224,-4-1 0,2-2-111,-1-3 0,1 2 245,-6-7 1,6 7 6,-2-2 1,-3 3 273,-1 2 1,-2 1 114,2 4-41,-3-4-198,4 5 109,-6 0 189,6 2-201,2 6 1,6 2-114,1 2 1,-1-2-41,0 3 1,0-4-98,0-1 0,-2 0-1,2 0 0,-8 0 36,8 0 0,-3 0-44,4 0-50,-1-6 45,0-2 0,-1-6-4,-4 0 1,-1 4 83,-3 1 0,-4 4 1,4-5 227,-3 7-108,-2-9-72,0 10-138,-7-4 56,6 6 0,-7 0-110,3 0-341,4 0 473,-6 0 0,6 0 41,-4 0 1,3 1 204,-2 4 0,0-3 153,0 2-237,2 4-7,-4-6 70,-1 10 1,6-10 1,-5 6-14,6-3 0,-2-4-358,-3 4 305,4-3-350,-6-2 0,7 1 135,0 4 343,0-3 0,-1 5-118,-4-2 1,3-2 107,-2 7 1,2-5-143,2 4 1,0-4 59,0 4 1,0-4-55,0 4 0,2-1 87,2 2 0,0 1 22,5-6 1,1 4-115,4-4 1,2 4-121,3-4 1,3 0-8,6-5 1,1 0-195,-1 0 1,0 0 24,1 0 0,4-7-228,0-2 0,0 1-424,-4-1 0,-2 4-826,-4-5 1,-2 6-1693,-7-6 3360,0 7 0,-25-10 0,-6 5 0</inkml:trace>
  <inkml:trace contextRef="#ctx0" brushRef="#br0">6924 14074 8288,'-4'-9'2555,"-1"-1"-1043,0 7-700,5-9 0,0 8 87,0-5-308,0 6-794,0-4 286,0 1-3589,0 4 3506,0-4 0,-12 31 0,-4 7 0</inkml:trace>
  <inkml:trace contextRef="#ctx0" brushRef="#br0">27128 11188 7770,'0'-14'674,"1"1"1020,4 4-696,-3 3 44,4 6-412,-6 0 1,5 1-199,0 4 0,-1 4-56,-4 10 1,0-1-140,0 5 0,5 0 25,0 0 0,0 3-118,-5-7 1,0 4-1,0-4 0,0 2-1,0-2 1,0-4-155,0 4 0,0-8-1047,0-1 322,0-7-152,0 10-435,0-12 48,0 6 1,4-9 483,1-3 791,0 4 0,1-43 0,2-4 0</inkml:trace>
  <inkml:trace contextRef="#ctx0" brushRef="#br0">27256 11103 7770,'-8'-21'141,"-5"-1"34,4-6 0,-4 4 615,-1 1 1,1 5-200,4-1 1,-2 3 422,6 2-605,-6 6 1,8 2 146,-7 6 1,1 2-321,-5 2 0,-1 9-225,1 6 1,-5 6 129,0-1 0,-4 7 13,4 3 0,-5 4-131,5-5 1,-5 5 35,5-5 0,0 6-191,5-1 0,2-1 95,2 0 1,-1-3 73,6 4 1,1-2-11,4 2 0,1-3-118,4-7 0,4 0 12,10 1 1,-1-5-170,5-1 0,1-5 256,4 1 0,7-8 84,3-2 0,-1-4 200,0 4 1,0-6-129,1 2 1,3-10 108,-3-4 1,3-5 46,1-5 0,-4-3 211,0-7 1,-6 1-91,1-1 1,-5 1 38,-4 0 0,-5-6-369,-9 1 0,1-6-188,-7 1 0,-1-8-165,-7-1 1,-10-7 160,-10 2 0,-5 1-175,-4-1 0,2 13-203,-7 1 0,5 12-508,-5 7 0,4 10 163,-3 4 0,10 5-186,-2 5 1,10 4-1680,0 10 2669,10-3 0,15 24 0,10-2 0</inkml:trace>
  <inkml:trace contextRef="#ctx0" brushRef="#br0">28407 11103 7975,'8'-14'186,"-1"-5"1,-7 0 330,0 2 0,4 1 42,1 2 0,0 4-179,-5 1 0,-2 4 569,-2-5-629,2 1 0,-11-1 59,4 1 0,1 6-83,-1-2 0,-3 3-28,-6 2 1,2 7-219,-3 2 0,-2 4 66,2 1 1,-4 7-86,4 2 0,0 9 63,4 1 0,1 0-129,0-4 1,6 4 43,3 0 0,4-1-75,1-9 0,6 3 148,4-7 0,4 4 37,5-4 1,-2 0-34,7-5 1,-7 1 10,2-1-148,3 0 1,-7 0 150,-1 0 0,-6-4 9,-8-1 1,-2-1-64,-3 2 1,-7 1 18,-7-6 0,-7 4-118,3-4 1,-4 4-39,-2-4 0,3 0-129,2-5 1,-1 0 241,6 0 149,-7 0 1,12-7-141,0-2 1,6 1 9,8-1 0,0 4-452,0-5 290,0 7 0,6-3 86,4 6 1,-2 0 90,1 0 1,1 0 113,4 0 0,0 1-164,0 4 1,-4 2-7,-1 2 0,1 2-87,4-6 1,5 1 14,0-1 1,5-4-277,-5 4 0,6-3 117,-1-2 0,7-7 31,2-2 0,5-5 166,-5-5 0,1-3-36,-6-7 0,0 1 156,1-1 0,-9 2 327,-5 4 1,-3 1-4,-7 3 1,0 8 299,-5-4 0,-2 11-383,-3-1 0,2 3-81,-6 2 1,1 8-113,-2 7 1,-1 0-8,7 9 1,-3-5-113,3 5 1,2-1 95,-3 6 0,4-7-203,1-3 1,1 1-10,4-1 1,-2 0-177,7-4 0,-1-8-181,5-2 0,1 1 221,-1-1 0,0 0-36,0-5 0,0-6 46,1-4 1,-3-2 57,-2-3 0,2-4 102,-2 0 1,-2-1 192,1 1 0,-4 3-68,4-3 0,-4 3 179,5 2 0,-6 5 312,6-1-346,-1 7 0,6-3 112,-1 6-171,0 0 1,-1 6 13,-4 3 1,2-1-78,-6 2 0,4-1-3,-4 6 0,5-1-173,-6 0 1,6-5-626,-5 1-51,-1-1 1,1 1-30,0-1 346,0-5 209,-5 2 52,0-6 1,1-2 33,4-2 1,1 0 152,4-5 0,2 4 63,-2-4 1,2 6 338,3-2 1,-6-2 30,1 3 0,-1-1-144,5 5 1,-4-5-182,-1 1 1,1-1-64,4 5 0,0 0-42,0 0 0,2-2-136,3-3 0,-1 4-315,5-4 0,1-1 220,4 1 1,6-4-62,-1 4 1,0-5 222,-5 6 0,-4-1 61,0 5 1,-7-5 765,2 0-403,-3 1 1597,-8 4-725,-2 0-740,-6 0 1,-6-5-242,-4 0 0,-2 0-510,-3 5 135,1-6 0,-5 5-179,0-4 0,0 5 60,5 5 0,0-2-317,0 6 1,-1 1 251,1 4 1,2 0 106,2 0 1,-1 1 59,6-1 1,-4-5 40,4 1 0,0-1 53,5 5 1,2-4 43,3-1 1,-2-4 109,6 5 0,1-7-11,4 2 0,2 1 164,3-1 0,-3 1 81,3-1 1,-8-2-90,-2 6 1,-1-4-50,1 4 1,2 1 8,-6 4 0,0 0 92,-5 1 1,0-1-169,0 0 0,-2 2-136,-2 3 1,-4-3 66,-6 3 0,-5 1-145,0-1 0,-2 0-192,2-5 0,2-1 104,-7-4 0,7 2-25,-2-6 1,3 0 116,2-5 1,6-2 144,3-2 1,3-6-244,2-9 1,4-5-152,5-9 1,7-3 51,12-7 0,2-4 169,4-1 0,3 0-357,11 0 1,-2 4 309,6-4 1,-5 4-22,5 2 1,-6 4 21,2 0 1,-12 11 6,-8-1 0,-10 10 143,-9 4 0,-6 0 220,2 4 0,-10-2-31,-4-3 1,-4 7-161,-1 4 0,0-3 106,0 3 1,-5-1 186,0 5 0,-2 5-288,2-1 0,3 12-18,-3-2 0,4 9-13,0-4 0,1 6 104,0-2 1,6 4 158,3 2-1,4-1 96,1 1 1,0-6-105,0 1 0,6-7-33,3 2 1,9-3-142,1-2 0,6-1-160,-1-4 0,3-2 126,1-7 1,-1 0-207,-3 0 0,2-7-13,-2-2 0,-2-4-205,2-1 1,-7 0 143,2 0 1,-8-1 60,-1 1 0,-5 0 488,4 0-35,-6 6-97,4 2 1,-9 6-44,-3 0 0,2 6 144,-6 3 1,-1 4-78,-4 1 0,6 0 24,3 1 1,-1 0-151,1 4 0,0-3 12,5 3 1,2-8-805,3-1 1,3-2-222,6 1 0,2 2-635,3-6 1,3 0 472,6-5 0,1 0-324,-1 0 1,1-5 1420,-1 0 0,13-25 0,3-1 0</inkml:trace>
  <inkml:trace contextRef="#ctx0" brushRef="#br0">30384 11330 7975,'8'-14'3236,"-2"0"-1426,-6 0 1230,0 6-1341,0 2-1108,0 6 0,0 6-219,0 3 0,0 9 52,0 1 1,0 8-192,0 1 1,-5 2-186,0 8 0,1-6 5,4 1 1,-5 1 141,0 0 0,1 5-336,4-1 1,-2-3-137,-3-2 1,4-5-817,-4-4 169,3 3-629,2-11 1320,0-2 0,0-9 307,0-10 0,0-5-338,0-8 1,0-6-259,0-9 0,0-5 101,0-10 1,0 3 250,0-8 0,7 8 88,2-3 1,4 1-26,1 4 0,0-1 163,0 11 0,5 6-114,0 8 0,5 5 145,-5 4 1,5 4-31,-5 6 1,0 6 0,-5 4 1,-2 2 113,-2 3 0,1-1-36,-6 0 1,-1 5 113,-4 0 0,-1 0-123,-4-5 0,-4 5 87,-10 0 0,1 0-198,-5-5 0,4 0-140,-5 1 1,5-1-120,-5 0 0,7-1-57,-2-4-78,3 4-197,2-12 199,6 6 0,10-9 168,12-3 0,6 2 159,9-6 0,1-5-89,3-5 0,-1-2 32,6 2 1,-7 2 230,2-7 0,-3 5-68,-1-5 0,-2 5 137,-4-4 1,-2 5 169,-7-1 0,-4 8 714,-1 2-413,-6 6-303,-3-4 1,-9 14-100,-10 2 0,3 5 22,-3 5 0,3-1-118,2 5 0,1-4 63,4 5 0,1-7-170,3 2 0,4-3-66,-4-2 0,5 1-191,5-1 1,7-5-13,7 1 0,7-7-113,-3 2 1,4-4 102,2-1 1,-1-6-128,0-3 0,1-4 303,-1-1 0,-4-5-96,0 0 0,-9-7 174,0 3 0,-3-3-32,-7 3 0,0-4 192,-5 3 0,-8 4-75,-6 1 1,-7 8-41,-7 1 1,-2 7-62,-4-2 1,4 10-113,-3 5 1,3 2-24,2 2 1,4 2 60,0 3 0,9-3-28,0 3 0,8-3-11,7-2 0,1 0-96,4 0 1,9-4 13,10-1 0,4-6-174,5 2 1,4-5 110,5-5 1,-1-1-89,-3-3 0,-1-4 513,-4 4 1,-3-4-154,3-1 1,-9-1 440,-5 1 1,-3 5 206,-2-1 79,-6 7-147,-2-3-173,-6 6 0,-2 1 21,-2 4 0,2 3-29,-3 6 1,-1-4-363,1-1 20,1 1 1,5 2-382,4-2 0,-2 1 139,6-6 1,6 1-70,4-1 0,4-4 15,-4 4 1,5-3-154,-5-2 1,6 4 99,-1 1 1,-2 0 0,2-5 0,-7 0 764,2 0 0,2 5-238,-2-1 0,0 1 174,-5-5 0,0 0-192,0 0 1,5 0-122,0 0 0,0-2-34,-5-2 1,2 1 9,3-7 0,-2-1-140,7-8 1,-7 3-309,2-3 0,2-3-133,-2-2 1,5-7 182,-5-2 0,-2-2-47,-8 2 1,2 1 88,-6-6 1,5 4 53,-6 0 88,1 1 0,-6 19 123,-4 0 1,2 6-35,-7 8 1,1 8 164,-5 6 0,-1 11 550,1 8 1,0 7-344,0-2 1,1-2 535,4 2 0,-3-5-324,8 5 0,-6-6-305,6 1 1,-1-3-162,5-2 0,-5-4-163,0 0 1,1-7-393,4 2 0,0-8-2089,0-1 793,6-7 1,-5 2 851,4-10 0,-3-3-9,-2-6 0,-5-7 355,0-3 0,-4-2 271,4-3 1,0-4 285,5 0 0,0 1 254,0 9 1,7-3-136,2 7 0,10 0 50,5 5 0,3 1 1215,1 4 1,8-2-566,7 6 1,0-4-51,4 4 1,-9 0-898,-5 5 1,-3 0-1901,-1 0 1812,-14 7 214,-2 0 0,-63 27 0,-14 4 0</inkml:trace>
  <inkml:trace contextRef="#ctx0" brushRef="#br0">28592 12397 7739,'-19'-14'306,"0"-1"1,-4 1 454,4 0 1,-5 6-99,5 3 1,0 5-223,5 5 0,0-2-61,-1 7 1,3 4-92,2 5 0,4 1-21,6-1 1,0-1-118,0 5 1,0-4-13,0 5 0,6-7-39,4 2 1,4-4-169,5-6 0,-2 2-71,7-6 1,0 0-356,4-5 1,-1-7 102,-3-2 0,1-9 155,-6-1 0,5-4-27,-5 4 1,-5-5 176,-5 5 1,-5-5 4,0 5 0,-2-4 81,-2 4 1,-6-3 249,-4 7 1,-3 0 158,-1 10-92,0 0 0,0 5-137,0 0 0,6 2-94,3 3 1,5-2 183,5 6 1,9-6-130,10 2 0,4-3-81,5-2 0,-1 0-131,6 0 0,-2-7-291,2-2 1,1-4 81,-5-1 0,-3-7 110,-7-2 1,0 1 263,-10-2 0,-3 2-21,-11-2 1,-2 4-102,-2 5 1,-9 3 108,-6 2 0,-6 4 214,1 6 0,-3 0-78,-1 0 1,4 6 32,0 4 0,12 2-141,-3 3 1,6 5 116,-1 4 0,4 7 122,6 3 1,0 5-147,0-1 1,2 3-11,2 2 1,0 4-95,5 0 1,-4 1 0,4-5 0,-4-2 26,5-3 1,-7 1-153,1-6 0,-2-1-66,-2-9 1,-2 3 132,-2-7 1,-4 0-142,-6-5 1,-1-5 78,1 1 1,-2-7 59,-3 2 1,4-4 18,-4-1 0,1-4 99,-1-1 0,8-8-151,-3-1 1,5-2-2,-1-8 0,4 1-224,6-6 1,6-4-395,4 0 0,9-5-513,4 5 0,-1 0 491,2 4 1,1 7-917,8 3 0,2 5 229,3 5 1323,3 2 0,3 17 0,5 6 0,8-1 0,0 1 0</inkml:trace>
  <inkml:trace contextRef="#ctx0" brushRef="#br0">29843 12354 7815,'0'-28'275,"0"-1"1,0-1 419,0-3 1,0 8-212,0-4 1,0 6 32,0-1 1,0 2 11,0 3 1,-6 8 239,-3-3 0,-1 9-310,-4 0 0,3 5-187,-8 5 0,-2 3-104,2 6 0,-4 6 18,4 4 1,-2 3-69,2 1 1,4 6 27,-4-1 1,8 6 12,1-1 1,7 0 40,-2 5 1,-1-8-103,1 7 0,0-9 5,5 1 1,2 0 20,3-1 0,-4 1-73,4-6 1,1-6 99,-1-3 0,1-2-313,-1 2 0,-3-7-916,2 2-988,-2-10 650,-2 3 375,0-7 1,0-2 188,0-3 0,-2-2-283,-2-8 0,1 1-204,-7 0 1339,7-7 0,-16-45 0,11 24 0,0 0 0</inkml:trace>
  <inkml:trace contextRef="#ctx0" brushRef="#br0">29545 12567 7815,'-14'0'0,"-1"0"367,8 0 0,-4-1 1435,6-4-576,0 3 0,5-5-519,0 2 0,8 2-260,6-7 1,11 1-447,9-6 0,7 3-342,1 2 0,1-5 116,4 5 0,2-6-110,-1 7 0,-2-4 179,-9-1 0,3 4-271,-7 1 0,-6 6-360,-8-2 639,-10 4 1106,-2 1-718,-20 0 0,4-5 205,-10 0 0,-2 0-46,2 5 1,-5 0 50,6 0 0,-3 0-68,2 0 0,3 2-130,-3 3 1,3 1-212,2 3 1,5 4 74,-1-3 1,2 2-103,-1 2 0,3 2-9,6 3 0,0-3-92,0 3 0,6-3 4,3-2 0,4-1-168,1-4 0,2 2 67,3-6 1,3 0-55,7-5 0,-6 0-48,1 0 0,-2-2 157,2-3 1,-4-3 274,-5-6 1,-1-5-58,0 0 1,-6-1 158,-3 1 1,-4 3 344,-1-3 450,0 3-701,0 2 1,-1 6-129,-4 3 0,2 4-223,-7 1 0,7 1-5,-2 4 0,-1 3-87,1 6 1,1-4 59,4-1 0,0 1-117,0 4 0,6-2-167,3-2 0,6 1-275,4-6 0,-2-1 139,7-4 1,-5 0-194,4 0 0,-1 0 311,2 0 1,1-6 227,-6-3 0,0 1 329,-5-2 23,1 1 0,-7-1 951,-4 1-646,4 6 306,-6-4-463,4 7 1,-7 2-50,-4 3 1,3-2 81,-3 6-190,4 1 1,2 2-274,4-2 1,3 1-84,6-6 1,1 1-113,-1-1 1,5-4 64,0 4 1,1-5-61,-1-5 0,3-3 44,7-6 1,-6 0-72,1 0 1,-5-5 111,5 0 1,-7-6 62,2 1 0,-3-8 53,-2-1 0,-6-2-56,-3 2 0,-4-3 19,-1-7 0,0 2-35,0 3 0,0 4-120,0 5 0,-1 7 291,-4 3 175,3 10 1,-10 4-97,2 10 0,2 4-103,-1 10 0,-1-2 132,-4 7 0,2 1 176,2 8 0,-1-1 342,6 6 0,-4-6-140,4 1 0,-4-3 167,4-2 0,-1 1-322,1-1 1,3-1-178,-2-3 1,2 1-379,2-6 1,2 0 67,2-5 0,-1-1-219,7-4-731,-1 4-1621,6-12 711,-1 6 740,-6-7 0,3-7 307,-6-2 1,4-9 401,-4 0 0,1-8 214,-1 3 1,-4-3 133,4 3 1,-3-3 121,-2 7 0,0 0 191,0 5 1,0 5 384,0-1 0,0 6 186,0-6 820,0 7-566,0-3 0,1 6-406,4 0 1,3 4-252,6 1 1,5 5-255,0-6 1,2 3-205,-2-3 0,-4-2 160,4 3 0,2-2-86,-2 2 1,-5-4-93,-5 4-239,1-4 179,4-1 21,-6 0 660,-2 7 75,-6-6 96,0 6-198,0-7 662,0 0-1319,-6 0 55,4 0 378,-4 0-2,6 0-9968,0 0 8325,-6 0 516,4 6 908,-10-4 0,-22 42 0,-11 3 0</inkml:trace>
  <inkml:trace contextRef="#ctx0" brushRef="#br0">30640 12539 8046,'0'-10'747,"0"1"0,0 4 37,0-4 1,0 4-201,0-5 0,0 6-25,0-6 0,6 1-203,3-5 1,-1-5-132,2 0 1,4-7-193,5 3 0,0-3 20,-5 3 1,0-4 9,1 3 185,-1 4-249,0-1 0,-6 12-22,-3-1 14,-4 7 0,-2-2-314,-4 10 0,2-2 11,-7 7-130,1-1 214,-5 5 0,1 1-90,4-1 158,2-6 1,6 4-76,-4-2 1,3-2-317,-2 1 1,2 1-646,2 4 0,0-5 181,0 1 0,0-1 1015,0 5 0,0 1 0,0-1 0,13 13 0,2 3 0</inkml:trace>
  <inkml:trace contextRef="#ctx0" brushRef="#br0">30753 12468 7857,'8'-8'2196,"-1"0"78,-7 3-1060,0 4-649,0-6 0,-2 7 13,-3 0 0,2 0 621,-6 0-909,6 0 1,-5 0 68,3 0-192,3 0-274,-4 0 0,12 0-368,4 0 1,2 0 215,3 0 0,0-4-110,4-1 1,-1-5 115,5 6 0,-4-7-87,5 1 0,-5-2 131,5-3 1,-7-1 244,2-2 1,-5-3-21,-4-3 1,1 4 262,-6 6 0,-1-1 793,-4 1-498,0 6-355,0 2 1,0 7-51,0 4 0,-6 3 96,-3 6 1,1 1-25,-2-1 0,7 0 153,-2 0 1,4 5-233,1 0 1,0-5-195,0-4 0,0-1-186,0 5 1,6-1 157,3-3 0,4-4-344,1-6 0,7 5 194,3-1 1,-2 0 74,1-9 0,6 2 24,4-7 1,0 1-297,-4-5 0,-1-1 179,0 1 1,-5 0 242,-4 0 0,-5 4 424,-5 1 1,2 4 62,-6-5-210,0 7-184,-5-3 1,-7 8 5,-2 2 0,1 4-11,-1 6 1,5-4 32,0-1 1,1-1-97,-2 2 0,3 2-95,-3-2 0,9-2 3,0 1 0,7-6-1,-1 2 0,4 1-65,5-1 1,-2 0 95,7-5 1,-5 0-30,5 0 0,-5-5 21,4 0 1,-5-4 10,1 4 1,1-4 35,-1 4 0,0 0 102,-5 5 1,1 0 236,-1 0-224,0 0 1,0 0 96,1 0 1,-3 2 26,-2 3 1,1-2 35,-7 6-179,8 1 1,-6 4 19,3 0 1,4-4-48,-4-1 0,4-6-114,1 2 0,1 1-69,-1-1 0,5 0-25,0-5 0,6-2-28,-1-3 0,-2 2 78,1-6 0,1-5-138,5-5 1,-7-2 62,-3 2 0,-5 3 16,-5-3 1,2-1-34,-6 1 1,0 0-102,-5 5 0,-8 1-114,-6 4 0,-2 2 106,-8 7 0,1 0 108,-6 0 1,5 8 156,1 6 1,5 1 273,-1 4 0,5 1-31,5-1 0,1 5 196,3-5 1,4 1-268,-4-1 0,10-5 24,4 1 1,8-1-291,2-5 1,7-1 115,-3 2 0,3-7-1173,-3 2 0,3-4-261,-8-1 0,1 0 1420,-4 0 0,-7-19 0,-2-4 0</inkml:trace>
  <inkml:trace contextRef="#ctx0" brushRef="#br0">27185 13761 7868,'-5'-14'759,"0"0"1,1 5-295,4-1 0,0 1-82,0-6 0,6 1 127,3 0 0,4 1-186,1 4 0,2-2 60,3 6 1,-3-4-15,3 4-212,-3 0 0,-2 5 7,0 0 0,-6 2 27,-3 2 0,-4 9-86,-1 6 0,0 6 9,0-1 1,-6 3 23,-4 1 0,-2-1-32,-2-3 1,1 3-95,3-4 1,-1-2 66,7-2 0,-6 1-146,5-1 0,1-4 341,4-6-100,0-6 1,6 8-196,3-6 0,4-7 28,1-7 1,5-4-54,0-1 1,5 0-279,-5 0 0,0-1-547,-5 1 1,5 5-30,0-1 1,0 2-692,-5-1 0,0 3 6,1 6 1584,-8-7 0,-7-1 0,-7-6 0</inkml:trace>
  <inkml:trace contextRef="#ctx0" brushRef="#br0">27469 13562 7868,'-14'-15'265,"0"-4"1,-1 1 408,1-5 0,0 1-246,0-2 0,-2-1-4,-3 6 0,2-5-25,-7 5 1,7 0 203,-2 5 0,3 6-75,2 3 0,-1 4 84,1 1 1,-2 1-221,-3 4 1,-3 4-15,-6 10 1,-1 5-140,1 9 1,0 4-34,-1 5 1,1 1 13,-1-1 0,1 7-72,-1 4 1,9-4-132,6-2 0,1-3 17,8-1 1,2-1-222,8 1 0,4-2-12,10-3 1,3-5 80,7-9 1,6 1 128,3-6 1,-1-1 33,6-9 1,-3 2 18,7-6 0,2 0 21,-2-5 0,5-7 180,-4-2 1,1-5-11,-2-5 0,-1-4 126,6-5 0,-8-5 52,-1 0 1,-3-7-15,-12 2 0,-3 2-127,-11-2 0,-6 2-120,-3-2 1,-6-5-81,-9 1 1,-6-4-103,-12-11 1,-7 8-611,-3-8 1,-5 3 157,-4-3 1,3 13-585,-4 6 1,6 15-564,4 8 1,-2 9 202,7 11 1,0 14-284,5 9 1,1 12 719,3 2 969,4 1 0,2 8 0,4-1 0,6 12 0,5 9 0</inkml:trace>
  <inkml:trace contextRef="#ctx0" brushRef="#br0">28464 13534 7969,'0'-14'-50,"0"0"0,0 4 543,0 1 321,0-1-520,0-4 0,0 4 120,0 1 1,-1 6 306,-4-2-319,3 4-188,-4 1 1,5 0 157,-4 0-234,3 0 25,-10 0 0,8 0-110,-5 0 43,6 0-171,-10 0 1,7 1 15,-4 4 0,-1-2 136,7 6 0,-6-4-1,5 5 0,-4-6 0,4 6 1,-4-5-4,4 4 1,-1-4 52,1 4 0,2-4 148,-7 5-183,7-7 0,-5 8 120,3-6-160,4 6 1,-10-8 27,6 6-241,0-6 198,5 10-48,0-5 113,0 6 1,0 0-3,0 1 1,2-6 107,3 1-82,3-1 1,6 5 8,0 0 1,0 1-93,0-1 0,-1 0 13,-3 0 1,2 0 13,-2 1 0,2-3-114,2-2 0,-6 2 67,-3-2 0,1-2-207,-1 1 233,0 1 0,-7 2 8,-2-2 1,-6-2-204,-9-3 0,2-4 51,-7 4 1,-1-4-55,-8-1 1,3-1 62,-4-4 1,4 2-21,2-7 0,6 3 134,3-3 298,-3-3-207,6 6 78,2-1 0,7 0-651,7 3 389,0 3 0,2-2 156,3 8 1,1 0-19,4 5 1,2-4 95,-2 4 0,-2-1-158,1 2 1,2 2 13,8-2 0,-2-2-1,7 1 0,0-4 46,4 4 0,1-5-59,-1 0 1,2-2 11,3-2 0,-3-2-36,4-2 0,0-4-53,-1-7 1,-1 1 4,-8 0 0,-4-5 51,-5 0 1,2-5-7,-3 5 1,2-6 32,-11 1 1,-1-1-31,-4 2 1,-1-3 88,-4 7 1,2 2-80,-7 7 0,1 4 8,-5 6-29,0 0 0,-1 2-93,1 2 1,1 4 50,4 7 0,-2 0-23,6 4 1,-4-3 134,4 3 1,0-2-90,5 2 1,-5-3-83,1 3 0,-1-3 32,5-2 1,6-4-102,4-1 0,2-1 123,3 1 0,5 3-6,4-8 1,4 1 37,6-5 0,-4 0-4,3 0 1,1-5 9,0 1 1,-1-8 75,-5 3 0,-1-5 74,-3-5 0,1 3-95,-6-3 1,0 3 92,-5 2 0,0 0-96,1 0 1,-1 6 5,0 3 1,-4 2 39,-1-2 1,-4 4 74,4-4-94,-6 3 0,5 7 27,-3 0-155,-3-1 73,4-4-7,-6 7 186,0-6-77,0 6 1,-2-7-68,-2 0-18,2 0 1,-11 4 0,4 1 1,-4 1-47,-1-1 1,0-2-189,0 7 222,-1-1 0,1 5-8,0 1 0,1-1 1,4 0 1,-2-4-12,6-1 0,0 1-3,5 4 19,0 0 0,7-1-98,2-4 1,5 2 91,5-6 0,-1 0-138,5-5 1,1 0 87,5 0 0,-6-2-15,1-3 1,-2-3 86,2-6 0,-2 0 119,-3 0 1,-7 0-107,7-1 0,-11-4 154,6 0 1,-9 0 567,0 5-220,-3 0 64,-2 0-472,0 6-479,0 2 426,-7 12 0,6 2 35,-4 6 1,3 0-47,2 0 1,0 1-58,0-1 1,0-5-44,0 1 1,2-5 23,3 4 0,-2-1-242,6 1 1,2-2-14,8-7 0,-1 0-35,5 0 1,-5 0 129,1 0 0,1-2 53,-1-3 0,0-1 103,-5-3 0,-1-4 188,-3 4 0,1-4-5,-7-1 0,3-1 197,-3 1 169,-2 0-376,4 0 1,-6 4 16,0 1-181,0 6 1,-4-2-437,-1 10 434,0 3 1,5 6 33,0 0 0,0 0-85,0 0 1,2 1 26,2-1 0,0-5-160,5 1 0,5-2-64,5 1 1,2-1-70,-2-3 0,-2-4 179,7 4 0,-7-3-11,2-2 0,2-7 123,-2-2 1,0-2 163,-5 1 0,-5-2 0,1 2 1,-2-7-15,1-2 261,-3 0 1,-6 5 269,0 0 117,0 6-484,0 1-399,0 7 1,-4 2 233,-1 3 0,0 3 113,5 6 1,-5 0-1,1 0 0,-1 0-90,5 1 0,0-1-72,0 0 1,0-4 4,0-1 0,0 1-84,0 4 0,2-5 94,2 1-166,-2-7 1,4 5 297,-6-3 306,0-4 102,0 5-378,0-6 0,0-6-274,0-3 0,0-4-11,0-1 0,5 0-254,0-1 0,-1 1 82,-4 0 0,5-5-162,0 0 1,1 2 101,-1 7 1,1-2-66,4 2 1,2 2 127,-2-1 0,4 6 45,5-2 1,-3 3 167,3 2 0,-8 0-199,-2 0 0,1 0-633,4 0-577,0 0 31,0 7 0,-1 0 547,-3 8 841,-4-7 0,0 4 0,2-4 0</inkml:trace>
  <inkml:trace contextRef="#ctx0" brushRef="#br0">30170 13705 7969,'0'-10'0,"0"1"0,0 4 1315,0-5 0,-4 6-410,-1-6 0,0 6 505,5-6-300,0 7 73,0-3-600,0 6-207,0 0 106,0 6 0,0 3-112,0 10 0,0-3-150,0 3 1,0 2-64,0-2 1,0 4-135,0-4 1,0 0-30,0-5 0,0 1-502,0-1-285,0 0-858,0 0-241,0 0 749,0-6-2095,0-1 2159,7-20 0,-4-3 1079,6-12 0,-3-38 0,-2-17 0,0 24 0,1-1 0,0 1 0</inkml:trace>
  <inkml:trace contextRef="#ctx0" brushRef="#br0">30227 13335 6974,'8'0'576,"5"0"-1266,-5 0-11,6 0 491,0 0 1,0 5 209,1-1 0,-6 1 161,1-5 1,-6 0 180,6 0 1,-5 0-38,4 0 1,-4 0 698,4 0 447,-6 0 1281,10 0-540,-11 0-1073,4 0-43,0 0-624,-4 0 1,4 7-31,-6 2 1,-1 8-140,-4 2 1,3 7-69,-2-3 1,0 9-117,0 1 0,2 0-139,-3-4 0,4 4-178,1 0 0,0-1 183,0-9 1,0 3-740,0-7 1,0-1-965,0-3-778,0-7 1173,0-2 779,0-6 1,0-2 102,0-2 0,-2-6-172,-3-9 0,2 2 181,-6-7 0,6 5 117,-2-5 1,-1 7 550,1-2 1,-1 8 469,1 2-52,3-1 1,-4 1 213,6-1-96,0 7 0,1-3 228,4 6-297,3 0 1,11 0-406,0 0 1,2 0-208,-2 0 1,1 0-162,4 0 0,3 0 28,-4 0 0,-2-5-149,-2 0 1,1 0 103,-1 5 1,-1-1-174,-9-4-20,4 4 150,-12-6 347,6 7 1,-7 7-51,0 2 0,0 4 356,0 1 1,0 0-125,0 0 0,0 1 24,0-1 0,0 0-254,0 0 0,1 0-207,4 1 0,-2-7 97,7-4 1,4 3-151,5-3 0,1 1-307,-1-5 0,-3-2 197,3-2 1,2-4 15,-2-6 1,0-1 162,-5 1 1,-2 0 181,-2 0 0,1-2-3,-6-3 1,4 8 773,-4-3-570,0 9-369,-5-1 0,0 7 240,0 4 1,-5 4-69,0 10 1,-4 5 221,4 9 0,-6 2-50,1 3 1,2 3-39,-1-3 0,0 3-190,-6 2 1,1-1-129,0 1 0,0-7 46,-1-3 0,0-3-143,-4-1 1,3-7 55,-3-3 1,3-5 73,2-4 0,0-4 208,-1-6 0,3-6-36,2-4 0,4-9 86,6-4 0,2-11-394,2-4 1,11-3-371,8-1 1,10-6-8,5 1 1,3-5-518,2 4 0,-5 3 150,0 7 0,-8 9 326,-2 10 1,-6 10-1014,-7 4 1,-7 5 1573,-4 5 0,4-4 0,0 6 0</inkml:trace>
  <inkml:trace contextRef="#ctx0" brushRef="#br0">30000 13491 9808,'0'-9'628,"0"-1"1,0 6-311,0-6 1,0 1 22,0-5 1,0-1-176,0 1 1,5-6 29,-1-4 1,6-3-48,-5-1 0,1-7-131,-1-3 1,-4-8 115,4-1 1,-3-7-167,-2 2 1,0-2-127,0 2 1,0 3 156,0 6 1,-5 9 422,0 5-430,0 7 1,4 14-99,-4 3 0,3 15 214,-2 4 0,-3 8 197,3-3 1,-6 7-142,5-3 1,-6 2 119,2-1 0,1 1-189,-2-6 1,6 0 80,-6-4-234,7-1 123,-10 0 38,12-6-13,-5-2 0,6-7-32,0-4 1,6-5-65,3-9 0,4-3-155,1-6 0,0 0 63,1-1 0,-1 5 86,0 1 1,-1 5-97,-4-1 1,4 4 60,-4 0 0,4 7-122,1 4 1,-4 2 50,-1 2 1,1 2 1,4 2 1,0 0-412,0 5 1,0 2-650,1 8 1,-1-3 1175,0 3 0,7 28 0,1 7 0</inkml:trace>
  <inkml:trace contextRef="#ctx0" brushRef="#br0">27526 14814 7579,'0'-8'-62,"6"1"987,-4 7-433,4 0-154,-6 0 0,2 0 102,3 0-61,-4 0 102,5 0-211,-6 0 1,0-1 167,0-4-47,7 3-354,1-4 0,6 1 102,0 1 0,0-7-102,1 1 0,3 2 20,1-1 1,5-6 25,-5-3 0,5-3 57,-5 2 0,4 2-4,-4-7 0,-1 2-92,-9-2 1,2-1-1,-6 6 1,0-5 65,-5 5-8,0 0 0,-2 7 51,-3 2 1,-2 4-96,-8 6 0,1 1-125,0 4 1,0 8 123,-1 6 0,1 1-1,0-1 1,1 3 73,4 7 1,-2-5 124,6-1 1,-4 1-70,4 4 0,-1-1-90,1-3 0,3 1-214,-2-6 1,4 5-75,4-5 0,4 4-125,6-4 0,2-1 55,3-9 0,3 2-140,7-6 0,-2 0 101,-4-5 0,3-5 79,-8 0 1,3-10 184,-2 0 0,-5-2-95,0 3 1,-1 0 1229,-8-1 8,0 1 537,-5 0-927,0 0 47,0 6-563,-7 1 0,1 14-16,-4 2 0,3 9 6,2 1 0,3 6 21,-3-1 1,-1 2-72,1 3 1,1 4-61,4 0 0,0 5-180,0-5 1,0 5 97,0-5 1,0 2-79,0-2 1,0-3 27,0 3 1,0-7-159,0-3 1,0-5-12,0 1 0,-2-5 32,-3-5 0,-3-2 96,-6-7 1,0 0-28,0 0 1,-5 0 6,0 0 0,-2-7-18,2-2 1,4-8-119,-4-2 1,8-5 75,1 5 0,7-6-149,-2 1 1,5-3 20,5-1 0,3 1 172,6 3 0,7-3-35,2 4 0,-1-4 16,2-2 0,0 6 127,4-1 1,1 5-63,-1-5 0,-1 7 176,-3-2 1,1-2-137,-6 2 0,-2 5 264,-7 5 422,2-1-219,-10 2 153,4 2 15,-6 6-227,0 0-175,-6 6 1,0 2 123,-4 7 1,-1-1-139,6 0 1,-1 0 11,1 0 0,4 1-297,-4-1 1,3-5 20,2 1-30,0-1 65,0 5 0,7-1-115,2-3 1,4-4 145,1-6 1,2 0-75,3 0 1,-2-6 113,7-4 1,-7-3-12,2-1 0,-3-5-4,-2 0 1,-1-6-1,-4 1 0,-2 2 7,-7-1 0,0 0-41,0 0 1,-7 2-28,-2 7 1,-10 6-25,-5 3 0,2 4-141,-2 1 1,1 0 91,-6 0 1,7 6 22,3 4 1,0 4-83,5 5 0,-2-3 56,11 2 1,1-2-135,4-1 0,1-1 58,4 0 0,8-5 50,6 1 1,6-7 46,-1 2 1,4-4 94,5-1 1,-3 0-17,3 0 1,-7-1 197,-3-4 1,0-1 279,0-4 0,-2-1 11,-7 6 86,0-6 0,-6 8 64,-3-6-419,-4 6 1,-1-2 197,0 10 1,0-2 175,0 6 1,2 1-231,3 4 1,-4 0-75,4 0 0,-3 5-251,-2 0 0,4 0 76,1-5 1,5 1-713,-6-1 384,7 0 1,-7-1-385,5-4 30,-6 4-449,10-12 910,-12 6 0,7-9 303,-3-3 1,-3-4-239,2-10 1,3-2-22,-3-2 1,6-4-101,-5 3 1,-1-3 301,-4-1 1,5 4 218,0 1 0,0 10-44,-5-1-150,0 3-459,0-4 31,0 8 1,1 2 303,4 10 0,-4-2 6,4 6 1,-2 1-128,2 4 1,3-5-2,6 1 0,0-5-160,1 4 1,0-4 73,4 4 0,-1-6 24,5 2 0,-4-3 102,5-2 1,-6-5-33,0 0 1,3-6 421,-2 2-277,0-4 0,-6-1 230,-4 0 1,-3-1-66,-6 1 1,0 5 38,0-1 0,-6 7-142,-3-2 0,-9 4-28,-1 1 0,-4 1-10,4 4 1,-5 5-208,5 9 0,0-2 106,5 7 1,1-7 20,4 2 1,-2 1 20,6-1 0,0 2-74,5-2 1,2-3-153,2 3 1,9-5 57,6-5 0,8 2-245,1-6 1,1 0 183,4-5 1,2 0-96,-2 0 0,0-6 93,-5-4 0,-4-4 141,0-5 1,-7 3 243,2-3 0,-5 3-51,-4 2 0,-2 0 248,-3 0 1,-4 4 349,4 1 439,-4 6-795,-1-4 1,-1 7 60,-4 0 1,4 7 296,-4 2 1,-2 4-218,3 1 1,-6 0-75,6 0 0,-1 1-260,5-1 0,-5 0-121,0 0 0,1-4-8,4-1-251,0 1 1,0-1-290,0 1 328,0-7-316,0 3-1,0-6 958,0 0 1,0-6-512,0-4 1,0 2-122,0-1 0,0-1 124,0-4 1,4-5-106,1 0 1,5 0-115,-6 5 0,7-5-22,-1 0 0,-2 0-57,1 5 0,1 1 36,4 4 1,-5-2-109,1 6 0,-5-4-215,4 4 0,-4 0-468,4 5 1,-4 2 165,4 3 1,-5-2 939,0 6 0,-2 39 0,-2 13 0</inkml:trace>
  <inkml:trace contextRef="#ctx0" brushRef="#br0">29289 14814 8081,'0'-15'928,"-2"3"1425,-2 2-719,2-2 545,-4 10-1091,6-4-628,0 6 0,-5 1 23,0 4 1,1-2-98,4 7 1,0-1-278,0 5 0,0 1 8,0-1 1,0 0-43,0 0 0,0 0 55,0 1 1,0-1-140,0 0 101,0 0 0,0 0-299,0 1-71,0-1 240,0 0 1,0-4 203,0-1 187,0-6 395,0 4-552,0-7-234,0 0 1,0-7-46,0-2 1,0-4-380,0-1 0,1 0-228,4-1 0,-2-4 251,7 1 1,-1-6 50,5 5 0,0-5 213,1 5 1,-1 0-22,0 5 0,5 5 144,0-1 1,0 7 273,-5-2 1,0 4-35,1 1 1,-1 1 239,0 4 1,-4 4 41,-1 10 0,-6-3-121,2 3 0,-4-1-62,-1 0 0,0-2-118,0 3 1,0-3-65,0-2 0,0-4-134,0-1 1,0-4-629,0 4 69,0-5-305,0 2 648,0-6 0,7-2 21,2-2 0,4-4 29,1-7 0,0 1-21,1 0 1,-1-5 39,0 0 1,5 0 103,0 5 1,0-3 125,-5 2 0,0-2-43,1 7 0,-6-1 317,0 2 226,1-4-390,4 12 1,-4-6 80,-1 7 130,-6 0 82,4 7-149,-7 1-26,6 6-128,-4 0-211,4 0-268,0 1 142,-4-1-185,4 0 259,0-6 1,-4 0 6,3-4 312,-4-2 526,-1 4-28,0-6 484,0 0-1228,0-6 0,-1 3 15,-4-7-182,3 1 0,-9-5 242,7 0-108,-7 6 0,3-3-66,-7 6 0,1 0-151,0 5 0,0 2 162,0 2 0,-1 0 44,1 5 0,0 1 143,0 4 0,1 0-102,4 0 1,-3 0-123,8 1 1,-1-1-23,5 0 0,0 0-227,0 0 1,8-1 167,6-3 1,0 1-104,5-7 1,2 1 33,-2-5 1,0-1-52,-5-4 1,5 2 346,0-7 0,-2 1 113,-7-6 0,2 0 105,-2-4 1,-2 3 95,1-3 0,-6 8 909,2 1-890,-3 1 0,-2-1 624,0 1-931,0 6 118,0-3 0,0 7 122,0 4 0,0-2-210,0 6-483,0 1 171,0 4 0,6-4-236,3-1 0,4-6 171,1 2 1,1-3-18,-1-2 1,0 0 49,0 0 0,0 0-262,1 0 532,-1 0 0,0-5 185,0 0 1,-4 0 188,-1 5 1,-4 0 385,4 0-62,-5 0 1,7 2 51,-7 3 141,1-4-5,-5 12 6,0-5-794,0 0-88,0 4 20,0-10-244,0 4-789,0-6 575,0 0 1,0-6-408,0-4 1,0 3 398,0-3 0,2 1-65,3-6 0,-2 1 333,6 0 1,1 1 190,4 4 0,0-2 280,0 6 1,0 0 14,1 5 0,4 0 440,0 0 1,0 0-252,-5 0 0,0 2 234,0 3 1,-1 3-293,-4 6 0,2-5-26,-6 1 0,6-2-387,-1 1 1,-2 2-202,1-6 0,-4 1-228,4-1 1,1-4 64,4 4 0,-5-3-398,1-2 1,-1 0 284,6 0 0,4-7-151,0-2 0,4 1 235,-4-1 0,2 1 125,-2-2 1,-2-1 260,7 6 1,-7-4 135,2 4 1,-3-1 158,-2 1 1,0 4-47,1-4 0,-6 3 586,1 2-302,-7 0-13,3 0-170,-6 0 481,0 0-689,-6 0-151,4 0 0,-11 5-205,4 0 0,1 1 154,-1-1 0,-1-2 34,-4 6 0,4-4 272,1 5 15,-1-1 0,1 5-109,0 1 0,5-6-56,0 1-15,-4-1 0,8 5 3,0 0 1,6-6 6,8-3 0,7-3-64,2-2 0,11 0-151,4 0 1,3 0 61,1 0 0,1-7-142,0-2 1,-1-9-47,1 0 1,-7-1-1,-3 4 0,-7-4-38,-3 0 1,-5 1 79,1 3 161,-10 1 0,-4 6-42,-10 3 0,-9 4 98,-10 1 0,2 1 24,-2 4 0,2 3 186,-1 6 0,2 1 377,7-1-151,0 0-242,6 0 1,3 0-18,10 1 1,6-8 87,13-2 1,1-2-275,13 2 1,0-3-161,4 2 0,-1-2-204,-3-2 0,-3 0-522,-7 0 0,-5-2-3310,-4-2 1559,-10 2 2641,-3-4 0,-56 12 0,-13 2 0</inkml:trace>
  <inkml:trace contextRef="#ctx0" brushRef="#br0">27526 15809 8266,'0'-15'298,"0"1"40,0 0 1,2 0 36,2 0 1,-2 4 199,3 1 1,-4 4 175,-1-5 26,0 7 197,0-3-291,0 6-755,0 0 209,0 6 1,0 4 140,0 9 1,-6 3-67,-4 6 0,-2 1-89,-2-1 1,-1 5 13,1 0 0,0 2-44,0-2 1,-1-1 53,1 6 0,-5-5 32,0 5 1,0-6-160,5 1 1,2-8 25,2-1 1,-3-7-652,4 2 110,3-3 0,-2-8-1137,3-4 1086,3-2 0,-2-4-275,8-2 1,4 1 86,7-7 734,-1 1 0,44-44 0,-23 23 0,0-1 0</inkml:trace>
  <inkml:trace contextRef="#ctx0" brushRef="#br0">27810 15908 8353,'0'-14'815,"0"4"1218,0 1-926,-6 6-16,4-10-547,-4 12 1,6-4-20,0 10 1,0 3 124,0 6 0,0 2-241,0 2 0,0 0-45,0 6 0,0-5-177,0 4 1,0-5-150,0 1 1,0 1 187,0-1 0,0 0-117,0-5-693,0 0 603,0 1 272,0-1-488,0-6 0,0-8-332,0-10 0,0-7 109,0-2 0,0-6-127,0 1 0,2-8 234,2-1 0,3 0 117,2 5 1,4 4 243,-4 0 1,4 7 37,1-2 1,0 5 228,1 4 1,-1 4-100,0 6 0,0 0 348,1 0 1,-6 6-106,0 4 0,-4 2 242,5 3 1,-7 0-247,2 4 0,-4-3-303,-1 3 1,0-3-134,0-2 0,0-4-395,0-1-1135,0 0 1143,0-1 1,2-1-214,2-7 1,4-2-7,7-3 1,-1-3 162,0-6 1,5-5 453,0 0 1,5 0 52,-5 5 1,0 0 27,-5 0 0,0 1 466,0 4 832,-6-4-778,5 11 1,-12 2 411,4 10 0,-3 7-75,-2 2 1,0 6-389,0-1 0,-5-2-675,0 2 1,0-2-32,5 2 0,0 1-80,0-6 0,0 5-130,0-5 1,7 0-1364,2-5 1036,4 0 0,1-1-505,0-4 1,1-2 574,-1-7 1,0-7 273,0-2 0,-3-4 138,3-1 1,-7-5 162,7 0 1,-3 0 65,3 5 1,-4 0 485,-1-1 154,-6 1 0,5 1-245,-3 4 0,-3 1 907,2 3-637,-2 4 29,-2-6-455,0 14 1,2 1-15,2 6 0,3 0-550,2 0 0,4 1 85,-4-1 1,4 0 4,1 0 0,2-4-135,3-1 0,-3-4-142,3 4 1,1-5 187,-1 0 1,0-2 8,-5-2 1,0-2 109,1-2 0,-1-6 243,0-9 1,-6 2 50,-3-7 1,-4 5 0,-1-5 0,-1 7 19,-4-2 1,-5 3 68,-8 2 0,-3 1 157,-3 4 1,-3 3-87,4 6 0,1 0 128,-2 0 1,7 0-168,-2 0 0,8 1-52,1 4 1,5-3-1852,-4 2 1187,6 4 0,-2-5 115,10 7 1,4-7 32,10 2 1,-2-4-167,7-1 1,0 0 174,4 0 0,1 0 24,-1 0 0,1-4 168,-1-1 1,0 0 402,1 5 1,-7-5 479,-3 1 1,2-1-167,-2 5 1,-5 0 58,-5 0 0,-4 5 255,4-1-351,-5 7 1,2-3-80,-6 6 1,0-4 56,0-1 1,0-4-1157,0 5 561,0-7 0,-2 3-1581,-2-6 435,2 6-160,-4-4 796,6 4 0,0-7-263,0-4 0,0-3 280,0-6 0,6 4-1,3 1 1,4-1 363,1-4 0,-4 0 251,-1 0 0,1 4 567,4 1 1,-5 6 446,1-2 497,-1 3-1094,6 2 1,-3 2 237,-2 3 0,-2 1-87,-4 4 1,0 2-29,5-2 0,-4 2-853,4 2 1,-1-4 232,2-1 0,2-1-755,-2 2 1,4 1 453,5-6 1,-3-1-650,3-4 0,1 0 377,-1 0 1,0-1 283,-5-4 1,-4-3 6,-1-6 1,-1 0 208,2-1 1,-4 1 642,-6 0 0,0 0-340,0 0 0,0 4 1431,0 1-621,0 5-682,-6-2 1,-2 6-31,-6 0 0,6 6-91,3 4 0,-1 3-27,1 1 0,0 2-163,5 3 0,2-4-163,2 4 1,4-4-452,7-6 1,0 4-212,4-4 1,2-1 254,3 2 1,2-7-6,-2 1 0,3-2 249,1-2 0,-4-6 299,0-4 0,-7-2-180,2-3 1,-8-5 244,-1-4 1,-7 2 229,2-2 1,-5 7-172,-5-2 0,-9 3 107,-10 2 1,-5 1-4,-4 4 0,3 3 9,-3 6 0,2 1-182,-3 4 0,11 3-13,-1 6 1,7 0-37,2 0 0,3 1-8,2-1 0,4 0-376,6 0 0,6 0 123,4 1 1,9-6-57,4 1 1,4-2-60,2 1 1,1-1-83,3-3 1,-2-4 75,7 4 1,-4-5-167,3-5 1,-5-1 402,1-4 1,-8-2-68,-1 2 0,-6-2 156,1-3 0,-10 1 1,-4 0 0,1 0 306,-1 0 210,0-1 822,-5 1-990,-7 6 1,4 2 60,-6 6 0,4 2 263,-5 2 0,7 4 379,-2 6 0,-1 2-379,1 3 0,1-1-102,4 5 0,0 1-48,0 4 1,0 2-276,0 4 1,0-3-65,0 7 0,0-2 43,0 2 1,0 2-140,0-7 0,0 5 127,0-5 0,0 0-212,0-4 1,-2-3-118,-3-2 63,4-3-414,-6-7 440,1-6 0,3-8 195,-7-10 1,3-9-501,-3-4 0,-1-4-566,6-2 0,1-10 171,4-4 0,1-4-475,4-1 1,3 4 635,6-3 1,5 4 59,0 5 0,5-1 244,-5 6 0,6 4 132,-1 6 0,2 10 116,3-1 1,-1 9 80,1 0 1,-2 5 266,-4 5 1,-2 3 112,-7 6 629,0 7-622,0 1 0,-6 0-102,-3-3 0,-5-3-90,-5-2 0,-3-2-113,-6-2 1,-5 3-98,0-4 0,-6-1-115,1 1 1,2-5-336,-1 0 0,0 3 122,0-3 0,-3 1-75,7-5 1,5 0-167,5 0 86,-1 0 284,2 0 1,4 0-23,8 0 0,11-2-29,8-2 0,4-3 102,2-2 1,4-4 85,0 4 0,2 1 149,-2-2 1,-3 1-202,3-5 0,-3 1 579,-1 4 0,-7-4-196,-3 4 0,-4 1 199,0-2-160,-7 7 310,-2-3-409,-6 6 0,-5 1 22,0 4-41,-6 3 0,8 6 90,-6 0 0,6 1-298,-2-1 1,3-5 35,2 1 1,0-1 15,0 5 1,7-4-62,2-1 1,4-5-169,1 0 1,0-2 54,0-2 1,5 0-172,0 0 1,5-6 97,-5-4 0,0-3-17,-5-1 1,-1-2 126,-4-3 0,-3 2-16,-6-7 1,0 5 100,0-4 1,-6 5-85,-3-1 0,-10 8 14,-5 2 0,-3 6 122,-1-2 0,-1 3 152,1 2 0,4 5-116,0 0 0,7 11 88,-2-2 0,5 3-63,4-3 0,4 2-61,6 3 0,0-3-250,0 3 0,11-3 33,3-2 1,12-5-14,2 1 1,2-7 5,8 2 0,-5-4-202,5-1 1,-5-6 159,5-3 0,-1-6 54,0-4 0,-2 2 16,-6-7 1,-7-4 240,-3-5 0,-5-2-130,-5 2 0,-2 1 4,-7-6 1,-8 7 123,-6-2 0,-2 4-41,-8 5 0,5 6 161,-5 8 0,7 4 16,-2 6 1,3 1 192,2 4 1,1 5 40,4 8 0,-2 0-141,6 6 1,-1-1 477,1 6 1,4-1-205,-4 1 1,3 4-154,2 0 0,0-5-211,0-4 1,7 0 32,2 4 0,-1-1-147,1-3 1,1 1-212,4-6 1,0 0-632,1-5 1,3-1 425,1-4 1,0 2-643,-4-6 0,4 0 238,0-5 1,4-2 70,-4-3 0,5-2 231,-5-8 1,0-4 104,-5 0 1,5-4 131,0 4 0,-5 0 146,-4 5 1472,-7-1-833,3 1 111,-6 6-256,0 2 1,0 7 245,0 4 1,0-2-410,0 7 1,2-2-61,2 1 0,0 2-109,5-6 1,-4 5-194,4-6 1,1 6-469,4-6 1,0 1 306,0-5 0,1 0-606,-1 0 606,0 0 0,0 0 26,1 0 87,-8 0 343,6-6-248,-11 4 1,4-2 136,-6 8 0,0 1 704,0 9 0,0-3-334,0 8 0,0 3 238,0 2 1,-5 3-200,0 1 0,1 1-102,4-1 0,0 1-264,0-1 0,-2 1-128,-3-1 1,4 0 153,-4 1 1,-1-7-1,1-3 1,-6-3-131,1-2 1,-2-1-8,-2-4 1,-1-3-84,1-6 1,0 0 84,0 0 1,1-6-164,4-3 1,2-10-232,7-5 1,2-5-501,3-4 0,4-1 320,10-4 0,3-2-274,7 7 1,-1-2-425,1 2 0,-3 8 553,-2-4 0,1 12-803,-6 3 1,0 1 31,-5 8 0,-4 1-392,-1 4 1,-5 1 1808,0 4 0,-39 5 0,-23 0 0,-1 5 0,0 1 0</inkml:trace>
  <inkml:trace contextRef="#ctx0" brushRef="#br0">25990 10947 8228,'0'-8'55,"0"-5"428,0 4-74,0-4 61,0 5-554,0 2 185,0 6 233,0 0 1,-6 6-87,-3 4 0,-1-3 121,-4 3 0,3-5-139,-8 4 1,-2-1-82,2 2 1,-1 2 53,1-2 0,3 2 3,-3 3 0,3-1-8,2 0 0,0 0-142,0 0 0,1 5 20,4 0 0,-2 2-36,6-2 0,0-2 49,5 7 0,0-2 91,0 2 1,0 3-3,0-4 0,5 4 43,0 1 0,4 1 173,-4-1 0,0 6-77,-5-1 1,0 1-139,0 0 1,0-3 3,0 7 1,-2 0-35,-3 5 0,-1-1 9,-4 1 0,-1-4-21,7 4 0,-6-8-163,5 8 0,1-6 85,4 1 1,0 3 28,0-3 0,0 2-122,0-2 1,1 3 96,4-3 1,-2 4 1,7 6 1,-7-4-8,2 3 1,-2 2 5,1-1 1,-2 5-28,3 0 0,-4-4-14,-1-2 1,0-1 29,0 1 1,2-1-4,3 6 1,-4-1-14,4 1 1,-2-3 22,2-7 0,-2 6 46,7-1 1,-6 0-36,6-4 0,-6-5 8,6 0 1,-5 1-65,4 9 1,-6-4-5,2 3 1,1-2 70,-1-3 1,0 3-55,-5 2 1,1-3-4,4 4 0,-3-4-13,2-2 0,-2 3-5,-2 2 0,0-3 29,0 4 0,5-4 1,0-1 0,1 1 12,-1 3 0,-2-3-10,6 4 1,-4-4-85,4-1 1,-4-1 38,5 1 1,-7 0-3,2-1 0,1-4-43,-1 0 0,-1 0-12,-4 5 0,5-5 18,0-1 0,0-5-12,-5 1 1,0 2 54,0-2 1,0 0-2,0-4 0,0 4 205,0 0 1,4 5-105,1-5 1,0 2-57,-5-2 1,0-1-52,0 6 0,5-7-3,-1 2 0,1 2-3,-5-2 1,5 0-24,0-4 0,-1 4 39,-4 0 1,5 0-23,0-4 0,-1-1 3,-4 1 1,5-1 16,0 1 1,1-1 128,-1 0 1,-2 1-67,7-1 0,-6 4-58,6-4 1,-2 4-29,1-8 0,4 2-9,-4 3 1,2-2 9,-1-4 1,3 3-6,-4-7 0,5 0-23,5-5 1,-3-2-18,3-2 0,1-2 283,-1-3 1,7-4-82,-3 4 1,4-5 62,2-5 0,-1-3-492,1-6 1,1 0-451,3 0 1,5-1 392,9 1 352,4 6 0,-1 5 0,13 1 0,1 1 0,5 1 0,0 0 0,-1 0 0</inkml:trace>
  <inkml:trace contextRef="#ctx0" brushRef="#br0">28834 6213 8206,'0'-8'1033,"0"-5"-722,0 5-311,-6 0 0,3-3-115,-7 6 1,5 1 120,-4 4 1,4 1 68,-4 4 0,-1-2-35,-4 7 0,4-1-4,1 5 1,-1 5 0,-4 0 1,5 0-21,-1-5 1,7 1 17,-2-1 1,-1 0 65,1 0-34,1 7 1,4-5-22,0 3 1,6-8 250,3-2 0,6-6-96,4 2 0,-2-3 47,7-2 1,-1 0-57,6 0 0,-5-7-4,-1-2 0,-1-2-30,2 1 0,1-7 32,-6 3 1,0-4-108,-5 4 0,-4 0-26,-1 0 0,-5-1-134,0 1 0,-2 0-66,-2 0 0,0 4-183,0 1 1,-8 1-56,-6-2 0,0-1-289,-5 7 1,-2-6 207,2 5 0,-1 1-33,1 4 1,3 0-310,-3 0 0,3 0 424,2 0 1,0 0 379,-1 0 0,-11 0 0,-5 0 0</inkml:trace>
  <inkml:trace contextRef="#ctx0" brushRef="#br0">28663 6127 8700,'2'-8'841,"3"4"-519,-4 2-207,6 2 1,-6 0 34,4 0 0,-2 0 18,7 0 0,-6 5-20,6 0 1,-1 6-46,5-2 0,2 4 107,3 1 1,-1 0-159,5 0 1,-4 1 5,5-1 0,-7 0-80,2 0 1,2-1-488,-2-4 158,0 4 1,-5-10-939,0 7 442,-6-7-39,-2 3 375,-6-6 0,0-6 185,0-4 0,0-4 237,0-5 0,-4 3 230,-1-3 1,0-1 33,5 1 0,-1 5 464,-4 4 877,3 1 49,-4-6-631,6 8-90,-6 0-389,-2 7 0,-5 2-115,4 3 1,-4 2-114,4 8 0,-3-6-142,3 1 1,-4-1 57,4 5 0,-4 1-214,-1-1 0,1 0-203,4 0 0,-4 0 151,4 1 1,1-6-301,-2 1-444,7-1-483,-9 5 145,10 1-425,-4-1 939,6-6 691,0 4 0,12-4 0,4 6 0</inkml:trace>
  <inkml:trace contextRef="#ctx0" brushRef="#br0">28934 6468 8408,'-8'-6'0,"-3"3"0,6-6 0,-19 5 0,0-2 0</inkml:trace>
  <inkml:trace contextRef="#ctx0" brushRef="#br0">28891 6525 8294,'8'7'0,"-2"-6"0,7 18 0,3-3 0</inkml:trace>
  <inkml:trace contextRef="#ctx0" brushRef="#br0">29161 6582 8320,'0'-14'-483,"0"0"622,0 0 0,0-1 523,0 1 1,0 5-81,0-1-514,0 7 1,-2-3 9,-2 6 1,-4 0-274,-6 0 0,-1 6 122,1 3 1,0 6-159,0 4 0,-5-2-78,0 7 1,-2-5 75,2 4 0,2 1-165,-7 5 398,1-1 0,-25 19 0,-4 5 0</inkml:trace>
  <inkml:trace contextRef="#ctx0" brushRef="#br0">28919 6568 8320,'0'-14'0,"5"-2"-85,0-3 1,1 6-128,-1-6 0,-2 12 408,7-8 202,-7 11 1,9-3-36,-2 7 0,-2 0-138,1 0 1,1 7-37,4 2 1,0 4-68,0 1 0,5 5-96,0 0 1,0 6 47,-5-1 1,5 4-163,0 5 0,7-3 108,-3 4 0,4-4-128,2-2 0,-1 5-20,0 0 1,1 5 41,-1-5 0,1 1 55,-1-6 0,1-4-61,-1-1 1,-6-5-156,-3 1 1,-3-5 43,-2-5-60,0 4 0,-6-10-337,-3 7 600,-3-7 0,-59-28 0,21 5 0,1 0 0</inkml:trace>
  <inkml:trace contextRef="#ctx0" brushRef="#br0">28962 6667 8348,'-8'-6'-118,"-5"5"-215,12-12 520,-12 11 0,10-4 87,-6 6 0,1 6 256,-2 4 1,-4 3-230,0 1 0,0 6-45,-5 4 1,-4 4-44,0 6 0,-4 0-23,-2 4 1,-1 3 8,-3-3 0,2 3 80,-7 2 0,1 0-212,0-1 1,-3-4-36,7 0 1,-2-8-139,2-2 0,3 1 77,-3-5 1,3-4-134,1-1 1,7-3 58,3-2 0,0 0-172,5 1 1,-2-6 70,12 0 1,-1-4-423,5 5-213,-7-7-85,6 10 417,-5-12 0,7 5-41,4-6 548,3 0 0,12-6 0,2-2 0</inkml:trace>
  <inkml:trace contextRef="#ctx0" brushRef="#br0">24953 6810 7851,'14'-15'92,"-5"1"1,-1 0 391,-2 0 1,4 4 170,-5 1 0,-1-1-250,-4-4 1,0 5 569,0-1 7,0 1-441,-6-5 1,-2 4-217,-6 1 1,-5 5 2,0 0 0,-5 4-54,5 4 0,-6 1 137,1 9 0,-7-3-224,-2 8 1,-7 3-89,2 2 1,-3 3-48,-1 1 0,-6 7 15,1 3 0,-5-3-162,4-2 0,1 2 19,4-2 0,5 0-349,0-4 0,7-1 165,-2 0 1,7-4-114,3 0 0,5-7-23,-1 2 0,5-8-906,5-1-569,2-7 655,7 3 457,0-6 356,0 0 1,0-6-2,0-4 1,0-2 85,0-2 1,-4-1-187,-1 1 1,-6 0 533,1 0 1,-1 4-12,2 1 1,-2 4 1334,6-5-866,-6 7 1,8-3 95,-7 6 0,6 0-23,-6 0 0,7 2 309,-2 2 0,-1 4-342,1 6 0,-4 1 57,4-1 0,0 0-324,5 0 1,0 1-116,0-1 0,0 0-296,0 0 1,2 0-54,2 1 0,6-8-226,9-2 1,3-3 187,6-2 1,-4 0-237,0 0 1,-5-2-163,4-3 1,-5 4-1540,1-4 2178,-3-3 0,-34-12 0,-7-10 0</inkml:trace>
  <inkml:trace contextRef="#ctx0" brushRef="#br0">22919 7720 7886,'-4'-15'1310,"-1"1"-468,0 0 558,-1 0-987,4 6 0,-4 3-162,6 10 1,0 4 161,0 10 0,0 2 260,0 2 1,-5 6-158,1-1 1,-6 1-219,5 4 1,-4-8-130,4-1 1,-4 0-26,4 4 0,-5-6-141,6-3 1,-3-3 115,3-2 0,2-4-75,-3-1 72,4-6 0,1-3-88,0-9 0,0-6-536,0-3 0,1-6 285,4-9 0,-2-4-307,7-5 0,-1-3 218,5-2 1,1 4 36,-1 1 0,0 1 181,0 8 0,0 4-51,1 5 0,4 9 334,0 0 0,0 9-146,-5 11 0,5 4 474,0 10 1,0 10 21,-5 9 0,0 1 229,0-1 1,-4 8-379,-1-4 1,-6 0 1,2-5 0,-3-3-230,-2 4 0,0-7-149,0 2 1,0-9-1630,0-5 987,0-3-3064,0-2 2269,-7-6 0,-1-3 70,-6-10 1,0-8 495,0-6 858,0-6 0,-26-29 0,17 20 0,0 0 0</inkml:trace>
  <inkml:trace contextRef="#ctx0" brushRef="#br0">22976 7890 14535,'15'0'-223,"0"0"273,4 0 0,-1-5-509,5 1 1,-4-6 69,5 5 1,-2-1-241,2 1 0,1 2 393,-6-6 1,0 6-50,-5-2 519,0-3 404,1 6 0,-6-9 533,1 7-460,-7-1-250,3 5 0,-6 1 534,0 4-389,0 3 1,0 6-259,0 0 1,0 5-119,0 0 0,0 0-108,0-4 0,5-1-221,0 0 0,6 0-579,-2 0 1,4 1 451,1-1 0,0-5-441,0 1 0,2-7-255,3 2 0,-1-4-612,5-1 1,-4 0 629,5 0 904,-7-6 0,-2-34 0,-3-16 0,-1-7 0,0 1 0</inkml:trace>
  <inkml:trace contextRef="#ctx0" brushRef="#br0">23460 7634 7958,'-2'-9'2912,"-3"-1"-409,4 7-624,-12-10-15,12 12-1284,-6-5-553,7 6-3334,0 0 2992,7 6 1,-4-3-769,6 7 679,-6-1 1,8 5 204,-6 0 1,2-4 199,-3-1 0,-2 1 257,3 4 0,1-4 103,-1-1 0,1 1 368,-1 4 0,-4 0 183,4 0 0,-2 0-320,2 1 0,-4 0-56,4 4 1,-3-3-98,-2 3 1,5-2-83,-1 2 1,1-3-97,-5 3 1,0-3 289,0-2-218,0 0-238,0 1 80,0-1 220,0-6-80,0-2 0,0-8-224,0-2 0,0 1-154,0-7 0,-2 1-68,-2-6 1,2 1-230,-3 0 1,4 0-75,1 0 1,0 4-362,0 1 0,0-1-1260,0-4 1,0 4 1018,0 1 0,0 4-1087,0-4 1,0 4 2122,0-4 0,25 5 0,7-2 0</inkml:trace>
  <inkml:trace contextRef="#ctx0" brushRef="#br0">23630 7961 7958,'-6'-8'625,"4"-4"1031,-2 2-1040,-4-2 0,6-3 59,-3 1 0,4 5 336,1-1 0,1 1 72,4-6-709,3 1 1,6 0-240,1 0 0,-1 4-260,0 1 0,0 6-259,0-2 1,1-1-493,-1 1 0,0 0 634,0 5 1,-4 0-71,-1 0 0,-6 6-1991,2 4 2303,-3-4 0,-15 32 0,-3 2 0</inkml:trace>
  <inkml:trace contextRef="#ctx0" brushRef="#br0">23900 7791 7958,'5'-15'182,"0"1"0,0 0 444,-5 0 1,0 0 2114,0-1-955,0 1 584,0 0-1159,0 0 21,0 6-1137,0 1 0,0 9 61,0 3 0,0 3-34,0 6 0,-5 5 34,0 0 0,0 6-169,5-1 1,-1 3-33,-4 1 0,4-1-319,-4-3 0,3 1 30,2-6 0,2 5-203,3-6 1,-2 3 64,6-2 0,1-8 182,4 3 0,2-9-102,3 0 1,3-4 136,6-1 1,-1-8 289,-3-6 1,3-2-95,-4-7 1,-1-1 161,2-4 0,-6-1-28,0 1 1,-8 1 185,-5 3 1,1 4 207,-1 5-271,-1 1 1,-5 6 38,-4 4 1,2 2-167,-6 2 1,1 6-282,-2 4 0,-2 2 202,2 3 0,2 4 31,-1 0 1,5-1-47,0-3 1,2 4-119,2 0 1,2 0-63,2-5 0,0-5 86,5 1 1,2-2-188,8 1 0,-1-3 110,5-6 0,-4 0 114,5 0 1,-7-1 39,2-4 0,2-1 114,-2-4 1,0-2 544,-5 2-472,0-2 1,0-1 706,1 3-303,-8-2 117,6 4-399,-11 0 1,6 2 92,-4 6-273,-2-7-267,10 6 0,-4-10 1,7 6 1,-6-1-144,1 1 0,-1 2 80,5-7 1,0 2 5,1-1 0,-3-4 115,-2 4 1,2-4-159,-2-1 129,-4 0 153,1 0 1,-7 4 393,0 1-412,0 5-412,0-2 926,-7 12 0,1 2-226,-4 7 1,3-1 234,2 0 1,3 0 139,-3 0-430,4 1 0,-4-1-373,0 0 1,1-4-1352,4-1 329,0-6-1232,0 10 736,0-12 1190,0 6 0,0-9-38,0-3 1,0-3 103,0-6 1,0 0 5,0 0 1,0-5 19,0 0 389,0-6 0,19-16 0,4-12 0</inkml:trace>
  <inkml:trace contextRef="#ctx0" brushRef="#br0">26431 4734 7933,'0'-9'0,"0"-1"0,0 5 365,0-4 1,0 4 565,0-4 0,-1 4-205,-4-5 0,3 6 1231,-2-6-1177,-4 1 1,0-5 304,-6-1 0,-1 6-746,1-1 1,-2 6-254,-3-6 1,-4 7-178,-10-2 1,1 4 12,-6 1 1,0 1-147,-5 4 0,-4 3-22,0 6 1,-1 0-260,6 1 1,5 4 162,4-1 0,3 6-74,2-5 0,6 0-506,3-5 0,3 1 85,2-1 1,4 0-1078,1 0 690,5-6-281,-2-2 1152,12-6 1,1-6 352,2-3 0,4-9 0,-4-1 0,-2-6 0,-3 1 0,-2 2 35,-2-2 1,0 7 408,0-2 1,0 3 614,0 2 0,0 5 430,0-1 589,0 7-1604,-6-3 1,-2 7-193,-6 4 0,4 3-3,1 6 0,4 5 127,-5 0 1,6 2-146,-6-2 0,7-4-26,-2 4 0,4-1-419,1 1 0,6-4-199,3 4 1,10-8-451,5-1 1,-2-5 599,2 4 1,-2-6 19,2 2 1,-2-3-102,-3-2 0,-8 0-244,3 0 558,-9 0 0,-68-26 0,19 11 0,1-1 0</inkml:trace>
  <inkml:trace contextRef="#ctx0" brushRef="#br0">24370 4791 7979,'-2'-8'380,"-3"3"207,4-3 1,-7 2-81,3-3 1,4 1 914,-4 3-494,3 3-557,2-10 1,2 10-312,3-3 0,1 2 25,3-1 1,4 2-142,-4-3 0,4 2 108,1-2 1,1 4-136,-1-4 9,0 3 1,0 2-42,0 0 1,-4 0 75,-1 0 117,1 0 0,2 2 52,-2 3 0,1-2 186,-6 6 1,4 2-4,-4 8 0,0-1-105,-5 5 1,0-4 86,0 5 1,0 0-231,0 4 0,0-4-108,0 0 1,0-2 81,0 1 0,-2 3-150,-3-7 0,-1 4 18,-3-4 0,-4-1 138,3-9 1,-2 4 3,-2-4 0,-1-2 23,1-3 0,-2-2 128,-3-2 0,4 0-220,-4 0 0,3-5-99,2 0 0,4-4 93,1 4 1,6-1-310,-2 1 23,3 4 0,2-7-171,0 3 214,0 3 1,2-4 12,3 6 0,2-5-24,8 1 1,-1-3 86,0 3 0,0 2-5,1-3 0,3-1-56,1 1 0,5-4 16,-5 4 0,6-6-79,-1 1 1,-2-2 68,2-2 1,0-1 471,4 1 1,-6 5-119,-3-1 1,-3 1 193,-2-6 290,0 8 848,-6-6-693,-1 11-315,-7-4 0,0 8-428,0 2 1,0-1 137,0 7 1,0 1 208,0 8 1,0-3-191,0 3 0,0-2-20,0 2 1,4-3-171,1 3 1,4-3-142,-4-2 1,6-5-150,-1 1-80,2-1 0,3-1 76,-1-3 0,0-5-6,0-5 1,0-3-118,1-6 1,-1 0 79,0 0 0,-4-1-166,-1 1 371,1 0 332,-3 0 1,1 1 77,-3 4 435,-3 2-250,4 7 141,-6 0 604,0 0-845,0 7-258,0 1 1,2 4-145,2-2 1,-1 1 105,7-7 1,-2 3-150,1-3 0,4-2 138,-4 3 0,4-4 26,1-1 0,1 0 143,-1 0 0,0 0 19,0 0 0,0-4 176,1-1 0,-1-6-247,0 1 1,-1-7-23,-4-2 1,2-5-33,-6 5 0,4-4-191,-4 4 1,0 0-61,-5 5 1,0-1-66,0 1 0,-2 6-100,-2 4 1,-4 2 64,-7 2 1,-5 6-14,-4 4 1,2 2 101,-2 3 0,7 4 34,-2-1 1,0 3-94,5-2 0,-3-3-181,7 3 1,4-3-1065,1-2 750,-3 0 0,8-1-226,0-4 0,6 2 237,9-6 717,5 0 0,-2-41 0,-1-17 0,5-2 0,0 0 0</inkml:trace>
  <inkml:trace contextRef="#ctx0" brushRef="#br0">25009 4521 7979,'-7'-10'4863,"2"1"-4127,3 6 0,1-5 545,-4 3-3934,3 3 69,-4-4 2584,6 6 0,38 51 0,9 12 0</inkml:trace>
  <inkml:trace contextRef="#ctx0" brushRef="#br0">30967 4535 7841,'-10'-9'137,"1"-1"0,6 5 461,-2-4 1,2 6 823,-2-2 1,3-3-533,-2-1 1,2 1 263,2-2 0,0-1-452,0-8 0,0 2-299,0-7 0,0-4-118,0-5 1,0-7-114,0 2 1,5-1-210,0 1 0,6-2-30,-2 7 1,4 0-314,1 4 1,0 12-19,0 3 0,1 4-419,-1 1 0,-5 3-374,1 6 764,-7 0 0,8 1 59,-6 4 0,-1-2 261,-4 7 1,0-6 169,0 6 1,-1-2-12,-4 1 0,-1 4 347,-4-4 0,-2 2-215,2-1 1,-2 1 89,-3-6 0,1 4-799,0-4 1,4 4 217,1-4 0,4 0-202,-4-5 374,6 6-69,-10-4-283,11 4 304,-4-6 0,6-2-221,0-2 122,6 2 1568,2-4-928,6 6 0,-4 0-160,-1 0 0,-4 0-363,5 0-556,-7 0 181,9 0 0,-5 1-1784,2 4 1514,4-3 810,-12 10 0,25-10 0,-3 4 0</inkml:trace>
  <inkml:trace contextRef="#ctx0" brushRef="#br0">31152 3369 7877,'9'-9'0,"0"-1"2941,-5 1-1586,2 1-1355,-6 2 341,0 6 0,0 8 247,0 6 1,0 2-146,0 7 0,0-4 9,0 5 1,0-5-54,0 5 1,2-5 158,2 4 1,-2-5-438,3 1 1,1-4 10,-1 0 0,-1-1 244,-4 0 285,7-6-173,1-2 0,6-7-234,0-4 1,0-3-65,0-6 0,1-7-78,-1-2 0,-1-4-171,-4-2 0,4-1-858,-4-3 0,-1 5-153,2-1 1,-7 2-683,1 8 1,0 0-984,0 5 826,-2 6 0,9 8 1909,-6 10 0,6 59 0,-7-26 0,0 0 0</inkml:trace>
  <inkml:trace contextRef="#ctx0" brushRef="#br0">31535 3511 7928,'0'-9'1814,"0"0"445,0-1-438,0-4 0,-1 1-1078,-4 4 0,3 1 416,-2 3-1046,-4 3 0,5-4-643,-7 6 101,1 6 1,-5 2 344,-1 7 1,6 4-174,-1 0 0,7-1-93,-2-3 1,4-1-495,1 0 1,0 0 360,0 1 1,1-3 91,4-2 0,3 1 391,6-7 0,2 1 269,3-5 0,-2 0 499,7 0 1,-6-6-431,0-4 0,-2-2 39,-2-2 1,1-5-157,-1 0 1,-6 0-61,-3 4 1,-4 1-178,-1 0 1,0 5-383,0-1 0,-1 7 69,-4-2 1,-3 4-248,-6 1 1,-5 4 151,0 1 1,1 6-310,9-1-773,-4 2 591,5 2 765,0 1 1,8-7-12,10-4 0,9-2 156,5-2 0,2 0 35,3 0 1,1-6 212,3-4 1,-3 2 42,3-1 1,-3 1 293,-1-2 0,-2-1 59,-4 7 1,-2-1-296,-7 5 0,0 0 367,0 0-240,-6 0-471,5 0 314,-11 0 19,4 0 167,-6 0 212,-6 0-524,4 0 0,-6 0-104,3 0 0,2 0-91,-6 0 0,4 1-34,-4 4 0,-1-2-318,-4 7 0,-5-5 135,0 4 1,0 0-193,5 6 1,1-6 148,4 1 1,-2-1-35,6 5 1,-5-4-285,6-1-35,-1 1 545,5 4 0,1-6 103,4-3 0,5-4 272,9-1 0,-2 0-154,7 0 0,-5-11-22,4-3 0,-4-5-66,5 0 1,-7 2 25,2-7 0,-3-1 84,-2-9 0,-4 4-40,-1-3 1,-6 5 190,2 4 0,-3-1-83,-2 6 0,0 5-9,0 4-376,0 7 1,0-2-403,0 10 0,-5 8 546,0 6 0,-6 6 275,2-1 0,1 3 18,-2 1 0,7-1-198,-1-4 0,2 0-494,2-4 1,0-4 127,0 4 1,0-3 8,0-2 1,2-1 196,2-4 1,4-1-185,6-3 0,2-3 113,3 2 0,-2-8 245,7-6 0,-5-2-111,5-3 1,-2 3 267,2 2 0,-4-2-50,-6 2 1,2-1-96,3 2 1,-8-2-9,3 6-126,-3 0-431,4 5 181,-1 0-120,-6 0 345,-2 0-95,-6 0 1428,0 0-1171,-6 0 0,3 2-14,-7 2 1,1 0 66,-6 5 1,1-1 88,0 1 1,0 4-258,0-4 1,-1 3 108,1-3 0,5 4-456,-1-4 1,2-1-112,-1 1 1,-2-4-1097,6 5 1206,0-7 1,5 5-377,0-3 535,0-4 0,7 5 198,2-6 1,4-1 760,1-4-663,0 4 0,0-11 14,1 8 0,-3-3 43,-2 3-117,2 2 1,-8-4 12,5 6 1,-4 0-50,4 0 19,-6 0-47,10 0 1,-5 1 117,6 4 1,0-3-117,1 2 0,-1 3-17,0-3 0,7 1 22,2-5 1,4 0-11,2 0 1,-1-6 133,0-4 1,1-2 162,-1-2 0,-1-1-161,-3 1 0,-4-6 48,-5-4 1,-3-3-165,-2-1 0,-4 1 104,-6 3 0,0-1-118,0 6 0,-5 0-14,1 5 0,-8 6 28,3 3-106,-4 3 0,-4 9-269,3 2 1,-4 10 243,9 5 0,-2 3 204,1 1 1,-1 5 504,7 1 1,-1 3-249,5-3 0,-5 0 528,0 0 1,1-3-297,4 7 1,0-6-55,0 1 0,0-5-363,0-4 0,0 1-289,0-6 0,0 0 27,0-5 0,1-1-437,4-4-3023,-3-2 1546,4-7 590,-6 0 0,0-2 1437,0-3 0,-13-59 0,5 21 0,0 0 0</inkml:trace>
  <inkml:trace contextRef="#ctx0" brushRef="#br0">32474 3583 7985,'-7'-8'1653,"6"-5"-833,-12 11-662,12-4 0,1 6 145,9 0 0,5 0-28,5 0 0,8 0-484,6 0 0,5 2 245,-5 2 1,5-2-76,-4 3 0,2-4 99,-8-1 1,4 0-127,-8 0 0,-9 0 863,0 0 1021,-11 0-637,3 0-395,-7 0 0,-2 0-511,-3 0 0,-3 2-376,-6 3 0,0-2-25,0 6 0,0-4-29,-1 4 1,6-4-100,-1 5 0,7-6-290,-2 6-109,4-1 0,2 4 368,4-3 1,3 1 138,6-7 1,2 1 174,3-5 1,-2 0 329,7 0 0,-5-2 48,5-2 0,-7 1-187,2-7 1,-8 1 484,-1-6 1,-7 6 111,2-1-452,-4 1 1,-2-4-381,-4 4 0,-5 3-431,-9 6 1,2 0 192,-7 0 1,1 1-330,-6 4 0,7-2-210,3 6 1,5-4 346,4 5 1,-2-7-961,2 2 965,4 3 0,1-7 156,10 4 1,9-4 156,10-1 0,4 0 182,6 0 0,-3-4-21,7-1 0,-5-5 267,5 6 1,-6-6 444,1 5 1,-9-4-345,-5 4 1,-4 1 514,0 4-52,-1 0 54,-6 0-500,-2 0 1,-6 6-9,0 3 1,0-1-182,0 2 0,-5-6-32,1 6-1790,-1-7 1061,-2 10 1,6-10-614,-4 6 439,4-5-317,1 2 675,-7-6 832,6 0-316,-6 0 188,14-6 1,-4-1 887,6-2-835,-6-4 0,9 10 28,-8-7 0,3 7 123,-3-1-202,-2-4-317,11 6-248,-6-4 0,8 6-7,-1 0 0,0 0-273,0 0 1,2 0-79,3 0 0,-2 0 184,7 0 1,-6 0 375,0 0 1,3 0 16,-2 0 0,-5 0 364,-4 0-60,-1 0 0,1 0 1294,-1 0-674,-6-7-395,4 6 0,-7-7-331,0 3 1,-7 4 1,-1-6-650,-6 7 1,5 0 246,-1 0 1,2 7-70,-1 2-251,-4-3-390,12 7 392,-6-5 329,7 6 1,2-1-331,3-4 0,2-2-590,8-7 1,-1 4 1098,0 1 0,51-13 0,12-8 0</inkml:trace>
  <inkml:trace contextRef="#ctx0" brushRef="#br0">30881 7378 7793,'-9'5'-1802,"-1"0"3452,7 0 0,-5-5 466,4 0-829,2-7-747,-4-1 0,6-6 31,0 0 1,1 0-278,4-1 0,3 1-164,6 0 0,7-2-113,2-3 0,4 3 76,2-2 0,7-3 98,7 2 0,1-5-41,8 5 0,-6 0-68,1 5 1,2 0 14,-1 0 0,-6 4 35,-4 1 1,-11 4 121,1-4 69,-9 5-82,2-2 38,-13 6 254,-2 0-179,-6 0 12,0 0-242,-6 0 0,3-1-17,-7-4 0,5 2-309,-4-7 1,-5 5-539,-5-4 1,-5 4-140,5-4 0,0 1 404,5-2 1,1 2-223,4 4 2,-4 2-10,5-4 625,0 6 0,4 0 216,8 0 0,4 5 163,7-1 1,-1 7 503,0-1 1,0 2-110,0 3 1,1-3-295,-1-2 1,-5 2-187,1-2 0,-5 3-338,4 1 0,-6-5-578,2 1 0,-3-1-174,-2 5-30,0 1 0,-2-1-1363,-3 0 1,2 0 2268,-6 1 0,-51-8 0,-18 0 0</inkml:trace>
  <inkml:trace contextRef="#ctx0" brushRef="#br0">32033 6767 7343,'-13'-2'-399,"4"-2"2655,-4 2-1006,5-4-679,-6 6 0,5 0 601,-1 0-789,7 0 1,-5 0-68,3 0 68,4 0-165,-6 0 0,15 0 41,7 0 0,5 0 0,9 0 0,5 0-111,4 0 0,2-5-559,-2 0 0,-4 1-424,-5 4 1,-2 0 623,-4 0 0,-2 0-1437,-7 0 816,0 0 1,-7 0-209,-7 0 0,-8 0 512,-11 0 1,-3 4 146,-7 1 0,6 1 350,-1-1 0,2-2 30,-2 7 0,4-7 445,5 2 0,1 1-411,0-1 1,1 6 600,4-2 1,2-1 288,7 2 0,0-1 506,0 5 0,0 1-720,0-1 1,5 0-3,0 0 1,4 0-251,-4 1 1,5 4-88,-6 0 0,1-1-501,-5-3 1,5-1 268,0 0-252,-1 0 1,-4 1-213,0-1 0,0-5-442,0 1 0,-6-7 174,-3 2 0,-4-2-232,-1 2 1,-2-4 249,-3 4 1,3-4 49,-3-1 1,3 0 396,2 0 40,0 0-48,6-6 226,2 5 1,14-6 482,6 7 1,2-5-172,7 1 1,-4-1 269,5 5 0,-5-2-407,5-2 1,-7 2-319,2-3 0,-3-1-658,-2 1 1,0 1 401,0 4 1,-4-2-1006,-1-3 0,-4 4-459,5-4 1773,-7 3 0,-10 2 0,-8 0 0</inkml:trace>
  <inkml:trace contextRef="#ctx0" brushRef="#br0">32388 6810 7353,'0'-8'-341,"0"0"3311,0 3-840,0 4-1048,0-6 383,0 7-408,0 0 1,0 7-826,0 2 1,0-1-46,0 1 1,0-4-101,0 5 1,0-6-292,0 6-255,0-7 245,7 10 1,-6-10-557,4 6 264,-3-6-172,4 4 283,-4-7 75,4 0-277,-6 0 122,0 0 1552,0 6-600,0 2 1,0 6 171,0 0 0,0 1-311,0-1 0,-5 0 55,0 0 0,-1 2-161,1 3 0,4-3-169,-4 3 1,2-5 60,-2-5-356,4 4-1413,-6-5-218,7 6-900,0-6 88,0-2 1,0-18 1945,0-7 729,0-6 0,-2-15 0,-2-6 0,0-3 0,0-1 0</inkml:trace>
  <inkml:trace contextRef="#ctx0" brushRef="#br0">32332 6838 7753,'-8'-14'4253,"1"0"-2737,1-1-762,4 8 1,1-1-411,6 3 1,7 3-254,2-2 0,5 2-386,5 2 1,3 0-257,-3 0 1,3 5-496,1-1 0,-4 3 144,-1-2 0,-5 1-887,1 3 1,-10 4 975,-4-4 813,-3 4 0,-40 19 0,-19 7 0,-3 4 0,1-1 0</inkml:trace>
  <inkml:trace contextRef="#ctx0" brushRef="#br0">32289 7051 7879,'0'15'1459,"0"-1"-909,0 0 0,0-5 1146,0 1-1189,0-7 1,6 3 76,4-6 1,4 0-531,5 0 1,3-1-443,6-4 0,1 2-451,-1-7 1,2 6 127,4-6 0,-6 2-843,0-1 0,1-4 1554,-5 4 0,2-23 0,3-6 0</inkml:trace>
  <inkml:trace contextRef="#ctx0" brushRef="#br0">32701 6881 7901,'-8'-7'-186,"-4"4"-47,2-6 0,2 4 1472,-1-4 1,6 4 914,-2-5-1000,3 7 0,4-8-620,3 6 1,7 1-71,7 4 1,7 0-332,-3 0 0,4-2-234,2-3 0,-3 4-273,-2-4 0,1 3-478,-6 2 1,0 0-3002,-4 0 1668,-8 0 1423,0 0 1,-9 5 761,-3 0 0,-2 0 0,-8-5 0,-4 1 0,0 4 0,0-3 0,5 2 0,0-2 172,0-2 3,0 0 1,1 1 2781,3 4-1804,-2-3 0,9 6-171,-7-4 1,7 0-214,-2 5 1,4 1 284,1 4 1,0 0-453,0 0 1,-5 0 47,0 1 0,0 0-343,5 4 0,0-3-226,0 3 0,0-2-385,0 2 1,0-3 84,0 3 1,0-3-52,0-2 1,0 0-524,0 1 0,0-6-2962,0 1 2373,0-1 0,0 5 1382,0 1 0,-12-8 0,-4 0 0</inkml:trace>
  <inkml:trace contextRef="#ctx0" brushRef="#br0">32445 7435 7901,'0'-14'1489,"0"0"2051,0 0-1274,0 6-1108,0 1-114,0 7 0,0 7-490,0 2 1,0 8-290,0 2 1,0 5-104,0-5 1,0 5-109,0-5 0,0 0-57,0-5 0,0 0-336,0 0 0,0 1-16,0-1 1,0-5-1365,0 1 563,0-7 689,0 3 0,0-7 4,0-4 0,0-8 266,0-6 1,0-6 151,0 1 1,5-3 17,0-1 0,11 0 368,-2-1 0,5 5 51,0 1 0,3 7 402,6 2 1,1 1 3,-1 8 0,-4 1-228,0 4 1,-2 1-71,1 4 1,-2 3-187,-7 6 0,-1 2-51,-4 3 0,-2-3-15,-7 3 0,0 1-27,0-1 0,-12 2-41,-2-2 1,-9-5-390,-1 0 1,-3 0-402,-1-4 0,-6-4-444,1-1 0,-6-4-1218,1-1 1,3 5 917,2 0 1354,3 0 0,-11-37 0,-3-8 0</inkml:trace>
  <inkml:trace contextRef="#ctx0" brushRef="#br0">28223 9226 7288,'-15'-7'-1166,"6"-4"1577,-1 6 0,6-5 725,-6 6 1,6-6-19,-6 5 0,7-1-10,-2 1 92,-3 4-819,7-6 0,1 7-168,9 0 1,10 0 59,5 0 0,9 2 125,5 3 0,3 3-116,2 6 1,-1-5-33,1 1 0,0-1-112,-1 5 0,-1-1-168,-3-3 0,-8 1-86,-6-7 0,-11 3-377,1-3-645,-3-2 870,-3 4 1,-8-6-144,-10 0 0,2-6-32,-1-3 0,-2-4-164,-8-1 1,3-1 302,-3 1 1,5 0 263,4 0 1,-1 4 195,7 1 1,-3 6 68,3-2 267,2 3-46,-4 2 0,7 7 554,4 2 0,-2 9-332,7 1 0,-6 1 71,6-1 1,-7-3-444,2 3 1,-4 1-377,-1-1 1,-1 0-928,-4-5 0,-4 1 302,-10-1 1,1 0-200,-6 0 1,1-6-243,-6-3 0,7 1 1146,3-1 0,-3-7 0,0-6 0</inkml:trace>
  <inkml:trace contextRef="#ctx0" brushRef="#br0">29118 9354 7808,'0'-14'114,"0"0"1,0 4 281,0 1 0,0 4 78,0-4 1,0 4 1024,0-4-459,0 5 21,0-2-108,0 6-604,0 0 0,5 6 364,0 4 1,1 3-190,-1 1 1,-4 5-5,4 0 1,-2 6-237,2-1 0,-3-2-89,2 1 1,-2-4-47,-2 5 1,0-7 25,0 2 0,0-3-255,0-2 0,0-4 150,0-1-539,0-5-391,0 2 113,0-6 1,0-8 281,0-6 0,-5-2-155,1-8 1,-1 5 278,5-4 0,0 0 85,0 0 0,0-4 323,0 3 1,0 2 60,0-2 1,0 7 51,0-2 0,0 3-70,0 2 1,5 5 90,-1-1 0,7 7 65,-1-2 0,2 5 126,3 5 0,-1 3-57,0 6 0,0 2 55,1 3 1,-1 1-138,0 4 1,-5 1-65,1-6 0,-5 2 165,4-2 0,-4-3-476,4 3-367,-5-4 0,3-2 427,-2-4 0,-2-2 68,7-7 1,-5 0-411,4 0 0,-4-2-482,4-3 1,1-4 419,4-10 0,2 2 84,3-7 1,-3 5 308,2-5 1,-3 7 136,-6-2 382,4 3-116,-5 2-67,0 6 0,3 3 185,-7 10 1,1 5 391,-5 9 1,0-2-130,0 7 0,0-1-247,0 6 0,0-1-39,0 1 1,0-3-306,0-2 1,0 1-328,0-6 0,0 0-831,0-4-1380,0-1 322,0 0 293,0-6 0,6-2 314,4-6 1,1-6 770,-2-4 1,6-2 90,-1-2 1,0-5 626,5 0 0,2-5 0,-2 5 0,4-5 0,-4 5 0,5-4 0,-5 4 0,0 0 141,-5 4 0,-1 6 430,-4 0 2978,4-1-1496,-12 2-1026,6 2 1,-14 6-354,-2 0 0,-8 1-11,-2 4 0,-7 0-158,3 9 0,0-6 12,0 11 0,5-10-259,-1 10 0,4-6-203,0 6 0,3-8-675,2-1 1,-1-1 482,7 5 0,-1 0-384,5 1 1,1-6-166,4 1 1,3-7-298,6 2 1,5-4 399,0-1 1,5 0 312,-5 0 1,4-1 252,-4-4 0,0-2 255,-4-2 0,-3-4 1023,-2 4-709,2-4 699,-4-1-66,0 0 38,-2 6-728,-6 2-656,0 6 329,0 0-172,0 6 1,0 2-511,0 6 1,2-5 286,3 1 0,-2-5-279,6 4 0,1-4 15,4 4 1,0-5-112,1 0 1,-1-2 347,0-2 0,0 0 186,0 0 0,-4 0 101,-1 0 0,1-2 390,4-2 1,-4 2 1049,-1-3-684,-6 4 608,10 1-388,-5 0-181,0 0-690,-2 6 0,-6-3-68,0 7-1103,0-7 681,0 9-458,0-10 294,0 4-374,0-6 230,6 0 338,2-6 1,6 0 59,1-4 428,-1-2 1,0 5 263,0-2-18,0 2 1,1 7 259,-1 0 1,-5 0-143,1 0 1,-5 2 72,4 3 1,-4-2-311,4 6 0,-4-1-93,5 2-141,-1 2 1,5-5-186,0 2 1,1-2-195,-1-7 0,2 4-599,3 1 1,-4 0-255,4-5 0,-3 0 250,-2 0 1,-1-2-648,-3-3 958,2 4 0,-9-5-810,7 6 472,-7-7 471,3 6 0,-12-10-526,-4 6-63,-2 0 1068,-2-1 0,-20-2 0,-3-6 0</inkml:trace>
  <inkml:trace contextRef="#ctx0" brushRef="#br0">30426 9553 7808,'8'0'948,"5"-6"0,-11 3 220,2-7 181,-2 7 856,-2-3-606,0 6-380,0 0 1,0 6-849,0 4 1,0 2-360,0 3 1,0-6-231,0 1 1,0-1 112,0 5 0,0 1-749,0-1 0,0 0-670,0 0 1,0-4-779,0-1-954,0 1 3256,0-3 0,-19-38 0,-5-16 0</inkml:trace>
  <inkml:trace contextRef="#ctx0" brushRef="#br0">30384 9298 7874,'-8'-15'809,"0"3"1191,3 2-1032,4-2-20,-6 10-1190,7-4 0,0 7-685,0 4 1,7 3 926,2 6 0,16 51 0,-10-26 0,0-1 0</inkml:trace>
  <inkml:trace contextRef="#ctx0" brushRef="#br0">30668 9525 7912,'-6'-8'208,"4"0"135,-3 3 1,2 2 660,-1-6 17,2 6 446,-4-4-455,6 7-478,0 0 0,0 7 238,0 2 0,0 5-315,0 5 1,0-1-180,0 5 0,-2-4-19,-3 5 1,4-2-14,-4 2 0,3 3-66,2-4 0,0 0 0,0 0 0,-1-4 0,-4 5 1,4-7 12,-4 2 1,3-1-298,2 1 1,-1-8-284,-4 3-348,3-3 118,-4 3-283,6-6 431,0-2 173,0-6 0,-2-6-55,-2-4 0,2-2-298,-3-2 1,4-2 30,1-3 1,0-3 247,0-7 0,0-5 109,0-4 0,0-3 165,0-2 0,1 0 178,4 1 0,3 4-155,6 0 0,0 8 123,1 1 0,5 9 541,4 10 1,-2 4-61,2 6 0,-2 2 162,2 2 0,1 9-342,-6 6 0,-7 5 28,-7-5 1,-3 4-148,-2-4 1,0 2-217,0-2 1,-7-3-379,-2 3 0,-5-5 230,-5-5 1,3 2-298,-3-6 0,3 4-239,2-4 1,5 0-575,-1-5 1,5 0-516,-4 0-541,6 0 1316,-4 0 982,20 0 0,-4 0 0,10 0 0,4-6 0,0-4 0,-1 2 0,2-1 0,-5-1 117,5-4 0,-2 0 206,1 0 1,-2-1 241,-7 1 0,-4 0 1854,-1 0-1027,-6 0-767,4-1 0,-9 7-289,-3 4 0,-4 2-163,-10 2 0,3 2 0,-3 2 1,-1 3 26,1 2 1,0 4-140,5-4 1,1 4-136,3 1 0,-1 0-272,7 1 0,-1-1-410,5 0 10,0 0 1,8 1 254,6-1 0,2-6-207,7-4 1,-4-2 353,5-2 0,-5 0 143,5 0 0,-7-5 468,2 0 1,-3-4 55,-2 4 0,0-4 322,1 4 1,-6-1 200,1 1-148,-7 3 0,3-5-1,-6 2-228,0 3-294,0-4-326,0 6 0,2 0 53,2 0 1,-1 0-87,7 0 1,-1 0-122,6 0 0,-1 0 120,0 0 0,0-5 104,1 0 0,-1-6 79,0 2 1,0-5 31,0-5 0,-1 1-55,-3-5 0,1-1 10,-7-5 1,1 1 30,-5 0 1,0 4 46,0 0 1,-2 7 138,-2-2 1,-4 9-200,-6 6 1,-1 4 6,1 4 0,0 6 161,0 9 1,1 3 179,4 6 1,-2 1 487,6-1 0,-5 1-329,6-1 0,-1-1-5,5-3 1,0 1-187,0-6 1,0 0-291,0-5 0,1 0-161,4 1 1,-2-8-420,7-2 0,-5-3-1170,4-2-2358,-6 0 782,10 0 3297,-12 0 0,-33-5 0,-24-3 0,-3 0 0,-1 0 0</inkml:trace>
  <inkml:trace contextRef="#ctx0" brushRef="#br0">30142 10051 7830,'0'-14'701,"0"0"0,0 4 454,0 1-128,0-1 0,-6-2-97,-4 2 1,-2-1-420,-3 6 1,0 0-76,-4 5 1,1 0-248,-5 0 1,-1 7-216,-5 2 1,7 4 110,3 1 0,0 0-50,5 1 0,-3 0-58,7 4 1,4-3-317,1 3 0,5 2-60,5-2 1,3 1 145,6-1 0,7-3 262,2 3 1,-1-8-3,2-2 1,-2 1 206,2 4 0,-3-4-80,-7-1-16,0-6 239,0 3-64,-6-6 0,-9 0-36,-14 0 1,-1 0-134,-7 0 0,4 0-599,-5 0 1,5 0 118,-5 0 1,7 0-68,-2 0 0,8-4-185,2-1-97,5 0 211,-2 5 1,12-4-155,4-1 0,9-2 585,5 3 1,2 1-22,3-7 0,-1 2 172,1-1 0,-2-4 132,-4 4 1,3 1 881,-7-2-214,-1 7 605,-3-10-639,-7 12 150,-2-5-849,-6 6 0,0 1 78,0 4 1,0-2 167,0 6 1,0 1-179,0 4 0,0 0-13,0 1 1,2-1-119,2 0 1,-1-4-254,7-1 83,-7 0-130,10 6-444,-5-7 472,6-2 0,0-6-453,0 0 1,0-6 167,1-4 1,-6-3 7,1-1 1,-1-5 84,5 0 0,-4-6 104,-1 1 0,-1 2 64,2-1 0,1 0-14,-7 0 1,1-4 189,-5 3 0,0 4-107,0 1 1,0 8 809,0 1-460,-6 7 0,-2-3 17,-6 6 1,4 1 70,1 4 0,1 3 193,-2 6 1,-1 5 37,7 0 0,-1 5 259,5-5 1,0 6-103,0-1 1,0 1-286,0-1 1,0 1 31,0-6 1,1 5-208,4-5 1,-3-1-265,3-3 0,1-1-77,-1 0 1,-1-4-723,-4-1 247,7-6-135,-6 4 0,6-9-259,-7-3 0,4 0 358,1-9 0,1 3-587,-1-8 0,3-3 424,6-2 1,0-1 127,1 1 0,-6-1 394,1 6 0,-1 0 357,5 5 1,-4 1 178,-1 4 849,-6-4-416,4 12-301,-7-6-1,-7 9 461,-2 3 0,-8 3-369,-2 6 1,-2 0-60,2 0 1,5 1-306,0-1 1,-1-2-262,6-2 0,3 2-186,1-2-90,3 3 0,4 1 53,3 0 0,7-4 143,7-1 0,11-6-119,-1 2 1,2-4 47,-2-1 1,-1 0 133,1 0 0,-1-1 45,0-4 1,-1 2 190,-3-6 1,-2-1-120,-3-4 0,-8 0 17,3-1 0,-3 1-22,4 0 0,-7-2-17,-4-3 1,-2 3-2,-2-3 251,0 4 93,0 0 1,-5 6 239,0-1-122,-6 7 0,3-3-91,-6 6 0,0 2 469,0 2-250,0 4 1,1 8-153,3 3 0,-1-3 59,7 3 1,-6-2-110,5 2 0,1-3 45,4 3 1,0 1-143,0-1 0,0 5-61,0-5 1,4 5-66,1-5 1,5 0-123,-6-5 1,3 0-738,-3 0 544,-2-6-53,4-2 76,-6 1 0,0-7-120,0 0 1,0-2-722,0-7-812,0-1 1094,0-4 1,0 5-153,0-1 27,0 7 576,0-3 1,0 4-511,0-3-48,0 4-291,0-6 680,7 1 1,1 0-43,6-4 0,0-2 192,0 2 0,5 2 57,0-1 0,5-1 587,-5-4 1,4 0 72,-4 0 0,0 4 374,-4 1 0,-1 4 137,0-5 542,-6 7-795,-2-3 0,-7 6 72,-4 0 1,-5 0-399,-9 0 0,2 0-176,-7 0 0,5 5-164,-4-1 1,5 7 97,-1-1 0,4-2-338,0 1 0,8-4-120,2 5 67,3-1 1,4 5-12,3 0 0,4-4-131,10-1 0,3-1 159,7 2 1,1 1 56,3-6 1,-8 4 373,3-4 1,-2 4-115,2-4 1,-6 1 238,-3-1 1,-3-3 261,-2 2-197,0-2 1,1-2-87,-1 0 1,-5 0 10,1 0 0,4 0-126,5 0 1,6 0-139,-1 0 1,4-2-185,6-2 0,0 2 92,4-3 1,3 4-34,-3 1 1,2 0 65,-2 0 0,-10 0 59,-9 0 1,-3 0 28,-2 0 191,-6 0 305,-2 0 123,-6 0 0,-1 0-214,-4 0 1,3-2 249,-2-3-1192,2 4 178,2-12 1,2 10-265,2-6 0,0 1 364,5-2 0,0 2-69,6 4 1,-6 0 31,1-5 0,-6 6-222,6-2 954,-7 3-380,3 2 205,1-6-228,-6 5 0,4-10-35,-10 6 0,4-2-11,-4 3-12,-3 2 0,5-6 146,-7 4 252,7 2-640,-3-4 242,0 6 169,4 0 1,-6 0 122,3 0 361,4 6-439,-12 2 0,10 6 106,-6 0 1,5-4-119,0-1 1,0-4 194,0 4-170,2 1-113,-4 4 0,4-1-197,-2-4 1,2-1 95,-3-3-192,4-4 90,1 12-207,0-11 191,0 4 28,0 0-68,0-4 95,0 4-376,0-6-1022,0 0 1288,6 0 7,-4 0 133,4 0-959,-6 0-1070,0 0 1,-25-25 0,-7-7-1</inkml:trace>
  <inkml:trace contextRef="#ctx0" brushRef="#br0">31322 10236 7895,'-14'0'834,"4"0"1231,1 0-1053,6-6 0,-5-1-431,3-2 0,4 1-179,-4 3 0,5 3-727,5-2 0,-2 2-776,6 2 0,1 0 260,4 0 1,0 0-2032,0 0 2872,1 0 0,24 0 0,7 0 0</inkml:trace>
  <inkml:trace contextRef="#ctx0" brushRef="#br0">31621 10250 11579,'0'-8'247,"0"2"1,-57 12-1,-14 2 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5730 13847 8191,'-8'0'862,"-4"0"-287,10 0-94,-4 0 33,6 0 1277,0 0-1155,0-7-145,0 6-55,0-5-63,0 6 1647,0 0-1899,-7 0 0,6-2-11,-4-3 1,-3 4-69,-1-4 1,1 2 127,-2-2 1,1 2-152,-5-7 1,-5 6 9,0-6 0,-5 5-150,5-4 1,-9 1 18,4-1 1,-6-2-95,6 6 0,-3-5 30,-1 6 1,0-3 153,-1 3 0,7 2-22,3-3 1,-2 4 19,3 1 0,-6 4 15,5 1 0,-5 5-6,5-6 0,-1 7 6,1-1 1,-2 2 9,-3 3 0,4-3-4,6-2 0,-5 2-8,0-2 1,0-2-1,5 1 1,1-4 19,4 5 120,-4-7 295,11 3-217,-4-6 47,6 0 1,6-5-226,4 1 1,2-12-217,3 2 0,4-5 100,0 0 0,0-2 86,-5-3 0,0 4-69,0 6 0,-4-1 34,-1 1 1,-1 5-61,2-1-49,-4 7 66,-6-3 1,-5 12 178,0 4 0,-6 2 145,2 2 0,-4 5 101,-1 0 1,1 5-125,4-5 0,1 5-390,3-5 0,4 0-92,-4-5 1,3 0-334,2 0 1,5-4-216,0-1 1,6-6-595,-2 2 0,4-3-361,1-2 1753,7 0 0,-12-26 0,4-5 0</inkml:trace>
  <inkml:trace contextRef="#ctx0" brushRef="#br0">2105 14216 8339,'4'-22'358,"1"3"1,5 4 577,-6 0 1,3 1 715,-3 0-655,-2 6-417,4 2 1,-6 12 86,0 3 1,-4 10 184,-1 5 1,-6 3-284,1 1 1,-1 6-72,2-1 0,-4 2-299,4-2 1,1-5-90,-2 1 0,2-1-48,-1-4 0,-2-2-297,6 1-205,0-5 0,1 2-178,-1-5-43,0-7 0,5-8 160,0-10 0,2-9-174,2-5 1,0-4 242,5-5 1,-4-8 131,4-7 0,-4-4 774,5 5 1,-6-1-341,6 6 0,-6 5 399,6 4 1,-5 10-27,4 4 1,1 9 145,4 5 0,0 5 459,0 5 1,1 9-484,-1 10 1,0 4-44,0 6 1,0-3 149,1 7 1,-6-2-399,1 2 0,-6-3-78,6-6 1,-7-1-213,2 0 0,-4-4-515,-1 0-573,0-7-113,0 4-1463,0-13 1719,-6-2 1,-2-8-85,-6-2 0,-5 0-359,0-5 0,-2-5 628,2-5 0,2 0 144,-7 5 0,5-1 241,-4 1 1,4 6 272,-5 4 0,7-3 4,-2 3 1,3-1 337,2 5 0,4 1 6,1 4 1,6-2 445,-2 7 0,3-1 398,2 5 0,7-1-430,2-3 1,5 1-125,5-7 1,-1 6-404,5-5 1,1-1-320,4-4 1,1-1 102,-1-4 1,1 2-342,-1-7 1,1-4 174,-1-5 1,0-1-154,1 1 0,-1-3 428,1-7 0,-6 5-154,1 1 0,-2 1 321,2-2 1,-3 3 15,-7 7 0,0 6 1,0 4 0,0 2 345,1 2-224,-1 0 0,0 5-72,0-1 1,-4 8-74,-1-3 1,-6-1-279,2 1 0,-3-4-206,-2 5-524,0-7 412,0 3 234,0 0 15,0-4 0,-2 4-108,-3-6 1,-2 0 9,-8 0 0,1 0-81,0 0 1,-5 2 358,0 3 1,0-2-99,5 6 0,0 1 459,-1 4-221,1 0 1,1 0-51,4 1 1,-2-1-142,6 0 0,0 0 73,5 0 1,2-1-88,3-3 1,3 1-425,6-7 1,6 1 28,4-5 1,3 0 186,1 0 0,2-6-78,4-4 1,-4-4 122,3-5 1,-3 2 223,-2-7 1,1 0-153,-1-4 1,-4 0 197,0-1 1,-9 2 42,0 4 1,-3 2 813,-7 7 580,0 6-533,-5 2-756,0 6 0,-2 0 28,-3 0 1,4 6 10,-4 3 0,2-1 90,-2 2-342,4-1-368,-6 5 0,7 1 67,0-1-860,0-6 400,0 4 61,0-10 665,0 11 783,0-12-378,0 6-101,0-7 0,0-2-135,0-3 1,0 2 21,0-6 1,0 4-183,0-5 0,0 6 22,0-6 1,-5 5 55,1-4-81,-1 6 0,3-4-404,-2 7 416,2 0 14,-11 0 75,12 0-54,-12 7 1,10 1 123,-6 6 1,5 0-137,0 0 0,2 1-50,2-1 1,0 5-64,0 0 1,0 0-185,0-5 1,0-5 1,0 1 1,0-1 0,0 1-87,0-1 0,6-6 242,2 4 1,7-12-140,-1 0 1,-5-11-147,1 2 0,-6-3 114,6 3 0,-2-7-141,1-3 1,4 2 223,-4-1 1,-1 4-27,2-5 1,-1 7 93,6-2 1,-1 3 229,0 2 1,0 4 48,0 1 1,1 5 93,-1 0 1,0 2 228,0 2 0,-4 5-144,-1 0 1,-4 6 16,4-2 0,-5-1-198,0 2 1,3-6-358,-3 6 253,1-7-565,-5 10 716,0-12-188,0 5-226,-6-6 1,-2-4 170,-6-1 1,-1-5 1,1 6 1,0-3 96,0 3 0,0 2 188,-1-3 1,0 4-139,-4 1 1,6 5 165,-6-1 0,11 9-87,-6 1 1,3 2-71,-3 8 0,6-5 132,3 4 1,3 1-163,2 4 1,0-4-6,0 0 1,7-7-59,2 2 1,9-3-184,1-2 0,7-6-123,3-3 1,-1-4-319,5-1 1,-1-1 13,1-4 0,-3-4 193,3-10 0,-3 1 159,-1-6 1,-2 1 88,-4-6 1,0-1 178,-5-3 0,-8 3-88,-1-3 1,-5 8 387,-4 1-79,0 7 1,-7-2 337,-2 9 0,-4 4-260,-1 6 1,-2 6-94,-3 4 1,3 7-61,-3 2 0,5 5 95,5-5 0,-2 6 145,6-1 1,-5-4-280,6-1 0,-1 2-267,5-2 0,2 0-77,2-5 0,4-2-353,6-2 1,7 1-254,3-6 0,4-1 373,5-4 0,-1-6-61,6-3 1,-5-6 124,5-4 0,-5-3 96,5-6 1,-8 4 169,-2 1 1,-1 0 248,-8 0 1,5 2 463,-5 7 1,0 1-51,-5 4 274,0 3 1,0 6-247,1 0 1,-3 6-68,-2 3 1,-4 4 2,-6 1 0,5 0 93,0 1 0,-1-1-355,-4 0 1,-1 0-170,-4 1 0,2-3-687,-7-2 0,1 2 411,-5-2 0,-2-2-1152,-3 1 1,2-4 234,-7 4 0,2-6-138,-2 2 0,4 2 109,5-3 732,-5 1 1,4-5 9,-3 0 222,10 0-67,-4 0 450,11 0 486,-4 0 1,12 0-125,4 0 1,2-2 116,3-2 1,0 1-432,4-7 1,2 5-87,3-4 1,2 4-690,-2-4 1,5 4 333,4-5 1,-2 1 39,7-5 1,-5 0-247,5-1 0,-4-4 355,3 0 0,-5 0 115,1 5 1,-3 2 416,-1 2 0,-7-1-196,-3 6 1,-3 1 97,-2 4 0,-6 1 102,-4 4 0,3 4 323,-3 10 0,1-3-279,-5 3 1,0 2 69,0-2 1,-5 4-590,1-4 1,-6 0-326,6-5 1,-8 1-241,3-1 0,-4-2 519,-1-2 1,-2 1-1207,-3-6 1,2-1 291,-7-4 1,5 0-112,-4 0 1,4 0-794,-5 0 1,5 0 896,-5 0 1,1 0-2169,-6 0 3090,1 0 0,-17 13 0,-8 6 0,-5 1 0,1 0 0</inkml:trace>
  <inkml:trace contextRef="#ctx0" brushRef="#br0">2631 15027 15119,'-14'-14'-1201,"-1"-1"2091,1 1 1,5 5-203,-1-1 1,7 5 1022,-2-4-1246,4 6 1,7-8 481,3 6 0,10-1-22,5 1 1,9 3-582,5-2 0,3-3 230,2 3 0,1-3-103,4 2 0,-6 4-297,1-4 0,-2-1-12,-8 1 1,0 0-577,-4 5 1,-12 0-967,-3 0 140,-9 0 1,0 2-776,-10 3 1,-4-2 1040,-10 6 1,-2-1 186,-3 2 1,-3 1 302,4-6 1,-4 4 157,-1-4 0,5 1 516,4-1 0,4-4 1049,0 4-801,1-3 1,5-2 494,-1 0 1,7 1 2753,-2 4-2268,4-3 0,1 5 1063,0-2-2107,0 3 0,5 6-228,-1 1 1,6 3-390,-6 1 1,3 2-271,-2-2 0,-4-2 136,4 7 1,-2-7-452,2 2 0,-4-1-682,4 1 811,-3-4 1,-2 6-411,0-7 0,-2-4 623,-3-1 1,-3-6 195,-6 2 1,0 1 296,0-1 1,4 0 329,1-5 622,-1 0 94,2 0 0,2-2-317,6-2 1,3-4 209,7-7 1,-1 6 548,10-1 1,2 1-955,-2-5 0,6 0-252,-1-1 0,-2 3-252,1 2 1,0-2-281,0 2 0,4-3 28,-3-1 0,-2-2-268,2-2 0,-2 2 161,1-3 0,-2 3-41,-7 2 0,-1 0 30,-4-1 1,2 1 304,-6 0 0,0 4 1060,-5 1-1079,0 6 281,0-4 1,-2 9 317,-2 3 1,0 4 22,-5 10 0,4-3-158,-4 3 0,6 3-165,-2 2 0,3-2-33,2 2 1,0-2-140,0 1 0,0 4 31,0-3 0,0-2 57,0 2 0,0-2-593,0 2 0,0-4 99,0-6 1,0-4-487,0-1 0,0-4-261,0 4 743,0-5 425,0 2 1,0-8-573,0-2 161,0-4 1,0-6-89,0-1 61,0 1 0,0 0 328,0 0 1,0 4-242,0 1 119,0-1 1,0-4 8,0 0 0,0 4-184,0 1 316,7-1 1,-4-2-31,6 2 210,-6-2 0,5 5 223,-3-2 0,-3 1-209,2 3 597,-2 4-430,-2-6-359,0 7 248,0 0-36,0 7-579,0 0 0,0 8 1,0-1 1,1-5-154,4 1 76,-3-1 1,4 6-659,-6-1 780,6-6-210,-4 4 0,4-9-441,-6 7 791,7-7-9,-6 3 1,7-6 201,-3 0 0,-4-1-107,4-4 0,-2-1 8,2-4 0,-2-2 4,7 2 0,-7-2 438,2-3 0,-2 6-504,1-1 0,-2 6-412,3-6 1,-4 5-678,-1-4-1342,0 6 2562,0-4 0,-69 14 1,25-3-1,1 0 0</inkml:trace>
  <inkml:trace contextRef="#ctx0" brushRef="#br0">3327 15041 8303,'0'-22'0,"2"0"416,3 3 1,-4 3 1641,4-3-479,-3 3 0,-4 4-476,-3 2 1,2 4-77,-6 6 1,-1 0-518,-4 0 0,-5 1-22,0 4 0,-5 3-213,5 6 1,-4 5-60,4 0 1,0 5-312,5-5 0,4 6 147,1-1 0,5-4-337,0-1 0,2 2-5,2-2 0,6 1-142,4-1 0,4-3 195,5 3 1,3-8 102,7-1 0,-1-1 115,1 5 0,-7-1 28,-3-4 1,0 4 235,-5-4 1,2 1-52,-12 4 0,-1-8 414,-7 9 1,-6-4-284,-9 3 1,-3 0-177,-6 0 1,-1-1-321,1-4 0,1 3-454,3-8 1,-1 1 170,6-5 1,0 0-1244,5 0-669,0 0 1,6-6 1205,3-4 0,11-2 1160,9-3 0,11-11 0,6-6 0,6-3 0,0 0 0</inkml:trace>
  <inkml:trace contextRef="#ctx0" brushRef="#br0">3598 15041 8234,'6'-14'2283,"-5"0"716,12-1-1276,-11 7-692,10 2 1,-9 12-321,7 4 0,-7 4 200,2 5 0,1 3-425,-1 7 0,0-3-193,-5-2 1,0 3-338,0-3 0,0 1-87,0-1 0,0 1-151,0-6 1,-2-2 94,-3-7 0,2 1-238,-6-6 1,-1-1-338,-4-4 1,4-1 322,1-4 1,0-11-50,-6-12 0,3-7 63,2-8 0,4-6-231,6-3 0,6-3 229,4-2 0,10-3 218,9 3 1,5 5 343,9 14 1,6 10 380,3 9 1,-3 9-138,-1 6 1,-12 4 462,-8 4 0,-7 4-273,-12 6 1,-2 5-157,-7 0 1,-7 2 29,-2-2 1,-9-2-342,-1 7 0,-11-7-382,2 2 0,-2-5-495,6-4 0,-3 3-1048,4-4 1,-3-1 422,3 1 0,2-5 1400,7 0 0,38-25 0,20-13 0,0-2 0,0 1 0</inkml:trace>
  <inkml:trace contextRef="#ctx0" brushRef="#br0">7578 13179 8072,'8'-15'0,"3"6"421,-6-1 0,2 3 1708,-3-3 116,-2-3-1072,10 6-272,-10-8 1,3 1-308,-10 0 0,2 0-111,-7-1 0,-1 1-158,-8 0 1,-3-5-51,-6 0 0,-7-5-104,-3 5 0,-9-4-112,-5 4 1,-7-6-381,-7 1 0,-7-1 401,31 13 1,-1 0-1,0-1 1,-1 1-120,-1 2 0,0 1 0,-1-4 0,-1 0 18,-3 1 0,0 1 0,6 0 0,1 1-31,3 0 1,0 1 0,-34-7 45,2 2 1,3-5 54,3 0 1,-4-1-14,4 1 1,-4 3 2,-1-3 1,-5-2-256,0 3 0,-1-1 85,1 4 0,4 1 64,-4 0 0,0 6 90,5 3 1,-2 4-4,12 1 0,-6 0-182,6 0 0,-11 1 142,6 4 1,1-3-19,13 2 1,-1 3 31,5-3 1,-4 7 89,5-1 1,-1-2-66,6 1 1,0 1 1,5 4 1,-3 3-21,7-2 0,1 2 338,9-8 0,-3 3-340,7-3 1,0 2 312,5-6-302,0 0 41,0-5-258,6 0 199,2 0 1,7-12-510,4-2 0,4-9 122,10-1 1,-1-9-64,5-5 1,1 1 254,5 0 1,-6 7 60,1 1 0,-8 7-13,-2 8 0,-5 6 248,-4 3-36,-3 4 1,4 8-130,-6 8 1,0 5 751,0 9 1,-6 4-150,-4 0 0,2 5 2,-1-5 1,6 0-314,-2-4 1,-1-1-111,1 1 0,0-7-53,5-3 1,6-4-213,4 0 1,4-7-975,5-4 1,-1-2 587,5-2 1,1-2-1368,4-2 0,1-3 234,-1-2 1674,1-4 0,5-7 0,3-10 0</inkml:trace>
  <inkml:trace contextRef="#ctx0" brushRef="#br0">1024 12041 8095,'-20'0'0,"9"-1"36,-4-4 0,4 3 191,-3-2 1,0 1 137,0-2 1,-1 3 157,1-3 0,5 4 635,-1 1-299,1 0 1,-1 0 972,1 0-1294,6-6 0,-2 4-161,10-3 0,7-1-101,7 1 1,8-1 95,1 1 0,7 2-218,8-7 0,-5 6-160,0-6 1,-5 7-37,5-2 1,-8 2-331,-2-2 0,-1 4-1104,-8-4 1,0 4-755,-5 1 197,0 0 1254,-6 0 1,-8 0-171,-9 0 1,-10 4 509,-5 1 0,-3 5 439,-1-6 0,4 3 0,1-3 0,0-2 0,0 3 0,1 1 0,3-1 0,3 1 0,-3-1 238,3-4 1,3 7 1054,4-3 1001,3-3-1389,6 10 0,0-4 106,0 6 1,1 1-341,4-1 0,-3 6 88,2 4 1,4-2-68,2 2 0,-2-1-228,1 6 1,-6-1-102,2 1 0,1-2-230,-1-4 0,0 4-126,-5-3 0,0-2-266,0 2 1,0-7-1376,0 2-531,0-3-77,0-2 0,1-1 2242,4-4 0,16-53 0,9-19 0</inkml:trace>
  <inkml:trace contextRef="#ctx0" brushRef="#br0">1223 12212 7517,'10'-5'-14,"-1"0"4094,-6 1-3208,4 4 0,-6 0-78,4 0 0,-4 6 61,4 3 1,-3 4 378,-2 1 0,1 5-591,4 0 1,-3 2-57,2-2 0,0-2-395,0 7 0,-2-7-87,3 2 1,-4-3-234,-1-2 0,0-4 304,0-1-126,0-6 54,0 10 0,0-13-127,0 0 0,-1-6-111,-4-9 1,3-4 56,-2 0 0,2-6-1067,2 1 0,0-7 470,0-2 0,5 4 253,0 6 1,6 4 51,-2-5 1,8 7-57,2-2 0,5 4 16,-5 6 1,5 3-178,-5 6 0,0 1-910,-5 4 0,0 3 730,0 6 0,-4 5 766,-1 0 0,-18 19 0,-1 0 0</inkml:trace>
  <inkml:trace contextRef="#ctx0" brushRef="#br0">1692 12255 8102,'0'-15'849,"-1"1"1270,-4 0-1222,-3 0 0,-8 1 389,-3 4 1,4 2-600,-4 7 0,1 2 39,-1 3 0,3-2-259,-2 6 1,2 5-167,2 5 0,1 0-286,3-4 0,-1 4-143,7-1 1,-1 3-168,5-2 0,0-3-62,0 3 0,1-3-480,4-2 0,3-6 231,6-4 1,1 3-289,-1-3 0,2 1 388,2-5 0,0-6 204,6-4 1,-7-4 350,2-5 0,-3 3 46,-2-3 1,-1-1 56,-4 1 1,2-5 232,-6 5 0,4 0 521,-4 5 0,0 5 107,-5-1-321,0 7 0,-2-3-232,-3 6 0,-1 6 99,-3 3 0,-2 9 71,6 1 1,-5 1-373,6-1 1,-1-3-186,5 3 0,-5-3-161,0-2 0,1 0-512,4 0 1,1-4 115,4-1 1,-2-5-496,7 0 0,-6-2 463,6-2 0,-1-2-148,6-2 1,-1-4 221,0-6 0,0-5 354,0 0 0,1-5 194,-1 5 1,0 0 137,0 5 1,-4 0 497,-1-1 1,-4 3 56,4 2-206,-5 4 0,4 6-10,-4 0 0,-2 1 278,3 4 0,-2 3-307,1 6 0,-2 1-286,3-1 1,1 0-275,-1 0 1,1 0-124,-1 1 1,-2-3-1030,7-2 55,-7 2-1224,3-4 1380,0 0 286,-4-1 327,4-7 1,-6-7 151,0-2 1,0-4 125,0-1 1,0-2 15,0-3 1,0 3 383,0-3 0,5 4 25,0 0 1,1 6 1139,-1-1-507,3 1 569,6 1-953,0 2 1,0 6-240,1 0 1,-6 6-280,1 3 1,-3-1-103,3 2 1,3-1-386,-4 6 1,-1-3-117,1-2 1,-4 2-538,5-2 0,-2-2-275,1 1-576,-3-6 1713,1 4 1,-4-7 65,6 0 1,-4-2 45,4-3 0,-4-3-14,5-6 1,-6 0 275,6 0 1,-2 0 82,1-1 0,4-4 320,-4 0 0,2 5-166,-1 5 1,3 1 81,-4-2 1,4-1 525,1 7-576,0-1 0,0 6-33,1 4 0,-1-2-208,0 7 1,-5-1-129,1 5-114,-7 1 1,3-1-397,-6 0 0,0 0 56,0 1 1,-1-3-392,-4-2 1,-8 2-235,-5-2 1,-3-2 334,2 1 1,2-6 139,-7 2 1,5-3 230,-5-2 1,7 0 69,-2 0 1,8 0-138,1 0 264,1 0-121,1 0 1,3 0-61,10 0 1,3 0 1455,6 0 1,0 0-589,1 0 0,4 0-382,0 0 0,6-2-144,-1-3 0,1 2-128,-2-6 1,4-1 65,-3-4 1,1 0-246,-1 0 1,1-1 189,-6 1 1,-5 0 25,-4 0 1,-7-1 138,2 1 1,-4 0-53,-1 0 1,-1 4 425,-4 1-307,-3 6 0,-6-4-17,0 7 1,4 0 18,1 0 1,4 7 82,-4 2 1,5 4 358,0 1 0,2 5-264,2 0 1,0 1-159,0-1 0,2-3 44,2 3 1,0-3-563,5-2 1,2-4 160,8-1 0,-2-6-58,7 2 0,0-3-33,4-2 1,-4-7-281,0-2 1,-1-9 153,6 0 0,-7-9 56,-3-2 1,1-1 40,-1-8 1,-6 5 14,-8-5 0,1-1 38,-1-9 0,0 4 138,-5-3 0,-5 9 3,0 5 0,-1 11 350,1 7 250,3 7 1,-9 12-274,7 5 0,-6 8 167,5 17 1,-4-3 763,4 7 1,0-2-450,5 2 1,0 2-269,0-7 0,0 5-514,0-5 1,2-4-445,3-6 1,-2-1 262,6 2 1,1-3-371,4-7 1,0-6-389,1-4 0,-1-2-1254,0-2 0,0-2 458,0-2 0,-6-4 592,-3-6 1,-3-7 1180,-2-3 0,-13-53 0,5 31 0,0 0 0</inkml:trace>
  <inkml:trace contextRef="#ctx0" brushRef="#br0">2801 12027 8181,'-14'-6'2177,"0"4"-1155,6-4 1,13 6-285,9 0 1,14-5 0,1 0 0,2-1-747,-2 1 1,-2 4-664,-4-4 1,3 3 691,-7 2-21,0 0 0,-37 13 0,-7 3 0</inkml:trace>
  <inkml:trace contextRef="#ctx0" brushRef="#br0">1835 12681 10918,'0'-8'4022,"4"-4"-3307,1 2 1,6 2 112,-1-1 0,4 4-219,5-5 1,3 1-180,6-5 0,2 4-23,3 1 0,2 4-210,3-4 1,2 5-242,-7 0 1,0-3-188,-5 3 0,-5-1-498,-5 5 1,-6 0-600,-3 0-1397,-6 0 1406,3 0 909,-18 0 1,2 1 228,-9 4 0,4-3 186,0 3 0,1 1 353,0-1 0,1 1 10,4-1 0,-4-2 438,4 6 1,1-1-185,-2 2 0,7 2 337,-2-2 1,2 2-222,-1 3 1,2-1-252,-3 0 1,4 0-375,1 0 1,0 1-17,0-1 0,0 0-225,0 0 0,4 1-312,1-1-145,0 0 0,-5 0-214,0 0-634,0-6 460,0-1 0,-2-3 369,-2 1 0,0 0-60,-5-5 0,-1 0 148,-4 0 0,0 0-107,0 0 670,0 0 677,-1 0-404,7 0 0,5 0 402,13 0 1,-1-5 225,10 0 0,3-1-360,2 1 1,1 2-264,-1-6 1,1 6-205,-6-2 1,7-2-286,-3 3 1,-2-6-408,-2 6 0,-2-6-820,2 5 1,-3-1 504,3 1 886,-3 4 0,10-37 0,4-2 0</inkml:trace>
  <inkml:trace contextRef="#ctx0" brushRef="#br0">2531 12610 8195,'-6'-8'1305,"-4"3"0,2-1 119,-1 1 0,0 1-696,-6 4 0,6 0 318,-1 0 0,1 0-382,-5 0 1,-1 6-198,1 3 1,0-1-189,0 2 0,6-1-14,3 5 0,4 1-19,1-1 0,0 0 0,0 0 0,7-1 98,8-4 1,0 4 104,9-4 0,-2 3-432,2-3 0,1 2 96,-6-6 1,0 4-115,-5-4 0,-4 5 11,-1-6-197,-5 7 1,0-3 134,-8 6 1,-11-4-48,-8-1 0,-4-1-982,-2 2 1,1 1 492,-1-6 0,7 4-1095,3-4 1,4 0-1392,0-5-537,7 0 3611,2 0 0,69-38 0,-23 14 0,-1 0 0</inkml:trace>
  <inkml:trace contextRef="#ctx0" brushRef="#br0">2787 12610 8151,'0'-8'4026,"6"2"-1160,-4 6-2154,4 0 1,-6 6 380,0 4 1,0 2-328,0 2 1,0 1-85,0-1 0,0 2-242,0 3 1,0-4 147,0 4-442,0-3 0,0-2 110,0 1 1,0-6-313,0 1 1,0-6 109,0 6 0,-1-7-306,-4 2 0,2-4-322,-7-1 138,1 0 1,-5-6 51,-1-4 0,6-4-91,0-5 1,5-3 74,0-6 1,2-5-62,2-1 0,2 0 44,2 0 1,4 9 106,6-3 1,5 7 402,0-3 1,7 12 90,-3-2 0,3 9 133,-3 0 0,3 4-149,-7 1 0,-2 1 69,-8 4 1,2 4-2,-6 10 0,-2-3 43,-7 3 0,-6 2-178,-9-2 0,2 1 19,-7-1 0,-1-3-1489,-8 3 1,3-3 155,-4-2 1213,4 0 0,-17-16 0,-10-7 0,-4 0 0,-1 1 0</inkml:trace>
  <inkml:trace contextRef="#ctx0" brushRef="#br0">19209 8885 7846,'0'-14'0,"0"0"0,0 0 932,6-1-140,-4 1 167,4 6-633,-6-4 1,0 12-146,0 0 1,-6 6 101,-4 8 1,-3 5 65,-1 0 1,-2 8-172,-3 1 1,2 1 25,-7 4 1,5 2-71,-4-2 0,4 0 77,-5-4 0,7-1-152,-2 0 1,-2 1-36,2-1 0,0-1-127,5-3 1,1-4 92,4-5 0,-2-6-296,6 0 315,0-5 0,5-4 72,0-10 1,0-2-198,0-3 1,0-4 123,0 0 1,0-6-107,0 1 0,0 4 145,0 1 0,0 3 354,0 2-253,0 6-54,0-5 20,0 12 0,0-4 151,0 10 1,0-2 311,0 6-321,0 1 1,2 4-97,3 0 0,-2-6-319,6-3 1,6 1-427,4-1 1,-1 0 2,-3-5 0,-1 0-562,0 0 1,-4 0 143,-1 0 0,-4 0 1000,4 0 0,-31 6 0,-3 2 0</inkml:trace>
  <inkml:trace contextRef="#ctx0" brushRef="#br0">18228 9625 7783,'0'-10'0,"0"1"500,0-1 0,0 1-114,0-1 0,-2 7-139,-3-2 1,4 5 97,-4 5 0,3 3 200,2 6 1,0 5-165,0 0 0,0 6 2,0-1 1,-1 3-80,-4 1 0,3 1 14,-2-1 0,2-4-238,2 0 0,-1-1-47,-4 6 1,3-6-180,-2 1 1,2-7 53,2 2 0,0-3-448,0-2-388,0-6-1029,0-1 1215,0-7 1,0-7-127,0-2 1,0-4 186,0-1 0,0-7 681,0-2 0,-5-4 0,0-2 0,1 1 0,4 0 0,0-1 0,0 1 0,0 1 79,0 3 0,0-3 236,0 4 0,0 2 274,0 2 1,6-1 607,4 1 1,2 1-373,2 9 1,1 2-320,-1 7 1,5 0-121,0 0 0,0 0-120,-5 0 1,5 7-11,0 2 0,-5 9-72,-4 1 1,-6 0-1,6-5 1,-7 2 1,2 2 0,-5-2-26,-5 3 1,-3-3-200,-6-2 1,-5 0-261,0 1 0,-5-3-332,5-2 0,-6 1 240,1-6 1,2 4-254,-2-4 0,7 1-109,-2-1 1,3-4-1631,2 4 2383,6-3 0,33-21 0,15-5 0</inkml:trace>
  <inkml:trace contextRef="#ctx0" brushRef="#br0">18540 9667 7783,'0'-9'577,"0"-1"1,0 5 269,0-4 599,0 0-870,0 1 0,-6 1 613,-3 7-804,-4 0 1,-1 7-114,0 2 1,-1 5 29,1 5 1,1-1-98,4 5 0,-2-4-175,6 5 1,0-5-95,5 5 0,0-7-114,0 2 0,2 2-59,3-3 0,3-3-224,6-6 1,5-1 196,0 2 0,6-4-156,-1-6 1,-2-5 49,2 0 1,-2-10-82,1 0 0,-2-8 447,-7-1 1,0-3-65,1-1 0,-8-1-128,-2 1 1,-5 4 53,-5 0 1,-2 7 320,-8-2 0,-4 10 529,0 4 1,-6 3-318,1 2 1,-2 7-171,-3 2 0,7 4-102,3 1 1,3 0-57,2 0 1,5 5-69,-1 0 0,7 0-140,-2-5 0,5-4-46,5-1 1,8-4-255,6 5 1,6-7 98,-1 2 1,4-10-101,5-5 0,-3 2 156,3-1 0,-3-1 74,-1-4 0,-6 2 503,1 2 0,-6-3 353,0 4 516,-2 3-770,-1-1 0,-8 9 862,-2 3-849,-3 3 1,-2 6 53,0 0 0,0 0-219,0 0 1,-5 1 113,0-1-1036,1 0 325,4 0 1,1-1-281,4-4 0,-2-2 349,6-7 1,-4-2-63,5-3 0,-2 2-56,1-6 419,4-1 343,-5-4 0,1 1 29,1 4-79,-7 3-43,9 6 0,-8 0 142,5 0 1,-4 0-105,4 0 0,-4 1-26,4 4 1,-4-2-316,5 7 0,-1-7 90,5 2 0,1 1-556,-1-1 377,0-1 0,0-4 14,0 0 1,1 0-28,-1 0-52,0-6 0,-1-3 98,-4-10 1,2 1-25,-6-5 1,0 4-112,-5-5 0,0 5 91,0-5 0,0 2 185,0-2-152,0 4-12,0 6 164,-7 6 0,6 5 172,-4 12 1,4 1 114,1 9 0,0 3 316,0 1 0,0-1-420,0 2 0,1-5-67,4 5 1,-4-7-379,4 2 0,-3-3-784,-2-2 1,1 0 284,4 1 0,-3-6-591,2 1-1031,-2-7 1679,-2 3 0,-6-8 137,-4-2 1,-2-4 527,-3-6 0,1-1 0,0 1 0,1 0 82,4 0 0,-2-1 290,6 1 1,0 5 400,5-1 1,3 2-248,7-1 0,1-2 324,13 6 1,-1-4-269,6 4 1,4-5-120,0 6 0,-4-1-888,-6 5 0,-5-5 273,1 0-1820,-4 1 1065,0 4 1,-9 0 906,-6 0 0,-44 6 0,-18 2 0</inkml:trace>
  <inkml:trace contextRef="#ctx0" brushRef="#br0">19621 9610 7721,'0'-14'1208,"0"0"1,-2 1-696,-2 4 0,-3 1-113,-2 3 0,-9 4-100,4-4 0,-5 5 127,0 5 1,2-2-169,-7 6 1,7 1-245,-2 4 0,3 2 114,2 3 1,1-2-165,4 7 0,2-7 118,7 2 0,2 2-53,3-2 0,3-1-75,6-3 1,8-3-24,6-2 0,1-4 35,4-6 1,3 0 107,2 0 0,-3-6 82,-2-4 1,-4-4 18,-6-5 1,3 2 166,-7-7 1,-7 5-272,-7-5 1,-3 2-160,-2-1 0,-7 2-27,-2 7 1,-9 1 106,-1 4 0,-6 2-206,1 7 0,-1 2-66,1 3 1,4 3-30,6 6 0,1 0 77,4 0 0,-2 2 73,6 3 0,2-3 70,7 3 0,9-5 14,6-5 1,6 3-195,-1-8 0,3 1 101,1-5 1,1 0 4,-1 0 1,1-6 101,-1-4 0,-1-4 130,-3-5 1,-6 2-118,-8-7 1,1 0 121,-6-4 1,-1 4-38,-4 0 1,0 7 139,0-2 0,-6 3 569,-3 2-530,-4 6 0,-1 3 21,0 10 1,1 5-34,4 9 1,2 0 140,7 9 0,0-3 56,0 9 1,0 0 132,0-1 0,2 7-127,3-2 0,1-2 43,3 2 0,4 0-361,-4 5 0,-2-7 57,-3-3 1,-2-4-82,-2-6 0,0 3-40,0-8 0,-2-5-97,-2-8 1,-4 1-13,-6-1 0,-5-2-156,0-8 0,-5-3-170,5-6 0,-5 0-368,5 0 0,0-5-405,5 0 1,6 0 117,4 5 1,2-1-227,2 1 1,11 0 619,3 0 0,15 4 670,-1 1 0,10 1 0,6 0 0,2-3 0,0 0 0</inkml:trace>
  <inkml:trace contextRef="#ctx0" brushRef="#br0">20218 9696 7740,'8'0'1251,"0"-5"-24,-3 0-541,-4 0 0,6 4 139,-7-4-73,0 3 15,0-4-183,0 12 1,0 7-84,0 6 1,0 2 72,0-2 0,-5 1-292,0 4 1,-1 3-70,1-4 0,3-1-279,-2 2 1,0-2-172,0 2 0,2-2-165,-3-3 0,4-3 111,1 3 1,0-8-955,0-2-495,0-6 1176,-6 4 1,-1-15 8,-2-6 1,-2-4 156,6-10 1,-5 1 229,6-11 0,-6 2 134,6-2 1,-1-2 195,5 7 0,1 0-137,4 5 0,5 5 89,9 5 1,-2 3 232,7 6 1,-1 3 396,6 6 0,-2 0 10,-4 0 1,3 1-238,-7 4 0,-1 3-205,-3 6 0,-3 0-226,-2 0 1,1-4-146,-6-1 0,-1 1 135,-4 4 1,-6 0-86,-3 0 1,-4 1-140,-1-1 0,-7-5-228,-3 1 0,4-1-114,1 6 1,-2-8 142,2-2 0,1 2-322,3-3 285,1 7 33,6-9 209,2 4 1,14-11 4,6 1 0,7-7-6,7 1 1,0-4 41,1-5 0,4 3 45,0-3 1,0 3-79,-4 2 1,-2-5 138,-4 0 1,-2 2 111,-7 7 259,0-2-126,1 4-43,-8 0 0,-2 8-27,-10 10 1,4 2 158,-4 2 0,-1 2 447,1 3 0,0-1-142,5 5 0,0-5-25,0 1 1,0 1-238,0-1 0,0 0-30,0-5 0,0 0-225,0 1 0,0-6-95,0 1 185,0-7 0,-1 3 241,-4-6-780,3 0 1,-10-6-94,2-4 0,4-7-370,1-2 0,2-5 275,-2 5 1,4-6-234,-4 1 0,10-1 334,4 1 0,-1-1 25,2 6 1,4 0 36,5 5 1,1 6 145,-1 3 1,-3 4-449,3 1 1,-3 0-76,-2 0 0,-1 6-195,-4 4 1,-3 2 298,-6 2 620,0 1 0,7 18 0,1 5 0</inkml:trace>
  <inkml:trace contextRef="#ctx0" brushRef="#br0">20730 9781 7751,'8'0'2430,"-2"0"1,-4 0-1134,2 0 460,-2 0-1434,11 0 1,-10 0-153,6 0-201,1 0 1,4-5-90,0 0 0,0-1-101,1 1 1,4-1 56,0-3 1,0-4-251,-5 3 0,-5-2 116,1-2 0,-6 4-439,6 1 218,-7-1 407,-3-4 1,-13 6 102,-6 3 0,-4 4 40,4 1 0,-5 6 84,5 4 1,0 4 31,5 5 1,1-4 221,4 4 0,-2-3-176,6-2 1,0 1 44,5-1 1,2 0-189,3 0 0,4 1-138,10-1 0,3-6 166,7-4 1,1-2-140,3-2 0,-3-2-269,3-2 0,-3-4 170,-2-6 1,1-1 95,-1 1 1,-6 1 116,-3 4 0,-8-2 498,-1 6 6,-7-6-165,3 10 263,-6-6-355,0 7 1,0 2 122,0 3-305,0-4-248,7 12 0,1-12-15,6 4 1,0-3-236,0-2 1,2 0 178,3 0 0,-3 1-89,3 4 1,-3-2 269,-2 7 1,0-6 29,0 6 0,0-2 132,1 1 1,-6 4 153,1-4 442,-7 4-513,3 1 0,-12-1 35,-4-4 1,-7-2-213,-2-7 1,-2 0-316,3 0 1,0 0-394,-6 0 0,5-5-190,-4 0 477,5-6 0,-2 5-136,6-4 48,6-2 258,-5 10 1,13-9 134,0 6 0,6 1 148,9 4 0,5 0 404,4 0 0,3 0 34,1 0 0,5 0-243,1 0 1,5-5-163,-1 0 1,3-4-22,2 4 0,-7-6-4,-3 1 0,-4-2-14,-6-3 1,-2 6-185,-7 0 1,-1-1 25,-4-4 1,-4 6-44,-10 3 1,-3-1 64,-6 1 1,-2 0 48,-3 5 0,2 2 12,-7 3 1,7 3 26,-2 6 1,3-2 3,2-2 0,6 3 82,3-4 59,-3 4 1,7 1-156,-4 0 0,10-6-4,4-3 0,5 1-247,5-1 0,4 0 3,5-5 0,0 0-4,1 0 0,-1-7 121,1-2 1,-2 1 14,-4-2 1,3 2 12,-8-1 1,1 1 144,-4 3 0,-1 4-34,0-4 437,-6 3-34,-2 2-34,-6 0-234,0 7 1,2-6-140,3 4 0,-2 1-152,6-1 1,1 0 144,4-5 1,7 0-112,2 0 0,4 0 8,2 0 0,4 0-184,0 0 0,2-5 117,-2 0 1,-3 1 207,3 4 1,-5 0 205,-4 0 0,-3 0-34,-7 0 75,0 0-313,-6 0-210,-2 0-380,-18-7 1,-3 4-2251,-8-6 2854,-10 6 0,-12-8 0,-13-6 0,-2 0 0,-10 2 0,1-1 0,-1 0 0</inkml:trace>
  <inkml:trace contextRef="#ctx0" brushRef="#br0">17332 9895 7765,'-14'-7'0,"-1"4"475,1-6 0,0 6 486,0-2 163,6-3-666,2 6 0,6-6 69,0 4 0,1 2-149,4-3 0,-2-3-133,7-1 0,1 1-107,8-1 0,-2 4 90,7-5 1,-1 6-113,6-6 1,-4 2 51,3-1 1,-2-2-45,7 6 1,3 0 70,2 5 1,3-4-38,2-1 1,6 0 58,3 5 0,2 0 96,-2 0 0,-3 2-77,-7 2 1,-5-2 49,-4 3 0,-9 1-106,-5-1-26,-10-1-171,-3 3 128,-6-6 1,-1 6 9,-4-7 1,2 0-224,-7 0 1,6-2-362,-6-3 1,2 2-264,-1-6 0,-4 4-8,4-4 352,-4-1 0,-1-3-385,0 4 370,6-4 1,-3 10 0,6-6 90,0 5 255,5-2 1,7 6 266,2 0 0,5 5 102,5 0 1,-3 6 355,3-2 0,-3 4-92,-2 1 0,-1 0-266,-4 0 0,2 1-41,-6-1 0,0 0-168,-5 0-416,0 1 1,-8-1-470,-6 0 1,-2-5-2345,-8 1 3122,7-7 0,-61 3 0,36-6 0,-1 0 0</inkml:trace>
  <inkml:trace contextRef="#ctx0" brushRef="#br0">6526 12283 8401,'-14'0'35,"0"-6"1,0 4 200,0-3 0,4 4 627,1 1-105,-1 0-286,2 0 1,0 0 93,4 0-68,2 0 190,-4 0-158,12 0 1,2 0-264,6 0 0,0 1-1,1 4 1,-6-3 415,0 2 1,1-2-230,4-2 0,-4 0-230,-1 0 0,1 0 48,4 0 1,-5 0-34,1 0 1,-1 0-8,5 0 1,1 0 32,-1 0 0,2 0-62,3 0 1,-2 0 12,7 0 0,-1 0-126,6 0 1,-1-5 44,1 1 0,-1-1-175,1 5 0,-1 0 151,0 0 0,1 0-200,-1 0 0,-4 0 115,0 0 1,-5 0-81,4 0 0,0 0 79,0 0 0,4 0-21,-3 0 1,-2 0-69,2 0 1,-2 0 108,1 0 1,3 0 1,-7 0 0,4 0-34,-4 0 1,5 5-6,-5-1 0,0 1-14,-5-5 1,5 0-5,0 0 0,2 0 1,-2 0 0,-2 0 27,7 0 1,-1 0-54,6 0 1,-1 0 27,1 0 0,-1 0-6,0 0 1,1 0-47,-1 0 1,1 0-123,-1 0 1,1 0 93,-1 0 1,-4 0-24,-1 0 1,1 0 6,5 0 0,-1 2 34,0 2 0,6-2-72,-1 3 0,2-4 119,-2-1 0,-3 0 2,3 0 1,2 0-5,-2 0 1,0 0 21,-5 0 1,1 0-18,-1 0 1,-1 0 4,-3 0 1,3 0 61,-4 0 1,0 0-72,0 0 0,1 0 34,4 0 0,1 0 19,-1 0 1,1 0 4,-1 0 0,5 0-26,0 0 0,-1 0 8,-8 0 1,1 0-25,-6 0 1,5 0 2,-5 0 0,0 0-111,-5 0 0,-5 0 60,1 0 0,-5 0-77,4 0 96,-6 0 5,10 0 1,-10 0-6,6 0 38,-5 0 0,4 0-12,-4 0 24,-2 0-12,10 0 0,-8 0-12,5 0 0,-4 0 40,4 0 63,-6 0 9,10 0 17,-11 0 248,4 0-290,-6 0 0,2 0 315,2 0-431,-2 0 0,3 0 12,-10 0 1,-3 0-156,-6 0 0,0 0 120,-1 0 0,0 0-64,-4 0 1,-4 2-6,-5 3 0,4-4-9,1 4 0,-1-4 90,-4-1 0,-6 0 25,1 0 0,-2 0 98,2 0 0,2 0-71,-7 0 0,0 5 117,-5 0 1,5 0-28,0-5 0,2 0-36,-2 0 1,-3 0-32,3 0 0,-3 0-12,-2 0 0,1 0 5,-1 0 0,0 0-5,1 0 0,1 0-28,3 0 0,-2 0 30,7 0 0,-6 0-89,1 0 0,3 0 72,2 0 0,3 0-4,1 0 0,1 0-7,-1 0 0,1 0-5,0 0 1,-1 0 12,1 0 1,-5 0 0,-1 0 1,1 0 5,5 0 1,-1-5-10,1 0 0,-5 0 8,0 5 0,-1 0 8,6 0 0,-1 0-3,1 0 1,1 0 12,3 0 1,-2 0 1,2 0 0,-1 0-8,1 0 1,-3 0 4,3 0 0,-1 0-41,1 0 0,-2 0 33,2 0 1,-1 0-112,1 0 0,-3 0 98,3 0 0,2 0-5,-1 0 1,4 0 31,-5 0 0,7 0-1,-2 0 1,-2 0 3,2 0 1,0 0 17,5 0 1,-5 0-4,0 0 0,0 0 147,5 0 13,0 0-12,-1-6 253,1 5-305,6-6 15,2 7-38,6 0-386,0 0 247,6 0 15,-4 0 1,6 0 76,-4 0 1,0 0 14,5 0 0,-4 0 140,4 0 0,-4 0-55,5 0 0,-1-1-56,5-4 0,0 3-31,1-2 1,-1 2 9,0 2 0,2 0-16,3 0 0,-2-2-1,7-2 1,-5 2 3,5-3 1,-1 2-18,6-2 1,4 4-93,0-4 0,2 4 94,-2 1 0,-1 0-150,6 0 1,-5 0 77,5 0 0,-5 0-13,5 0 0,-7 0 10,2 0 1,-3 0-12,-1 0 1,-4 0 17,4 0 0,-4 0-6,8 0 1,-3 0 3,-1 0 1,-1 0 6,0 0 1,1 0-1,-1 0 0,1 0 1,-1 0 0,1 0 0,-1 0 0,-4 0 0,-1 0 0,0 0 0,0 0 0,4 0-9,-3 0 0,1 0 8,-1 0 1,1 1-18,-6 4 1,6-4 14,-1 4 0,3-3 1,1-2 0,1 0-6,-1 0 0,1 0-1,-1 0 0,0 0-29,1 0 1,1 0-5,3 0 1,-3 0 21,3 0 1,-3 0-3,-1 0 0,-1 0 12,1 0 1,-1 0-12,0 0 0,-4 0 43,0 0 0,0 0-20,4 0 0,0 0 5,1 0 0,-1 0-5,1 0 1,-6 0 3,1 0 1,1 0-1,9 0 0,-4 0-7,3 0 1,-8 0 0,-1 0 1,-2 0-2,2 0 0,1 0 4,-6 0-66,0 0 1,-5-5-314,0 0 339,-6 1-18,-2 4-2397,-6-7-2501,-6 6 4953,-8-6 0,-34 14 0,-12 1 0</inkml:trace>
  <inkml:trace contextRef="#ctx0" brushRef="#br0">7010 12041 8224,'-8'-14'2014,"-3"0"-1461,6 0 0,-4-1 30,4 1 1,-6 0-155,1 0 0,2 0 126,-1-1 0,-1-4-22,-4 0 1,0-4-191,0 4 0,0-2-54,-1 2 0,1-3-31,0-6 0,-2-1-15,-3 1 0,2-1-13,-7 1 1,0-2 0,-4-3 0,-5 1-49,0-6 1,-7 5 15,2-5 0,-3 4-209,-1-9 0,-6 3-293,1-7 0,-2 3 186,1 1 0,-2-6 121,-7-3 1,6 3-101,4 2 0,3 4 74,1 5 0,0-3-202,1 3 1,1 3 219,3 2 1,-3 3 8,3 2 1,1-2 127,0-3 0,-1 3-26,-5-4 1,5 4-23,0 2 0,0-2-42,-4-3 0,1 3-87,3-3 0,-3 7 110,3 3 1,-5 5-14,-4-1 0,4 8 13,0 2 1,2 6-14,8-2 0,-5 3 85,5 2 0,0 0 155,4 0 1,2 0-203,4 0 0,-2 0 70,6 0 1,-5 0-81,5 0 1,5 0-13,4 0 0,1 0-2,-5 0 1,4 5-59,1 0 1,5 1-13,0-1-18,-4-4 1,1 7 54,-2-3 0,1-3 29,3 2 108,4-2 204,-12-2-285,12 0 0,-11-2 275,8-2-325,-1-4 1,5-7 22,0 1 1,0 5-427,0-1 141,0 1 0,0-5-351,0-1 202,0 7-252,6-4 56,2 10 350,6-10 1,1 10 58,-1-3 0,-5 5-233,1 5 461,-1-3 0,4 10-60,-4-2 1,-1-2 79,-3 1 0,-2-4-560,7 4-434,-7-5 570,9 8 0,-8-10-145,5 2 0,-4 0-134,4 0 1,-4-2 144,5 3 1,-6-4-1039,6-1 0,-5 2 398,4 3 1,-4-2 1108,4 6 0,-18 32 0,-1 13 0</inkml:trace>
  <inkml:trace contextRef="#ctx0" brushRef="#br0">4763 10307 7992,'-8'-14'214,"2"-1"0,1 1 365,1 0 1,-1 5 4,5-1 0,0 5 118,0-4 0,0 4 391,0-4 143,0 5-596,0-2-244,0 0-321,0 4 1,0-2 43,0 8 1,0-1 52,0 7 20,0-1 0,0 6-115,0-1 0,-5 0-67,0 0 0,1-4-65,4-1 171,0 1-30,0 4 1,0-5 799,0 1-143,0-7-335,0 3-299,0-6 0,-2 0-214,-3 0 102,4 0-362,-5 0-114,6 0-5444,0 0 5218,-7 0 705,6 0 0,-44-6 0,-2-2 0</inkml:trace>
  <inkml:trace contextRef="#ctx0" brushRef="#br0">1280 10151 7907,'0'-10'1417,"0"1"-70,0-1 185,0-4-503,0 6-66,0 2-487,0 6-382,0 0 0,0 11 431,0 3 1,0 5-111,0 0 1,0 3-61,0 6 1,0 1-140,0-1 1,0 1-98,0-1 0,0-1-33,0-3 1,0 3-197,0-4 0,0-2 82,0-2 1,0 1-604,0-1-2508,0 0 1371,0-5-1475,0 1 2267,0-8 1,0-7-234,0-9 1209,0-10 0,0-47 0,0 24 0,0 0 0</inkml:trace>
  <inkml:trace contextRef="#ctx0" brushRef="#br0">1266 10250 7949,'-7'-14'679,"6"0"1097,-4-1-1158,4 1 0,1 0 177,0 0 0,4 0-274,1-1 1,6 6-99,-1-1 1,4 6-162,5-6 0,-3 7-13,3-2 1,1 4-164,-1 1 0,5 0 3,-5 0 0,0 4-59,-5 1 1,-1 6 10,-4-1 0,-3 2-175,-6 3 0,0-1-9,0 0 1,-1 0-104,-4 0 0,-3 1 20,-6-1 1,-2-2 54,-3-2 0,2 3-143,-7-4 0,5-1 29,-5 1 0,7-4 34,-2 5 1,-1-6 185,1 6 1,0-7 134,4 2 0,6-4-103,-1-1 464,7 0-100,-3 0-321,6 0 1,6-1 222,4-4 1,7 3-122,2-2 0,2-3-110,-2 3 0,-2-1-56,7 5 0,-5-5-202,4 0 1,-4-4-6,5 4 1,-5-1 263,5 1 1,-5 2 113,4-6 1,1-1-141,4-4 1,1 0-17,-1-1 1,1 3 26,-1 2 0,-4-2 175,0 2 1,-2-2-81,1-3 0,-4 6 515,-9-1 147,2 7-257,-10-3-209,4 6-154,-6 0 0,-1 0 90,-4 0-122,3 0 1,-5 0-12,2 0 0,2 0-79,-7 0 1,5 1-297,-4 4-92,-1-3 0,-4 6 158,0-4 0,0 0-19,0 5 1,-1-4 153,1 4 1,0-1-11,0 2 1,4 2 3,1-2 109,-1 2 0,-2 3-26,2-1 1,2-2 148,4-2 0,2 3-39,-3-4 0,10-3-37,4-1 0,4-3-283,1-2 0,2 0 83,3 0 0,2-2-37,2-3 0,3 2 60,-8-6 0,3-1 23,-2-4 1,-3 0 76,3 0 0,-8-1 193,-2 1 1,-1 0 126,2 0 450,-4 0-127,-6-1-85,0 7-495,0 2 0,-5 8 68,0 2 1,-4 4-15,4 7 0,1-1 56,4 0 0,0 0 1,0 0 1,0-4-183,0-1 1,0 1-184,0 4 1,1-4-282,4-1 0,-2-6 100,6 2 1,3-4-125,6-1 1,-2 0 218,3 0 0,2-6 113,-2-3 1,0-4-2,-5-1 0,5-5 229,0 0 1,0 0 59,-5 5 1,-1 0 364,-4-1 1,2 6 484,-6-1-352,6 7-50,-9-3 1,4 12-141,-6 4 0,0 2-46,0 3 0,0-1-126,0 0 0,0-5-33,0 1 0,0-1-252,0 6 1,6-3-406,4-2 0,2-4-450,3-6 0,3 0 472,1 0 1,5 0-132,-5 0 0,5-8 209,-5-6 0,6 0 286,-1-5 0,-2-2-122,2 2 0,-7 0 174,2 5 0,1-3 106,-1 2 1,-4 0 292,-6 10 1,-4 0 187,4 5-182,-6 0 174,10 0-278,-11 7-233,4 0 1,-6 3 34,0-1-15,0-5 136,0 2 11,0 0 1,-2-4-428,-2 3 0,0-4 94,-5-1 1,4 2-59,-4 2 0,-1 0 33,-4 5 1,0-4-60,0 4 1,-1 1 153,1 4 0,2 0-61,2 0 1,-1-4 80,6-1 0,-1 1 164,1 4 1,4-4 52,-4-1 0,5-1-47,5 1 0,3-2-59,6-7 1,0 0-66,0 0 0,5-2-21,0-3 1,5-4-12,-5-10 1,4 2-116,-4-7 0,5 0 93,-5-4 0,-5-5-116,-4-1 1,-2-7-260,1-1 1,-2-1 91,-7-4 1,0 6 448,0 7 0,0 3-161,0 12-55,0 6 1,-2 13 162,-3 10 1,2 10 245,-6 9 1,5 5-39,0 9 1,2-5 136,2 0 0,0 0 530,0 4 1,0-5-371,0-4 0,0-5-595,0-4 1,5 1-463,0-6 1,6 0-611,-2-5 1,-1-1-29,1-3 1,1-4-1094,4-6 0,0 0 2197,1 0 0,5-25 0,2-7 0</inkml:trace>
  <inkml:trace contextRef="#ctx0" brushRef="#br0">2204 10847 8037,'-14'5'580,"0"0"188,6-1 1,0-4 712,3 0-225,4 0 235,-6 0-1107,7 0 0,5-1-182,0-4 1,6 3-8,-2-2 0,2-4 0,-1-2 0,3 2-49,-4-1 0,4-2-112,1-8 0,0 3-136,0-3 0,2-3-180,3-2 0,-8-4-216,3-5 0,-3 1 214,4-6 1,-6 7-115,1-2 0,-7 7 209,1 3 1,-2 5 285,-2-1-142,-6 10 0,-2 2 170,-6 7 1,-1 11 54,1 4 0,0 4-35,0 0 1,4 3 314,1 6 1,4 1-64,-4-1 0,5 0 137,0 1 1,2-1-204,2 1 0,0-1-104,0 1 1,6-6-119,4 1 1,-2-7-96,1 2 1,1-4-424,4-6 0,0-3 198,0-6 0,2 0-41,3 0 0,-3-6 22,3-3 1,-3-6-88,-2-4 0,5 2-3,0-7 1,0 2-45,-5-2 0,-1-1 242,-4 6 1,2 5 451,-6 5 36,6-1-276,-9 2 1,4 3 202,-6 10 1,0 3 133,0 6 0,0 5 263,0 0 1,-2 2-274,-2-2 0,2-3-16,-3 2 1,4-2-297,1-2 1,1 1-364,4-1 1,3-6-453,6-3 0,0 1 309,1-1 0,-1-2 23,0-8 1,5-3 83,0-6 0,0-5 36,-5 0 1,0-2 40,0 3 1,5 2 266,0-3 0,-4 5 26,-6 4 615,1-3 447,4 12-801,-6-5 1,-2 7 709,-6 4-703,6 3 0,-4 6-85,3 0 1,1-4 163,-1-1-447,6 1 1,-5-1-66,4 1 1,2-7-762,-2 1 242,2-2 0,3-2 308,-1 0 1,0 0 80,0 0 143,0 0 1,1 0 155,-1 0 0,-5 0 22,1 0 673,-1 0-565,5 0 0,-1-2 326,-3-2-661,2 2 0,-5-6-155,2 4 0,4-4-215,-4-7 0,-1 4 245,2-3 0,-6 1-108,6-10 0,-7 4-80,2-5 0,1 0-76,-1-4 0,-1 6 294,-4 3 0,0 3 333,0 2 94,-6 6 0,3 2 134,-7 6 1,6 6 388,-6 4 0,7 8-195,-2 6 0,4-2 340,1 2 0,0-2-388,0 2 1,0 1-51,0-6 1,0 0-250,0-5 0,0 0-115,0 1 1,0-6-311,0 1-159,0-7 52,6 3 1,-3-11-90,7 1 1,-2-12-463,1 2 1,4-10 414,-4 0 0,-1-3-76,2-1 1,-2 1-36,1 3 1,-1-1 159,-3 6 1,-4 0-93,4 5-41,-3 0-150,-2 6 464,0 2 268,0 18 0,0-2-140,0 9 1,1-5 141,4-5 0,3 4-8,6-4 0,2-2 260,3-3 0,4-2-511,11-2 1,-3 0-345,7 0 1,0-5-436,5 1 1,-7-12 1017,-3 2 0,3-48 0,1-8 0</inkml:trace>
  <inkml:trace contextRef="#ctx0" brushRef="#br0">953 5431 7989,'-14'6'78,"0"-4"338,-1 2 300,1-2 19,6-2 355,2 0-794,6 0 1,0-2-65,0-2 0,11 2-46,3-3 0,10-1 14,0 1 1,9-1 10,5 1 1,-2 2-43,2-6 0,0 4 14,5-5 1,-1 7-63,1-2 0,-7 2-195,-3-2 1,-4 4-98,-6-4 1,-2 4-626,-7 1-158,0 0 99,-6 0 1,-3 0-498,-10 0 1,-3 0 172,-6 0 1179,0 6 0,-51 8 0,-12 8 0</inkml:trace>
  <inkml:trace contextRef="#ctx0" brushRef="#br0">1209 5416 8002,'-8'-1'442,"3"-4"0,4 2 544,1-6-516,0 5 0,0-4 35,0 4-245,0 2 277,0-4-172,0 12 1,1 7 1,4 6 1,-3 6-141,2-1 0,0 3 108,0 1 0,-2 2-141,3 3 1,-2-3-15,1 3 1,-2 2 32,3-2 1,-4 0-113,-1-4 1,2-1 26,3 1 1,-4-6-165,4 1 1,-3-7-327,-2 2 1,0-7 66,0-3-1703,0-6 485,6 3 670,-5-6 1,7-1-40,-3-4 0,-2 2 882,7-6 0,6-45 0,6-16 0</inkml:trace>
  <inkml:trace contextRef="#ctx0" brushRef="#br0">1436 5758 8002,'0'-15'-274,"0"6"183,0-1 3187,0 7-2143,0-9 0,0 9 337,0-7-539,0 7-337,0-3-141,0 18 0,0-2 120,0 9 1,0-4-367,0 0 1,5 4 79,0 0 0,1 1-213,-1-1 0,-2-3-120,7 3 1,-2-3-246,1-2 1,4-2 491,-4-2 1,5 1-218,5-6 0,-3-1 34,3-4 0,-2-1 72,2-4 1,-1-9 218,5-10 0,-4-3-145,5-1 0,-7-5 162,2 0 0,-4-5 110,-6 5 1,-3 1 103,-6 8 1,0 4-138,0 5 0,-1 3 40,-4 2 0,-8 4-12,-5 6 1,-1 2-26,4 2 0,-2 6-32,3 9 0,-4-3 103,9 3 0,3 1-393,1-1 1,3 2-42,2-2 0,0-4 21,0 4 0,2-3-43,3-2 0,2 1-222,8-1 1,-1 0 112,0 0 1,7-4-45,2-1 1,-1-6-162,2 2 1,0-5 135,4-5 1,-4-3 238,0-6 1,-2-2 69,2-3 0,-4 2 252,-6-7 0,0 2-10,1-1 1,-7-3 237,-4 7 1,-2 0-97,-2 5 1,0 5 97,0-1 1,-2 7 177,-2-2 1,0 4-166,-5 1 0,-1 6-285,-4 3 0,5 3-100,-1-3 0,7 4-184,-2-4 1,2 4 1,-1 1 0,2 0-332,-3 0 1,5-4 137,5-1 1,1-4-64,4 5 1,7-6-212,-3 6 1,4-7 193,-4 2 1,2-4 376,3-1 0,-4 0 246,4 0 540,-3 0-64,-2 0 545,1 0-195,-7 0 576,-2 0-511,-6 0-210,0 0-772,0 7 1,0-4-131,0 6 1,0-4 70,0 4 1,0-4-156,0 5 0,0-6-123,0 6-279,0-1 114,0 6 1,0-6-141,0 1-1171,0-7 150,0 9-398,6-10 898,2 4 1,6-12-526,1-4 1,0-2 514,4-2 1015,-3-1 0,36-30 0,2-9 0</inkml:trace>
  <inkml:trace contextRef="#ctx0" brushRef="#br0">2489 5743 6196,'0'-9'3278,"0"-1"-2472,0 7 1,0-5 1176,0 4-814,0 2 46,0-4-1084,0 6-3597,0 0 1660,-7 0 117,6 0-245,-6 0 1934,7 6 0,26 2 0,5 6 0</inkml:trace>
  <inkml:trace contextRef="#ctx0" brushRef="#br0">2872 5530 8198,'5'-9'79,"0"-1"1899,0 7-290,-5-3-890,0 6 0,0 1-200,0 4 1,0 0 57,0 9 1,0-3-223,0 8 0,0 2-4,0-2 0,-5 4-240,0-4 0,0 2-86,5-2 1,-1-4-213,-4 4 1,4-3 26,-4-2-637,3 1 553,2-1-85,0-6 94,0-2-39,0-25 1,0 2-91,0-16 0,0-4 51,0-1 0,0 2 116,0-2 0,0 7 166,0-3 0,0 4 209,0 2 0,0 11-347,0 2-28,0 11 1,-5-1 270,1 10 1,-1 9-4,5 9 0,0 1 287,0 5 1,0-4-246,0 8 1,0-3-131,0-2 0,0-1-488,0-3 1,0 3-770,0-3 0,0-2 42,0 1 1,5-5-2406,-1 1 3558,8-3 0,27-40 0,15-9 0</inkml:trace>
  <inkml:trace contextRef="#ctx0" brushRef="#br0">3882 5374 8145,'6'-14'0,"-4"4"0,3 1 0,-4 4 0,-1-5 0,-1 7 521,-4-1 1,-3 2 756,-6 2 0,-2 0-635,-3 0 1,-3 0-35,-7 0 0,1 8-309,-1 6 0,6 0-283,-1 5 0,5-1 177,-5 1 0,12-2-71,-2 7 1,9-7-162,0 2 1,4-2 69,1 2 0,6-3-124,3 3 1,10-3 139,5-2 0,3 0 86,1 0 1,1-4 6,-1-1 1,-4-5 139,0 0 1,-7 3-146,2-3 0,-10 3 186,-4-3 36,-3-2 0,-5 9-70,-7-6 0,-6 4-92,-12-4 0,-7 5-258,-3-6 0,3 6-322,2-6 1,3 1-171,2-5 0,6 5-477,3 0 1,8-1-2754,1-4 1361,7 0 2423,-3 0 0,50-19 0,11-4 0</inkml:trace>
  <inkml:trace contextRef="#ctx0" brushRef="#br0">3299 5473 8142,'-6'-8'0,"2"-3"-662,-5 7-16,6-7 1,-8 7 1729,6-5 386,0 6-329,5-4 0,0 14-567,0 2 0,0 1-14,0 4 0,5-3-112,0 8 1,0 3 44,-5 2 0,4-2-161,1 2 0,0-2-29,-5 1 0,4 4-252,1-3 0,0 1-44,-5-1 0,2-4-100,2-5 150,-2 5 0,6-6 61,-4 1 386,-2-7 15,4-8 0,-6-12-388,0-2 0,0-14-105,0-1 0,0-7-517,0 3 1,-4-7 82,-1 2 1,-6-1-175,1 1 0,-2 0 268,-2 10 1,4-1-130,1 15 1,4-2-596,-5 12 414,7-1 1,-8 13-40,6 6 0,2 2-274,8 7 0,-2 1 523,7 5 1,1-1 445,8 0 0,-4 1 0,4-1 0,35 7 0,8 1 0</inkml:trace>
  <inkml:trace contextRef="#ctx0" brushRef="#br0">4109 5402 8139,'0'-14'-241,"0"5"57,0-1 1,0 5 523,0-4 549,0 6 626,0-4-1042,0 20 0,0 3-24,0 12 1,0 1-67,0-1 0,0 1 53,0-1 0,5 0-183,0 1 0,1-1-123,-1 1 0,-2-6 12,7 1 1,-6-7-132,6 2 0,-7-3 57,2-2 1,-2-6-291,2-3 320,-4-3 0,5-4 225,-6-3 1,0-4-749,0-10 1,-4-5 23,-1-9 1,-5 1-176,6-5 1,-1-1 136,5-5 1,0 0-117,0 1 1,2 4 272,2 0 1,4 13 212,6 1 0,2 7-153,3 2 0,-1 7 141,5 4 1,-4 2 566,5 2 1,-2 6-106,2 4 1,-4 3 73,-5 1 1,-3 0-154,-2 0 1,-4 0-8,-6 1 0,-2-1-194,-2 0 0,-6 0-18,-9 0 0,2 1-284,-7-1 0,0 0-517,-4 0 0,1 1-236,3-1 0,-1-5 73,6 1 0,0-1-922,5 5 1803,0 1 0,50-7 0,13-2 0</inkml:trace>
  <inkml:trace contextRef="#ctx0" brushRef="#br0">4778 5459 8136,'0'-9'-74,"0"-1"1,-7 5-21,-2-4 1,-4 6 684,-1-2 1,-5 3 44,0 2 0,-6 5 49,1 0 1,-1 6-344,1-2 0,4 4-119,5 1 0,3 1-27,2-1 1,4 5-87,6 0 0,0 0 66,0-5 1,6 0-11,4 0 0,2 0-162,3 1 0,-1-1 113,0 0 1,-5-4-123,1-1 1,-7-4 149,2 4 1,-4-4 19,-1 5 0,-7-6-232,-8 6 1,-7-7-272,-11 2 1,-5 1-1253,-9-1 1,-2 4 764,-3-4 1,-2 4-1180,6-4 1756,1 6 1,-15 3-1,-4 9 1</inkml:trace>
  <inkml:trace contextRef="#ctx0" brushRef="#br0">1237 6426 7620,'-9'-8'-546,"-1"3"0,6-1 1166,-6 1 0,7-1-95,-2 1 0,2 3-19,-2-2 1,4 1 375,-4-2 361,4 3-808,1-4-486,0 6 1,1 0 385,4 0 1,0 0 103,9 0 0,-3 0 135,8 0 0,3 0-179,2 0 0,4 0 62,5 0 1,-1 0-158,6 0 0,-2 0 15,2 0 1,5 0-148,-1 0 1,1 0-164,4 0 1,-7 0 75,-2 0 1,1 0 141,9 0 0,-9-2-156,4-2 1,-2 2 29,6-3 1,1 4-90,9 1 0,-9-5 71,9 0 1,0 1 22,0 4 0,5-5-12,-5 0 1,-2 0-180,2 5 1,-5 0-67,-5 0 1,-1 0-54,6 0 0,-6 0-38,1 0 1,-1 0 200,2 0 1,-4 0 64,3 0 1,2 0-31,-1 0 1,1-1 94,-2-4 1,4 2 145,5-7 0,0 6-76,-4-6 0,3 5 128,-3-4 1,2 1-77,-2-1 1,-1-4-142,-4 3 1,-3 3 35,4-3 0,1 2-148,-2-1 1,5-2 86,-4 6 0,4-5-33,-5 6 1,0-6-76,-4 5 0,-2-4 83,-3 4 0,-2-1 138,-2 1 0,-3 2-107,7-6 0,-5 5 14,5 0 0,0-3-9,5 3 1,4-6-3,1 5 0,-1-1 1,-4 1 1,-1 2 5,1-6 1,-2 4-115,-3-5 1,-3 7 90,-7-1 0,1-3-102,-1 3 1,-1-3-62,-3 2-77,-4 4 0,-6-5-169,0 6-418,-6 0 354,-1 0 165,-7 0-1949,0 0 1389,-7 0 0,4 0-294,-6 0 0,4 0-614,-4 0 1,4 0 702,-5 0 1039,7 0 0,-41-7 0,-3-1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11147 17813 7841,'0'-8'376,"0"2"153,0 0 0,2 4 280,2-3-482,-2 4 1,6 1-45,-3 0 0,-2-2 242,6-3-249,1 4 0,4-5-90,0 6 1,2 0-14,3 0 1,-3 0 15,3 0 0,-3-2-70,-2-3 1,-5 4-238,1-4 1,-6 3-169,6 2 0,-5 0-974,4 0 383,-6 0 147,4 0 0,-9 0 289,-3 0 0,2 0-49,-6 0 1,-1 0 269,-4 0 1,0 0-229,0 0 1061,-1 0-320,1 0 1,5 0 788,-1 0-655,7 0 0,-3 2 313,6 3 1,0-2-280,0 6 0,0-4 46,0 4 1,0 1-309,0 4 1,0 2 24,0 3 0,0 1-273,0 4 1,0 3-33,0-3 0,0 3-58,0 1 0,0-4-35,0-1 1,0-5-183,0 1 0,-5-3-317,0-2 233,-6 0 1,3-1 142,-6-4 0,5-3 94,-1-6 1,1 0-96,-6 0 1,1-4 220,0-1 0,4-5 179,1 6 1,4-6 79,-4 5 134,6-6 0,-2 8-51,10-6 0,2 6 124,8-2 0,1 3-50,2 2 0,0-4-37,6-1 1,-6 0-275,6 5 0,-5 0-208,5 0 0,-7-5-404,2 1 1,2-1 28,-2 5 1,0 0-1602,-5 0 1462,6 0 694,-4 0 0,-2-25 0,-7-7 0</inkml:trace>
  <inkml:trace contextRef="#ctx0" brushRef="#br0">11460 17898 7323,'0'-14'-1165,"0"0"3878,0 0-1178,0 0-863,0-1 0,0 6-203,0-1 0,6 7-78,4-1 1,2 2-170,3 2 0,5 0-10,4 0 0,1 0-150,-1 0 0,1 2-186,-6 2 1,0-2-1138,-5 3 688,0-4-569,1 5 588,-7-4 0,-4 4-155,-8-6 1,-4 0 214,-7 0 0,1 0-32,0 0 0,0 0 380,0 0 0,-1 0 241,1 0 1,0-1 1117,0-4-849,6 3 406,-5-4 393,12 6-363,-6 0 1,7 2-179,0 2 0,0 4 153,0 7 0,0-4-308,0 3 1,0-3-65,0 8 1,0-2-278,0 2 1,0-1-22,0 5 1,0-4-62,0 5 0,0-2 57,0 2 0,0 1-206,0-6 1,-1 2-191,-4-3 0,3-2-421,-2 3 0,2-8 137,2-1 0,-2-6-1200,-2 6 812,2-7 643,-11 3 1,6-6-332,-8 0 450,1 0 0,0-4 154,0-1 1,6-1 18,3 1 0,4 2 540,1-7-334,0 7 1,1-8 148,4 6 1,4-4-90,10 4 1,-1-4-69,5 4 0,-4-1-824,5 1 1,-5 3 130,5-2 1,-2 0-101,1 0 1,-2 2 74,-7-3 552,0 4 0,20-31 0,4-7 0</inkml:trace>
  <inkml:trace contextRef="#ctx0" brushRef="#br0">11773 17927 7841,'0'-10'0,"0"1"0,-5 4 609,0-4 946,1 6-871,-3-10 0,6 10-361,-4-7 0,11 7-290,8-2 0,2 4 112,8 1 1,-2 0-118,2 0 0,3 1-178,-4 4 0,-2-3-359,-2 2 0,-3 0-1510,-2 0 777,0-2 393,0 4 583,-6-6 0,-3 0 58,-10 0 46,-3 0 0,-6 0 151,0 0 1,0 0 205,-1 0 0,6 0 315,-1 0 0,6 0 1053,-6 0-731,7 0 777,-10 0-920,12 0 0,-6 7 18,7 2 1,0 4-236,0 1 0,0 0-89,0 0 0,0 5-91,0 0 0,0 7-8,0-3 1,0-1-293,0 2 0,0 0-132,0 4 1,0-4-120,0 0 1,0-6-559,0 6-1000,0-6 239,0 2-910,0-6 1873,0-6 0,2-1 615,3-7 0,15-38 0,10-10 0</inkml:trace>
  <inkml:trace contextRef="#ctx0" brushRef="#br0">12313 17970 7841,'0'-15'0,"0"1"0,0 0 818,0 0 1206,0-1-621,0 8-400,0 0-476,0 20 0,0-2-55,0 13 1,0-2 62,0 1 1,0 9-243,0-4 1,0 4-39,0-3 0,-2-1-198,-2 0 0,2-4 103,-3 0 0,2-7-344,-2 2-251,4 3-300,-5-6 615,6-2 0,-2-7-47,-3-7 1,4-12-71,-4-2 1,-1-11-231,1-3 0,-1-6 161,1-4 0,3-3 222,-3 3 0,4 2 203,1-2 0,1 7-23,4-3 1,-2 11 171,7 4 1,1 8-163,8 1 1,-2 7 35,7-2 0,4 15 17,6 4 0,-1 10 183,-5-1 0,-1 4-61,-3 2 0,-4-1-94,-6 1 1,-1-6 152,-3 1 1,-4-2 86,-6 2 1,-3-5 141,-7-10 1,-1 4-185,-12-4 1,4-1-154,-5 2 0,-5-7-251,-4 2 1,0-4-303,5-1 0,4 5-904,0 0 1,2-1 663,-2-4 0,4 0-508,6 0 1,4 0-162,1 0 0,6 2-435,-2 3 0,3-2 1665,2 6 0,13-5 0,3 2 0</inkml:trace>
  <inkml:trace contextRef="#ctx0" brushRef="#br0">16123 15368 7744,'-6'-8'0,"4"-5"565,-2 4 1,-3 1 46,3-1 1,-3 4 153,3-5 1,2 6 180,-3-6-168,4 7 7,1-10 277,0 5-714,0-6 0,1 0-11,4 0 0,-2 4-230,7 1 1,-1-1-47,5-4 0,7-2-109,3-3 1,2 2 84,3-7 0,6 1-169,3-6 1,4-1 74,6-3 1,2 3-48,7-3 1,-2 4 97,-3 6 0,-9 2 38,-10 7 0,-4 1 202,-6 4 33,-2 3 210,-13 6-312,-2 0 0,-7 0 354,-4 0-352,3 0 0,-6 0 158,4 0-378,2 0 1,-6 4 131,3 1 1,2 0-865,-6-5 416,-1 0 1,-4 0-148,0 0 0,0 0 210,-1 0 1,6 0-462,-1 0 165,1 0 392,-5 0 1,4 0-1,1 0 320,6 0-78,-4 0 199,7 0 111,7 0 1,1 0-74,6 0 0,0 0 72,0 0 0,0 1-137,1 4 0,-1-3-84,0 2 1,-4 0-105,-1 0 0,-4-1 153,4 7 0,-6-5-750,2 4 0,1-4-180,-1 4 1,0-4-1774,-5 5 1479,0-1 1,-2 5-1585,-2 0 2638,2 1 0,-30 12 0,1 3 0</inkml:trace>
  <inkml:trace contextRef="#ctx0" brushRef="#br0">17261 14614 7860,'0'-14'-864,"0"0"0,0 5 2643,0-1-622,0 1 23,0 1-325,0-5-270,0 11-293,0 3 0,0 11 145,0 7 1,0 5-171,0-5 0,5 6-40,-1-1 0,3-2-45,-3 2 1,-2-2 29,3 1 1,1-2-184,-1-7 1,-1 0-7,-4 1 1,5-1-197,0 0 410,0-6 80,-5-2 1,0-7-377,0-4 1,0-3-183,0-6 1,0-7-72,0-3 0,-2-2 153,-3-3 0,2 1 44,-6-1 0,4 1 206,-5-1 0,7 6 200,-1-1 1,0 11-405,0-1-134,2 9 1,2-1 410,10 6 1,4 7 291,5 2 1,-2 8-156,7 2 1,-5 7 102,4-3 0,-5-1-14,1 2 0,-2-7-161,2 2 1,-3-3-75,3-2 0,-8-4 169,-2-1-107,1-5-121,4 2 1,-1-12-98,-4-4 0,2-7-337,-6-2 1,0-7 195,-5 3 1,0-4-406,0-2 0,-5 1-45,0 0 1,-6 1-236,2 3 1,-2 4-831,1 5 362,-2 1 0,8 6 569,-5 3 1,6 10 725,-2 5 0,35 40 0,10 12 0</inkml:trace>
  <inkml:trace contextRef="#ctx0" brushRef="#br0">17957 14629 7860,'-6'-22'669,"-3"3"0,-4 3-54,-1 2 0,-5-1 497,0 1 0,0 6-588,5 4 1,-1 2-12,1 2 1,-2 2-122,-2 2 1,6 9-181,-2 6 1,5 1-241,-1-1 1,4-1-81,6 5 0,-5-5-88,0 1 0,2-3-57,8-2 1,-2-2-389,7-2 1,-6 1 262,6-6 1,-1-1-122,6-4 0,-1 0 5,0 0 1,2-4 87,3-1 0,-3-6 297,3 1 1,-4-2 38,0-2 0,-3-1 144,-2 1 0,1 5-204,-7-1 170,8 7 0,-9-8-118,6 6 254,-6 0-194,4 5 1,-7 7-26,0 2 0,4-1 294,1 2 1,6-2-46,-1 1 0,-2-1-144,1-3 1,1-4-71,4 4 0,0-3 12,0-2 0,0-2 102,1-3 0,-6-3 127,1-6 1,-1 0-143,5 0 1,-4-7-52,-1-3 0,-6-2 117,2-3 0,-3 1 24,-2-1 0,0 1 170,0-1 0,0 3 31,0 2 1,-2 3 638,-3 7-486,4 6-362,-12 2 1,12 17 139,-4 3 1,3 10-102,2 0 1,0 2 373,0 3 1,0 1-141,0 3 1,0-3-43,0 3 0,0-7-297,0-3 0,0-1-279,0 2 0,5 1-278,0-6 1,4-5-1625,-4-4-1924,0-1 1915,1-1 1277,-4-1 1,4-14 134,-6-2 1,0-9 22,0 0 0,-5-8 648,0 3 0,-6 0 0,2 0 0,-4 5 0,-1-1 0,0 8 0,0 2 0,4 1 705,1-2 1,4 3 268,-5 2 469,7 3-745,-3-4 1,12 6-21,4 0 0,2 0-351,3 0 0,5-2-282,4-2 1,3 0 7,1-5 0,-4 4-130,0-4 1,-2 6 23,1-2 0,-2-1 89,-7 1 0,0 0 117,1 5 1,-6 0 15,1 0 0,-7 2 311,1 2 1,-2 4 41,-2 7 0,0-1 181,0 0 0,-2 0-348,-2 0 1,2 1-141,-3-1 0,4 0-435,1 0 0,0 0 216,0 1 1,0-6-861,0 1 1,1-7-310,4 2 552,3-4 0,6-2 61,0-4 1,1-3-13,-1-6 0,0-1 349,0 1 0,-1 0 260,-4 0 1,4 1 893,-3 4-715,-4-4 1492,6 11-467,-10-10-656,11 10 0,-12-2-118,4 8 0,1-1-113,-1 7 1,5-5-210,-6 4 0,7-6-75,-1 2 1,2 1-602,3-1 1,-1 0 361,0-5 1,0 0-361,1 0 1,-1-6 203,0-4 0,-1 2 72,-4-1 0,2-2 5,-6-8 1,0 3 170,-5-3 0,0 8 16,0 1 1,-8 2 273,-6-1 0,-1-2 6,-4 6 1,-1 0-92,1 5 0,-5 2 12,5 3 1,0 1-100,5 4 0,1 2-223,4-2 151,-4 2 1,7 3-133,-4-1 1,4-5-127,6 1 1,6-6-253,4 6 1,7-7 9,2 2 1,7-4 192,-3-1 0,1-4 110,4-1 0,-7-6 223,7 1 0,-4-1 274,0 2 0,1-4-84,-6 4 0,0 2 182,-5 3 0,0 2 149,1 2 1,-6 0 496,1 0 1,-6 0-78,6 0 0,-7 2 93,2 2-512,-4 4-614,-1 7 1,0-6-845,0 0 722,0-5-376,0 2-1150,0-6 584,0 0-55,0-6 547,0-2 606,7-6 181,0-1 208,8 7 1,-1 2-132,0 6 0,-4 0 656,-1 0-412,1 0 1,4 0 372,0 0 0,0 5-697,0 0 0,-4 4 72,-1-4 1,6 1-911,4-1 0,4-4 128,-4 4 0,6-3-187,-1-2 0,-2-2 392,2-3 1,-7-2 0,2-8 0,-3 6 50,-2-1 341,-6-5 1,-1-1 355,-7-3 0,-2 3-71,-3 2 1,-4 6 204,-10 3 0,1 4-226,-5 1 1,1 1 45,-2 4 1,-1 3-59,6 6 1,0 2-90,5 3 1,6-3-23,3 3 1,-1-2-32,1 2 0,2-3-427,7 3 0,1-8 171,9-2 0,-1-1-258,11 2 1,-2-4 105,2-6 0,2-2-63,-2-2 1,-2 0 252,2-5 0,-7-5 249,2-5 1,-3 1-131,-2 9 1,-4-4 297,-1 4 785,-6 2-438,4-5-407,-7 10 0,0-3 240,0 10 342,0-3-639,0 10-332,6-4 0,2 0-69,6-3 0,0-3-286,1-2 1,-1 0 224,0 0 0,0-2 74,0-3 0,4-3 57,-4-6 1,3-6 78,-7-4 1,-2 2 79,1-2 1,-6-4-21,2-6 0,-3-3 210,-2 3 1,-2 8 63,-3 7 1,2 4 205,-6 6 0,4 3-432,-4 6 0,5 6 206,0 3 0,-3 12 175,3 7 0,-1 2 88,5 8 0,0-6 258,0 1 0,0 2-554,0-2 0,5-5-390,-1-4 0,6-7-435,-5 2 0,4-3-2335,-4-2-430,6 1 1630,-10-7 1737,-1 4 0,-71-29 0,25 8 0,-1 0 0</inkml:trace>
  <inkml:trace contextRef="#ctx0" brushRef="#br0">18128 15069 7842,'-9'-4'2551,"-1"-1"-1788,7 0 0,-5 5 616,3 0-535,4 0 1,-6 7-409,7 2 1,0 8-33,0 2 0,0 7-108,0-3 0,5 4 76,0 2 0,1-1-238,-1 0 0,-3-1-148,2-3 1,-2 1-505,-2-6 1,0 0 428,0-5 0,1-1-2498,4-4 1708,-3-2 1,6-7 162,-4 0 0,0-7 87,5-2 1,0-8-117,6-2 1,-1-11 208,0 1 0,4-2 163,-4 2 1,3 1 750,-7-1 0,2 2 399,2 4 400,-6 2-618,5 7-39,-11 6 0,2 2 184,-8 6 1,-1 8 307,-9 6 1,3 0-575,-8 5 0,3-3-74,2-2 1,-1 0-439,1 1 1,2-1-177,2 0 0,-1-5-156,6 1 1,-1-2 174,1 1 1,4 4-302,-4-4 0,3-1 249,2 2 0,7-2-7,2 1 1,8 4 512,2-4 1,2-1-181,-2 2 1,-2-7 171,7 2 1,-5-2-132,5 1 1,-7-2-80,2 3 1,-2-5-5,2-5 0,-3-1-182,3-4 0,-5-2 92,-4 2 1,2-2-51,-2-3 0,-2 1 97,1 0 0,-6 0 53,2-1 1,-3 1 642,-2 0-288,0 0 0,0 4 749,0 1-352,0 6 176,0-4-549,-7 20 0,4-4 26,-6 10 1,6-3-189,-2-2 1,3 5 228,2 0-451,0 0 0,0-4 139,0-1-929,0 0 144,0 0-340,0-6 682,0 5 1,5-13-94,0 0 0,0-2 69,-5-7 1,1-2 81,4-8 0,-4 1 153,4-5 1,-2 5 58,2-1 0,-2-1 128,7 1 0,-6 0 262,6 5 143,-1-1 1,6 6-225,-1-1 0,-5 7 577,1-2-540,-1 4 0,4 7 37,-4 4 0,2-2-106,-6 1 1,5 1-301,-6 4 0,3-5-794,-3 1 427,-2-1 1,9 1-509,-6-1 0,1-6 427,-1 2 1,-2-3-96,7-2 1,-6 0 238,6 0 1,-2-2 232,1-3 0,2-3 185,-6-6 1,4 5 136,-4-1 1,0 6 163,-5-6 0,1 5-115,4-4 132,-3 6 210,4-4-175,-6 7 0,5 2-106,0 3 0,1-2-105,-1 6 0,-2-1-213,6 2 0,1 1-99,4-7 1,0 3-209,0-2 0,1-4 154,-1 4 0,0-4-13,0-1 0,0-6 158,1-3 1,-3-1-8,-2-4 1,1 3 83,-6-8 1,-1 2 202,-4-2 0,-6 3-101,-3-3 1,-6 3-85,-4 2 0,2 6-6,-7 3 1,1 4-31,-6 1 0,5 1-117,1 4 1,5 3 0,-1 6 1,4 2-198,0 3 0,8-3 25,2 3 1,-2-4-105,3 0 1,1-1-13,7 0 0,4-5 10,6 1 0,2-7-28,3 2 0,-1-5 80,5-5 1,1-3-55,4-6 0,1 0 269,-1 0 1,-4-2 174,0-3 1,-7 5 61,2-1 1,-3 1 716,-2 5-53,0 2-300,0-5 1,-6 12 335,-3 0 1,-3 1-273,-2 9 1,0-1-6,0 5 0,0 1-278,0-1 1,0 0-270,0 0 1,0-4-258,0-1-759,0-6-674,6 10 665,-4-11 568,10 4 0,-5-12 26,2-4 0,2 2 55,-6-1 0,4-1 215,-4-4 0,6 0 184,-1 0 0,-3 4 50,3 1 0,-5 6 313,4-2 0,-4 3 267,4 2 1,-4 0 86,5 0-460,-7 0 0,8 2-18,-6 3-465,6-4 1,-4 7 52,8-3-223,-1-4 1,0 6 138,0-7 1,1-2-480,-1-3 558,0-3 0,-1-6 8,-4 0 200,4 0 1,-12 0 29,4-1 0,-3 6 185,-2-1 0,0 6 37,0-6 76,0 7-677,0-3 151,0 6-875,-7-7 417,6 6 292,-6-5 73,7 6 143,7 0-49,1 0 1,6 0 210,0 0 1,-4 0 17,-1 0 0,-1-7-14,1-2 1,4 1-51,-3-2 0,-3 1-26,3-5 1,-5-5-29,4 0 1,-6-2 24,2 2 1,1-1 0,-1-4 0,0-1 110,-5 6 263,0-6-73,0 9 443,0-5-606,-6 13 0,-2 2-12,-7 6 1,6 5-4,-1-1 0,6 8-8,-6-3 1,5-1 1,-4 1 0,6-4 13,-2 5-304,4-1 200,1 5 1,0 1 26,0-1 1,0 0 137,0 0 1,0 0-18,0 1 1,1-1-35,4 0 1,-4 2-69,4 3 1,1-3 24,-1 3 1,2 3-43,-3 1 0,-1-2-14,7-2 1,-7-3-130,2-2 0,1 0 32,-1 0 1,1-4-230,-1-1 179,-3-6 397,4 4-174,-6-7 687,0 0-642,0-7-102,0 6-1,0-6-245,0 7 483,0 0-275,0-6-4,0 5-179,0-6 57,0 7-769,0 0 1104,0 7-223,0-6 1,0 7 56,0-3 2,0-4-49,0 12 0,0-10 190,0 7-211,0-7-12,0 3 1,0-4-255,0 2-430,0-2 487,0 4 0,0-4-264,0 3 487,0-4-160,6 6 0,-3-7 233,7 0-178,-1 0 0,5 0-22,1 0 1,-1-5-29,0 0 1,0-6-129,1 2 0,-1-9 162,0-1 0,0-1-52,0 1 1,-4-2-36,-1-2 1,-5-3 22,0 7 1,-2 0 100,-2 5-33,0 0 0,-6 6-3,-4 3 1,-3 4 54,-1 1 1,-2 1 0,-3 4 1,4 3-1,-4 6 1,8 0 83,1 1 1,5-1 63,-4 0 1,6 5-97,-2 0 1,3-5-20,2-4 0,2-1-63,3 5 1,4-6-151,10-3 1,-1-4 8,5-1 0,1 0-187,4 0 1,1-6 187,-1-3 1,-4-1 106,0-4 0,-1 3 268,6-8 0,-7 3-44,-3 2 1,1 4 1,-1 1-58,0 0 0,-4-4 359,-1 3-219,0 4 1,-4 6 86,-1 0-208,-6 0-60,3 0 493,-6 0-254,0 0 163,0 6-94,-6-4-81,5 4-237,-6-6 1,6 0-201,-4 0 0,-1 2 107,-4 3 1,-3-2-186,4 6 1,-4 1 13,-1 4 0,0-5 110,0 1 1,4-1 213,1 6 0,4-1-115,-4 0 1,4-4 12,-5-1 49,7 0 0,-3 1 35,6-1 0,1-5-11,4 0 0,3-2 1,6-2 0,2-2 146,3-2 0,-3-4-108,3-7 1,1 0-47,-1-4 1,0-3 52,-5-7 1,-4 1 13,-1-1 0,-5-1-82,0-3 1,-2-3-116,-2-7 0,0 7 146,0 3 1,-2 6-13,-2 8 0,2 0-371,-3 9 211,-3 4 1,5 8-35,-6 12 0,6 6 105,-2 9 0,3-1 128,2 1 0,0-1 7,0 1 1,2-1 216,3 0 1,-2-4-184,6 0 1,1-7-30,4 2 0,0-8-184,0-1 1,5-7 145,0 2 0,7-4-460,-3-1 0,4-1 110,2-4 0,-1-5-40,0-9 0,-6 4 119,-3-4 0,2 3 31,-2 2 1,0-1-18,-5 1 1,0 2 20,1 2 0,-1-1 56,0 6 0,-5-4 225,1 4-108,-7 0 144,3 5 263,-6 0 393,0 0-97,0 7-407,0-6 0,-1 6-107,-4-7 0,2 0-368,-7 0 0,1 4 65,-5 1 0,4 6 56,1-1 0,-1 1 73,-4-2 1,5 4 1,-1-4 1,5 4-31,-4 1 0,6-4 14,-2-1 1,2-1-269,-2 1 270,4 4 0,-4-11-180,10 2 1,-2 3 52,6-3 1,1 0 36,4-9 1,2 2 29,3-7 0,-4 1 11,4-5 0,-3-1 20,-2 1 0,-4 0 153,-1 0 90,1-1 0,-1 3 128,1 2-413,-7 4 292,3 6 0,-1 6 266,0 4 0,0 7-134,-5 2 1,0 5 49,0-5 1,0 6-189,0-1 1,0-4 23,0-1 0,0 2-203,0-2 1,0 0 125,0-5 1,0-5-120,0 1 0,-2-5 75,-3 4-130,-3-6 1,-6 4 80,0-7 1,4 0-13,1 0 1,4-5 37,-4 0-141,6-6 0,-4 3-492,7-6 0,2 0 276,3-1 1,2 0-452,8-4 1,5-3 271,4-7 1,-2 5 86,2 1 0,-1-2 157,6-9 1,-5 4 131,-1-3 0,-5 3-80,1 2 0,-8 4 113,-2 0 858,-6 7-629,4-4 0,-9 14-153,-3 2 1,-3 10-83,-6 4 1,0 5-104,0 5 1,4-1 161,1 5 1,6-1-17,-2 2 0,3-3-265,2-7 1,0 0-316,0 0 1,7-1-116,2-4 1,8 2 249,2-6 1,5 0-624,-5-5 0,5 0 144,-5 0 1,0-5 915,-5 0 0,-38-25 0,-9-1 0</inkml:trace>
  <inkml:trace contextRef="#ctx0" brushRef="#br0">18782 15851 7757,'0'-14'-61,"0"5"364,0-1 1,0 5 483,0-4 0,0 4 399,0-4 53,0 6-86,0-4-563,0 7 1,0 2 30,0 3 0,5 2-228,0 8 1,-1 4-69,-4 0 1,0 4-168,0-4 1,0 5-87,0-5 0,5 0 13,0-5 0,0 0-183,-5 0 0,0-4-339,0-1 0,0-4-147,0 5 254,0-7 1,0 2 83,0-10 0,0-3 84,0-6 1,-5-5 45,0 0 0,-1-6 27,1 1 1,3-3 408,-2-1 1,2 5-94,2 4 0,0 4 29,0 0 1,0 6-47,0-1 1,2 7 142,2-1 0,4 7-14,7 1 0,3 12 55,1-2 0,2 4-115,-2-4 1,-3 0-61,3 1 1,-2-6-90,2 0 0,-3-5-154,3 0-9,-3 4 1,-2-6 162,0 3 0,-6-10 53,-3-5 0,-4-2-251,-1-2 1,0-7-224,0-3 1,-1 2-124,-4-2 1,-3 2-361,-6-1 0,1-3-79,4 7 0,-2 5-158,6 5-1018,-6 6 1,9-2 750,-3 10 1,4 4 1277,1 10 0,13 47 0,-6-24 0,1 0 0</inkml:trace>
  <inkml:trace contextRef="#ctx0" brushRef="#br0">19038 15908 7818,'8'-1'2717,"-3"-4"-1241,3 3 447,-7-4-1344,5 6 0,-1-2 803,0-2-1003,6 2 0,-3-6-131,6 3 1,5 2-349,0-6 1,5 4-73,-5-4 1,6 1-13,-1-2 1,-2-2 136,1 2 0,0-3-168,0-1 1,-7 0 172,-6 0 0,-7 4 250,1 1-164,4-1 137,-12-4 0,2 6-183,-12 4 0,-5 2 21,0 2 0,-5 2-111,5 2 1,-1 4 75,1 6 0,3 5-179,-3 0 1,8 2 97,1-2 0,7-3 43,-1 3 1,2-4 31,2 0 1,0-1 23,0 0 0,6-1-52,4-4 1,7 2-43,2-6 0,6 0-130,-1-5 1,-2-2 125,2-3 1,0-3-114,4-6 0,-4 0 164,-1 0 1,-5-5 47,1 0 1,1-2-53,-1 2 1,0 4 96,-5-4 1,1 8-12,-1 1 1,0 2 30,0-1 289,-6 2-184,5 7 110,-12 0-110,6 0 242,-7 0-197,0 0 220,0 7-152,0-6-189,0 6 5,0-7-626,0 0 412,0 6 1,-2-3 49,-3 7 1,4-6 87,-4 6-58,-3-7 190,7 10 0,-10-10 75,6 6 172,0-6-14,5 4 258,-6-1-729,4-4-616,-4 4 505,6-12 0,0-2-97,0-7 1,0 1-69,0 0 0,0-2 105,0-3 0,0 3-26,0-2 0,0-3 97,0 2 1,0 0 315,0 5-10,0 0 0,0-1 586,0 1 187,0 6-375,0-4-139,0 10 49,0-4 233,0 6-454,0 0 0,0 6-207,0 4 1,0 2-192,0 2 0,0 2 272,0 3 1,0-1 277,0 5 0,0-4-256,0 5 0,1-7-179,4 2 0,-3 2-253,2-2 0,0-2 95,0-7 0,-2 2-552,3-2-519,-4-4-1422,6 7 1565,-6-12 690,5 6 0,-6-14-82,0-2 0,-6-4 280,-3-1 1,1 0 314,-2-1 0,6 6-96,-6-1 0,5 3 227,-4-3-83,6-3 1,-5 10 887,3-6-660,4 6 1,-4-5 110,10 3 1,2 3 193,8-2 0,4 1-189,0-2 0,1 3-56,-1-2 1,-3 2-134,3 2 0,-3 0 0,-2 0 0,0 0 42,0 0 0,0 0-27,1 0 1,-6 5 118,1-1 0,-6 6-91,6-5 0,-7 6-203,2-2 0,-4-1-107,-1 2 0,5-6-372,0 6-193,0-7-24,1 10 0,2-12 344,6 4 0,-5-4-90,1-1 0,-2-1 55,1-4 0,2 2-372,-6-7 730,6 1 0,-8-5 235,7 0 0,-7 4 918,2 1-563,-4 5 282,-1-8-344,0 10-226,0-4-477,0 6 1,-1 5 203,-4-1-358,3 7 0,-4-7-237,6 5-295,6-6 531,2 10 0,6-12 71,1 4 0,-1-3 105,0-2 0,-1-2 27,-4-3 1,4 2 74,-4-6 1,-1 4 183,2-4 1,-7 4 3,2-5 0,1 6 126,-1-6-257,-1 7 0,-4-5-140,0 3-252,0 4-55,0-6-437,0 7-451,0 0 1264,7 0 1,-4 0-130,6 0 1,1 0-110,4 0 1,0-4 375,1-1 1,-6 0 1181,1 5-746,-1 0 108,5 0-130,0 0 11,1 0 44,-7 7-335,4 0 1,-10 8-82,2-1 0,3-5-118,-2 1 1,-1-5-151,-4 4 1,7-4 41,2 4 1,-1-6-403,1 2 347,1-3 1,4-2-192,0 0 314,1 0 1,-1-5-3,0 0 1,-4-6 111,-1 2 1,-6-4-178,2-1 1,1-5-54,-1 0 0,0 0 88,-5 5 1,0 0-8,0-1 1,-2 3-20,-3 2 0,-3-2 22,-6 2 1,-2 4-99,-3 1 1,2 5 0,-7 5 1,2-2-112,-1 7 1,-3-1 77,7 5 0,2 0 13,8 1 1,-4-1-150,3 0-265,4 0 295,0 0 0,14-1 105,6-3 0,2-4-55,7-6 0,6 0 65,4 0 0,0-5-5,-4 0 0,-6-6 87,1 2 1,-2 1 153,2-1 1,-2 1-62,-3-2 1,-5-2 352,0 2-215,1 4 0,-12-1 114,6 7-235,-6 0 107,4 0 0,-7 2 568,0 3-558,6 3 0,-3 6 53,7 0 1,-6-1-185,6-4 0,-5 4 73,4-4 0,1-1-194,4 2 0,-5-6-2,1 6 1,-1-7-32,5 2 1,1-4 64,-1-1 0,0 0 6,0 0 1,0-6-9,1-3 1,-1 1 5,0-2 1,0-4-100,1-5 1,-1-2 39,0 3 1,-5 0-6,1-6 0,-5 1 24,4-6 0,-6 1-17,2-1 1,-3 6 75,-2-1 1,-2 7 10,-3-2 1,4 3 22,-4 2 1,2 6 317,-2 3-82,4 4-241,-6 1 1,7 1-83,0 4 1,-5 3 237,1 6 1,-1 0 197,5 0 1,0 1-155,0-1 0,2 5-96,2 0 1,-1-2-93,7-7 1,-5 2-118,4-2 1,1 1 62,4-2 0,-5-2-234,1-7 0,-1 4 12,6 1 1,-1 0 75,0-5 1,0-7 79,0-2 0,1-4-37,-1-1 1,-5 5 19,1-1 0,-5 1 172,4-6 1,-6 6 487,2 0-194,-4 5-272,-1-2 1,-1 6-20,-4 0-56,-3 0 1,-6 6 111,0 4 1,6-2-127,3 1 0,-1-4-272,1 4 278,0-5 0,7 7-11,3-7 0,3 1 58,6-5 0,0 0 83,0 0 1,5 0-1,0 0 0,2-1-62,-2-4 1,-4 3-208,4-3 1,-8-1-113,-1 1 1,-5-1-566,4 1 66,-6 4-376,4-6-524,-7 7-1164,0 0 1782,-7 7 1,-1-4 518,-6 6 1,-2-1-112,-3 2 626,4 2 0,-23-14 0,-8-7 0,-1 5 0,1-1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25336 11800 7828,'0'-15'-155,"0"1"-235,0 0 1022,-6 0 1117,5 0-698,-6 6 165,7 1-602,0 7-449,0 0 0,0 8 209,0 6 1,0 1-143,0 4 0,0 3-63,0 1 0,0 0 10,0 0 1,0-1-87,0 2 1,0 1 15,0-6 0,0 2-180,0-2 1,0-3 40,0 3 1,0-8-334,0-2 58,0 1 5,0-3 233,0 0 6,0-20 0,0 2-109,0-13 1,0 1 81,0-6 0,0 1-112,0-1 0,0 6 198,0-1 1,0 7 171,0-2 1,2 4-157,3 6 1,-2 1 150,6 3 155,1 4 1,4 1-154,0 9 1,0 4 54,1 1 1,-1 0 19,0 0 1,0 5 67,0 0 0,1 0 48,-1-4-243,0-8 1,0 5 319,1-8 0,-6 1-87,0-5 0,-4-2-151,5-2 0,-7-9-130,2-6 1,1-6-234,-1 1 1,-1-3 81,-4-1 0,0-1-70,0 1 1,0-4-151,0 4 0,-1 3-985,-4 10-1377,3 8 1919,-4 0 1,6 14-253,0 2 0,0 8 211,0 2 1,0 5-12,0-5 1,5 5 444,0-5 1,4 0 353,-4-5 0,25 6 0,1 2 0</inkml:trace>
  <inkml:trace contextRef="#ctx0" brushRef="#br0">25791 11785 7828,'8'-20'0,"3"4"162,-6-3 1,5 3 347,-6 2 0,7-5 17,-1 0 0,-4 5 1073,-1 5 450,3 5-1405,-7-8 0,10 12-107,-6 0 1,0 8-77,-5 11 0,0-2 39,0 7 0,0-2-291,0 1 1,0 4-33,0-3 0,0 1-23,0-1 1,-5-2-110,0-3 1,-1-3-436,1 3 0,4-3-203,-4-2 1,2-2-1661,-2-2 850,4 3 511,-6-12 0,9 4 392,3-10 1,4-4-47,10-10 0,-2-3 186,7-7 1,0 1 102,4-1 1,1 1 244,-1-1 0,-1 3 176,-3 2 0,-4 3 151,-6 7 1,-4 1 289,-1 4 71,-5 3 1,0 7-179,-8 4 1,-6 3 250,-9 6 0,2 0-312,-7 1 0,5-1-168,-5 0 1,5-5-254,-4 1 1,10-1-97,-1 6 1,3-6-90,-3 1 1,4-6-133,1 6-18,5-7 1,0 8 146,8-6 201,4 6 1,11-10 28,0 4 0,0 1 193,-5-1 0,5 0-56,0-5 0,0 2-221,-4 2 1,-1-2-214,0 3-85,0-4 0,0-1-1319,1 0 875,-1 0 0,0 0-534,0 0 0,-4 0 661,-1 0 1,-4 0-331,4 0 970,-5 0 0,27-25 0,1-7 0</inkml:trace>
  <inkml:trace contextRef="#ctx0" brushRef="#br0">26346 11785 7858,'6'-14'278,"-3"5"525,7-1 420,-7 1 855,3 1-600,-6 2-681,0 6 0,0 1 363,0 4 0,-1 8-479,-4 5 1,3 3 86,-2-2 0,2-2-396,2 7 1,-5-7-266,1 2 0,-1-1-51,5 1 0,0-8-360,0 3 0,0-3-204,0 3 74,0 0-606,0-6 5,0-1 615,0-20 0,5-3 11,-1-12 0,7-2 105,-1-3 1,3 3 212,1-4 1,0 9 199,0 1 0,-4 9 271,-1 0-180,1 8 1,4 7 18,0 0 1,0 7 103,1 8 0,-6 4 312,0 4 1,1 4-119,4-3 0,-1-4 189,-4-1 0,4-3 167,-4-2-593,4 1 0,1-3 13,0-2 1,1-6-80,-1-8 0,-1-4 27,-4-6 1,4-7-106,-4-3 1,2-3-119,-1-1 0,1-5-22,-7 0 0,6-7-312,-5 2 1,1 4 32,-1 0 0,-4 11-870,4 4-1849,-3 3 1956,-2 8 0,-2 8 183,-3 10 0,2 8 58,-6 6 1,6 3-428,-2 1 1,-2 1 403,3-1 828,-1 1 0,-1 12 0,-2 3 0</inkml:trace>
  <inkml:trace contextRef="#ctx0" brushRef="#br0">23602 12070 7728,'-6'-8'-1620,"2"-3"2200,-5 6 1134,6 0-642,-4-1-20,1 4-496,5-10 0,-6 9 378,7-7 36,0 7-420,0-10-307,0 5 0,-1-1-54,-4-1 1,3 6-1,-2-6 0,2 6-25,2-6 0,-5 1-25,1-6 0,-8 1-38,3 0 1,1-2-16,-1-3 1,-1-1-191,-4-4 1,-5-3 182,0 3 1,0-2 72,5-3 1,0 1-6,-1-1 1,1 7 118,0 3 1,4 0-49,1 5 0,6-3 504,-2 7-188,4 4-474,1 0-347,0 6 1,0 1 237,0 4 1,4 3-22,1 6 1,6 2 124,-1 3 1,-3-2-22,3 7 1,-2-5-25,1 4 1,4-4 193,-4 5 0,4-2 7,1 2 1,-1 1-15,-4-6 1,7 5-163,-6-5 0,5 4 4,-5-4 1,-2 0-76,1-4 0,-1-1 79,2 0 0,-4-5-17,-6 1 1,2-7-3,2 2-160,-2-4 640,4-1-86,-6 0 0,-1 0 825,-4 0-633,3-6-435,-10-2 0,4-6-150,-6 0 0,-1-2-251,1-3 1,-2 0 125,-3-9 0,2 2-135,-7-7 0,2 3-544,-1 2 0,-3-1 326,7 1 0,0 6 225,5 3 0,5 5-332,-1 4 180,7 4 0,-2 12 377,10 4 1,8 9 278,6 4 1,4 6-176,-4 4 1,5-3-5,-5 3 1,5-3 149,-5-2 0,1 1-32,-1-1 0,-3-1-122,3-3 1,-3 1-136,-2-6 0,0 5-163,0-5 1,-1 0-129,-4-5 1,-1-6-1158,-3-3 389,-3-4 301,4-1 1,-6-1-2011,0-4 2810,0-3 0,-6-32 0,-2-5 0</inkml:trace>
  <inkml:trace contextRef="#ctx0" brushRef="#br0">17133 13150 8469,'0'-8'2969,"1"2"-2444,4 6 1,5-5-158,9 0 1,7 1-78,8 4 0,10 0-59,-2 0 0,4 0 0,-3 0 0,0 0-78,-1 0 1,-1 0-156,-3 0 0,-5 0-542,-9 0 1,-8 0 161,-7 0-823,-5 0 555,2 0 1,-8 0-296,-2 0 1,-4 0 350,-7 0 0,-4 0 13,1 0 1,-6 0 245,5 0 0,-6 0 202,1 0 0,3 0 493,2 0 0,4 0-298,0 0 2002,1 0-1343,0 0 0,4 0 781,1 0-174,6 0-653,-3 0 1,6 1-155,0 4 1,0 3 19,0 6 0,0 0-142,0 1 0,1 4-128,4 0 1,-4 1-392,4-1 0,-3-3 48,-2 3 0,0 1 51,0-1 0,-5 0-185,0-5 1,-1 1-569,1-1 0,-1 0 150,-4 0 0,-2-6-308,2-3 1,-2 1 427,-3-1 0,6 0 329,-1-5 0,6 0 509,-6 0-146,7 0 60,-3 0 0,12-5-80,4 0 1,7-1 196,2 1 1,1 2 95,-1-6 0,2 5-104,3 0 0,1-3-803,-6 3 0,1-3 257,-1 3 0,2 2-1170,3-3 0,-4 2 237,-6-2 1,1 4-11,-1-4 1,0 2 1130,0-2 0,0 4 0,7-31 0,1 0 0</inkml:trace>
  <inkml:trace contextRef="#ctx0" brushRef="#br0">17673 13179 7870,'0'-8'454,"0"-5"1,0 10 388,0-7 891,-6 7-89,4-9-1176,-4 10 1,7-6-126,4 3 0,3 4-245,6-4 1,7 4-193,3 1 0,2 0-75,3 0 0,-1 0-317,1 0 1,2 0 229,-2 0 0,-4 0-377,-11 0 0,0 0-2068,1 0 953,-7 0 704,-2 0 1043,-19 0 0,2 0 0,-13 0 0,6 0 0,-6 0 0,6 0 0,0 0 0,2 0-36,1 0 51,1 0 2171,0 0-1202,0 0 0,6 1 138,3 4 0,4-2-458,1 6 1,0 1 48,0 4 1,0 0-272,0 1 1,0-1-17,0 0 1,0 0-266,0 0 1,0 5 51,0 0 1,4 2-237,1-2 1,0-3 78,-5 3 0,0-4-450,0 0 0,0-1-58,0 0 1,0 0-344,0 1 1,-5-6-46,0 0 365,-6-5 0,3 2 93,-6-6 0,0 0 56,0 0 1,4-2 120,1-2 1,1 0-349,-2-5-254,4 6 509,6-10 0,6 7 27,4-4 0,7-1 62,2 7 1,5-3-28,-5 3 1,5 2-65,-5-3 0,-1-1 86,-3 1 1,-1 0-69,0 5 0,-1-1 282,-4-4 0,4 4 0,-5-6 0,0 1 0,-34-15 0,-13-9 0</inkml:trace>
  <inkml:trace contextRef="#ctx0" brushRef="#br0">18014 13164 7870,'0'-7'-746,"-1"0"1526,-4 7 1366,3 0-1582,-4 0 1,8-5 28,2 1 0,4-1-409,7 5 0,0 0-65,4 0 0,-3 0-129,3 0 0,2-2-96,-2-2 0,-1 2-767,-3-3 480,-1 4 1,0 1-1659,0 0 918,-6 0 148,-1 0 738,-7 0 86,0 0 132,-7 0 1,-1 0 215,-6 0 0,5 0 1324,-1 0-272,7 0 769,-10 0-1311,5 0 1,-1 4 36,0 1 0,5 6 15,0-1 0,-3-2-291,3 1 1,-1 1-58,5 4 1,-5 2-226,0 3 1,1-2-117,4 7 1,-5-7-235,0 2 0,0 2 200,5-3 1,0 6-1465,0-5 1086,0 0 1,0-5-2623,0 1 709,0-8 322,0 0 1314,0-7 1,2-7 628,3-2 0,9-67 0,-3 30 0,0-1 0</inkml:trace>
  <inkml:trace contextRef="#ctx0" brushRef="#br0">18228 13164 7870,'14'0'2215,"-5"0"-240,1 0-1416,-7 0 1,8 2 468,-6 3 0,1-4-362,-1 4 0,-4 3-108,4 1 1,1 4-304,-1 1 0,1 0-107,-1 1 1,-3-1 35,3 0 0,-4 5-139,-1 0 0,0 0-90,0-5 1,0 0-339,0 1 0,0-6-954,0 1 0,0-6-712,0 6 22,0-7 1445,0 3 0,-1-6-67,-4 0 0,3-11 208,-3-3 1,-1-5 61,1 0 1,1-3 239,4-6 1,0 1 317,0 3 1,-5-1 212,0 6 0,0 0-483,5 5 980,0-1 0,7 3-102,2 2 0,4 4 167,1 6 1,2 5-408,3-1 1,1 8-104,4-3 1,3 8-66,-3 2 0,-4 2 159,-1-2 1,2-3-29,-2 3 1,-5-2-106,-5 2 0,-6-3-17,2 3 0,-3-4-72,-2 0 0,-7-6 153,-2 1 1,-10-1-279,-5 5 1,-7 1-228,-2-1 0,-7-5-183,2 1 0,3-7-292,2 2 1,3 1-726,2-1 1,4-1 130,0-4 0,12 0-740,-2 0 0,7 2-494,-2 3 2339,6-4 0,22-1 0,12-8 0</inkml:trace>
  <inkml:trace contextRef="#ctx0" brushRef="#br0">7095 13079 8007,'6'-14'266,"-4"0"401,3-1 297,-4 1 1,-1 5 274,0-1-730,0 7 0,-1-2-135,-4 10 1,2 3 39,-7 6 1,1 2-172,-5 3 1,-1 8 27,1 6 0,0 7 1,0-3 0,0 4-62,-1 2 0,3 5 28,2-1 1,-1 7-86,6-2 0,1 1-111,4 0 1,1-4 33,4-7 1,4-1-205,10-3 0,-1-9 117,6-10 0,-6-5-55,6-5 1,-2 2-151,2-6 0,-3 0 58,-7-5 1,0-2-686,0-3 1,-6 2-171,-3-6 0,-2 4-497,2-4 1,-4 4 541,4-5 968,-3 7 0,-2-16 0,0 3 0</inkml:trace>
  <inkml:trace contextRef="#ctx0" brushRef="#br0">7379 13747 7958,'0'-22'1115,"2"2"219,3 5 0,-4 1-640,4 0 1,1-2 41,-1-3 0,6 2-471,-1-7 1,2 0-364,3-4 1,0-5-608,4 0 0,3-8 355,7-2 1,-5 2 27,-1-2 0,-1 2 1,2 8 1,3 5-465,-3 4 0,-9 11-41,0-1 831,-11 9 0,1 4-194,-10 5 1,-9 9-34,-10 1 0,2 1 1441,-1 3 0,1 3-512,-2-2 0,3 0 249,7-5-548,0 0 0,1 1 389,4-1-521,2 0 1,14 0-47,2 0 1,10-4 127,5-1 1,3-1 168,1 2 1,-1 1-103,-3-6 1,1 6-147,-6-2 0,0 4-564,-5 1 1,-1 0 265,-4 0 0,-4 1-14,-10-1 1,-4 5-172,-10 0 1,-8 0-206,-6-5 1,-7 0 177,2 0 0,2 1 116,-2-1 0,7-6-24,-3-4 1,6-2-8,4-2 1,4-2-748,5-2 1,8 1 301,2-7 0,3 5 723,2-4-107,0 6 0,7-8-92,2 6 0,8-1-21,2 1 1,2 3-24,-2-3 1,-2 4-237,7 1 1,-2-2-379,2-2 0,3 2-149,-4-3 0,4-1 323,2 1 0,-3-6 80,-2 2 0,3-4 193,-3-1 0,1-7 278,-1-2 0,1-6-58,-6-4 0,0 1 58,-5-6 0,-1 1 144,-4-6 1,2 7 158,-6 2 0,0 6 1169,-5 4 1,-2 10 213,-3 9-634,4-3 0,-5 8-353,6 0 0,-2 7-66,-3 7 0,4 7-74,-4 2 1,3 6 134,2 4 1,0 2 58,0 2 0,0 8-306,0-7 1,0 6-302,0-6 0,0-2 104,0 2 0,0-6-576,0 1 0,0-5 57,0-4 0,0-4-526,0-5-1213,0-1-2422,0-6 3211,0-8 1,0-13-114,0-6 0,0-5 1332,0 6 0,-5-20 0,-2-7 0,-1-1 0,0-1 0</inkml:trace>
  <inkml:trace contextRef="#ctx0" brushRef="#br0">7834 13463 7958,'0'-14'2147,"0"0"1,7 1-1522,2 3 1,4-1 148,1 7 0,2-6-369,3 5 0,-2-4-176,7 4 0,0-4-56,4 4 1,0 0-1,1 5 1,-7 0-29,-3 0 1,-3 0-184,-2 0 1,-1 2 1,-4 3 1,-3 2 28,-6 8 0,0 0 208,0 4 0,-1-1-119,-4 5 0,2-4 42,-7 5 1,7-7-77,-1 2 1,-3-1 14,3 1 0,-1-3-168,5 3 0,0-8-412,0-2 0,1-6-172,4 2 1,3-3 301,6-2 0,0-7 27,1-2 1,0-5 113,4-5 0,-3-4 263,3-5 0,-3 0-73,-2-1 0,-1 2 162,-4 4 1,-1 2 689,-3 7 1028,-4 0-1444,6 6 0,-7 3-165,0 10 1,0 7-229,0 7 0,0 7 26,0-3 1,1-1-198,4 2 1,-2-5 186,7 5 1,-1-7-20,5 2 0,2-5-372,3-4 1,-1-4-280,5-6 1,-4 0 122,5 0 1,-5-8 150,5-6 1,-1-7 474,6-7 1,-6-2 4,1-3 1,-6 1-13,0-6 0,-3 0-171,-6-4 0,-3 5-12,-6 4 0,0 5 221,0 4 0,-6 4-94,-3 5 1,-4 8 369,-1 2 1,0 8-188,-1 2 1,6 7 187,-1 3 0,6 0 137,-6 9 0,7 0 179,-2 4 0,4 1-190,1-1 0,0 0 109,0 1 0,0 1-255,0 3 0,0-5-144,0 1 0,0-1-230,0-4 1,0-3 95,0-2 0,0-4-798,0 0 113,0-8-478,0 0 714,0-7 1,6-11-152,4-4 0,2-8 91,2-1 1,1 2-4,-1-2 0,2 2 158,3-2 0,1 4 74,4 6 0,-4 1 425,-5 4 1,4 2 225,-1 7-48,1 0 0,-6 2-124,-3 3 1,1-2 126,-7 6 0,1 5-82,-5 5 0,-1 0-4,-4-4 1,-3-1-274,-6 0 1,-1 0-299,1 0 1,-2-4-470,-3-1 0,2-1 239,-7 2 0,2-2-341,-1-4 1,2-2 349,7 3 1,4-4-68,1-1 0,4 5 159,-4 0 393,5 0 94,-2-5 1,12 0 149,4 0 0,4 0 264,5 0 0,-1-2-249,5-3 1,-1 2 116,2-6 1,3 4-168,-3-5 1,2 1-184,3-5 0,1-5-26,3 0 1,-3-2-229,3 2 1,-3 2-55,-1-7 0,-1 5 78,1-4 1,-7 10 133,-3-1 1,-5 7 36,-5-2 108,4 6 0,-7-2 5,4 10 1,1 3 210,-6 6 1,4 0-66,-4 0 1,0 1 78,-5-1 1,0 0 76,0 0-302,0 7 1,0-6 16,0 4 1,-7-7-57,-2-3 0,-4-1-236,-1 1 1,-5 2-131,0-6 0,-6 0-485,1-5 1,3 5 6,3-1 0,-3 1-551,2-5 1,5 0-1827,4 0 1848,1 0 1306,1 0 0,21-25 0,10-7 0</inkml:trace>
  <inkml:trace contextRef="#ctx0" brushRef="#br0">9441 13008 7872,'8'-24'992,"-3"1"0,1 5-144,-1-1 0,6 5 58,-2 5 0,4 2-401,1 7 0,0 0 27,1 0 1,-1 2-135,0 3 0,0 3 96,0 6 0,1 6-121,-1 4 1,0 3 119,0 1 0,-4 7 126,-1 3 1,-6 1-143,2-1 1,-3 8 67,-2-3 1,-11 4-200,-4 1 0,-8-3-78,-1 7 1,-4-6-42,-6 2 0,3-4 0,-7-1 1,5-7-106,-5-3 0,6-9-124,-1-5 0,3-4 364,2 0 66,6-7-3814,1-2 477,13-6 1315,2-6 1,6 2 1021,0-5 0,4 4 230,1-4 0,6 4 21,-1-4 321,2-1 0,9-10 0,1-3 0</inkml:trace>
  <inkml:trace contextRef="#ctx0" brushRef="#br0">8716 3142 8374,'0'-8'140,"0"-5"1,0 10 295,0-6-33,0 5-81,0-2 68,0 0-558,0 4 58,0-4 77,-6 6 0,-1 2 128,-2 2 0,-4-1-17,4 7 1,1 4 15,-2 5 0,2 2-13,-1-2 0,-4 1-64,4 4 0,2 7 80,3-2 1,-3 2-151,3-2 1,-1 4-10,5 0 0,2 0-150,2-4 0,9-1 161,6 1 0,6-7-32,-1-3 1,3-3 86,1-2 0,2-5-1,3 1 1,-3-7 201,4 2 1,-4-10-78,-2-5 1,4-2 33,-4-2 0,4-2-25,-9-3 0,-1-2 187,2-2 1,-11-4-48,1 3 0,-5-3 130,1-1 1,-4-1-262,-6 1 1,0-5-219,0 0 1,-6-2-15,-4 2 0,-4 3 65,-5-4 1,3 6-42,-2 4 0,-5 8-63,0 7 0,-6 6-263,-4-2 1,3 4 28,-3 1 0,-3 6-152,-2 3 0,1 6-49,-1 3 0,7 0-709,-2 6 1269,9-1 0,29 18 0,12 4 0</inkml:trace>
  <inkml:trace contextRef="#ctx0" brushRef="#br0">10877 3142 8162,'-6'-8'-1066,"4"-5"1066,-11 5 0,6-1 153,-8-1 0,1 7 271,0-1 0,0 2 108,-1 2 1,1 0-239,0 0 0,0 0-168,0 0 1,-2 6 40,-3 4 1,1 2-31,-5 3 1,5 0 42,-1 4 0,-1-1 38,1 5 1,-5 1-122,5 5 1,0-1-9,5 0 0,0 1-86,0-1 1,1 1-3,4-1 0,2-1-101,7-3 1,0 1 148,0-6 0,8 3-149,6-8 0,2 4 235,8-9 1,6-3 5,8-1 1,3-3-38,2-2 0,-2 0 12,-3 0 1,3-7 187,-3-2 1,1-8-57,-1-2 1,-8-5 106,-6 5 0,-7-6-256,2 1 0,-5-4-14,-4-6 0,-4 4-41,-6-3 1,0 2-199,0-3 0,-8 4 104,-6-3 1,-8 10-146,-11 4 0,-4 3-568,-5 2 1,-7 6 344,-4 3 0,3 3-572,-2 2 1,6 7 92,-1 2 1,6 10 896,7 5 0,7 34 0,13 10 0</inkml:trace>
  <inkml:trace contextRef="#ctx0" brushRef="#br0">9242 3426 8372,'-8'0'-583,"2"0"-696,6 0 975,-7 0 480,6 0 26,-5 0 223,6 0-145,-7 0 2,6 0 59,-6 0 30,1 0-13,4 0-100,-4 0 56,0 0-210,4 0-20,-4 0 61,6 0 239,0 0-309,6 0 0,2-5-45,6 1 1,5-1 12,0 5 0,7-5 19,-3 0 1,4-1-5,1 1 1,7 2-89,3-6 1,3 4 83,2-4 0,1 5 46,4 0 1,-4-3 2,3 3 0,2-6-1,-1 5 1,-6 1-33,-4 4 1,-2 0 9,2 0 0,2 0-47,-7 0 1,0 0-2,-4 0 1,-1 0 45,0 0 0,1 0 21,-1 0 1,-1 0 7,-3 0 0,3 0-28,-4 0 0,0 0-2,0 0 1,-4 0 64,5 0 0,-5-2 13,5-3 0,-7 4-56,2-4 0,-5 2 93,-4-2-245,2 4 1,-9-6 119,7 7-291,-7 0 86,3 0-140,-6 0-2046,0 0 1785,-6 0 0,3 0-247,-7 0 1,6 5-53,-6 0 838,1 6 0,-31 3 0,-6 8 0</inkml:trace>
  <inkml:trace contextRef="#ctx0" brushRef="#br0">8588 3725 8527,'8'-7'-356,"-2"4"-1026,-6-6 1251,0-1 1,2-2 344,2 2 47,-2-2 19,4 10 359,-6-11-371,0 12 42,0-6-90,0 7 461,0 0-529,0 7 1,-1-4 40,-4 6 1,3 1-58,-2 4 0,-4-4-3,-2-1 1,2 0-43,-1 6 0,0 4 10,-6 0 0,1 1-9,0-1 0,-2 2-21,-3 2 0,2 4 36,-7-3 0,0 4-4,-4 5 1,3-3 31,-4 4 1,4-4-99,-8-2 0,3 1-1,1-1 1,2 0 2,4 1 1,-4-7-116,3-3 1,2 1 17,-2-1 1,7 0 104,-2-4 1,3-3-134,2-2 1,0 2 104,0-2 0,4 1-46,1-2 0,4 4 10,-5-4 1,6-1 8,-6 2 1,7-5 3,-2 4-7,-3-6-17,7 10 20,-5-12 0,6 7 16,0-3-11,0-3 164,-7 4-233,-1-6 35,-6 6 1,5-4-189,-1 3-389,7-4 405,-3-1 70,6 0-708,0 0 0,6 0 281,3 0 0,6 0 566,4 0 0,27-10 0,12-5 0,7-1 0,1 0 0</inkml:trace>
  <inkml:trace contextRef="#ctx0" brushRef="#br0">8986 3696 8527,'-8'-14'-2,"2"0"1,6 4 99,0 1-102,0 6 245,0-4-52,0 7 0,1 2-61,4 3 1,-2 1-12,7 4 1,-5 2 6,4-2 1,-4 2-22,4 2 0,1 2 18,4 3 0,-5 2 16,1 2 0,1 4 38,8-3 0,-3 4-72,3 6 1,-2-4 14,2 3 0,-2 2 8,7-2 1,-5 1 1,5 0 1,-7-4-16,2 3 1,2-3-19,-2-2 1,-2-6 8,-8-3 1,4 2 0,-3-2 0,-3 0-212,3-5 1,-5 0 26,4 0 110,-6 1-77,10-1 7,-12 0 0,6-4 15,-7-1-34,0-6-66,0 4-13,0-7-2397,0 0 2535,-7 0 0,-57-32 0,21 12 0,0 0 0</inkml:trace>
  <inkml:trace contextRef="#ctx0" brushRef="#br0">7706 4478 8527,'-7'-6'74,"-6"0"-37,3-4 0,-2-1-94,-2 6 1,-1 2-23,1 8 0,5 3 311,-1 6 0,7 5-58,-2 0 0,-1 6 77,1-1 1,0 3-99,5 1 1,0 1 32,0-1 0,7 0-113,2 1 1,4-1-8,1 1 1,5-6-3,0 1 1,6-7-56,-1 2 0,1-4 14,-1-6 1,3-1 22,-3-3 1,2-4-16,3 4 1,-5-10 90,-1-4 1,-4-5 26,5-5 1,-7 1-18,2-5 1,-3-3 122,-2-7 1,-6 3-188,-3-3 1,-5-2 8,-5 2 0,-3-5-349,-6 5 1,-7-5 73,-2 5 0,-4 4 68,-1 6 1,-1 7-21,1 2 0,-1 6-208,1 8 1,-1 1-81,1 4 0,-1 5-216,1 9 0,7 3 72,7 6 582,6 7 0,65 8 0,-21-18 0,-1 0 0</inkml:trace>
  <inkml:trace contextRef="#ctx0" brushRef="#br0">9398 4635 8527,'0'-29'0,"-1"5"300,-4 1 0,2 5 12,-7-1 1,1 4-36,-5 0 1,-1 7 88,1 4 0,-5 2 190,0 2 0,0 0-293,5 0 0,0 2-17,0 2 0,0 4-104,-1 7 1,3 4-217,2 0 0,-1 4 168,6-4 0,-4 6-182,4-1 0,0-2-138,5 2 0,0-2 26,0 2 0,2 1 13,3-6 0,3 5 102,6-5 0,2-2 62,3-8 1,3 4 48,6-3 0,1-4-20,-1-1 0,5-4 72,0-1 0,1-6 221,-6-4 0,-1-4 266,-3-5 1,1 2-176,-6-7 0,-7 1-143,-7-6 1,-3-1-334,-2-3 1,-8 3-351,-6-3 1,-7 9 84,-7 5 1,-7 3-210,-3 2 0,-1 6-268,1 3 1,-2 10 827,7 5 0,6 34 0,7 10 0</inkml:trace>
  <inkml:trace contextRef="#ctx0" brushRef="#br0">10820 3739 8697,'0'-14'170,"2"4"472,2 1 1080,-2 6-802,4-4-411,-6 7-784,0 0 1,-1 7 212,-4 2 1,2 5 161,-7 5 0,1-1 10,-5 5 1,-1 6-6,1 4 1,0 2 6,0-2 0,-5-3-17,0 3 0,-2 3-17,2 2 0,4 2-47,-4-2 0,-2 1-165,2-6 0,-6 2-57,1-2 0,4-3-458,1 3 1,3-4-13,2-5 0,-1 2-330,1-2 1,5 1 400,-1-1 1,7-3 589,-2-7 0,16-25 0,5-7 0</inkml:trace>
  <inkml:trace contextRef="#ctx0" brushRef="#br0">10422 4450 8472,'-8'-2'2166,"3"-3"-1500,-2 4-737,-1-12 0,-7 12 363,1-4 1,5 3-61,-1 2 0,1 7-54,-5 2 0,4 4-58,1 1 0,1 2-155,-2 3 0,-1 3 56,6 6 0,1-4-142,4 0 1,0 1 20,0 8 1,1-3-135,4 3 0,3-7 33,6-3 0,2-4 181,3 5 0,-3-8 65,3-2 0,3-1 100,1-9 1,4 1 275,2-5 0,-1-8-44,1-6 1,-1-7 149,0-7 1,-5 0-175,-4-1 0,-8-1 57,-2-3 1,-6 1-414,2-6 0,-5 7-131,-5-2 0,-7 7-126,-7 3 0,-7 10-307,3-1 1,-4 9-637,-2 0 1,1 5 346,-1 5 856,1 9 0,6 53 0,12-26 0,-1 1 0</inkml:trace>
  <inkml:trace contextRef="#ctx0" brushRef="#br0">11119 3753 8462,'-15'-20'814,"6"4"-325,0-3-137,5 3-597,-2 2-174,6 6 1,2 3 354,2 10 0,4 4 242,6 10 0,1 3 34,-1 7 0,6 1 362,4 3 0,1 3-208,-1 7 1,3 0 60,-3-1 0,3 3-258,1 2 0,0 2-77,1 3 1,4-3-173,0-6 1,0-5 67,-4 0 1,-2-2-257,-4 2 1,4-3-195,-3-7 0,-2 0-527,2 1 0,-5-2-242,4-4 1,-5-4 1230,1-9 0,9-48 0,2-17 0</inkml:trace>
  <inkml:trace contextRef="#ctx0" brushRef="#br0">11830 4450 8462,'0'-10'2401,"0"1"-1664,0-1 1,-2 1-1202,-3-1 0,2 7 190,-6-2 0,4 9 105,-5 0 1,1 12 217,-5-2 0,0 10 148,-1 0 1,1 7-148,0 3 0,1 0 7,4-1 0,1-1-220,3 6 1,4-6 106,-4 1 0,10-3 29,4-2 0,5-6 207,5-3 0,2-5 205,2-4 0,4-4 46,-3-6 0,8-1 408,1-4 0,0-9-383,-5-10 1,1-4 56,-1-6 1,-1 3-26,-3-7 1,-4 2-63,-5-2 1,-8 1-363,-2 4 1,-3 8-314,-2-4 1,-7 10-375,-2 1 1,-10 6-173,-5 3 1,-3 6-949,-1-2 0,-7 5 661,-3 5 1082,4 3 0,1 12 0,-1 6 0,0 0 0,0 1 0</inkml:trace>
  <inkml:trace contextRef="#ctx0" brushRef="#br0">7451 5815 8290,'-21'-32'0,"-1"-8"0</inkml:trace>
  <inkml:trace contextRef="#ctx0" brushRef="#br0">7664 5075 8315,'-2'-8'-1469,"-3"4"1113,4-4 1,-5 5 259,6-7 200,0 7 123,0-10 1,0 10-60,0-6 54,0 5 1,0-3 217,0 2-92,0 3-115,6-4 0,-5 4 148,4-2 182,-3 2-132,-2-4 23,0 6 547,0 0-813,6 0-287,-4 0 109,4 0-285,-6 0-2016,0 0 644,0 6 801,0-4 846,0 10 0,-44 47 0,16-21 0,0 1 0</inkml:trace>
  <inkml:trace contextRef="#ctx0" brushRef="#br0">6996 6042 8399,'0'-19'-486,"0"0"1,0-6 556,0 1 1,0 4 737,0 1-420,0-4 0,0 8 265,0-4 1,0 8-377,0 1 0,-2 7-58,-3-2-383,4 4 0,-10 7 312,6 4 1,-1 2 80,1 2 1,-2 7 30,-2 3 1,-2-2-42,6 1 0,0 0-98,5 0 1,-4 4-98,-1-3 1,0-4-126,5-1 0,2 2 78,3-2 1,1 1-92,3-1 1,4-3 151,-4 3 1,4-8-42,1-1 0,7-7 33,3 1 0,2-2 182,3-2 0,1-3-101,3-7 1,-1-4 200,6-10 0,-2-4 29,2 0 0,-5-1-2,-9-4 1,1 1 41,-6-1 0,-2 3-178,-7-3 0,-5 5 8,-10 4 0,-3-3-58,-6 3 0,-5 5-213,0 5 1,-7 2-58,3 7 1,-4 0-341,-2 5 0,1 0-616,0 0 1,-1 8 75,1 6 0,-1 2-283,1 8 1,6-1 490,3 6 0,5-1-649,4 1 1437,4-1 0,25 20 0,4 4 0</inkml:trace>
  <inkml:trace contextRef="#ctx0" brushRef="#br0">8190 6042 8420,'0'-14'-413,"0"0"344,0-1 0,0 6 693,0-1 0,0 6 403,0-6-120,0 7-730,0-3 1,-2 6-56,-2 0-14,2 0 0,-9 6-153,6 3 0,-6 1 256,2 4 0,1-3-25,-2 8 0,2 2-258,-1-2 0,3 4-21,6-4 0,0 5-24,0-5 1,0 2 163,0-3 1,7-2 18,8 3 1,5-5 38,9-4 1,5-4-4,4-6 0,5 0 199,4 0 1,2-12-143,3-7 1,2-7 110,-6-2 1,-3-2-38,-7-3 0,-5-2 157,-9-3 1,-5 3-288,-9 7 1,-7-1-131,-13 1 0,-2 3-46,-17 6 0,2 1-354,-11 14 0,1-1-283,-6 5 0,7 2 354,2 2 0,6-1-326,4 7 1,2 4-111,3 5 1,10 5-1058,-1-5 1849,7 6 0,28 16 0,7 11 0</inkml:trace>
  <inkml:trace contextRef="#ctx0" brushRef="#br0">9441 5928 8420,'0'-9'599,"0"-1"1,-5 6-318,1-6 0,-3 5 117,2-4 0,-2 6 211,-8-2 1,1 3-228,0 2 0,0 0 50,-1 0 1,1 0-305,0 0 1,0 7 86,0 2 1,-1 4-116,1 1 1,0 0 62,0 0 1,4 5-88,1 0 1,6 0-8,-2-4 1,3 3-291,2 1 0,0 2 44,0-2 0,7-3-75,2 3 1,5-8 143,5-2 1,3-4 99,7 4 0,1-5 255,3 0 0,-1-8 9,6-6 1,-7-7 17,2-2 1,-3-6-92,-1 1 0,-7-3-42,-3-1 0,-5-1-77,-4 1 0,-4 1-101,-6 3 1,-3 0-583,-7 10 1,-1-2 349,-13 12 0,1-1-929,-6 5 0,1 2 97,-1 2 1,3 6-1109,2 9 2208,3 3 0,39 44 0,7 10 0</inkml:trace>
  <inkml:trace contextRef="#ctx0" brushRef="#br0">10692 5857 8688,'0'-14'1346,"0"0"1,0 4-374,0 1-436,-6 6 4,-2-4 0,-6 7-227,0 0 1,-1 7-290,1 2 0,0 4 5,0 1 0,-5 0-280,0 0 0,1 1 146,9-1 0,-2 0-116,6 0 0,0 0-918,5 1 758,0-1 1,0 0 190,0 0 1,7-4 260,2-1 1,4-6 414,1 2 1,2-3-121,3-2 1,-3-2 206,3-3 0,-4-2-275,0-8 0,-1-4 40,0 0 0,-5 0-377,1 5 0,-7 0 150,2 0 1,-4 0-981,-1-1 1,-1 3-165,-4 2 1,-3 4-609,-6 6 1,0 0 1639,0 0 0,-26 50 0,-6 14 0</inkml:trace>
  <inkml:trace contextRef="#ctx0" brushRef="#br0">7621 5914 8420,'0'-14'-372,"-5"0"646,1-1 1,-3 6 98,3-1-39,2 1 0,-9-5-104,6 0 0,-4-1-38,4 1 0,-4-2 120,4-3 0,-5 2 245,6-7 1,-1-4-322,5-5 1,0-7-277,0 2 0,6-9-23,4-5 1,7-4 40,2 0 1,6-8 151,-1-2 1,-2 3-62,2 1 0,-7 1-9,2 4 0,-3-6-19,-2 10 0,-6 8-115,-3 12 0,-4 4 239,-1 5-47,0 4-91,0 6 42,-6 6 1,-2 3-630,-6 10 0,4 3 317,1 6 0,-1 0-149,-4 0 1,5 7-125,-1 3 1,7 2-354,-2 3 0,4 1 120,1 3 749,6 10 0,6-1 0,3 4 0,4 6 0,0 0 0</inkml:trace>
  <inkml:trace contextRef="#ctx0" brushRef="#br0">7479 5914 9782,'0'-8'940,"0"2"0,0 4-543,0-3-65,0 4-109,0-5 1,0 4-179,0-3-63,0 4 0,0-7-59,0 3 0,6 2 85,4-7 1,2 3 28,3-3 0,0-7 66,4 2 1,5-8 7,9-1 0,4-3-7,5-1 0,6-5-26,-1-1 0,0-3-144,-4 3 1,1-4 157,4 5 1,-4-5-14,3 5 1,-1 0 13,2 5 0,-4-1 2,3 1 0,2-1-4,-1 1 0,-1-1 3,-4 1 1,-1-5 62,1 0 0,-2-1-41,-3 6 0,1 1 8,-5 3 0,-1-1-68,-5 6 1,5-4-133,0 4 1,1-5 99,-6 5 1,-1 0-10,-3 5 1,1 1 289,-6 4-306,0-4 0,-10 10 34,1-7 18,-7 7-78,3-3-48,-6 6-5717,0 0 5031,0 6 0,-4-3 250,-1 7 1,-11-1 43,2 6 0,-10 0 467,0 4 0,-24 9 0,-13 4 0,-4 6 0,-1 0 0</inkml:trace>
  <inkml:trace contextRef="#ctx0" brushRef="#br0">8545 5971 7672,'8'-2'-304,"-3"-2"800,-3 2 1,-2-6 127,0 3-124,0 4-234,0-12 0,0 10 283,0-6-292,-7-1 1,-1-4-57,-6 0 0,5-1-10,-1 1 1,1-2-35,-6-3 1,0-3 1,-4-6 0,1-7-178,-5-3 0,-1-3 123,-5-2 0,-1-5-314,-3-5 0,2-3 248,-7-6 0,0-1-307,-5-4 0,5 3 204,0 2 0,5 2 68,-5-6 1,8 12 7,2 2 1,6 14 70,8 9 1,1 7 101,3 8-140,4 6 299,6 2-520,0 6-309,0 0 76,0 6 1,0 2-716,0 6 1,5 1 279,0-1 0,1 6-178,-1 4 1023,-4 3 0,18 8 0,-3 1 0</inkml:trace>
  <inkml:trace contextRef="#ctx0" brushRef="#br0">9270 6028 6572,'8'-7'-541,"-1"6"600,-7-5 1,0 4 378,0-3-116,0 4 278,0-6 211,0 7-466,0-6 1,0 3 28,0-7 1,0 6-15,0-6 1,4 5 205,1-4-316,0-1 0,-5-4 42,0 0 1,0-7-37,0-2 0,5-1-5,-1-4 0,3-1-80,-3-13 1,-2 1-65,3-12 0,1 0-203,-1-9 0,-1 2-28,-4-6 1,0-1 9,0-4 1,-4 2 143,-1 2 1,-4 0-16,4 5 0,-6-3-155,1 8 0,4 10 43,1 14 207,-3 3-155,7 8 26,-6 7 0,7 11-287,0 8 0,0 0-465,0 5 1,0-4 538,0 4 0,0 1-247,0 4 0,0 2-39,0 3 1,-1-2-120,-4 7 0,4-1 211,-4 6 1,3-1 425,2 1 0,7 50 0,-4-33 0,1-1 0</inkml:trace>
  <inkml:trace contextRef="#ctx0" brushRef="#br0">10607 5886 8298,'0'-15'0,"0"1"-615,0 0 782,0 0 209,0 0 87,0-1 612,0 1-753,-6 0 1,4 0 90,-3-1 0,2 1-123,-2 0 0,4 0-60,-4 0 0,-1-5 120,1 0 0,-5-7-51,6 3 0,-7-10-348,1-5 1,2-5 15,-1-4 1,-1-4 23,-4-6 1,-2-6-215,-3-3 0,4 1 67,-4-1 0,3-1 52,2-4 1,1 2-134,3 2 1,3 6 74,2 9 1,3 4 193,-2 10 0,2 10 368,2 9-357,0 9 25,6 4-517,-4 12-180,4 2 1,-6 6-26,0 1 0,0 0 43,0 4 1,0 4-3,0 5 0,0 2 302,0 3 1,0 4 310,0 5 0,0-4 0,0 0 0,13 13 0,3 7 0</inkml:trace>
  <inkml:trace contextRef="#ctx0" brushRef="#br0">11958 4933 8416,'-5'-14'-92,"0"0"0,0 4-315,5 1 272,-6 6-265,4-4 595,-4 7 97,6 0 1,5 7-1,0 2 1,4 8-27,-4 2 1,1 7 127,-1-3 1,-2 6-208,7 4 1,-6-1-31,6 5 1,-6 0-25,6 1 1,-2 4 10,1 1 1,4 0-7,-4 4 0,-1-3-31,2-1 1,-2 0 0,1-1 0,2-7 0,-6-7 0,0-1-222,-5-8 0,4 0 175,1-5-433,0-6-397,-5-1-482,0-7-2328,0 0 3579,-6 0 0,-21 0 0,-11 0 0</inkml:trace>
  <inkml:trace contextRef="#ctx0" brushRef="#br0">11972 5701 8416,'-8'0'-420,"2"0"396,-1 0 0,4 0 696,-6 0-351,5 6 0,-8 2-12,2 6 1,4 2-130,1 3 1,-1-2 178,1 7 0,-4 0-363,4 4 0,0-4-209,5 0 1,2-5 150,3 4 0,4-5 116,10 1 1,-2-4 52,7 0 0,1-8 4,9-2 1,0-3 115,4-2 0,2-3-52,-7-7 1,5-1 235,-5-13 0,0 1-127,-4-6 0,-9 1 140,-6-1 0,-1 3-61,-8 2 0,-1-3-118,-4 3 1,-11 4-231,-3 1 1,-10 5-203,1 4 0,-6-1-484,-4 6 1,3 1 8,-3 4 0,1 7-712,-1 8 0,3 0 1374,-3 9 0,-10 38 0,21-24 0,0 0 0</inkml:trace>
  <inkml:trace contextRef="#ctx0" brushRef="#br0">9896 3924 7901,'-2'-22'-33,"-2"3"0,2 3 108,-3 2 0,2 4 167,-2 1 0,4 4 665,-4-5-75,4 7-315,-6-3 10,6 6-163,-6 0-209,7 0 0,-1 0-48,-4 0 1,3 2-145,-2 2 1,-3-1 100,3 7 0,-3-2-70,3 1 1,0 4-31,-5-4 1,6 4 46,-2 1 0,3 1-102,2-1 1,0 2 30,0 2 0,0-2 42,0 3 1,8-8 20,7-1 1,0-2-19,9 1 1,0 2 78,4-6 0,1 0 141,-1-5 0,-1 0 108,-3 0 0,2-7-32,-2-2 1,-2-8 9,2-2 0,-11-5-158,1 5 1,-5-6 2,1 1 1,-4-1-121,-6 1 0,-3-3-265,-7 3 1,-1-1-138,-12 1 0,-3 4-375,-7 6 1,3 4-338,-3 1 1,-2 6 448,2-2 1,0 3-266,5 2 1,-1 7 913,1 2 0,-13 23 0,-4 6 0</inkml:trace>
  <inkml:trace contextRef="#ctx0" brushRef="#br0">9029 3455 8045,'-10'-8'914,"1"3"-472,6-3 0,-4 6-261,7-4 0,2 8-99,3 2 1,4 4 347,10 7 0,3-1-81,7 0 0,5 5-139,4 0 1,10 6 11,4-1 0,5 3-15,4 1 1,4 2-272,6 3 0,-5-3 91,1 4 1,-15-4 70,-5-2 1,-9-4-144,-9-1 0,-7-5-144,-3 1 1,-10-3-69,-4-2-485,-3-6 350,-2 4 1,-2-10-761,-3 3 472,4-4-812,-6-1 1492,1 0 0,30-38 0,1-9 0</inkml:trace>
  <inkml:trace contextRef="#ctx0" brushRef="#br0">10436 3583 8144,'0'-8'2036,"0"-5"-488,0 5-569,0 0-494,0 2 0,-11 7-9,-3 4 1,-10 8-95,1 6 1,-12 6 15,-8-1 0,-4 7-310,-5 3 1,1 0-293,4-1 1,4-3 15,0 4 1,4-9-390,10-1 0,6-7-96,13 2 1,-1-8-2219,7-2 781,-1 1 2110,11 4 0,27-6 0,13-2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24896 4293 7825,'8'-8'359,"0"-4"1184,-4 2-362,-2-2 291,4 4-817,-6-5-611,0 12 1,0-3 420,0 14 1,-1 1-73,-4 13 1,2-1-180,-7 6 0,5 4-94,-4 0 1,6 2-154,-2-2 0,-1-3 48,1 3 1,0-4-179,5-6 0,-4 4-194,-1-3-358,0-4 149,5 1 303,0-13 323,0-2 1,-5-17-185,1-3 0,-6-10 5,5 1 0,-6-3 121,2 3 1,1-3 6,-2 7 1,6 0 46,-6 5 1,7 5 284,-2-1-896,4 7 282,-6-3 410,6 6 0,-4 1-36,10 4 14,3 3 1,6 6-130,0 0 1,0-6 12,1-3 1,4 1-547,0-1 0,-1 0 239,-3-5 1,-1 0-2107,0 0 1297,0 0 1117,1 0 0,-39 0 0,-9 0 0</inkml:trace>
  <inkml:trace contextRef="#ctx0" brushRef="#br0">24185 4976 7905,'0'-14'109,"0"-1"54,0 1 1,0 0 354,0 0 0,0-1 741,0 1 1,0 5 348,0-1-1313,0 7 0,-6-3-326,-4 6 0,-3 0 110,-1 0 0,0 6-151,0 4 0,-5 4 193,0 5 1,0-2 8,5 7 0,-4 0 4,4 4 1,-3 0 74,7 1 1,4-1-192,1 1 1,4-2 10,1-4 1,6 3-85,3-8 1,6 1-132,4-4 0,3-6-381,6 1 1,1-7-64,-1 1 1,0-2-594,1-2 0,-2-2 520,-4-2 1,3-3-28,-7-2 1,0-4-211,-5 4 940,0-4 0,-12-26 0,-4-7 0</inkml:trace>
  <inkml:trace contextRef="#ctx0" brushRef="#br0">24327 5118 7929,'6'-8'1051,"-4"2"1,4 4 198,-6-3 419,0 4-350,0-6-598,0 7 1,0 7-395,0 2 0,-5 4-313,1 1 0,-3 0 8,3 1 0,2-1-261,-3 0 1,4 0 85,1 0 2,6 7 0,4-5-556,9 3 1,-2-10 284,7-4 0,-5-3 97,4-2 0,1-2 372,4-3 0,-5-7 378,-5-7 1,-2-5-107,-2 5 1,-6-6 168,-3 1 1,-3 3-283,-2 2 1,-8 4-145,-6 0 0,-2 3-90,-8 2 1,2 4 22,-2 6 1,-1 2-250,6 2 0,-5 3-280,5 2 66,0 4 0,7-5-71,2 6 0,4-5-984,6 1 1213,0-7 1,11 3 231,3-6 1,10 0 17,0 0 0,3 0 108,1 0 0,0-1 218,1-4 0,-2 3-78,-4-2 0,-1 2 190,-3 2 0,-3 0 12,3 0 1,-8 2 76,-1 2 0,-6 0 120,6 5 0,-7 1-166,2 4 1,-4 0-41,-1 0 1,0-4-316,0-1-422,0 1-115,0 4-706,0-6 831,0-2 198,0-6 0,2-6-127,3-4 0,-2-2 52,6-3 0,1 1 312,4 0 1,-4 1-18,-1 4 39,1-4 0,2 10 214,-2-6 333,2 5-15,-4-2 643,6 12-857,1 2 0,-3 7 106,-2-1 1,2-5-636,-2 1 0,-2-7 12,1 2 1,1 1-27,4-1 1,0-1-116,0-4 0,1-1-305,-1-4 1,-2-3 128,-2-6 1,3-5-173,-4 0 0,2-6 248,-1 1 0,-4-3 83,-6-1 1,0 4 853,0 0-445,0 7 0,-2-2 17,-2 10 1,0 2-72,-5 7 0,6 7-45,-2 2 0,-1 5 294,1 5 0,-1 2 313,1 3 1,3 2-295,-2-2 1,2-2 45,2 2 1,0-2-951,0 2 1,0-2-278,0-3 1,5-3-638,-1 2 1,6 3 683,-5-2 0,1-5-1191,-1-4 583,-4-7 1365,12 3 0,-18-50 0,4-11 0</inkml:trace>
  <inkml:trace contextRef="#ctx0" brushRef="#br0">24995 5161 8237,'-1'-10'1713,"-4"1"-578,3 5-252,-4-2-351,6 6 0,6 0-152,4 0 0,7 0-17,2 0 0,6 0-838,-1 0 0,3 0 143,1 0 1,6 0-87,-1 0 0,0-5 188,-5 1 1,-1-1-168,-3 5 0,-4-5-45,-5 0 242,-7-6 1256,-2 10-807,-6-12 1,-6 12 331,-4-4 1,-4 3-109,-5 2 1,3 2-21,-3 3 1,-1-2-121,1 6 1,4-1-94,6 2 1,1 2-65,-1-2 0,-2 2-142,6 3 1,0-1-44,5 0 1,2 0-315,2 0 0,4-4-417,7-1 0,5-1 197,4 2 1,3-4-55,1-6 1,-1 0 338,-3 0 1,2 0 57,-2 0 0,-2-5 33,2 1 0,-11-6 161,1 5 1,-5-1 278,1 1 860,2 4 178,-10-6-749,4 7 1,-6 2 121,0 3 1,0-2-36,0 6-436,0 1 1,-4-1-97,-1 1 1,0-5-260,5 4-208,0-6-902,0 4 177,0-7 666,0 0 1,2-7-57,2-2 1,0-4 213,5-1 0,1 4 264,4 1 114,0-1 0,0-2 869,0 2-563,1 4 0,-1 6-217,0 0 1,-4 0 582,-1 0 1,-1 2-174,1 2 0,4 4-82,-4 6 1,-1-4-487,2-1 0,-1 1-320,6 4 0,-3-4-164,-2-1 0,2-4-1440,-2 4-246,2-6 1473,9 4 0,-1-7 639,4 0 0,2-31 0,0-14 0,1-2 0,0-1 0</inkml:trace>
  <inkml:trace contextRef="#ctx0" brushRef="#br0">25962 4947 7955,'-6'-8'5196,"4"-4"-3468,-4 10 47,6-4-1250,0 6 0,0 6 57,0 4 1,0 4-156,0 5 0,0 1-148,0 4 1,5 3-170,-1-3 1,3 2 36,-3 3 1,0-1-185,5 1 0,-6-6-233,2 1 1,-4-6-622,-1 0 0,5-2-787,0-1-1623,0-1 613,-5-6 2061,0-2 1,0-17-348,0-3 0,-7-10 362,-2 0 1,-2-3 611,1-1 0,-5 4-78,5 1 0,-6 7-64,7 2 1,1-1 855,-2 6 644,7 3 1805,-3-1-2183,6 7 1,8 0-268,6 0 0,0 5-463,5 0 0,2 1-373,-2-1 1,4-4-229,-4 4 0,0-2-1363,-4 2 1714,-1-3 0,0 10 0,0-4 0</inkml:trace>
  <inkml:trace contextRef="#ctx0" brushRef="#br0">27014 4933 7828,'-8'-14'29,"2"4"988,6 1 1442,0 6-858,0-4-940,0 20 1,0-3 158,0 9 1,0 3-361,0 1 0,0 4-84,0 2 0,0-1-165,0 0 0,-5 1-26,0-1 1,1-4-186,4 0 0,0-7 127,0 2 1,-2-3-1596,-3-2 792,4 0-1981,-6-6 1578,7-1 0,0-14 81,0-2 0,0-6 550,0-3 1,-1-5 200,-4-5 1,4-5 94,-4 0 0,3-1 94,2 6 1,2 0 621,3-1 0,2 7-427,8 3 0,5 10 729,4 4 1,8 3-80,1 2 1,5 3 126,-5 7 0,5 1-444,-5 13 1,-2-1-206,-7 6 0,-3-5-79,-7-1 0,-6-1 26,-3 2 0,-4 1-187,-1-6 1,-6 0 90,-4-5 0,-7 1-86,-2-1 0,-6-2-249,1-2 1,-3 1-201,-1-6 1,4 0 116,0-5 0,2 1-464,-1 4 201,2-4-36,7 6-338,6-7 780,2 0 1,7-2 450,4-3 0,4 4-151,10-4 1,-1-1 89,5 1 1,1-6-239,5 1 0,-1-2-188,0-2 0,6-1 68,-1 1 0,0 0-132,-5 0 0,-1-5 223,-3 0 1,1-2-31,-6 2 0,-5 5 356,-4 0 264,-7 0 385,3 12-668,-6-4 1,0 7 27,0 4 0,-4 3 45,-1 6 1,-5 5 230,6 0 0,-1 0-204,5-5 1,0 5-212,0 0 1,0 0-216,0-5 0,0-4-67,0-1 1,6-4-317,4 5 0,2-7 144,3 1 1,5-2-165,4-2 0,3-2 190,1-2 0,1-4-50,-1-6 0,5-1 19,0 1 1,0 0 73,-4 0 0,-1 0 400,1-1 1,-6 7-28,1 4 0,-6 2 59,1 2 1,-8 6-14,-2 4 1,-4-1 84,4 6 1,-6-4-56,2 8 1,-3-2 40,-2 2 0,-5-3-179,0 3 1,-6-5-56,2-5 0,-4 4-124,-1-3 0,0-4-21,-1-1 1,1-4-197,0-1 1,0 0 40,0 0 0,4 0-143,1 0 0,4 0-212,-5 0 295,7 0 0,-8-1-440,6-4 438,1 3 1,10-6 14,3 4 1,6 0 96,4-5 1,-2 4-2,7-4 0,1-1-84,8-4 1,-3-2-97,3-3 0,2 0 185,-2-9 0,0 1 141,-4-11 0,-7 5 242,-3-5 1,-8 6-38,-1-1 0,-7 10 107,1 4 1,-4 4 478,-4 6 929,2 3-1231,-11 6 1,7 6-55,-3 3 0,-2 10 189,6 5 0,-1 5 78,1 4 1,3-3 191,-3 3 0,4-2-295,1 3 0,0-4-299,0 3 1,0-8-64,0-1 0,0-2-83,0 2 0,1-4-275,4-6-790,-3 1 38,10-8-260,-4 0 1,0-14-517,-3-2 1,-3-10 843,-2-5 0,0-2-140,0-3 0,-2-4 661,-3 0 1,-3 4 357,-6 6 0,0 0 9,0 0 1,4 7-32,1 7 507,-1-1-61,-4 2 0,6 3 756,3 10 1,5-2-382,5 7 0,3-1-149,6 5 0,2-4-343,3-1 1,2-1-119,2 2 1,4-2-93,-3-4 1,1-2-183,-1 3 1,1-4 170,-6-1 0,0 0-302,-5 0 258,0 0 0,-1 2 113,-3 3 1,-3-4 221,-2 4 0,-3 3-36,2 1 1,-2-1 232,-2 2 1,0-1-193,0 5 0,-2 1-97,-2-1 1,2 0-50,-3 0 0,4-4 181,1-1-350,0 1 233,-6-2 167,4-2-438,-4-6-218,6 0 0,-5-6 14,0-4 0,0-2-81,5-3 1,0-4-416,0 0 0,7-1 313,2 1 1,-1 3-179,2-3 0,-1 3-262,5 2 568,0 0 1,1 4-181,-1 1 0,-5 6-209,1-2 0,-1 3 88,6 2 0,-6 5-529,1 0 1060,-7 12 0,9 18 0,-4 17 0</inkml:trace>
  <inkml:trace contextRef="#ctx0" brushRef="#br0">28706 5104 7923,'-8'-15'247,"-4"1"161,10 0 0,-4 5-18,6-1-347,0 7-2170,0-3 1089,0 6 1038,0 0 0,0 6 0,0-4 0,0 4 0,0-6 9830,0 0-8473,0 6-973,0-4 1,0 10-135,0-2 0,0-2-62,0 1 0,0 1-18,0 4 1,0 0-142,0 0 0,0 1 120,0-1 0,0 2-158,0 3 1,0-4 8,0 4 0,0-3-139,0-2 1,0 1-556,0-1 1,0-5-2414,0 1 404,0-7 1589,0 9 1114,0-10 0,12-27 0,4-15 0</inkml:trace>
  <inkml:trace contextRef="#ctx0" brushRef="#br0">28905 4777 15736,'-8'0'1015,"2"0"0,6 6-812,0 4 1,0-3-6,0 3 1,0 4-31,0 5 1,0 5-34,0-5 0,0 6-178,0-1 1,0 7-16,0 2 1,0 1-28,0-6 1,0-4-2,0-1 1,0 1 68,0 5 0,-2-7 22,-2-3 1,2-4-38,-3 0 1,4-1-28,1 0-251,0-6-473,0-2 680,0-6 688,0 0 55,0-6 1,4 3-324,1-7 0,6 1-171,-1-5 0,1-1-170,-2 1 1,4 0-317,-4 0 1,4 4-206,1 1-814,0 6 1057,7-4 0,-5 7-18,3 0 1,-3 0 319,-2 0 0,-5 2 43,1 3 0,-6 1 80,6 3 1,-7 4-32,2-3-26,-4 2 1,-2 2-8,-4 1 0,-3-3-67,-6-2 0,-2 2-188,-3-2 0,-1-2-306,-4 1 1,-1-6-7,6 2 0,-5 1 157,5-1 1,0 0-2,5-5 1,4 0-76,1 0 189,-1 0 267,3 0 719,0 0-437,7 0 1,8 0 303,6 0 1,4-2-387,10-2 0,-3 2-284,9-3 0,-3-1-307,2 1 0,-3-1 241,4 1 1,-4 2-27,-2-6 1,-1 4 105,-3-5 1,-4 2 124,-6-1 1,-1-4-36,-4 4 0,-2 1 375,-7-2 0,0 6 977,0-6-719,0 7-581,0-3-251,-7 6-462,6 0 0,-10 1 464,6 4 0,0-2-30,5 7 1,0-6-267,0 6 151,0-1 1,2 6-57,3-1 1,-2-5 189,6 1 0,1-2 249,4 1 0,5-2 6,0-7 1,5 0 214,-5 0 0,1 0-100,-1 0 1,-3-2 39,3-3 1,-3-1-63,-2-4 1,-5 2 458,1 4-603,-7 2-466,3-10-761,-6 10 993,0-4 0,0 7-49,0 4 1,0-2 153,0 7 0,2-6-39,3 6 1,-2-2 32,6 1 0,-4 2 169,4-6 0,-1 1 334,2-1 0,2-3 475,-2 2-207,3-2 0,1-4-456,0-2 1,0-9-234,0-6 1,-4-6-50,-1 1 1,1-9-366,4-5 0,-6-2 277,-3 3 1,1-3-25,-1 7 0,0 6-286,-5 8-371,0 3-48,0 8 0,0 5 624,0 13 1,0 1 335,0 12 0,0 1 37,0 5 0,0 2 396,0-2 0,0 1-382,0-11 0,0 4 7,0-4 0,0 0-358,0-5 0,0 1 6,0-1 0,0-5-512,0 1 766,0-7 183,0 3-232,0-6 1,0-6 142,0-4 1,0 3 33,0-3-129,0 1 196,0-6-30,0 1-108,6 0 0,2 1 49,6 4 0,-5 3 371,1 6-396,-1-7 0,6 6-6,-1-4 0,-5 3-87,1 2 1,-5 0-207,4 0-73,-6 0-126,10 0 100,-12 0 0,7 2 166,-3 3 1,-3-2 146,2 6 1,0-1-77,0 2 1,-2 2 131,3-2 0,1 2-152,-1 3 0,6-6-3,-2 1 56,4-1 1,1 1 75,0-1 1,0-6-16,1 2 1,-1-3-18,0-2 0,0-2 98,1-3 0,-1-1-89,0-4 1,0-1 263,0 7-18,1-7-257,-7 3-198,4 0 76,-10 1-397,4 7 538,-6 0 348,0 0-85,0 7 0,2 1-124,2 6 0,0-5 39,5 1 0,0-5-58,6 4 1,4-6-66,0 2 0,0-2 85,-5 2 1,5-4 9,0 4 1,0-3-6,-5-2 0,-1-7 8,-4-2 1,4 1-190,-4-1 1,-3-1 275,-1-4-563,-3 0 0,-2-1-22,0 1 0,-7 5-192,-2-1 1,-10 7 248,-5-2 0,2 4-100,-2 1 1,6 0 123,-6 0 1,6 0 63,0 0 1,2 0-233,1 0 1,6 1-263,0 4-287,5-3 544,-2 4 0,8-1 477,2-1 0,6 1-78,9-5 1,3 0-92,6 0 0,1-1-22,-1-4 0,-1 3 236,-3-2 0,3 0-25,-4 0 0,-2 2 123,-2-3 0,-3 4 488,-2 1-519,0 0 1,-4 0 242,-1 0-86,-6 0 86,3 0-383,-6 0 0,2 1 9,3 4 1,-2-3 66,6 2 0,-4-2-34,5-2 1,-1 0-310,5 0 1,2 0-441,3 0 1,-3 2 178,3 2 0,-3-2 275,-2 3 0,0-4 338,0-1-182,1 0 0,-1 2 170,0 3 1,-5-4 90,1 4 405,-7-4-983,10 6 0,-10-6-59,6 4-1453,-5-3-326,2-2 2180,-6 0 0,-108 0 0,41 0 0,0 0 0</inkml:trace>
  <inkml:trace contextRef="#ctx0" brushRef="#br0">28379 5786 7809,'0'-8'757,"0"2"946,0 6 1265,0 0 0,0 6-2346,0 4 1,0 7-216,0 2 0,-5 2-113,1-3 0,-1 0-130,5 6 0,-2-7-167,-2 2 1,2-3-355,-3-2 216,4-6-204,1 4 57,0-10 0,1 3-211,4-10 1,-3-3 219,2-6 0,3-5-64,-3 0 0,6 5-194,-5 4 191,6 1 1,-4 1 166,8 3 0,-1 4-14,0 1 0,0 6 846,1 3 1,5 4-140,4 1 0,-2 2 121,2 3 1,-2-3-239,1 3 0,4-3 130,-3-2 1,-2-6-38,2-4 1,-7-2 61,2-2 1,-3-2-144,-2-2 0,-6-9-197,-3-6 1,1-6-595,-1 1 1,0-4-226,-5-6 0,-7 4-600,-2-3 1,1 5 74,-2 4 0,3 4-829,-3 5 1,2 8 870,3 2 1090,4 3 0,1 40 0,8 10 0</inkml:trace>
  <inkml:trace contextRef="#ctx0" brushRef="#br0">29005 5772 7859,'9'-14'1052,"1"-1"1,-7 6 34,1-1 1,3 6 830,-2-6 949,-1 7-2276,-4-3 0,0 7-140,0 4 0,0 8-126,0 6 0,-6 8 69,-4 1 1,-1 0-153,2 6 1,-4 0-30,4 0 0,-2-1-106,1-5 1,-2 2-19,2 3 0,-1-4-127,2-1 1,-2-1-643,6-8 0,-5 5-1020,6-5 0,-6-5-939,5-5 441,1-6 0,5 9-253,4-8 2451,3-5 0,18-28 0,6-13 0,3-5 0,0 0 0</inkml:trace>
  <inkml:trace contextRef="#ctx0" brushRef="#br0">29133 5985 7863,'6'-8'1182,"-5"-4"0,6 8 1294,-7-5-1189,0 6 1107,0-4-1676,0 7 1,0 7-188,0 2 0,-5 4-122,0 1 0,1 0-7,4 1 1,0-1-308,0 0 1,0 0-150,0 0 1,6 1-777,3-1 1,6-5 599,4 1 0,-2-7-677,7 2 1,-5 1 312,4-1 0,-1-2 157,2-8 0,1 2 249,-6-6 0,5 1 307,-5-2 1,-5-1 191,-4 6 749,-1-6-229,-1 3-217,-2 1 276,-6 0-150,7 7-301,1 0 0,6 0-179,0 0 1,0 0-93,0 0 0,5-1-47,0-4 1,2 2-100,-2-7 1,-3 2 124,3-1 0,-4-5 45,0-1 1,-3 0-538,-2-9 0,1 5-393,-6-5 0,-1 7-677,-4-2 1,0 3-448,0 2-255,0 0 2117,0 6 0,-63 20 0,24 0 0,-1 0 0</inkml:trace>
  <inkml:trace contextRef="#ctx0" brushRef="#br0">15427 13662 7779,'-8'0'832,"0"0"-218,3 0 156,4 0 80,-6 0-66,1 0-249,4 0-35,-4 0-10,0 0-98,4 0 31,-4 0-275,-1 0 146,6 0-220,-5 0 146,6 0 1304,0 0 0,6 0-1361,3 0 0,-1-5 2,2 1 1,-1-3 20,5 2 1,1 4-145,-1-4 1,0-1 110,0 1 1,1-4-27,-1 4 0,5-6-76,0 1 0,1 2 9,-1-1 1,-3 1 3,3-1 0,1-4 47,-1 3 1,0 3-148,-4-3 0,4 5 25,0-4 1,-1 4-51,-3-4 0,-1 4 102,0-5 1,0 6-23,1-6 0,-6 5 33,1-4 0,-1 6 10,5-2 0,0-1-3,1 1 1,-6-1 10,1 1 8,-7 3 0,8-5 26,-6 2-6,-1 3 44,-4-4-19,0 6 191,0 0-262,-6 6 0,0-3 25,-4 7 0,-2-5-65,2 4 0,-7-4-98,-2 4 0,-2-1 34,2 2 1,2 2-162,-7-2 1,2 1 112,-2-2 1,-2 4 26,2-4 1,-3 2 41,-1-1 0,4 3-33,0-4 0,2-1 62,-2 1 0,-3-1-85,4 2 0,2 1 5,2-6 0,-1 6 12,1-2 0,0-1-71,5 2 121,-1-7 1,1 8-25,0-7 1,4 3 213,1-2-167,6-4 443,-3 5 45,6-6 166,0 0-612,6 0 1,2-6 1,6-2 3,0-6 0,5 5-32,0-1 1,5 2 27,-5-1 0,6-4 30,-1 4 1,3-3-34,1 3 1,0-4 6,1 4 1,4-4 2,0-1 0,2 5 9,-2-1 1,-4 1-20,-1-6 0,0 6-12,-4-1 0,-3 6 4,-2-6 1,-8 7 51,-2-2 318,-6-3-195,4 7 247,-7-5-231,0 6 19,-7 0-196,-1 0 0,-6 4-184,0 1 0,3 4 67,-3-4 0,3 5 129,-8-6 1,-3 7-528,-2-1 0,0 1 35,-4-2 1,2 4-133,-7-3 1,2 2 186,-2 2 0,-2-1 30,-3-3 0,3 2 243,7-2 1,-1-4 352,1-1-91,6 3 0,6-7-78,6 4 227,7-3 0,3-2-105,10 0 0,4-2-109,5-3 1,3 2 34,6-6 0,1 4-5,-1-5 0,2 6-15,4-6 1,-3 5 77,7-4 1,-6 1-23,1-1 0,2-4-101,-2 3 1,1-2 218,0-2 1,-6 4 14,1 1 0,-3 1-89,-7-2 1,-4-1 188,-6 6-22,-6 1-86,4 4 1,-9 0 192,-3 0 1,2 0-405,-6 0 0,-1 1-9,-4 4 1,-5 3-70,0 6 0,-5-4-183,5-1 1,-4 1-425,4 4 1,-2 0-628,2 0 102,3 0 1,-4-1-783,6-3-819,-1 2-769,1-4 2617,6 0 1,2 0-1192,6-3 2075,0-4 0,-13-13 0,-2-12 0</inkml:trace>
  <inkml:trace contextRef="#ctx0" brushRef="#br0">13920 13961 16996,'0'-15'-2486,"0"1"1739,0 0 1,0 4 972,0 1 1,0 4 1965,0-4-664,0 6-989,0-4 0,-2 7-11,-3 0 0,-3 2-110,-6 3 1,-2 2 360,-3 8 0,-4-1-20,-10 0 0,-4 0-215,-5 1 0,-3 3 170,-2 1 0,1 2-208,-6-2 0,6-3-148,-1 3 1,4-4-165,5 0 1,5-6-357,9 1-245,4-7 83,12 3 1,8-6 36,9 0 1,1-1-13,4-4 0,-3 2 20,8-7 0,-3 5-186,-2-4 0,0 6-2137,1-2 1141,-1 3 1201,0 2 0,-19 7 0,-4 1 1</inkml:trace>
  <inkml:trace contextRef="#ctx0" brushRef="#br0">12768 13904 18582,'-10'0'0,"1"0"638,6 0 140,-10 0-82,12 0-303,-6 0 1,9 0 741,3 0-877,3 0 0,10 0-137,1 0 0,2 0 162,-2 0 1,-2 0-211,7 0 0,-5 0-265,5 0 0,-7-2 206,2-3 1,2 2-356,-3-6 145,1 6 0,-4-5-231,-1 3-328,-6 3-686,-2-4 523,-6 6-232,0 0 344,-6 0 719,-2 0 0,-5 2 134,4 2 133,-4-2 0,10 6 737,-7-3 1,7-2-280,-1 6 1,2-4 277,2 4 0,-5-4-88,1 5 0,-1-1-220,5 5 0,0 1-517,0-1 1,0 5-120,0 0 1,0 4-400,0-4 0,0 5-43,0-5 1,0 5 35,0-5 0,5 4-8,-1-4 1,1 0-580,-5-5 1,0 5 45,0 0 403,0 0 0,0-4 192,0-1 1,-6-5 549,-4 1 0,-2-7 313,-3 2 1,6-4-78,-1-1 0,3-1 84,-3-4 1,4 2-550,6-7 0,1 1 517,4-5 0,3-5 16,6 0 0,5 0 313,0 4 1,5 1-794,-5 0 1,6 0 142,-1 0 0,-2 1-1128,1 3 1,-5-2 341,1 2 0,1 2-72,-1-1 0,0 1 664,-4-1 1,-6-2 262,0 6-477,-5-6 0,-11-22 0,-8-13 1</inkml:trace>
  <inkml:trace contextRef="#ctx0" brushRef="#br0">13195 13961 18582,'-5'-10'-2134,"0"1"1,0-1 2162,5-4 1,-4 4 181,-1 1 0,0 4 796,5-4 1,-2 4 447,-2-5-176,2 7-1066,-4-3 0,6 4-170,0-2 0,1 2 667,4-3 0,3-1-232,6 1 0,5-1-196,0 1 1,0 4-279,-5-4 0,1 3-770,-1 2 0,0-4 524,0-1 1,-4 0-752,-1 5 510,-6 0-340,4 0 20,-7 6 1,0-2 180,0 5 1,-5-4 693,0 4 1,-6-4 594,2 5 1,1-7 443,-2 1 0,6 3-361,-6-3 0,7 3 460,-2-2 1,2-4 1332,-2 4-157,4 3-1633,-6 0 1,7 6-800,0 0 0,-4 0-72,-1 1 0,0 0-169,5 4 1,0-1-224,0 5 1,0-4 126,0 5 1,0-2-612,0 2 0,0-2-296,0-3 1,0-3 433,0 3 0,0-8-290,0-2 66,0-6 537,0 10 128,0-11 440,0 4 1,-1-6 362,-4 0 414,3-6-872,-4-2 1,6-7 179,0 1 0,2 5 80,2-1 0,4 1 155,6-5 1,1-1 12,-1 1 0,0 0-142,0 0 0,-4-1-760,-1 1 1,1 0 68,4 0 1,0 0 235,0-1 0,-4 6-412,-1-1 1,-1 1 679,2-5 1,-4 0 0,-6-1 0</inkml:trace>
  <inkml:trace contextRef="#ctx0" brushRef="#br0">13450 13818 18557,'-9'-9'-1543,"-1"-1"1,6 1 1309,-6-5 0,7 4 446,-2 1 1,2 4 180,-2-4 0,4 4 518,-4-5 136,4 7-828,1-3 0,4 12-600,1 4 1,5 2 559,-6 2 1,7 2 76,-1 3 0,-4-1-113,-1 5 0,1-1 240,-1 2 1,4 1-440,-4-6 0,0 5 217,-5-5 1,5 0-535,-1-5 0,1 0-1761,-5 1 486,0-1-751,0 0 691,0-6 1331,0-2 0,0-69 0,0-16 0</inkml:trace>
  <inkml:trace contextRef="#ctx0" brushRef="#br0">13450 13818 18557,'-9'-9'-1561,"-1"-1"0,6 6 1653,-6-6 0,7 5 43,-2-4 1,2 4 1301,-2-4-623,4 6-31,-5-10-478,12 5 1,2-6-408,6 0 0,2 4 191,3 1 1,-3 4-28,2-5 0,0 6-759,1-6 0,-3 7 333,3-2 0,-4 4 491,0 1 0,-8 12 0,0 4 0</inkml:trace>
  <inkml:trace contextRef="#ctx0" brushRef="#br0">13792 13648 18557,'-10'-10'-1180,"1"1"0,4 6 1644,-5-2 1185,7-3-1339,-9 6 1565,4-10-1991,0 10 553,-5-4 0,12 7 207,-4 4 1,3 3-13,2 6 0,0 1-170,0-1 0,5 5-401,0 0 0,1 6 88,-1-1 1,-4-2-338,4 1 0,-3-4 171,-2 5 1,0-7-347,0 2 0,0-3-609,0-2 0,0 1-87,0-1 318,0-6 415,0-2 1,0-7-30,0-4 1,0-8-140,0-6 0,0-8 41,0-1 1,0-2 177,0-8 0,0 0 109,0-5 0,0 6 209,0-1 1,6 6 584,4-1 0,-3 9-212,3 5 1,-1 5 198,6 4 0,-1 4 172,0 6 1,5 6-139,0 4 1,0 7-339,-5 2 1,-4 7 105,-1-3 0,-6 4-133,2 2 1,-3-1-429,-2 0 1,-7-1-501,-2-3 1,-5 1 73,-5-6 0,1 5-58,-5-5 0,0 0 83,0-5 1,2-1-1442,7-4 2249,0 4 1,0-24-1,-1 1 1</inkml:trace>
  <inkml:trace contextRef="#ctx0" brushRef="#br0">12910 13847 6234,'0'8'2287,"-11"0"-1784,-3-4 1,-5-1-82,0 7 0,-3-1 208,-7 6 0,6-6 369,-1 1-307,7-1 1,-2 1-340,9-1 0,7-6-99,13 2 1,7-3 59,16-2 0,16-8 0,13-7 0,13 0-58,-32 3 1,0 0 0,3 0 0,1-1-317,5-4 1,0 0-1,0 2 1,1-1 201,3-3 1,1 0 0,-5 3 0,-1 0-81,2 0 0,-2-1 0,-6 2 0,-3 0-136,29-13 0,-14 6-98,-14 3-291,-13 3 0,-19 8 280,-16 3 1,-4 4-148,-15 1 1,-6 1-499,-8 4 1,-11 4 375,-8 10 0,-8-1-217,-11 6 1,9 4 481,-5 5 1,6 0 18,0-4 1,-4 1 64,4 3 1,9-3 198,5 3 1,12-4 387,7-6 0,16-2-229,7-7 0,10-6 12,10-3 1,14-5 81,18-5 1,9-5 88,10-9 1,3-1-60,2-4 1,3-3-75,-2 4 0,-2-4 133,1-2 1,-8 7 131,-1 3 1,-14 3 383,-15 2-1232,-6 0 1,-22 6-342,-9 3 1,-18 5 125,-16 5 0,-10 8-219,-9 6 1,-6 6 372,2-1 1,3 3-211,1 1 0,0 0 249,6 1 0,2-5 177,11-1 0,13-5 293,6 1 42,13-4 1,15-7 181,15-3 0,9-7-164,15-7 1,6-2-1,3-13 1,1 1-171,0-6 0,-1 2-36,-10 4 0,3-3-715,-12 7-309,-13 0 1,-9 11-2127,-15 4 3126,-11 2 0,-48 9 0,-22 5 0,23-4 0,0 0 0,0 0 0</inkml:trace>
  <inkml:trace contextRef="#ctx0" brushRef="#br0">12540 13164 8458,'-26'-9'-202,"2"-1"0,0 1 620,10-5 1,-2 4 659,11 1 0,-1 6 377,1-2-490,4-3-495,-5 6 0,7-2-26,4 8 1,-4 4 64,4 7 1,1 0-106,-1 4 0,0-1 86,-5 5 0,0 1-294,0 4 1,0-4 92,0 0 1,-5 0-70,0 4 1,-4-1-156,4-3 0,-4-4-324,4-6 0,-4 1 86,4-1 1,-1-5-130,1 1 1,3-9 115,-3-1 0,4-6 78,1-8 1,0-7-389,0-2 1,0-11-537,0-4 1,1 1 551,4-6 1,2 5 172,2-5 1,4 1 320,-4 4 1,2 3 134,-1 2 0,2 4 186,-2 6 1,-2 7-167,1 6 0,1 7 101,4-1 1,0 4 91,0 4 0,5 9 177,0 6 1,0 8 200,-5 1 0,1 1-256,-1 4 1,-2 1-9,-2 0 1,3 0-295,-4 0 1,-3-4-292,-1 3 0,1-5-70,-1-4 0,0 1-478,-5-6 0,0 0-896,0-5-1742,0-6-534,0-1 2689,0-7 0,-5-7 1140,0-2 0,-21-22 0,-9-8 0,-1-3 0,1-1 0</inkml:trace>
  <inkml:trace contextRef="#ctx0" brushRef="#br0">12455 13264 8458,'-8'1'192,"4"4"1,0-3 971,0 3 54,2-4 95,-4-1-657,6 0 1,6 0 115,4 0 0,4 0-407,5 0 1,-2 0-282,7 0 1,-2-5-484,2 1 0,2-7 336,-2 1 0,-2-3-550,2-1 1,-5 0 213,5 0 1,-7 3-11,2-3 0,-8 7 49,-2-7 1,-1 3-178,2-3 389,-4 0 697,-6-1 35,0 7-420,0 2 0,0 8 749,0 2-430,0 4 0,0 8 169,0 3 1,0-3-169,0 3 1,0-3 83,0-2 0,0 0-289,0 0 1,5 0-228,0 1 0,1-3-403,-1-2 0,-2 1 219,6-6-464,-5 6 450,8-10 1,-4 6 80,6-7 1,-4-7-25,-1-2 0,-1-4 45,2-1 0,2-5-40,-2 0 0,-2-6 28,1 1 1,-4-3-229,4-1 0,-6-1 165,2 1 0,-3 6 378,-2 3 0,0 3 105,0 2-351,0 6 1,-7 2 39,-2 6 0,-4 7 42,-1 8 0,5 1-76,-1 7 0,7-5 6,-2 1 0,-1-4-441,1 0 0,2-1 183,8 0 1,3-5-6,6 1 0,6-7 166,4 2 1,3-4 143,1-1 1,-4 0-97,0 0 0,-2 0 165,2 0 0,-4 0-3,-6 0 1,-4 0 621,-1 0 719,-5 0-1004,2 0 1,-6 2 69,0 3 0,0-2-220,0 6 0,-2-4-361,-2 5 0,2-6 105,-3 6 0,4-5-447,1 4 145,0-6 0,0 5-454,0-3 1,6-4-190,3 4 536,4-3 0,6-9 118,0-2 1,0-4 106,-5-1 0,0-2 217,1-3 0,-1 2-264,0-7 0,-1-1 33,-4-8 1,2 1 17,-6-6 0,0 0-170,-5-4 1,0 1-100,0 3 0,0 3 30,0 7 1,-5 5 530,0 4 67,-6 10-71,3 3 1,-1 7-58,-1 4 1,7 8 249,-2 6 0,4 4-107,1-4 1,0 7 88,0-3 1,0 2 391,0-1 1,1 3-261,4-3 1,-2-2 31,7 2 1,-5-2-196,4 1 0,-4 3-282,4-7 0,-1 1 31,2-1 1,2-3-210,-2 3 0,2-8 45,3-2 1,0-5-161,4 0 0,-3-2-449,3-2 0,2-2 297,-2-2 0,4-9-99,-4-6 0,5-6 99,-5 1 0,-2-3 168,-7-1 1,1-1 136,-6 1 0,-1 4 246,-4 0 1,0 7-49,0-2 0,-1 10 248,-4 4 1,-3 3-134,-6 2 0,-5 2-109,0 3 0,0 4 138,5 10 1,1-3-131,4 3 1,-2 1-37,6-1 1,0 0-60,5-5 0,0 1-178,0-1 1,6 0 131,4 0 0,7-1-189,2-4 1,8-2 54,1-7 1,1 0 61,4 0 0,-3-7-179,-1-2 1,-1-5 200,0-5 1,-5 1 48,-4-5 0,1-1 16,-1-4 0,-5-1 24,-4 1 0,-7-2-69,2-3 0,-4-2 24,-1-3 0,-1 3-1,-4 7 0,-1 6 14,-4 3 0,-3 4 296,4 6 0,1 3-27,-1 6 0,-1 6-141,-4 3 0,1 9 114,4 1 0,-2 8 268,6 1 0,-5 0 316,6 6 0,-6 0-320,6 0 1,-1-1-360,5-5 0,1 1 38,4-1 0,3-1-246,6-3 0,0-4-199,1-6 0,4-1-590,0-4 1,1 2 14,-1-6 1,-3 0-813,3-5 1,-10-6 471,-4-4 0,1 1 1198,-1-6 0,-44-27 0,11 12 0,0 0 0</inkml:trace>
  <inkml:trace contextRef="#ctx0" brushRef="#br0">13351 12866 8458,'-10'0'781,"1"0"1214,6 0-834,-4 0 0,11 0-472,5 0 1,8-2-238,17-2 1,-4 2-876,3-3 0,2 4-865,-2 1 0,0 0 1288,-5 0 0,-5-13 0,-3-3 0</inkml:trace>
  <inkml:trace contextRef="#ctx0" brushRef="#br0">15512 13719 8419,'-36'9'-839,"2"1"0,6-7 326,4 2 665,4 3 1,10-7 203,1 4 273,6-4-240,-4-1 277,7-6 26,0 5 567,0-12-47,0 11-640,0-10 1,-1 10 108,-4-3 1,3 2-25,-2-1-444,2 2 0,4-9-27,2 6 1,8-6-149,11 2 0,3-4 103,11-1 1,8 0-101,7-1 1,3 0-16,2-4 1,0 1-334,0-5 0,4 5 150,1-1 0,-5-1 54,-5 1 0,-14 1 100,-5 9 113,-16 3 1,-17 6-10,-9 0 1,-16 1-115,-9 4 0,-11 7-44,-7 7 0,-5 7-50,-5-3 1,4 4-158,-4 2 1,5-2-64,5-4 0,-2 4 177,7-3 0,7-4 259,12-1-237,6-3 1,15-8-12,7-3 1,13-5 193,11-5 1,11-5 232,7-8 0,7 0 273,8-6 0,-2 1-199,-2-6 1,-6 1 17,-9-1 0,1 6-350,-6-1 0,-6 8-564,-8 2 281,-9 0 1,-5 12-792,-10-2 1,-9 10 537,-10 8 506,-9 7 0,-8 4 0,-5 3 0,-7 2 0,0 0 0</inkml:trace>
  <inkml:trace contextRef="#ctx0" brushRef="#br0">15939 12894 8443,'0'-22'344,"-2"-3"221,-3 6 1,2-5-42,-6 5 0,-1 2 178,-4 7 0,0-1 106,-1 7 0,1-1-309,0 5 1,0 6-28,0 4 0,-5 4-220,0 5 0,1 5-141,9 9 1,-4-3 25,4 3 1,2-3-166,3-2 0,2 4-73,2-4 0,2 2-419,2-11 0,4 0 271,6-4 1,2-3-148,3-2 0,5-4-290,9-6 1,-3-8 349,3-6 1,-4-2 376,-6-8 1,3 2 51,-7-1 0,-5-4 518,-5 3 0,-5-1-158,0 1 1,-2-1 1228,-2 6-993,0 0 0,-2 6-154,-2 4 1,0 2-707,-5 7 0,6 7 155,-2 2 1,3 10-13,2 5 1,0 3 260,0 1 0,0 5 226,0 1 1,7 5-354,2-1 0,4-2 30,1 2 0,0-2-64,0 2 1,-1 2 87,-3-7 0,1 3-247,-7-7 0,1 2-6,-5-7 0,0-3-111,0-2 0,-6-8 176,-4-2 0,-7-6 40,-2 2 0,-6-3-36,1-2 1,3-2 9,3-3 0,2-3-143,2-6 1,1-5 110,3 0 0,4-6-200,6 1 1,2-3-35,2-1 1,6 0-200,9-1 0,-2-1 118,7-3 1,0 3-92,4-3 1,0 3 313,1 1 0,-1 2 151,1 4 1,-6-4-135,1 3 0,-8 4 246,-2 1 0,-1 8 395,-8 1 328,-1 7-172,-4-3 1,-1 7-369,-4 4 1,2-2-90,-7 7 0,6-1 8,-6 5 1,5 5 21,-4 0 1,4 2-118,-4-2 1,6-3-212,-2 3 0,3-4 90,2 0 0,0-1-251,0 0 0,2-1-506,3-4 1,-2 2 262,6-6 0,1 0 43,4-5 1,0-2 199,0-3 1,1-3 196,-1-6 0,2-2-55,3-3 0,-8-4 248,3-10 0,-5 3-79,1-4 1,-4 3 174,-6-2 1,0 7 135,0-2 1,-6 11 26,-4 2 1,-4 3 23,-5 7 1,2 2-297,-7 8 1,7 4-41,-2 10 0,1-3-108,-1 3 1,8 1-295,-3-1 0,9 0-71,1-5 0,4 1-521,4-1 1,4-5 159,6 1 1,7-7 222,3 2 1,3-5 27,1-5 1,-1-3 377,-3-6 0,2 0 201,-2-1 1,-3-4 193,-2 0 0,-4 1 476,0 3 1,-8 6-111,-2-1 1,2 6 1903,-3-6-1984,1 7 0,-7-3-101,-2 6 1,2 6-221,-3 3 0,2 4-87,-2 1 1,4 1-125,-4-1 0,5 0-53,5 0 0,-2-1-285,7-4 0,-1 2-54,5-6 1,5 1-256,0-1 1,5-3 143,-5 2 1,1-8 172,-1-6 0,-3-2 86,3-3 1,-5 0 150,-4-4 0,1 1 118,-6-5 0,-1-1 2,-4-5 0,0 3 159,0 2 0,-6 3-3,-4 7 0,-7 1 143,-2 4 1,-5 3-283,6 6 1,-8 1-50,3 4 0,0 4-20,0 10 1,5-1-67,-1 6 0,8-6-219,2 6 0,6-6 16,-2 0 0,3-2-188,2-1 1,2-3-22,3-2 0,7-4-98,7-6 1,8-2 146,2-2 0,-1-4 187,5-6 1,2-2 26,-2-3 0,0-2 79,-4-2 1,-1-4 280,1 3 0,-3 3 4,-2 2 1,-3 4 295,-7 0 1,-5 6 200,1 0 388,-7 5-692,10-2 1,-12 8-115,4 2 0,-3 0-102,-2 5 0,1-4 119,4 4-187,-4-6-292,6 10-635,-7-11 1323,6 4-192,-4-6-182,4 0-96,-12 0 1,-2 1 4,-6 4 0,-5-2 73,0 7 0,0-5 27,4 4 1,-3 1 3,-1 4 1,0 0-45,4 0 1,6 0-268,-1 1 0,6-3-160,-6-2-42,7 2 1,3-10 54,10 3 0,2-4 195,2-1 0,2-1 69,3-4 0,-3-3-24,3-6 1,-2 0 69,2-1 0,-8 1 263,3 0 0,-2 1-54,2 4 1,-5-2 237,1 6 1,-6 0-122,6 5 1,-5 0 93,4 0 0,-6 8 179,2 6 0,1 7-35,-1 7 0,1 2 87,-1 4 0,-2-3-230,7 7 1,-7-5-112,2 5 1,-4-5-129,-1 5 1,0-11-409,0 2 1,0-10-45,0-1 0,-6-2 181,-4-2 1,-2-4-68,-2-1 1,-1-5 116,1 0 0,0-7-42,0-2 0,6-6-119,3 2 0,-1-5-7,1-5 0,2 1-368,8-5 0,4-6 222,10-4 0,3-6-131,7 1 1,1-3 30,3-2 0,-2-1 141,7-4 1,-1-2 68,1-7 1,-4 5 334,-5 0 0,-9 12-122,-5 2 0,-8 11 135,-7 4 0,-11 10 336,-3-1 0,-8 9-214,3 0 0,-6 5 52,1 5 1,2 5-70,-2 9 0,5 1-112,-4 4 0,7 4 136,2 1 0,1-1-141,8 5 0,1-3 20,4-1 0,1-1-2,4 1 1,4-3-262,10-2 1,5-3 138,9-7 1,3-6-549,7-4 1,-5-2 111,0-2 0,-2-6-75,2-4 0,2-9 267,-7-4 0,-2-4 123,-7-2 0,-5 2 229,-9 4 1,1-2 926,-7 6-669,1-7 1,-6 12 158,-4 0 0,-3 6 606,-6 8 0,-1 0-413,1 0 0,0 6-192,0 4 0,4 6-47,1-2-386,-1 9 1,2-13-271,4 9 1,2-8-568,2-2 1,0-4 103,0 5 0,6-7 295,4 2 0,3-4-1009,1-1 1,6-1 132,4-4 1,-2 2-1164,2-7 2434,0 1 0,10-24 0,3-5 0</inkml:trace>
  <inkml:trace contextRef="#ctx0" brushRef="#br0">1183 7908 7979,'0'-14'57,"0"1"1,0 3 238,0 1 0,0 5 498,0-6-77,0 7-472,0-9 0,-5 9 135,1-6-70,-1 6-250,-1-3 58,-2 6 1,-5 0-104,-1 0 1,5 1 16,-1 4 0,1-2-61,-4 6 1,-1 2-27,0 7 0,-4-3 23,-1 4 1,1 1 48,4-2 1,1 5 40,-1-5 0,0 7-8,0-2 1,2 1-58,3-1 1,-2 1-10,7-5 0,-1 5 34,5-1 0,0-3 2,0-2 1,2-1-35,2 1 1,-1-2 48,6 2 0,0-4-1,5-5 1,5 3-23,-1-3 1,5-1-1,-5 1 1,7-6 43,-2 2 1,-2 1 3,2-1 1,0-1 35,4-4 0,-1 0 11,-3 0 0,3 0 127,-3 0 1,3-6-14,2-3 1,-1-3 74,1-2 0,-1 0-38,1 0 0,-1-1 512,1-3 1,-2 2-453,-3-2 1,1-2-13,-6 2 1,2-7 5,-1 3 0,-4-4-23,3-2 0,-3 1-65,-1-1 1,-5 1 31,1-1 0,-7 1-90,1-1 0,-4 2 72,-4 3 1,-4-3-45,-6 3 1,0 2-164,1-2 1,-7 6-222,-3-1 1,-8-2-24,-1 2 1,-6 4-151,1 5 0,-4 6 242,-5-2 1,3 3-43,-2 2 0,2 2 31,2 3 0,5 7-1014,4 6 1,5 5-1187,4-5 1,5 7 1323,8-2 0,4 7-608,6 2 1616,0 7 0,10-3 0,5 6 0,0 5 0,0 0 0</inkml:trace>
  <inkml:trace contextRef="#ctx0" brushRef="#br0">894 8747 8196,'-14'6'-263,"0"-4"0,2 5 2496,3-2-1568,-3-4 1,6 12 19,-3-4 0,-2-2-224,6 3 0,-4 3-202,5 6 0,-6 0-10,6 0 0,-1-4-16,5 3 1,0 2-66,0-1 1,0-1-140,0-4 0,6 3 38,3-4 0,8 3-153,2-12 0,5 5 33,-1-4 1,3-1 20,1-4 0,3-6-115,2-3 0,-3-8 83,3-1 0,-8-6-128,-1 1 0,-1-9 148,0-5 1,-2-3-95,-6-1 1,-2 4 123,-3 1 1,-2 0-14,-7 0 0,0 2 139,0 7 1,-7 7 6,-2 6 1,2 2 211,-3 7 1,6 1-178,-5 4 0,1 6-80,-1 3 0,-3 8 28,3 1 1,1 7 26,-1-3 0,4 4 248,-4 2 1,6-1-78,-2 1 0,4-5-89,1 0 1,-5 0-124,1 4 1,-1-5-85,5-4 1,5 2 21,-1-2 1,7-1-286,-2-8 0,5 2 54,4-7 1,-1 1-211,6-5 0,-5-2 115,5-2 0,-1-5-73,0-10 0,0 3 253,-4-7 1,-3 4-5,4-4 0,-8 5 97,-2-5 0,-5 6 63,5-1 1,-6 7 583,2 2-247,-3 6-284,-2-3 1,0 7 154,0 4 0,0 3 183,0 5 1,-5 1-54,0 0 1,1 4-101,4 1 1,1 0-109,4 0 1,3-4-169,5 3 0,1-4-290,0-5 1,1 2 53,3-6 0,-1-1-209,6-4 1,-4 0 131,3 0 1,-3-6-147,4-3 1,-6-3 509,1-2 1,-3 0-22,-1 0 0,-5 1 121,0-1 0,-6 5 187,2 0 418,-4 6-496,-1-4-187,0 7 0,5 2 135,0 3 0,4-2 95,-5 6 1,7-5-217,-2 6 0,5-7-141,4 1 0,-2-1-215,2 2 1,2-4 162,-2 4 0,2-5-88,-2-5 1,-2-2 173,2-7 1,2 0-72,-2 0 1,1-1 80,-6-3 0,-1 3 481,-2-4 638,2 4-754,-4 1 1,-1 5 366,-2 0-493,-4 6-588,-1-3 355,0 6 1,6 0-535,4 0 243,2 6 1,6-5-113,0 4 1,1-4-202,-5-1 0,-1-1 262,1-4 1,3 2 148,-3-6 0,2 4-73,-6-4 297,2 0 0,-3-5 9,0 1 0,-6 3 813,2 1 10,-4 6 937,-1-3-1290,0 0 217,0 5-156,6 1 0,-2 6-566,5 3 1,-6 3-512,1-3 0,2-1 308,-1 1 0,1-4-174,-1 4 0,-2-6-961,6 1 0,-4 2 518,4-1 1,-5 0-3098,5-5 2244,1 0 1674,3 0 0,23-13 0,9-5 0,4-1 0,0 0 0</inkml:trace>
  <inkml:trace contextRef="#ctx0" brushRef="#br0">5240 7495 8077,'0'-13'877,"0"4"-147,0-1 0,-1 3 620,-4-2 0,2-2-599,-6 6 0,4-4 84,-4 5 0,0-3-330,-5 3 0,-6 2-58,-3-2 0,-3 7-251,-1 1 1,-5 9-120,0 0 0,-7 7-160,3 8 0,1-1 132,-2 1 1,8 4-70,1 0 0,2 5-166,8-5 1,1 6-264,8-1 0,3-4 218,6-1 1,8 2 8,5-2 1,7-2 169,8-7 1,1-3 259,3-6 0,3-6 274,6-4 0,7-2-218,2-2 0,-3 0 42,-1 0 0,-3-11 66,-2-3 0,4-9 103,-4 0 0,2-2-20,-11-3 0,-6 1 78,-8-1 0,1-4-221,-6 0 1,-2-6-55,-11 1 1,-3-3-197,-6-1 1,-3 0-281,-16-1 0,4 9-138,-9 5 0,0 4-254,1 10 1,-5-1-654,5 10 1,0 2 125,4 8 0,-4 4-509,0 9 0,2 8 400,7 6 1,-3 7 1245,3-3 0,4 0 0,0 5 0,-3 2 0,1 1 0</inkml:trace>
  <inkml:trace contextRef="#ctx0" brushRef="#br0">4841 8183 8094,'-13'-6'372,"-3"3"45,-2-6 1,1 6 328,-6-2 1,6 4 722,-1 1 0,-2 1-599,2 4 1,-1-2-514,6 6 1,1 0-319,2 5 0,4 0 25,6-1 0,0 3-281,0 2 0,6-3 254,4 4 1,3 0 26,6 0 0,0 4-186,4-5 0,2 2-277,-7-2 0,1-2 131,-6 2 1,0-3 63,-4-1 1,-3 0 274,-6-1 0,0 1 26,0 0 0,-8-5 81,-6 0 1,-1-6-169,-8 2 1,0-4-47,-4-1 1,4 0-3,0 0 0,6 0-337,-1 0 174,2 0 0,7-4 107,0-1 1,6-1-348,-2 2 1,10 0 209,4-5 0,10 5 126,4-5 1,-2 1-46,2-1 0,4-3 13,5 2 1,1-2-17,-6-2 0,5 1-10,0-1 1,0 0 353,-4 0 1,-5-4-71,0 0 0,-7-1 252,3 6 0,-8-3-39,-2-2 1,-6 3 90,1-4 0,-4 6-102,-4 3 1,1 0 64,-6 5 0,-1 1-171,-3 4 1,-1 0-20,0 0 1,2 6-168,3 3 0,-2 3 27,6 2 0,-4 0 2,5-1 1,-1 6 38,5-1 1,0 5-37,0-5 0,2 1-110,2-6 0,-1 1-193,6 0 0,2-2 64,7-3 1,-1 2-91,6-6 0,2-1-496,7-4 1,-3-1 302,3-4 0,-3-7 91,-2-7 0,1-3 65,-1 3 0,-5-1 23,-4 2 0,-4 7 1045,-5-2 494,3 2 1,-10 2-792,2 0 0,-4 5 4,-4 0 0,1 7 26,-6 2 0,1 5-48,-1-1 1,-2 4 273,6 0-578,-5 7 1,4-5-135,-3 4 1,2-8-226,7-2-916,-6 0 759,5-1-88,-5-2 85,6-6 1,1-6 31,4-4 0,1-2 0,3-2 1,3 1 255,-3-1 1,5 0 270,5 0 0,-3 1 70,7-1 1,-4 5 437,4 0 0,-2 4-350,2-4 1,3 6 115,-3-2 0,1 4-555,-1 1 1,2 0 250,-7 0 0,0 0-1834,-4 0 0,0-5-65,-1 0 1,-5-1 1742,-3 2 0,-47-34 0,-11-14 0</inkml:trace>
  <inkml:trace contextRef="#ctx0" brushRef="#br0">1210 7660 7898,'9'-1'528,"1"-4"0,-7 2 769,1-6 0,-1 5-449,2-6 0,-4 6 226,4-5 0,-3 4-353,-2-4 0,0 0 185,0-5 0,0 0-216,0 0 1,1 1-373,4-1 0,-2-6-267,6-3 0,0-4 72,5-5 1,1-5-65,3-9 0,4-4 52,5-10 1,1-1-270,-1-3 1,5-2 279,1 6 1,-6 1-498,-4 4 0,-8 14-94,-1 9 572,0 15 275,-13 11 1,5 7-269,-6 4-297,-6-4 202,5 11 1,-7-5 171,4 2 0,1 3-300,-7-3 1,6 2-801,-5-2-700,6 3 0,-8-4 674,6 6 0,-1-5-2702,2 0 2328,2 0 0,-6 3 1313,4-3 0,-47-9 0,-16-7 0</inkml:trace>
  <inkml:trace contextRef="#ctx0" brushRef="#br0">853 6437 6153,'0'-8'1053,"0"2"1,0 4-421,0-2-164,0 2 1,0-6 321,0 4-289,0 2 1,-5-5 281,1 2 85,-1 4-623,-1-5 161,4 6-214,-4 0 43,6 0 1,0 6 179,0 3 1,0 3-237,0 2 1,0 6-7,0 3 1,0-1-12,0 6 1,0-4-3,0 9 1,0-4-173,0-2 1,-1 1 115,-4-1 1,4 1-111,-4-1 1,3-6-120,2-2 0,0-4-400,0-1-320,0 0-612,0-7-75,0-1 327,0-6 0,0-1-1690,0-4 1827,0-2 1067,0-13 0,-6-57 0,3 29 0,-1 0 0</inkml:trace>
  <inkml:trace contextRef="#ctx0" brushRef="#br0">853 6423 7991,'0'-9'827,"0"-1"1,0 6-186,0-5 0,0 4-44,0-4 0,0 4 483,0-4-405,0 6 0,0-5 182,0 4-607,0 2 0,6-4 91,3 6 0,5 0-49,4 0 0,3 0-257,7 0 1,1 0 15,3 0 0,3 0-76,7 0 1,5 0 75,3 0 0,5 0-88,5 0 0,-4-1 224,4-4 0,1 4-198,-1-4 1,-2-1-36,-8 1 0,4 1 77,-4 4 1,-1-5-102,2 1 0,-7-3 49,2 3 0,-2 2-171,2-2 1,-8 2 183,3 2 0,-9-4-33,1-1 0,-4 0 34,-2 5 0,-1 0 165,-3 0 0,-3 0 37,-6 0 0,-5 0 276,0 0 7,0-6 12,5 5-221,-6-5-125,-2 6-10,-6 0 380,0 6-412,0 1 1,0 7 68,0 0 0,4 0 144,1 0 0,-1-1 20,-4 1 0,2 0-69,2 0 1,-2 1-50,3 3 0,-4-1-65,-1 6 1,2-5-8,2 5 0,-2 0 27,2 5 1,-2-6-124,-2 1 1,0 0-160,0 5 0,0-4 76,0 4 0,0-8-76,0 7 0,0-4 118,0 0 0,0 3-121,0-3 0,0-3 117,0-2 1,-5-3-19,1-1 0,-2 0 29,1 0 0,2-5-8,-6 0 0,4-6 247,-4 2 1,3-4-130,-8-1 0,3 0-88,-7 0 1,-3 0-42,-2 0 0,-5 0-163,-4 0 1,0 0 146,-9 0 1,1-4-157,-10-1 0,-1 0 154,-4 5 0,-1 0-202,-4 0 1,4 0 206,-4 0 0,2 0-43,-2 0 1,5 0 151,0 0 0,0 0-25,5 0 1,1 0 57,-1 0 0,10-1-113,-1-4 0,7 4 9,-3-4 1,4-1-72,1 1 0,-5 1-237,9 4 1,-2 0 197,2 0 1,2 0 213,3 0 0,-1 0-431,6 0 1,-1 0 38,5 0 0,1 0-27,-1 0-1195,6 0-1650,2 0 1324,6 0 0,2 0 924,2 0 0,-1 0-111,7 0 1,-1 0 425,4 0 1,1-2 574,0-2 0,12-16 0,3-9 0</inkml:trace>
  <inkml:trace contextRef="#ctx0" brushRef="#br0">1018 6533 8152,'-14'-2'-2214,"0"-2"3522,1 2 0,5-5 779,3 2-291,-2 3-1198,5-4 1,-2 6 18,8 0 1,4-4-266,6-1 1,4 1-111,0 4 0,5 0-164,-5 0 0,7-5 47,-2 0 1,-2 1-151,2 4 1,-6-2-288,1-2 1,2 2-1434,-2-2 912,1 2 0,-5 2-2112,-1 0 1571,-5 0 829,-2 0 1,-7 0 449,-4 0 1,-1 2-5,-3 2 0,-4-2 68,4 2 528,-3 4 203,-2-7 0,5 7 904,0-3-167,6-4 1,-8 11-461,7-2 0,-2-3 1165,1 2-1067,3 1 1,-5 8-470,2 0 0,4 1-140,-4-6 1,-1 1-326,1 0 1,1 4-189,4 0 0,0 1 34,0-5 1,0 4-207,0 0 0,1-1-84,4-8 1,3 3-522,5-2 1,1-4-159,0-2 1,4-2 368,0-2 0,2-2 193,-1-2 1,1-5 189,2-10 1,-2 2 189,-6-6 1,0 5-24,0-5 1,-1 6 285,1-1 0,-6 3 410,-4 1 841,-2 0 124,-2 1-627,0 5-881,0 2 0,0 7 153,0 4 0,-5 3 22,1 5 1,-1 1-90,5 0 1,0 0-175,0-1 0,0 1-41,0 0 1,2 0-186,2-1 0,-1 0-448,6-4 0,1 1 123,3-5 0,1 0-126,0-5 1,4 0 306,1 0 1,0-2 74,0-3 0,-4-2 45,3-7 1,-7 0 166,-2 1 0,-4 0 22,4 4 609,-6-3-133,3 4 1,-7-1-177,-4 0 0,-3 6 97,-5-2 1,0 5-141,4 5 0,-3-2-154,3 6 0,3-4 80,1 4 0,2-1 82,-1 1-360,2 3 196,2-4 1,8 4-138,5-3 0,6-3 129,-1-6 0,7 0-129,-3 0 1,0 0 165,1 0 1,-6 0 282,1 0-208,3-6 1,-5 0 217,2-3 1,-7 3 58,-2 6 296,-6-7-43,9 6-164,-10-5-296,4 6 154,-6 0-57,0 0-89,-6 0-379,4 0 201,-4 0-177,6 0-320,0 0-5,-6 0 6,4 0 183,-4 0-227,6 0 802,0 0-941,0-6 265,0 4 1,0-5 142,0 2 138,0 3 0,0-5-2,0 2 209,0 4-80,0-5 1,0 4-70,0-3 573,0 4 198,0-5 122,0 6 763,0 0-937,0 6 164,0-5-305,0 12-273,0-6 1,0 7-718,0 0 0,0-5-753,0 0-910,0-6 316,0 9 289,6-4 0,-4 1-1885,2 0 1712,-2-6 447,-2 10 151,0-12 1074,6 5 0,8-18 0,7-3 0</inkml:trace>
  <inkml:trace contextRef="#ctx0" brushRef="#br0">1870 6657 7501,'7'-14'-1276,"-6"5"4803,4-1-1107,-4 1-582,-1-4-1188,0-1 0,2 0 200,2 0 1,-1 5-391,7 0 1,-1 4-216,5-4 1,-1 6-301,1-1 1,1 2-379,4 2 0,-4 0-1642,3 0 0,-2 2 1012,-3 2 0,0 1 1063,-4 8 0,-22 10 0,-9 13 0</inkml:trace>
  <inkml:trace contextRef="#ctx0" brushRef="#br0">2104 6602 8068,'8'-14'1538,"-3"0"0,1 5-626,-2 0 1,2 1 387,-1-1 1,-2 1-468,6 4 1,-4 2 197,4-2 1,-5 2-878,6 2 1,-6 0 21,5 0 0,-4 0 55,4 0 0,-6 6-44,2 3 0,1 4-77,-1 0 0,-1 1 33,-4 0 0,0 0-238,0-1 1,0 1-22,0 0 0,0 0-313,0-1 377,0 1 1,5 0 148,-1 0 148,1-1-82,-5 1 57,0 0 277,0-7 16,0 6 1,-6-12-273,-3 4 1,-8-4-316,-2-1 1,-5 0-1419,1 0 0,-3-4 9,-1-1 1,-1-4-543,1 4 0,1 1 55,3 4-146,3 0 2116,6 0 0,49-19 0,13-3 0</inkml:trace>
  <inkml:trace contextRef="#ctx0" brushRef="#br0">2256 6285 7886,'-10'-1'-875,"1"-4"1,5 4 1523,-5-4 1252,5-3-1069,-8 7 1,11-7 411,-4 4 39,4 2-772,1-10 0,0 9 33,0-6 0,4 4-174,1-4 0,5 4 8,0-4 1,3 0-176,6-5 0,-2 0-14,5 1 1,6-1 8,4 0 1,6-4-13,-1 0 1,7-2-98,2 1 0,0 4 66,-5-3 0,0 2-138,1 3 1,-7-1-42,-3 0 1,-5 2-164,-4 3 1,-7-2-206,-7 7 26,-6-1 1,1 5-547,-8 0-586,2 0 186,-10 0 1,9 0 398,-6 0 1,4 5-270,-4-1 0,5 5 616,-6-4 1,7 1-201,-1-1 766,-4-4 0,-12-1 0,-9-8 0</inkml:trace>
  <inkml:trace contextRef="#ctx0" brushRef="#br0">2599 5584 7972,'0'-14'23,"0"0"0,0 1 296,0-1 0,0 5 517,0 0 0,0 4 424,0-4 116,0 6 120,0-3-997,7 18 0,-4-1-37,6 11 1,-6 1-3,1 5 0,-2 5 114,-2 4 1,0-2-148,0 2 0,0-2 35,0 2 1,0 1-264,0-6 1,0-1-153,0-8 1,0 1-1005,0-6 250,0 7-458,0-10-234,0-1 73,0-8 1,0-14 411,0-5 1,0-3-179,0-7 0,0-1 270,0-8 0,0 1 340,0-5 1,0-3 359,0-6 1,0 3 276,0 1 1,0 1 343,0 8 1,0 2-256,0 7 101,0-3 0,6 12 265,3 0 1,5 7 609,4 7 1,4 0-285,5 0 1,7 4 79,3 1 0,2 4-254,3-4 0,5 4-325,3-5 0,5 1-74,5-5 1,4 0-452,9 0 1,-2 0 208,2 0 0,-7 0-41,-2 0 1,-10 0-212,1 0 1,-17-5-2,-6 1 0,-9-1-317,-10 5 1,-3 0-494,-1 0 681,-6 0 1,1 0 146,-8 0 0,2 2 689,-2 2-358,2 4 0,1 6 64,-4-1 0,4 1 348,-4 0 0,3 4-200,2 1 1,0 0 173,0 0 0,2-2-75,3 5 0,2 0-213,7 1 0,0 3-58,0-3 1,-1-2-49,1 2 1,0 0-94,0 4 0,-5-1 97,0-3 0,-6 3-16,1-3 0,-2-3-21,-2-2 0,-2 2-22,-2-1 0,-5-1 53,-10-4 1,3-5-58,-7 0 0,4-4-80,-4 4 1,-4-6-129,-5 1 0,-6 3-350,1-3 1,-3 1 157,-1-5 0,-6 0-93,-4 0 0,2 0-157,-1 0 1,1 0-582,-2 0 0,4 0 121,6 0 0,3-2 305,6-2 0,6 2-186,12-3 1,0-1-903,0 2-641,7-1 859,1 5 599,6-6 0,-2 5 926,-3-4 0,-2-9 0,-7-1 0</inkml:trace>
  <inkml:trace contextRef="#ctx0" brushRef="#br0">2806 5831 8072,'-20'0'0,"5"-1"402,-4-4 0,6 2 605,3-6 0,3 4 649,2-4-538,4 6 0,-6-4-580,7 2 1,7 4-107,2-4 0,8 3-342,1 2 1,6-4-16,-1-1 0,3 1-170,2 4 1,-1 0-157,1 0 1,-1 0-398,1 0 0,-5 0 29,0 0 0,-2-5-602,2 0 0,-3 1 551,-6 4 0,-5 0-569,0 0 779,-6 0 1,2 0 44,-10 0 1,-4 0-57,-10 0 1,4 0 454,-3 0 0,-2 0 209,2 0 1,-1 0 149,6 0 1,-1 0 585,0 0 1,5 0-187,0 0 0,6 1 1871,-2 4-1636,-3-3 1,7 5-177,-4-2 1,4-2 211,1 6 1,0 0-414,0 5 0,4 0 83,1-1 0,1 1-290,-1 0 0,-4 1-179,4 4 0,-2-4-595,1 3 1,-2-3 336,3-1 0,-4 0-414,-1 0 0,2-1-614,2 1 1,-2-5-3971,2 1 2412,4-7 1155,0 3 1,5-6 513,1 0 960,0-6 0,7-23 0,2-11 0,3-5 0,0 0 0</inkml:trace>
  <inkml:trace contextRef="#ctx0" brushRef="#br0">3150 5831 11305,'1'-9'1948,"4"0"0,-2 6-873,6-2 0,0-1-462,5 2 0,0-1-95,-1 5 1,6 0-144,-1 0 1,0 0-128,-4 0 1,0 2-113,0 2 1,-2 4-131,-3 6 0,-3-1 151,-6 1 1,-1 5-51,-4-1 0,2 5-244,-6-5 0,1 2 61,-1-2 1,-2-7-1187,7 3 881,-7-4 1,11-2 34,0-3 0,6-4-112,8-1 1,6-1-341,3-4 0,3-3-161,1-5 0,1 4-1472,-1-1 2431,1 1 0,30-23 0,7-5 0</inkml:trace>
  <inkml:trace contextRef="#ctx0" brushRef="#br0">3975 5749 8057,'-22'0'0,"-2"0"418,6 0 0,-2 0 1630,1 0 482,4 0-682,-5 0-929,13 6 0,2-4-488,10 2 0,4-2-37,9-2 0,5-5-105,9 0 1,2-5 70,2 1 0,4-4-325,-3 0 1,7-1 84,2 0 0,0 0-303,-5 1 1,0-1-15,1 0 0,2 0-286,-3 1 1,-3 0 66,-10 4 0,-7-1-1112,-2 5 419,-4 0-341,-7 5-4200,-2 0 5650,-19 6 0,10 2 0,-9 6 0</inkml:trace>
  <inkml:trace contextRef="#ctx0" brushRef="#br0">4676 5433 8053,'-14'0'2102,"5"0"-1073,0 0 0,6-2 1312,-1-3-1619,2 4 0,4-10 173,2 7 0,5-5-506,10 4 1,2-6-319,7 2 1,5 1 5,4-1 1,3 2 92,1-3 1,-5 3-825,1 2 0,-2 4-17,2-4 0,-5 4-560,-9 1 0,-3 0-544,-6 0 580,-7 0 1,-1 1 690,-6 4 1,-7-4 207,-7 4 0,-4-2 94,-5 1 1,-2-2-31,7 3 1,0-2 631,4 1 0,0-2 161,0 2 1,5-2 1764,0-2-1432,6 0 0,-5 1 472,4 4 1,2-2-533,-2 6 1,2-4 180,2 4 1,0 0-311,0 5 1,0 0-287,0-1 0,0 6 145,0-1 0,0 2-205,0-2 0,0-1-293,0 6 0,2-6 68,2 1 1,-2-3-168,2-1 0,-2 0 69,-2 0 0,1-2-154,4-3 1,-4 3-1148,4-3 630,-3-2 82,-2-1 1,1-6-865,4 0-542,-4 0 173,5 0 536,-6 0 1,0-2 162,0-2 1,0 0-1790,0-5 2876,0 0 0,0-41 0,0-10 0</inkml:trace>
  <inkml:trace contextRef="#ctx0" brushRef="#br0">5295 5460 8040,'-6'-14'508,"0"1"64,-3-1 0,1 5 2646,4 0-1522,2 5 307,-4-8-1411,6 11 1,0 1-182,0 9 1,0 3 87,0 2 0,0 6 235,0 3 1,0-2-190,0 2 1,0-2 41,0 2 0,0 2-180,0-7 0,0 0-136,0-4 1,0 0-225,0 0 1,0-5 409,0 0 417,0-6-684,0 3 0,0-7-168,0-4 0,0-7-149,0-7 1,0-5-528,0 1 1,0-3-584,0-1 0,1-1 602,4 1 0,-3 4-540,2 0 1,-2 6-794,-2-1 838,0 8 1,1 4 228,4 6 1,-4 6-1210,4 4 2110,-4 8 0,-1 46 0,0-23 0,0-1 0</inkml:trace>
  <inkml:trace contextRef="#ctx0" brushRef="#br0">5625 5776 8126,'-9'-9'-342,"0"0"1280,6 6 1666,-9-9-1406,10 10-162,-4-4-511,6 6 1,6 0 212,3 0 0,5 6-205,4 3 1,-1 4-66,6 0 0,0 3-5,5 2 1,-1-1-212,1 6 0,4 0 30,0 4 0,4 1-67,-4-1 0,7 1 0,-3-1 0,0 1-12,0-1 0,-1 4-30,2-4 1,-8 2-101,-6-10 1,-6-1 118,1-4-147,-3-1 29,-7-5-416,-2-2 19,-6-6-272,0 0-574,-6 0-21,5-6 0,-7 5-3539,3-4 1618,4 3 3111,-5 2 0,6 31 0,0 7 0</inkml:trace>
  <inkml:trace contextRef="#ctx0" brushRef="#br0">6464 6203 8069,'-1'-8'0,"-4"4"2979,4-4-912,-6 6-500,7-10-649,0 11-531,0-6 1,0 9-4,0 3 0,0 2 201,0 7 1,0 0-47,0-1 1,0 7 96,0 3 0,2-1-283,3 1 0,-4-5-198,4 5 1,-4-6-155,-1 1 1,5 2-11,-1-2 0,1-4-443,-5-5 228,0 0-283,0 5 308,0-6 68,0-2-10,0-18 1,0-4-8,0-11 0,0-5-148,0 0 0,0-7 235,0 3 1,0 2 44,0 2 0,0 3-15,0 1 0,6 7-54,3 3 1,5 2 134,4 3 1,5-1-88,9 0 0,5 5 434,9 0 0,0 4-165,9-4 1,-3 1 30,7-1 1,-2 2-53,-2 2 0,-2-1-98,-2-3 0,-4 1-26,-6 4 1,-7 2 7,-6-3 0,-2 4-188,-8 1 0,-4 0-55,-5 0-56,-6 0 17,3 0-249,-6 0 471,0 6 1,0 2-10,0 5 0,0-3 35,0-1 0,5 0 156,-1 5 0,1-1-118,-5 1 1,4 0 78,1 0 0,-1-1 58,-4 1 0,5 1-42,0 4 1,4-2-31,-5 6 0,6-1-39,-6 6 0,5-1-6,-4 1 0,6-2-26,-2-3 0,-2 3-3,3-3 1,-7-2-18,1 2 1,2-2-12,-1 2 0,-1-3-29,-4-6 0,0 0 118,0 0 1,0-5-4,0 0 1,-1-5 120,-4 6 1,-2-7 228,-7 1 1,-6 2-176,-3-1 1,-9 1 17,-5-1 1,-8-2-308,-6 6 1,-2-6 153,-2 2 1,0-4-608,0-1 0,-3 5-126,3-1 0,3 1-384,10-5 0,7 0 118,3 0 0,9 1-511,5 4 0,3-4-1039,1 4-1307,6-3 2358,2-2 1,6 1-1947,0 4 3256,0-4 0,6-37 0,2-18 0</inkml:trace>
  <inkml:trace contextRef="#ctx0" brushRef="#br0">6671 6395 8052,'-7'-13'5031,"6"-1"-4064,-5 0 1,6 5 144,0 0-504,0 6 0,6-5-426,3 3 0,3 4-242,2-4 1,4 4-274,1 1 1,4-5-69,-5 1 0,5-1-622,-5 5 0,1 0 254,-6 0 1,1 0-2163,0 0 1870,0 0 557,-7 0 513,-1 0 1,-7 0 69,-4 0 0,2 0 127,-6 0 471,0 0 1474,-5 6-832,0-4 850,1 4-1471,5 0 0,0 0 147,4 3 0,2 3 177,-2-2 0,2-3-462,2 2 0,0 1-269,0 3 0,0-4-263,0 1 0,0-1-288,0 5 1,0-5-291,0 0 0,0 0-770,0 5 0,0-5 70,0 0 1,0-4-704,0 4 0,0-5-739,0 6 1291,6-7 1018,2 3 0,6-12 383,-1-3 0,1-4 0,0 0 0,0-3 0,-1-2 0,1 3 0,0-4 0,-5-1 369,0 2 145,-6 0 0,8 4 2729,-6 0-1999,-1 1 1,-2 0 873,2 4-1624,-2-3 0,5 6-61,-2-3 1,-2 2-245,6 7 0,-4 0 0,4 0 0,0 0-339,5 0 1,-5 0 205,0 0 0,0 5-293,5 0 1,-6 5 37,-4 0 0,2 2-93,-1 2 0,0-1 241,-5 1 1,0 4 44,0 1 0,-5-1 88,0-4 1,-5 0 667,1-1-322,2 1-255,-5 0 0,11-5-111,-4 0 0,5-6 128,5 2 0,4-5 152,9-5 1,10 1-259,8-10 1,3 3-13,-3-7 0,3-2-211,-7 2 1,-2 1-725,-7 8-883,-3-4-144,-6 12 1,-10-4 212,-8 10 1,-10 4 697,-14 9 1,-7 4 978,-6 5 0,4 1 0,-4 2 0,-6 3 0,1 0 0</inkml:trace>
  <inkml:trace contextRef="#ctx0" brushRef="#br0">6932 6808 7417,'0'-9'-838,"0"0"2850,0 5-981,0-8 64,0 11 227,0-5-638,0 6 750,0 0-1195,0 6 0,0-3-28,0 6 0,-5 0-3,1 5 0,-2 0 39,1-1 0,2 1-268,-6 0 0,4 1 14,-4 3 0,1-2 55,-1 2 1,-3 2 64,3-2 0,-3 5-92,-2-4 1,0 3 6,0-3 0,5 4-199,0-5 0,1 2 72,-1-2 1,2-6 148,2 7 0,3-12-60,-2 7 0,2-8 185,2 3-15,0-5-61,0 8 54,0-11 55,0 5-89,0-6 1,2 0 124,2 0 5,-2 0-342,4 0-435,-6 0-8242,0 0 7103,6 0 1667,-4 0 0,-2 13 0,-8 2 0</inkml:trace>
  <inkml:trace contextRef="#ctx0" brushRef="#br0">6492 7482 7967,'0'-22'-415,"0"2"-517,0 7 1675,0-1 1881,0 0-1104,0 7 281,0 0-269,0 7-646,0 0-792,0 7 1,0-4 207,0 6 0,0 1 192,0 9 1,0-4-214,0 3 0,0 2-41,0-1 1,-5 4-90,1-5 1,-1 0-103,5-4 1,0 0-236,0-1 0,0 1 165,0 0 1,0 0-1573,0-1 87,0-5-597,0 4 851,-6-10 625,4 4 1,-4-12 72,6-3 1,0-10-132,0-4 0,0-3 334,0-1 0,-4-5 127,-1 0 1,0 4 644,5 5 1,0 2 34,0-2 0,2-1 425,3 5 0,2 1-395,7 4 0,1 0 274,4 1 1,2-1-65,6 0 0,7 5-42,3 0 1,9 0-325,4-5 0,4 5-107,1 0 1,6 1-459,3-1 1,2-3 312,-2 2 0,0 3 108,-9-2 1,-5 6-116,-13-2 0,-5 3-235,-9 2 0,-3 0 45,-6 0-148,-7 0 78,-1 7 1,-6-4 139,0 6 0,2-6 315,3 1-270,-4 4 1,7-2 103,-4 3-55,-2 4 1,9-6 174,-7 7 1,2 0-84,-1-1 0,-4 1 114,4 0 0,1 4 128,-1 1 0,-1 4-112,-4-5 0,0 6 40,0-1 0,5 3 36,-1 2 0,1-2 20,-5-3 1,0 1-71,0-6 0,-2 7 129,-2-2 1,1-3-158,-6-2 0,4-3-120,-4-1 1,1 0-138,-1-1 1,-3-5 42,3-3 1,-4 1-154,0-2 0,-1 1-14,0-5 0,-6 5-307,-3-1 0,-3 1-200,-1-5 1,-1 0-487,1 0 0,-1 0-1032,1 0 1,1 0 706,3 0 1,-3 0 132,3 0 1,-3 0 1300,-1 0 0,-44-25 0,31 10 0,-1 0 0</inkml:trace>
  <inkml:trace contextRef="#ctx0" brushRef="#br0">6657 7564 7387,'0'-14'3533,"0"1"-2707,0-1 0,1 2-287,4 3 1,-1-2 38,10 6 1,-2-4-330,11 5 0,0-6-280,5 6 0,-1-5-184,1 4 0,-1 0-448,1 5 0,-2 0-973,-3 0-2125,3 0 1930,-11 0 1831,-1 7 0,-11-1 0,-12 3 0,-2 2 0,-12-7 0,5 7 0,-5-2 0,6-1 0,-1 1 0,-4 0 0,7-1 1212,-3-4 0,7 2 664,2-1 1136,6-1-1484,-10 3 589,12-6-754,-5 5-781,6 0 0,4-3-577,1 7 0,1-3-1200,-1 2 469,-4 4 1,10-6-2495,-7 7-1696,7 0 3722,-3-1 1,6 0 1193,-1-4 0,-5-3 0,23-49 0,-1-10 0</inkml:trace>
  <inkml:trace contextRef="#ctx0" brushRef="#br0">6918 7509 7938,'0'-14'621,"0"1"1,0-1-173,0 0 0,5 0 172,-1 1 1,5-1 138,-4 0 1,6 5 231,-2 0 1,-1 0-371,1-5 1,4 2 55,6 3 0,1-2-406,-2 6 1,-3 1-279,4 4-1009,-4 0 897,-1 0 0,-7 6-237,-2 3 1,-4 3 95,-1 2 1,0 0-16,0-1 1,-6 3 29,-3 2 0,1-3 107,-1 4 0,6-4 6,-1-1 0,-2-1-80,1 1 621,0 0 1,11 0-177,4-1 1,0-3 287,0-1 1,2-5 57,-3 6-81,3-7 41,2 3-187,-6-6 0,-4 0-306,-8 0 1,-7 0-476,-12 0 0,-2 4-1846,-11 1 0,1 6 1070,-2-2 0,-1 3-1537,6 2 2741,0-1 0,-2 20 0,-1 3 0</inkml:trace>
  <inkml:trace contextRef="#ctx0" brushRef="#br0">6478 7674 7938,'9'-1'0,"0"-4"0,0 4 0,5-4 0,-5 2 637,1-2 1,-6 4 870,5-4 1109,-6 4-320,3-5-1283,-6 4-147,0-4-328,0 6 1002,0 0-1366,-6 0 1,-1 0 58,-7 0 0,3 0 119,-2 0 1,2 0-76,-7 0 1,-4 0-85,-1 0 0,-4 5 26,-5-1 1,1 2 13,-6-1 1,-1-2-152,-8 6 1,-3-1-223,-6 1 1,-4 3-47,-1-3 0,-6-1 247,2 1 0,3-4-135,2 4 1,4-2 112,4 3 1,4-3 221,5-2 1,3-4-238,2 4 1,3 1-114,7-1 1,4-1 142,0-4 1,6 5-11,-1-1 1,7 1 166,2-5 274,6 0 217,-3 0-52,6 0 245,0 0-508,6 0-261,-4 0-442,4 0-1254,-6 0-3482,0 0 2816,6 0 1,-3 0-942,6 0 3176,0 0 0,35-31 0,8-7 0</inkml:trace>
  <inkml:trace contextRef="#ctx0" brushRef="#br0">11182 7275 7979,'0'-7'189,"0"-5"338,0 4 615,6 0-610,-5-4 0,5 9 272,-6-6-48,0 6 338,0-3-873,0 6 0,2 0 228,3 0 324,-4 0-258,5 0-258,-6 6 0,0 1-1,0 7 0,5 0-28,-1 0 0,1 1-60,-5 3 0,0-1-86,0 6 1,0-5 4,0 5 0,0-1-235,0 1 1,0 3 33,0-4 1,0 4 62,0 2 1,0-1 79,0 1 1,0-1-85,0 1 1,0-1 7,0 1 0,0-2 52,0-3 0,0-2 24,0-2 1,0-9 121,0 4 7,0-3 125,0-4-158,0 0-96,0-7-229,0 0-443,0-7-158,0 6-598,0-11-381,0 10-1328,0-10 1179,0 10 1929,0-10 0,12-8 0,3-9 0</inkml:trace>
  <inkml:trace contextRef="#ctx0" brushRef="#br0">10893 8114 7979,'-8'0'1051,"-4"0"220,11 0-344,-6 0-445,7 0 555,0 0-603,0 6 1,0 2-153,0 6 1,5 0 87,0-1 1,4 6-39,-5-1 1,5 6 2,-4-1 1,4 5-37,-4 4 1,4-3-52,-4 3 0,-1-3 28,-4-1 0,5-5-102,-1-1 0,1-5-146,-5 2 1,0-4-1067,0-1-282,0-7-1015,0 6 1474,0-12 1,0-1-368,0-9 0,4-3 662,1-2 1,0-1 24,-5-4 0,0 2 144,0-5 0,0-6 397,0-4 0,0-2-228,0 2 1,0 3 513,0-3 0,0 5 373,0 4 1,-5-2-132,0 7 1,1-2 709,4 2 0,0 2-446,0-2 1,0 7 42,0 2 0,6 5-349,3-6 1,3 6-214,2-5 1,6 6-24,3-2 0,4 4-12,6 1 1,-4 0-200,3 0 1,1 0 137,-1 0 0,7 0-249,-3 0 1,-2 0 5,-2 0 1,2-5-121,-2 0 1,0 1 102,-5 4 1,1 0 89,-1 0 1,-5 0-18,-4 0 0,-1 0 18,1 0 0,-7 0 182,3 0 0,-8 0-41,3 0-95,-6 0 143,3 0 8,-6 0-26,6 6-91,-4 2 1,5 4 39,-2-3 1,-4 3 101,4-3 0,-2 4-41,2 0 0,-4-4-58,4 1 0,-2 3 15,1 6 0,-2 1 40,3-2 0,-4 2 137,-1 3 0,0 3-256,0-3 0,0 3-123,0 1 0,0 2 91,0 3 1,0-3 7,0 3 0,0-7-14,0-2 1,-4-5 99,-1 5 0,-6-6-24,2 1 0,1-7 113,-1-2 1,0-6 221,-5 2 0,-6-4-170,-2-1 0,-4 0-60,-2 0 1,-6-1-47,-2-4 1,-9 2-13,0-6 1,-1 1-278,5-1 0,-5-3-96,0 3 0,0 3-162,5 1 0,6-1-110,2 1 0,6 1-1249,4 4-104,-3 0-1154,11 0 2090,1 6 0,9-5-157,10 4 1,-2 1-1838,6-1 2904,0-1 0,24-4 0,3 0 0</inkml:trace>
  <inkml:trace contextRef="#ctx0" brushRef="#br0">10810 8884 7965,'-9'-12'281,"0"3"1,4 1 202,-4 4 1,5 2 612,-5-2 0,4 2-405,-4 2 0,4 0 89,-4 0-547,0 0 0,-3 6-36,2 3 1,0 8-77,5 2 0,-4 4 44,4-5 1,1 2 14,4-2 0,0-1 22,0 6 1,1-6-61,4 1 0,3 0-144,5-4 1,1 3-52,0-8 0,1-1-22,3 1 1,4-6 117,5 1 0,-1-7-124,-3-1 0,2-11 87,-7 1 0,5-3-96,-5 3 0,1-4 89,-6 0 1,0-7 1,-4 2 0,2-3-74,-7-1 1,1-1 44,-5 1 1,0 4-3,0 0 0,0 6 99,0-1 1,-5 7 78,1 2-62,-7 6 0,8-3 147,-6 6 0,6 1-195,-2 4 1,-1 7-122,1 6 1,1 7 516,4-2 0,-2 3-131,-2 1 1,2 1 6,-3-1 0,4-4-180,1 0 0,0 0-18,0 4 1,1-5-138,4-4 0,1-3-237,3-1 1,4-2 27,-4-2 1,3-4-273,2-6 1,-1 0-167,1 0 1,5-6 252,-1-4 0,0-6 104,-4-3 0,-2-4 145,-3 5 0,4-5 254,-4 5 1,1-1-79,0 6 0,-3 0 293,-2 4 114,-4-3 536,5 4-697,-6 1 1,0 2 70,0 10 0,0 2 95,0 7 1,0 0-141,0 0 1,5-1-7,0 1 0,1 3-135,-2-3 1,-1 3 20,7-8 1,-6 3-189,5 2-238,0-1 0,5-5-553,0-3 0,0-4 197,0-1 1,-1 0-100,1 0 1,0-1 380,0-4 1,-1-3 150,1-5 0,-2 4 59,-3-1 1,2 6 159,-6-5 1,4 4 239,-5-4 1,3 6 1474,-3-2-408,-2-2-523,10 5-451,-4-4 0,5 6-184,1 0 0,0 0-191,0 0 0,-1 0 89,1 0 0,4 0-203,1 0 1,-1 0 8,-4 0 0,4-5-62,1 1 1,-1-5-210,-4 4 406,-1-6 76,1 4-43,-6-7 212,-2 6-354,-6 2 1,-2 6-139,-2 0 0,1 0 115,-6 0 0,4 5-85,-4-1 1,6 7 8,-2-2 1,4 3 171,1 2 0,0 0 106,0 0 0,1-5-86,4 0 1,2-1 181,7 1 1,1-1-136,4-4 0,-2-2 2,5 2 1,-3-2-5,4-2 0,-5-5 5,5 1 0,-6-6-27,1 6 0,-3-5 61,-1 4 1,-5-4 122,1 4 0,-6-4-86,5 5 1,-4-1 433,4 5-178,-6 0-6,9 0-550,-4 0-597,6 6-760,-1-4 439,1 10 1,0-11-774,0 4 1,1-4 762,3-1 0,-1-1 1106,6-4 0,13-13 0,6-8 0,6-4 0,0 0 0</inkml:trace>
  <inkml:trace contextRef="#ctx0" brushRef="#br0">14029 7949 7816,'0'-7'4520,"0"1"-3989,0 6-13,0 0 1,4 1 413,1 4 0,-1 2-209,-4 7 1,0 6-256,0 3 0,0 3-23,0 1 1,0 5-152,0 0 1,0 1 45,0-6 1,0 5-149,0 0 1,0-1-109,0-8 0,0 1-550,0-5 1,0-1 396,0-4 1,-1-5-3375,-4 0 634,4-6 1354,-5 3 1,6-7 766,0-4 0,1-4 11,4-10 1,-2-3 124,6-11 1,-6 3 125,2-7 0,1 2 426,-2-2 0,1 2 0,-5 3 0,0 8 183,0-4 1,0 5 188,0 0 1,0 2 573,0 3 0,0 7 210,0-3-328,0 4 0,2 0-240,2 1 0,4 6 8,6-1 1,4 2-211,0 2 1,13-5-125,1 1 0,8-1-191,5 5 0,0-1 37,5-4 1,1 4-55,4-4 1,-6 4 36,-4 1 0,-8 0-130,-5 0 1,-4 0-171,-5 0 121,-4 0-1,-11 0 0,-2 1 57,-6 4 195,0-4-101,0 5-20,0 0 1,5-3 79,-1 7 1,2-6 178,-1 5 1,3 1-83,5 3 0,-3 3 116,-1 2 0,0-1 207,5 6 1,-1-4-107,1 9 0,-2-4 27,-2 9 0,0-3-229,-5 2 1,-1-1-52,-4 5 1,0-5 89,0 1 0,-6-3 13,-3-1 0,-3-5-24,-2-1 1,-1-6 68,-3-3 1,-2 0 126,-3-9 0,-5 2-95,1-1 1,-1-3-392,-4 2 0,-3-2-362,-2-2 0,-4-5-483,-5 0 0,-1-4 111,-4 5 1,4-2-722,6 1 0,0 3 262,-1-2 1,7 2-479,3 2 0,9 6 185,5 4 0,7 3 1514,2 6 0,18 20 0,0 12 0</inkml:trace>
  <inkml:trace contextRef="#ctx0" brushRef="#br0">14276 8678 7816,'-13'0'1434,"-1"0"0,-5-4-781,1-1 1,-2 0 159,2 5 1,3 0-302,-4 0 1,-1 0-178,2 0 0,0 5 9,4 0 0,5 5-161,0-1 1,6 5-217,-2 5 1,3-4 119,2 3 1,0 2-36,0-2 0,7 7 23,2-2 0,3-2-143,2 2 1,0-5 12,-1 5 1,1-4 62,0 4 0,-5-7-12,0 3 1,-1-4 18,1-1 1,-3-1-10,-6 1 0,0-5 15,0 1 1,-2-7-75,-2 1 1,-4 2-22,-5-1 0,-7-1-168,-3-4 0,-3 0-44,-2 0 0,1 0 86,-1 0 1,5 0 115,0 0 0,11 0 5,-2 0 45,4 0 1,4-1-209,6-4 1,12 4-211,11-4 0,3-1 158,1 2 0,7-6 92,3 6 0,-2-5 90,1 4 0,-4-6-64,5 2 1,-8-3 87,-1-2 0,-1 0-57,-4 1 0,-3-1 208,-2 0 1,-9-4-14,-4 0 1,-3-1 167,-2 5 1,-7 1-29,-2-1 0,-4 5 126,-6 0 1,4 6 257,-3-2 0,2 3-212,3 2 1,0 2-64,4 3 0,-2-2-38,7 6 1,-1 0 65,5 5 0,0-1-125,0 1 0,0 5-30,0-1 1,5 0-68,-1-4 0,7-2-172,-2-3 1,5 4-171,4-4 0,-2-3 169,2-2 0,3-2-99,2-2 1,3 0 34,2 0 1,-5-6-61,0-3 0,-2-4 2,2 0 0,1-3-39,-5-2 0,-1 3 148,-4-4 0,-2 4 168,-3 1 0,-3 5 389,-6 0-209,0 6-134,0-9 1,-6 10-106,-3-2 1,1 2 14,-1 2 0,2 2-6,-3 2 1,3-1-44,2 7 0,4 0 219,-4 9 0,4-4 251,1 3 0,0-1 94,0 1 1,1-2-198,4 2 0,-2-1-90,6 1 0,-4-3-111,4 4 1,-5-9-164,5 0 0,-4-7 145,4 1 1,-6-1 193,2 2-295,-4-4 1,-1-1-107,0-9 0,0-3-447,0-2 0,0-1 277,0-3 0,0 2-218,0-2 0,0-2 161,0 2 1,0-1-235,0 6 366,7-1 1,-4 0-27,6 0 0,-5 7 22,5 2 1,-4-1 186,4 2 1,-4-1-728,4 5 0,0 0 280,5 0 1,-2 1-1563,-3 4 0,4-2 1986,-4 6 0,9 13 0,3 7 0</inkml:trace>
  <inkml:trace contextRef="#ctx0" brushRef="#br0">14826 8898 10550,'8'0'2346,"0"0"-1053,-4 0-900,-2 0 0,10 0-42,-3 0 0,3 0-240,2 0 1,0 0-146,0 0 0,4 0 106,0 0 1,2-4-147,-1-1 0,-4-6 106,3 2-342,-2-3 31,-3-8 0,-5 5 108,-4-4 1,-10 6-37,-7 4 0,-3-2 200,-7 6 0,2 1 5,-2 4 0,-1 1-31,5 4 0,-4 2 14,5 7 0,1 0 62,8 0 1,-2 4 141,7 0 0,-1 5 204,5-4 0,2-1-129,2-4 0,4-1-86,6 1 1,6-2-211,2-2 1,0-4-233,1-6 0,0 0 195,4 0 1,-4-2-135,0-2 1,-2-4 38,2-6 1,-1 0-174,-4 1 1,-3 0 173,4 4 1,-4-1 14,-1 5 1,-5-4 199,0 4 140,0 1 56,5 4 0,-2 6-90,-3 3 0,2-1 307,-6 1-371,-1 0 1,-2 3 67,2-3-277,-2 4 185,4-12-310,0 5 23,-4-6 0,8-1-96,-5-4 0,1-1 79,-1-3 0,-4-3 79,4 2 0,-4 3 81,-1-2 158,6 6 0,-2-8 92,5 6 1,0 1 160,5 4 0,1-2 243,3-2 0,-1 2-265,6-3 0,-5-1 92,5 2 0,-1-7-377,1 2 0,1-3-492,-6-2 0,-1-6-309,-8-3 1,2-4-847,-6-5 1,-2 3 1620,-8-4 0,-34-9 0,-15-6 0,14 14 0,-1-1 0,1 0 0</inkml:trace>
  <inkml:trace contextRef="#ctx0" brushRef="#br0">10260 6574 7846,'0'-14'0,"0"1"0,0-1 440,0 0 1,0 5 816,0 0 337,0 6-545,0-10 5,0 12 24,0-5 416,0 6-1358,0 0 0,0 6 92,0 3 0,0 9 89,0 5 0,0 5-154,0 4 1,2 5-70,2 8 0,-2 3 60,2 2 0,-2 2-1,-2-6 1,0 0-173,0-5 0,2-1 0,2-3 0,-2-4-686,2-5-382,-2-7-955,-2-1 366,0-12 395,6-2 1,-3-11 644,6 0 1,-4-5-10,4 1 1,-5-5 644,6-4 0,-13-47 0,2 25 0,0-1 0</inkml:trace>
  <inkml:trace contextRef="#ctx0" brushRef="#br0">10315 6464 8966,'6'-8'1990,"-4"2"0,6 5-1405,-4-4 0,-1 4-168,6-4 0,1 4 22,3 1 0,7-5-193,3 0 0,6-1-56,8 2 0,1 2-90,12-2 0,8-3 70,11 3 0,6-5-356,-34 6 1,1 1 0,-1-2 0,0-1 240,0 2 0,1 1 0,-1-1 1,0 0-98,1 1 1,-1 0-1,35 0-258,-3-2 0,-8 2 144,-6 2 1,-2 0 73,-2 0 1,-11 0-59,-3 0 0,-9 0-16,1 0 0,-7-5 149,1 1 0,-7-1 431,7 5 1,-7 0-377,3 0 1,0 0 263,5 0 1,-2 0-254,-3 0 1,1 0 177,-6 0 0,1 0-56,-6 0 214,1 0-366,-6 0 0,4 0 1,-10 2 7,2 2 188,-2-2-30,-2 10 1,0-4-19,0 6 1,1-2 175,4-3 0,-4 8-136,4-4 1,-4 6 96,-1-1 1,0-1-57,0 6 1,0 0-70,0 4 0,0 1-6,0-1 1,0 1-65,0-1 1,0 2-172,0 3 0,-4-3 86,-1 4 1,1-4-84,4-2 1,0 4 87,0-4 0,0 4 12,0-8 1,0-3-263,0-2 92,0 3 1,0-5 79,0 2 225,0-9 23,0 3 1,-2-10 215,-2 2 363,2-2-450,-4-2 1,4 0 123,-2 0 0,-4 0-233,-6 0 1,-1 0-91,-3 0 0,-4 0-127,-5 0 1,-7 0-69,-2 0 0,-10 1-384,-5 4 0,-2-2 182,-2 6 1,-5-1-316,1 1 1,-10 3 284,5-3 1,-5 4-45,9 0 1,1-3 114,4-1 1,-5-2 96,1 3 0,5 0 17,8-5 1,-1 4 35,1-4 1,-6-1 144,2-4 1,2 0-192,2 0 0,4 0-18,0 0 1,-2 0 28,3 0 1,3 0-20,10 0 0,7 0-46,2 0 191,4 0-537,7 0-258,2 0-646,6 0 162,0 0-532,6 0 152,-4 0 388,4 0 0,0 0 1247,3 0 0,22-6 0,6-2 0</inkml:trace>
  <inkml:trace contextRef="#ctx0" brushRef="#br0">10535 6753 7798,'-7'-9'1492,"2"-1"-339,-3 7 302,7-3-1001,-5 0 1,7 5-80,4-4 1,-2 4-286,6 1 0,5-2 53,4-3 1,2 4-42,-2-4 0,-2-1-51,2 2 1,-3-1-182,-1 5 0,0 0-382,0 0 1,-2-1-2057,-3-4-588,3 3 1949,-4-4 1207,-1 6 0,-37 19 0,-16 4 0</inkml:trace>
  <inkml:trace contextRef="#ctx0" brushRef="#br0">10645 6712 7798,'8'-2'2191,"-3"-3"-1080,2 4-276,-5-5-345,4 6-159,-6 6 1,0 2 198,0 5 1,0 1-140,0 0 1,4 4 88,1 1 0,0 3-161,-5-3 0,0 5-100,0-1 0,0-3-316,0-2 0,0-2-226,0-3 1,0 1-949,0 0 390,0 0-733,0-1-353,0-5-652,0-2 2619,0-6 0,12-37 0,3-8 0</inkml:trace>
  <inkml:trace contextRef="#ctx0" brushRef="#br0">10893 6835 7798,'6'-7'4876,"-4"-6"-3666,4 12-518,-6-5 0,0 7 255,0 4-455,0 3 1,1 5-152,4 1 1,-4 0 406,4 0-982,-4-1 1,-1 1 190,0 0 0,0-5-988,0 0 0,0-4-1178,0 4-1130,0-6 2343,0 9 1,2-10-982,3 2 1977,-4-2 0,-19-39 0,-13-9 0</inkml:trace>
  <inkml:trace contextRef="#ctx0" brushRef="#br0">10934 6629 6794,'0'14'0</inkml:trace>
  <inkml:trace contextRef="#ctx0" brushRef="#br0">10893 6725 7831,'0'-13'0,"0"-1"0,0 0 643,0 0 0,-2 1-90,-2-1 0,2 5 15,-2-1 1,-2 6 24,1-5 1,0 4 899,5-4-416,0 6-511,0-9 0,0 9-473,0-7 1,2 7-42,3-1 1,2 2-89,7 2 1,0-4 138,-1-1 0,1 1-50,0 4 1,-5 0-7,0 0 1,0 0-286,5 0 1,-5 0-81,1 0 166,-7 6 0,7-3 95,-5 6 0,-1 0 54,-4 5 1,0-5 435,0 0 1,-1 5-233,-4 4 1,2 1-143,-6-6 1,1 1-34,-1 0 0,2 0-147,2-1 1,2-4 19,-6 1 0,6-6-507,-2 5 379,4 1 1,1-1-189,0 0 1045,0-6-117,0 9 206,6-10-466,1 4 1,6-5 187,-4 4-128,3-4-80,-4 6 1,1-3-82,0 1 0,-6 1 3,2-2 1,-4 0 223,-1 5 0,0-5 94,0 5 1,0-4 157,0 4 1,-1-1-189,-4 1 1,-3 2 362,-5-7-512,-1 7 1,0-10 150,0 4 1,1 1-209,-1-1-70,0-1 1,0-4-486,1 0-237,-1 0-645,0 0 59,0 0-967,1 0 1423,5 0 0,0 0-877,4 0-2410,2 0 2979,-4 0 1,6 2-2685,0 2 3679,0-2 0,18-2 0,5-8 0</inkml:trace>
  <inkml:trace contextRef="#ctx0" brushRef="#br0">14235 7619 7803,'6'8'-78,"-4"-2"-6,4 0 344,-6-4 86,0 4 505,0 0-72,0-5-232,0 5 270,0-6 1612,0 0-872,-6 0-914,4-6 1,-4 3 140,6-6 1,0 0-98,0-5 1,-1 0-255,-4 1 0,3-6-21,-2 1 1,2-13-319,2-1 0,0-12-202,0-6 1,0-16 109,0-7 1,0 33 0,0-1-271,0-3 1,0 1-1,0-34 509,0 4 0,0 10-157,0 13 0,0 8 1105,0 10-106,0 16 305,0 3-141,0 13-1086,0 13-350,0-10 296,0 9 1,0-11-1008,0 4-2073,0-4-213,0 6-981,0-7 3163,0 0 0,5 1-36,-1 4 1,1-2 359,-5 6 680,0-6 0,-6 3 0,-2-6 0</inkml:trace>
  <inkml:trace contextRef="#ctx0" brushRef="#br0">13767 6134 8024,'-7'-9'535,"2"0"1,4 6 1,1-5 1413,0 3-993,-6 4-49,4-5-548,-4 6 1,6 1 41,0 4 1,0 2-62,0 7 0,0 6 196,0 3 0,0 3-86,0 1 1,0 6-131,0-1 0,-5 6-27,1-1 0,-1 2-107,5 3 1,0-1-83,0 0 0,-4-4 107,-1-1 1,0-2-121,5-2 0,0-1 49,0-13-452,0 6-1107,0-8-37,0-3-727,0-6 1446,0-7 1,0-2-220,0-3 1,0-2-40,0-7 1,7-1-1615,2-4 2608,-3-8 0,2-15 0,4-15 0,-2-1 0,1-7 0,-1 0 0,0 1 0</inkml:trace>
  <inkml:trace contextRef="#ctx0" brushRef="#br0">13767 6161 8024,'-1'-12'0,"-4"3"0,4 1 3000,-4 4-985,4 2-387,1-4-709,0 6-540,0 0 0,6-4-232,3-1 0,9 0-159,5 5 1,9-4 167,5-1 0,4-1 87,5 2 1,9 1-202,9-7 0,-25 6 0,0 1-215,2-2 0,1 1 0,4-3 0,1 1 118,1 1 0,0 1 0,-3 0 1,0 1-28,2-2 1,-2 0 0,-4 4 0,-1-1-94,-1 0 0,0 0 0,34-4 52,-33 3 1,-2 1 0,30-3-141,0 5 0,-8 0 13,0 0 1,-4 0 57,-1 0 1,-8 0 96,-5 0 1,-7 0 13,-8 0 0,-4 2 12,0 3 0,-6-4 21,1 4 168,-8-4 1,0 1 696,-5 2-227,-1-2 418,-4 4-457,0-6 1029,0 0-1502,7 0 35,-6 6 1,5-3-151,-6 6 0,0-4 103,0 4 0,2 0-21,2 5 1,-2 0 52,2-1 0,-2 6 13,-2-1 1,0 7 18,0-2 1,0 4-30,0 5 0,0-1 0,0 5 1,0 1-23,0 4 1,0 1 21,0-1 1,0 0-156,0 0 1,0 1 57,0-1 0,-2-5 35,-2 1 1,2-6-3,-2 1 1,-2-3-22,1-2 1,-1-5 77,1-4-43,4-3 0,-10-5 453,6-1-128,1-6 630,-2 3-208,4-6 28,-10 0-499,4-6 0,-10 4-83,0-2 1,-5-2-219,4 1 1,-10-4-233,2 4 0,-10-4-322,1 4 1,-4-1 310,-1 2 1,-7 1-99,-2-6 1,-4 5 71,-1 0 1,0 2 18,0 2 1,-1 0 129,-4 0 1,4 0 40,-4 0 0,3 0 34,2 0 1,5 0 120,0 0 0,-1 0-143,-4 0 0,6 0 37,3 0 0,-1 0-53,1 0 1,-3 0-112,8 0 1,-2 0-7,11 0 1,-5 0 109,5 0 1,2 0 48,7 0 0,3 0 136,6 0 1,0 0-204,1 0-120,5 0-366,2 0-1141,6 0-749,0 0 0,6 0 1,2 0-1</inkml:trace>
  <inkml:trace contextRef="#ctx0" brushRef="#br0">14111 6285 8043,'-6'-14'1887,"-1"1"0,-3 5 24,1 4-678,6-4-661,-9 6 0,9-4-259,-6 6 1,4 2-69,-4 2 1,4 4-89,-4 6 1,2 1-96,-3 3 0,-2-2-282,3 2 0,1 2 233,-1-2 0,6 5-806,-2-5 1,4 1 146,1-5 0,0-1-103,0 1 0,1-2 486,4-3 1,4 2 233,10-6 1,-4-1-46,3-4 1,2 0 152,-2 0 1,5-4 457,-4-1 1,-1-6-269,-4 2 1,0-1 558,-1 0 1,-4 0 304,1 5-679,-7-6 0,3 8 88,-6-6-467,0 6-89,0-3-449,0 6-2792,0 0 2318,-6 0-96,4 0 481,-4 0 396,6 0 547,0 0 286,0 6 269,0-4-261,0 4-192,0 0 1,-2-3 295,-2 6-369,2 0 0,-4 5 187,6 0-361,0 0 0,0-1-113,0 1 1,0 0 13,0 0 1,0-5-93,0 0 0,0-5 96,0 6 0,0-6 48,0 5 348,0-6-116,0 4-70,0-1-6,0-5-42,0 5 12,0-6-1087,0 0 266,0-6-540,0 5-272,0-5-1030,0 6 302,0 0-1050,0-7 1393,0 6 1,-1-10 1692,-4 7 0,4-44 0,-5-5 0</inkml:trace>
  <inkml:trace contextRef="#ctx0" brushRef="#br0">14194 6354 8043,'-8'-6'481,"2"-2"0,6-1 1960,0 0-717,0 6-738,0-3 26,0 6 26,0 0 1,6-5-1075,3 1 1,-1-6 80,1 6-222,0-7 0,5 5-170,0-3 1,0-2 108,-1 7 0,3-6-50,2 6 0,-3-1 64,4 5 0,-4 0 59,-1 0 1,-1 0 130,1 0-94,0 0 1,-2 6 179,-3 4 0,-3-3 579,-6 2 435,0 0 1,-1 5-495,-4 0 0,-4 0 21,-9 0 0,-2-5-440,-3 0 1,-3-5-437,3 6 1,3-6 52,2 5 0,3-6-269,1 2 0,0-3-1746,0-2-2583,7 0 2049,1 0 2779,6 0 0,36-7 0,10 0 0</inkml:trace>
  <inkml:trace contextRef="#ctx0" brushRef="#br0">14661 6327 8068,'0'-14'1144,"0"5"241,0-1 0,0 6 1290,0-5-1311,0 6-393,0-4-704,0 7-484,0 0 0,-4 2 328,-1 3 0,-4 7 235,4 6 1,-1 2-125,2-2 1,2-2-180,-2 2 1,-2 2-235,1-2 0,0 1-67,5-6 0,-4 1-52,-1 0 1,1-5 349,4 0 18,0-6 1,0 5 303,0-4 478,0-2-692,0 4 1,0-12-80,0-3 0,0-3-493,0-2 0,0-5 98,0 1 0,0 0-93,0 4 1,0 0 51,0 1 0,0 3-770,0 1 629,6 6 0,-3-3-46,6 6 0,0 0 480,5 0 1,0 2 412,-1 2 1,1 4 50,0 6 1,4-1 26,1 1 0,-1 0 355,-4 0 1,-1-2-198,1-3 1,0 2 346,0-7 0,-5 5-159,0-4 0,-4 0 1159,4-5-1301,-6 0 1,3-2 55,-6-3 1,5-2-539,-1-7 1,1-6-213,-5-3 0,0 2-340,0-2 0,0 0-85,0-4 1,0 5-1502,0 4-504,0-4-2091,-6 7 3268,4 1 1326,-4 8 0,0 43 0,-2 9 0</inkml:trace>
  <inkml:trace contextRef="#ctx0" brushRef="#br0">12268 6753 8012,'-7'-8'0,"-4"1"726,6 2 1073,-5 3 480,8-10-536,-10 11 64,10-5-899,-4 6-28,6 0-662,0 0 0,2-5-54,2 0 0,4 1-60,6 4 0,1-5-207,3 1 0,4-2 112,5 1 1,7 2 85,3-6 0,8 6-46,6-2 0,4-1 82,4 1 0,6-4-205,8 5 1,-1-6 179,-33 8 1,0 0-1,33-7 158,1 4 1,-7 1-185,-2 4 1,-6-5 70,2 0 0,-5 1-278,-5 4 0,-4-2-13,-10-2 1,4 2-29,-3-2 0,-8 2 95,-2 2 0,-4-1 18,0-4 0,2 3 88,-7-2 0,5 2 664,-5 2-558,1-6 355,-6 5 283,-5-12-19,-2 12-21,-6-5-499,0 6 241,0 0-703,-6 0 1,-2 0-9,-5 0 0,-7 1-1,-3 4 1,-9-2 35,-5 6 1,-10-4-144,-8 4 1,-8-1-68,-10 1 0,34-3 0,0 0 338,-4-1 1,-1-1-1,-2 1 1,0 1 56,-4-2 1,-1 1 0,0 1 0,0-1-31,-2-3 0,0 0 0,2 1 0,0-1 22,2-2 1,2 0 0,0 0 0,0 0-69,4 0 0,-1 0 0,2 0 0,0 0-185,-27 0 0,11 0 106,17 0 0,3 1-486,10 4-175,4-4-820,16 6 141,2-7 1,12 0 764,4 0 1,8 0 594,5 0 1,4 0-850,5 0 996,4 0 0,11-5 0,8-3 0,4 1 0,0-1 0</inkml:trace>
  <inkml:trace contextRef="#ctx0" brushRef="#br0">17550 5708 7726,'0'-14'1689,"0"0"1,0 5-284,0 0-357,0 6 106,0-3-590,0 6-376,0 0 193,0 6 1,0 6-81,0 6 1,0 7-95,0-2 0,0 3-63,0 1 1,0 1-143,0-1 1,0-1 3,0-3 0,0 2-321,0-7-293,0 6 0,0-8 339,0 2 0,0-7-884,0-2-564,0-6-907,0 3 2623,0-18 0,-3-27 0,0-11 0,-1-9 0,0-1 0</inkml:trace>
  <inkml:trace contextRef="#ctx0" brushRef="#br0">17577 5570 7761,'-14'-21'433,"-1"-1"55,-3 4 0,3 7 693,-4-2 1,4 8-440,1 0 0,-4 4-220,-1 1 1,1 0-180,4 0 0,1 7-14,-1 7 1,0 2-228,0 6 0,1 3-182,-1 7 0,5-1 130,0 5 0,1 1-107,-1 4 1,-2-4-196,6-1 1,1 1 106,4 4 0,0 1 69,0-1 0,6-6 64,3-3 0,3-3 28,2-1 0,4-5 73,1 0 0,4-11 125,-5 2 0,6-10-16,-1 1 0,3-5 121,2-5 1,1-3 36,3-5 1,-3-7-74,3-3 0,3-9-20,2-5 0,-5 2 12,-4-2 0,-2 1 162,-8-6 1,-6 1-146,-7 0 0,-4 0-65,-1-1 1,-7 1-269,-7 0 1,-6 1-342,-8 3 0,1 5-608,-1 9 0,1 10 516,-1 8 0,1 4-1312,-1 1 0,1 3 383,-1 6 0,1 2-93,-1 11 1,7 1 1495,3 5 0,21 18 0,6 4 0</inkml:trace>
  <inkml:trace contextRef="#ctx0" brushRef="#br0">18100 5666 7756,'-2'-12'0,"-2"3"1428,2-3 1961,-10 4-1800,10 0-1149,-4 2 1,6 8-70,0 2 0,0 6-26,0 8 1,0 3 133,0 7 1,0 4-203,0 0 0,0 0-50,0-4 0,0 4-39,0 0 0,5 0-104,-1-5 1,1-4-444,-5 0 0,0-4 246,0 4-2485,0-7 582,0 4 944,0-12 0,0-4 297,0-8 1,0-10-294,0-9 1,-5-3 592,1-1 0,-5-12 105,4-2 1,-4-3 614,4 3 1,-1 1-253,2 3 1,2 4 796,-2 5 0,2 7-205,2 2 1,2 4 269,2 1 0,4 5-371,6 0 0,1 6 26,3-2 1,-1 4-275,6 1 0,-5 0-194,5 0 0,-4 0-717,3 0 1,-3 4 391,4 1 0,-6 4 108,1-4 175,-9 5 0,-58 16 0,-20 11 0</inkml:trace>
  <inkml:trace contextRef="#ctx0" brushRef="#br0">18017 5845 7756,'-7'0'2304,"1"2"-1250,6 2-412,0-2 1,1 4-500,4-6 0,2 0-423,7 0 1,7-5-279,7 1 0,1-2-206,8 1 1,-1 4 763,6-4 0,3 1 0,6 0 0,4 0 0,0 1 0</inkml:trace>
  <inkml:trace contextRef="#ctx0" brushRef="#br0">18567 5831 7756,'-6'-7'613,"-1"-5"1,-7 5 839,0-2 1,0-1-737,1 5 1,4 0 37,-1 5 0,1 0-422,-5 0 0,5 2-192,0 3 0,0 2-69,-5 7 0,5 0 95,0-1 1,6 3-323,-2 2 0,4-3-121,1 4 0,0-4-376,0-1 0,1-1 107,4 1 0,-2-2-329,6-2 0,2 0 397,7-5 1,-3-1 90,4-4 0,1-1 332,-2-4 1,2-1-43,-2-3 1,-3-8 70,4 3 1,-4-4 11,-1 0 1,-2 3 157,-3-4 0,2 4 95,-7 1 1,1 5 622,-5 0-643,0 6-111,0-3 217,0 6 0,-5 6-77,1 3 0,-5 3 137,4 2-407,-6 0 0,10-1-198,-4 1 0,4-5-52,1 1-10,0-7 0,1 7 190,4-5 1,2-1-72,7-4 0,5-6 386,-1-3 0,6 2-139,-1-3 1,-1 1 49,1-5 1,-2 1 134,2-1 0,3 2 103,-3 3 1,-2 1-65,2 3 1,-5 4 105,5-4 0,-6 5 260,2 5-317,-4 2 1,-3 7-242,-3 0 0,2 0 48,-7-1 1,1 1-547,-5 0 191,0 0 23,0-1 0,-6 0 43,-3-4 1,-3-3-135,-2-6 0,-5 5 19,1-1 0,-5 1-111,5-5 0,0 0 21,4 0 1,0 0-186,0 0 261,1 0 0,3 0-157,1 0 252,6 0 0,-1 0 19,8 0 0,4-2 107,6-2 0,5 1-67,4-7 1,3 0-1,2-9 1,4 3-182,0-7 1,5 0 119,-5-5 0,0-4 292,-5 0 0,-5-6-37,-4 1 1,-4-1-6,-5 1 1,-3 4 133,-6 5 391,0 7-432,0 7 1,-4 9 77,-1 10 0,-6 3-18,2 5 0,1 7 56,-1 3 1,5 3 205,-5 2 1,5-1-92,0 1 1,1 2 69,-2-2 0,4 2-216,-4-7 1,4-1-43,1 1 1,4-2-278,1 2 1,5-3 102,0-7 0,6 1-294,3 0 0,4-5 144,-5 0 0,6-6-262,-1 2 0,3-8 148,2-2 0,-5-7 22,0-2 0,-5-1 36,5-8 0,-6 5 30,1-5 1,-4 1 61,-5 0 1,-3-3 26,-6 7 0,0-1 276,0 6-55,0-1-179,0 6 0,-6 2-172,-3 6 0,-2 2-202,2 2 1,-3 4 215,3 6 1,1 4 87,-1 0 1,6 2 159,-2-1 0,4-4-118,1 3 1,1-3-118,4-1 1,2 0 0,7 0 1,1-2-24,4-3 0,1 2 37,3-7 0,3 1-138,-4-5 0,0 0 204,1 0 1,-5-6 55,5-3 1,-5-1-83,5-3 0,-6 2 111,1-7 1,-4 2 349,-5 3 0,2 4-175,-6-1 1,-1 6 975,-4-5-442,0 6-440,0-4 1,0 9 55,0 3 1,-4 2 210,-1 7 0,-1 0-145,1-1 1,4 1-97,-4 0 1,2 0-162,-1-1 1,2 1-19,-2 0-226,2-6 0,0 2 236,-2-5-48,2-1-230,-4-4 0,6-1-394,0-4 0,0-4 234,0-9 0,0 1-108,0-6 1,8 0-250,6-4 0,-1 1 264,6 3 1,1 1 138,-2 4 1,5 7 39,-5-2 1,5 3 115,-5 1 0,5 3-303,-4 6 0,-1 0-208,-4 0 1,-5 6-176,0 3 0,-6-1-1293,2 1 2061,-4 0 0,-43-1 0,-12-2 0</inkml:trace>
  <inkml:trace contextRef="#ctx0" brushRef="#br0">19021 5721 7774,'0'8'1909,"2"-2"-1366,2-6 0,6 0 3,8 0 1,9 0-447,10 0 0,9-4-362,4-1 1,2 0-312,-1 5 0,-10 0 302,-9 0 271,-9 0 0,-40 0 0,-15 0 0</inkml:trace>
  <inkml:trace contextRef="#ctx0" brushRef="#br0">20520 5831 7373,'-7'-6'-644,"-4"3"2444,7-6 0,-7 4-590,2-4 0,1 6-265,-1-1 0,0 2-439,-5 2 0,-4 0 34,-1 0 0,-1 0-182,2 0 0,1 6-124,-6 3 1,7 4-77,-3 0 1,-1 6-92,2-1 0,6 7-341,7-3 0,-1 0-37,1 1 0,2-6-321,8 1 1,7 0 222,7-4 0,10 3-192,-2-8 0,8-3 26,-3-1 0,5-4-108,-5-1 0,0-4 394,-4-1 0,-5-6 282,0 2 1,-7-3 575,3-2 1,-10 0-97,-5 1 1,3-1 1071,-3 0-762,1 7-343,-5-6 1,-2 12-204,-2-4 1,2 5-209,-2 5 1,-3 2 80,3 7 1,-2 0-62,1 0 1,4-1-148,-4 1 1,3 0-58,2 0 1,2-1-102,3 1 1,2-5-6,7 1 0,4-7-195,1 1 1,1-2 230,-2-2 1,2-6 126,3-4 1,-2-2-12,-3-2 0,-2-4 129,2 0 1,-9-5 133,-4 5 0,-4-5-39,-1 4 0,0-4 12,0 5 0,-6 0-138,-3 4 0,-9 6 18,-5 4 0,1 2-14,-1 2 0,1 2-91,-6 2 0,7 4-19,2 6 0,-1-1-156,2 1 0,4 0 14,5 0 0,6-5-332,-1 0 249,2 0 0,14 3 100,7-2 0,5-4-91,3-6 0,6 0 236,-1 0 1,4-5 137,-4 1 1,5-7 74,-5 2 1,0 1-94,-4-1 0,-2 6 499,-3-2 0,-2 4 553,-3 1-299,-2 0 0,2 6-256,-9 3 0,-3 3 138,-6 2 0,0 0-285,0-1 1,0 3-148,0 2 1,0-3 96,0 4-186,0-4 0,-1-3-423,-4-3 1,4-1-101,-4-3 19,4-4 1,-4 4-14,0-10 0,1 2-327,4-6 0,0 0 286,0-5 0,1-4-52,4-1 0,3-4 147,5 5 0,1-5 138,0 5 0,0-1 236,-1 6 1,3-1 70,2 0 0,-3 7 141,4 2 1,-4 3-76,-1 2 0,-1 0 151,1 0 0,-2 7-42,-2 2 0,2 8 144,-3 1 0,-1 2-113,1-2 1,0-3-25,5 4 1,-5-4-313,0-1 1,0-1-181,5 1 0,0-2-399,-1-2 1,1-4 245,0-6 1,4 0-236,1 0 0,-3-2 325,-6-2 1,0-4 44,-5-6 0,4 0 83,-4 1 0,-1-1 206,-4 0 1,0 0 178,0 1 278,0-1 438,0 0-607,0 7-268,0 0 1,-1 7 144,-4 0 1,4 7 181,-4 2 1,3 8-11,2 1 1,-4 0 40,-1-4 0,1 0-186,4-1 1,0 3-192,0 2 0,0-7-312,0 3 166,0-4 1,-5-1-535,1 1 412,-1-7-72,5 3-62,0-6 1,0-6-121,0-4 0,0-8-139,0-5 1,5 2 212,-1-2 0,5 1 69,-4 0 0,4-3 137,-4 7 1,5-1 124,0 6 1,-3 4-11,2-1 0,0 7 136,5-1 1,0 2 115,0 2 1,-1 2 313,1 2 1,2 9 135,2 5 1,-6 0-263,6-4 0,-10 1-98,6 4 0,-3-4-147,2 3 0,1-7-277,0-2 0,-5-1-64,0 1 1,0-2-359,5-2 0,0-3 223,0 2 1,-1-2-165,1-2 0,4-6 162,1-4 1,5-2 83,-1-2 1,-1-1 70,0-3 0,-5 1 82,2-6 1,-9 5 219,-1-5 1,-5 6-58,0-1 0,-7 2 53,-2 3 1,-10 4-13,1-1 1,-9 7 87,1-1 1,0 8-39,-1 5 0,5 4-51,-5 0 0,8 1 94,1 0 0,2 4-76,7 1 1,-4 4-26,4-5 0,1 2-87,4-2 1,1-3-129,4 4 1,9-4-317,9-1 1,-2-5 205,2 0 0,4-6-254,6 2 0,-1-4 223,-5-1 1,1-1 108,-1-4 1,-1-4 11,-3-9 0,3 2 172,-3-2 1,-3-3-67,-2-2 1,-3 3 171,-1 1 0,0 4 196,0 1 1,-5 7 49,0 2-161,-6 4 1,9 1-11,-3 0 1,-2 1 319,-3 4-391,4 2 0,-2 7-45,3 0 0,2-5 106,-7 0-218,1-6 77,-5 10-24,0-12 542,0 5-550,0-6-405,0 0 263,-6-6 1,-2 5-148,-6-4 0,1 3 177,-1 2 1,0 0 25,0 0 0,-4 2-103,0 3 1,4 2 55,5 7 1,1-3 181,-1 2 0,-2-2-67,7 7 0,-1-2 58,5-3 0,6 0-165,3-4 1,5 3-144,5-3 0,0-3 123,4-1 0,3-4-82,-3-1 1,8 0 110,1 0 0,0-6-32,-5-3 0,6-5-166,-1-4 0,0-3 48,-5-7 1,-1-5 84,-3-4 0,-3-3 51,-6-1 0,-2 0 141,-3-1 0,-4 9-91,-10 5 1,-2 8 85,-7 11 1,0-1 297,0 5 0,1 2-183,-1 8 1,0 8 117,0 10 0,5 5 212,0 4 1,6-2 258,-2 7 1,4-5-256,1 5 0,0-2 69,0 2 1,0-4-270,0-5 0,1-5-192,4 0 0,1-7-111,3 3 1,3-6 92,-2-3 0,2-4-662,2-6 1,-5 0-54,0 0 1,-5 0-382,6 0 1,-7-6 290,1-4 0,-2-6-187,-2-3 0,0-5 430,0 1 1,-2-3-12,-2-2 0,-2 6 332,-4-1 0,-2 6-48,3-2 1,1 4 743,-1 1-138,6 7 180,-3 1-167,6 6 1,6 1 520,3 4 1,10 1-320,4 3 0,3 3-235,1-3 1,1-2-301,-1-3 0,1-1 75,-1 2 0,-4-4-198,0 4 1,-6-4 6,1-1 1,-3 0-4,-1 0 0,-5 0 104,0 0-215,-6-6 350,4 5 303,-7-5-374,0 6 54,-7 0-197,6 0 178,-5 0-22,0 0-78,4 0-37,-10 0-68,10 6-272,-4-5 598,6 12-200,0-12 1,0 7 334,0-4-233,0-2 1,0 5 366,0-2-316,0-3 0,2 8 369,2-5-274,-2 6 1,9-4-2,-7 7 0,2-5-286,-1 0 1,-2 0 121,6 5 0,-4-5-95,4 1 1,0-1-43,5 4 0,-5-3-140,0-1 0,5-6 9,4 1 1,1-2-146,-6-2 0,1 0 67,0 0 1,4-2-102,1-2 0,0-8-77,0-7 1,-4-5 108,3 1 0,-2-3-10,-3-2 1,0 1 104,-4-1 1,-3 7 184,-6 3-320,6-4 20,-4 13 80,-2-3 1,-3 13 24,-7 4 0,7 7 482,-1 7 1,2 0-59,2 0 0,0-4 106,0 3 1,6 2-171,3-1 1,4-3-78,0-6 0,3 2-23,2-3 0,-1-1-88,6 1 1,-6-6-191,1 1 0,-1-2 37,1-2 0,-7 0-290,3 0 94,-4 0 109,4 0 1,-6-2-129,-4-2 36,4 2 214,-7-4 0,7 6-87,-3 0 284,-4 0-44,11 6 1,-9-4 39,7 2-91,-1-2 0,5-2 124,-1 0 1,3 0-96,2 0 0,-3 0 69,4 0 1,0-6-42,0-3 0,4 1 73,-5-1 0,0 0 11,-4-5 1,0 0-9,0 0 1,-2 5 63,-3 0 0,-3 5-12,-6-6-401,0 7-67,0-3-328,0 6-567,0 0 905,-6 6 380,4 2 1,-2 4-112,8-3 0,-1 2 137,7-6 0,-1 5 29,5-1 1,-1-1-9,1 1 0,0-6-50,0 2 1,-1-2-15,1 2 1,-5-4-61,0 4 1,1-4-17,3-1 1,-3 0 22,-1 0 1,-5 0 11,5 0 34,-5 0 1,3 0-160,-2 0-246,-4 0 321,12 0 1,-10-1 105,6-4 1,-5 4-19,5-4-37,1 3 0,3 2-33,1 0 0,-5-4 16,0-1 1,1-1 45,3 2 1,0 1-48,-4-7 1,3 1-17,-3-5 1,-3 1-96,-1-1 0,1-4-164,-1-1 0,-1-4 73,-4 5 1,0-5-48,0 5 1,-4-1-28,-1 6 1,-1 4 78,1-1 1,2 7-247,-6-1 0,5 2 230,-6 2 1,3 11 360,-2 3 1,-2 7 141,6-3 0,1 7 414,4-2 1,-5-2-377,0 2 0,1-2 109,4 2 1,0-3-417,0-6 0,0 1 134,0 4 1,0-9-2276,0 4 1265,0-3 1,-2-2-197,-2 0 0,1-6 548,-6 2 1,4-5 122,-4-5 1,1 1 269,-1-10 0,-2 3 163,7-7 1,-2-2-89,1 2 0,4-1-93,-4 5 1,3 1 646,2-1 1,5 5-44,0 0 0,5 4 109,-1-4 1,4 6-275,0-2 1,3 4 46,2 1 1,3 0-372,7 0 1,-5 0 47,0 0 0,0 0-72,4 0 0,-1 0 8,-3 0 1,-3 0-329,-6 0 1,-1 0 9,1 0 0,-5 0-614,1 0 645,-7 0 0,3 1-82,-6 4 1,0 4 262,0 9 1,-5-2 278,1 2 1,-1-3 2,5-1 0,0 4 13,0 1 0,0-1 24,0-4 1,6-5-59,3 0 1,3-1-35,2 1 0,2-3 18,2-6 0,-3 0 77,3 0 0,2-6-169,-1-3 0,4-4-21,-5 0 0,0-1 124,-4 0 0,0 2-6,0 3-102,-7-3-89,5 10-183,-10-4 0,4 7 394,-6 4 1,0 4 288,0 10 0,5-3 0,-1 7 1,1 0 266,-5 5 1,-5-1-67,1 1 1,-6-5-273,6 0 0,-7-7-252,2 3 1,-3-4-14,-2-1 1,5-5-67,0 0 431,0-6 358,-5 3-744,0-12 1,6-6-615,4-6 0,2-7-344,2 2 1,11-4 427,3-5 1,4 3-138,0-3 1,2 1-41,3-1 0,2 7-233,-7-2 0,5 9 42,-5-1 0,2 5-423,-2 5 0,-2 3 1227,2 6 0,-21-18 0,-6-5 0</inkml:trace>
  <inkml:trace contextRef="#ctx0" brushRef="#br0">17371 7152 7701,'0'-14'1598,"0"0"-1006,0 0 0,0 5 26,0 0 0,1 4-183,4-4 1,-3 5-13,2-5 1,2 4-273,-1-4 0,5 6 3,0-2 0,-3-1 130,2 1-83,1 1-264,3 4 0,0 1 158,-4 4 0,1-2-82,-5 6 0,0 5 117,-5 4 1,-2 2 72,-2-1 0,0 0-144,-5 4 1,0 2 21,-5-7 1,1 0-60,-1-4 0,5 0-8,0 0 1,1-1-187,-1 1 1,3-5 150,6 1-57,0-7 1,3 4 121,6-2 0,2-4 205,11 4 1,1-5-104,5-5 1,-5 2 121,0-6 0,-6 5-197,1-6 0,0 6-160,-4-5 0,3 6-249,-8-2 0,-3 2-780,-1-2-1158,-4 4 1303,-1-5 0,-1 6-291,-4 0 0,-3 4 495,-5 1 769,-1-1 0,-43-10 0,-10-1 0</inkml:trace>
  <inkml:trace contextRef="#ctx0" brushRef="#br0">17453 7028 7705,'0'-14'925,"0"-6"-457,0-3 1,0 2 238,0-2 1,0 6-85,0-1 1,-4 3 170,-1 1 0,-4 0-332,4 0 0,-5 7 40,1 2 1,1 4-282,-1 1 1,-5 0-209,-4 0 0,-2 6-85,2 3 1,-4 5 54,-5 4 1,-1 3 20,1 7 0,-1-1-101,1 1 0,4 1-138,0 3 0,6-1 27,-1 5 0,4-5-67,5 1 0,-2-3 171,6-2 0,1 5 159,4 1 1,6-6 61,3-4 0,8-6-5,1 1 1,7 2 98,-2-2 1,3-4-83,1-5 0,5-4-9,0 4 0,11-6 65,-2 2 0,4-4 127,-4-1 1,2-1-61,3-4 0,-2-3 182,6-5 1,-10-1 25,1 0 1,-7-4 12,3 0 0,-8-7 17,-2 2 0,-5 2-130,-9-2 0,-5-5 23,-4-4 1,-2-6-196,-2 1 0,-8-2-116,-5-3 1,-6-3-88,-4-1 0,-3 3-321,3 11 1,-3 1-434,-1 13 0,4 1-77,0 8 0,0 3-443,-4 6 1,-1 0 514,1 0 0,4 11-89,0 2 0,0 10-8,-5 0 0,7 3-1552,3 2 2423,2-1 0,3 13 0,-1 3 0</inkml:trace>
  <inkml:trace contextRef="#ctx0" brushRef="#br0">13822 6271 8263,'-9'-12'9,"0"3"185,6-3 0,-5 9 504,4-6 195,2 6-217,-4-4 319,0 7-131,5 0-381,-12 0-256,12 0 1,-7 2 73,4 3 1,2 4 97,-3 9 1,4-1-97,1 6 1,0 1-32,0 8 1,0-1-148,0 6 0,0-1 54,0 6 0,0-1-120,0 0 1,0 0 64,0 1 0,0-6-165,0 1 0,0-7 57,0 3 0,0-11-261,0-3 155,0-4-46,0-7 77,0-2 1,0-8 64,0-2 0,0-4-243,0-6 0,0-1-405,0-3 0,0-5-576,0-9 1,0-3 466,0-7 0,-5 1-204,1 0 1,-1 0 462,5-1 1,-4-4 265,-1 1 1,0 0 201,5 9 0,-1-3-184,-4 7 0,4-3 561,-4 8 1,2-2 570,-1 10 918,2 1-1159,-4 4 1,6 5 1420,0 0-861,-6 6-184,4-3-333,-4 6-189,6 0-349,0 0-24,6 0 0,-3 0-51,6 0 0,1 0 61,3 0 0,6-5-183,-1 1 1,2-1 142,-2 5 1,4-2-126,5-2 0,1 2-16,-1-2 0,5 1 132,0-2 1,5 4-230,-5-4 1,6-1-4,-1 1 0,-2-1-52,2 2 0,0 2 101,4-3 1,-5 2-165,1-1 1,1 2 124,8-2 1,-3 2 24,3 2 1,-3-4 8,-2-1 0,0 0-7,0 5 1,-4 0-30,0 0 0,-7 0 29,2 0 0,-1 0 34,1 0 1,-4 0 11,-1 0 1,-1 0 7,-8 0 0,7 0 19,-2 0 1,-2 0 2,2 0 1,2 0 119,7 0 0,-2 0-19,7 0 1,-2 0-28,2 0 1,2-4 12,-2-1 1,-2-4 178,2 5 0,-7-3-158,3 3 1,-6 2 164,-4-2 0,-2 2-189,-2 2 1,-9-4-132,4-1 1,-8 0-31,3 5 1,-4 0 114,4 0-134,-6 0 92,10 0-78,-12 0 117,11 0 37,-10 0-62,4 0 23,-6 0-155,0 0 159,0 7 0,0-4-6,0 6 0,0-5 46,0 6 1,0-1 159,0 4 0,0 1-97,0 0 1,0 4 78,0 1 1,0 4 27,0-5 1,0 6-91,0-1 0,0 3 12,0 2 1,0-5 4,0 0 1,-2-1-32,-2 6 1,2-2-97,-2-3 0,2-2 16,2-2 0,0 0-140,0 4 0,0-3 52,0-6 1,0 0-52,0 0 0,0 4 116,0 0 0,0 1-5,0-6 1,0 1-34,0 0 0,0 0-3,0-1 1,0 1 17,0 0 0,0 0 8,0-1 1,0 6 15,0-1 0,-1 0 33,-4-4 0,4 0 9,-4 0 0,2-1 13,-2 1 0,2-2 133,-6-3 0,6 4 6,-2-4 1,-2-1 217,-2 1 1,1-5-104,-1 5 1,0-6 62,-5 2 0,-4-3 46,-1-2 1,-10 4-246,2 1 0,-10-1-269,0-4 0,-2 5 105,-3 0 1,-4-1-195,1-4 0,-6 0 100,5 0 1,-9 2-229,5 2 1,-7-2 28,7 2 1,-4-1 166,-1 2 1,-4-4-187,-1 4 0,5 1-17,5-1 1,1 4 12,-2-4 1,-1 1 167,7-2 0,0-2-232,9 2 1,1 2-16,2-1 0,4 0-72,-3-5 0,11 1-213,7 4-275,0-4 614,7 5-1466,-1-6-1483,2 0 604,6 0 646,6 0 0,2 0 1984,6 0 0,24-12 0,6-3 0</inkml:trace>
  <inkml:trace contextRef="#ctx0" brushRef="#br0">18499 6987 6568,'7'-14'3906,"-1"0"-3011,-6 0 0,0 1 14,0-1-22,-6 0-508,-1 0 0,-7 7 54,0 2 0,0 4-294,1 1 1,-1 0 69,0 0 0,0 10-101,1 4 1,-1 7 6,0-2 1,2 5-71,3-1 0,-3 8 70,2 1 1,4 0-151,2-5 1,2 1-67,2-1 0,2-1-147,2-3 0,4-3 71,6-6 1,4-5-127,0 0 1,7-6-163,-2 2 1,3-4-40,1-1 1,-1-6-217,-3-3 0,3-2-34,-3 2 1,-3-3-398,-2 3 0,2-3 349,-2-2 802,1 0 0,-12-18 0,-1-5 0</inkml:trace>
  <inkml:trace contextRef="#ctx0" brushRef="#br0">18760 7014 7959,'8'-1'1576,"-4"-4"1840,-2 3-1584,-2-4 163,0 6-733,0 0-740,0 6 0,0 2-370,0 6 0,0 1-234,0 3 0,0-1 159,0 6 0,0-6-93,0 1 1,0 2-479,0-1 0,0-1-57,0-4-1703,0-1 584,0 1 202,0 0 781,0-6 1,0-4-223,0-8 1,0-6 416,0-8 0,-5-3 3,1-7 0,-6-4 275,6 0 1,-2-5 394,1 5 0,4 0 191,-4 5 1,3-1-70,2 1 0,7-1 302,2 1 0,8 4-82,1 0 0,6 7 430,-1 3 0,-1 1-408,1 7 0,0 0-135,4 5 0,-6 6-64,-2 4 1,-4 2-111,-1 2 0,0 4 124,-1 0 0,-5 2-111,-3-2 0,-4-2 0,-1 2 0,-1-3-120,-4-1 0,-3 0-127,-5 0 1,-3-1-82,-2 1 1,1-2-350,-6-2 1,0 0-188,-4-5 1,-1 4 302,1-4 1,5 1-1649,4-2 1,3-2 194,1 2 1765,0-2 0,37-27 0,9-5 0</inkml:trace>
  <inkml:trace contextRef="#ctx0" brushRef="#br0">19255 6973 7933,'-14'-20'267,"-4"5"66,0-4 1,1 4 619,8 1 1137,3 7-1119,-1 1-531,6 6 0,-1 10 274,7 4 1,0 9-284,-5 0 0,4 1 13,1-1 1,-1 3-27,-4-3 1,2 3-15,2 2 0,-2-5-296,3-1 0,-4-5-171,-1 2-114,0 2-524,0-6-435,0-1 808,0-8 1,0-17-284,0-2 0,-1-10 94,-4 0 0,3-8 60,-2-1 1,2-4 318,2 3 0,-4-3 222,-1 4 1,1 1-34,4 8 1,1 5 226,4 9 0,2 3 15,7 6 1,1 3-132,4 6 1,1 2 610,3 11 1,1 1-188,-6 5 0,5-1-21,-4 1 0,3-1-134,-3 1 1,-1-7 80,-4-2 1,0-4-324,-1-1 1,1-7-179,0-2 1,-5-5 173,0-5 1,-4-2 34,4-7 0,-6-6-464,2-3 1,-4-3 83,-1-1 0,-1-7-82,-4-3 1,-3 2-154,-5-1 1,0 5-408,4-1 1,-3 4-751,3 5 314,3 4 1,0 14-601,6 10 1,0 8 953,0 15 0,6 1 884,3 3 0,22 34 0,-13-27 0,0 1 0</inkml:trace>
  <inkml:trace contextRef="#ctx0" brushRef="#br0">20245 7110 7842,'8'-15'176,"-3"-3"0,-4 2 987,-1-2 0,0 3 0,0 1-619,0 0 0,-1 1-48,-4-1 0,2 6-157,-6 4 1,0-2 70,-5 1 0,-1 0-178,-4 5 0,-1 0-21,-3 0 0,-3 6-118,4 4 0,-3 6-38,2 3 1,-1 1-135,5-2 0,6-1 28,3 6 0,7-5-129,-1 5 0,2-6 60,2 1 0,2-3 29,2-1 0,6 0-156,8 0 0,3-7 40,7-2 0,-1-4 72,1-1 0,1-1 86,3-4 0,-3-2 4,3-7 0,-7-1 135,-3-4 0,1-2 221,5-7 0,-8-1-171,-6-3 1,-1 2-72,-4-7 0,-2 0 106,-3-4 1,-4 4-51,-4 1 1,1 7 122,-7 1 0,1 2-86,-5 8 1,5 1 100,0 8 1,4-2 34,-4 7-142,6-1 0,-4 7-84,2 2 0,4 4-92,-4 6 0,3-1 256,2 1 0,-4 6-121,-1 3 0,1-2 377,4 2 1,0 0-125,0 5 0,0-1 7,0 1 0,0-1-174,0 1 1,1-1-156,4 1 1,-2-1-27,6 1 0,0-2-171,5-3 1,1 1-76,4-6 0,-4 4 132,3-9 1,-1 3-394,1-12 0,-1 5 90,6-4 1,-6-2-45,1-7 0,2-4 190,-2-6 1,1-1 132,-6-3 1,1-5-108,0-9 0,0 1-114,-1-6 0,0 7 311,-4-2 0,-3 3-70,-6 1 0,0 11 524,0 4-267,0 2 0,-8 5 41,-5 6 1,-1 10-16,-4 9 0,2 5 117,2-1 1,1-1-37,-1 0 1,6 1 81,4 5 0,-2-5-85,1 0 0,0-2-161,5 2 1,2-3-72,3-6 1,2 4-18,7 0 1,6-4-182,3-5 1,3-6-23,1 2 1,7-4-218,3-1 0,-2-3 106,1-6 1,-5 0-40,1-9 1,-3-4 293,-1-1 1,-7-3-63,-3-1 1,-4-1 141,-5 1 0,-3-5-12,-6 0 1,-1 1 96,-4 8 0,-4 3-20,-9 7 1,-4 0 19,-5 4 0,-1 3-120,1 6 1,-1 2 3,1 2 1,1 4-283,3 6 1,3 4 89,6 0 0,1 2 5,-1-2 1,6-2 84,4 2 1,2 2 120,2-2 0,2 2-74,2-1 1,8-6 184,7 1 1,5 0-93,-1-5 0,8-1 105,1 1 1,0-6-45,-5 1 1,1-2-58,-1-2 1,-4-5-67,0 1 0,-4-7 73,3 2 1,-6-3-8,-3-2 0,1-4 34,-5-1 1,2 1 125,-2 4 0,2-4-161,-6-1 0,-1 1-4,-4 4 88,0 1 1,-1-1-52,-4 0 1,-4 5-92,-10 0 0,3 6 12,-7-2 0,4 4-117,-3 1 0,3 0-78,-4 0 1,6 4-185,-1 1 0,4 5-340,5 0 0,-2 3-641,7 6 1,-1-4-271,5 3 1,0 2 825,0-1 1,5 0-32,-1 0 0,6-9 836,-6 4 0,19-9 0,0 1 0</inkml:trace>
  <inkml:trace contextRef="#ctx0" brushRef="#br0">21194 7110 7850,'0'-9'636,"0"0"1,2 4 193,3-4 1,-4 5-346,4-5 1,-4 4 321,-1-4-470,0 0 0,2-4 453,2 4-584,-2-3-34,4 4 1,-2-5-27,1-1 0,1 5-12,-1 0 0,-4 4-76,4-4 108,-4 0-200,-1-5 0,-6 6-259,-3 4 1,-3 2 171,-2 2 0,-4 2-56,-1 2 1,0 4 23,0 6 0,4 4 250,-3 0 1,4 2-74,5-2 0,-2-1 155,6 6 1,1-6-76,4 1 0,1-2-1,4-3 0,3 1-53,5 0 0,3-5-67,2 0 1,3-6-103,7 2 0,-1-5 126,1-5 1,-1-2-129,1-7 1,-1 0 155,1 0 0,-1-4 62,1 0 0,-1-5-84,1 4 1,-2 1 16,-3 4 0,-2 1 36,-2-1 0,-4 6 21,3 4 0,-3 2 266,-1 2 1,0 6 82,0 3 0,0 8 52,-1 2 0,1-1-155,0-4 1,-5-1 28,0 1 0,-6 0-192,2 0 1,-4-1-17,-1 1 0,0-5 36,0 0 1,-6-1-120,-3 1 0,-5-3-260,-4-6 0,1 0-118,-6 0 1,5 0-327,-5 0 0,6 0 226,-1 0 0,2-4-196,3-1 1,4-4-495,-1 4-532,7 1 352,-3-2 576,6 4 1,6-5 212,4 2 1,2 4 137,1-4 1,6-1-545,-1 1 1,5-4 893,-5 4 0,16-17 0,6-9 0,1 0 0,0 1 0</inkml:trace>
  <inkml:trace contextRef="#ctx0" brushRef="#br0">21910 6932 7842,'-8'6'637,"2"-5"0,4 5-180,-2-6 1,2 2 783,-2 2-21,-4-2-55,6 4 259,-4-6-118,0 0 321,5 0-202,-5 0 398,6 6-1343,0 2 1,0 6-11,0-1 1,0-3-316,0-1 1,0 0-151,0 5 1,0-1-198,0 1 1,0-5-193,0 0-547,0 1 386,0 3-322,0-5 177,6-2 0,-3-7 262,6-4 1,-1-3-187,1-5 0,3-7 217,-3-3 1,3 1 153,2 0 1,0 5 72,0-2 1,-1 1 0,1 4 0,0-1 295,0 10 0,-1 1-195,1 4 0,0 0 779,0 0 0,-2 7-99,-3 7 0,2 0 133,-7 4 1,1-2-362,-5-3 0,0 1 24,0 0 1,0 0-323,0-1 0,0 1-624,0 0-3364,0-6 2943,0 4 0,0-9-3399,0 6 2519,0-6 1840,0 3 0,12-49 0,3-10 0</inkml:trace>
  <inkml:trace contextRef="#ctx0" brushRef="#br0">22240 6808 7842,'0'-9'5381,"0"0"-3736,0 5-258,0-8-429,0 11 33,0-5-558,0 6-363,6 6 1,-3 1-827,6 7 0,-6 0-281,2 0 0,1-1-895,-2 1 0,2-2 827,-1-3 1,-3 4-680,2-4 1784,-2-3 0,16-12 0,5-9 0</inkml:trace>
  <inkml:trace contextRef="#ctx0" brushRef="#br0">22515 6725 7849,'0'-7'5027,"0"-6"-3323,0 12-822,0-5 1,0 12 559,0 3 1,-5 9-500,1 5 1,-1 5-91,5 4 1,0 3-526,0 6 0,0 1-227,0-1 1,0-1 55,0-4 0,0 2-102,0-5 0,0-3-926,0-7 1,0-3 349,0-6-3556,0-1 915,0-5 1834,6-2 0,-4-13 371,2-7 0,-2-2-350,-2-6 0,0-6 761,0-4 0,0-5 546,0 5 0,0 2 0,0 7 0,-5 1 0,1 4 0,-6 7 829,6-2 492,-7 2 1091,10 3-1452,-12 2 1,13 6 367,0 0 0,11 0-779,7 0 1,7 5-135,-2-1 1,3 1-501,1-5 1,-1 0-443,-3 0 0,3 0-1013,-3 0 1,-8 0-1271,-1 0 2810,-9 0 0,-48 0 0,-18 0 0</inkml:trace>
  <inkml:trace contextRef="#ctx0" brushRef="#br0">23024 7234 7714,'-14'0'762,"0"0"1,2-1 1661,3-4-1222,3 4-713,6-12 0,0 10 23,0-6 1,6 1-264,3-1 0,3-3-59,2 3 1,4-8-2,1-1 0,5-2-93,-1 2 1,-2 1-2,2-6 1,-1 0-164,1-5 1,-4-4 43,-5 0 1,-2 0-62,-2 5 0,0 4-111,-5 0 1,-2 6-43,-8-1 0,2 8-54,-6 6 0,0 2 110,-5 2 1,-4 2 50,0 2 0,-2 10-101,1 9 1,4 3-166,-3 2 0,2-1 360,3 1 1,3-1 184,1 1 0,6-1 413,-1 1 0,-2-2 8,1-3 0,0 1 428,5-6 0,0 5-570,0-4 0,0-1-268,0-4 1,0-5-218,0 0-568,0-6-228,0 3 630,0-6 0,5-6 37,0-3 1,1-5-48,-2-4 0,-1 1-88,6-6 0,-4 6 128,4-1 0,-4 3 102,4 1 0,-4 2 13,4 2 1,0 0-5,5 5 0,-1 1 458,1 4 0,0 0-172,0 0 1,-1 1-7,1 4 0,5 4 0,-1 9 0,0-2 93,-4 2 0,6-3-187,3-1 1,-3 0-276,-2-1 0,2 0-366,-2-4 1,7-2 270,-2-2 1,-2-3-112,2 2 0,-6-8 234,1-6 0,-3-2 261,-1-2 0,-2-1-106,-3-3 1,2 1 181,-6-6 0,-1 5 17,-4-5 1,0 6 775,0-1 131,0 2-702,0 3 0,-6 5-590,-3 3 0,1 4 28,-1 1 0,0 6-117,-5 3 1,1 8 178,-1 1 0,2 1 11,2-6 1,0 6-61,5-1 1,-4 0-36,4-4 1,1 0-931,4 0 388,-6-1 264,4 1 1,-2-2 239,8-2 0,-1-4 314,6-6 0,1 0-128,3 0 0,1-6 115,0-4 0,0 3 88,-1-2 1,-1 4 388,-2-4 1,-3 4 615,-2-4-409,-4 6-944,12-9 120,-12 10 34,5-4-24,-6 6-133,6 6 1,-3 0-35,7 4 1,-6 0-97,5-5 1,-4 4-242,4-4 0,2 4 208,7-5 0,-3 1 51,4-5 0,-2 0 177,1 0 1,-3 0 141,4 0 1,-4 0 37,-1 0 1,-1 0 281,1 0 0,0 0-176,0 0 0,-5 4 410,0 1 564,-6 0-415,9 1-588,-4 1 1,1 1-81,0-3 0,-4-2-382,4 1 205,-6-2-14,9 4 1,-6-8 87,4-2 1,0-4-9,-5-6 1,1 4 36,-1-4 1,-4 3-16,4-7 1,-4 3 156,-1 1 0,0 0 139,0 0 190,0 1-760,0-1-559,0 6 567,0 2 274,0 6 1,0 6-168,0 3 1,2-1 35,2 1 1,-1 0 181,6 5 1,-4-5-41,4 0 0,0-1 125,5 1 1,0-1-140,0-3 0,4-4 32,0 4 1,5-4 67,-4-1 1,-1-4 75,-4-1 0,-1-6 59,1 2 0,0-3-86,0-2 1,-2 0 192,-3 1 1,-1-1-93,-4 0 1,-2 0-179,2 1 5,-2 5-345,-2-4 68,-6 10 0,-2-2-342,-6 8 1,1 4 512,-1 6 1,2 4-95,3 0 1,1 2 225,3-1 0,4-4-151,-4 3 0,5-3-216,5-1 0,2-2-43,7-2 1,1 0-218,4-5 1,-2-1-58,6-4 1,-1 0-350,6 0 0,-1-1 142,1-4 1,-2-2 798,-3-7 0,-9-37 0,-8-8 0</inkml:trace>
  <inkml:trace contextRef="#ctx0" brushRef="#br0">25045 6822 7742,'0'-14'5765,"0"0"-4747,0 6-593,0 2 0,0 9-12,0 7 0,0 5 91,0 12 1,-4 2 266,-1 3 1,1-1-320,4 6 0,0-5-46,0 4 0,0-5-729,0 1 0,0-4 256,0-5 1,0 1-2768,0-6 1770,0 1 1,0-10-1446,0 0 1450,0-6 1,0 2-256,0-10 1,-6-7 770,-4-7 1,-2-5 542,-2 1 0,1 2 0,-1-2 0,0 6 207,0-3 270,1 6 1,3 2 1647,1 3-704,6 3-608,-3 6 0,12 0-275,3 0 0,4 0 112,0 0 0,6 0-689,-1 0 0,5-5 68,-5 1 1,5-1-337,-4 5 0,4 0 127,-5 0 0,2 0-87,-2 0 0,-3 0 200,4 0 0,-6 6-20,-3 3 1,0 5 171,-5 4 0,4-1 482,-4 6 1,-1-4 69,-4 3 1,0-5-241,0 2 0,0-4-14,0-1-21,6-1-299,2-5 0,6-2 222,-1-6 0,1-6-57,0-3 1,0-8-96,-1-1 0,1-7 62,0 2 0,-2-3 232,-3-1 0,-2 5 284,-7 4-746,0-3 0,0 5-581,0-2 0,-7 9-759,-2 4 1,-8 10 212,-1 4 0,-6 5-780,1 4 1,3 5 983,1 9 0,6-3 958,4 3 0,9 28 0,7 6 0</inkml:trace>
  <inkml:trace contextRef="#ctx0" brushRef="#br0">25747 7097 7728,'0'-14'2848,"0"0"0,0 5-1343,0 0-447,0 6 475,0-3-858,0 18 1,0-1 100,0 11 0,0-3-323,0 4 0,0 0 48,0 4 1,0 1-285,0-1 0,0-4-247,0 0 1,0-2 46,0 2 0,-5-1-264,1-4-155,-1-3 300,-1 5-481,4-6 1,-5-6 102,2-4 1,4-5-19,-4-9 0,2 0-33,-2-13 0,4-2-132,-4-7 0,4-4 237,1-10 0,6-2 154,3-2 1,3 3 114,2 5 0,1 9-55,4 5 0,-4 2 34,3 8 1,2 6 29,-1 7 0,-1 5 89,-4 5 1,-1 2-27,1 7 1,-5 1 206,0 4 1,-5-4 113,0 3-45,-2-2 1,-4-3-67,-2 1 1,0-5-68,-5 0 0,0-4-726,-5 4 0,5-4-304,0 4 0,0-6-648,-5 2 0,5 1 1620,0-2 0,18 7 0,0-3 0</inkml:trace>
  <inkml:trace contextRef="#ctx0" brushRef="#br0">26201 7110 7728,'4'-13'1160,"1"-1"-355,-1 0 1,-4 0 594,0 1 0,-1 0-13,-4 4 0,2-1-689,-6 5 1,0-4-140,-5 4 1,0 1-223,1 4 1,-3 0-160,-2 0 0,3 1-69,-4 4 1,4-2-137,1 6 1,1-1-170,-1 1 1,5 3-470,0-3 1,6-1-706,-2 1 1,3-4 400,2 4 1,7-5 431,2 5 1,3-5 205,2 0 0,4-2 87,0-2 0,5 0 93,-4 0 0,-1 0 97,-4 0 0,-1 0-183,1 0 367,0 0 1011,0 0-882,-1 6 1,-5 1 125,-3 7 0,-4-5 290,-1 0-260,0 1 1,2 2-185,2-3-476,-2 3 1,10-10 183,-3 2 1,-1-2-126,1-2 0,0 0 346,5 0 1,0-6 12,0-3 0,-1-4 180,1 0 0,0-1-135,0 0 1,-7 0 155,-2 1 0,1 3-10,-2 1 0,1 5 230,-5-5-787,6 5-896,-4-2 618,4 6 0,-6 6 235,0 4 1,4-3-9,1 2 0,6 1-3,-2 3 0,3 0-46,2-4 1,0 1 9,-1-5 0,6 0 99,-1-5 1,5 0 218,-5 0 0,5 0 176,-4 0 1,-1-6 413,-4-4 1,-2 3-145,-3-2 0,2 4 692,-7-4-829,1 6-454,-5-9 162,0 10 1,0-3-188,0 10 1,-5 4 224,1 10 0,-5-3 81,4 7 1,-1 0 292,1 5 1,2 1-177,-6 3 0,6-5 12,-2 1 1,-1-1-52,2-4 1,-5 2-62,4-2 1,-4-4-30,4-5 1,-4 0 147,4 0-24,-5-7 1,2 4 93,-6-6 0,5-1 200,0-4 0,0-6-273,-5-3 0,5-3-223,0-2 1,6-4-139,-2-1 0,4-7-335,1-1 0,7-1 223,7-4 0,6 3-270,7 2 0,7-1-548,3 1 0,2-1 392,3 1 1,-6 5-419,1 4 1,-6 3-25,1 1 0,-9 2-1711,-5 2 595,-3 4-530,-1 6 2683,-6 0 0,-21 6 0,-10 2 0</inkml:trace>
  <inkml:trace contextRef="#ctx0" brushRef="#br0">11498 6629 7785,'0'-14'-963,"0"1"1303,0-1 0,0 0 945,0 0 1,0 5-691,0 0 1,0 4-34,0-4 0,0 5 871,0-6-751,-6 7-343,4-3-110,-4 6 0,6 6-13,0 4 0,0 6-51,0 3 0,-4 5 0,-1-1 0,1 3-71,4 2 1,0-1 39,0 1 1,0-1-248,0 1 0,0-5-83,0-1 0,0 0-58,0 1 1,0-3-1,0-7 0,0 1-205,0 0 1,0-5-638,0 0-586,0-6 651,0 3 486,0-6 0,4-6-346,1-3 0,-1-3 323,-4-2 1,5-4 567,-1-1 0,1-5 0,-5 1 0,0 2 0,0-2 0,0 6-146,0-1 1,0-2-20,0 1 1,0 1 953,0 4 0,0 1-411,0-1 0,0-5 369,0 1 1,5 4 6,-1 5 1,2 0 135,-1-5 0,-2 2-388,6 3 0,-4-2 42,4 7 1,-5-6 54,6 6-455,-1-7-205,5 10 1,-1-5 131,1 6 0,0 0-28,0 0 0,-5 0-7,0 0 0,0 0-224,5 0 3,0 0-8,-1 0 199,1 0 1,-5 0 42,0 0-20,-5 0 15,2 0-273,-6 0 87,0 0 88,0 6 1,0-3 115,0 6 1,0 0 155,0 5 1,0 0-84,0-1 1,0 1 118,0 0 1,1 4-85,4 0 0,-4 2-53,4-1 0,-4 1-130,-1 2 1,0 3 31,0-7 1,0 5 26,0-4 0,0 3-53,0-3 1,0-1-18,0-4 1,0 0 77,0-1 1,0-3 91,0-1 1,0-5 238,0 5 0,-1-6-124,-4 2 1,4-2 356,-4 2 1,-2-4-209,-3 4 1,3-4-53,-2-1 1,-5 0-291,-5 0 1,1 0-171,4 0 1,-4 0-97,0 0 1,-5 0-399,4 0 0,1 0-1982,4 0 1126,1 0-2127,-1 0 1100,0 0 510,6 0 1969,2 0 0,25 0 0,4 0 0</inkml:trace>
  <inkml:trace contextRef="#ctx0" brushRef="#br0">11526 6106 7757,'0'-19'0,"0"3"0,0-2 3313,0 3-1090,0 1-390,0 6-968,0 2-617,0 6 1,0 2 6,0 2 1,0 9 25,0 5 0,-2 11 110,-3-2 0,2 5-114,-6 1 0,6-4-164,-1 3 0,-3 1-16,3-1 0,-1-1-157,5-8 1,-1 1 137,-4-5 1,4 4-156,-4-5 0,4-4-258,1-5-501,0-6 1332,0 3-366,0-18 0,0-5-516,0-15 1,-5-3 157,0-6 1,-5-7 134,1-2 0,-2 2 75,2 2 1,-2 5 12,6 5 0,-4 8-61,5 10 0,-1 7-353,5 2-92,0 6 0,0-2 150,0 10 1,0 4 477,0 9 0,0-2 102,0 2 1,0-3 151,0-1 1,0 0-335,0-1 1,-1 0-313,-4-4 134,3 3-196,-4-4-287,6-1 195,0-1 131,0-6 1,2-7-32,2-7 0,-1-1 36,7-8 1,-1 5 132,5-5 0,-1 6 57,1-2 1,0 10-2,0 5 0,-1-2-14,1 1 1,1 0 384,4 5 1,-4 2-172,3 3 0,-2 1-1115,-3 3 247,1 3 0,-2-4-524,-3 5 1,2-3 1295,-6-1 0,-25-18 0,-11-1 0</inkml:trace>
  <inkml:trace contextRef="#ctx0" brushRef="#br0">11030 5281 7830,'-7'-13'889,"-1"-1"1114,4 0 1223,2 0-1613,-10 1-889,10 5-468,-4 2 1,6 12 67,0 3 1,0 8-25,0 1 0,0 7 148,0-2 0,0 1-251,0-1 1,5 3-166,-1-3 1,1-3-114,-5-2 1,0-3-200,0-1 0,1 0-345,4 0 1,-3-5 284,2 0 211,-2-6 0,-2 2 112,0-10 1,0-9 287,0-9 0,0-9-273,0-4 1,0-4-60,0-1 1,-5 5 160,1 4 0,-1 5-210,5 4 0,0 3-293,0 6 1,1 7 265,4 2 0,4 5 47,10 5 1,-4 4 149,3 9 0,-1 4 381,1 5 0,-2-1-163,2-3 0,-3 1 182,-1-5 1,0 4-118,-1-5 1,1-1-158,0-8 1,-5 2 77,0-7 15,0 1 1,5-7 32,0-2 1,-6-5-50,-4-10 1,2 2 255,-1-5 1,0-6-388,-5-4 1,0-6-301,0 1 0,0 3-943,0 2 0,0 5-1492,0 4-1554,-7 3 2898,6 12 1,-10 4-302,7 8 0,-6 10 932,6 9 0,-7 3 628,2 2 0,9 36 0,1 9 0</inkml:trace>
  <inkml:trace contextRef="#ctx0" brushRef="#br0">11306 5391 18311,'13'0'-460,"1"0"1,0-6 373,0-3 0,4 0-65,0-5 0,5 3-8,-5-7 1,1-2-178,-5 2 0,-1-5 28,1 5 1,0-1 74,0 6 1,-7-1-49,-2 0-31,-4 6 75,-1 2 0,-1 6 160,-4 0 1,-2 6-20,-7 4 0,2 3 88,2 6 1,-2-4-153,3 3 1,3-2 306,1-3 1,4 1-89,1 0 1,0 0-130,0-1 1,6-3-8,3-1 1,8-6 2,1 1 1,7-2 5,-2-2 0,3 0-24,1 0 1,-1-6 61,-3-3 0,1-8 56,-5-2 1,-1-5 525,-4 1 0,-6-3-225,-4-1 0,2-1-69,-1 1 1,-1 1-31,-4 3 1,-4 3 112,-1 6 0,-1 2-351,2 3-343,2 3 0,-9 9 218,7 6 0,-1 1-39,5 13 1,-4 5 375,-1 4 1,0 2-94,5-2 1,0-3-122,0 3 0,0-3-386,0-2 1,-1 1-547,-4-1 1,4-4 149,-4 0 1,4-6-468,1 1 0,-5-7 649,0-2 1,-1-6 3,2 2 0,1-11 608,-6-8 0,5-3 0,0-10 0,1 1 0,-2-11 0,4 6 95,-4-1 1,4 5 108,1 4 0,4-2 166,1 7 1,5 1 515,0 8 1,2-3-190,2 3 0,5 3-245,4 1 0,3 4-296,2 1 0,-1 0-118,1 0 0,-1 0-117,1 0 0,-1 0 22,1 0 1,-7-5-434,-2 0 453,-4 1 206,-1-2 0,-7-2-100,-2-6 1,-4 1 34,-1-1 0,-1 0 113,-4 0 1,2 1 197,-6-1 225,6 0 37,-9 0 351,10 1-525,-4 5-545,0 2 1,5 7 235,-4 4 0,-1 3 78,1 5 1,-1 1 123,2 0 1,2 1-45,-3 3 0,4 2-14,1 3 0,0 3-75,0-3 1,0 3 106,0 2 0,0-1-103,0 1 0,1 4-27,4 0 1,-3 1-75,2-1 0,-2-3 26,-2 4 0,4 0-254,1-1 1,-1 0 38,-4-4 1,0-1 13,0 1 0,0-5-7,0 0 0,0-6-219,0 1 0,0-7-14,0-2 1,-4-5-559,-1 5 227,1-5 342,4 2 1,-2-8 408,-2-2 0,2 0-166,-3-5 1,4 5-277,1-5 1,0-1 45,0-3 1,0-1-122,0 0 1,0 0 106,0 1 0,1-1-166,4 0 0,-3-4 208,2-1 0,-1 1-62,2 4 0,-4-4-24,4 0 1,-2-2 17,2 1 1,-4 3-27,4-7 1,-2 0 50,1-5 1,-2 5-1,2 1 1,-2 0 81,-2-1 1,0 2 123,0 2 1,0 9-52,0-4 357,0 3 241,0-2-518,0 5-515,0 2 279,0 6-379,0 0 416,0 6 0,6-5-89,3 4 1,5-3 303,4-2 1,4 0-97,5 0 0,1-2 302,-1-3 1,1-2 38,-1-7 1,-4 0 202,0 1 1,-6-7-150,1-3 1,-2 1 134,-3-1 0,-5 1-148,-3-6 1,-4 7-42,-1 2 1,-1 4-194,-4 1 103,-3 7 0,-5 1-678,-1 6 0,5 6 239,-1 3 1,1 5 39,-4 4 1,3 3 245,1 7 0,6-5 305,-1 0 1,0 0-212,0 4 1,2 1 117,-2-1 0,2-4-67,2 0 0,0-5 128,0 5 1,0-6-285,0 1 0,5-2-15,-1-3 0,7 0-203,-2-4 1,4 1 63,0-5 0,3 0-73,2-5 1,-1-7 77,6-2 1,-5-3 24,5-2 1,-5-4 215,5 0 0,-6-5-125,1 4 1,-2-4 183,-3 5-93,1 0 1,-5 4 4,0 0-96,-6 7-18,4 1 137,-7 6 1,-7 6 105,-2 3 0,2 3 69,-3 2 0,3 4-107,-2 0 1,-2 1 31,6-5 1,-1-1-215,2 1 0,2-5-628,-2 0 494,2 1 0,4-1-71,2 0 1,4-6 200,6 2 0,-1-4 22,1-1 1,6-6 68,3-3 0,-2-3-138,2-2 1,-4-5 329,3 1 1,-5 1-162,2 8 1,-4-3-258,-1 3 156,-1 3-379,1 0 442,0 6 0,-6 1 174,-4 4 0,-2 2 22,-2 7 1,0 0-151,0 0 1,0-1 102,0 1 1,0-5-224,0 0 1,0-4-814,0 4 515,0-6 140,0 3 1,1-7 128,4-4 0,1-2-22,3-7 0,2-1 56,-7-4 0,5 2-88,-4-6 1,4 7 158,-4-3 0,-1 4 1,-4 1 176,0 1-170,0 5 1,-6 2 70,-3 6 0,1 6 89,-1 3 0,6 3 291,-1 2 0,-2 0-254,1 0 1,0-1-117,5 1 1,0-5-230,0 0 23,7-6 1,0 8-97,7-6 1,0-1-264,-1-4 1,6-4-644,-1-1 0,5-6 5,-5 2 0,7-3-2036,-2-2 3095,-3 1 0,24-26 0,0-5 0</inkml:trace>
  <inkml:trace contextRef="#ctx0" brushRef="#br0">12502 4607 7971,'0'-13'-713,"0"-1"462,0 6 1,-1 2 293,-4 6 0,2 0-64,-6 0 557,6 0-186,-3 0 1,7 0 429,4 0 1,-1 0-362,10 0 0,-2 0 103,11 0 0,0 6-228,5 3 0,-1-1-127,1 1 0,4 0-113,0 5 1,0 0 70,-5 0 0,-1 4-115,-3 0 0,3 2 59,-3-1 1,-1-3 0,1 7 1,-1 2-89,6 7 1,-1 3 107,1 6 0,-5 4 6,0 5 0,-2-4-212,2 9 1,-5-2 170,-8 7 0,0-2-24,-5 6 0,0 0-18,-5 5 0,0 0 14,0 0 1,0-1-101,0 1 1,-5 0 0,0 0 0,-4-5-176,5 0 1,-1 2-5,5 7 1,-5-3-144,1 4 1,-1-9 441,5 0 0,0 0-55,0 9 0,0-6 144,0 1 1,0-2-89,0-7 1,0 6-20,0-2 1,-6-3 30,-3-1 1,-3-2 40,-2 1 1,-1 1-145,-4 9 0,4-8-237,-3 8 1,1-4 115,-1 4 0,1 0 167,-6-1 0,0 0 21,-5-4 1,-1-3 16,-3-6 1,2 2 10,-7 2 1,0-2 6,-4 2 0,0-2 29,0-2 0,-5 3-172,0-3 1,0 3 76,5-8 1,-5 4 2,0 1 1,-1-2 37,1-2 1,2 1-6,-7-6 0,-1 4-65,-7-4 0,2 3 1,-3-8 0,5 3-172,5-7 1,-2 1 73,6-1 1,-4 3-84,4-4 1,0-1 82,5 2 1,-7-6 184,-2 1 0,-3 1-73,-2-1 1,1-1 159,4-8 1,-4-3-166,4-6 1,-4-7 42,-1-2 1,0-4-51,0-1 1,0-1 20,0-4 0,-3-2-8,3-7 1,-2 3 64,12-3 1,-1 4 290,5-9 0,-5-1-300,0 2 0,5-5 100,4 5 0,0-7-47,-4 2 1,0-7 131,-1-2 0,1-8-135,0-1 0,0-2-31,-1-7 0,1-5-57,0-5 1,0-6-12,-1 2 1,7 2-73,3-3 1,6 7 91,8-1 1,1 7-55,12 1 1,1 1 31,4-5 1,4 1-24,1 4 0,6-4 37,-2 4 0,-3-2 5,-1 2 0,-4-7-1,-1 7 1,0-11 7,0 6 0,-1-5 0,-4 0 1,3-7 13,-2-6 1,3 33-1,2 0-119,1 2 0,0-2 0,0-3 0,1-1 137,4-1 1,0-1 0,-2-4 0,0 0 74,4 0 1,1-1-1,0-1 1,0-1-131,-1 3 0,0-1 0,3-4 1,-1-1-112,-2 1 1,0 0-1,1-6 1,-1-1 29,-2 3 0,-1-1 0,1-3 0,-1-1-228,-1 3 1,-1-1 0,-1-6 0,0 0 193,-3-5 1,0-1 0,0-2 0,0-1 24,0 1 1,0 1 0,0-2 0,0 1-44,-1 4 1,2 2 0,2 1 0,2 2 127,0 1 1,3 4-1,2 10 1,2 3 32,2 4 1,4 3 0,20-26 164,12 13 0,10 6 60,-22 27 0,2 3 1,-1 3-1,1 2-157,6-1 0,0 2 0,-2 3 0,1 2-85,3-2 0,0 1 0,0 4 0,0 0-48,7 0 0,0 1 0,-4 2 1,-1 1-92,3-2 1,0 1 0,-5 1-1,0 2-212,-4 1 1,-1 1 0,0-2 0,0 1-192,30 7 0,-3-5-1001,-10 6 1544,-1-1 0,-8 3 0,2 0 0,-4 2 0,-1 3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19948 11075 7919,'-6'-8'0,"2"0"-21,-5 3 0,4 3 42,-4-2 1,6 1 442,-2-2 312,-3 3-483,6-4 1,-9 4 152,7-2-54,-1 2-85,5-4-206,0 6 464,0 0-349,6 0 0,-3 4-3,7 1 0,-1 0-58,5-5 0,1 0-8,-1 0 0,6 0-14,4 0 0,5 0-2,4 0 0,-2 0-126,7 0 0,7 0 66,7 0 1,3-5-149,2 0 0,-2-4 46,-3 4 1,2-1 31,-7 1 1,-6 4-44,-7-4 0,-6 3 46,-4 2 0,1 0 28,-6 0 0,0-1-28,-5-4 2,0 3 0,5-4 53,0 6 1,0 0-1,-5 0 0,1 0 23,-1 0 1,5 0 127,0 0 0,0 0-49,-5 0 1,0 0 57,0 0-113,1 0 0,-1 0 45,0 0-62,0 0 1,5 0-44,0 0 1,0 0-135,-5 0 1,1-2 118,-1-2-122,0 2 1,-5-4-66,1 6 64,-7 0-15,3 0 39,-6 0 878,0 0-636,0 6-24,-6-4-73,5 10 0,-6-8 99,7 5-96,0 1 1,0 4 45,0 0 1,5 0-62,0 0 0,1 1-6,-1-1 1,-2 5-31,6 0 0,-5 1-4,0-1 1,3-1 9,-3 5 0,6-4-2,-5 5 1,-1-7-36,-4 2 1,0 2-18,0-2 0,0 0-16,0-5 1,0-5 31,0 1 0,0-1-9,0 6 34,0-8-2,0 0 118,0-7 332,0 0-112,-6 0 0,-2 0-230,-6 0 0,-2-2-113,-3-3 0,-3 4-149,-6-4 1,-1 4 94,1 1 1,-2-5-113,-3 0 0,-2 0 72,-3 5 1,-3 0-20,3 0 1,-3 0 8,-2 0 0,5 0 10,0 0 0,2 5 72,-2 0 0,-3 1-93,3-1 1,-3-2 1,-2 7 1,1-7 8,-1 1 0,0 3-12,1-3 0,1 1 68,3-5 1,-2 2-10,7 3 1,0-4-13,4 4 0,3-4 5,2-1 1,-1 0 20,6 0 0,-2-1-14,2-4 0,3 4-20,-3-4 3,4 3 1,0-3-4,1 1 1,5-1-162,-1 5-298,7 0 217,-3 0 23,6 0 1,1 0-865,4 0 1,3 0 167,6 0 1,0 0-61,1 0 0,-1 0 290,0 0 747,0 0 0,13-6 0,3-2 0</inkml:trace>
  <inkml:trace contextRef="#ctx0" brushRef="#br0">19664 11160 7919,'-15'-8'-641,"1"-3"751,0 6 1,4 0 1445,1 5-974,6 0 0,-5 0 531,3 0-340,4 0-361,-6 0 0,9 0-219,3 0 1,2 0-1,8 0 1,1 0 41,2 0 0,5-4-75,5-1 0,0 0 0,1 5 0,1-1 50,3-4 1,2 3-150,3-2 0,3-3 45,-3 3 1,3-1 35,1 5 0,1-5 1,0 0 0,-1 1 11,1 4 0,0-2-28,-1-3 0,6 4 1,-1-4 0,1 3-7,-6 2 0,1-4 2,0-1 0,-7-1-115,-3 1 0,-5 3 46,-4-2 0,-3-3-188,-7 2 56,-6 1-1050,-2 4 0,-17 0 258,-3 0 0,-4 0-230,4 0 0,-5 0 147,0 0 0,0 1 954,5 4 0,-19 9 0,-5 8 0</inkml:trace>
  <inkml:trace contextRef="#ctx0" brushRef="#br0">19592 11444 7897,'-7'2'-30,"2"3"0,2-4 813,-2 4-223,3-4 493,-4-1 107,6 0-604,0 7 0,6-6-121,4 4 1,2-3 73,3-2 0,1 0-218,2 0 1,5 0-54,5 0 1,2-2-6,3-3 1,8 4-30,7-4 0,5-1 0,0 1 0,2-1 31,2 1 0,0 3-27,-1-2 0,0 2 8,-4 2 1,-8 0 20,-6 0 0,-8 0-196,-2 0-517,-12 0 331,-9 0-112,-7 0-119,-7 0 257,-1 0 1,-1 0-1272,-1 0 1,6 0-34,-6 0 1,5 0-1869,-4 0 3291,-1 0 0,-16-6 0,-4-2 0</inkml:trace>
  <inkml:trace contextRef="#ctx0" brushRef="#br0">20858 11217 7886,'0'-14'-942,"0"-1"1,0 1 1639,0 0 1,0 0-52,0-1 1,-5 6-126,0 0 1,-6 1-160,2-2 1,1 2 395,-2 3-227,1 4-166,-5-5 1,0 12-93,-1 3 1,6 4-60,-1 1 1,7 0-81,-2 1 0,4 4 11,1 0 1,0 0-171,0-5 0,0 0 67,0 0 1,5 0-144,-1 1 1,7-6 57,-1 1 1,7-7 0,2 1 1,5-2-47,-5-2 0,6-2-8,-1-2 0,-4-4 234,-1-6 0,-3-1-13,-2 1 0,-1-6-18,-3-4 1,-4 3-236,-6 2 0,-8-1-240,-6 1 0,-7 5 93,-7 4 1,-2 7-103,-3-2 1,3 5-651,-4 5 1,4 3 186,2 6 1,6 5-26,3 0 1,-2 5 863,2-5 0,-6 25 0,3 2 0</inkml:trace>
  <inkml:trace contextRef="#ctx0" brushRef="#br0">20488 11174 7886,'0'-9'-98,"0"-1"0,-5 5 503,1-4 1,-1 4 1605,5-4-993,0 6-38,0-4-615,0 7 0,0 2 107,0 3 0,0 2-123,0 8 0,0-1-134,0 0 1,0 5-148,0 0 1,0 0 7,0-5 0,0 2-109,0 3 1,2-5-1,2 0 1,-2 1-554,3-6-190,-4 4 91,-1 1 0,0-5-555,0 1 444,0-7-1283,0 3 2079,0-6 0,-38-38 0,-9-9 0</inkml:trace>
  <inkml:trace contextRef="#ctx0" brushRef="#br0">20175 11274 7911,'0'-15'459,"0"1"180,-6 0 0,3 1 484,-7 4-327,7 3-577,-9 6 1,5 1-44,-2 4 1,-2 3-83,6 6 0,0 0 125,5 0 0,-4 1-27,-1-1 1,0 0-21,5 0 1,2 0-118,2 1 1,0-3-37,5-2 0,1 1 19,4-6 1,0-1-14,0-4 0,0 0 143,1 0 0,4-1-8,0-4 0,-2-3 46,-8-6 1,2 0 149,-6-1 0,0 0-265,-5-4 1,0 3-200,0-3 1,-8-2-586,-6 2 1,0 5 12,-5 5 1,-2 6-347,2-2 0,-6 3 287,1 2 0,4 7-236,1 2 0,1 5 455,-1 5 1,4-3 519,-4 3 0,-10 22 0,-1 5 0</inkml:trace>
  <inkml:trace contextRef="#ctx0" brushRef="#br0">19806 11288 7911,'-14'-14'0,"-1"-1"562,1 1 0,5 6-34,-1 4 1,1 2 43,-6 2 0,6 2-188,-1 2 0,6 4-48,-6 6 0,6 1-40,-6-1 0,7 0 129,-2 0 0,4 0-168,1 1 1,1-3-117,4-2 0,-2 1-135,7-6 1,1 4 43,8-4 0,-2 0-121,7-5 1,-5 0-31,4 0 1,-1-5-167,2 0 1,-3-6 145,-7 2 0,0-4 78,0-1 1,-4-1 200,-1 1 1,-6 0-223,2 0 0,-10-2-341,-4-3 0,-4 8-60,-1-3 1,-5 9-322,0 0 1,-1 4-614,1 1 318,3 0 0,-5 6 1081,7 4 0,0 27 0,0 9 0</inkml:trace>
  <inkml:trace contextRef="#ctx0" brushRef="#br0">22735 12169 7761,'-7'-8'670,"6"-4"1,-7 5 348,3-2-276,3-4 0,-4 10-186,6-6 0,-1 5 705,-4 0-887,3 2 0,-6 2-58,4 0 0,-3 6 5,-2 4 1,-4 3-73,4 1 0,-2 0 0,1 0 0,-2 5-57,2 0 1,-3 5-96,-1-5 1,0 0 8,0-5 1,4 0-135,1 0 0,1 1-18,-2-1 1,3-5 54,2 1 18,3-7 1,-4 2-183,6-10 0,0-3-310,0-6 1,1-8 162,4-7 0,3-4-12,6-5 0,1-3 180,-1 3 1,0 3 161,0 2 1,-1 3 49,-4 2 1,4 7-89,-4 7 1,-1 1 504,2 9-196,-1-1 0,6 16 183,-1 3 0,0 12-14,0 2 0,-4 2 101,-1 8 0,-1-5-191,2 5 1,2-6-111,-2 1 1,-2 2-171,1-2 0,-6-6-212,2-9 72,-4-2-733,-1-1-1114,0-8 735,0-7 1,-4-7-983,-1-8 0,-4-1 185,4-2 0,-8 2 1950,-1-3 0,-32-22 0,-14-5 0</inkml:trace>
  <inkml:trace contextRef="#ctx0" brushRef="#br0">22536 12255 7761,'7'0'3427,"6"0"1,-3 0-2111,9 0 0,-2 0-824,7 0 1,-1-5-637,6 0 0,-1-6-527,1 2 1,-1 1-6,0-2 1,-5 5-2068,-4-4 2742,-4 6 0,-70-22 0,-18 1 0</inkml:trace>
  <inkml:trace contextRef="#ctx0" brushRef="#br0">26630 7634 7780,'0'-14'144,"0"0"0,0 4 273,0 1 1,0-1 287,0-4-219,0 6 0,0 0-111,0 4 0,2 2 553,3-3-101,-4 4-331,5 1 140,-6 0-85,0 6-50,0 2-256,0 6 1,0 0 25,0 1 1,0-1-58,0 0 1,0-5-1,0 1 1,0-1-101,0 6 1,0-1 51,0 0 0,-1 0-92,-4 1 1,4-1 7,-4 0 1,3 5 3,2 0 0,0 0-42,0-5 1,0 0-166,0 0-10,0 1 0,7-1 127,2 0 1,1-6-46,4-3 1,-3-4 20,8-1 1,3 0 35,2 0 0,2-6 9,3-3 0,-2-4-11,-4-1 1,-2-1 69,-7 1 0,-1 0 119,-4 0 1,-2 0-8,-7-1 1,-2 1 138,-3 0 1,-4 4-387,-10 1 0,1 1 35,-5-1 0,-1 2-188,-4 7 1,4 0-9,0 0 0,2 0-1,-2 0 0,4 0-155,6 0-167,-1 7 52,1 1 298,6 6 1,4-2 195,8-2 0,4-4-83,6-6 0,7 0 111,3 0 1,3-6-30,1-4 1,0-2 95,1-2 0,-2-1 22,-4 1 0,1-2 231,-10-3 0,2 4-196,-11-4 1,-2-2-90,-8 2 0,-4 5-112,-10 4 0,-8 6 74,-6-6 0,0 7-214,4-2 0,6 5-350,-1 5 0,3-2-474,2 7 1,0 1 2,10 8 1,3-2-640,1 7 0,5-5 1646,5 4 0,21 7 0,12 7 0</inkml:trace>
  <inkml:trace contextRef="#ctx0" brushRef="#br0">24668 8103 8513,'14'0'0,"1"0"-229,-1 0 1,5 0-287,0 0 1,1 0 170,-1 0 344,-3 0 0,-2 13 0,-7 3 0</inkml:trace>
  <inkml:trace contextRef="#ctx0" brushRef="#br0">25095 8075 8450,'14'-21'-410,"0"-2"1,0 2 228,1 2 0,-6 10-177,1 4 1,-6 5 357,6 5 0,44 15 0,15 10 0</inkml:trace>
  <inkml:trace contextRef="#ctx0" brushRef="#br0">26090 8046 8485,'24'0'-577,"-1"0"0,-5 0 275,1 0 0,-2 0 224,2 0 1,-2 5-1,7 0 0,-6 0 78,0-5 0,11 19 0,1 4 0</inkml:trace>
  <inkml:trace contextRef="#ctx0" brushRef="#br0">26559 8217 8398,'14'8'0,"5"-2"-27,0-6 1,2 0-9,-2 0 1,-3 0 47,3 0 1,-4 2-459,0 3 445,5-4 0,9 37 0,7 2 0</inkml:trace>
  <inkml:trace contextRef="#ctx0" brushRef="#br0">27199 8644 8502,'21'-7'35,"-7"4"-18,0-6 1,0 5 137,-4 0-47,-4 2 1,0 8-425,-6 4 0,0 4-561,0 5 1,5-3 130,0 3 746,6 3 0,9 19 0,10 11 0</inkml:trace>
  <inkml:trace contextRef="#ctx0" brushRef="#br0">27853 9269 8460,'24'2'0,"-1"2"0,0-2 141,0 3 1,2 1 204,-6-1 0,-1 6-754,-9-2 0,2 9 408,-6 1 0,6 31 0,-3 4 0</inkml:trace>
  <inkml:trace contextRef="#ctx0" brushRef="#br0">28422 9994 8460,'19'10'113,"0"-1"1,0-4 221,-5 4 0,-2 2-380,-2 8 0,-4-1-503,-6 5 0,0 1-35,0 5 0,-1-1 299,-4 0 0,3-4 210,-2 0 1,2-1 84,2 6 1,0-1 109,0 1 1,6-1-77,4 1 0,4-1-77,5 1 0,3-1 167,7 0 0,-1 1 122,0-1 0,-1 1-170,-3-1 0,-4 1-2,-5-1 1,-7 0-408,-4 1 1,-2-1 321,-2 1 0,6 12 0,2 3 0</inkml:trace>
  <inkml:trace contextRef="#ctx0" brushRef="#br0">29019 11146 8438,'36'22'0,"5"0"0,-3-3 0,2-3-71,-2 3 0,3 1 172,-3-1-101,-4 6 0,1-9 0,-6 5 0</inkml:trace>
  <inkml:trace contextRef="#ctx0" brushRef="#br0">29602 11743 8317,'9'0'534,"1"0"-732,-7 0 1,3 1-375,-6 4 1,-1 5 166,-4 9 1,-5-2 404,-9 7 0,4-5-380,-4 4 1,8-4 453,1 5 1,2 0-87,-1 4 0,2-1 12,7-3 0,-6 2 0,-8 15 0,-8 12 0</inkml:trace>
  <inkml:trace contextRef="#ctx0" brushRef="#br0">29104 12354 8227,'-20'14'-223,"5"-4"-21,1-1 0,0 5 213,4 5 1,3 2 54,-3-2 1,2-2-160,-1 7 0,-4-2 12,4 2 0,1 1-130,-2-6 1,1 5 200,-5-5 52,-7 6 0,-7-16 0,-9 4 0</inkml:trace>
  <inkml:trace contextRef="#ctx0" brushRef="#br0">28009 13008 8193,'-41'0'-2,"3"0"0,-1 0-97,6 0 1,-13 2-138,-1 2 0,-15-2 78,-9 3 1,30-2-1,-2 0-289,-4-1 0,-1 1 1,-2-1-1,-1 0 447,1-1 0,1-2-193,0 1 0,1 0 1,5 3-1,1 1 0,-1 0 1,1 0-1</inkml:trace>
  <inkml:trace contextRef="#ctx0" brushRef="#br0">25251 13065 8076,'-52'0'0,"0"0"0,4-2 0,-4-2 0,0 2 335,-5-3 1,7-1 51,2 1 0,3-4-387,-3 4 0,2 0-141,-6 5 1,5-4-324,-5-1 1,0 0 205,-5 5 258,6 0 0,12-5 0,-2-3 0,0 0 0,-1 1 0</inkml:trace>
  <inkml:trace contextRef="#ctx0" brushRef="#br0">24128 12951 8051,'-28'-6'0,"-1"-4"-267,1-9 0,4 4 20,0-4 0,1 4 247,-6 6 0,-31-23 0,-8 1 0</inkml:trace>
  <inkml:trace contextRef="#ctx0" brushRef="#br0">23545 12653 8070,'0'-29'507,"-5"5"63,1 1 1,-1 1-228,5-2 0,-2-1 75,-3 6 1,-4 0-109,-10 5-310,-3-1 0,-32 7 0,-6 2 0</inkml:trace>
  <inkml:trace contextRef="#ctx0" brushRef="#br0">23275 12141 8077,'-6'-38'6,"-4"0"0,-3 5-78,-1-5-1,-3 13 79,-7 1-6,0 0 0,-12 4 0,-7-1 0,2-5 0,-1 0 0</inkml:trace>
  <inkml:trace contextRef="#ctx0" brushRef="#br0">23033 11544 8104,'14'-37'-758,"2"3"455,3 5 303,-3-6 0,-2-32 0,-11 25 0,0 1 0</inkml:trace>
  <inkml:trace contextRef="#ctx0" brushRef="#br0">23246 10762 8221,'21'-51'78,"-4"-2"1,7 5 1,-7 1-281,2 4 1,-9 2 20,-5 3 1,-10 3-136,-5 7 1,-2-2-188,-2-3 1,1 3 501,3-3 0,4 3 0,6 1 0,2 1 0,2-1 0,4 1 6,7-1 1,-1-1 20,0-3 1,0 3 58,0-3 1,1-3 306,-1-2 1,-2 2-132,-2-2 0,-4 0 9,-6-5 1,5 2-389,0 3 0,6-3 76,-2 3 0,4-3-195,1-2 0,0 1 126,1-1 1,5 5 275,4 0 0,-2 0-77,2-4 1,-1 1 192,6 3 1,-4-2-159,3 7 1,-2 0 102,7 4 0,-3 1-262,-2 0 0,1-1 134,-1 1 1,1 4-434,-1 0 1,1-3 61,-1-1 1,0-8-51,1 7 0,-1-4 100,1 0 0,-1-2 87,1-3 1,-1 2 91,0 3 0,-4 3 8,0-3 0,-7 3-68,2 1 1,2 5 38,-2 1 0,0 4 179,-5-5 1,0 2-114,0-2 0,1 4 90,-1 6 1,0-1-89,0 1 0,2 1 11,3 4 1,-2-4-6,7 4 1,-3 1 7,7-2 1,-3 3 46,8-3 0,-3-1-36,-1 6 1,-1-4-3,1 4 0,-2-4 59,-4 4 1,3 0 11,-7 5 1,6 0-49,-1 0 0,-2 0 43,1 0-93,-5 6 0,9 21 0,-5 11 0</inkml:trace>
  <inkml:trace contextRef="#ctx0" brushRef="#br0">2631 7179 8301,'-8'-14'246,"-3"0"219,6 0 1,-4 4-83,4 1 1,-2 4 762,3-5-323,2 7 47,-4-3-130,0 6-451,4 0 0,-4 2-166,6 2 1,0 9 101,0 6 0,0 1 32,0-1 0,1 4-47,4 5 0,-3-4-15,2-1 1,3 1 19,-3 4 0,1 1-54,-5-1 1,5 1-156,0-1 1,-1-1 163,-4-3 0,0 1-384,0-6 0,0 5-714,0-5-913,0 0 69,0-5 178,0 0 0,2-6 710,3-3 1,-4-10-536,4-5 1419,-3-2 0,4-66 0,-2 32 0,0-1 0</inkml:trace>
  <inkml:trace contextRef="#ctx0" brushRef="#br0">2588 7279 8301,'-5'-14'193,"1"-1"0,-1-4 345,5 0 1,0 1 227,0 3 1,1-1-273,4-2 1,8 2 26,6-3 0,1 8-161,-1 1 0,-1 2-73,5-1 0,-1 3-84,2 6 0,3 0-91,-3 0 0,-4 6 16,-1 3 1,-3 9 79,-2 1 1,-1 0-73,-4-5 0,-2 5-51,-7 0 0,0 4-135,0-4 1,-7 0 1,-2-4 1,-9 0-144,0 4 1,-8-3-170,3 3 0,-4-5-497,-2-4 1,-1 2 5,-3-2 0,8-2-525,-4 1 0,10-4-549,0 4 1925,4-5 0,64-17 0,15-11 0</inkml:trace>
  <inkml:trace contextRef="#ctx0" brushRef="#br0">3015 7350 13988,'-2'14'1482,"-3"0"1,4 1-1083,-4-1 0,3 0-169,2 0 0,0 2-22,0 3 0,0-3-192,0 3 0,0-4 98,0 0 1,0-1-181,0 0 0,0-4 57,0-1 33,0-6-393,0 4 1,0-9 171,0-3 0,0-4-173,0-10 0,0-3 11,0-7 1,0 6-158,0-1 1,7 5 163,2-5 1,-1 7-139,2-2 1,-1 3-253,5 2 0,0 4 264,1 1 1,-1 6-678,0-2 0,5 3 113,0 2 1041,0 7 0,8 26 0,3 13 0</inkml:trace>
  <inkml:trace contextRef="#ctx0" brushRef="#br0">3455 7378 8301,'-6'-12'0,"-3"2"0,-4-2 745,-1 2 1,-1 4 1075,1 1 1,-5 3-1001,0 2 1,-1 0-61,1 0 1,3 7-280,-3 2 1,0 4-308,5 1 0,-2 2-238,11 3 1,-4-2 121,4 7 0,0-2-177,5 2 1,0 1 94,0-6 1,4 1-199,5-1 1,1-3-86,9 3 1,3-8-228,1-1 0,-1-7 134,2 2 0,0-5 94,4-5 1,-1-3 354,-3-6 1,-4-5-62,-5 0 1,-3-5 129,-2 5 0,-4-6-169,-6 1 1,0 2-51,0-2 1,-8 7 39,-6-2 0,-2 3-129,-8 2 0,5 6 123,-4 3 0,4 4 54,-5 1 1,7 6-18,-2 4 0,5 2-45,4 3 150,-3-1 0,12 0-293,-4 0-15,10 0 1,7-1 95,7-3 0,7-4-188,-3-6 0,4-2-316,2-2 0,4-4 214,0-7 0,-1-4-8,-9 0 1,4-6 338,-3 2 0,-4-4 268,-1-2 0,-9 1-127,-5-1 1,1-1 142,-1-3 1,-1 8-21,-4-4 1,-1 12 385,-4 3 361,3 6 0,-5 8-305,2 0 0,3 3-97,-2 7 1,2 1 141,2 12 1,0 1 222,0 5 1,0-1-276,0 0 1,0 2-22,0 4 1,0-4-307,0 3 1,2-8-130,2-1 1,-2-1-454,3 6 0,-4-7 240,-1-3-2350,6-3 46,-4-2 693,4-6 0,-6-3 544,0-10 1,0-3-220,0-6 1,-6-2 918,-3-3 0,1 2 432,-2-7 0,1 5 0,-5-5 0,1 12 0,3-3 0,-1 4 0,7-3 0,-3 5 317,3-1 0,2 5 1197,-3-4-817,4 6 1,2-8 501,4 6 0,-2 0-516,7 5 1,1-5-85,8 1 1,-2-1-334,7 5 0,-1-2-113,6-2 0,-5 2-124,-1-3 1,1 4 106,4 1 0,-4 0-87,0 0 0,-7 0 400,2 0-435,-3 6 0,-3 2 184,-4 6 0,-3 0 176,-6 1 0,0-1-70,0 0 0,0 2-101,0 3 1,0-3 12,0 3 1,-4-4-161,-1 0 1,0-1-267,5 0 1,2 0 33,2 0 1,4-1-243,7-3 0,-1-4 139,0-6 0,5-2-123,0-2 1,6-4 311,-1-7 0,-2-5-45,2-4 0,-7-3 114,2-1 1,-8 0 62,-1-1 1,-7 5 244,1 1 1,-2 5-156,-2-1 1,-8 4-58,-6 0 1,-2 7-72,-8 4 0,5 2-23,-4 2 1,-1 6-52,-4 4 0,4 3 68,0 1 1,7 0-14,-2 0 0,3 4-95,2-4 1,6 3-366,3-7 302,4 2 0,2 1-217,4-4 1,4-2 141,10-7 1,5-2-103,9-3 1,-3 2 357,3-6 0,2-1-132,-2-4 0,1 1 108,-6 4 0,0-4 50,1 4 0,-2 1 290,-4-2 1,3 7-48,-7-1 1,0 2 696,-5 2-309,0 0 265,0 0-183,-6 0-134,-1 0 319,-7 0-74,0 0-846,-7 0 1,4 0-349,-6 0 0,4 0-382,-5 0 0,1 0 333,-5 0 0,-1 0 84,1 0 1,0 5 138,0-1 0,-5 8 145,0-3 1,0 4-111,5 1 0,-1 0 165,1 0 0,0 1 125,0-1 0,6 0-9,3 0 0,4 0-13,1 1 1,1-1-151,4 0 1,3 0-146,6 0 0,7-6 2,2-3 0,4-2-272,2 2 1,-1-3 208,0 2 1,1-8-97,-1-6 1,1-3 223,-1-1 0,-6 0-95,-3 0 1,-3 0 442,-2-1 1,-1 1 478,-4 0 332,-2 6-655,-7-5 68,0 12-225,0-5 0,0 12 121,0 3 1,-5-1-132,0 2 1,0-1-41,5 5 0,0 1-113,0-1 0,2-5-180,3 1 0,-2-2-84,6 1 0,1 2 17,4-6 1,5 0-10,0-5 0,5 0 145,-5 0 1,1-7-59,-1-2 1,-3-8 104,3-2 0,-5-2 4,-4 2 1,1 2-119,-7-7 1,1 5 4,-5-5 0,-1 7-259,-4-2 1,-3 5 14,-6 4 0,-5 2 152,0 4 0,-2 2 96,2-3 0,2 10-27,-7 5 1,7-3 12,-2 3 1,3-1 125,2 6 0,6 0-79,3 4 1,4-3 44,1 3 0,0-3 37,0-2 1,6 0-47,3 1 1,6-6 10,4 1 0,4-7-104,11 1 1,-4-2-14,3-2 0,1-6 87,0-4 0,-1-4-4,-5-5 0,1-3-17,-1-6 0,-1-1 6,-3 1 0,1-7-2,-6-3 1,-5 2-73,-4-2 1,-7 1-121,2 0 0,-4 8 236,-1 10 1,-1 5-7,-4 4 0,2 4-127,-7 6 0,5 2-8,-4 2 1,1 6 110,-1 9 1,-4-2 125,3 7 1,3 0 648,-3 4 0,5 1-83,-4-1 0,6 0 166,-2 1 1,3-2-352,2-4 0,0 3 61,0-7 0,2 4-357,3-4 1,3 0-234,6-5 0,2-4-51,3-1 1,-2-5-658,7 0 0,-2-4 115,1-4 0,4-4 392,-3-7 1,-3 1-1355,-3 0 0,3 0 268,-2 0 1,0-5-8,-5 0 1,0 0-78,1 4 669,-1 1 0,-2 0 749,-2 0 0,-4 6 0,-6 2-192,0 6-39,0 0 851,-6 0 810,4 0-712,-4 0 1,6-2 1668,0-3-1198,0 4 0,6-6 82,4 7-781,-4-6 0,5 3-39,-6-7-64,6 7-47,-9-3-196,4 6 17,-6 0-341,0 0 44,-6 6 0,2 2-105,-5 6 0,4 1 138,-4-1 1,6 0 142,-2 0 1,3 5 6,2 0 1,0 0 20,0-5 1,0 1 156,0-1 1,0 0-88,0 0 0,0-4 18,0-1 1,0-4-80,0 4 1,0-4-105,0 5 0,-6-7-335,-4 1 0,-2-2 175,-2-2 1,-5 0-1941,0 0 0,-2 0 2127,2 0 0,-28-19 0,-13-5 0</inkml:trace>
  <inkml:trace contextRef="#ctx0" brushRef="#br0">6071 7307 7924,'0'-8'0,"-1"0"731,-4 4 0,2 2-178,-7-3 1,7 2 285,-1-2-197,2 4-334,2-5 1,2 7-21,2 4 1,9-4 103,6 4 0,8 2-119,1-3 1,5 1-62,5-5 0,3 5-190,-3-1 0,3 1 109,2-5 0,-2 0-61,-3 0 0,-3 0-3,-7 0 0,-6 0-337,-3 0 149,-3 0 1,-8 0 0,-3-5 43,-10 1 0,-5-6-45,-9 6 0,2-8-248,-7 3 1,1-4 165,-6-1 0,2 0 126,4 0 0,2 1 58,7 4 1,5-2 116,-1 6 0,5-5-140,-4 6 351,6-1-244,-4 5 0,14 1 88,2 4 0,4 3 150,1 6 0,-1 1-65,-4-1 0,2 0-156,-6 0 1,4 0-1,-4 1 0,0-1 3,-5 0 0,0 2-130,0 3 1,-6-5-209,-4 0 0,-3 0-225,-1-4 1,0 3-663,0 1 1,1-5-710,4 1 1,-2-6 1849,6 6 0,19-26 0,10-1 0</inkml:trace>
  <inkml:trace contextRef="#ctx0" brushRef="#br0">6967 7165 7924,'-9'-8'1226,"-1"3"1,5 4-427,-4 1 1,4 0 304,-4 0-678,6 0 0,-8 6 13,6 4 1,0 4-169,5 5 0,-5 1-28,1 4 0,-1 4-84,5 1 1,0-1-122,0 6 0,0-4-209,0-2 0,-5-4-65,0-1 0,1-1-909,4 2 314,0-3-549,0-7 684,0-6-81,0-2 430,0-25 0,-5 5-61,0-19 1,0 0 51,5-10 1,0-1 287,0-4 1,7 4 220,2-3 1,4 7-20,1 2 0,0 7 226,0-2 1,5 9-86,0 5 0,2 5 113,-2 4 1,-3 4-103,3 6 0,-4 1 69,0 4 1,-3 5-138,-2 9 0,-2-4-92,-4 4 0,-2 2-37,3-2 1,-5 5-21,-5-5 0,-3 1-139,-6-1 1,0-3 124,-1 3 1,-4-8 25,1-2 1,-3 1-335,2 4 1,3-5-486,-3 1 0,3-7 280,2 2 0,5-2-296,-1 2 530,7-4 0,-3 7 186,6-3 0,0-2 215,0 7 0,6-6-8,4 6 0,-2-5 165,1 4 1,0-4-117,6 4 0,-1-4 23,0 4 1,0-4-138,1 5 0,0-7-73,4 2 0,-3-4-134,3-1 1,-2 0 82,2 0 0,-3 0-133,3 0 1,-5-6 193,-4-4 1,1 2 141,-6-1 0,4 0-69,-4-6 1,4 1 359,-4 0-138,0 0-280,-5-1-189,0 1 260,0 6-298,0 2 252,0 19 1,0-4 46,0 10-161,0-3 0,0-2-92,0 0 1,5 1-25,-1-1 0,7 0-13,-1 0 0,2-4-132,3-1 1,1-6 161,2 2 0,3-3 43,3-2 1,3-2 122,-4-3 0,-2 2 220,-2-6 1,0-1-38,-5-4 1,3 1 266,-7 4 0,-4-4 354,-1 4-380,-4 2-192,-1 1-3,0 6-436,0 0 0,-4 6 114,-1 4 0,0 3 53,5 1 0,0 0 31,0 0 1,0 0-148,0 1 0,7-3 32,2-2 0,5 1 57,5-6 0,-1 4 57,5-4 0,1-1-21,4-4 1,2-6 20,4-3 1,-4-9 118,3-1 0,-5-6-50,-4 1 0,-4-4 203,-5-5 1,-3 1-162,-2-6 0,1 7-34,-6-2 0,-1 3 9,-4 1 1,0 5-53,0 1 1,-1 12-8,-4 1-48,3 1-131,-4 7 1,1-3-492,1 10 0,-3 3 276,3 6 1,0 5 422,-5 0 0,6 6-23,-2-1 0,-1-2-38,1 2 1,0-2-73,5 2 0,-5 1 192,1-6 1,-1 1-83,5-1 0,2-3 53,2 3 0,-1-3-18,7-2 0,-5 0-155,4 1 1,1-7 12,4-4 1,0-2 25,0-2 1,1 0 1,-1 0 0,5-6 202,0-4 1,0-7 301,-5-2 1,0-5-172,0 5 1,0-5-117,1 5 0,-3 0-106,-2 5 0,1 0-221,-6 0-338,-1 6-6,-4-5-299,0 12 563,0-6 0,0 9-72,0 3 1,-4-2 125,-1 6 0,-6-1 68,1 2 1,4 2-112,1-2 128,-3 2 0,7 3-185,-4-1 1,3-5 13,2 1 234,0-1 0,7 4 23,2-4 1,5-2 178,5-7 1,-3 4-140,3 1 0,3-2 87,2-7 0,-2 0 271,2-5 0,-5 0-146,4-6 0,-4 6-105,5-1 1,-7 1-130,2-5 1,-3 6-153,-2 3 1,-4-1 24,-1 1-324,1 0 397,4 5 0,-6 2-27,-3 3 1,-2-2 192,2 6 149,-4 1 0,6-1-79,-7 1 0,0-6-161,0 6-320,0-7 242,0 10-43,-7-12 1,-1 6 26,-6-7 1,0 0-187,0 0 0,-2 0-902,-3 0 1,2 0 16,-7 0 1112,6 0 0,-15-45 0,3-10 0</inkml:trace>
  <inkml:trace contextRef="#ctx0" brushRef="#br0">8943 7478 9326,'-8'-6'1860,"2"4"-1308,6-4 128,0 6-161,0 0-440,0-7-74,0 6 0,2-12-59,2 4 1,4-6 110,7-4 1,-1 0-75,0-9 1,5 1-4,0-11 1,2-1-126,-3-9 1,-6 4 20,2-3 0,-10 9 130,1 5 0,-3 4 138,-2 6-134,0 2 0,0 13 0,-5 3-52,0 10 0,-4 9-154,4 10 0,-4 3 289,4 1 1,-1 2 143,1 4 0,3-4-63,-2 3 1,2 0-175,2-5 0,-5 5 5,0-4 1,1-5-101,4 4 0,1-7-206,4 2 0,3-5 83,6 1 0,0-10-213,1-4 1,-1-4 117,0-1 1,7-1 70,2-4 0,-1-9 228,2-10 1,-5-3-132,5-1 0,-7-2 538,2-3 1,-8 1-75,-1-6 0,-7 7 85,1-3 0,-2 6 277,-2 4 123,0 4-375,0 12-452,0 2 1,-2 7-19,-2 4 0,2 8 333,-3 5 1,4 8 335,1-3 1,-2 4-268,-2 2 0,2-2-4,-3-4 0,2 3-295,-2-8 1,4 6-240,-4-5 0,3 0-115,2-5 355,0 1-1414,0-1 527,0-6 866,0-2 0,0-8-74,0-2 0,0-4-120,0-6 7,0-1 1,0 1 33,0 0 1,0 4 65,0 1 1,2 4 13,3-4 1,-2 6 143,6-2 1,-4 3-193,5 2 0,-1 0 471,5 0 0,-4 2-172,-1 3 0,-1-2 14,2 6 0,2-4-283,-2 4 1,2-4-208,3 5 0,-1-2-243,0 1 1,0-1 235,0-3 1,1-4-19,-1 4 1,0-3 202,0-2 0,1 0-22,-1 0 0,0-7 49,0-2 0,0 1 213,1-2 0,-1 2-87,0-1 0,-4-2 145,-1 6 0,-6-1 95,2 1-116,3 4 1,-5-11-76,6 8-105,-5-1-29,2 5 1,-4 0 9,2 0-203,-2 0 274,4 0-14,-6 0-573,0 0 564,-6 0 0,3 5 90,-7-1 1,5 8-78,-4-3 0,4-1 165,-4 1 0,4 1-162,-4 4 1,4-4-18,-5-1 0,7-4-1113,-2 4 706,-2 1 0,5-1-456,-3 1 211,4-7 242,1 3 1,1-6 52,4 0 1,-2-5-1,7 1 109,-1-7 1,5 4 303,1-2 1,-6-2 19,0 6 0,-5-1-36,0 1-75,4 3 1,-5-4 146,7 6 448,-7 0-216,10 0 206,-12 6-351,12 2-255,-5 7 1,1-8-90,1-2 153,-1 3 0,5-6 22,1 2 0,-1-7 13,0-2 0,-4-6 112,-1 2 0,1-4-134,4-1 1,-5-6 142,1-4 1,-6 2-57,6-2 1,-7 5 149,2-5-370,-4 7-150,-1-3-684,0 5 721,0 7 0,0 8 121,0 10 0,0 4 243,0 5 0,0-2 438,0 7 1,0-5-303,0 5 1,2-7-105,3 2 0,-2-3-595,6-2 1,-4 0-5,5 1 1,-3-6-92,3 0 0,3-5 32,-4 0 1,4-2-239,1-2 0,0-2 94,0-2 1,7-6-602,3-9 1185,-4-3 0,-8-24 0,-3-12 0,-2-4 0,0 1 0</inkml:trace>
  <inkml:trace contextRef="#ctx0" brushRef="#br0">9754 7265 8199,'0'9'492,"0"1"14,0-7 0,1 3 407,4-6 1,3 0-499,6 0 1,0-2-380,1-2 0,5-4 0,4-6 1,4-1-216,6 1 0,-6-3-360,0 3 1,-1-4-1878,-8 9 2416,-6-4 0,-46-3 0,-23-1 0,-3-2 0,0 0 0</inkml:trace>
  <inkml:trace contextRef="#ctx0" brushRef="#br0">9086 7222 8193,'-15'2'870,"1"2"-318,0-2 0,4 4 1930,1-6-1583,6 0-429,-4 0-1065,7 0 1,7-5-283,2 1 0,10-1-748,5 5 0,9-5 1625,5 0 0,13 2 0,16-1 0,1 0 0,7 2 0,0-1 0,0 1 0</inkml:trace>
  <inkml:trace contextRef="#ctx0" brushRef="#br0">10607 7265 8117,'0'-15'0,"-6"1"504,-4 0 1,-3 4 734,-1 1 0,0 1-696,0-1 1,0-2-86,-1 6 0,0 0-267,-4 5 0,3 0 15,-3 0 0,1 8-190,0 6 0,2 0-114,-3 5 0,8 2-86,1-2 0,5 5-120,-4-6 1,6 6-1336,-2-5 1057,4 0 0,7-5-226,3 1 1,4-8 368,1-2 0,5-5 139,0-5 1,5-2 234,-5-8 1,4 0 176,-4-4 0,0 3 317,-4-3 1,-6 3-70,1 2 0,-3 4 354,3 1 0,-4 4-431,-6-4 0,2 5 493,3 0-499,-4 2 0,5 5-250,-6 7 0,-1 1 474,-4 13 0,4-1-116,-4 6 1,3 1-148,2 3 1,-5-2 23,1 7 1,-1-6 145,5 1 0,0 2-144,0-2 1,-2 0-199,-2-4 0,2-7 30,-3-3 0,-1-3-198,1-2 0,-1-5-62,1 1 1,2-7 107,-6 2 0,-1-4 81,-4-1 1,0 0-22,-1 0 0,1-5 21,0 1 0,1-7-119,4 1 1,-4-7-195,4-2 0,2-5-6,3 5 0,2-5-333,2 6 1,2-8-89,2 3 0,6 0 211,9 0 1,3 4 126,6-5 0,1 2 243,-1-2 0,1 4 156,-1 6 1,-4-1-131,0 1 0,-2 1 188,1 4 0,-7-2 51,-6 6 119,-1 0-60,-1 5-72,-2 0 0,-6 7 87,0 2 1,5-1-110,0 2 0,0-1 95,-5 5 0,0 1-81,0-1 0,0-5 126,0 1 0,4-1-355,1 5 1,1-4 142,-1-1 0,-2-4-170,7 5 0,-1-7 22,5 1 0,1-2-1,-1-2 1,0-6 124,0-4 1,2-4 115,3-5 1,-3-3-85,3-6 1,-5-1 225,-4 1 1,1-1 116,-7 1 0,1 6-118,-5 3 0,-1 5-83,-4 4 0,-3 4-147,-6 6 1,-5 0-211,0 0 1,-7 8 137,3 6 1,1 0-103,-2 5 0,7 2 73,-2-3 1,4 1-98,6-4 1,1-1-969,3 0 745,4 0 0,-4 1 4,10-1 1,4-6 194,10-4 0,3-4 16,7-4 1,-1 0 74,1-5 1,-6 0 165,1-6 0,-2 6-105,2-1 1,1 2 156,-6-1 0,0 3 206,-5 6 0,0 0 20,1 0 194,-1 0 1,-5 0-100,1 0 0,-7 6 84,2 3 1,-4 4-147,-1 1 1,0-4-86,0-1 0,0 1 70,0 4-315,0 0-1373,0 0 750,7 1-222,-6-7 547,12-2 1,-7-8 99,4-2 1,1-6 75,-7-9 0,6 3 16,-5-3 0,4 4 140,-4 0 1,4 1 699,-4 0-383,0 0 0,-4 1-97,4 4 0,-3 1 143,2 3-495,-2 3-471,-2-4 389,0 6 1,2 0-192,2 0 0,-1 2 121,7 2 1,-1-2-94,6 3 0,0-2 107,4 2 1,-1-4 5,6 4 0,-7-4 235,2-1 1,1-6 72,-1-3 1,0 1 72,-4-2 1,-6 1 38,0-5 0,-5 4 127,0 1 1,3 4 154,-3-5 139,1 7-634,-5-3 0,-6 6 90,-4 0 0,2 2-396,-1 2 1,0 4 133,-6 6 0,6 1-23,-1-1 1,6 0 71,-6 0 0,7 0-183,-2 1 0,4-1-178,1 0 0,0 0 152,0 1 0,1-6 62,4 0 0,4-5 93,10 0 1,-1 3 4,5-3 0,1-4 55,5-4 0,-1-7 139,0 1 1,-4-2 44,0-3 1,-7 1 644,2 0-441,-3 0 1,-3 4 500,-4 1-9,-3 6-1,-6-4-385,0 7 0,0 7 620,0 2-483,-6 4 0,3 1-191,-7 0 1,7 0-31,-1 1 1,0-1-192,0 0 0,2-5-175,-3 1 1,4-5-430,1 4 1,-5-4 175,0 4-64,1-5 175,4 2 90,0-6-92,0 0 1,0-6 44,0-4 0,0-4-20,0-5 0,0 3-185,0-3 1,1-1 60,4 1 1,-2-5 130,7 5 0,-6 0-50,6 5 0,-2 4 12,1 1 1,4 4 137,-4-4 1,4 5 34,1 0 0,0 2 242,1 2 1,-1 0-149,0 0 1,-5 2 21,1 2 0,-5-2-1179,4 3 788,-6 3 1,8-5-660,-6 6 0,0-4-543,-5 5 154,0-7 1353,0 9 0,-19-4 0,-5 6 0</inkml:trace>
  <inkml:trace contextRef="#ctx0" brushRef="#br0">11972 7307 7148,'-10'0'3231,"1"0"-2168,6-6-269,-4 4 143,1-4-497,4 6 1,-4 2 364,6 2-625,0 4 0,0 6 210,0 1-293,0-1 0,-5 0-207,1 0 1,-1-4 97,5-1 1,0-4-130,0 4 1,0-4-555,0 5 289,0-7 258,0 3 1,0-7-30,0-4 1,5 2-135,-1-7 0,7-4 242,-1-5 0,-2 0 203,1 5 1,-4 1-79,5 4 0,-6-4 100,6 4 0,-6 2-65,6 3 1,-5 0 122,4 0 1,-4 2 338,4-3 1,-1 5-302,2 5 1,1-2 1133,-6 7-1094,6-1 1,-5 5-565,3 1-111,4-1-283,-5 0 1,6-1 369,0-4 0,-4-2-265,-1-7 1,6-2-1272,4-3 1,6-4 248,-2-10 1583,-2-3 0,12-51 0,-18 31 0,0 0 0</inkml:trace>
  <inkml:trace contextRef="#ctx0" brushRef="#br0">7095 8089 8061,'-13'-1'1175,"4"-4"1,1 3-481,3-2 0,2 2-261,-6 2 0,4 0-126,-5 0 1,6 0-15,-6 0 0,1 8 86,-5 6 1,-2 2 199,-3 8 1,3-1-501,-3 6 1,5-1-211,4 1 0,-1-1-177,7 0 1,-1-1 178,5-3 1,1-4-177,4-5 0,8-6-65,6 1 0,6-7-398,-1 2 1,7-10 276,2-5 0,1-4 19,-6-5 0,-4 2 579,-1-7 0,-5 7-153,1-2 1,-3 3 857,-2 2-177,-6 0 145,-2-1-541,-6 7 1,0 4 83,0 8 1,-5 4 29,1 7 1,-6 3 46,5 1 1,1 0-202,4-4 0,0 0 9,0 4 0,0-3 9,0 3 1,6-8-136,3-1 0,9-7-231,1 2 0,4-4-88,-4-1 1,5-5-448,-5 1 1,0-9 269,-5-1 1,0 0-35,1-5 1,-7-2 347,-4 2 0,-2-5-61,-2 5 0,-11-4 32,-3 4 1,-5 0 105,0 5 1,1 6 140,-5 3 1,1 3-99,-2 2 0,3 2 55,7 3 1,0-2 40,0 6 0,-1 1-72,1 4 1,6 0 92,4 1 1,2-1-139,2 0 0,2-5-175,2 1 0,4-7 54,6 2 1,2-4-150,3-1 0,2 0 197,2 0 1,4-6 24,-3-3 1,1 1 27,-1-2 0,3 2 143,-4-1 0,0-2 390,0 6 1,-5 0-37,1 5 1,-4 0 756,0 0-797,-1 0 1,-2 7 40,-2 2 0,-4-1-289,-6 1 1,0 1-142,0 4 0,0 0 52,0 1 0,0-6-260,0 1 1,0-6-1021,0 6 580,0-7 82,0 3 1,-1-6-263,-4 0 381,3 0 0,-4-6 26,6-4 0,2-2 72,2-2 1,4-5 93,6 0 1,1 0 214,-1 5 0,0-1 537,0 1 0,5 1-63,0 4 1,5-2 189,-5 6 0,0 0-302,-5 5 1,0 0 131,1 0 1,-6 2-56,0 3 0,-5 3-3,0 6 1,-2 2-141,-2 3 0,0-4-71,0 4 0,0-3-83,0-2 1,0 1-132,0-1-1630,0 0 584,6 0 317,-4-6 1,11-2 327,-4-6 1,-1 0-62,1 0 0,1-4 189,4-1 0,0-6 357,1 1 1,-3 3 42,-2-3 1,1 5 350,-7-4 484,7 6-620,-9-10 1,4 10 799,-6-7-370,7 7-88,-6-3-422,6 6-367,-7 0-68,0 0-121,-7 0 194,6 0-199,-6 0 53,7 0-67,-6 0-54,4 0 174,-4 0 181,6 6-56,0-4 14,-6 4 22,4-6 194,-4 0-315,6 0-1027,0 0-1098,0 6 424,-6-4 878,4 4 0,-6-6 286,3 0 671,4 0 0,-43 26 0,-4 5 0</inkml:trace>
  <inkml:trace contextRef="#ctx0" brushRef="#br0">7209 8231 8014,'-8'-8'-647,"0"2"977,3 6 1098,4 0-558,-6 0-438,7 0 0,11 0 118,4 0 0,15-1-99,3-4 1,17 2 45,7-7 0,11 1-166,3-6 0,-1 1-43,1 0 1,-8 1-241,-11 4 0,-12 1-466,-17 3 1,-2 4 1,-27-4-1,-4 10 0,-17 3-406,-15 6 0,-14 2 208,-10 3 0,-4 1-545,-1 4 1,7 1 800,2-6 1,5 5 313,5-5 0,5 4 68,9-4 1,9 0 111,10-5 1,11-6 36,8-3 1,8 1 234,11-1 0,5 0 472,9-5 0,10-2-225,9-2 1,10-4 299,4-7 1,-3 1-350,-1 0 1,-5 1-304,-5 4 1,-5-4-444,-9 4 0,-10 2-1127,-9 3 3,-9 2 0,-10 2 378,-10 0 0,-4 6 93,-5 4 1,2 3-153,-7 1 1015,7-6 0,-23 11 0,2-4 1</inkml:trace>
  <inkml:trace contextRef="#ctx0" brushRef="#br0">12825 6867 7941,'0'-8'3187,"0"-5"-1351,0 11-739,0-10-223,0 10-339,0 2 0,-2 10-206,-2 9 1,0 1-105,-5 4 0,6 4-139,-2 1 1,-1-1 103,1 5 0,-5-1-155,6 1 1,-3-3-124,3 3 1,2-4-180,-3-6 1,4 3-139,1-7 0,-2 0-1118,-3-5 793,4-6 0,-5 0-1737,6-4 1300,0-2 610,0-8 0,0-5-423,0-13 0,-5 5 980,0-5 0,-4 7 0,4-2 0,-5-2 0,6 2 0,-6 5 0,5 5 0,-1 4 61,1-5 1,4 6 480,-4-6 201,3 7 827,2-3 350,0 6-1412,0 0 1,7 0-226,2 0 1,5 0-124,5 0 1,-1-2-126,5-3 1,-4 4 48,5-4 0,-5 4-117,5 1 0,-5 0-63,4 0 38,-5 0 0,2 0 164,-5 0 75,-1 6 1,-5 2 237,1 6 0,-7 0-174,2 0 1,-4 2 98,-1 3 1,0-3-145,0 3 0,0-2 134,0 2-250,0-3 1,0 5-333,0-7-24,0 0 225,-6-6 179,4 5 39,-4-12 0,6 4 254,0-10 0,0-7-430,0-7 1,2-2-300,2 2 1,3-1 118,2-4 0,4-1-115,-4 6 1,4-5-203,1 5 0,0 5-273,1 4 0,-1 2-647,0-1 0,0 3 482,0 6 0,1 0 940,-1 0 0,6 37 0,3 11 0</inkml:trace>
  <inkml:trace contextRef="#ctx0" brushRef="#br0">13379 7179 7941,'-8'-14'1403,"-3"0"1946,7 0-2699,-7 6 1,4 0-135,-2 3 1,-4 4-225,4-4 0,1 5-54,-2 5 1,6-2-355,-6 6 0,2 1 155,-1 4 0,-2 0-624,6 0 1,0 1 118,5-1 1,-5-5-454,1 1 0,-1-1 387,5 5 0,0-4-709,0-1 906,0 1 1,2-2 247,2-4 1,-1 3 307,7-3 0,-1 1-208,6-5 1,-6-6 420,1-4 0,-1 3-97,5-3 0,-4 5 76,-1-4 1,-4 4 117,4-4-200,-5 5 1,7-3 42,-7 2-440,1 3 0,-3-4 449,2 6 1,-2 2 219,3 2-559,-4-2 190,-1 10-1413,0-4 341,0 7 375,7-8 1,1 5 245,6-8 0,0 1-75,0-5 0,0-5 130,1 1 1,-1-8 245,0 3 1,-1 1 11,-4-1 1,4 4 427,-4-5 0,2 6 692,-1-6-811,2 7 1,-8-3 256,5 6 1,-6 0-41,4 0-196,-1 0-89,-5 6-403,6 2 0,-6 5-337,4-4 0,-3-1-1304,2-3 799,-2-4 612,4 6 0,-2-7 76,5 0 1,-4 0 75,4 0 0,-1-2-68,2-3 788,2 4-56,-4-12 0,2 10-231,-1-7 0,-4 7 148,4-1-162,-6 2 0,5 2 415,-3 0-520,-3 0 0,6 5 130,-4-1-234,-2 7 0,6-4-220,-3 2-486,-4 4 0,10-10 348,-6 7 0,1-7-522,-1 1 560,-3-2 1,10-2-103,-2 0 306,-4 0 0,5-2 347,-6-2-230,6 2 1,-8-9 56,6 6 1,-5-1 586,0 1-272,4 4 56,-6-6-507,4 1-176,-6 4 1,2-4-156,2 6-450,-2 0 285,4-6-15,1 4 54,-6-4 272,12 6 1,-11-2 664,2-2 134,4 2 546,-6-4-762,10 6 1,-10-2 221,3-3 0,-2 4 67,2-4 0,-4 4-519,5 1 1,-4-5 284,3 0-460,-4 0 0,6 4-66,-7-4-133,0 3 79,0-4-107,0 6-3381,0 0 3507,0 6 1,0-2 46,0 5 77,0-6 1,0 10 267,0-4 1,4-1 119,1 2 1,1-6-178,-1 6 1,-3-5-4,3 4 1,-2-6 72,1 2 327,-2 3-432,4 0 1,-6 1 114,0 1 0,-4-6-293,-1 6 0,-6-7-395,1 2 29,-2 3 0,-3-7 188,1 4 1,2-2-304,2 2-79,-2-3 200,4 4 0,-2-6-42,1 0 166,5 0 386,-2 0-147,6 0 0,2-2-227,2-2 0,4 0 109,7-5 1,4-1-63,0-4 0,6 5 157,-2-1 0,3 1 37,-3-5 0,4-1 46,-3 1 0,-2 5 207,2-1 0,-7 2-17,2-1 1,-8-2 182,-1 6 1,-6 0-41,6 5-231,-7 0 23,3 0 57,-6 0 1,0 7 80,0 2 0,0 4-122,0 1 0,-4 0 88,-1 0 1,0-4-287,5-1 0,0 1-178,0 4 0,0-5-895,0 1 609,0-7 147,0 10 227,0-12 423,0 6-429,0-7 1,5-7 226,0-2 1,4-4-163,-4-1 1,4 0 26,-4 0 0,6-1 126,-1 1 0,-2 5-77,1-1 0,-4 5 180,4-4-190,1 6-28,4-3 1,0 6 113,0 0 0,-4 0 157,-1 0 1,-4 1-107,5 4 0,-6-2-43,6 6 0,-6 1-712,6 4 1,-7-4-447,2-1 346,3-6 1,-5 8 244,6-6 400,-5 0-160,8-5 0,-4-2 171,6-3 1,-4-2-98,-1-8 0,1 3 271,4 2 0,-5-2 494,1 2 0,-5-1 78,4 2-442,-6-4 1,8 10-5,-6-7-462,0 7 289,-5-3-80,0 6 0,0 1-3,0 4 0,5-2-125,-1 7 0,6-5-265,-5 4 1,6-1 144,-2 1 0,4 2 43,1-6 1,5 0 60,0-5 1,0 5-6,-5-1 0,5 1 63,0-5 0,0 0 134,-5 0-9,7 0 0,-6 0 606,4 0 811,-3-6-1078,-8 4 1,0-4 121,-3 6 0,-4-2-142,4-2-689,-3 2-222,-2-4-264,0 6 1,4-2 510,1-3 0,6 4-129,-1-4 1,2 2 37,3-2 0,-1 4 83,0-4 0,-5-1 365,1 1 1,-1 0 123,6 5 0,-6-2 109,1-2 1,-6 2-112,6-3 1,-5 4 268,4 1-35,-6 0-124,10 0-150,-12 0 41,6 0-399,-7 6 61,0-4 0,0 6-418,0-4 136,0-2-167,0 4 427,0-6 1,-2 5-167,-3 0 247,4 0-202,-12-5 345,12 0 0,-7 0 99,3 0 53,3 0-152,-4 0 32,6 0-114,0 0 1,6 0 11,4 0 1,2-2-261,3-3 0,0 2-12,4-6 1,-3 5-18,3 0 1,2 0 198,-2 0 0,4 2 121,-4-3 0,0 4-35,-4 1 1,3 0 375,1 0-219,0 0 1,-4 5 45,-1-1 440,-6 7-323,4-3 0,-10 2-137,3-1 0,-4-4-154,-1 4-393,0-5 278,0 8 1,-1-10-140,-4 3 1,3-2 291,-2 1-136,2-2 301,2 4-53,-6-6 236,4 0-551,-4 0-288,6 0 337,0-6 1,1 4-119,4-2 0,-2-3-28,7 3 157,-1-1 1,5 3 90,1-2 1,-1 2 33,0-3 0,2 4 199,3 1 1,-2 0-146,7 0 1,-2 0-9,2 0 1,3 0 91,-4 0 0,-1 0 312,2 0 1,-5 0-327,5 0 1,-7 4-63,2 1 0,-3 2-85,-2-3-49,-6-2 1,-2 6-362,-6-4 0,0-2 200,0 4 658,0-6 1350,0 0-1194,-6 0-479,4 0 1,-4-1-52,6-4 1,0 2-56,0-7 0,0 6-320,0-6 1,0 5-169,0-4 1,5 4 163,0-4 0,-1 4-256,-4-4 229,0 5 148,7-8 107,-6 10 1,7-9-46,-3 6 70,-4 1 137,6 4 1,-6 0 137,4 0-279,-3 0-95,4 0-21,0 0-77,-4 0 1,6 0 172,-3 0 9,-4 0 0,10 1 35,-6 4 1,1-3 289,-1 2 44,-3 4-147,10-6 0,-5 6 141,2-4 0,4-2 167,-4 3-146,4-4 0,1-1-81,0 0 1,-1-1-26,-4-4 0,4 2 49,-4-7-228,4 1 1,0-5-224,-4-1 0,2 1-1,-6 0 1,0 5-112,-5-1 0,0 5-57,0-4 0,0 4-204,0-4 0,-7 5 202,-2 0 1,-4 2-122,-1 2 0,-5 0 214,0 0 1,-5 5 155,5 0 0,1 4 210,3-4 1,1 1-8,0-1 0,4-4 67,1 4-323,6-3 50,-10-2 1,18 0 41,0 0 1,7 0-157,7 0 1,3-5 164,7 0 1,-1-6-56,1 2 1,-1 2 15,0 3 0,-1 2 87,-3 2 0,3 0 281,-3 0 1,-2 0 37,1 0 1,-5 5 174,1 0 1,-3 4-190,-2-4 0,-5 6 490,1-2-679,-7-2-553,3 5 434,-6-10 1,2 4-125,3-6 1,-2 0-424,6 0 0,1-6 148,4-4 1,2-2-46,3-2 1,-2-1 202,7 1 0,-5 5 247,4-1 1,-1 2 35,2-1 1,-3 2 336,-7 7 0,0 0-117,0 0 1,1 0 109,-1 0 0,-2 2 1367,-2 3-1297,3-4 0,-10 10-332,6-6-410,-6 0 1,8-4-1787,-6 4 1035,6-3 0,-3 4-2460,6-6 3513,1 6 0,11-4 0,4 4 0</inkml:trace>
  <inkml:trace contextRef="#ctx0" brushRef="#br0">28336 4606 7883,'0'-8'2481,"0"-4"-2145,0 10 26,0-4-72,0 6 0,-1 1-14,-4 4 1,2 3-98,-7 6 0,6 5 0,-6 0 0,5 2-3,-4-2 1,4-2-36,-4 7 1,1-5-148,-2 4 1,-1-5 21,7 1 1,-6-4-120,5 0 0,-4-1 12,4 0-142,0-6 648,-1-2-301,5-6 0,-6-6-188,7-4 1,2-9 0,3-4 1,-2-6-102,6-4 0,1 2 179,4-7 1,-5 6 33,1-1 1,-1 4 25,6 6 0,-6 2-9,0 7 1,-4 6-193,5 3 0,-6-1-96,6 1 1,-5 5 408,4 5 0,1 8 45,4 1 0,-2 2-9,-2 7 1,3-4-64,-4 5 0,-1-7 229,1 2 1,-4 2-190,5-2 1,-6 5-45,6-5 0,-7 0 22,2-5-736,-4 0-1260,6 0 424,-6 0-116,6-6 797,-7-1 1,-2-7-877,-3 0 1599,4 0 0,-37-26 0,-2-5 0</inkml:trace>
  <inkml:trace contextRef="#ctx0" brushRef="#br0">28180 4706 8155,'0'8'2623,"6"-2"-1271,-4-6-1010,11 0 0,-10 0-228,6 0 0,1 0-29,4 0 0,0 0-223,0 0 1,5 0 120,0 0 1,7-2-43,-3-2 1,9 0-178,1-5 1,0 1-266,-4-1 0,1-4 113,3 3 0,-3-1-100,3 2 0,-3-2 316,-2 6 0,1-4 65,-1 4 1,-6 0 204,-3 5 0,-3 0-64,-2 0 0,-4 0 324,-1 0 530,-6 0-383,4 0 348,-7 0-71,0 6 216,0-4-753,-7 4 0,4-6-83,-6 0 1,4 0 8,-4 0 1,-1 2-118,-4 3 0,0-2-327,-1 6 0,1-4 186,0 5 0,-2-1-286,-3 5 1,4 0 121,-4 1 1,7-1-18,3 0 0,1 0 42,-1 0 0,1 1 73,3-1 0,3 0 21,-2 0 1,4-4 8,4-1 0,4-6 104,7 2 1,3-3-75,1-2 0,7-2-80,-3-3 0,0-2 153,0-8 0,-5 0 123,1-4 0,-2-3-47,2-7 0,-8-4 140,3 0 0,-9-7 17,0 2 1,-4 4 176,-1 0 0,0 6 177,0 4-283,0 4 0,0 10-479,0 1 0,-1 7 58,-4 2 0,3 8 76,-2 11 1,2 0 333,2 9 0,-5-7 248,1 7 1,-1-2-265,5 2 0,0-4-109,0 0 1,0-2-142,0 1 0,5-2 156,-1-7 1,6 0-543,-5 0 0,6-6 70,-2-3 1,4-3-128,1-2 1,2 0 175,3 0 1,-4-2 33,4-3 0,-3-2 152,-2-8 0,1-1 162,-1-2 0,5 2-212,0-3 0,0 3 48,-5 2 1,2 0 6,3-1 0,-4 7 83,4 4 0,-3-3-8,-2 3 1,1-1 42,-1 5 0,-5 0 149,1 0 1,-7 1 82,2 4 303,-4-3-174,-1 4 1,0-4 249,0 2-186,0-2-365,0 4-216,-6-6 1,3 0-93,-7 0 0,6 2-381,-6 3 0,2-2 310,-1 6 0,-4 1-115,4 4 1,-4 0 214,-1 0 1,1 1-28,4-1 1,-4 0 75,4 0 52,2 1 0,-4-1 113,6 0 1,1-5-44,4 1 157,0-7 1,6 3-95,4-6 1,4 0 75,5 0 0,-2-6-14,7-3 1,-5-4-118,4-1 1,0-7 140,0-3 0,-2-2-55,-7-3 0,0-1-17,0-3 0,-6 3 26,-3-3 1,1 4 83,-1 6 1,0 2-111,-5 7 10,0 0-460,-6 6 0,2 9 304,-5 14 0,1 0 258,-1 9 1,-3 0-93,8 4 0,-6-4 79,6 0 1,-3-2-141,2 1 1,4 3 25,-4-7 0,5 0-33,5-5 0,-2 0-115,7 0 0,-1 1-136,5-1 0,5-6 82,0-4 1,5-2-27,-5-2 1,4 0 12,-4 0 1,5-6 35,-5-4 0,5-2 145,-5-3 0,0-4 160,-5 0 1,0-6-117,0 1 1,-1 2 81,-4-1 0,-2 10 164,-7-1-114,0 3-526,0 3 113,0 1 199,0 7 0,-5 7 27,0 2 0,-1-1-7,1 2 1,4-1-143,-4 5 71,3 1 0,2-1 50,0 0 0,0-5 121,0 1 257,7-1-269,1 6 0,6-1 77,0 0 0,-6-4-80,-3-1 0,1-4 159,-1 4 1,4-4 97,-4 4 18,0-5-386,1 8 1,-4-9 97,2 7 0,-1-7-412,2 2 37,-3-4 278,10-1 1,-4 0 57,7 0 1,-1-6-12,0-3 0,0-4-14,0-1 0,2-7 24,3-3 1,-3 2-109,3-1 0,-3 1 63,-2-2 1,-5-1 249,1 6-261,-7 0-22,10 4-148,-12 8 1,4 0-274,-10 7 1,-3 2 249,-6 3 1,2 2 122,2 8 1,-3 4 127,4 0 0,1 0-165,-1-5 1,5 0-464,0 0 297,2 0 0,2 1 121,0-1 0,2-6 117,2-4 1,9 3 106,6-2 1,8-2-68,1-8 0,1-3-44,4-6 0,2 0 213,-2-1 1,0 1-19,-5 0 0,1 0-27,-1 0 1,-6 4-43,-3 1 1,-3 5 214,-2 0-60,1 2-114,-8 2 0,0 6 177,-7 4-4,0 3 1,-2 1-26,-3 0 0,2 0-212,-6 0 0,-1-4-123,-4-1 1,0-1 4,0 2 0,-5 1-322,0-6 1,-5-1 125,5-4 0,0 0-127,5 0 1,-5 0 147,0 0 0,5 0 85,4 0 0,6-1-337,-6-4 14,7 3 0,-3-4 582,6 6 725,0 0-598,6 0 1,2 0 33,6 0 1,0 0-143,1 0 0,3 0-70,1 0 1,7 0-10,-3 0 1,4-2 89,2-2 0,-6-3-200,1-2 0,0-8 88,4 2 1,1-2 12,-1 3 1,-4 0-10,-1-1 0,-5 1 23,1 0 1,1 1-23,-1 4 1,0 2 8,-5 7 1,1 0 213,-1 0 1,0 2 130,0 3-238,1 3 1,-3 6-6,-2 0 0,-2 0 147,-4 1-220,-2-1-175,4 0 95,-6 0 0,-1-1-127,-4-4 1,-3-1 10,-6-3 0,-2-3 69,-3 2 1,3-2 12,-3-2 1,4 0-40,0 0 0,6 0-119,-1 0 1,6 0-60,-6 0-289,7 0 241,-10 0 8,12 0 486,-6 0 1,9 0-53,3 0 0,3 0-69,6 0 0,6 0-166,4 0 1,5-5 41,4 0 1,3-6 84,7 2 0,4-4 6,0-1 0,1 0 42,-5 0 1,-7-1 115,-3 1 1,-3 1 77,-2 4 0,-5-2 307,-4 6 108,-4 0-430,-7 5-23,-1 0 22,-7 0-217,0 0 107,0 7-220,6-6 1,2 10-84,6-6 1,0 0 13,0-5 0,5 0-27,0 0 0,0 0 124,-4 0 1,-1-5 27,0 0 0,0-6 54,0 2 0,-4 1-8,-1-1 1,-5-1 3,0-4 0,-2 0 139,-2-1 1,0 6-211,0-1 0,-2 7-81,-2-1 0,0-3-218,-5 2 1,-1 1 210,-4 4 0,0 4-47,0 1 1,0 8 166,-1 1 1,1 0-54,0 5 1,6-1 113,3 1 1,-1-4 214,1 4 1,-1 3 110,1 2 1,4-2-162,-4 2 1,3-5-107,2 5 1,-5-5 4,1 4 1,-3-5-106,3 1 1,1 0 46,-7-5 0,5 3-171,-4-7 0,4-3 333,-4 3 0,4-7 289,-5 2 1,6-4 414,-6-1 0,5-6-482,-4-3 0,6-4-399,-2-1 0,-1-7-179,1-2 1,2-9-488,8-1 0,-2-2 456,6 2 1,1 3-184,4-3 0,2 7-211,3 3 0,-4 5-573,4-1 0,-1 4-521,1 0 1,-3 7 268,3 4 1396,3 2 0,-13 15 0,4 3 0</inkml:trace>
  <inkml:trace contextRef="#ctx0" brushRef="#br0">24299 11444 7891,'0'14'0,"4"-4"-564,1-1 1,0-4 57,-5 5 121,0-7 290,0 3 89,0-6 4,-7 0 0,0 0-1,-8 0 1,0 0 2,-4 0 0,-41-13 0,-16-6 0,19 6 0,0 0 0,0 0 0</inkml:trace>
  <inkml:trace contextRef="#ctx0" brushRef="#br0">22820 11288 8121,'8'-10'-141,"-3"1"0,-4 4-43,-1-4 0,5 4 166,0-5 0,1 6-43,-1-6 0,-4 5 382,4-4-123,3 6-201,0-10 1,6 7 68,0-4 1,0-2-33,1 2 1,0 2 42,4-1 0,4 4 5,5-4 0,0-1-66,1-4 1,1 1 5,3 4 0,2-4-36,3 4 1,3 1 69,-3-2 0,3 3-136,1-3 1,3-3 120,2 4 1,-7 3-16,2 1 0,-2-1-3,2 1 0,-2-2-3,2 3 1,-2 2 17,7-3 1,-2-1 9,-3 1 0,6 1 5,-1 4 0,0 0-14,-4 0 1,-2 0-29,-3 0 0,2 0 14,-7 0 0,0 0-8,-5 0 1,2 0 12,4 0 1,-3 6-3,7 3 0,0-1 12,5 2 1,-1-1 1,1 6 1,6-1 38,3 0 0,-3-5 8,-2 1 0,-2-1-6,-3 6 1,-5-1-26,-4 0 0,-3-4-54,-2-1 0,-6 0-6,-3 6 1,2 0-8,-2 4 1,1-3 83,-1 3 1,-1-1-5,5 1 1,1-2 43,4 7 1,1-1 123,-1 6 1,1-6-37,-1 1 1,2 0-107,3 4 1,-4-4 81,-1 0 0,-4-7-97,-5 2 0,-8-2-90,3 2 0,-4-3 71,-1 3 0,-2-3-127,-7-2 0,0 0 125,0 0 0,0 2-23,0 3 0,0-1 33,0 5 1,0 1-32,0 4 0,0 1 81,0-1 0,0 2-77,0 3 0,0-1 8,0 6 1,0-11-52,0 1 0,0-2-10,0 2 0,0-4-4,0-1 0,-5-1-21,0 2 1,-4-2 28,4-3 1,-5-1-13,6 5 0,-7-1 60,1 2 0,-3 3-7,-1-3 1,-2-2 4,-3 1 1,4 1-7,-4 5 1,-2-6 11,2 1 1,-4-5-45,4 5 0,-5-7-1,5 2 1,-5-3-83,5-2 0,-6 3 96,1-2 0,2 2-33,-2-8 0,7 2 1,-2-1 1,-3 3 4,-2-4 0,-1-1-4,1 1 1,-3 1-4,4 4 1,-9-4-10,-1-1 0,0 1 0,4 4 0,1 0-12,0 0 1,-6-1 27,1-4 0,-5 2 1,5-6 1,-6 6-29,1-1 0,-3-2 3,-2 1 1,5-4-5,0 4 1,0-4-6,-4 4 0,-4-1 13,3 2 1,-3 1-1,8-6 0,2 4-80,-2-4 1,2 4 74,-2-4 1,-2 1-49,7-1 1,0-3 44,5 2 0,-6 3 7,1-2 1,2-1 8,7-4 0,-3 0-1,3 0 0,-7 0 32,-2 0 0,-2 0 12,2 0 0,1 0 5,-6 0 0,2 0-37,-2 0 0,-3 0 41,3 0 1,3 0-20,2 0 1,-2 0 3,2 0 1,5-4 38,4-1 0,0-5 114,-4 6 0,-4-6-66,4 5 0,-4-6 15,9 2 1,-4 1-30,-2-2 1,-4 3-22,0-3 1,-2-3-97,2 4 1,3-5 118,-3-5 0,-2 3-14,2-3 1,0-3 13,4-2 0,2 2 123,4-2 1,-4 1-103,3-6 0,4 1 107,1-1 1,1 1-143,-1 0 0,3-7 38,-2-3 1,2-3-132,2-2 0,4-3 52,1-6 0,4 0-172,-5-10 0,7 4 118,-2 1 0,5 0-25,5 0 1,3 2-26,6 3 1,5 3-6,0 6 1,5 4-70,-5-4 0,5 9 58,-5-9 0,1 8-361,-1-3 1,-2 7-175,7-3 0,-7 6-376,2 4 1,-3 9 273,-2 5 723,1 7 0,-26 9 0,-7 10 0</inkml:trace>
  <inkml:trace contextRef="#ctx0" brushRef="#br0">26502 7208 8150,'0'-14'0,"0"-1"79,0 1 0,-1 0 181,-4 0 0,-3 1-155,-6 4 1,0-4 119,-1 3 0,-5 3 15,-4-3 1,-3 5-66,-1-4 0,-5 6 29,0-2 1,-5 2-19,4-2 0,-3 3-118,3-2 1,0 2-2,0 2 0,0 0 86,-4 0 0,-3 5-192,3 0 0,-2 4 57,2-4 0,-7 6-130,2-2 1,2 4 151,3 1 0,0 2-124,-5 3 0,1 1 131,-1 4 0,0 3-8,1-3 0,-2 9-116,-4 5 1,-4 3 111,-10 2 1,6-1 11,-1 1 1,1-1-38,9 1 0,-4 0-6,9-1 0,2 1-9,12 0 0,4-1-8,0 1 0,7-2 10,-2-3 1,3 3-13,2-3 1,0 8 153,0 1 0,-1 5-125,1-4 0,0-1-7,0-4 1,0 4 39,-1 1 0,1-1 4,0-4 1,4-2-37,1-3 0,-1 4 0,-4 1 1,5-2 20,-1 2 0,7-1 153,-2-4 0,4 2-122,1-2 1,0 1-2,0-6 0,6 0 13,4-4 0,1 1-30,-2 3 0,2-3 6,-6 3 0,4-8-44,-4-1 1,5 1-4,-6 9 0,6-9-16,-5 3 1,1-2-10,-1 2 0,-4 0 10,4 1 1,1-1-20,-1 1 0,6-1 8,-1 1 1,2-1 25,2 0 1,1-1 1,-1-3 0,5 1 4,0-6 0,4 6 2,-4-1 1,5-2-23,-5 2 1,2-2 14,-2 2 1,-2 3 82,7-4 0,-2 3-82,1-3 0,3 3 4,-7-7 0,8 1-3,1-1 0,-3-3-3,8 3 1,-6-3-11,6-2 1,4 0-1,1 0 1,-2-1-52,2-4 0,-5 4 61,5-4 1,-6-1-68,1 2 1,-3-5 25,-2 4 0,-1-6 3,-3 2 1,3 1 12,-4-1 1,6 4-1,4-4 1,-1 2 45,6-3 0,-4-2 7,9 3 1,-4-4 21,9-1 0,-4 2 139,-1 2 1,1-2-79,3 3 1,-7-4-47,2-1 0,3-1 7,2-4 1,4 2-36,1-7 1,-5 1-4,10-5 1,-3-5-47,3 0 1,-1-5-25,1 5 1,0-6-232,0 1 1,0-3 277,0-1 1,6-1-63,3 1 1,-2-5 47,-3 0 1,-2-5-17,-2 5 1,3-7 5,-4 2 1,3 2-33,-12-2 1,1 0 0,-6-5 0,-1-6-5,-3-3 0,-3 0-17,-7-5 1,1-3-53,-1-11 0,-12 33 0,0-1 63,-2-1 0,0-1 0,3 0 0,-2-1-230,-3-1 0,0 0 0,1-3 1,1-1 125,0-2 1,0-1-1,0-2 1,0 1 10,1-1 1,-1 0 0,-2-1 0,0 1 20,-1 5 1,1 0 0,-1-2 0,0 0 74,1-1 0,0 0 0,-2 2 0,-1 0 6,-4 2 0,-1 2 0,0 1 1,-1 2-126,-3-30 0,-8 6 372,-6 4 1,-7-1 69,-7 5 1,-5-1-120,-1 10 1,-5 1-179,1 4 0,-3-4-84,-2-1 0,-1 1-248,-3 4 1,-6-4-82,-8 0 1,-4-1 260,30 27 1,-1 0-1,-30-20-105,-1 3 1,3 3 12,-3 6 0,28 15 1,-1 0 32,3-1 0,-2 2 0,-3 1 0,-1 1-59,3 2 1,-1 0 0,0 1 0,0 1-178,1 2 1,0 1 464,-2-3 0,0 1 0,-34 5 0,-3-4 0,3 3 0,1 2 0</inkml:trace>
  <inkml:trace contextRef="#ctx0" brushRef="#br0">2801 8004 7912,'-14'0'-106,"5"0"-39,-1 0 390,7 0 149,-10 0-34,12 0-303,-6 0 1,6 0-68,-4 0 230,4 0-135,-6 0 109,7 0 2598,0 0-2855,7 0 425,-6 0-249,5 0 0,-4 0 30,3 0-33,-4 0 0,7 0 135,-3 0 0,-2 0-87,7 0 1,-6 0 169,6 0-227,-1 0 1,6 0 17,-1 0 0,0 0-198,0 0 1,0 0 100,1 0 0,-1 0 38,0 0 0,2 0 7,3 0 1,-3 0 2,3 0 1,-2 0 9,2 0 1,-2 0 13,7 0 0,0 0-74,4 0 1,-1 0 10,-3 0 1,3-5-5,-4 0 1,3 1 39,-3 4 1,4 0-17,-3 0 0,-2 0 2,2 0 1,-5 0-3,4 0 0,-1 0 25,2 0 0,3 0 7,-3 0 1,-2-5 12,1 0 0,1 0-33,5 5 1,-3 0-120,-2 0 1,3 0 55,-3 0 1,2 0-21,3 0 1,-5 0 4,-1 0 0,1 5-5,4 0 1,1 0 27,-1-5 1,-4 0-10,0 0 1,-1 0 74,6 0 0,4 4-66,0 1 1,-4 0 130,-6-5 1,1 0-38,4 0 1,-1 0-36,-3 0 0,1 0-14,-6 0 0,7 0 4,-3 0 0,4 0 7,2 0 1,-1 0 2,0 0 0,1 0-76,-1 0 0,1 0 50,-1 0 1,1 0-61,-1 0 1,0 0 27,1 0 0,-2 0-8,-4 0 0,3 0 44,-7 0 1,6 0-5,-1 0 1,-4 0 6,-1 0 0,-3 0 5,-2 0 1,0 0 84,1 0 0,-1 0-92,0 0 0,-5 0 56,1 0 1,-5 0 57,4 0 7,-6 0 6,4 0-2,-7 0-2342,0 0 1002,-7 0 859,6 0 0,-7 0-1103,3 0 1,-4 0 1412,-10 0 0,-41 5 0,-16 2 0,19-1 0,0-1 0,0 0 0</inkml:trace>
  <inkml:trace contextRef="#ctx0" brushRef="#br0">2972 8146 7915,'-10'-5'3,"1"1"1,4-1 888,-4 5 1,4-5 253,-4 0 82,5 1-433,-8 4-515,10 0 1,-6 0 48,4 0-214,2 0 149,-4 0 1,12 0-28,3 0 1,1 0 57,4 0 1,-1 0 142,10 0 1,1 0-82,5 0 0,-1 0-139,0 0 0,6 0-58,-1 0 1,11 0-10,-1 0 1,3 0-135,-4 0 1,7 0 163,3 0 1,4 0-187,0 0 1,-3 0 110,-1 0 1,0 0-30,5 0 1,0 0-50,-1 0 0,-5 0 80,-4 0 1,-2 0-66,-3 0 1,-1 0 5,-3 0 1,-3 0-151,-7 0 0,1 0 143,-1 0 0,4 0-104,-4 0 0,4 0 54,-8 0 0,3 0 10,1 0 1,0 0 110,1 0 0,-1 0-84,1 0 0,-1 0 48,1 0 0,-1 0-17,0 0 1,-4 0 4,0 0 0,0 0-21,4 0 1,0 0-13,1 0 1,-1 0 44,1 0 1,-6 0 3,1 0 1,-2 0 68,2 0 0,1 0-90,-6 0 1,0 0-50,-5 0 1,1 0 71,-1 0 3,-6 0-21,4 0-191,-10 0 61,10 0-39,-10 0-352,4 0-408,-6 0-448,0 0-301,-6 0 189,4 0 1,-10 1 565,2 4 1,-2-4-915,-2 4 1772,-1-3 0,-22 3 0,-9 2 0,-5 1 0,0 0 0</inkml:trace>
  <inkml:trace contextRef="#ctx0" brushRef="#br0">1408 8729 7805,'8'0'1290,"0"0"-496,-3 0-451,-4-6 1,7-2 121,-3-7 1,-4 4-159,4-3 1,1 3-79,-1-8 1,5-3-81,-6-2 1,7-2-89,-1-3 0,-2 1 0,1-1 0,-6 2 8,2 4 1,-3 2-85,-2 7 0,-7 1-33,-2 4 0,-4 2-88,-1 7 0,-5 2 134,0 3 1,-5 4 41,6 10 0,-1-1 46,4 5 1,3-4 37,2 5 0,-1-7 17,6 2 0,2-3-31,8-2 1,0 4 146,9-4 1,-3 6-143,8-10 0,2 6 14,-3-7 1,3 2-27,-2-1 1,-3 2-29,3-2 1,-10 2-34,-4 3 0,1-4 65,-1 3 0,-2-8 23,-8 8 0,-4-2-189,-10 2 1,3 0-214,-3 0 1,-1-1 47,1-4 0,0 2-109,5-6 1,-5 0 110,0-5 0,0 0-70,4 0 1,1 0 118,0 0 0,5 0-268,-1 0 703,7-6-36,-3 4-246,6-11 0,1 12-4,4-4 1,8-1 80,6 1 0,1-1-55,-1 1 1,3-1 9,7-4 0,-1-3-13,0 4 1,7-1-98,3-4 0,-2 3-111,2-8 1,-6 3 85,1 2 1,-3-2 169,-1-3 0,-7 4 63,-3-4 0,-5 3 167,-5 2 1,-2 0 91,-7-1-11,0 1 1,-7 6-121,-2 3 1,-4 4-118,-1 1 1,0 0-22,0 0 1,-1 1-29,1 4 0,0 3-164,0 6 0,1 1 94,4-1 0,1 0-192,3 0 1,3 5 362,-2 0 0,2 0-93,2-5 1,0 0 47,0 1 1,6-1-102,4 0 1,2 0 11,3 1 0,4-8-95,0-2 1,6-3-189,-1-2 1,-2 0 66,1 0 0,1-7-187,5-2 1,-6-4 133,1-1 0,-7 0 65,2 0 0,-8-1 245,-1 1 0,-2-5-66,1 0 1,2 0 71,-6 5 1,0 5 84,-5-1 525,0 7-207,0-3 66,0 6-1000,0 0 256,-7 0 87,6 0 1,-4 0 157,10 0 66,3 6 0,6-4-100,0 2 0,0 3 67,1-3-12,-1 7 0,0-3 205,0 7 0,-4-1 105,-1 0 0,-4 0-106,4 0 0,-5 1-186,0-1 0,3 0-52,-3 0 1,1 2-197,-5 3 1,5-3 134,0 3-223,-1-3-182,-4-2-475,7 0 653,1-6 0,4-3 106,-2-10 1,1-3 95,-7-6 1,8 0-53,-3-1 0,-1 0 19,1-4 1,-4 3 32,5-3 1,-6 3 123,6 2 1,-7 0 77,2-1 0,-4 6 137,-1-1 0,5 6 406,0-6-266,-1 7-791,-4-3 23,0 6 187,0 0 1,0 6 190,0 4 0,0-3-99,0 3 19,0-1 0,5 6 60,0-1 1,0-5-44,-5 1 1,4-5-144,1 4 0,5-4 11,-6 4-188,7-6 189,-3 4-10,7-7 61,-1 0 45,0 0 1,-5-2 197,1-3-153,-7-2 0,5-8-96,-3 1 1,-4 0 74,4 0 0,-3-1-12,-2 1 0,4 0 169,1 0 294,0 0-273,-5-1-63,0 1-144,0 6 36,0 2 0,0 8 144,0 2 1,0-1-1,0 7 0,6-5-95,4 4 0,-2-4-123,1 4 1,5-6-221,5 2 1,2-2 61,-2 2 0,-2-3-166,7 2 0,-5-2 184,4-2 0,-5-5 51,1 1 1,1-3 116,-1 2 1,-1 2 314,-9-6 245,4 6 0,-10-4 207,6 7 158,-5 0-422,2 0 0,-8 2 116,-2 3 0,2 3-136,-3 6 0,4 0-127,1 0 0,-5 2-65,0 3 1,0-3-6,5 3 0,0-3-234,0-2 1,5 0-113,0 0 0,6-4-143,-2-1 0,1-6 15,4 2 1,-3-3-320,8-2 0,-3 0 365,-2 0 1,0-7-47,1-2 1,-1-1-48,0-4 1,0 3-102,1-8 0,-3 3 362,-2 2 0,2 0 42,-2 0 0,2-1 152,3 1 0,-3 5-2,-2-1 1,2 6 129,-2-6 1,-2 7 82,1-2 56,1 4-237,4 1 51,0 0-269,0 0 1,-6 1 24,-3 4 0,-2-4-125,2 4 131,-4-3-43,6-2 68,-7 0 0,0 0-128,-7 0-70,0 0 1,-8 0 46,1 0 1,0 5 75,0-1 0,-1 7 25,1-1 1,0 2 53,0 3 0,4-1 129,1 0 0,6-4-50,-2-1 1,-1 1 139,1 4 0,2 0-25,7 0 0,1-1-117,9-4 0,-1-1-93,11-3 1,-1-3-97,6 2 1,-5-4-165,-1-4 1,1-4 91,4-7 0,1 1-98,-1 0 1,-4-2 96,0-3 1,-7 2-104,2-7 0,-5 7 279,-4-2 1,-4 8-136,-6 1 164,0 7-49,0-3 0,-6 7 158,-4 4 0,-2 3 30,-3 6 1,3 5 112,2 0 1,-1 0-1,6-5 1,1 1 156,4-1 1,1 0-169,4 0 1,3-1-130,6-4 1,5 2-155,0-6 1,5 0-382,-5-5 0,4 0-566,-4 0 1,5-6 62,-5-4 0,5-3-673,-5-1 0,0 0 614,-5 0 940,0-7 0,7-20 0,1-11 0</inkml:trace>
  <inkml:trace contextRef="#ctx0" brushRef="#br0">3711 8402 7926,'0'-10'1125,"0"1"0,2 6-200,3-2 0,-2 3 31,6 2 0,1 0-170,4 0 0,0 2 316,0 3 0,7 4-483,3 10 1,-4-1 41,-1 5 1,-3 1-253,-2 4 0,0 1-129,1-1 0,-8 1-393,-2-1 1,-3 1-42,-2-1 1,-8-4-143,-6-1 0,-2-4-373,-8 5 0,0-7-1013,-4 2 1,0-4 320,-1-6 1,-6 4-1643,-3-4 3003,-3-2 0,-11-4 0,-8 0 0,-5-3 0,1 0 0</inkml:trace>
  <inkml:trace contextRef="#ctx0" brushRef="#br0">1408 8189 7795,'-36'-8'584,"1"1"176,6 7 0,-1 5-207,-3 0 1,10 11-1,-1-2 1,5 10-113,0-1 0,3 9-2,-3 1 1,8 7 181,2-3 1,-1 9-206,-4 2 1,5 5-71,-1 0 1,7-5-188,-2 0 1,5-4-132,5-1 1,3-2-41,6-3 1,0-10-181,0-9 0,5-3 3,0-2 1,8-1-357,2-4 0,1-2 280,8-7 0,-5 0-69,5 0 334,0-7 0,-3-10 0,4-5 0,2-5 0,0 0 0</inkml:trace>
  <inkml:trace contextRef="#ctx0" brushRef="#br0">1920 9696 7974,'0'-15'1685,"6"1"-11,-4 0-690,4 6-724,-6-5 0,2 13 117,2 0 1,-2 8 219,3 11 1,-4-1-238,-1 5 0,0 1-136,0 4 0,0 1-73,0-1 0,5 1-34,0-1 1,-1-1-160,-4-3 0,0-4 12,0-6 0,0 1-643,0-1 503,0-6 208,0-2 0,0-9-151,0-6 0,0-3 92,0-11 0,0-3-142,0-7 1,0 3 161,0-3 1,0 9 186,0 5 0,0 4-64,0 0 38,0 1-442,0 0-102,0 6 1,-1 8 19,-4 10 0,4 2 123,-4 2 1,3 1-1048,2-1 1,-1 2 176,-4 3 1,3-4-908,-2 4 2018,2-9 0,15-4 0,2-6 0</inkml:trace>
  <inkml:trace contextRef="#ctx0" brushRef="#br0">2005 9610 7991,'-6'-22'142,"-4"3"1,-2-1 326,-3 1 1,1 0-22,0 5 0,-2-1 182,-3 1 0,3 6-133,-2 3 0,0-1-159,-1 1 0,3 2 41,-3 8 0,4 0-180,0 9 1,0-3-95,-4 8 1,3 3 39,-3 2 1,3 4-142,2 5 1,0-1 19,-1 6 0,3-5 39,2 5 1,-1-5-16,7 5 1,-1-2-58,5 2 0,6-3-86,4-7 1,2 1 60,2-1 0,7-6-92,3-3 1,3-4 222,1-6 0,2-3 119,3-6 0,4 0-83,5 0 0,-4-6 238,0-3 1,0-6-22,5-4 1,-2-3-25,-3-6 0,1-1-67,-6 1 1,-1-2-62,-8-3 0,-1-2-42,-9-3 0,2-3-163,-11 3 0,-2-3-330,-8-1 0,-4 5-458,-10 4 0,-5 9 405,-9 5 0,1 5-453,-5 5 0,-1 4 160,-5 10 0,0 3 34,1 6 0,4 0 13,0 0 1,6 5-175,-1 0 1,9 6 82,5-1 727,4-3 0,19 18 0,6-1 0</inkml:trace>
  <inkml:trace contextRef="#ctx0" brushRef="#br0">2944 9539 8029,'0'-8'3336,"0"-4"-2468,0 10 1,0-3 147,0 10 0,-2 3-469,-3 6 1,-1 7 18,-4 2 1,-2 4-139,2 2 1,2 4-142,-1 0 1,1 5-158,-1-5 0,-4 2 128,3-2 1,-1-3-379,2 3 0,-2-4-74,6-6 0,-1-2-377,1-7 87,3 0 43,-4-6 0,6-3 169,0-10 0,0-3 118,0-6 0,6-11-270,4-4 0,3-8-1,1-1 0,5-8 21,0-2 0,4 1 206,-4 4 1,5 5 91,-5 1 1,3 7-118,-8 1 1,4 9-39,-9 10 1,2 5 595,-1 10 0,2 5 414,-2 9 0,-2 3-99,1 6 1,-6 5-292,2 0 0,1 7 450,-1-2 1,1-3-251,-1-2 1,-3 2-132,3-2 1,-4 0-355,-1-5 1,5-1-194,0-3 0,-1-4-262,-4-5-645,0-8 564,0 0 0,-6-9 183,-3-3 0,1 1-877,-2-10 1,-1 1 168,-8-11 1,2 0-16,-7-4 0,7 0 586,-2-1 1,-2 2 154,2 4 0,-4 1 133,4 3 1,-2 9 251,2 1-36,3 5 1,-3 6-169,10 3 1,-2 3 649,6 6 1,0 2 71,5 3 0,5-4 223,0 4 0,6-3-367,-2-2 1,4-4 45,1-1 0,2-4-352,3 5 0,-3-7-269,3 1 1,3-4-247,2-4 1,-2 1 231,1-7 1,-4 1-61,5-6 1,0-4-11,4 1 1,1-6 42,-1 5 1,0-5 145,1 5 1,-5 0 54,-1 5 0,-4 0-75,5 0 0,-7 4 21,2 1 0,-3 5 100,-2 0 1,0 7-73,1 2 1,-3 6 109,-2-2 0,1-1 70,-6 2 278,-1-1-280,-4 5 248,0 0-236,0-6 0,-1-1 130,-4-7 1,2 0-413,-7 0 0,1 0-132,-5 0 0,-1 0-126,1 0 0,0 0 159,0 0 1,-5 0 83,0 0 1,-2 0-34,2 0 0,4 6-99,-4 3 0,3 4 41,2 1 0,-1 1 38,1-1 0,6 0 157,4 0 1,2 5-29,2 0 1,2-2-20,2-7 0,6 1 9,9-6 1,-2-1-21,7-4 1,0 0-86,4 0 0,0-6-138,1-3 1,-2-4 105,-4-1 1,3-5-98,-7 0 0,0-6 54,-5 1 0,-2-8 52,-2-1 0,-4-5 127,-6 5 0,0-5-33,0 5 1,-5 0 231,1 4-118,-7 7 0,3 8 231,-6 9 0,6 5-157,3 5 1,-1 9-68,1 10 0,-1 0 427,1 4 1,3-3-174,-3 9 0,4-4 40,1-2 1,0-4-128,0-1 1,1 0-271,4 0 0,-2-2 59,7-7 0,-1 0-118,6 0 0,4-6-80,-1-3 1,3-3-419,-2-2 1,-2-7-55,7-2 0,-2-5 240,2-5 0,-2 1 202,-3-5 1,-3 0 67,3 0 0,1-2 253,-1 6 0,0 0-165,-5 4 0,1 3 95,-1 2 1,0-1-16,0 6 1,0 1 85,1 4 1,-6 1 81,1 4 0,-7-2-68,2 7 0,-2-2 247,1 1-200,-2 4-7,4-5 47,-6-1 237,0 0-422,-6-7 54,-2 0 1,-6 1-395,0 4 1,-5-3 80,0 2 0,-2 3-48,2-2 0,3 6 123,-2-2 1,-3 4 41,2 1 1,0 0 41,5 0 1,4 1-2,1-1 1,4 0-18,-4 0 1,5 0 32,0 1 0,4-6 50,4 1 1,6-7-45,9 1 1,-3-2-99,3-2 0,3-6 99,1-4 1,0-2-5,0-3 0,-1-4-57,2 1 0,1-9-1,-6-2 0,0-1 158,-4-8 0,-3 0-108,-2-4 0,1-1 6,-7 0 1,1 9 106,-5 5 1,0 7 461,0 8-525,0 6 1,-5 5-134,1 12 1,-1 2 383,5 13 1,-5 5 343,0 4 1,1 5-97,4-5 0,0 0-150,0-5 0,4 1 49,1-1 1,2-1-273,-3-3 0,4 1-148,6-6 1,1 0 5,-1-5 1,0-1-220,0-4 1,2 2 3,3-6 1,-2 0-225,7-5 1,-7-6 243,2-4 1,2-4-65,-2-5 1,5 2-45,-5-7 0,0 0 165,-5-4 1,3-1 122,-3 1 0,4-1-54,-9 1 1,-2 6 28,-3 3-6,-2 3 119,-2 2 1,-2 6-146,-2 3 0,-4 10-6,-7 4 0,-4 4 63,0 1 1,1 5 14,3 0 1,3 2 120,2-2 1,-1-4-156,6 4 0,1-3 14,4-2 1,0 1-81,0-1 0,6-5-141,3 1 1,6-7 48,4 2 1,-2-4 123,7-1 1,1 0-31,8 0 1,-8-1-15,4-4 0,-5 3 141,-1-2 1,3-3 25,-7 3 1,-1-1 133,-3 5 1,-6 1 341,1 4-81,-7 3 1,3 6-54,-6 1 1,0-1 732,0 0-882,0 7 1,0-6-80,0 4 1,0-8-68,0-1-64,0-7 1,2 3-307,2-6 0,4 0 156,7 0 1,-1-1-156,0-4 0,0-1 77,0-4 1,1-2 95,-1 2 0,0-3 170,0-1 1,1 0-80,-1 0 1,-2 0 20,-2-1 0,2 1-72,-2 0 0,-2 1-90,1 4 67,-6-4-199,4 5 199,-7 0-25,0 2 128,0 0-83,0 4 11,0-4 91,0 6 213,0 0-117,-7 0 230,6 0-347,-5 0-10,6 0 0,0-2-333,0-3 155,0 4 38,0-12 0,0 10-3,0-6-222,0 5-534,0-2-953,0 0-142,0 4 0,-2 7 581,-3 9 1,2 4 553,-6-4 0,1 0-808,-2 0 1640,-2 0 0,-27 6 0,-12 0 0,-8 3 0,1 0 0</inkml:trace>
  <inkml:trace contextRef="#ctx0" brushRef="#br0">4337 9866 8029,'-5'-9'313,"0"-1"142,1 7 1,4-5-2231,0 3 1775,0 4 0,44 26 0,11 15 0</inkml:trace>
  <inkml:trace contextRef="#ctx0" brushRef="#br0">4223 9866 8029,'-6'-14'719,"3"5"190,-7-1 1,7 5-311,-2-4 1,2 6 58,-2-2 0,4 2 1162,-4-2-834,3 3-564,2-10-366,0 4 0,2-6-190,3-1 1,1 1 66,4 0 0,2-2-103,-2-3 0,2-1-103,3-4 0,-1-3 97,0 4 1,-1-4-32,-4-2 0,2 7-27,-6 3 509,6-3-357,-9 6 1,2 4 21,-8 12 1,-4 6 114,-7 8 1,1 7 122,0 2 0,0 3-125,0-3 0,6 4 111,3-3 1,3-4-146,2-1 1,0-1 2,0 1 0,2-5-12,3 0 0,3-1 82,6-8 1,5-1 131,0-4 1,6 5-72,-1 0 0,-4-1 146,-1-4 0,-3 0-13,-2 0 0,0 0-24,1 0 385,-1 0-203,-6 0 1,3 7-17,-6 2 1,-1 4 0,-4 1-346,0 0 0,0 1 87,0-1-316,0 0 1,2-1 37,3-4 1,2 2-257,8-6 0,-1 0 4,0-5 0,5-2 115,0-3 1,5-1 103,-5-3 1,1-9 109,-1 4 0,-3-5 183,3 0 1,1-3-125,-1-7 0,-1 1 75,-9 0 1,2-1-103,-6 1 0,5 1-101,-6 3 0,1 4-170,-5 5 165,0 1 1,-6 6 16,-4 4 1,-2 2-105,-3 2 0,1 11-167,0 3 0,0 5 223,0 0 1,-1-1 182,1 5 0,1-4-45,4 5 1,1-5 245,3 5 0,4-7-174,-4 2 1,5-3-90,5-2 1,3-1 47,6-4 1,6-1-85,4-3 1,5-4-250,4 4 0,-3-5 111,3-5 1,2-3-88,-2-6 0,0-5 116,-5 0 0,1 0 194,-1 5 1,-4 0 110,0 0 0,-5 1 16,4 3 1,-5-1 24,1 7 0,-8-1-53,-2 5 1,-4 2-5,4 2 0,-5 4 55,0 6 0,-2 1 130,-2-1 0,0 0 288,0 0-460,0 0 1,-2-1-439,-2-3 1,-4 2 27,-7-2 1,1-4-134,0-1 1,-5-2 164,0 2 0,-5-4-2,5 4 1,-4-3-33,4-2 1,0-2-39,5-3 1,-1 2-197,1-6 116,0 5 364,0-8 0,6 9-10,3-7 186,4 7 24,1-3 1,1 6 260,4 0 1,3 0-247,6 0 0,2 0 84,3 0 0,3 0-121,6 0 0,2 0-153,3 0 0,-2-2-325,2-3 0,1 2 82,0-6 0,4-1 45,-5-4 0,0 0 131,-5 0 1,-1 4 67,-3 1 1,1 1-80,-6-2 0,-5 4 169,-4 6 458,-1 0-255,-1 0 0,0 2 21,-3 2 1,-4 4-64,4 6 1,-3 1 115,-2-1 1,0-5 28,0 1-331,0-1-17,0 5 1,0-4-171,0-1 0,-2-5-220,-3 0 1,-3-1 171,-6 2 0,0-3-363,0 3 1,0-4 180,-1-1 1,6 0-348,-1 0 360,1 0 1,-1-1-546,1-4 563,6 3 340,-3-4-45,6 6 0,6 0 154,3 0 0,4 0 257,1 0 1,7 0-106,2 0 0,4-2 44,2-2 0,-1 0-90,1-5 1,4 1 16,0-1 0,2-4-105,-2 3 0,-3-2-16,3-2 0,-5 4-90,-4 1 1,1-1-7,-6-4 0,0 4-96,-4 1 0,-1 1 17,0-1 0,-1 1-101,-4 3 0,-1 3 63,-3-2-116,-4 2 1,6 1-16,-7-4-184,0 3 287,0-4-41,0 6 59,0 0 107,-7 0-33,6 6 30,-6-4 0,7 6 239,0-4 413,0-2 322,0 11-646,0-5 1,2 4 366,3-2-429,-4 2 1,10-4 14,-6 6 0,5-4-101,-6-1 0,3 1-122,-3 4 0,0-4 41,5-1 0,-6 0-197,2 6 1,1-6-25,-1 1 1,1-2-127,-1 1 1,3-1-70,6-3 1,-3-4 2,3 4 0,-1-3-137,11-2 0,-4 0 142,9 0 1,-4-7 102,8-2 0,-1-5 82,1-5 0,-1 1 6,6-5 1,-7-1 18,2-5 0,-4 7 165,-6 3 0,-2 4 45,-7 0 193,-6 1 463,-2 6-564,-6 2 1,-1 6 51,-4 0 0,-3 0-117,-6 0 0,-5 1 89,0 4 1,-2-2-402,3 7 0,2-5 121,-3 4 1,5-4-630,4 4 0,-3-4 131,4 4 0,3-4-3,1 5 1,2-1 434,-2 5 0,3 2 385,-2 3 0,4-1 87,4 5 1,0 1 425,5 4 1,-1 1-14,1-1 1,3 1-287,-8-1 1,1 0-23,-5 1 1,0-1-108,0 1 0,-2-7-109,-2-3 1,-4 1 58,-6-1 1,-5-4-15,0-6 1,0-6-127,4 2 1,0-3 0,-4-2 0,8-7-496,-4-2 0,9-10 240,-3-5 1,5-3-1834,0-1 0,8-2 418,6-3 1,7 1-76,2-6 0,7 7 643,-3-3 928,-2 11 0,18 8 0,-1 9 0</inkml:trace>
  <inkml:trace contextRef="#ctx0" brushRef="#br0">7550 9582 7787,'-8'-14'0,"2"4"709,6 1 204,0-1 1,0-4-52,0 0 0,1 6 389,4 3-598,3-3 1,6 7-248,0-4 1,1 3-21,-1 2 0,-5 5-101,1 0 0,-2 6-26,1-2 0,-2 4-50,-7 1 0,0-3 9,0 3 1,0-2-114,0 7 1,-5-4 11,0 0 0,-6-6-136,2 0 0,-2 1-95,1 4 0,2-1-534,3-4 536,4 4 1,-4-7 107,10 4 1,4-4 58,10-6 0,3 0-87,7 0 0,-2-2 100,-4-2 1,3 1-286,-7-7 1,4 2-284,-4-1 0,0-2-911,-5 6-1183,-6-6 528,5 3-426,-11 0 2492,4-5 0,-38-1 0,-7-8 0</inkml:trace>
  <inkml:trace contextRef="#ctx0" brushRef="#br0">7849 9326 7792,'-10'-19'273,"1"0"1,-1-5 55,-4 5 1156,0-6 1,-5 9-422,0-3 1,-5 10-141,5 4 0,-6 4-456,1 1 0,-3 6 14,-1 3 0,-1 6-255,1 4 1,0 3-66,-1 6 1,1 1-45,-1-1 1,6 2 64,-1 3 0,5-1-84,-5 6 1,8-7 38,2 2 1,0 4-132,5 1 0,2-4-43,3 0 0,2-4-38,2-2 1,0 0 27,0 1 0,6-2-44,4-4 0,2-2 46,3-7 1,5 2 68,4 3 1,3-5 13,1 0 1,1 1 40,-1-6 1,5-1-3,0 1 0,5-5-42,-5 0 0,5-2 15,-5-2 0,5-6 25,-4-4 0,3-9-2,-3-5 0,4-2 243,-5-3 0,5-4-87,-5 0 0,3-7 47,-7 2 0,1-4-23,-11-6 1,-2-1 32,-8-3 1,-2-3-227,-7 3 1,-11 3-214,-4 2 1,-8 9-835,-1 4 1,-4 12 522,-6 8 0,4 2-1225,-3 7 1,-1 2 251,0 7 1,1 4-229,5 6 0,1 2 656,3 3 1008,-3-3 0,-1 36 0,-8 2 0</inkml:trace>
  <inkml:trace contextRef="#ctx0" brushRef="#br0">8631 9369 7816,'0'-15'696,"0"1"190,0 0 1,0 4 333,0 1 278,0 0-545,0 1-545,0 1 0,-5 15-46,0 6 0,-4 2 150,4 8 1,-6 4-57,1 6 1,2 5-143,-1-1 1,4-2 35,-4 2 0,6-5-140,-2 5 0,3-6-13,2 1 0,2-3-29,3-2 1,4-5-107,10-4 1,-2-4 92,7 0 0,-5-8-127,5-2 0,-5-3-731,4-2 0,0-7 369,0-2 0,3-5-1246,-8-5 1,1 1 123,-4-5 1,-3 5-246,-2-1 0,-4 2 912,-6-2 0,-1 3 789,-4-3 0,-60 4 0,22 7 0,1 1 0</inkml:trace>
  <inkml:trace contextRef="#ctx0" brushRef="#br0">8659 9639 7816,'-14'0'0,"0"0"787,-1 0 1167,1 0-412,0 0 604,0 6-1003,6-4-530,2 4 0,7-6-376,4 0 1,9-5-352,10 0 0,3-6-390,1 2 1,0-1-59,1-4 0,-1 6-732,1-11 1,-1 7 223,1-7 1,-2 3-1851,-4 2 2920,-2 0 0,-45-7 0,-9-1 0</inkml:trace>
  <inkml:trace contextRef="#ctx0" brushRef="#br0">8588 9369 7816,'-8'0'1268,"-5"-7"1,12 4 146,-4-6-407,4 6 1,2-9-603,4 8 0,7-6-544,7 5 1,7-4-407,-3 4 0,9-4-189,1 4 1,2 0-2141,-2 5 2873,-3 0 0,18 13 0,-4 3 0</inkml:trace>
  <inkml:trace contextRef="#ctx0" brushRef="#br0">9000 9525 9270,'-6'-8'4681,"4"-5"-2869,-4 12-1257,0-5 1,4 7 22,-3 4 0,4 3-224,1 6 1,0 2-96,0 3 0,0-2-293,0 7 1,0-5 97,0 4 1,0-5 12,0 1 0,0 1-48,0-1 0,5 0-393,-1-5 114,1 1-216,-5-1 692,0-6 0,0-3-36,0-10 0,0-5-539,0-9 1,0-3 115,0-6 1,0-5-28,0-1 0,0 0-50,0 1 0,6 3-311,4-4 0,-1 9-49,6 1 0,-4 7-348,8-2 1,1 10 233,-1 4 1,5 3-295,-5 2 0,0 3-629,-5 7 1707,0-1 0,-12 56 0,-4 5 0</inkml:trace>
  <inkml:trace contextRef="#ctx0" brushRef="#br0">9341 9525 7855,'-4'-14'490,"-1"0"0,-4 4 1902,4 1-1162,0 5 0,3-3 27,-2 2-528,2 3-312,-4-4-195,6 12 1,0-3-66,0 7 1,0-5-35,0 4 204,0-6-27,0 10-177,0-12 1,0 7-297,0-3-139,0-3-93,0 4-238,0-6-766,0 0 871,0 6 9,0-4-49,0 4 136,0-6-1123,0 0 1,-13-6-1,-3-2 1</inkml:trace>
  <inkml:trace contextRef="#ctx0" brushRef="#br0">8716 9425 7855,'-6'-7'294,"4"-6"1,-9 5-29,6-6 0,-4 4-54,4 1 0,-1 1 101,1-1 0,3-4 131,-2 3 0,2-2-132,2-2 1,0-1-18,0 1 0,6 0-60,4 0 1,4 4-24,5 1 1,-2 1 9,7-2 0,-5 2 8,5 4 0,-5 2 0,4-3 0,0 4 2,0 1 1,2 5-28,-6-1 1,0 7-23,-4-1 0,-3 2 21,-2 3 0,1-1-121,-6 0 1,-1 0 67,-4 1 0,0-1 1,0 0 1,-6-1-64,-4-4 0,-4 4-132,-5-4 0,-3 2-47,-6-1 0,-2 2-259,-3-2 1,3-2 139,-4 1 1,0-4-34,0 4 0,1-4-155,5 5 0,4-7 117,0 2 1,12-4-378,-2-1 605,3 0 858,3 0-558,1 0 1,9 0 115,3 0 0,-2-5-27,6 1 102,1-1 166,4 5 381,0 0-150,0 0-538,1 0 1,-6 1-49,1 4 0,-7 3-48,1 6 0,3 1-25,-2-1 0,-1 6-3,-4 4 1,2-2 18,3 2 0,-4 1-124,4 8 0,-4-3 120,-1 3 1,5-3-105,0-1 0,0-1 21,-5 1 0,0-2-113,0-4 0,-2 3 84,-3-7 0,4-1-147,-4-3 1,2-7-96,-2-4-343,4-2 187,-6-2 0,7-2 116,0-2 1,-4 0-1699,-1-5 0,0-1 326,5-4 0,0-2-182,0-2 0,5 0 733,0-6 1026,6 1 0,3-25 0,8-4 0</inkml:trace>
  <inkml:trace contextRef="#ctx0" brushRef="#br0">8631 9639 7855,'0'-8'-938,"0"-5"3712,0 5-1300,0-6-627,0 0 628,0 0-919,0-1 1,0 6 593,0-1-317,0 7-434,6-9 0,2 10-163,6-3 0,-4 4-38,-1 1 1,5 0-197,5 0 0,0 0 97,-5 0 0,5 0-6,0 0 0,5 1-23,-5 4 0,5-2-115,-5 7 1,1-2 15,-1 1 0,-6 4 53,6-4 0,-11 4 23,6 1 1,-3-4 1,3-1 0,-4 1 187,-1 4 0,-6 0-9,2 0 0,-4 0-72,-1 1 1,0-1 254,0 0-63,0 0 1,0 0-324,0 1 1,0-6-681,0 1 162,0-7-341,0 9-764,0-10 736,0 4 37,0-6 0,5-1-130,0-4 1,6 3-423,-1-2 0,-3-4 522,3-2 856,-1 4 0,-7-45 0,-4-4 0</inkml:trace>
  <inkml:trace contextRef="#ctx0" brushRef="#br0">9057 9610 7855,'-9'-8'1452,"-1"4"0,7 1-388,-2-2 1,2 3 749,-2-3-953,4 4 2,-6 1-554,14 0 1,5 0 144,7 0 1,2 0-273,-2 0 0,1-2-234,4-2 1,1 0-235,-6-5 1,5 1 308,-5-1 0,5-4-450,-5 3 1,0-2 153,-5-2 1,-2-1 58,-2 1 1,-4-5 25,-6 0 0,0 0 52,0 5 1,-6 1-37,-4 4 1,-7-2 37,-2 6 0,-5 2 5,5 8 0,-4 3 35,4 6 1,0 2 39,5 3 0,-1 3-49,1 6 1,6 1-40,4-1 1,-3 0 350,3 1 0,-1-1 529,5 1 0,6-6-339,4 1 0,2-7 103,2 2 0,5-4-132,0-6 0,7 2-50,-3-6 0,4 0-313,2-5 1,1-2-95,3-3 0,-3-7-149,3-7 1,-3-2 103,-2 2 1,-1-3-4,-3-6 1,3-1-366,-3 1 0,-4-7 188,-1-3 0,-3-3-83,-2-2 0,-6-4 82,-3 0 1,-4-5-61,-1 4 0,0 7 184,0 8 1,-4 5 283,-1 4-107,-6 10 154,3 7 1,-6 9-102,-1 3 1,3 7 44,2 7 1,-2 8 371,2 1 1,-2 3-197,-3 6 1,1-3 487,0 3 0,4-3-180,1 4 1,6-5-27,-2 5 0,3-5-249,2 5 1,0-7-93,0 3 0,7-4-19,2-2 0,4-6-97,1-3 1,5-3-214,0-2 1,5-4 155,-5-1 1,6-6-784,-1 2 1,1-5 184,-1-5 0,1-3-46,-6-6 0,5 0 297,-5 0 1,-1-5-11,-3 0 0,-1-7 137,0 3 0,-4-4 151,-1-2 0,-6 6 123,2-1 1,-2 7-38,2-2 1,-4 8 888,4 1-431,-3 7-305,-9-3 0,4 12-31,-6 3 0,4 6 180,-4 4 0,5-2-104,0 7 0,1-7 99,-2 2 0,3 2-192,-3-2 1,5 0 16,5-5 1,3 0-253,6 0 0,1 0 104,-1 1 0,6-8 155,4-2 0,-2 2-67,2-3 0,-2 1-65,2-5 0,2-6-652,-2-4 0,-3-2-747,-2-3 0,-4 0 910,0-4 0,-1 1 327,0-5 0,0 5 170,1-1 1,-3 3-62,-2 2 0,2 0 118,-2 0 1,-2 6-27,1 3 1,-4 4 36,4 1 1,-4 0-99,5 0 1,-6 0 18,6 0 68,-7 0-103,3 6 361,-6-5 98,0 12 307,0-11-257,0 4-311,0-6 0,-1 0-210,-4 0 1,-3 0-214,-6 0 1,0 2 71,-1 2 0,-4 3 79,1 2 1,-1 4-5,4-4 1,-4 4-17,0 1 1,2 0-14,8 1-29,-4-1 1,7 0-425,-4 0 341,4 0 1,11-4-187,-1-1 0,12-6-86,-2 2 0,5-5 141,0-5 0,-3 2 173,3-6 1,2-1 5,-3-4 0,1 5 245,-4-1 1,-1 5-30,0-4 0,-4 1 197,-1-1 1,-4 2 71,4 7 224,-6 0-43,10 0 0,-11 2-189,2 3 0,3-2-9,-3 6 0,6 1-39,-5 4 1,6-1-59,-2-4 1,4 4-161,1-4 0,0-3-222,0-1 1,5 2 13,0-3 1,5 1-192,-5-5 0,5-6 82,-5-4 1,6-4 83,-1-5 1,-2 2-163,1-7 0,-5 0 52,1-4 0,-5-7 85,-4-3 1,-4-3 19,-6-2 0,0 1-119,0-1 1,-2 7 214,-2 3 1,-4 9 117,-7 5 0,1 10 141,0 4 0,0 5-89,0 5 1,1 4 273,3 10 0,-1 3-21,7 7 1,-6-1 123,5 0 1,-1 2 98,1 4 1,4-4 385,-4 3 0,3-3-469,2-2 0,0-4-48,0 0 1,0-5-350,0 4 1,5-5 77,0 1 1,1-10-543,-1-4 265,-3 3-21,10-7 0,-4 4-40,6-10 1,1-4-166,-1-10 0,0 1 22,0-5 0,5 4-126,0-5 1,5 5 148,-5-5 0,4 12 216,-4-2 0,2 7 240,-2-2 1,-3 6 20,3-2 75,-4 3 1,-2 9-106,-3 2 0,-4 4 55,-6 1 1,0 0 48,0 0 0,-2-1 74,-2-3 0,-4 2-323,-7-2 0,1 1 87,0-2 0,-7 2-796,-2-6 0,1 0 173,-2-5 0,0 1-27,-4 4 0,6-3 232,3 2 1,1-2-37,-1-2 0,8 0 182,-3 0 0,8 0-262,-4 0 338,7 0 0,-2 2 484,10 2 0,3-2 338,6 3 1,2 1-380,3-1 0,-2-1 84,7-4 0,0 0-262,4 0 1,1 0-259,-1 0 1,1 0 135,-1 0 0,0-6-85,1-3 1,-1-2-173,1 1 0,-7-3 29,-3 4 0,-3-4 39,-2-1 1,-5-2 119,1-3 1,-7 4 18,2-4 1,-4 3 64,-1 2 0,-1 4 184,-4 1 0,2 5-126,-7 0 1,6 2 65,-6 2 1,5 0-246,-4 0 1,6 8 263,-2 6 0,-1 0 205,1 5 0,0 2-145,5-2 0,0 5 4,0-5 0,0 0-153,0-5 0,7 0-126,2 0 1,4-4 175,1-1 1,5-6 52,0 2 1,4-3-570,-4-2 0,7-2 177,-3-3 1,-1-3 2,2-6 1,0-2-53,4-3 0,-4 2-68,0-7 0,-2-4 83,2-5 0,-4-8-114,-6-2 0,1-1 111,-1-8 1,-5 1 7,1-1 0,-7 0 171,2 9 1,-4 10 74,-1 14 157,-6 3 1,-2 8-152,-6 4 0,4 8 110,1 6 1,-1 4 3,-4 5 1,0 5 173,0 9 1,-1-3 100,1 3 1,5 2 256,-1-2 1,2 5-169,-1-5 1,3 0-60,6-4 1,0-1-144,0 1 1,0-1-162,0 0 0,7-5-106,8-4 1,-1-4 13,5 0 1,1-8-199,-1-2 1,5 1-222,-5-1 1,5-2-468,-5-7 1,4 0 62,-4-5 0,0 0 2,-5-6 0,1 0-270,-1-4 0,5 3 258,0-3 0,-5-3-309,-4-2 0,-6 2 301,6-2 0,-7 5-186,2-4 1,-7 5 974,-7-1 0,-1 3 0,-42 15 0,-2 2 0</inkml:trace>
  <inkml:trace contextRef="#ctx0" brushRef="#br0">11659 9468 7856,'0'-14'548,"0"4"836,0 1 1432,0-1-505,0-4 263,0 0-1523,0 0-211,0 6-618,0 2 1,0 7-53,0 4 1,0 3 42,0 6 0,0 2 0,0 3 0,2-2-244,2 7 0,-2-7-23,3 2 0,-4-1-73,-1 1 0,2-4-262,3 4-33,-4-3 0,10-2-148,-6 1 1,6-8-615,-2-2 1,4-3 335,1-2 1,1 0 344,-1 0 1,2-2 114,2-3 0,3-9 140,3-9 1,3-11 34,-4-4 1,3-3 40,-3-1 0,-2-7-13,-7-3 0,-6 1 345,-3-1 1,-4 8-177,-1 1 1,0 13 686,0 11 1,-5 8 328,1 2 81,-7 5-757,3 4 1,-5 13-86,4 6 0,-2 6 158,6-1 0,-1 3 185,1 1 1,3 5-57,-3 1 1,4-1-149,1-5 0,0 1 41,0-1 1,0 0-179,0 1 1,5-7-227,-1-3 0,7-3 0,-1-2 0,-2 0-218,1 0 0,1-6-99,4-3 1,0-3-427,0-2 0,5-7 87,0-2 1,0-4 224,-4-1 0,-1 0-289,0 0 1,0-1 353,0 1 1,-6 0 171,-3 0-107,-3 6 341,-2-5-144,0 12 0,1-6 83,4 7 438,-3 0-346,10 0 1,-4 0 34,6 0 1,0 0-113,1 0 1,-1 0-231,0 0 0,0 0 158,1 0 1,-1-4 32,0-1 1,-1-6 129,-4 1 73,4-2 1,-12-3-2,4 1 1,-3 5 211,-2-1 0,0 5 21,0-4-261,0 6 1,-2-2-240,-3 10 1,4 4 257,-4 10 1,-1-1 349,1 5 0,0 3-102,5 7 1,-5-2 97,1 7 0,-1-1-174,5 1 1,0 1-91,0-6 0,-5 0-61,1-4 0,-1-1-137,5 1 1,-2-9-464,-3-6 226,4 1 0,-12-14-257,4 4 1,-4-3 164,-1-2 1,0-7-156,-1-2 0,1-4 94,0-1 1,0-2-12,0-3 0,6-1 31,3-4 0,3-3-117,2 3 0,7 2 54,2-1 1,9 4-65,1-5 1,4 7-186,-4-2 0,5-2-88,-5 2 0,5 0-305,-6 5 1,0-5 1027,-9 0 0,-34-19 0,-14 0 0</inkml:trace>
  <inkml:trace contextRef="#ctx0" brushRef="#br0">11972 9283 7858,'-13'-1'807,"4"-4"207,2 3 1,7-5-525,0 2 1,2 3-54,3-3 0,3 2-514,6-1 1,0 2-416,0-3 0,0 4-1554,1 1 2046,-1 0 0,6 0 0,3 0 0</inkml:trace>
  <inkml:trace contextRef="#ctx0" brushRef="#br0">13948 8743 7712,'0'-14'-156,"0"-5"-39,0 0 0,0 0 1335,0 5 1,0 0-268,0-1 0,0 6-62,0-1 1,-2 7-358,-2-1 1,1 2-18,-7 2 0,5 0-132,-4 0 0,-1 2 96,-4 2 1,-2 4-108,-3 6 0,2 7-97,-7 3 1,7 7 104,-2 2 1,-2 7-153,3-2 1,-1 3-95,4 1 0,3 3 134,2 2 0,-1-3-90,6 4 0,1-4 21,4-1 1,6-2-142,3-3 1,4 1-62,1-6 0,5-4 58,0-6 0,2-5-50,-2 1 1,-3-4-362,3 0 0,-4-7 1,0-2-155,-1-6 1,-5 0-443,1 0 0,-6-5 360,6 0 0,-1-6-145,6 2 1,-6-4 814,1-1 0,-7-38 0,3-10 0</inkml:trace>
  <inkml:trace contextRef="#ctx0" brushRef="#br0">14090 8800 7734,'-5'-22'901,"1"3"1301,-1 3-1050,-1 2 8,4 6-717,-4 2 0,7 7-109,4 4 0,-2 3 70,7 6 1,-7 7 8,2 2 1,-4-1 45,-1 2 1,5 0-230,0 4 0,-1 1-125,-4-1 1,0-4 106,0 0 1,2-6 0,3 6 0,-2-6-426,6 0 1,-4-3 6,5-6 0,4 2-213,5-6 0,6 0-44,-1-5 1,-2-2-428,2-3 0,-1-1 160,6-3 1,-7-4-322,-3 3 0,-3 3-84,-2-3 1,-5 2-35,1-1 551,-7-4 0,-3 7 618,-10-4 0,-4-1 0,-5 7 0,2-3 0,-7 2 0,5 4 0,-4-4 0,5 4 56,-1 1 1,3 0 55,2 0 0,0 0 2787,0 0-905,0 0-327,-1 0-608,7 0-450,2 0 0,8-2-409,2-3 1,4 4-286,7-4 1,5 2-314,4-2 0,-2 3-554,2-2 1,-5-3 110,4 3 0,-5-3-922,1 3 0,-4 2 1763,0-3 0,-39-15 0,-9-4 0</inkml:trace>
  <inkml:trace contextRef="#ctx0" brushRef="#br0">14147 8800 7734,'0'-14'562,"-5"0"157,1-1 0,-3 6 50,3-1 0,2 6 1463,-3-6-907,4 7-1214,1-10 1,6 7-412,3-3 1,4 2-248,1 7 1,5 0-540,0 0 1,6 0 864,-1 0 221,3 0 0,46 26 0,-31-11 0,-1 1 0</inkml:trace>
  <inkml:trace contextRef="#ctx0" brushRef="#br0">14503 8800 14149,'0'19'1461,"0"0"1,0 6-889,0-1 0,1-2-242,4 2 0,-4-1-149,4 6 0,1-2-216,-1-4 1,0 3 203,-5-7-193,6 0 143,-4-5 0,4-5 168,-6 1-111,0-7 127,0-9 1,0-4-415,0-9 0,0-3-430,0-2 0,5-3-330,0-1 1,6 0 434,-2-1 0,4 1-568,1-1 0,0 7 115,0 3 0,5 5-150,0 4 1,0 4-192,-4 6 490,5 0 1,-6 6 738,1 4 0,-14 34 0,-9 10 0</inkml:trace>
  <inkml:trace contextRef="#ctx0" brushRef="#br0">14943 8899 7790,'-9'-6'1212,"-1"-3"0,2 1-517,-1-2 1,-2 6 2125,6-6-1028,-6 7-1089,3-3 0,-1 12-299,-1 3 0,7 4-147,-2 1 0,4 7 2,1 2 0,0 0-87,0 0 1,0-4-137,0 5 1,0-5 147,0 5 0,0-7-202,0 2 0,5-8-78,-1-2-127,1 1 516,-5 4 558,0-6-755,0-8 0,0-9-168,0-10 1,0-3-409,0-7 1,0 1 271,0-1 0,6-4-210,4 0 0,-2 0-11,1 4 1,1 2-190,4 4 1,0-1 54,0 10 1,1-2-227,-1 11 1,0 1 259,0 4 0,-4 0 25,-1 0 0,1 6-670,4 3 0,-5 4 254,1 1 1,-2 5 918,1 0 0,10 13 0,-3-2 0</inkml:trace>
  <inkml:trace contextRef="#ctx0" brushRef="#br0">15341 8843 7823,'0'-15'3706,"-6"1"-2798,-2 0 0,-4 4 345,2 1 1,-3 6-672,4-2 0,-4 4-45,-1 1 0,0 7-229,0 8 1,-2 0-100,-3 9 1,3-5-128,-3 5 1,5-2-47,4 2 0,-2 2-181,2-2 1,4 1-9,1-1 0,4 1-253,1-6 0,0 0-122,0-4 1,6-1 244,3 0 1,6-6-3,4-3 0,1-4-3,4-1 1,3-1 201,-4-4 0,4 2 99,2-7 0,-2-1 223,-4-8 0,-2 3-120,-7-3 0,0-3 38,0-1 0,-6-4-94,-3-2 0,-3 6-62,-2-1 0,-7 7-4,-2-2 1,-5 3-87,-5 2 0,1 6-194,-5 3 0,4 5 46,-5 5 1,5 3-74,-5 6 1,7 0 147,-2 0 1,8 2 61,1 3 0,6-3-35,-6 3 1,7-3 9,-2-2 0,10-2-62,5-2 1,7 1 11,2-6 0,6-1 3,-1-4 0,4 0 72,5 0 0,-3-1 7,4-4 1,0-1 92,0-4 0,-3-2 184,-7 2 0,1 2-27,-6-1 1,0 6 641,-5-2 165,1 3-687,-1 2 0,-6 7 162,-4 2 1,-2 5 54,-2 5 1,0-3-17,0 3 0,-5-2-172,0 2 1,-4-3-27,4 3 0,-1-5-26,1-4-226,4 2 272,-6-10-8,1 4-253,4-6 0,-4-6-169,6-3 1,-5-4-336,1-1 1,-1-7 191,5-3 0,5-2-146,-1-3 0,12 1 163,-2-1 1,4 1-92,-4-1 1,2 6-64,3-1 1,-2 11-37,7-1 1,-7 9-113,2 1 1,-2 2 111,2 2 1,-4 6-46,-1 4 1,-1 3-69,-9 1 1,6 5-297,-6 0 1,1 0 261,-5-5 596,0 0 0,-6 7 0,-2 1 0</inkml:trace>
  <inkml:trace contextRef="#ctx0" brushRef="#br0">16365 8885 7614,'-6'-14'-417,"-1"0"1716,-2 0 2003,-4-1-2569,5 1 1,-6 6-144,0 4 1,0 2-132,0 2 0,-1 6 83,1 4 0,0 4-428,0 5 0,1-2-51,4 7 1,-3-5-63,8 5 1,-1-2-28,5 1 1,0 0-190,0-4 0,6-4-19,4 4 0,2-3-272,3-2 0,0-4 227,4-1 1,2-6-87,3 2 0,3-3 164,-4-2 0,-1-2 38,2-3 0,-5 2 426,5-6 0,-7 4 53,2-4 1,-5 4 229,-4-5 1,1 6-53,-7-6 68,1 7-463,-5-3 71,0 6 0,2 0-174,3 0 29,-4 0 1,7 0-59,-3 0 0,-2 0-20,6 0 0,1 0-385,4 0 330,0 0 222,7 0 1,-5-2-51,3-3 1,-5-3-3,-5-6 1,2 0 79,-6 0 0,0-2-159,-5-3 1,-6 3-174,-4-3 0,-7 3 114,-2 2 0,-7 5-97,3-1 0,1 7 109,-2-2 1,2 4-158,-2 1 1,4 6 66,5 4 1,1-2-150,0 1 1,6 2 222,3 8 0,4-3 3,1 3 0,1-3 81,4-2 1,3 0-153,6 0 0,5-4-4,0-1 0,6-4-31,-1 4 1,3-5-131,1 0 1,-4-2 342,0-2 1,-1-2-108,6-2 0,-2 0 145,-4-5 1,3-1-140,-7-4 0,4 0 263,-4 0 0,0 0 16,-5-1 1,1 1-6,-1 0 1,-5 6 127,1 3 234,-7-3-127,3 7-129,-6 1 0,0 8 128,0 6 1,0 5 73,0 0 1,0 5 102,0-6 0,0 6-215,0-5 1,0 5-117,0-5 0,0 4-163,0-4 1,0 0-216,0-4 95,0-1-362,0 0 557,0-6-180,0-2 0,0-7-128,0-4 1,0-8-137,0-6 1,0-1-178,0 1 0,0-3 97,0-7 0,0 1-58,0-1 0,2 6 130,3-1 0,-2 7-27,6-2 1,-4 4 70,5 6 0,-6-2 49,6 6 1,-1 0-174,5 5 52,1 0 1,-1 2-248,0 3 0,0 3-773,1 6 219,-1 0 1,0 0 325,0 1 0,-6-1-1178,-3 0 1938,3-6 0,-13-8 0,3-8 0</inkml:trace>
  <inkml:trace contextRef="#ctx0" brushRef="#br0">17133 8985 7839,'8'-7'1967,"-2"4"693,-6-6-782,0 6-133,0-4-912,0 7 12,0 0-536,0 7 1,0 1 147,0 6 0,0 0-226,0 0 0,0 5-187,0 0 1,0 2-95,0-2 0,0-4-27,0 4 1,0-3-128,0-2 0,5 1 124,0-1 1,-1-5-110,-4 1 0,0-5 202,0 4 342,0-6 1,0 2-264,0-10 0,0-3-48,0-6 1,0-2-367,0-3 1,0-3-34,0-6 1,5-1-74,0 1 0,6-1 182,-2 1 0,-1 6-9,2 3 1,-1 3-55,5 2 1,1 6-129,-1 3 1,0 4 210,0 1 1,0 0 198,1 0 0,-3 1-22,-2 4 0,2-2-98,-2 7 0,1-6 28,-2 6 1,2-5-41,-6 4 0,6-4-210,-1 4 219,2-6 1,3 4-15,-1-7 0,0 0 18,0 0 0,0 0 123,1 0 235,-1 0 177,0 0 217,0 0-175,1-7-170,-8 0 1,0-3-92,-7 1 1,-5 4-38,0-5 0,-6 7-4,2-2 0,-4-1-159,-1 1 1,0 1 159,-1 4 0,1 0-86,0 0 1,0 0-27,0 0 1,-1 1 50,1 4 0,5 3 10,-1 6 1,5-3 7,-4 3 0,6-3 9,-2 8 0,4-3-42,1-2 1,6 5-97,3 0 0,4 0-130,1-4 1,5-6-23,0 0 0,2-1-39,-2 2 1,-2-4 158,7-6 0,-5 0 17,4 0 0,-1-6-34,2-4 1,-2 1-4,-3-5 0,2 3-2,2-8 1,4 3 33,-3 2 0,-2-1-156,2 1 0,-5 2 138,4 2 1,-5 4 43,1 6 1,-3 0 18,-2 0 0,-5 0 215,1 0-142,-7 0 0,3 1 327,-6 4-119,0-3-20,0 10 0,-1-10 431,-4 3 0,2-4 146,-7-1-514,1 0 1,-5 0-184,-1 0 1,1 0-164,0 0 0,0 0 60,-1 0 1,1 0-144,0 0 1,5 0 54,-1 0 1,1 0-79,-6 0 1,3 2-37,2 3 0,-1-2 23,6 6 0,-4 1 108,4 4 1,1 0-18,4 0 1,1-4-3,4-1 0,3 1-13,6 4 1,0-5-104,0 1 0,7-7 188,3 2 1,-2 1-62,1-1 1,1-2 106,5-8 1,-4 2-57,3-6 0,-7-2-22,7-8 0,-4 1-5,0-5 1,1-1 11,-6-5 1,0-4-47,-5 0 0,-6 0-105,-3 4 1,-4 3 218,-1 2 90,0 3 1,-1 13-148,-4 4 1,2 4-42,-7 4 1,2 6 15,-1 9 1,1 3 255,3 6 1,4 2 333,-4 4 0,3-6-221,2 1 0,0-1 23,0-4 0,0-2-253,0 1 0,0-10-176,0 1-226,0-3-5,0 4-57,0-8 53,0-7 0,-4-12-201,-1-7 1,0 0 211,5 5 1,0-5-14,0 0 1,2 0-1,3 5 1,2-1 131,8 1 0,4 0 41,0 0 0,1 4 1,-1 1 0,2 6 100,2-2 1,3 3-32,-8 2 1,6 0 202,-5 0 0,0 0-39,-5 0 25,1 7 1,-6-4 84,1 6 1,-7-4-70,1 5 1,-2-6 369,-2 6 0,0-1-176,0 5 1,0 1-57,0-1 1,0 0 34,0 0-367,0 1 0,0-1-1,0 0 1,2-1-381,2-4 1,4 2-147,6-6 1,5 0 269,0-5 0,2 0 21,-2 0 0,1-2 117,4-3 1,3 2 216,-3-6 1,-4-1-192,-1-4 235,3 0 32,-6 0 1,-2 4 411,-9 1-384,-3 5 0,-2 0-55,0 8 0,-2 0 370,-3 5-287,4 1 0,-6 4-109,7 0 1,0-5-18,0 1 1,2-5-21,3 4 1,3-6-45,6 2 0,-3-3-125,3-2 1,-3 0 21,8 0 0,-3-5 82,-2 0 0,0-8-41,1-1 0,-6 2-50,0-3 71,-5-5 0,2 10-12,-6-9 0,-6 5 2,-4 5 0,-2-2-113,-3 6-35,1 0-676,0 5 318,6 0 241,2 0 264,25 0 0,-2 0 156,16 0 1,-1 0 26,1 0 0,-3 0 274,3 0 0,-3-1-142,-1-4 1,-1 3 53,0-2 0,-5 2 85,-4 2 1,-4 0 260,0 0 0,-6 5-7,0-1 0,-1 8-181,2-3 1,-2 4 13,-4 1 1,0 0-359,5 0 1,-4-4-264,4-1 0,-5-4-158,0 4-417,-2-5-1318,-2 8 0,-2-9 858,-2 7 1,-11-5 1182,-8 4 0,-47-6 0,-20-3 0,25 2 0,1 0 0,-1 1 0</inkml:trace>
  <inkml:trace contextRef="#ctx0" brushRef="#br0">14289 9781 7725,'-8'-8'1928,"2"2"0,6 4-956,0-3-191,-6 4-301,4-6-42,-4 7-147,6 0 1,0 7 138,0 2 1,0 4-122,0 1 1,5 5 6,-1 0 0,1 2 7,-5-2 1,2 1-59,2 4 1,-2 3-42,3-4 1,1 3-101,-1-3 1,-1-2-52,-4-7-14,0 7-340,7-6-187,-6 6-785,6-13-397,-7-2 1,0-7 730,0-4 1,0-3-64,0-6 0,4-1 179,1 1 0,0-6-109,-5-4 1,0-3 911,0-1 0,-2 4 0,-2 0 0,0 2-73,-5-1 0,4-3 0,-4 7 1,4 2 960,-4 7 1,5-2-484,0 2 1,2 2 767,2-1 1,2 6-399,2-2 1,11 3-262,8 2 1,4 0-198,2 0 0,5 5-48,4 0 0,-1 6-18,0-2 1,-5 4 67,1 1 0,-9 1-326,-5-1 0,-3 2 87,-2 3 1,-6-8-34,-3 3 0,-4-2 91,-1 7 0,-6-3 17,-4 3 0,-7-3-126,-2-2 1,-6 0-82,1 1 0,-3-1-156,-1 0 0,1-1-292,3-4 1,-1 2-303,6-6 0,0 4 142,5-4 0,1 1-879,4-1 803,2-3 499,7 4 0,7-6 121,2 0 0,5-1 111,5-4 0,-1 2-35,5-7 1,1 5 134,5-4 1,-1-1 238,0-4 1,6 0-173,-1 0 0,2-2 308,-2-3 0,-5 3-87,1-3 1,-3 3 10,-7 2 1,0 0-147,-4 0 0,-8 0 56,-2-1 0,-3 6 239,-2-1-261,0 7 1,-2-3-421,-3 6 0,-2 0-65,-8 0 0,1 2-247,0 2 0,0 4 285,-1 6 0,1 1-68,0-1 1,5 0 107,-1 0 0,7 0-47,-2 1 0,-1-1 65,1 0 0,0 0 102,5 1 1,2-6 72,3 1 0,4-3-73,10 3 1,-2-4-25,7-6 1,5 0-24,4 0 1,2-5-28,-2 1 0,-3-7 80,3 1 1,-3-7 89,-2-2 1,1 0-78,-1 5 1,-4-1 9,0 1 0,-7 0 127,2 0 0,-3 4-79,-2 1 1,-5 6-13,1-2-7,-7 3 0,5 2 43,-3 0 48,-4 0 138,6 7-114,-7-6 23,0 12 550,0-11-162,0 4 106,0-6-290,-7 0-607,6 0 129,-6 0 1,3 1-222,-1 4 1,-5-2 156,6 7 0,-6-5-7,6 4 0,-6-4-129,5 4 0,-4 1 44,4 4 0,-4-5 20,4 1 163,0-1 0,5 6 156,0-1 1,0-5-4,0 1 0,2-6 142,2 6 1,4-7-107,7 2 0,-1-4 3,0-1 0,7 0-102,2 0 1,-1-4 43,2-1 0,0-11-116,4 2 1,-4-10-47,0 1 1,-1-4-163,6-2 1,-7-5 145,-3-4 1,-3-3-62,-2-2 0,-6-3 59,-4 3 1,-2 6-119,-2 13 295,0 3-217,-6 7 0,-2 13-216,-6 5 1,4 14 294,1 5 1,1 6 172,-2 4 0,2-1 57,4 5 1,2 1 264,-3 5 1,4-7-116,1-3 1,0-3 94,0-1 0,4-1-284,1 1 0,5-7 45,-6-3 0,7-3-561,-1-2-502,-4-6-109,7-2 1,-10-6 376,7 0 0,-7-6-221,1-4 0,-2-2 257,-2-3 1,0-5-157,0-4 1,-2-3 421,-2-1 1,1-1 319,-7 1 0,1 6 0,-6 3 0,1 2 136,0-2 1,4 8 82,1-4 0,-1 11 109,-4-1 0,5 3 545,-1 2 0,6 0-563,-6 0 1,7 2 68,-2 3 0,4 3-1007,1 6 1,0-5 147,0 1 0,0-1-480,0 5 960,0 1 0,6 11 0,2 4 0</inkml:trace>
  <inkml:trace contextRef="#ctx0" brushRef="#br0">15171 9738 7725,'-8'-6'0,"3"-4"0,4-2 902,1-2 1,-5-1-30,0 1 1,0 5 178,5-1 0,0 5 37,0-4-561,0 6 0,0-5 145,0 3-446,0 4 0,0-4-170,0 10 1,0 3-153,0 6 0,0 8 390,0 6 1,0 2-53,0 8 1,0-5-182,0 5 0,5-1-60,0 1 1,0 1-63,-5-6 1,0 0-22,0-4 1,4-1-162,1 1 1,1-7-692,-1-3-1285,-3-3-408,4-2 1765,-6-6 1,0-8 73,0-10 0,0-4 279,0-5 0,-2-3 41,-2-7 1,1-1 466,-7-3 0,1-1 0,-6-4 0,6 4-27,-1 11 0,2-3 27,-1 8 0,-2-1 730,6 4 1,-1 7 433,1 4 257,4 2-874,-6 2 1,14 0-36,2 0 1,4 5-132,1 0 1,6 4-130,4-4 1,3 0-105,1-5 1,1 0-198,-1 0 0,1 0-54,-1 0 0,-1 0 169,-3 0 1,1 0-90,-6 0 0,0-5 169,-5 0 1,-1-6 155,-4 2 1,-2 1-108,-7-2 78,0 1-208,0-6 1,-2 8 87,-3 2 0,2-1-380,-6 1 0,-1 0-24,-4 5 1,0 6-189,-1 4 0,1 2 250,0 3 0,0 4 51,0 0 0,4 4 38,1-4 1,4 5 146,-5-5 0,7 5-89,-1-5 0,2 1 26,2-1 1,2-3 118,2 3 1,9-8-66,6-2 0,6-4-37,-1 5 1,3-7 13,1 1 0,1-4-11,-1-4 1,0 1 89,1-7 1,-2 1 169,-4-6 0,3-4-129,-7 0 1,0-1 100,-5 1 1,0 3-63,0-3 0,-4 3-145,-1 2-263,-6 0 73,10 0-328,-11 6 333,10 2 1,-5 7-63,2 4 1,-1-2 37,-3 7 32,-4-1 270,12 5 1,-12-4 153,4-1 66,-3-6-25,4 4 252,-4-1-73,4-4 131,-6 4-376,0-6-61,0 0-229,-6 0 0,3 0 207,-7 0-500,1 0 1,-6 0 55,1 0 0,0 0-68,0 0 0,-1 0-168,1 0 233,0 6 0,0 2 144,0 6 1,4-4-45,1-1 174,5 1 1,-2 4 17,6 0 1,2-1 184,2-4 0,4 2-88,7-6 1,5 5 44,4-6 0,4 1-111,5-5 1,-3 0-20,4 0 0,-4 0 51,-2 0 1,5-6 80,0-4 0,-1-2 6,-8-3 0,-2 1-71,-3 0 0,-3-2 77,3-3 1,-10-3-143,-4-6 0,1-6-48,-1 1 1,0-1 17,-5 0 1,-5 9-159,0-3 0,-4 13 119,4 1 0,-1 9-198,1 1-188,3 2 1,-9 8 209,6 4 1,1 9 143,4 5 1,0 2 229,0 3 0,0 1 322,0 3 0,0-3-260,0 3 0,0-7 54,0-3 1,0-1-327,0 2 1,0-3-159,0-7 1,0 0-713,0 0 463,0-6-125,0 5 354,0-12 0,-5-1-21,0-9 1,-4-4 38,4-1 1,-4 0 174,4 0 0,0-1 107,5 1 1,0-5-57,0 0 0,2 0 91,2 5 1,0 5-46,5-1 1,5 5-40,5-4 0,5 6 47,-5-2 0,8 3 168,1 2 1,1 0-91,4 0 0,-3 0 56,-2 0 1,-1 0-74,-3 0 1,1 0 109,-6 0 0,-2 2-109,-7 3 1,1-2 31,-6 6 1,-1-4 121,-4 5-163,0-1 0,0 5 20,0 0 1,0 1-77,0-1 0,0-5-121,0 1 0,0-1 54,0 6 0,0-6-190,0 1 0,7-6-5,2 6 1,-1-7 144,2 2 1,-1-4 47,5-1 1,5 0 4,0 0 1,0-5 92,-5 1 1,1-7-13,-1 1 1,0-4 180,0-5 1,0 3-101,1-3 1,-7-1-44,-4 1 1,3 0-164,-3 5 0,-1 1-26,-7 4 1,1-3-184,-7 8 1,-1-1 85,-8 5 0,2 0-119,-7 0 1,2 2 138,-2 2 1,2-1 6,3 7 0,3-1 58,-3 6 1,8-6 123,2 1-9,6-1 79,-4 5 92,7 0 1,8-4-154,6-1 1,2-5-38,8 0 1,0-2 8,4-2 1,1 0-1,-1 0 1,-4-5-31,-1 0 1,-1-1-8,2 1 0,-2-1 64,-3-3 1,-3 1-7,3 3 0,-8 2 40,-1-7-129,-7 7 21,3-3 46,-6 6 170,0 0 237,-6 6-294,4-4-114,-4 10 1,6-8-1,0 5 0,6-6-30,4 2 1,2-4-118,2-1 0,1 5 118,-1 0 0,2 0-117,3-5 1,-2 0 152,7 0 0,-7 0-5,2 0 1,-3 0 167,-2 0 1,5 0 12,0 0 1,0 1 14,-5 4 1,-4-3-67,-1 2 1,1 3 104,4-3 1,-5 6-101,1-5-157,-1 6 1,5-10 120,1 4-361,-1 3 0,0-7-394,0 4 433,1-3 1,-1-2-51,0 0 0,-5-2 168,1-3 0,-5 4 22,4-4 1,-6 2-21,2-2 186,-3 4 1,-1-6-129,4 7 60,-3 0 1,4-1 176,-6-4-148,0 3-1,0-4-270,0 6-3805,0 0 3268,6 0 742,-4 0 0,23 19 0,-1 5 0</inkml:trace>
  <inkml:trace contextRef="#ctx0" brushRef="#br0">17659 9696 7906,'14'-2'-861,"0"-3"0,5 2 1293,0-6 0,0 1 1109,-5-2 1,5 4-789,0 6 0,0 0 20,-5 0 1,1 0-196,-1 0 0,0 6-70,0 4 0,-1 2 29,-4 3 1,3 0-128,-8 4 1,3 3 62,-3 7 0,-2-1-159,3 1 1,-4-1-24,-1 1 0,-5-3-256,1-2 1,-7 1 72,1-6 1,-2 5-270,-3-5 0,1 0-9,0-5 0,0-1-198,-1-4 0,-3 2-229,-1-6 0,-2 6-639,2-1 0,2-2 185,-7 1 1,5-4-1444,-5 4 2494,-6-6 0,-39-7 0,-18-4 0,23 0 0,-1 0 0,1 0 0</inkml:trace>
  <inkml:trace contextRef="#ctx0" brushRef="#br0">1920 11302 7701,'-8'-6'542,"3"-4"153,-3-2 1,7-3-309,-4 1 1,3 5 6,2-1 97,0 1 1,0-1 392,0 1 1,7 1-483,2-2 0,4 3-232,1 2 1,5 3-125,0-3 1,5-1 38,-5 1 1,4 1-79,-4 4 1,5 1 85,-5 4 0,0-2-144,-5 7 0,-4-1 45,-1 5 0,-6 1 132,2-1 0,-3 0 146,-2 0 1,-2 0-149,-3 1 0,-7 0 39,-7 4 1,0-3-137,4 3 1,1-3-157,0-2 0,1-4-179,4-1-153,-4 1 1,12-1 272,-4 1 0,5-7-4,5 1 1,4-2 154,10-2 1,2 0-8,2 0 0,4 0 119,-3 0 1,-4 0-57,-1 0 0,-3 0 293,-2 0-281,1 6 1,-7 2 160,-4 6 1,-4-1 208,-4-3 0,-6 2-183,-9-2 0,2 2-301,-7 3 1,5-6-154,-5 0 0,5-4-312,-4 5 0,1-6 11,-2 6 1,2-7-482,3 2 0,3-4 181,-3-1 1,8 0-312,2 0 0,4-8 1148,-5-6 0,20-44 0,-1-18 0</inkml:trace>
  <inkml:trace contextRef="#ctx0" brushRef="#br0">2133 11089 7716,'0'-14'0,"0"-1"442,0 1 0,-5 0 624,1 0 0,-7 1-379,1 4 0,-3 2 195,-1 7 0,-5 0-374,0 0 1,-6 8 24,1 6 1,-3 2-93,-1 8 0,-2 0-115,-3 4 1,4 0-167,1 1 0,1 4 1,8 0 1,-5 2-1,6-2 1,-1-3-61,4 3 0,7 2-134,4-2 1,2 0 153,2-4 1,0-1-69,0 1 1,11-2-552,3-4 0,5 3 244,0-7 1,3-1 102,7-3 0,4-1 108,0 0 0,7 0-5,-2 1 0,3-3 71,1-2 0,1 1 126,0-7 0,4 1-64,0-5 0,1-6 52,-6-4 0,0-7-81,-5-2 0,3-8 73,-7-1 1,0-1 92,-4-4 0,-7-2 79,-3 2 1,-3-5 210,-2 5 1,-6-6-232,-4 1 1,-5-3-12,-9-2 1,-1-6-590,-12-3 0,-1 5 224,-4 4 1,-1 7-519,1 7 1,-1 7 317,1 3 1,1 10-912,3 4 0,-3 3 19,4 2 1,2 7-160,2 2 0,3 10 588,2 5 1,2 1 757,2-1 0,4 28 0,6 2 0</inkml:trace>
  <inkml:trace contextRef="#ctx0" brushRef="#br0">3100 11146 7664,'6'-13'0,"4"4"0,-4-4 0,0 10 577,-6-7-231,0 7 2058,0-3-1507,0 18 0,0 3-89,0 8 1,0 4-245,0-3 1,-4 3 141,-1 1 0,-5 1-394,6-1 0,-3-4-155,3-1 0,2 1-94,-3 5 1,-1-6-118,1 1 0,0-7-208,5 2 1,0-3-779,0-2-1210,-6-6 689,5-1-572,-6-7 1534,7 0 1,0-7-89,0-2 0,0-4 256,0-1 0,0-7 180,0-2 1,0-11 243,0-3 0,0-5 175,0 0 0,0-2 210,0-4 1,0 4-78,0-3 1,0 2 442,0 3 0,7 10-251,2 4 1,5 10 190,5 4 0,3 1-252,7 9 1,1 5-112,3 9 0,-3 4-6,3 5 1,-4 3-93,-6 7 0,-4-1-12,-9 0 1,-4-4-27,-6 0 0,-2-5 0,-2 4 1,-6-5-63,-9 1 0,-3 0-93,-6-5 0,-2 3-459,-3-7 1,3 1 178,-4-2 0,6-2 12,4-7 1,2 1 33,3 4 0,8-3-277,-3 2-154,9-2-296,-1-2 792,18 0 0,-2 0 284,9 0 0,-2 1 135,2 4 1,-1 3-132,5 6 0,-5 0 9,1 1 0,1-1 19,-1 0 1,2 0 115,-2 1 1,-4-1-3,4 0 1,-1-5 14,1 1 0,-2-5-147,7 4 0,-5-6-34,4 2 1,0-3-175,0-2 0,4-2 15,-3-3 1,3-3 2,1-6 0,-1 0 31,-3 0 0,1-5-105,-6 0 0,0-6 45,-5 1 0,-1-1 41,-4 1 1,-3-3 26,-6 3 1,0-1 21,0 1 0,-7-1-63,-8 6 1,1 7-38,-5 7 1,-1 3-141,1 2 0,-5 2 100,5 3 1,0 7-79,5 7 1,1 6 66,4-1 1,-2 1-90,6-1 1,0 3 138,5-3 0,0 1 127,0-1 0,2 1-131,3-6 1,2 0 122,8-5 1,-1-1 202,0-4 1,2 2-82,3-6 1,-2 0 81,7-5 1,0-5-199,4 0 1,-4-6-253,-1 2 1,0-9 125,0-1 0,4-1-79,-3 1 1,-2 1 109,2-5 0,-1 4 40,6-5 0,-6 7 63,1-2 1,0 3-79,4 2 0,-6 6 24,-3 3 1,2 4 62,-2 1 0,-2 1 84,-7 4 0,1 3-10,-7 6 1,1 0 94,-5 0 0,0 1 55,0-1 1,0 0-127,0 0 0,-6 0-96,-4 1 1,-2-3-101,-2-2 1,-2 1-226,-3-6 1,1 1 103,-5-1 1,4-4-93,-5 4 1,7-2-242,-2 2 0,-2-4 170,2 4 0,0-3-218,5-2 274,0 0 0,1 1-118,4 4 296,2-3 1,7 6 181,0-4 1,2-2-78,3 3 0,3-4 29,6-1 0,5 5 38,0 0 0,6-1 98,-1-4 1,3-1-260,1-4 1,0 2 98,1-7 0,-4 1-5,4-5 1,-9 0 61,9-1 1,-10 1 115,0 0 1,-4 0-97,0-1 0,-3 1 328,-2 0-252,-4 0 259,-6 0 42,0-1-388,-6 8 0,-1 2-163,-2 10 1,-2 2 91,6 8 1,-4-1-73,4 0 1,0 2 98,5 3 1,0-3-24,0 3 0,0-4-27,0 0 0,2-1-12,2 0 1,0 0-140,5 0 1,5-6-30,5-3 1,2-3-68,-2-2 1,1 0 148,4 0 0,1-7 10,-6-2 1,2-4 66,-2-1 1,-4-2 129,4-3 0,-7 2-135,-3-7 0,-6 5 29,2-4 0,-4 0 74,-1 0 1,-1-3-122,-4 7 1,-7 1-79,-7 3 0,-2 7 80,2 4 0,2 2-108,-7 2 1,5 6 46,-5 4 1,7 4-123,-2 5 0,3-2 188,2 7 1,0-5 90,0 5 1,6-5-42,3 4 0,3-5-138,2 1 0,2-5 11,3-5 1,7 3-31,7-8 1,7 1-174,-3-5 0,4 0 135,2 0 0,-1-6 22,0-4 0,1-2 357,-1-3 1,1 1-156,-1 0 1,-4 0 141,0-1 0,-9 1 43,0 0 0,-1 0 441,-5 0-116,-2 6 88,-1 1-43,-6 7-384,0 0 1,-5 7 9,0 2 1,1 9 34,4 1 0,-2 1-66,-3-1 0,4-3-40,-4 3 1,3-3-121,2-2 1,5 0-62,0 0 0,6-4-262,-2-1 0,4-6-13,1 2 1,5-3-281,0-2 0,2 0 214,-2 0 1,-2-7 93,7-2 1,-7-4 293,2-1 0,-3 0-144,-2 0 1,0-2 141,1-3 1,-3 3 56,-2-3 1,-2 3 455,-4 2 36,-2 0 358,4 6-737,-6 2 1,-1 6-139,-4 0 1,3 6 104,-2 3 1,-3 4-14,3 1 1,-1 5-11,5 0 1,0 0-69,0-5 0,1 1-102,4-1 0,-2-2-15,7-2 0,-1 1-163,5-6 1,2-1 86,3-4 1,-3 0-173,3 0 0,1-6 143,-1-3 1,0-4 46,-4-1 0,2-5 33,-3 0 0,4-5-4,-9 5 0,-3-1-35,-1 1 152,3 3 252,-6-5-116,4 7 72,-12 6-445,4 2 249,-4 12 1,6 2 3,0 6 1,0-4-1,0-1 1,4-4-2,1 5 1,6-7 3,-1 1 1,2 3 7,3-2 1,-6 4 40,1-4 1,-1 1 124,5-1 1,-4 1 514,-1 4-413,1 2 0,2-4-141,-2 6 0,-2 1-38,-4-1 1,-2-5 9,3 1 1,-2-1-56,2 5 1,-4-4-165,4-1 0,1-4-37,-1 5 0,6-7-251,-1 2 0,-3-4-204,3-1 1,-1 0 228,6 0 0,-1-6 72,0-4 1,0-4 35,0-5 0,1 2-19,-1-7 0,0 0 93,0-4 1,1 1 26,-1 3 1,0 4 57,0 6 1,0-1 172,1 1 1,-1 6 106,0 4 1,-4 2-86,-1 2 0,1 0 49,4 0 0,-6 2-71,-4 2 0,3-1 57,-3 7 1,1-5 38,-5 4 42,0-6 271,0 4-230,0-1 433,0-4-620,0 4 0,-1-6-392,-4 0 1,2 0 84,-7 0 1,1 0-157,-5 0 0,-1 0 193,1 0 1,0 1 6,0 4 0,-1-2-54,1 7 0,2-1 24,2 5 0,-1 1 138,6-1 0,-1 0 39,1 0 0,4 1 133,-4-1 1,10 0-40,4 0 0,4 0 128,1 1 1,7-7-115,2-4 1,3-2-23,-3-2 0,7 0-19,-6 0 0,6-6 16,-6-4 1,2-3-53,3-1 0,-2-5-26,-4 0 0,-2-6-121,-7 1 1,0 2 79,1-1 1,-7 0-134,-4 0 1,-2 2 56,-2 7 1,-2 4-88,-2 1 1,-4 6 76,-7-2 1,0 5 4,-4 5 0,3 7 76,-3 7 0,8 5-50,1-5 0,7 5 0,-1-5 0,2 1 259,2-1 0,2-3 390,2 3 0,4-3-565,6-2 0,7-6-327,3-3 0,2 1 24,3-1 1,-1-1-239,1-4 0,-6-4-1070,1-1 0,-2-6 474,2 1 0,-5 3 1146,-10-3 0,-9-25 0,-7-11 0</inkml:trace>
  <inkml:trace contextRef="#ctx0" brushRef="#br0">7010 11203 7685,'-8'-15'0,"-5"6"541,4-1 1,1 2 763,-2-1 0,-1 3-570,-8 6 1,2 0 105,-7 0 1,5 0-316,-4 0 1,5 6-163,-1 3 0,4 3-332,0-3 0,1 4 9,0-4 0,6 4-72,3 1 0,4-5 77,1 1 1,6-1-139,3 6 0,6-1 57,4 0 1,-2 0-101,7 0 1,-2 1-83,2-1 0,1-1 57,-6-4 1,0 4 256,-5-4 1,-6 4-33,-3 1 0,-4-5 27,-1 1 0,0-5-31,0 4 1,-13-4-2,-5 4 0,-3-5-141,-3 0 0,1-2-201,-6-2 0,1 0-146,-1 0 0,6 0 165,-1 0 0,11 0 125,-1 0 0,5-2-277,-1-2 116,4 2 0,7-9 124,4 6 0,5-1 53,9 1 0,1 2 114,4-7 0,6 6 246,-7-6 0,12 6-191,-6-6 1,2 1-108,-2-6 0,9 1-381,0 0 1,7-5 64,-2 0 0,-5-6-74,5 1 1,-6-6 194,1 2 0,-9-4 38,-10 8 0,-5-3 62,-5-1 1,-2-5 180,-7 0 1,-2-5 485,-3 5 0,-2 1-311,-8 8 1,0 5 352,-4 10 0,3 3-139,-3 6 1,-2 1 66,2 4 1,0 4-124,5 10 1,5 3-64,-1 7 0,7 1-18,-2 3 1,-1 2 75,1 3 0,1-4 58,4-5 0,1-1-62,4 1 0,-2-1-168,6 1 1,-4-3-57,5-2 0,-6-3-79,6-7 1,-2 0 15,1 0 1,-1-4-133,-3-1 21,-3-6 0,5 4-89,-2-7-444,-3 0 291,4 0-93,-6 0 825,0 0-109,0-7-370,0 6 1,0-12-92,0 4 0,0 1-365,0-2 1,6 1 228,4-5 0,1-1-95,-2 1 1,4 0 102,-3 0 0,2 0 174,2-1 1,1 6 12,-1-1 1,0 7 202,0-1 0,5 2 17,0 2 1,0 2 216,-5 2 1,1 6-24,-1 9 0,-5-2-131,1 7 0,-2-5 104,1 4 1,2-5-110,-6 1 0,0-2-112,-5 2 1,0-8-90,0 3 0,0-7-419,0 2 23,0-6 27,6 4 1,0-9 101,4-3 0,2-3-20,-2-6 0,2-2-145,3-3 0,4 2 177,0-7 0,1 1 94,-1-6 0,2 1 52,2-1 1,3 7 152,-7 3 1,4 0-91,-4 5 0,0-2 125,-5 12 0,1-1-27,-1 5 1,-5 5-6,1-1 0,-5 7-37,4-1 1,-6-2 170,2 1 0,-3-4 629,-2 4-578,0-5 1,0 4 257,0-4-16,0-2 403,0 4-1050,-7-6 1,-1 0 132,-6 0 1,5 0-117,-1 0 1,-4 0 2,-5 0 1,-2 0-43,2 0 0,2 0 37,-7 0 1,7 7-71,-2 2 0,3-1 108,2 1 0,1 1 27,4 4 1,1 5 113,3 0 1,4 0-84,-4-5 1,10-1-51,4-4 1,5 2-21,5-6 0,-1 5-133,5-6 0,0 1 81,0-5 1,-1-2 5,-3-2 0,-3-3 120,3-2 1,-3-4 202,-2 4 1,0-4 152,1-1 1,-6 0-175,0-1 0,-5 1 293,0 0-163,-2 0 0,-2 4 484,0 1-663,0 6 1,0-2-145,0 10 0,0 3 229,0 6 1,0 0-78,0 0 0,0 0 244,0 1-256,0-1 0,5 0-180,-1 0 1,6-4 8,-5-1 0,6-6-9,-2 2 0,4-3 67,1-2 1,0-2-213,0-3 0,1-2 95,-1-8 0,-5 1-38,1 0 1,-5 0 138,4-1 1,-6 1-44,2 0 1,-3 0 129,-2 0 1,0 4-44,0 1 0,-2 6 122,-3-2 1,2 3-115,-6 2 1,4 0-13,-5 0-74,7 0-12,-3 0-9,6 7 1,1-6 70,4 4 1,3-2 68,6 2 0,1-4-79,-1 4 1,0-3 9,0-2 0,-4 0 5,-1 0 0,1 0 7,4 0 1,-5 1 244,1 4 1,-5 1 117,4 4 1,-6 2-10,2-2 0,-3 2 596,-2 3-992,0-1 1,0 0-483,0 0-13,0 1 0,4-6 60,1 1 177,6-7 1,-3 3-1,6-6 1,0-5-143,1 1 1,0-8 376,4 3 0,-3-4 114,3-1 1,-3 0 96,-2 0 1,0-1-65,1 1 1,-1 5 178,0-1 0,-6 6-51,-3-6 92,3 7-66,-7-3 1,10 7 116,-6 4 1,0 3 113,-5 6 0,1-1-154,4-4 0,-3 4-109,2-4 0,-1-1-119,2 2 1,2-6-228,2 6 1,4-7 154,-4 2 1,8-2-131,2 2 0,5-4-79,-5 4 0,6-5-259,-1-5 1,3-1 209,1-4 0,1-1 69,-1 7 1,1-7 178,-1 1 0,-4 2 34,-1-1 0,-4 4 153,5-4 0,-6 5-31,0 0 0,-6-3 130,-3 3 1,0-1-91,6 5 1,-3-2 248,-2-2-157,2 2-191,-4-4-229,0 6 190,-1 0-291,-7 0 23,0 0-22,0-7 1,-7 6 79,-2-4 1,1 5-32,-2 5 1,1-2 34,-5 6 1,-1-4 59,1 5 1,5-1 175,-1 5 1,2 5 63,-1 0 1,3 5 80,6-5 1,0 5 24,0-6 1,0 8 187,0-3 1,1 3-99,4-3 0,-2 4-33,7-3 0,-6-4-104,6-1 0,-7-3 60,2-2-126,-4 1 0,-1-6-46,0 1 1,-6-7-196,-4 2 0,-4-4 13,-5-1 0,2 0-208,-7 0 0,5 0 85,-4 0 1,5-1 73,-1-4 1,3 2 210,2-7 1,5 1-160,-1-6 0,7 0-90,-2-4 1,10 1 44,5-5 0,9-1-96,4-4 0,-1-1-114,2 1 1,0-1-298,4 1 0,1 1-196,-1 3 1,0 2-1779,1 3 2625,-7 3 0,-14-42 0,-10-4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14687 17188 8275,'8'-8'968,"-1"1"1,-7 9-387,0 3 1,0 3-266,0 6 1,-7 6 93,-2 4 1,-4 8-133,-1 1 0,0 8 16,-1 2 0,-3 1 114,-1 8 0,-5 0-120,5 5 1,-6-2-170,1-3 0,2 2 83,-2-7 1,7-1-101,-2-8 0,3-5-16,2-9 1,0-3-417,-1-7-13,7 0 0,2-5-1162,6 1-1647,0-7 2285,0 3 0,6-6-276,4 0 1142,3 0 0,20-37 0,5-11 0</inkml:trace>
  <inkml:trace contextRef="#ctx0" brushRef="#br0">14773 17515 8177,'8'-15'146,"-4"1"1,-2 0 829,-2 0-216,6 0 0,-4-1-280,3 1 1,1 5-30,-1-1 1,1 2-1,-1-1-269,3-4 0,6 10-39,0-6 0,2 5-228,3 0 1,-2 2-64,7 2 0,-5 0 160,4 0 0,-5 5-198,1 0 1,-3 6 97,-2-2 1,-6-1 104,-4 1 0,-2 1 55,-2 4 0,-2 0 180,-2 1 1,-4-1-85,-6 0 1,-2-1 153,-3-4 1,3 4-89,-3-4-316,3 4 1,4 1-148,2 0 0,4-4 126,6-1 1,6-1 18,4 2 1,4 2 57,5-2 1,-2-4-29,7-1 0,-7 1 13,2-1 0,-3 1 47,-2-1 239,-6-4 1,-3 11 347,-10-8 0,-4 3-107,-10-3 1,-8-2-492,-6 3 1,-5 1-493,5-1 0,-4 4-155,9-4 0,-2 4-1913,11-4 1851,0 6 1,6-3-895,4 6 1608,9-6 0,46 11 0,15-3 0</inkml:trace>
  <inkml:trace contextRef="#ctx0" brushRef="#br0">15583 17444 8103,'-1'-10'184,"-4"1"1,-2-1 269,-2-4 1,-4 1 671,4 4 0,-4-2-619,-1 6 0,-2 0-83,-3 5 0,-1 0-57,-4 0 1,-3 7-157,3 2 0,-2 10-1,-3 5 1,5 4-60,1 5 0,7-1-114,2 6 0,1-5 34,8 5 0,1-7-185,4 3 1,1-4 62,4-2 1,3-4-59,6-1 1,5-7-177,0-2 0,6-6-75,-1-8 1,3 0-77,1 0 0,-4-1 147,0-4 1,-7 2-14,2-7 1,-5 1 182,-4-5 216,2 0 0,-10-1-160,3 1 1,-5 0 70,-5 0 1,3 4 653,-2 1-217,-4 6 61,0-4-146,0 7 0,-3 7 288,6 2 1,0 4-102,5 1 1,0 0 119,0 0 1,-4 2-282,-1 3 1,0-3-256,5 3 1,0-3-82,0-2 1,-5 0-282,1 0 1,-3 0-988,3 1-256,2-1-1763,-4 0 2175,-1 0 1062,6 1 0,26-39 0,15-9 0</inkml:trace>
  <inkml:trace contextRef="#ctx0" brushRef="#br0">15882 17586 8103,'0'-21'0,"0"10"1923,0-3 286,-7 3 627,6-3-1727,-6 6-678,7 1 0,0 14-41,0 2 1,0 5 192,0 5 0,0 2-153,0 3 0,0 2-145,0-2 1,0-3-249,0-2 1,-1 1 48,-4-1 1,4 2-31,-4-2 1,3-8-18,2 3 0,-1-5-508,-4 1 502,3-4 1,-6-6 106,4 0 1,1-8-388,-7-6 0,7-8-283,-2-11 0,4-4-301,1-5 1,6-7 288,3-3 1,6-2 92,4 2 0,1 3 109,4 6 1,1 13 84,-6 7 1,0 7-41,-5 6 0,-1 6-115,-4 8 0,2 9 286,-6 6 1,0 6 244,-5-1 0,-2 1 342,-2-1 0,0 3-263,-5-4 1,-5-1-19,-5 2 0,0-6-179,5 0 0,-5-2-238,0-2 0,-5 1-102,5-1 0,-5 0-698,5 0 1,0-4-800,5-1-497,0 1 2331,6 4 0,27-12 0,13-4 0</inkml:trace>
  <inkml:trace contextRef="#ctx0" brushRef="#br0">16180 17515 8103,'0'-10'398,"0"1"1,0 4 1602,0-5-1438,0 7 1,2-3 43,3 6 0,-4 6-33,4 4 1,-4 2 277,-1 3 0,0 5-293,0 4 1,0-2-124,0 2 1,0-2-200,0 1 0,-4 3-102,-1-7 1,0 1-189,5-1 0,-1-8 284,-4 3-120,3-2 113,-4 2 1,4-6 206,-2-4 1,2-4-398,-3-4 0,-1-11-82,1-8 1,1-10-757,4-5 0,6-11 164,3-8 0,10-2-188,5-7 1,4 0 250,6-5 0,-3 12 133,7 7 0,-6 16 109,1 12 0,-8 11 83,-1 18 1,-2 9 105,2 10 1,-4 4 174,-6 6 0,-6-4 518,-3 3 0,-5 2-49,-5-2 0,-9-2 220,-10-7 1,-4 1-211,-5-6 0,-4 0-269,-5-5 0,-2-6-243,-4-3 1,9 1-261,-4-1 1,10 0 293,0-5-30,15 0 0,18-13 0,16-3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23374 654 7829,'-9'-10'225,"-1"1"367,7 6-156,-3-10 1,6 10 380,0-6 31,0 5-232,0-8 320,0 10-503,0-4-124,0 6-102,0 0-24,0 6 0,0 2 46,0 6 1,0 2-60,0 3 0,0-2-137,0 7 1,0 0 163,0 4 0,0 2 15,0 3 0,-5-1-90,0 6 1,1-6-108,4 1 1,-5-3 32,0-2 1,-1-1-374,1-3-153,4 3 1,-7-12-407,3 4-343,3-9 505,-4-4 258,6-6 1,0-1-119,0-4 0,0-3-181,0-6 0,0-1 190,0 1 0,0 0-17,0 0 0,0-5 550,0 0 1,0-6 101,0 1 1,0 2 156,0-2 1,-1 0-182,-4-4 1,3 0 50,-3-1 1,4 1 266,1-1 0,0-1 528,0-3 1,11 3-289,3-3 1,11 3-15,4 1 1,1 3-194,8 2 0,-7 0-216,3 10 1,-4-2-187,-2 11 0,-6 1 62,-3 4 0,-3 1-127,-2 4 0,-1 3 69,-4 6 1,2 0-30,-6 1 0,0 0 22,-5 4 0,0-3 13,0 3 1,-7-3 148,-2-2 0,-4 0-74,-1 1 1,0-1-16,0 0 1,-2-1-38,-3-4 0,3 2-115,-3-6 0,2 6 109,-2-2 0,3-2-129,-3-3 1,3 3 27,2-2 1,5 1-165,-1-1 0,5-4-191,-4 4 307,6-4 355,-4 6-142,14-6 1,1 10 211,6-6 0,-2 6-91,-2-1 0,3 2 60,-4 3 1,4-1-46,1 0 0,0 0-69,0 0 0,-4 2 30,-1 3 0,1-3 32,4 3 0,0 1-488,0-1 0,1 0 107,-1-4 1,5-6 24,0 1 0,0-6 233,-5 6 0,0-7-37,0 2 1,1-5 99,-1-5 0,5-5-29,0-9 0,1 1-15,-1-11 1,-1 2-57,5-11 0,-5 2-3,1-2 1,-4 3 100,0 7 1,-7-1 153,-4 1 1,3 6-125,-3 3-5,1 3-201,-11 8 1,3 2 81,-7 6 0,2 6-813,-1 4 1,-4 4 381,4 5 1,-4 1 160,-1 4 1,1 3 148,4-3 0,-2 1 105,6-1 0,-5 3-85,6-4 1,-1-1 167,5 2 0,0-7-110,0 2 1,0-3 3,0-2 0,2-1 34,2-4 1,4-2 2,6-7 1,7-2-19,3-3 0,2-2-88,3-8 1,-1-5-6,1-4 1,-1 2 87,1-2 0,-1 1 9,1-6 1,-7 2 3,-3 4 1,-4 2-29,0 7-10,-7 0-198,-2-1-273,-6 8-110,0 0 0,1 18 492,4 4 0,-2-3 210,7-2 1,-1-1-160,5 5 0,-4-1 137,-1-4 1,-1 4-22,2-3 1,1-3-62,-6 3 0,1-2 67,-1 1 250,-4 4-89,6-5 0,-9 4-48,-3-2 0,-3 3 189,-6-4 1,-5-1-420,0 1 0,-4-1 106,4 2 0,-5 1-419,5-6 1,0 4 142,5-4 0,0 1-28,-1-1 0,6-4-160,-1 4 19,7-3 229,-3-2 0,7-2 61,4-3 0,5 2 1,9-6 0,-2-1-2,7-4 1,-5-2 114,4-3 0,-1 4-114,2-4 0,1 3-2,-6 2 1,0-5 102,-4 0 0,-1 0 168,0 5 1,-1 4 47,-4 1 298,4 5-508,-12-2-467,6 6 249,-7 0 1,0 6 228,0 4 0,0 7 196,0 2 0,-5 0-175,0-5 1,0 5-43,5 0 0,0 0-10,0-5 1,7 1 38,2-1 1,4 0-46,1 0 0,0-4 91,1-1 0,0-6 96,4 2 1,-1-3-11,5-2 1,-4-7 134,5-2 0,-7-4-144,2-1 1,-3-2 70,-2-3 1,-1-1-24,-4-4 0,-2-1 97,-7 6 0,0-5-293,0 5 0,-2 0 108,-3 5 1,2 6-372,-6 3 1,-1-1-75,-4 1 0,0 1-224,0 4 0,-1 6 309,1 3 1,0 4-23,0 1 0,0 1 33,-1-1 0,3 0 105,2 0-232,-2 0 0,10 1 50,-3-1 1,4-5-373,1 1 584,0-7 1,1 8 249,4-6 0,8-1-169,6-4 1,6-1 122,-1-4 0,2-1-113,3-4 0,-2-2 96,-4 2 1,3 2 71,-7-1 0,4 4 122,-4-4 0,-4 6-52,-6-2 0,-1 2-210,1-2-288,4 3 369,-11-4-77,4 12 1,-4 2 51,2 6 0,-2 1-21,3-1 1,-4 0-41,-1 0 1,5 0-144,0 1 0,1-1-194,-1 0 1,-2-1 110,6-4 1,-4 4-68,5-4 0,-6-2 234,6-3 0,-1-2 147,5-2 0,1-2-106,-1-2 0,5-4 79,0-6 0,0-5 360,-5 0 1,0-2-188,0 2 0,-4 3 217,-1-3 1,-5 8 267,0 2 16,4-1-767,-6 3-902,4 0 434,-6 7 19,0 0 0,-1 7 329,-4 2 0,3 4-16,-3 1 1,4 0 152,1 0 1,1 0-119,4 1 1,-2-3-38,7-2 1,-5 2 98,4-2 0,-4-2 56,4 1 1,1-6 365,4 2 0,0-3-196,0-2 0,2-2 21,3-3 1,-3-2-123,3-8 0,-2 0 98,2-4 0,-8 3 30,4-3 0,-6 3 137,0 2 1,-1 0-88,-3-1 1,-3 6 369,2-1-642,-2 7-510,-2-3-690,0 6 404,-6 0-60,4 0 404,-4 0 1,6 2-919,0 2 1158,0-2 0,6 9 338,4-6 1,-3 1-64,3-1 1,-1-2 121,6 6 1,-6-5 109,1 0 0,-1 3-169,5-3 1,-4 6 82,-1-5 1,-4 4 60,5-4 0,-6 4 299,6-4-382,-7 6-113,3-3 1,-4 5-100,3-4-127,-4 4 1,5-10-15,-6 6 1,2-6-3,3 2 290,-4-3 1,12-2-26,-4 0 1,-1-7 140,2-2 0,-1-5-215,6-5 1,3 3-99,1-3 0,0-1 26,-4 1 0,4-2-119,0 2 0,-1 5 48,-3 0 1,-1-1 90,0 6 1,0 3-261,1 1 169,-1 3 89,0 2 98,0 0 326,0 0-114,-6 7-85,-1-6 1,-7 7 15,0-3-65,0-4-99,0 6-78,0-7-373,0 0 244,-7 0 1,4 5-151,-6-1 1,1 3 173,-2-3 0,-2 3 64,2 2 1,-1 4 174,2-4-149,-4 4 0,7 1 153,-4 0-48,-2 0 1,10 1-9,-3-1 0,5-1 137,5-4 0,3 2 198,6-6 1,7 1-73,2-1 0,4-4 68,2 4 0,5-8-316,4-2 1,2-7 79,-2-3 0,1 0-213,-6-9 1,1 5 28,-6-5 0,-6 7 7,-3-2 0,-8-2 21,-1 3 1,-7 3-32,2 6 0,-5 6-159,-5-2 0,2 3-223,-7 2 0,-1 7 50,-8 2 0,3 9 118,-3 0 1,-1 6 358,1-5 0,5 5 35,4-5 0,7 0 88,-2-5 1,4 0-148,1 0 1,3-1 97,6-4 0,2 3 66,13-8 0,5 1 116,4-5 1,5-2-1144,-5-2 0,0-4 99,-5-6 697,1-1 0,-24-24 0,-7-12 0,0-3 0,1-1 0</inkml:trace>
  <inkml:trace contextRef="#ctx0" brushRef="#br0">24953 1706 8061,'0'-10'1635,"0"1"-940,0 6 1,-2-8-292,-3 6 1,2 0-52,-6 5 1,-2 2 195,-8 3 0,3-2-224,-3 6 1,-2 1-238,2 4 0,-3 0-17,8 0 0,-3-4-209,7-1-557,-2 1 1,4 4 386,3 0 0,3-4 0,2-1 0,2 1 40,3 4 0,-1-5 191,11 1 1,-9-1 52,8 6 0,-3-1 169,3 0 0,-1 0-124,-3 0 0,1-4 119,-7-1 0,1 1-37,-5 4 1,0 0 123,0 1 1,-6-3-140,-4-2 1,-4 2-65,-5-2 1,3-2-16,-3 1 0,-1-6 2,1 2 1,0-3-79,5-2-81,6 0 1,3-5-67,10 0 0,4-8-253,10-1 1,5 0 260,9-5 0,-1-3 83,6-2 1,-5 2 3,5-2 0,-7 1-38,2-6 1,2 2 155,-2 4 0,-1-2-45,-8 6 0,-5-5 157,-10 5 0,2-5 2,-6 5 0,0 0 54,-5 5 0,0 5 35,0-1 0,-2 7-60,-3-2 0,2 4-37,-6 1 1,4 0-146,-5 0 0,1 6-227,-5 3 1,1 4 266,4 1 1,-4 2 121,4 3 0,-4-3-25,-1 3 1,6 1 202,3-1 1,-1 0 69,1-5 1,-5 5-128,6 0 1,-1 0-33,5-4 1,0-1-51,0 0 1,0 5-20,0 0 1,5 0-41,-1-5 0,6 0-137,-5 1 1,1-1 33,-1 0 0,-4 0-92,4 0 0,-3-4-101,-2-1 139,6 1 920,-4-2 0,4-2 301,-6-6-804,0 0 1,0-6 88,0-4 0,0-2-449,0-3 1,0 1-350,0 0 1,0 0-415,0 0 0,6-1 252,4 1 1,-2 1-592,1 4 712,1-4 1,4 7-23,0-3 0,0 2 197,0 7 0,1 0 15,-1 0 102,0 0 0,0 5 208,1 0 0,-3 6-49,-2-2 1,1-1-205,-7 2-105,7-1 1,-7 4 20,5-4-35,-6 4 194,10-12 1,-10 6 99,7-7 0,-1-2-75,5-3 1,0-2 211,1-8 0,4-4-20,0 0 0,4 0-97,-4 5 1,5-2 28,-5-3 1,5 8 27,-5-3 1,0 5 85,-5-1-25,0 4-119,0 6 276,0 0-133,-6 0 175,-1 0-340,-7 0 150,0 0-85,-7 0-371,6 0 253,-6 0 1,6 5-165,-4-1 0,2 1-47,-7-5 1,1 2-72,-5 2 0,0 0 156,-1 5 0,1-1 20,0 1 1,0 4 47,-1-3 0,1 2-1,0 2 1,5-4-211,-1-1 169,1 1 1,1 4 67,3 0 1,3-4 35,2-1 123,0-6 1,2 5 1,3-3 0,3-3 159,6 2 0,0-4-33,0-4 1,0 0 120,1-5 0,-1 1-73,0-1 1,-4-4 55,-1 4 0,-1 1-163,1-2 1,2 5-16,-6-4 0,5 4-83,-6-4-389,1 6-638,-5-4 553,6 7-183,-4 0 429,4 0 338,-6 7 0,0 0-163,0 8 0,0-6 66,0 1 0,5-6-109,0 6 1,1-5 63,-1 4 1,3-6 120,6 2 0,0-2-33,0 2 0,1-4 110,-1 4 0,0-8-131,0-2 0,1-6 15,-1 2 0,0-4 2,0-1 1,-1-5 421,-4 0-488,4 0 0,-11 5 30,2 0 1,-2 4-65,-2 1-369,0 5-775,0-2 448,0 6 154,0 0 0,-5 2-170,0 2 1,1 0 222,4 5 1,0-4 334,0 4 127,0-6 11,6 10 1,2-11 105,6 2 1,0 0 853,1 0-679,-1-2 0,0 4 73,0-6 0,-4 0-28,-1 0-4,-6 7 175,10-6-238,-11 12-20,10-5-220,-10 6 0,4 0 26,-6 0 1,2-4-104,2-1 1,-2-4-249,3 4 0,1-4 13,-1 5 103,6-7 1,-3 3 84,6-6 1,0 0 66,0 0 0,1-1 98,-1-4 1,0-3-73,0-6 0,0 0 155,1-1 0,-1 1-92,0 0 0,-1 4-44,-4 1 1,2 4-183,-6-4-491,6 6 414,-3-4 0,1 7 210,1 0 1,-7 2 211,2 3 1,1-2-153,-1 6 0,6-1 115,-2 2 0,1 2-89,4-2 1,-3 1 149,8-2 1,2 2-91,-2-6 1,6 4-154,-1-4 0,2 0-97,3-5 0,-1 0 78,1 0 1,1-6 89,3-4 0,-8 2-15,4-1 1,-10-1 108,0-4 1,-4 0 161,0 0 524,-1-1-218,-6 1 249,-2 0-454,-6 6-341,0 2-314,0 6 1,-2 0-2,-2 0 57,2 0 0,-6 0-89,3 0 0,2 1-227,-6 4 1,4-3-283,-4 2 318,-1 4 0,-4 0 247,0 6 1,4-1 72,1-3 1,4 2 132,-4-2 0,4 2-50,-5 3 1,7 3 144,-2 1 1,-1 2-67,1-2 0,1-2-8,4 7 1,0-5 26,0 5 0,-2-2 152,-3 1 0,4 3-65,-4-7 0,3 4-6,2-4 0,-1 0 167,-4-5 1,2 1 7,-7-1 1,3-5 212,-3 1 0,-3-7-134,4 2 1,-4-4 50,-1-1 0,0-1 38,0-4 0,-1-3 69,1-6 0,2-2-300,2-3 1,4-5-242,6-9 1,1-3-327,4-7 1,8 7 101,6 3 0,6-2-261,-1 2 1,7 1 166,2 9 1,-1-3-186,-8 7 1,3 2 141,-4 8 0,-2-3 127,-2 8 1,-3-6-103,-2 6 1,-5-1-463,1 5-391,-7 0 592,10 0 0,-10 0 632,6 0 0,-6 0 0,4 0 0</inkml:trace>
  <inkml:trace contextRef="#ctx0" brushRef="#br0">27867 100 8221,'-8'-8'76,"2"-5"1,1 10 862,1-7-380,-1 7 11,5-9-61,0 10-97,-7-11-110,6 12-198,-5-6 155,6 1-741,0 5 127,0-6 99,0 7 1,0 2 54,0 3 177,0-4 1,0 12 96,0-4 0,0 4 169,0 1 0,0 2-36,0 3 0,0-2-88,0 7 1,-2-2 116,-3 2 0,4 3-160,-4-4 0,-1 4 6,1 2 1,-1 4-4,1 0 1,3 2-33,-3-2 1,-1-3-15,1 3 0,-1 2-17,1-2 0,4 5-45,-4-5 1,-1 0 78,1-4 1,-4-1-138,4 0 1,-5 6 45,6-1 0,-6 0 33,5-5 0,-4 2 23,4 4 1,-1-9-14,1 3 0,3-2 1,-2 2 0,-3 0 8,3 1 1,-3-1 13,3 1 1,2-1-38,-3 1 0,4-1 0,1 0 1,-2 1 28,-3-1 0,4 1-7,-4-1 1,2 1-4,-2-1 1,4 1-2,-4-1 1,-1 2 57,1 3 0,-2-3 8,3 3 0,-3-3 160,-2-1 0,-2 4-117,6 0 1,-4 0 13,4-4 1,-5-1-79,6 1 1,-6-1 21,6 0 0,-3 6-10,2-1 0,4 0-131,-4-5 1,2 2 85,-2 4 1,4-4-137,-4 3 1,2-2 12,-2 3 1,3-4 108,-2 3 0,-3-3-35,3-2 1,-1 1 34,5-1 1,-5-1 2,0-3 0,-1 1 27,1-6 1,4 4 95,-4-4 1,3 0-59,2-4 1,0-1 117,0 0 1,0 0-71,0 0 1,0-4 143,0-1 91,0 1-76,0 4-133,0-6 0,2 0-52,3-3-326,-4-4 161,6 6-1040,-7-7-1363,0 0-149,0-7 2624,0 6 0,9-47 0,7-24 0,0 1 0,0-1 0</inkml:trace>
  <inkml:trace contextRef="#ctx0" brushRef="#br0">28820 384 7989,'8'-6'281,"-2"2"375,-6-5-83,0 6 4,0-4-1,0 7-30,0 0 0,8 0-560,6 0 0,2-1 10,8-4 1,-5 4 21,4-4 1,1 3 57,4 2 0,-4-1 8,0-4 0,-5 3 56,4-2-55,-5 2 1,2 2 31,-5 0 0,-6 0 90,1 0 30,-7 0-53,3 0 4,-6 0-442,0 0-132,-6 0-40,4 0 210,-4 0 173,6 0 2937,0 0-2766,0 6-261,0-4 4,0 4-194,0-6-1512,0 0 1,-32 13 0,-7 3 0</inkml:trace>
  <inkml:trace contextRef="#ctx0" brushRef="#br0">28806 526 7819,'0'-9'-263,"0"-1"962,0 7 0,0-5 186,0 3-310,0 4 355,0-6-199,-7 1-234,6 4-107,-6-10-351,7 10-80,0-4-658,0 6-244,0 0 1,0 6 953,0 4 0,0-2 167,0 1 0,0 1-138,0 4 0,0 0 143,0 0 1,0 0-129,0 1 1,0-1-4,0 0 59,0 0-105,0 1-345,0-1 113,0 0 20,0-6 21,0-2-199,-6 0-198,4-4-456,-4 4 92,6-6 0,0-6 312,0-3 634,6 2 0,28-56 0,-11 28 0,-1-1 0</inkml:trace>
  <inkml:trace contextRef="#ctx0" brushRef="#br0">29147 384 8082,'0'-8'1113,"0"2"-530,0-1-30,0 6 6,0-6-122,0 7 248,0 0 0,0 7-520,0 2 1,0-1-155,0 2 1,0-1 87,0 5 0,0 5-136,0 0 0,0 2 22,0-2 1,0-4 29,0 4 1,0 2-69,0-2 0,0 0 140,0-5 0,0 5-4,0 0-96,0 0-13,0-5 64,0 0 0,-2-1-17,-3-3 0,2-4 9,-6-6 1,3 0-192,-9 0 1,4 0-297,-8 0 0,-3 0 118,-2 0 0,2 0-114,-1 0 1,-1 0 218,-4 0 1,-1 0 15,1 0 0,1 0 47,3 0 0,-1 0 266,6 0 1,5 0 273,4 0 0,5 0-72,-4 0 434,6 0-497,-4 0 1,9 0 19,3 0 0,3 0-4,6 0 1,0 0-45,0 0 0,7 0-111,3 0 0,1 0-96,-1 0 1,2 0-166,-2 0 1,-3-5-422,-2 0 1,-4 1-972,0 4 1,-1-5 1557,0 0 0,-19-6 0,-4 3 0</inkml:trace>
  <inkml:trace contextRef="#ctx0" brushRef="#br0">28834 1279 8254,'-9'0'0,"-1"0"259,1 0 192,-6 0 0,6 0 168,-1 0 292,7 0-407,-3 0 0,6 0-618,0 0 90,6 0 0,2 0 57,6 0 1,1 0 15,-1 0 0,2 0-21,3 0 1,-4-4 34,4-1 1,-3 0 13,-2 5 0,1 0 171,-1 0-95,0 0 0,0-4-89,0-1 1,-4 0-169,-1 5 189,-5 0-42,8 0-83,-10 0-301,4 0 78,-6 0 394,0 0 291,0 6-349,0 2 1,0 6 21,0 1 1,-2-1 49,-2 0 0,2 0 133,-3 1 1,4 4-65,1-1 0,0 8-53,0-3 1,-5 0-169,0 0 0,1-1 76,4 2 1,0 1-113,0-6 0,-5 0 121,0-5-261,0 1 159,5-1 0,0-5-297,0 1-37,-6-7-39,5 3 0,-6-7-710,7-4 0,0 2 1107,0-7 0,-7-26 0,-5-13 0,0-5 0,1-1 0</inkml:trace>
  <inkml:trace contextRef="#ctx0" brushRef="#br0">28749 1294 12674,'-2'9'992,"-3"1"1,4 1-825,-4 8 0,-1-2-153,1 7 0,-4-5 49,4 4 0,-5 1-187,6 5 1,-6-1 134,5 0 1,-4-4-157,4 0 0,0-7-1144,5 2 874,0 3 1,0-6 51,0 3 0,2-8 223,3-2 1,3-5 278,6 0 0,5 3 16,0-3 1,6 1 293,-1-5 0,1 0-168,-1 0 0,1-5 55,-6 1 1,0-3 77,-5 3 1,0 2-112,1-3 1,-6 2-134,1-2-484,-7 4-1109,3-5 97,-6 6 484,0 0 0,-38-19 1,-9-5-1</inkml:trace>
  <inkml:trace contextRef="#ctx0" brushRef="#br0">31422 341 8053,'8'-1'909,"-4"-4"-892,-2 3 443,-2-4 679,0 6-911,0 0 0,0 6-3,0 4 1,0 2 46,0 3 0,0 0-181,0 4 0,0-3-21,0 3 1,-5-3 31,0-2 1,1 5-94,4 0 0,-2-5 173,-3-4-300,4-1 329,-6 5 1,7-4 693,0-1 858,-6-5-1195,5 2 1,-6-12-268,7-4 0,0-3-200,0-1 1,0-6-188,0-4 0,0-1-17,0 1 1,0-1-204,0 6 0,5-2 82,0 2 1,1 4-266,-1-4 0,1 8-98,4 1 0,2 2 174,-2-1 0,2-2 158,3 6 0,-1 0 118,0 5 1,0 0 172,0 0 0,1 0-131,-1 0 0,-5 0 112,1 0-148,-1 0 44,5 6 0,-4-2 190,-1 5-117,-5-6 5,8 10 0,-10-10-27,3 7 0,1-6 5,-1 6 0,4-6 56,-4 6 1,0-5 18,-5 4 0,4 1 80,1 4 1,0-5-73,-5 1 0,0-1 137,0 5 1,0 2-92,0 3 0,0-3-43,0 3 1,0-3 11,0-2 0,0 2-8,0 3 1,0-8 180,0 3 0,0-3-31,-7 3 0,4-6 224,-6-3 0,-1 1 251,-4-1 0,-2 0-465,-3-5 0,-3-5-379,-6 0 0,-2-4-226,-3 4 0,3-6-680,-4 2 0,4 1 399,2-2 1,6 7-1281,3-2 1947,3 4 0,21 7 0,4 2 0</inkml:trace>
  <inkml:trace contextRef="#ctx0" brushRef="#br0">31166 1336 8152,'8'0'-2288,"-2"0"2668,-6 0 1,0 2 557,0 3 0,-2-2-411,-2 6 0,0 6 71,-5 3 1,4 3-381,-4-2 1,4-2 23,-4 7 0,5-5-184,0 5 1,-3-7-71,3 2 1,-6-3-101,5-2 205,1 0-417,-3 0-299,6-6 430,-12-1 0,7-15-136,-4-6 1,4-2 96,6-8 1,0 0-20,0-4 0,2 4 74,2 1 1,4 4 20,6-5 0,2 7 106,3-2 1,-1 3 154,5 2 1,6 4-203,4 1 1,2 5 19,-2 0 0,-2-3 205,7 3 0,-6-1 231,1 5 1,-3 0-162,-1 0 1,-6 5-116,1-1 1,-7 1 0,2-5 0,-8 2 69,-1 2-10,-7-2-79,3 4 14,-6-6 534,-6 7 1,-2 1-224,-6 6 1,1 2 41,4 3 1,-4-4-173,4 4 0,-2 3 0,1 2 1,-1-2-64,6 2 0,-4-2-300,4 2 0,0 1 140,5-6 1,0 5-205,0-5 1,0 0-205,0-5 252,0 0 1,0-5 312,0 1 0,-1-7 30,-4 2 0,-3-4 369,-6-1 1,-7-7-736,-2-8 1,-11 1-656,-3-5 1,-5-1-227,0 1 0,-1-2 1024,1 2 0,-14-28 0,27 17 0,0 0 0</inkml:trace>
  <inkml:trace contextRef="#ctx0" brushRef="#br0">29986 796 8170,'-10'0'-1979,"1"0"2664,6 0 1388,-10 0-1007,11-6-197,-4 4-112,6-10-343,0 10-268,0-11 195,0 12 80,0-6-157,0 1-363,0 5-174,0-6 226,0 7 0,0 2 58,0 3 1,0-2 74,0 6 0,-2 1-116,-2 4 1,1 0 61,-7 0 1,5 2-19,-4 3 0,6-2 31,-2 7 0,-1-5 16,1 5 1,0-2-49,5 2 0,0 2-15,0-2 1,2-2 84,2 2 0,4-7 8,7 2 1,0-3 2,4-2 0,-1-1 95,5-4 0,-4-2 210,5-7 0,0 0-105,4 0 1,2-2 146,3-3 1,-3-2-15,4-8 1,-6-4 158,-4 0 1,1-4-210,-6 4 0,0-7-174,-5 3 0,-4 1-81,-1-2 1,-1 2 25,1-2 0,-2-1-323,-7 6 141,0 0 0,0 5-139,0 0 1,-2 4-59,-3 1 1,2 1-247,-6-2 1,-2-1-528,-8 6 1,1-1 452,-5 1 0,-1 4-506,-4-4 1,-6 3 317,1 2 0,-5 0 122,5 0 0,-5 5-1,5 0 0,0 6-1007,4-2 1625,1 4 0,12 20 0,4 5 0</inkml:trace>
  <inkml:trace contextRef="#ctx0" brushRef="#br0">29943 867 8088,'6'-8'0,"-4"2"0,4 4 2385,-6-2-1120,0 2-1078,0-4 1,2 6 23,3 0 1,-4 1-79,4 4 1,3 1 97,1 4 0,-1 3 14,2-4 1,1 8-164,8 2 0,-4 0-175,4-5 1,-3 1 41,-2-1 0,2-5-104,3 1 0,-3-2-323,3 1 1,-3 2 172,-2-6 0,0 0-466,0-5-93,1 0 197,-1 0 0,-5-8 162,1-6 0,-7-2 310,2-8 1,-4 0 192,-1-4 0,0 4 78,0 1 1,0 5 358,0-1 1,0 8 164,0 2 581,0 6-652,0-4-311,-6 7 0,0 7 281,-4 2 1,-3 9 55,4 0 0,-5 8 41,-5-3 1,3 0-399,-3 0 1,3-1-340,2 2 1,0 1-228,0-6 1,-1 2-544,1-2 1,0-3-53,0 3 1,-5-4 962,0 0 0,-44-33 0,-7-7 0</inkml:trace>
  <inkml:trace contextRef="#ctx0" brushRef="#br0">29431 583 7947,'-14'-6'2093,"6"4"-1273,2-11-600,-1 12-60,6-6 0,-4 7-133,10 0 0,3 7 356,6 2 1,0 1-41,0 4 1,7-3 124,3 8 1,2 1-182,3-1 1,-1 7 105,1-3 1,1 4-180,3 2 1,-1-2-127,5-4 0,-5 4 42,1-3 1,-3-2-126,-1 2 1,-2-7-26,-4 2 0,-2-8-610,-7-2-854,0-5 93,-6 8 61,-2-10 0,-7 4 1330,-4-6 0,-60 6 0,23-2 0,-1 0 0</inkml:trace>
  <inkml:trace contextRef="#ctx0" brushRef="#br0">29147 1621 8085,'-8'-7'1833,"2"4"-1089,6-6 1,-2 6 0,-3-2 0,4 2 265,-4-2-486,3 3 1,2-6-274,0 4 1,2 2-178,3-3 1,4-1 115,10 1 1,0-6-1,10 2 1,-3-4-90,12-1 1,0 0-10,5 0 1,7-2-179,7-3 1,2 1-173,7-5 1,-6-1 174,2-4 0,1 4 37,-1 0 1,-2 0-97,-8-4 0,-10 6 16,-8 3 0,-9 3-88,-2 2 0,-10 1-41,1 4 1,-9 1-357,0 3-334,-4 4 52,-1-6 336,0 7 557,0 0 0,7 7 0,1 1 0</inkml:trace>
  <inkml:trace contextRef="#ctx0" brushRef="#br0">30554 825 8126,'-9'0'0,"-1"0"484,7 0 1,-8-2 1869,6-3-81,1 4-674,4-6-166,0 7-1141,0 0 1,6-4-290,4-1 1,8-6 132,6 1 1,5 2-47,4-1 0,5-5 141,9-5 1,4-2-105,6 2 0,-1 2-430,1-7 1,6 1 150,4-6 0,5-3-2,0 4 1,-6-4 141,-14 9 0,-5 2 50,-9 2 0,-11 8-83,-13 2-37,-6 6 86,-8-4-13,-6 7 1,1 5-2810,-9 0 1501,9-1 0,-14 3-52,10 2 1,-4 10 564,-1 5 1,-7-2 803,-2 2 0,-42 12 0,27-14 0,0 0 0</inkml:trace>
  <inkml:trace contextRef="#ctx0" brushRef="#br0">30327 1009 11529,'11'0'683,"3"0"0,-1 2-352,10 3 1,8 9 107,6 10 0,11-1-153,4 6 0,10-2-316,4 10 1,-29-20 0,0 0 269,1 2 0,0 0 1,30 11 323,-11-2 1,-5 0-247,-5-4 1,-2-2-85,2 2 0,-9-8 15,-5-2 0,-5 0 31,-4-4-354,-10-4-114,-7 0-21,-14-6 1,4-4-687,-6-1 1,-2-5-896,-8 6 1,1-6 1789,-5 5 0,-25-13 0,-10-6 0,-8 0 0,1 0 0</inkml:trace>
  <inkml:trace contextRef="#ctx0" brushRef="#br0">28493 313 8032,'8'-10'2326,"-4"1"-1197,4 6-968,-6-4 698,4 7-246,-6 0 1,-6 7-251,-4 2 0,-1 5-100,2 5 1,-4-3-34,4 3 0,-2-2-1,1 2 1,-1-3-396,6 3 0,-4-3-74,4-2 0,-4 0-729,4 1 488,-6-1 28,9 0 0,-6-1 199,4-4 456,2-3 1,-4-12-381,6-3 0,1-6 96,4-4 0,-2-3 148,7-6 1,-1-1 35,5 1 1,-4 1 209,-1 4 0,-4-3-122,5 7 0,-6 0-113,6 5 1,-5 1-90,4 4 1,1 3-63,4 6 1,-5 1 194,1 4 0,-1 3 88,5 6 0,-4 7 128,-1 2 0,-1-1-274,2 2 1,-2-6-47,-4 0 1,-2 3-296,3-2 0,-4 0-1297,-1-5 846,0 0 0,0 1-653,0-1 0,0-5 1382,0 1 0,-25-20 0,-7 1 0</inkml:trace>
  <inkml:trace contextRef="#ctx0" brushRef="#br0">28336 455 13746,'0'-8'2304,"7"2"-2289,2 6 0,5-2-77,5-3 0,3 4-285,7-4 0,-1-1-651,1 1 0,-2-4 567,-4 4 1,3 0-919,-7 5 624,0 0 725,-12 0 0,-51 13 0,-19 2 0</inkml:trace>
  <inkml:trace contextRef="#ctx0" brushRef="#br0">32516 384 7988,'-14'-14'4710,"0"6"-4234,0 1 1,0 7 46,-1 0 1,6 2-22,-1 3 0,1 4 57,-5 10 1,4-1-265,1 5 1,4-4-61,-4 5 1,5-5-280,0 5 1,2-7 92,2 2 0,2 1-402,2-1 1,6-4 247,9-6 0,8-1-484,6 1 0,6-2 223,-1-7 0,-1 0 46,0 0 0,0-5 106,1 0 1,-4-6 143,-5 2 0,-7-5 97,-3-5 335,-3 3 0,-8-5-102,-4 7 0,-8 0-205,-6 0 1,-9 6-254,-4 3 0,-4 3 199,-2 2 1,-4 0-138,0 0 0,-3 2 53,7 3 1,-1-2-20,11 6 1,-5-4-210,6 5 145,5-1 0,2 0 80,6 1 1,2-7 36,8 2 0,7-4 199,7-1 0,7-1-34,-3-4 1,4-3 107,2-6 1,-1 0-124,0 0 1,-1-5 75,-3 0 1,-4-2-62,-5 2 0,-3 2 83,-2-7 0,-4 7-199,-6-2 1,-11 8 94,-3 1 0,-15 7-492,1-2 0,-10 4-29,0 1 1,-3 0-202,-2 0 1,7 6-190,3 4 0,4 2 816,6 2 0,9 26 0,7 6 0</inkml:trace>
  <inkml:trace contextRef="#ctx0" brushRef="#br0">27995 1678 7980,'0'-8'7764,"0"1"-6979,0 7-681,-6 0 1,-4 5 21,-9 0 1,4 7-272,-4 3 0,3-1 60,2 5 0,-1 1-210,1-1 1,6 5 112,4-5 0,2 5-168,2-5 1,6 0 301,4-5 0,9 0-29,4 0 0,4-6 147,2-3 0,-2-4-25,-4-1 1,-2 0 26,-7 0-186,0 0-93,0-6 0,-6 3-1063,-3-7-352,-3 7 0,-4-3 1622,-3 6 0,-34 0 0,-15 0 0</inkml:trace>
  <inkml:trace contextRef="#ctx0" brushRef="#br0">32019 1834 8011,'5'-10'380,"-1"1"1,6 4 325,-6-4 1,1 4 1988,-5-4-1412,0 5-122,0-2-600,0 6-500,-6 0 1,3 6-113,-7 4 1,2 2 90,-1 3 1,-4-1 189,4 0 1,2 0 8,3 1-338,-4 5 1,2-4-20,-4 3 1,-1-3-78,6-2 1,0-5 49,5 1 0,-4-5-268,-1 4 959,0-6-103,5 4-287,0-7 0,0-7-160,0-2 0,0-9-72,0-1 0,0-1 243,0 1 1,0 2-85,0-7 0,0 6 44,0-1 1,2 8 64,3 2 0,-2-1-147,6-4 0,-4 5-53,4-1 1,1 7-46,4-2 1,0 4 91,1 1 1,-1 0-16,0 0 0,0 0 76,0 0 1,5 6-26,0 4 1,0-2-69,-4 1 0,-3 0 2,-2 6 0,2-3-15,-2-2 0,1 2-14,-2-2 1,-1 1-118,-3-2 0,1 4 108,4-3 0,-4 2-141,-6 2 0,0-4 114,0-1 0,5 1-14,0 4 1,-1-4 103,-4-1 0,-4-4 376,-1 4 1,-6-4 259,1 4 1,-4-5-430,-5 0 0,-5 0-42,-9 0 1,-3-2-577,-7 3 1,5-4-868,0-1 0,7-5 1244,-2 1 0,3-20 0,1 0 0</inkml:trace>
  <inkml:trace contextRef="#ctx0" brushRef="#br0">30355 938 8225,'0'-14'9,"0"0"0,-4 4 364,-1 1 0,-5-1-66,6-4 1,-7 5-106,1-1 0,-3 6 420,-1-6-340,0 1 0,0-4-56,0 3 0,-1 4 30,1 6 1,0-5-23,0 1 0,4-1-5,1 5 0,4 0-128,-4 0 1,-1 0 59,-4 0 0,4 0-39,1 0 1,-1 5 29,-4-1 1,-5 7-154,0-1 0,0-2 89,5 1 0,-5-4-124,0 5 1,0-1 78,5 5 0,0-4-110,0-1 0,4 1 8,1 4 0,1 0 64,-2 0 0,-1 0-25,6 1 1,1-1 46,4 0 0,0 0-7,0 1 0,0-1-31,0 0 1,0 0 2,0 0 1,0 5 4,0 0 0,6 0 6,3-4 1,-1-1-4,2 0 1,-5 5 9,4 0 1,1 0 3,4-5 1,0 0 38,0 0 1,2 1 107,3-1 1,-3-5-66,3 1 0,3-5 146,2 4 1,-2-4-81,1 4 0,-5-6 22,1 2 0,3-3 150,2-2 0,-4 0-57,-1 0 1,-3-7 238,-2-2 1,0 1-97,0-1 1,1-2-12,-1-8 0,-5 3-4,1-3 1,-1-3 30,6-2 0,-3-3-302,-2-1 1,2-1 136,-2 1 1,-2-1-230,1 1 0,-6 1 76,2 3 0,-3-1-190,-2 6 1,0-4 22,0 4 1,0-2-78,0 2 0,-7 5 61,-2 0 1,-4-1-85,-1 6 1,0-4-46,0-1 1,-7 6-175,-3 3 0,2-1 52,-2 1 0,2-1 23,-1 1 1,-4 4 126,3-4 0,-3 3 59,-1 2 0,-1 2 22,1 3 1,4-2-30,1 6 1,5-4 29,-1 5 0,3-1-47,2 5 1,0 1-17,0-1 0,0 5 167,-1 0 0,6 4-73,-1-4 0,7 2 128,-2-2 0,-1-2-46,1 7 0,1-2 57,4 2 1,-5-2-78,0-3 1,0-2 24,5 7 1,0-7-3,0 2 0,5-3 13,0-2 0,4 0-43,-4 1 0,6-6 52,-1 1 0,4-3 108,5 3 0,-2 1-124,7-6 1,-2 1 8,2-1 1,1-4-164,-6 4 1,2-3-242,-2-2 1,-4 0 98,4 0 1,-3-2-204,-2-3 1,-4 4-1127,-1-4 0,1-3 697,4-1 1,-5 1-1693,1-2 2582,-7 1 0,3-31 0,-6-5 0</inkml:trace>
  <inkml:trace contextRef="#ctx0" brushRef="#br0">29957 896 8283,'-5'-10'339,"1"1"1,-3 6 1156,3-2 1245,2-3-1446,-4 6-44,6-4-837,0 6 1,6 0-16,4 0 0,2 6-99,2 4 1,5 4 28,0 5 1,7-3-158,-3 3 0,4 3 133,2 2 0,-1-2 128,0 1 1,1-1-234,-1 2 0,-1 1-115,-3-6 0,3 5 58,-4-5 0,-2 0-340,-2-5-147,-3 0-422,-2 1-492,-6-7 579,-2-2-2925,-6-6 2133,0 0 0,0-19 1,0-5-1</inkml:trace>
  <inkml:trace contextRef="#ctx0" brushRef="#br0">30384 910 8301,'0'-14'343,"0"-1"0,0 1 544,0 0 0,-2 5 638,-3-1 374,4 7-706,-5-3-432,6 6-666,0 0 1,0 6 247,0 3 0,-7 6 144,-2 4 1,-5 3-37,-5 6 1,3 1 200,-3-1 1,1 0-259,-1 1 1,-1-1-131,-4 1 1,-1-2-166,6-4 1,-6 4 79,1-3 0,-1 1-36,1-1 1,-1 1 49,6-6 0,-5 0-160,5-5 0,5-4-220,4-1-99,7-6-39,-9 4-409,10-7-292,-4 0 1,11-2-626,-1-3-233,1 4 900,1-6 0,2 7-439,6 0 1,2 0 488,3 0 934,-3 0 0,36 0 0,2 0 0</inkml:trace>
  <inkml:trace contextRef="#ctx0" brushRef="#br0">6143 6369 7786,'-7'-22'0,"1"1"0,-4 7 0,2 0 1377,4 0 1,2 4 343,-3 1-546,4 6-309,1-4-374,-6 20 0,2-4-161,-5 10 0,4 3 49,-4 2 1,4 3-122,-5 1 0,1 1-93,-5-1 0,0 5-118,-1 1 0,1-3 118,0-7 0,0 3-105,-1-4 1,6 3-14,-1-3 0,6-4-265,-6-9 0,7-2-246,-2-4-19,4-2 1,2-4-3,4-12 1,3-2 17,6-7 1,2-6-142,3-4 0,-3-6 247,3 1 0,-3-5 96,-2-4 0,0 7 189,0-2 0,-6 13 150,-3 1 1,1 9 20,-1 0 115,6 9 1,-5 10 218,4 10 1,2 10-30,-2 9 1,1 1 121,-2 8 0,4 0-208,-3 4 0,-3-4 22,3 0 1,-5-6-138,4 1 0,-4-5-24,4-4 1,-6-3 70,2-7-419,-3 0-2147,-2-6 1332,0-2 1,0-7-223,0-4 0,-7-8 376,-2-6 0,-5-4-188,-5 4 1,1-5 601,-5 5 0,5-5 419,-1 5 0,-1 0 35,1 5 0,2 5 103,7-1 1443,-3 7-777,12-3 0,1 6 551,9 0 1,12 0-673,7 0 1,2 4-244,8 1 0,-6 1-295,1-1 1,-3-3-254,-2 3 108,1 2 0,6-11 0,1 2 0</inkml:trace>
  <inkml:trace contextRef="#ctx0" brushRef="#br0">11687 12709 8632,'8'0'1929,"-1"0"0,-6 0-698,4 0-321,-3 0-417,4 0 0,-6 2-186,0 3 1,-2 4-69,-2 10 1,2-1-11,-3 5 1,4 1-1,1 4 0,-5 6-66,0-1 1,0 5-81,5-5 0,0 5-102,0-5 1,0-1-314,0-9-93,0 4 1,0-11 143,0 3 92,0-10 1,0-9-531,0-9 1,0-5-757,0-5 1,0-5 341,0-9 0,-6 1 1133,-3-6 0,-10-31 0,8 28 0,0 0 0</inkml:trace>
  <inkml:trace contextRef="#ctx0" brushRef="#br0">11659 12766 7832,'8'-6'0,"-3"-3"717,-4-4 208,-1-1 1,2 1 1404,3 4-1592,-4-4 0,7 11-105,-3-2 1,-2 2-204,6 2 1,7 0-1,8 0 0,3 2-156,1 2 0,2 0-70,3 5 1,-3 0-65,4 6 1,-6 4-78,-4 0 0,1 4-67,-6-4 0,-2 5 13,-7-5 0,1 5-55,-6-5 0,-1 4 157,-4-4 1,-6 5 19,-3-5 0,-10 5 8,-5-5 0,-5 1 110,-4-1 0,-3-8 76,-7 3 0,1-4-14,-1-1 0,0 2 81,1-6 1,4 0-103,0-5 0,11 0-80,-1 0-71,9 0-385,-2-7-423,13 6 1,7-7-971,5 3 0,9 4 30,1-4 1,0 3 788,5 2 0,2 0 820,-2 0 0,38-12 0,4-4 0</inkml:trace>
  <inkml:trace contextRef="#ctx0" brushRef="#br0">8048 8160 7837,'-8'-6'-1709,"1"4"1847,1-10 1,3 9 940,-6-7-269,5 7-470,-8-3 1,10 4 473,-3-3-192,-3 4-149,7-6 70,-5 7 192,6 0 894,0 0-1577,0 7 44,0-6 1,1 6 74,4-7 0,3 0 13,6 0 1,0 1-47,0 4 1,1-4-80,-1 4 1,5 2 26,0-3 1,5 1 25,-6-5 0,6 5-144,-5-1 0,5 3 110,-5-2 1,6-4 9,-1 4 1,1 1-31,-1-1 0,3 0-28,-4-5 1,6 1 2,4 4 1,-3-3 6,3 2 0,-3-2 3,-1-2 1,4 0 13,0 0 1,0 0-13,-5 0 1,1 0 50,-1 0 1,-4 0-35,0 0 0,-2 5-44,2-1 0,1 1 44,-6-5 1,6 0-5,-1 0 1,3 0-35,1 0 1,0 5-2,1 0 0,4-1-25,0-4 1,0 0-114,-4 0 0,-1 0 27,1 0 0,-1 5 89,1 0 1,-6 0-4,1-5 0,-2 0 35,2 0 0,3 0 3,-4 0 1,-1 0-17,2 0 1,-5 0 21,5 0 1,0 0-10,4 0 1,5 0-3,0 0 0,5 0 124,-5 0 1,7 0-42,-2 0 1,-2 0-38,2 0 0,-5 0-40,5 0 0,-6 0-6,1 0 0,-3 0-17,-2 0 1,-1 0-6,-3 0 1,1 0-1,-6 0 1,0 0-117,-5 0 1,1 0 3,-1 0 0,-5 0 45,1 0 11,-7 0-50,3 0-2,-6 0-22,0-7-175,0 6 5,0-6 0,-1 7-1024,-4 0-1790,3 0 1810,-4 0 1,0 0-1204,-4 0 2498,-2 0 0,-28-2 0,-10-2 0,-5 0 0,1 0 0</inkml:trace>
  <inkml:trace contextRef="#ctx0" brushRef="#br0">8133 8146 7909,'-6'-8'0,"3"0"480,-7 3-45,7 4 167,-3-5 1,1 4 465,0-3 62,0 4-335,5-6-29,0 7 488,0 0-1223,7 0 1,-4 0 133,6 0 1,1 0-185,4 0 0,0 0 114,0 0 0,1 0-80,-1 0 0,2-4 105,3-1 1,-2 0 14,7 5 0,-5 0 7,4 0 0,1 0-67,4 0 1,1 0 5,-1 0 1,1-5 72,-1 1 1,1-1-13,-1 5 1,1 0-64,-1 0 1,2-5-2,3 0 1,-3 1-52,3 4 1,-3 0 76,-1 0 0,-6 0-98,1 0 1,-2-5 25,2 0 1,3 0-120,-3 5 0,-2 0 78,1 0 1,1 0-163,4 0 0,-4 0 132,0 0 1,0 0-129,4 0 1,0 0 182,1 0 1,-1 0-8,1 0 1,1 0 73,3 0 1,-3 0-35,3 0 0,-3 0-25,-1 0 1,-1 0 48,0 0 0,1 5 157,-1 0 1,-4 0-168,0-5 1,-1 0 21,6 0 0,-1 0-27,1 0 1,-1 0-9,1 0 1,1 0 77,3 0 0,2 4-28,2 1 0,3 0 82,-7-5 1,7 0-112,-2 0 0,-4 0 16,-1 0 1,-1 2-32,1 2 1,-3-2-17,3 3 0,-9-4-14,-5-1 1,2 0-379,-2 0 127,0 0 159,-5 0-199,-6 6-64,-2-4-386,-6 4-179,0-6-3824,0 0 3626,-6 0 1,-2 7 152,-6 2 0,-7-1-932,-3 2 1871,-3-1 0,-23 4 0,-20 3 0,-2 1 0,-6 1 0,0 0 0,0 0 0</inkml:trace>
  <inkml:trace contextRef="#ctx0" brushRef="#br0">7934 8558 7897,'-8'0'2708,"2"0"-1318,-1 0-496,6-6-606,-5 4 1,7-4-24,4 6 0,-2 0 105,6 0 0,1 0-87,4 0 0,0 0-65,1 0 1,4 0 155,0 0 0,6 5-63,-2 0 0,6 1-61,4-1 0,-1-2-46,6 6 0,0-4 0,4 4 0,2-5-42,4 0 1,-4 3-99,3-3 1,2 3 24,-1-3 1,4-2 79,-5 3 0,2-4-153,-1-1 1,-4 0 41,3 0 1,-4 0-167,-5 0 1,1 0 99,-5 0 1,0 0-108,-1 0 0,-3 0 113,4 0 1,-4 0-17,-2 0 1,2 0 94,3 0 0,-3 0-60,3 0 1,-3 0 26,-1 0 0,-1 0 36,1 0 0,-1 5 15,1 0 1,-1 0-4,1-5 0,1 0 10,3 0 0,-3 1 9,3 4 0,-3-4 11,-2 4 1,2-3-64,4-2 1,-9 0-2,3 0 1,-2 0-61,2 0 1,-1 0 80,-3 0 1,1 0-152,-6 0 0,1 0 27,-1 0 0,-3 0 26,3 0 0,-3 0 106,-2 0 1,-4 0 134,-1 0 1,-1 1-94,1 4 1,-1-3 470,-3 2-325,-3-2 0,4-2 25,-6 0-419,0 0-591,-6 0-1100,4 0-217,-4 0 205,6 0 1,-2 0-2972,-3 0 4793,4 0 0,-18 19 0,3 5 0</inkml:trace>
  <inkml:trace contextRef="#ctx0" brushRef="#br0">8460 9113 7757,'-9'0'0,"-1"0"0,5 0 945,-4 0-194,6-7-504,-10 6 0,11-7 542,-2 3 505,2 4-255,2-6 88,0 7-598,0 7 0,-1 2-59,-4 10 0,3-3-41,-3 3 0,4 1-264,1-1 0,0 5-189,0-5 0,0 5-71,0-5 1,0 0-284,0-5 1,6 0 146,4 0 1,2-1-245,3-4 0,-1-2 119,0-7 0,0-2 139,0-3 1,5-3 76,0-6 1,0 0 214,-4 0 1,-1-5 405,0 0 1,-5 0-152,1 5 1,-7-1 942,2 1-642,3 0 121,-7 0-525,6 6 1,-7 3 26,0 10 1,-2 4 104,-3 10 0,2 2-80,-6 3 0,5 2-26,0-2 1,1 3-134,-2 1 1,3 1-103,-2-1 1,2 1-110,2-1 1,0-6-730,0-3-1252,0-3 632,0-2-3,0-6-254,0-2 481,0-6 0,2-6 462,2-3 754,-2 2 0,23-43 0,-1-6 0</inkml:trace>
  <inkml:trace contextRef="#ctx0" brushRef="#br0">8801 9383 7791,'0'-10'3015,"0"1"-1687,0 6 0,0-5-86,0 3-200,0 4-25,0-6-341,0 7 1,0 7-255,0 2 1,-1 8-47,-4 2 1,3 5-278,-2-5 0,2 6-91,2-1 0,-2-2-46,-2 2 1,2-5 125,-3 4 1,4-5-150,1 1 0,0-3-180,0-2 1,0-5-338,0 1 1,-2-7 375,-3 2 0,4-5 129,-4-5 1,4-3-479,1-6 1,0-7 133,0-2 0,4-9-1,1-1 0,6-7 210,-1 2 0,4 4 196,5 0 1,-2 6-140,7 4 1,-5-1 104,4 6 1,-5 5-23,1 4 1,-3 7 581,-2-2-248,0 4 1,-1 7 148,-4 4-180,-3 2 1,-6 7 26,0 0-182,0 0 1,-6-5-72,-3 1 0,-4-3-14,-1-2 1,0 2-252,-1-2 1,-4-4-882,0-1 1,1 1-190,3-1 0,1 4-600,0-4-623,0 0 2549,6 1 0,46-11 0,17 4 0</inkml:trace>
  <inkml:trace contextRef="#ctx0" brushRef="#br0">9214 9340 7791,'0'-9'443,"0"-1"1,0 5 90,0-4 0,0 4 599,0-4 1,-2 6-606,-3-2 1,2 3-12,-6 2 1,-1 0 140,-4 0 1,0 0-255,-1 0 0,1 7-46,0 2 0,0 4-242,0 1 0,-1 0-167,1 0 0,5 1 218,-1-1 1,7 0 50,-2 0 1,4-4-898,1-1-472,0 1 0,1-2 73,4-4 0,8 3 407,6-3 0,1 0 131,-1-9 1,2 2 338,2-7 0,-1 1 162,-3-6 1,-3 6 19,3 0 1,-3 1 416,-2-2-216,-6-2 698,5 10 387,-12-11-784,6 12 1,-7-4 252,0 10 0,-2-2-324,-3 6 1,4 1-48,-4 4 0,3-4-227,2-1 1,0 0-166,0 6 0,0-6-5,0 1 1,2-7-192,3 2 0,3-4-44,6-1 1,0 0 67,0 0 0,0-5-84,1 1 1,-1-12 115,0 2 0,0-4 106,1 4 0,-3 0 140,-2 0 0,1-1 630,-7 1-275,1 6 73,-5-4-732,0 10 385,7-4 1,-6 12 264,4 4 0,1 2-140,-1 2 0,4 1-95,-4-1 0,5 0-85,-6 0 1,7 0-131,-1 1 0,-2-3-259,1-2 0,-4 1 115,4-6 64,1 6 1,4-10-77,0 4-42,1-3 1,-1-4-149,0-3 183,0-3 1,1-6 58,-1 0 0,-2 0 18,-2-1 1,2 1-16,-2 0 0,1-5-87,-2 0 0,3-6 7,-8 1 1,6 2 86,-5-2 0,-1 2-23,-4-1 0,0-3 106,0 7 0,-1 5 143,-4 5 1,2 5-101,-7 0 1,6 2 117,-6 2 1,5 0-36,-4 0 1,6 6 183,-2 4 0,-1 4 233,1 5 1,0-3-153,5 3 0,0 3 55,0 2 1,-5-4-6,1-1 0,-1 2 66,5-2 0,0 1-271,0-1 0,0-3-196,0 3 0,2-3 6,2-2 0,4 0-197,6 0 1,1-4-236,-1-1 1,6-6 172,4 2 1,-2-3-3,2-2 1,0-7-3,4-2 1,-4-4 79,-1-1 1,-4-6 29,5-4 1,-7 3 35,2 2 1,-9-1 161,-5 1 0,1 5-95,-1 4 1,-1 5 136,-4-4 0,-1 6-32,-4-2 0,2 4-94,-7 1 1,3 6 27,-3 3 0,-1 9 3,6 1 1,1 0 124,4-5 1,0 5 202,0 0 0,0 0-114,0-5 1,0 5 453,0 0-627,0 0-62,6-5-431,-5 0 149,6-6 51,-7-2 0,-3-6-558,-7 0 0,1-1-949,-10-4 1,-3 2 627,-2-7 1,-5 3-334,-4-3 1,3-3 1048,-3 4 1,3-4 412,2-1 0,-1 5 0,1-1 0,6 2 161,3-1 1,9 1 110,5 3 0,4 2 86,1-6 1,3 4 686,6-5 1,7 2-244,13-1 1,1-4-246,3 4 1,-3 3-2637,3 1 2079,-3 3 0,-14-29 0,-3-9 0</inkml:trace>
  <inkml:trace contextRef="#ctx0" brushRef="#br0">1522 14344 7515,'-14'0'-775,"6"-6"1678,-5 4 0,7-5 78,-4 2-74,-2 3 14,10-4-347,-4 6-202,6 0 0,1 0 70,4 0 1,9 0 120,10 0 0,3 2-210,1 2 0,5-2 64,1 3 1,3-4-253,-3-1 0,-1 0 0,-5 0 0,-1 0-337,-3 0 0,1 0 208,-6 0-1247,0-6 501,-5 4 1,-6-6-1571,-3 4 1318,-4 2 1,-7-4-424,-3 6 1,-6 4 525,-4 1 859,4 6 0,-38 3 0,0 9 0</inkml:trace>
  <inkml:trace contextRef="#ctx0" brushRef="#br0">1664 14387 8437,'8'-8'3799,"-2"-5"-3113,-6 12 1,0-7 227,0 3-649,0 4 0,0-4 48,0 10 0,0-1 107,0 11 0,0-4-213,0 8 1,0 3-1,0 1 0,0 4-44,0 2 1,0 4-134,0 0 0,0 0 76,0-4 0,-5-1-36,1 1 0,-1-1-143,5 0 1,0-5-103,0-5 0,0-2-126,0-1 1,0-6-423,0 0-487,0-5 468,0 2 1,0-8-1653,0-2 1296,0-4 1,1-6 1097,4-1 0,16-24 0,9-7 0</inkml:trace>
  <inkml:trace contextRef="#ctx0" brushRef="#br0">2048 14614 8125,'-5'-14'253,"0"0"1,1 0 1094,4 0 85,0-1-740,0 7 1,-2 2 1111,-3 6-1306,4 0 1,-6 2-252,7 3 1,0 7 73,0 7 0,0 6 155,0-1 1,0-2-145,0 2 1,0 0-95,0 4 0,0-4-169,0-1 1,0-4-55,0 5 0,2-7-38,3 2 1,-2-3-139,6-2 0,1-4-476,4-1 0,0-6 139,0 2 1,2-10-314,3-4 0,-1-10 277,5-5 0,-4-4 111,5-5 0,-2 3 465,2-3 0,1-2 197,-6 2 1,-2 6 633,-7 8-543,2 3-51,-4 8 1,0 3 499,-3 10 0,-3 5-286,-2 9 1,0 3 173,0 6 0,0-4-205,0 0 1,0-1-214,0 6 1,0-7-245,0-3 0,0-3-546,0-2 129,0 0-558,0 0 646,6-6 0,-5-8-237,4-9 0,2-10-92,-3-5 0,7-3 252,-1-1 1,-2-1 269,1 1 1,-1-1 134,2 1 0,2 6 334,-2 3 1,-2 5-143,1 4 22,1-2 0,4 12 65,0 0 0,-1 1 172,-4 9 1,2-1-55,-6 5 1,4 0 319,-4 1-708,6 5 1,-5-4-256,4 3 0,-2-8-398,-3-1 1,-2-7-125,6 1 165,-6 4 1,10-6 210,-3 3 0,-3-4-76,3-1 1,-1-5 430,6 1 0,-1-1-113,0 5 0,-4 0 1106,-1 0-563,0 0 0,1 0 146,-1 0 0,-4-5-242,5 1 0,-6-1 53,6 5 0,-2-2-125,1-3 1,4 2-88,-4-6 1,4-1-309,1-4 0,0 0 62,1 0 0,-1-1-73,0 1 0,-4-5-62,-1 0 240,-6 0 0,4 5-58,-7 0 0,-2 6 5,-3 3 0,-3 5 54,-6 5 1,-5 3-4,0 6 1,0 5 148,5 0 0,1 5-79,4-5 1,-2 4 179,6-4 0,0 0-264,5-4 1,2-1-264,3 0 0,-2 0-231,6 0 1,2-6-609,8-3 0,-1-3 39,5-2 1,-4 0-1993,5 0 3069,-7 0 0,16-21 0,5-9 0,1-1 0,0-1 0</inkml:trace>
  <inkml:trace contextRef="#ctx0" brushRef="#br0">3555 14444 8069,'0'-14'0,"0"-1"1294,0 1 196,0 0-502,0 0 1,0 4 261,0 1-500,0 6 1,0-2-96,0 10 1,0 3 74,0 6 0,0 6-44,0 4 1,1-2-225,4 2 0,-3 0-190,3 4 0,-4 0-143,-1 1 1,0-1-127,0 1 1,0-6-214,0 1 0,0-7-451,0 2 1,2-3-228,2-2 1,-2-4-2819,3-1 2197,-4-5 1,-1-4 603,0-10 1,0-4 208,0-5 1,-4-8 182,-1-6 1,0-7 102,5 2 0,-5-1 451,1 1 0,-1 3 0,5 7 0,-2 4 568,-2 0 146,2 7 0,2-2 681,9 10 0,4 2-359,1 7 0,7 0-231,3 0 0,-2 7-258,1 2 0,1 4-2,4 1 0,-4 0-229,0 0 1,-7 2-54,2 3 0,-3-3-160,-2 3 0,-4-2-172,-1 2 0,-6-3-119,2 3 0,-5-3 189,-5-2 0,-3 0-420,-6 0 0,-2 1 91,-3-1 0,-1 0 4,-4 0 0,-1-1-25,6-4 0,-5 3-158,5-8 0,0 6 156,5-6 1,5 1-354,-1-5-30,7 0 487,-3 0 335,18 0 1,4-5-189,13 1 0,-1-7 82,0 1 1,6-2-27,-1-3 0,2 0 123,-2-4 0,-3 1-34,3-5 0,-3 5-34,-2-1 0,-1 3 219,-3 2 1,-5 0 128,-10 0 485,4 6-317,-11 2-231,4 6-108,-12 0 0,-1 1 33,-2 4 1,1 3 95,3 6 1,4 0 148,-4 0 0,3 2-248,2 3 1,0-8-153,0 3 0,2-3-243,3 4 0,-2-1-32,6 0 0,1-6-345,4-3 0,0-4 282,0-1 0,2 0-164,3 0 0,-3-6 70,3-3 0,-2-6-114,2-4 0,-5 2 163,1-7 0,-1 2 226,-5-2 0,2 4 302,-1 6 1,-4 0-26,-6-1 1,0 6 721,0-1-689,0 7 66,0-3 0,0 22-8,0 3 0,0 3 260,0-8 1,2 5-250,3 0 1,-2 0-136,6-5 1,-4 0-116,4 0 1,1 1-232,4-1 1,-1-5 56,-4 1 0,4-7-250,-4 2 1,9-4 83,1-1 1,0-6 22,-5-3 1,0-4-137,0-1 1,0-7-15,1-3 0,-1 2-17,0-1 0,-4 1 254,-1-2 0,-6-1 240,2 6 0,-3 4 70,-2 6 450,0 6-375,0-10-208,0 12 0,0-4-509,0 10 379,0-4 29,0 12 0,6-10 38,3 6 1,4-5-33,1 0 1,0-1-35,1 2 1,-1-3-141,0 3 359,0-4 0,1-1-10,-1 0 0,-5 2 610,1 2 34,-7-2-369,9 11 0,-10-5 269,3 6-250,-4 0 0,-1 0 3,0 0-209,0 1 0,0-1-101,0 0 0,0-4-229,0-1 1,2-6-56,3 2 0,-2-4-72,6-1 1,1 0-122,4 0 1,0-4 95,0-1 1,5-11-28,0 2 1,0-5 63,-4 0 0,-1 3 74,0-3 1,0-1 124,0 1 0,-1 5 170,-3 4 1,-3 2 25,-2-1 1,-3 1 116,3 3 93,-4 4-267,-1-6 45,0 14-3,0 0 0,0 8 138,0-1 0,6-5-168,4 1 1,-2-2-40,1 1 1,1 2-143,4-6 0,5 4 40,0-4 1,0 6-50,-5-1 1,-1-2 152,-4 1 0,4-6-14,-4 2-78,-2 3 1,-1-5-32,-6 7 99,0-7 1,-3 5-66,-7-4 1,-1-2-341,-12 3 0,0-4 148,0-1 0,-3 5-59,7 0 1,-4-1 41,4-4 1,0 0-30,5 0 0,4 0 200,1 0 1,4 0-288,-5 0 420,7-6 67,-3 5 0,8-6 161,2 7 0,4 0-110,6 0 1,2-4-127,3-1 1,3-2-60,7 3 1,-1 1-199,1-7 1,-1 2-122,0-1 0,1-4 121,-1 4 0,1-9 73,-1-1 1,-4 0 94,0 5 0,-12 5 268,2-1-292,-2 1 312,-5 1-204,0 1-43,-7 7 0,-2 7 415,-3 2 1,4 4-146,-4 1 0,4 0 49,1 1 0,0-1-70,0 0 0,0 0-345,0 0 0,1-4 39,4-1 1,-2-1-96,6 2 0,1-4 23,4-6 0,5 0-297,0 0 1,0-2 234,-5-2 0,0-4 59,1-6 0,-1-1-58,0 1 1,0 0 101,1 0 1,-6 4 183,1 1 0,-7 4-137,1-4 6,-2 5 194,4-2 87,-4 6 0,4 6-72,-6 4 1,2-2 555,3 1-147,-4-6-292,12 10 0,-5-11-315,6 2 0,-5-2 134,1-2 1,-5 0-4,4 0 0,-4-5 28,4 0-215,-6-6 1,4 4-60,-7-8-425,0 1 426,0 0 0,-7 1-44,-2 4 1,-4 1 105,-1 3 0,0 4-120,0-4-4,-1 3-310,1 2-468,0 0 557,6 0 245,2 0 43,18 0 0,3 0 114,8 0 0,3-5 92,-7 1 1,4-3 45,-4 3 0,7 2 99,-3-3 0,-1-1-51,2 1 1,-7 1 130,2 4 1,-3 0-170,-2 0 1,1 0-82,-1 0 1,0 0 8,0 0 1,-4 0-94,-1 0 0,1 0-166,4 0 0,-5 0-272,1 0 169,-1 6 1,6-5 138,-1 4 1,0-3-75,0-2 0,0 1 158,1 4 0,-1-3-5,0 2 0,2 3 107,3-3 0,-3 6 226,3-5 0,1 6 518,-1-2 0,5 4-272,-5 1 0,4 0-75,-4 1 1,0-6-512,-4 0 1,-6-1-621,1 2 1,-7-2-193,1-3 0,-4-4-1050,-4 4 0,-12-4 1944,-13-1 0,-27-8 0,-24-6 0,-2-2 0,14 5 0,1-1 0,-1 0 0,0 0 0</inkml:trace>
  <inkml:trace contextRef="#ctx0" brushRef="#br0">1479 15723 7512,'2'-8'1519,"2"4"-444,-2-4-417,4 6 0,-6-6 398,0 4 78,0 2-124,7-4-641,-6 6 1,6 1 141,-7 4 1,0 3-101,0 6 0,0 7-179,0 2 1,0 4 22,0 2 0,0-1 96,0 1 0,0 5-75,0 4 0,4 2-14,1-2 0,1 3-90,-1-3 1,-3-2-1,2 2 1,-2-8-214,-2-2 1,0-1-65,0-8 0,0 0-250,0-5-506,0-6-1180,0-2 1166,0-6 0,0-6-387,0-3 0,-5 1 173,0-2 1,-1-1 1088,1-8 0,-2-28 0,-8-13 0</inkml:trace>
  <inkml:trace contextRef="#ctx0" brushRef="#br0">1451 15766 7869,'0'-14'1384,"0"0"1272,0-1-1941,6 1 0,3 0 262,10 0 1,4 4-366,5 1 1,2 4-84,3-4 1,2 1-325,3-2 1,3-1-237,-3 6 0,-5-1 156,-5 1-158,1 4-628,-13-6-1489,-2 7 1075,-8 0 0,-12 7-586,-4 2 0,-2 4-663,-2 1 2324,-7-6 0,-14 11 0,-9-3 0</inkml:trace>
  <inkml:trace contextRef="#ctx0" brushRef="#br0">1522 15922 8512,'-8'0'5788,"2"7"-3726,6-6-1617,0 6 0,6-7-65,3 0 0,9-2-250,1-3 1,4 4-191,-4-4 0,5-1-795,-5 1 1,1 0-52,-1 5 1,-3 0-640,3 0 1,-3 0 390,-2 0 0,0 0-1350,1 0 2504,-7 0 0,-2 32 0,-6 7 0</inkml:trace>
  <inkml:trace contextRef="#ctx0" brushRef="#br0">1891 16136 7869,'10'8'-1221,"-1"-4"2040,-5-2 2307,2-2-1504,0 0-757,-4 0 1,4-2-455,-6-2 1,2 0-17,2-5 0,0 4-231,5-4 1,-4-1-14,4-4 1,-1 0-214,2 0 0,1-2-103,-7-3 0,6 1-152,-5-5 1,4 5 105,-4-1 1,1 4-612,-1 0 293,-4 1 199,-1 6 0,-7 2 197,-8 6 0,-4 6 48,0 4 1,2 4 145,8 5 1,-4-3 64,3 3-46,4-4 0,0 0 14,6-1 0,1-5 175,4 1 1,3-5 4,6 4 0,5-6 153,0 2 0,6-3-94,-1-2 0,-3 0 32,-2 0 1,1 0-87,-1 0 0,0 1-23,-5 4 0,-4-4 61,-1 4 1,-6 3-89,2 2 1,-3-3 219,-2 3-335,0-1 1,0 6-156,0-1 1,1-5-355,4 1 0,-3-5 248,2 4 1,4-6-92,2 2 1,-1-3-2,5-2 1,-2 0-35,6 0 0,-2-7 56,-2-2 1,2-9 69,3-1 1,-3-4-40,3 4 1,-8-7 7,-1 3 1,-3-3 264,3 3 0,-4 2 0,-6 7 0,0 0 1,-1 1 29,-4 4 0,-5 4 42,-9 10 1,4-1-50,-4 11 0,-2-4-40,2 8 1,0 1-86,5-1 0,6 5 29,3-5 0,-1 5 104,1-6 0,1 1-87,4-4 0,8-1-259,6 0 1,2 0-10,7 1 0,1-8-20,4-2 0,6 1-55,-1-1 0,5-2-231,-5-7 0,5-6 192,-5-9 1,0 2-121,-4-7 1,-1 5 535,0-5 0,-4 6-80,0-6 1,-7 6 412,2-1 0,-5 8 95,-4 2-18,-4 6-33,-6-4 252,0 7-30,0 7 54,0-6-569,0 12 83,6-11-169,-4 4 120,4-6-10,-6 0-287,0 0 1,-6 0-19,-3 0 0,-6 1-98,-4 4 1,-1-2 100,-4 7 0,-1-1 96,6 6 1,-5-1-23,5 0 1,0 0-60,5 0 1,1 1-103,4-1 126,3 0 1,6 0-62,0 1 1,8-8-30,6-2 1,2-3-243,7-2 0,-1 0 94,2 0 1,3-5 12,-3 0 1,-2-11 349,1 2 0,0-3 166,0 3 0,-4-5 193,-9 0 0,2 0-44,-2 5 298,-4-1 5,0 7-153,-6 2 1,-1 8 78,-4 2 1,-1 6-165,-4 9 0,2 3 237,4 6 1,2 1-119,-3-1 0,4 2 66,1 3 0,0-3-264,0 4 1,0-4-139,0-2 0,5 1-70,-1-1 1,1-4-149,-5-1 1,2-7-1625,2-2 1061,-2 1-2986,4-14 501,-6 5 1528,0-12 1,0-3 510,0-10 0,0 1-239,0-5 0,0 4 1268,0-5 0,-6-31 0,-2-13 0</inkml:trace>
  <inkml:trace contextRef="#ctx0" brushRef="#br0">2787 16264 7869,'-9'0'442,"-1"0"1,5 0 1736,-4 0-1579,6 0 0,-4-2 656,7-3-683,0 4 1,8-6 119,7 7 1,0-4-453,9-1 1,-5-6-288,5 1 0,-2-1-312,2 2 1,2-4 120,-2 4 0,-3-4-224,-2-1 0,-4 0 168,0-1 1,-1-4-184,0 1 1,-6-1 96,-3 4 0,-4 6 95,-1-1 0,0 6 616,0-6 0,-1 7 208,-4-2-187,-3 4 0,-6 7-78,0 3 1,6 4 21,3 1 0,2 5 125,-2 0 0,3 5 219,-2-5 1,4 1-216,4-1 1,0-3-133,5 3 1,1-3-382,4-2 1,0-4-183,0-1 0,0-6-213,1 2 0,5-3 218,4-2 1,-4-2-236,-1-3 0,2-4 250,-2-10 0,3 1-60,-8-5 0,4 1 69,-9-2 1,2-3 9,-1 3 0,-4-1 334,-6 1 1,0 4 308,0 6-122,0-1 0,-6 8-130,-4 2 0,-2 5-11,-3 5 0,1 4-36,0 10 1,1-3 136,4 3 1,1-2 63,3 2 0,4-3-58,-4 3 1,3-3 12,2-2 1,7 0-230,2 0 0,5-4-134,5-1 1,-1-6-46,5 2 1,1-3-273,4-2 0,2-7 148,4-2 1,-4-4-99,3-1 0,-5-5 303,-4 0 1,-2-6-103,-3 1 1,-5-1 110,0 1 1,-6-1 152,-8 6 130,0 0 1,-6 6-46,-3 4 1,-6 3 74,-4 6 1,2 6-52,-7 3 1,2 6 6,-2 4 1,4-4 17,6 4 1,4 2-117,1-2 1,6 5 134,-2-6 1,3 1-253,2-4 0,3-1-191,7 0 0,-1-1-36,10-4 0,2-2-299,-2-7 0,6 0 157,-1 0 0,1-2-155,-1-3 1,1-3 374,-6-6 1,5 0-136,-5 0 0,0 1 260,-5 4 1,-5-4 297,1 3 105,-7 4 0,5 0 320,-3 6 459,-4 0-574,5 6 0,-6 2 235,0 6 0,0 0-288,0 1 0,-1-1-168,-4 0 1,4-4-182,-4-1-188,3-6-389,2 10 138,0-12-96,0 6 1,0-9-118,0-3 0,7-2-394,2-8 0,-1 1 285,1 0 1,1 0 165,4-1 1,0 3 515,1 2 1,-1-1-35,0 7 1,0-6 83,0 5 0,-4 1 150,-1 4 0,1 0 349,4 0 1,-4 4 76,-1 1 1,-1 6-270,1-1 0,2-3-110,-6 3 0,2-5-129,-3 4 0,-2-4-534,3 4 104,3-5-36,-1 2 0,8-6-73,-1 0 0,2-5-361,3 0 0,-4-6 398,4 2 0,-3-4 106,-2-1 1,1 1 348,-1 4 0,-5-4 20,1 4 0,-2 1 361,1-2-321,4 7 0,-10-8 359,6 6-158,-5 1-262,2-3 0,-1 4-81,-1-6 1,3 4-203,-3-4-50,-2 5 191,11-8 424,-12 10-356,6-4-348,-7 6 282,0 0-19,-7 0 0,4 5-16,-6-1 0,1 7-26,-2-1 0,-2-2-54,2 1 0,2-4-11,-1 4-454,-1 1 3,-4 4 420,0 0 0,4 1 76,1-1 0,6-5-26,-2 1 0,3-1 5,2 5 1,0 1 122,0-1 0,2-5-14,3 1 0,3-2-94,6 1 1,5 2-193,0-6 0,6 0 39,-1-5 0,7-2 91,2-3 1,5-7-113,-4-7 0,0-6-220,-1 1 0,-3-8 170,4-1 0,-6 0 103,-4 4 1,-8 1 259,-7 0 1,-6 5-85,2 5 0,-5 8 365,-5 5 0,-7 4-154,-7 1 1,-2 6 5,2 4 1,5 7-43,0 2 1,1 5 129,8-5 1,1 4-87,4-4 0,0 0-86,0-5 1,1 1-229,4-1 0,3-2 39,6-2 0,2-4-470,3-6 1,1 0 207,4 0 0,3-6 24,-3-4 1,-2-4 91,1-5 1,-5 3-124,1-3 0,-3-1 264,-2 1 1,-2 5 126,-2 4 0,-4 6 552,-6-6-464,0 7 1,0-2-102,0 10 1,0 3 165,0 6 0,0 7 299,0 2 0,0 4-13,0 2 0,0 4 223,0 0 0,0 5-232,0-5 1,0 0-203,0-4 1,-5-3-108,1-2 1,-7 1-83,1-6 0,2-1-152,-1-9 0,-1 2 68,-4-6 1,-5 0-206,0-5 1,0-2-209,5-3 1,0-2-424,0-8 0,-1-4-1140,1 0 0,6-6 645,3 1 1,4-1 184,1 1 1,1-1 91,4 6 1,5 0 1025,9 5 0,34 0 0,15 0 0</inkml:trace>
  <inkml:trace contextRef="#ctx0" brushRef="#br0">5545 15894 7810,'8'-22'0,"-1"1"437,-7 7 1,0 0 1680,0 0-1207,-7-1 1,-1 3-332,-6 2 0,0 4-72,0 6 0,-5 0-279,0 0 0,-5 6-45,5 4 0,-5 2-4,5 3 1,-4 4-94,4 0 1,1 1-113,9-1 0,-4 2 78,4 2 0,3 3-144,1-7 1,3 1-97,2-1 1,0-3-177,0 3 1,2-5 103,3-5 1,4-2-158,10-7 0,-2 0 115,7 0 1,-5-8 101,5-6 1,-2-2 182,2-8 0,1 2-116,-6-2 0,0-4 226,-5-1 0,-1-1-4,-4-7 0,2-1 31,-6-5 0,0 2 99,-5 3 1,-2-1 217,-3 5 1,2 8-143,-6 7 1,4 4 131,-5 6 1,6 3-61,-6 6 1,5 6-101,-4 3 1,4 6-209,-4 4 1,6 3 269,-2 6 1,3 0 136,2 1 1,0-1-172,0 1 1,0-1 48,0 1 0,0-1-232,0 1 1,2-6-143,3 1 0,1-7-104,3 2 0,4 2 166,-3-2 1,2-7-863,2-7 0,1 1 215,-1-1 0,2 0-41,3-5 1,-4-6 250,4-4 1,2-3 98,-2-1 1,0-5 225,-5 0 1,-5 0 192,1 5 1,-5 0-60,4 0 0,-6 0-127,2-1 960,-3 1-348,-2 6-108,0-4 94,0 10-144,0 2 1,0 8-42,0 6 0,0 2 131,0 3 1,0-3-94,0 3 0,6-4-168,3 0 1,4-1-171,1 0 0,0 0-193,1 0 1,4-4-262,0-1 1,1-5 156,-1 0 1,-3-2-170,3-2 1,-3-6 250,-2-4 1,0-3 46,0-1 0,-6-5-31,-3 0 0,1-4 29,-1 4 0,0-5 180,-5 5 1,-5 0 0,0 5 0,-6 1 130,2 4 0,-1 2-99,-4 7 1,3 0 68,-8 0 1,8 2-109,1 3 13,1 3-761,1 6 520,2 0 0,7-1-33,4-4 0,5-2 47,9-7 0,3 0-102,6 0 0,1 0 201,-1 0 0,0-7 119,1-2 1,-1 1-44,1-2 0,-7 7 414,-3-2-145,-3-2 0,-7 5 116,1-3-92,-7 4 1,3 2 105,-6 4 0,0-2 100,0 7 1,0-1-122,0 5 1,0 1-111,0-1 1,0 0-121,0 0 1,0 0 3,0 1 1,5-1-211,0 0 144,6 0-668,-4 0 0,8-4 226,-1-1 1,-5-5 34,1 0 0,-1-4 81,6-4 1,-6 0-47,1-5 0,-1-1 71,5-4 1,0-5-77,1 0 0,-3-6 229,-2 1 1,1 4-53,-6 1 0,4 3 506,-4 2 1,0 4 87,-5 1-24,0-1-312,0 3-134,0 0 0,-2 7-87,-3 0 0,2 5-184,-6 0 1,5 6-749,0-2 0,-3-1-34,3 2-1471,-1-1 841,-1 5 934,4 1 0,-4-6 33,6 0 0,-5-4-677,0 5 1378,0-7 0,-7 16 0,-4-3 0</inkml:trace>
  <inkml:trace contextRef="#ctx0" brushRef="#br0">5773 15794 7810,'0'-14'647,"0"0"0,0 0 790,0 0-510,0 6 1,0 0 182,0 3 103,0 3-617,0-4-266,0 6 175,0 6-63,0 2-577,0 7-422,0-1-546,0 0-408,0-6 8,0 5 0,0-10-453,0 6 1956,0-6 0,-6 16 0,-2-3 0</inkml:trace>
  <inkml:trace contextRef="#ctx0" brushRef="#br0">5887 15851 7833,'0'-14'-111,"0"0"578,0 0 1,0 4 658,0 1 1,1 1-149,4-2 1,-2-1-443,7 7 1,-6-1-39,6 5 0,-6 0-6,6 0 0,-5 6 65,4 4 1,1 2-173,4 2 0,-5 7 101,1 3 1,-5-2-166,4 1 1,-1 1-82,1 5 0,2-7-281,-6-3 0,6-4 126,-1 0 1,-2 2-126,1-3 0,1 2-169,4-11 0,0 0-247,0-5 0,2-7 247,3-2 0,-3-5-40,3-5 1,-2 0-1,2-10 0,-3 4-23,3-8 1,-3-2 306,-2 2 1,-6 1-104,-3 9 0,1-3 303,-1 7-64,-1 0 0,-10 11 52,-3 4 0,-4 2-209,-1 2 0,4 2-121,1 2 1,1 9 45,-2 6 0,-1 0-360,7-5 138,-1 0 0,6 1-2,4-1 0,3-5-53,6 1 0,5-7 171,0 2 0,5 1 3,-5-1 1,6 0 96,-1-5 0,1 0 171,-1 0 0,-4 0-17,-5 0 1,-1 0 573,0 0-65,0 0 0,-1 1-286,-4 4 0,-2-2 211,-7 6 0,0 1 240,0 4-457,0 0 1,0 1-13,0-1-306,0 0-62,0 0 0,1-4-798,4-1 529,-4-6 0,12 4 188,-3-7 0,-2-7 98,1-2 1,-1-4 8,1-1 0,4-2-15,-4-3 1,3 2-45,-3-7 1,4 2 22,-4-2 1,-1 4 155,2 6 0,-3-1 186,3 1 1,-2 2-19,-3 2 1,1 2-35,3 3 0,4 4-106,-4-4 0,-1 5-35,2 5 0,-1-2 34,6 7 0,-1-6 55,0 6 0,-5-1-31,1 5 1,-2 1-87,1-1 1,2-5-125,-6 1 0,0-5-173,-5 4 1,1-6-15,4 2-100,-3 3 0,2-7 95,-8 4 1,1-2 33,-7 2 1,1-3-83,-6 2 0,-4 0-188,0 0 1,1-2 160,3 3 0,6-4-139,-1-1 467,1 0-70,-5 6 1,4-4 161,1 3 1,6-4-3,-4-1-105,20 0 1,-4-4-29,10-1 1,-1-6 69,1 1 0,-2-2-22,7-2 0,-2-1 238,2 1 1,-2 1 19,-3 4 0,-4-4 35,4 4 0,-8 3-105,-1 1 0,-5-2 290,4 3-215,-6-1 1,4 7 115,-7 2 1,0-1-18,0 7 1,0-1 52,0 6 0,1-1-137,4 0 0,-4-4-95,4-1-279,3 1 1,0 2-12,6-2 1,0 1-230,1-7 1,-1 1 193,0-5 1,0 0-112,1 0 0,-3-1 157,-2-4 1,2-1 12,-2-4 1,-2-3 302,1 4 56,-6-4 382,4-1-426,-7 0 0,-2 6 19,-3 3-156,-3 4 1,-6 1-114,0 0 110,0 0 0,0 0 35,-1 0-306,7 0 148,-4 6-5,10-4-6,-4 4 0,7-6-122,4 0 1,3 0 195,6 0 1,-3-2 88,4-2 1,-4 2-73,8-3 0,-4-1 100,0 1 0,-6 0 19,1 5 0,-1-4 19,5-1 1,-4 0 304,-1 5-317,1 0 0,4 0 147,0 0-201,-6 0-244,5 0 47,-5 0 1,1 0-649,1 0 311,-7 0-177,9 0 220,-10 0 0,6 0-264,-3 0-46,-4 0 514,5 0 458,1 0-83,1 0 137,6 0 0,-1 2 105,-4 3-20,4-4-331,-5 5 1,1-6 20,0 0-321,-5 0-147,8 0-805,-4 0 483,6 0 1,1-4-554,-1-1 0,-5-5-967,1 6 2212,-1-7 0,-13-22 0,-6-13 0</inkml:trace>
  <inkml:trace contextRef="#ctx0" brushRef="#br0">7834 8345 7984,'-7'0'-25,"0"0"506,1-6 83,4 4 5,-10-4-271,10 6 1,-4-2 391,6-2 9,-7 2 223,6-4-262,-5 6 69,6 0 1258,0 0-1772,6 0 0,2-2-4,6-3 1,-5 4-55,1-4 0,-1 3 14,6 2 1,4 0-31,0 0 0,0 0-21,-5 0 1,2 0-16,2 0 0,-2 0-113,3 0 0,-1 0-25,1 0 1,-4 0 55,4 0 1,-1 0 35,1 0 1,-2 0 40,7 0 1,-7 0 10,2 0 1,-2 0-23,2 0 0,-1 0 2,5 0 1,-5 0-147,1 0 1,-2 0 152,2 0 1,-3 0-133,3 0 1,-2 0-10,2 0 0,-3 0 32,3 0 0,-3 0 15,-2 0 1,0 0-11,0 0 0,2 0-13,3 0 1,-3 0-2,3 0 0,-3 0 0,-2 0 0,0 0 24,0 0 0,1 0 65,-1 0 1,5 0-10,0 0 0,1 0 115,-1 0 0,-1 0-155,5 0 0,-4 0 10,5 0 1,-7 0-9,2 0 1,2 0-10,-2 0 1,0 0 8,-5 0 1,0 0 25,0 0 0,5 0 54,0 0 1,0 0-130,-5 0 0,1-1 2,-1-4 1,5 3 5,0-2 1,0 2 6,-5 2 1,2 0 6,3 0 0,-3 0-21,3 0 0,-2 0-6,2 0 0,-3 0 20,3 0 1,-4 0 49,0 0 1,4 0-40,0 0 0,-1 0 12,-3 0 1,1 5-43,2 0 0,-2-1-76,3-4 1,-1 0 52,1 0 0,-4 0-13,4 0 1,2 5 51,-2 0 1,6 0-27,-1-5 0,-2 0 71,2 0 0,-5 1-77,4 4 1,-4-3 4,5 2 1,-5-2 20,5-2 1,-5 0 6,4 0 1,-4 0 8,5 0 1,-5 0-6,5 0 1,-6 0-73,6 0 0,-5 0 49,5 0 1,-5 0 64,4 0 1,-5 0-29,1 0 0,1 0 7,-1 0 0,2 0 16,-2 0 0,-2 0 5,7 0 1,-7 0-30,2 0 0,2 0 11,-2 0 0,0 0-3,-5 0 0,0 0-2,0 0 1,1 0-9,-1 0 0,0 0 41,0 0 0,-4 0 1,-1 0 0,1 0-6,4 0 0,-5 0 53,1 0-56,-1 0 1,5 0 5,1 0 1,-6-2-16,1-2 1,-6 2 11,6-3 0,-5 4-79,4 1 42,-6 0 1,5 0-21,-3 0 161,-4 0 12,6 0 27,-7 0 301,0 0-318,-7 0 0,0 0-77,-8 0 0,0 0-102,-4 0 1,1 1 9,-5 4 0,-1-3-93,-5 2 1,3-2 108,2-2 0,-8 5-124,4-1 1,-4 1 105,4-5 0,-5 0-22,-1 0 1,0 0 100,0 0 1,3 0-79,-7 0 0,5 0 43,-5 0 1,6 0-41,-1 0 1,3 0 2,2 0 1,-1 0-38,1 0 0,-1 0-120,1 0 1,0 0 113,-1 0 1,5 0-19,1 0 0,-1 0 32,-4 0 0,-1 0-19,1 0 0,-1 0 75,1 0 0,1 0-27,3 0 1,-6 0 96,7 0 1,-7 0-78,6 0 1,-3 0 18,-1 0 0,-1-5-55,1 1 0,4-1 2,0 5 1,1 0 7,-6 0 1,1 0 4,-1 0 1,1 0-5,-1 0 0,1 0-63,0 0 1,-1 0 3,1 0 1,-1 0 41,1 0 1,-5 0-7,-1 0 0,1 0 10,5 0 1,-1 0-5,1 0 1,0-2 44,-1-2 0,1 2-43,-1-3 0,7 4 34,3 1 0,-3 0 53,-2 0 1,2 0 8,-1 0 1,4-5-20,-5 0 1,5 0 9,-5 5 1,2 0-34,-2 0 0,-2 0 1,2 0 1,2 0-136,-2 0 0,2 0 124,-2 0 1,-1 0-41,6 0 0,0 0 34,5 0 0,-5 0 1,0 0 0,0 0-14,5 0 0,0 0 7,-1 0 0,1 0-10,0 0 0,0 0 8,-1 0 1,1 0-15,0 0 1,0 0 17,0 0 1,-1 0 119,1 0 0,-2 0-143,-3 0 1,4 0-5,-4 0 1,3 0 216,2 0 272,-1 0-397,1 0 0,5 0 16,-1 0-248,7 0 275,-3 0-465,6 0 76,0 0 244,6 0 1,2 0 16,6 0 1,0 0 103,1 0 0,4-1-93,-1-4 0,3 3 19,-2-2 1,-2 2-22,7 2 0,-5 0 15,5 0 0,-5 0-36,4 0 0,1 0 27,5 0 1,-1-1-18,0-4 1,2 3 27,4-2 1,2 2 14,7 2 0,-1 0 4,1 0 1,-5 0 11,0 0 0,0-5-54,4 0 0,-5 1 27,-4 4 0,-3 0-134,-2 0 0,1 0 31,-1 0 0,1 0-65,-1 0 0,0 0 91,1 0 0,-1 0-17,1 0 0,4 0 10,0 0 1,5 0 5,-5 0 1,7 0-15,-2 0 0,-4 0 11,-1 0 0,-3 0 31,-1 0 0,-1 0 35,1 0 1,-2 0 5,-4 0 0,3 0-28,-7 0 0,1 4 5,-1 1 1,-3 0 54,3-5 1,-2 5 21,2-1 1,-1 1 147,5-5 0,-5 0-115,1 0 1,1 0 89,-1 0 0,6 0-129,-1 0 0,-3 0-44,-2 0 0,1 0 53,-1 0 0,6 0-12,-1 0 1,-3 0 7,-3 0 0,3 0-27,-2 0 0,5-5 39,-5 1 1,1-1-34,-1 5 0,-1 0 170,5 0 0,-4 0-66,5 0 1,-5 0-33,5 0 1,-6 0 9,6 0 1,-2-5-8,2 0 0,-2 1-21,-3 4 1,2 0 20,2 0 0,4 0-8,-3 0 0,-4 0 1,-1 0 0,2 0 4,-2 0 1,5 0 25,-6 0 1,1 0 112,-4 0 0,-1 0-18,0 0 0,-4 0 505,-1 0-179,-6 0 240,4 0-100,-7 0-705,0 0 0,-7 0 0,-1-7-1209,-6 6 0,0-5-810,0 6 1,-1 0-1810,1 0 0,-2 3 3828,-3 6 0,-45 12 0,-20 6 0,22-5 0,0 1 0,0-1 0</inkml:trace>
  <inkml:trace contextRef="#ctx0" brushRef="#br0">10820 8772 7674,'5'-10'-197,"0"1"0,-1 4 327,-4-5 0,0 6 150,0-6 1,2 7 63,3-2-97,-4-3-208,6 0 182,-7-6-119,0 0 149,0 6 1,0 0 221,0 3 223,0 4-154,0-5-175,6 6 1,-5 1-110,4 4 0,-3-2-26,-2 7 1,1-6 135,4 6-196,-3-1 1,4 5-169,-6 1 1,5-1-27,-1 0 0,1-4-54,-5-1 0,0 1 72,0 4 0,5 0-88,0 0 116,-1 0 0,-4 1-4,0-1 0,5 0 63,0 0 0,0 0 10,-5 1 1,0-1 3,0 0 1,1 0-21,4 1 1,-3-1 1,2 0 0,-2 0-36,-2 0 0,0-4-116,0-1 96,0 1 0,-2 4-86,-2 0 1,2-4 27,-3-1-4,4 1 1,1 4 16,0 0 0,0-4 52,0-1 0,0 1 31,0 4 8,0 0 1,0 0 292,0 0-179,0 1-101,0-1 0,0-5 5,0 1 8,0-7 89,0 10 1,0-12-8,0 12-162,0-5 1,0 1 1,0 1 0,0-6-23,0 6 0,0-5 1,0 4 0,0-4 144,0 4 103,0 1-41,0 4-143,0 0 13,0 0-89,0 1 1,-2-3-313,-3-2 217,4 2-193,-6-4 298,7 7 2,-6-1 1,5 0 305,-4 0-241,3 0 0,2 1-31,0-1 1,0-5 3,0 1-2,0-1-11,0 6 1,0-1-25,0 0 1,0-5 128,0 1 31,0-1 1,0 6-114,0-1 0,0-5-25,0 1 0,0-1 9,0 5 1,0-4-24,0-1 1,0 1-21,0 4 0,0 0 21,0 1 0,0-1-15,0 0 0,0 5-31,0 0 0,0-3 2,0-2 1,0-8-73,0 8 1,0-3 65,0 4 0,0-1-78,0 0 1,0 0 72,0 1 0,0-1-13,0 0 1,0 0 45,0 0 0,0 2 107,0 3 1,0-3 81,0 3 1,0-3-57,0-2 1,0 5-29,0 0 1,0 1-94,0-1 1,0-3-119,0 3 1,0-3 112,0-2 1,0 0-24,0 1 1,0-1 36,0 0 1,0 2-18,0 3 0,0 3 121,0 6 1,-1-1 243,-4-3 0,3 3-399,-2-4 1,-3-1 32,3 2 1,-1-6-44,5 1 0,0 1 89,0-1 0,-5 6-21,0-1 1,1 1 69,4-1 1,-5 1 108,0-6 0,0 0-262,5-5 1,-4 1-83,-1-1 0,0-5 201,5 1 1,0-1 1,0 1 22,0-1-114,0-6-165,0 10 170,0-5 0,0 6 11,0 0 1,0 1 109,0-1 1,0 0-86,0 0 0,0 0 98,0 1 1,0-1-13,0 0 1,0 0 101,0 0 1,0 1-112,0-1 0,0-5 16,0 1 0,0-1 1,0 6 1,5-6 90,0 0-131,-1 1-27,-4 4-26,0 0 0,0-4-32,0-1-234,0-5 334,0 2 57,0-6-4,0 0 235,0-6-211,0-2-42,0-7 0,0 1-103,0 0 0,0 0 75,0 0 1,0-1 8,0 1 1,0 0-19,0 0 1,0-5-17,0 0 0,0-2-49,0 2 0,0-1-7,0-4 0,-4-3-27,-1 3 0,0-2 83,5-3 1,0 1-167,0-1 0,-5 1-1,1-1 0,-1 1-15,5 0 1,0-1 163,0 1 0,0-1-2,0 1 0,-5-1 40,0 1 1,1 1 183,4 3 1,0-2-70,0 2 1,-2 2-82,-3-2 1,4 2-95,-4-2 0,2-1 38,-2 6 1,4-6-63,-4 1 0,3-1 46,2 1 0,-4-1-25,-1 6 0,0-5 81,5 5 1,0 0 87,0 5 0,0 0-33,0 0 1,0-1-36,0 1 0,0 0 73,0 0 1,0 0-120,0-1 0,0 1-57,0 0 1,0 0 67,0-1 0,0-3-18,0-1 0,-5-2 60,1 2 1,-1 2-22,5-7 1,-5 7 102,0-2 0,1-2-63,4 2 0,-5 0 72,0 5 0,0 0-117,5 0 1,0-1 27,0 1 1,0 0-52,0 0 1,-4 0-112,-1-1 1,0 1 51,5 0 0,0 0-127,0-1 0,0 1 113,0 0 0,0 0 34,0 0 1,0-5 86,0 0 0,0 0-5,0 4 1,0 0 104,0-4 0,0 3-112,0-3 0,0-2 21,0 2 0,0-1-63,0 1 0,-1 3-104,-4-3 1,3-1-30,-2 1 0,2-2 69,2 2 1,-2 3-78,-2-2 0,2 0 28,-3-1 1,4-3-82,1-6 1,0 4 98,0 0 1,0 1 2,0-6 1,0 5 85,0 1 1,0 1 148,0-2 0,0 2 70,0 3 1,0 3-93,0-3 1,0 8-281,0 2 0,-2 4 41,-3-5 0,4 6-101,-4-6 1,2 7-147,-2-2 1,2 2-432,-6-2 0,4 4-908,-5-4-1021,1-3-1590,-5 7 2230,-1-12 2027,8 11 0,82 21 0,-23-3 0,-1 0 0</inkml:trace>
  <inkml:trace contextRef="#ctx0" brushRef="#br0">6768 8018 7881,'6'8'1617,"-4"-2"-494,4-6 268,-6 0 3460,0 0-4595,-6 0 1,1-6-1,-9-4 1,3-2 37,-8-2 1,-2-1-28,3 1 0,-8-5-113,3 0 1,-6-4-95,-4 4 1,1-11 98,-6 1 0,1-2-120,-6 2 0,0-1-87,1-3 0,-1 5 33,0-1 0,7 2-24,3 8 1,3 0 91,1 5 1,2 0-20,4 0 0,2 4 181,7 1 225,0 6-217,0-10 36,6 11-201,1-4 169,7 6-2685,0 0 0,7 19 1,1 5-1</inkml:trace>
  <inkml:trace contextRef="#ctx0" brushRef="#br0">5233 7023 8119,'0'-14'0,"0"-1"1,0 1 89,0 0 1,4 5 605,1-1 327,0 7-212,-5-10 80,0 12-347,0-6 37,0 7-321,-7 7 1,4 2 46,-6 10 1,-1 2 30,-4 2 0,0 4-154,0-3 1,-1 3-107,1 1 0,-2 1 96,-2-1 0,2 1-188,-3-1 1,8-6-41,1-3 1,2-3 150,-1-2-278,3 0 409,-1-6 420,6-2-627,1-18 1,8-4 19,6-12 1,5-1 7,0 1 0,0-5-160,-5-1 0,0 0 84,0 0 0,0 4 72,1-3 0,-1 5-50,0 4 1,-6 4-383,-3 5-103,3 7 1,-2 5 452,3 13 0,4 7 386,-3 16 1,2 4-38,2 5 0,-1-1 201,-3-3 0,2 2-240,-2-7 0,1 2-164,-2-2 0,2-5-110,-6 1 1,4-6-97,-4-4 0,0-8-787,-5 4-115,0-11 22,0 3 1,0-9 140,0-3 0,-6-2-81,-4-8 1,-2-5-155,-3-4 0,-4-3 446,0-1 1,-1 1 174,1 3 0,3 4 411,-3 6 0,2-1-31,-2 1 0,3 6 389,-3 3-119,3 4 0,4 7 2007,2 4-1182,-2 2 1,10 3 267,-3-1 0,5-2-210,5-2-730,3 2 1,11-10-326,0 3 1,0-4-282,-5-1 0,0 0-180,0 0 0,1 0-555,-1 0 1,0-4-23,0-1 0,-4-5 1010,-1 6 0,-12-14 0,1 3 0</inkml:trace>
  <inkml:trace contextRef="#ctx0" brushRef="#br0">6327 6724 8030,'0'-14'0,"0"5"889,0-1 1311,0 1-946,0-5 179,0-1-559,0 7-481,0 2 1,0 8 56,0 2 0,0 4-149,0 7 1,0 3-116,0 1 0,5 2-2,0-2 0,1-2-140,-1 7 0,-4-7 68,4 2 0,-3-3-63,-2-2 0,0-4-153,0-1 0,0-4-486,0 4 1305,0-5-515,6 2 1,-4-17-261,2-3 1,-2-10-64,-2 0 0,-5-1-319,1 1 1,-1 2-362,5 3 1,-5 8-2444,0-3 1427,1 9-17,-3-1 1836,6 12 0,-6 59 0,7-22 0,0-1 0</inkml:trace>
  <inkml:trace contextRef="#ctx0" brushRef="#br0">5460 7492 7981,'-8'-14'-21,"0"4"193,4 1 1,2 4 712,-3-4-202,-3-1 1,7 1-149,-4-1 0,3 5 26,2-4 1,2 4-162,3-4 0,3 6-89,6-2 1,2 2-68,3-2 0,-4 3-96,4-2 1,-3 2-101,-2 2 1,1 5 176,-1 0-237,0 6 1,-6-3-8,-3 6 0,-4 0 40,-1 0 0,0 0 25,0 1 0,0-1-120,0 0 1,-1-1 46,-4-4-56,3 4-117,-4-5 0,1 1-110,1 1 32,-1-7 1,11 3-154,4-6 0,2 0-175,2 0 1,2 0-201,3 0 0,-1 0-458,5 0 0,-4 0 1264,5 0 0,-19 19 0,-1 5 0</inkml:trace>
  <inkml:trace contextRef="#ctx0" brushRef="#br0">6270 8189 7973,'13'-10'0,"-3"1"0,-3 4 1619,-2-5-820,-3 7 0,4-5 1139,-6 4-1443,0 2 0,-5-6 7,1 3 0,-3 4-122,3-4 1,-4 4 25,-7 1 0,1 0-212,0 0 0,-2-5-8,-3 0 0,-3 0 15,-6 5 1,-1 0-17,1 0 1,-2 0-51,-3 0 0,-4 0 47,-5 0 0,-6-4-65,1-1 1,-5 0-1,4 5 1,-5 0-71,1 0 0,-2-1-110,2-4 0,-2 3 70,7-2 0,-6-3-193,6 2 0,1 1-73,8 4 1,-1 0-59,6 0 0,6 0-136,8 0-290,3 0-299,8 0-638,2 0 29,6 0-639,0 0-435,6 0 1612,-4 0 1113,4 0 0,-44-7 0,-9-1 0</inkml:trace>
  <inkml:trace contextRef="#ctx0" brushRef="#br0">4735 7876 7973,'-10'0'251,"1"0"1,4-2 49,-4-2 1543,6 2-229,-10-4-776,11 6 1,-9 6-295,7 3 1,-1-1-7,5 2 0,-2-1-241,-2 6 0,2 4-74,-3-1 0,-1 3 14,1-2 0,-1-3 54,1 3 0,4-2 4,-4 2 0,2-8-418,-2 3-825,3-3 886,-4 4 217,6-8-216,0 0 16,0-26 0,0 1-210,0-15 1,5-3 123,-1-2 0,6-3-141,-5-2 0,6 5 147,-2 1 1,-1 5 279,2-1 1,-6 4-133,6 6 1,-5 4 292,4 9-256,-6 4 0,8 7 202,-6 4 1,6 5 311,-1 9 0,-3 3-207,3 6 1,-2 5 460,1 1 1,2-1-416,-6-5 0,5 1-398,-6-1 1,3-4-216,-3-1 0,-2-4-430,3 5 0,1-7-188,-1 2 1,-1-8-2798,-4-1 482,0-7 1687,0 3-1090,0-6 2535,0 0 0,-37-50 0,-11-13 0</inkml:trace>
  <inkml:trace contextRef="#ctx0" brushRef="#br0">4678 7990 7973,'-9'0'1102,"-1"0"1573,7 0-640,-10-7-647,12 6 1,-7-6-16,3 7 48,4 0-1161,-6 0-591,7 0 1,7 0-1066,2 0 0,4 0 906,1 0 0,2 0-548,3 0 1,3 0-182,6 0 1,1 0-356,-1 0 0,-1 0 638,-3 0 936,2 0 0,3-6 0,7-2 0</inkml:trace>
  <inkml:trace contextRef="#ctx0" brushRef="#br0">4962 8004 7973,'10'0'559,"-1"0"950,-5 0-136,8 0 404,-10 0 4,4 0-768,-6 0-528,0-6-383,0 4 1,2-9-331,2 6 282,-2 0 1,6 5-158,-3 0 173,-4 0 1,10 2-133,-6 3 1,0-2-207,-5 6 292,0 1 0,0 4 92,0 0 0,0 2-34,0 3 1,-5-3 8,0 3 0,-6-5-60,2-5 0,1 4-166,-2-3 1,6-3-77,-6 3 1,7-5-978,-2 4 873,4-6 1,2 8 53,4-6 1,4 0 337,10-5 0,-3 5-53,3-1 1,2 3 268,-2-3-92,0-2 1,-10 11 294,1-4 0,-7-1 0,1 1 0,-8-4 316,-6 5 1,-2-2-519,-3 1 0,0 2-68,-4-6 1,3 4-1062,-3-4 0,8 0-537,1-5-498,1 0-667,-5 0 2537,6 0 0,27-6 0,12-2 0</inkml:trace>
  <inkml:trace contextRef="#ctx0" brushRef="#br0">6398 8416 7927,'-9'0'399,"-1"0"0,6-5 498,-6 1 1,6-1-397,-6 5 0,5-5 301,-4 0 0,4 1-315,-4 4 1,4 0-145,-5 0 0,-4 1-93,-5 4 1,-6-2-83,1 7 1,-3-1-102,-1 5 0,0 1 88,-1-1 0,-1 0-178,-3 0 0,3 0 31,-3 1 0,-4-1-212,-1 0 0,-3 0 93,-1 1 0,-1-6 168,0 0 1,1-1-1158,-1 2 1,0 1 324,1-6 0,5 4 139,4-4 0,3 1 27,2-1 0,1-2-163,3 7 1,2-6 231,3 6 1,2-1 539,-7 5 0,2 1 0,-2-1 0,-11 7 0,-7 4 0,-1 2 0,1-1 0</inkml:trace>
  <inkml:trace contextRef="#ctx0" brushRef="#br0">4351 9184 8064,'8'0'2550,"5"0"-2114,-12 0 1,7-2 134,-3-3 3645,-4 4-2044,6-5-1338,-7 6-603,0 0 1,-5 1 62,0 4-104,1 3 1,-1 6 14,0 0 1,0 5-164,5 0 1,-4 0-109,-1-5 0,-2 1-14,3-1 0,2 0 153,-3 0 0,2-4 187,-1-1-166,2-6 1,-6 8 172,3-6 46,4 0 1,-7-7-475,3-2 1,4-9-427,-4-6 1,3-11-350,2 1 1,0-4 466,0 0 0,0 3 282,0-3 1,5 5 29,0 4 0,4 3 148,-4 7 1,6 0 16,-2 0 441,4 6 0,1 3 21,1 10 0,-1 4 475,0 10 1,0 3 84,0 7 1,1-1-501,-1 1 1,-2 4-326,-2 0 1,1-5-68,-6-4 1,4-5-114,-4 5 1,0-7-248,-5 2 0,4-3-1310,1-2-383,0-6-2936,-5 5 3110,0-12 0,0 4 1102,0-10 0,-2 2-962,-2-6 1,0-1 759,-5-4 0,-1 0 841,-4-1 0,0 3 0,0 2 0,0-1 0,-1 6 0,1-4-191,0 4 0,0-4 191,0 4 0,4 0 1728,1 5 1,4-4 1535,-5-1 514,7 0-2130,-9 5-215,10 0-861,-4 0-582,12 0 0,3 0-317,10 0 0,-1-1-616,5-4 0,1 3-1505,5-3 0,1 4 114,3 1 2334,-3 0 0,30-19 0,0-5 0</inkml:trace>
  <inkml:trace contextRef="#ctx0" brushRef="#br0">4749 9184 11171,'0'-8'7413,"0"-5"-4891,0 12-1853,0-6 0,0 14 5,0 2 1,0 5-20,0 5 0,0-1-310,0 5 0,2 0-405,2 0 0,-2 2-167,3-6 1,-4 5-461,-1-5 0,0 0-221,0-5 0,5 0-1183,0 1 0,0-1-269,-5 0-77,0-6-1250,0-2 3687,6-6 0,14-63 0,-5 24 0,0-1 0</inkml:trace>
  <inkml:trace contextRef="#ctx0" brushRef="#br0">4920 9283 8064,'0'-8'2680,"0"2"-1461,0 6 0,-2 0 164,-3 0 1,4 2-550,-4 2 0,4 0 157,1 5 1,-5 1-623,0 4 1,0 0-152,5 0 1,2 0-31,3 1 0,-2-1-132,6 0 0,6-4-216,3-1 0,6-6 48,-5 2 1,5-4-127,-5-1 1,4-6 140,-4-3 0,5-4 56,-5-1 0,-2-5 119,-7 0 1,-4-6 214,-6 1 1,0 3-319,0 2 0,-6 4-211,-4 0 1,-4 6-383,-5 0 0,2 5-434,-7 0 1,7 4-916,-2 4 1,3 4 584,2 6 1,4 1 1381,1-1 0,12 38 0,-1 10 0</inkml:trace>
  <inkml:trace contextRef="#ctx0" brushRef="#br0">12228 13164 7997,'0'-14'597,"0"0"1,0 4 2319,0 1-1580,0 6-177,0-3-620,0 6 0,0 1 108,0 4 0,0 3-226,0 6 0,0 5-124,0 0 0,0 1-50,0-1 0,-5-3-79,0 3 1,0-3-101,5-2 1,0 0 180,0 1-372,0-1 594,0 0 253,0 0-575,0-6 1,0-5-117,0-12 1,-4-2-175,-1-13 1,-4 0 95,4-4 0,-5 1-134,6 3 0,-3-1 150,3 6 0,2 0-258,-3 5-560,4 0-1357,1 6 418,0 2 1,6 12 550,3 3 1,2 9-753,-1 1 1986,3 6 0,7 29 0,10 14 0</inkml:trace>
  <inkml:trace contextRef="#ctx0" brushRef="#br0">11702 11956 8141,'-10'-9'0,"1"-1"0,4 7 1888,-5-2-719,7-3 763,-3 7-792,0-6-764,4 7 1,-3 0 62,10 0 1,3 2 230,6 3 0,7 3-198,2 6 1,4 5 16,2 0 1,-4 6-89,3-1 1,-2 3 85,7 1 1,-3 0-32,-2 1 1,2 6-146,4 2 1,-3 0-66,7 1 0,0-5 17,5 5 0,-1-2 0,1 2-1,0 2-48,-1-7 0,1-2 14,0-7 1,-7 3-136,-3-3 0,-5-2 66,-4 1 1,1-5-210,-6 1 0,-4-4-135,-6 0-170,-6-7-89,4-2-632,-7-6-1745,0 0 1776,-7 0-1116,6-6 1,-12-2 389,4-7 0,1 6-1690,-2 0 3461,7-1 0,-22-36 0,1-7 0</inkml:trace>
  <inkml:trace contextRef="#ctx0" brushRef="#br0">11773 11828 8148,'-5'-9'321,"0"-1"1,-4 5 575,4-4 1125,0 6-954,5-4-493,0 7 1,13 0-63,6 0 1,8 0-203,6 0 1,3 7 364,7 2 0,6 2-203,3-1 0,3 2-23,2-2 1,8 2-335,6 3 1,5-1 104,-36-7 1,0 0 0,2 0 0,0 0 16,-1 0 1,-1 1 0,39 6-9,-39-7 1,0 0 0,0 2 0,-1 1-11,2-1 1,-1 1 0,37 9 20,-6-5 1,0-1-105,1-4 0,-8 4-58,-2-4 1,-15-2-132,-4-3 1,-5 3 68,0-3 0,-5 1-457,-9-5-110,-4 0-443,-12 0-183,-2 0 1022,-6 0-869,0 0-515,-6 0-819,4 0 387,-4 0 591,0 0 1,-2 0 511,-6 0 867,0-6 0,-20-21 0,-4-11 0</inkml:trace>
  <inkml:trace contextRef="#ctx0" brushRef="#br0">11716 11629 9435,'-8'-6'2051,"0"4"-1329,3-3-260,4 4 1,-6-1-154,7-3 0,7 4 77,2-4 1,10 2-66,5-2 1,11 4 115,7-4 1,3-1-269,7 1 1,8-5 93,11 6 0,8-7-438,-35 6 1,2 0-1,-2 0 1,0-1 249,4 1 1,-1 1 0,0-3-1,-1 1 30,1 1 1,1 1-1,1 0 1,0 0-10,-2-1 1,1 0-1,0 3 1,0-1-78,0-1 1,-1-1-1,0 3 1,-1 1 17,-1-1 1,0-1-1,-1 0 1,-1 0-129,2 1 0,0-1 1,-4-2-1,-1 0 230,35 1 1,-2-3 21,-2 3 0,-4 1-151,-1-7 0,-14 7 78,-5-2 0,-9-1-114,-9 1 1,-9-1 130,-5 1 816,-1 3-986,-13-4 153,-1 6-871,-1 0 0,-7 0 164,3 0-3505,4 0 2602,-6 0 0,7 6-1043,0 4 2565,0 3 0,-6 32 0,-2 9 0</inkml:trace>
  <inkml:trace contextRef="#ctx0" brushRef="#br0">14474 11487 8157,'-8'-14'0,"-9"-1"684,3 1 1,-4 0 593,4 0 146,0 6-402,0-5-476,6 12 1,0-4-151,3 10 1,3 7 34,-2 7 0,2 7 320,2-3 1,-5 4-219,1 2 1,-3-1-121,3 0 1,2 1-144,-3-1 1,-1-1 30,1-3 0,0 3-137,5-4 0,-1-4-70,-4-4 255,4-1-235,-6-6 1073,7 0-833,0-8 0,0-13-366,0-6 1,0-6-192,0 1 1,0-9-451,0-5 1,0-3 331,0-2 0,0 5-205,0 0 1,2 8 226,3 2 0,-2 1-18,6 8 0,-4 2 4,4 7 1,6 4-6,4 6 0,4 0 440,-4 0 1,5 6 43,-5 4 0,5 2-11,-5 3 0,0 4-82,-5-1 0,0 3 120,0-2 0,-6-3-148,-3 3 1,1-3 23,-1-2 1,-2 0 122,-8 0 1,1 0-90,-11 1 0,-2-1 76,-11 0 0,-7-1-451,-3-4 1,-3 2-548,-2-6 1,0 6-77,1-2 1,7-1-799,7 2 1,1-5 442,8 4 0,1 1-1720,9 4 2970,3-6 0,50 11 0,11-4 0</inkml:trace>
  <inkml:trace contextRef="#ctx0" brushRef="#br0">14503 11714 8326,'0'-14'3815,"0"6"-2410,0 2-541,0 6 1,0 6-216,0 4 0,0 2 22,0 3 1,-5 4-379,0-1 1,-1 1-94,1-4 0,3-1-120,-2 0 0,2 0-135,2 0 1,-5-4-385,1-1 0,-1-4-420,5 5-1279,0-7-232,0 3 767,0-6 1,1 0 1602,4 0 0,54-50 0,-21 18 0,1 0 0</inkml:trace>
  <inkml:trace contextRef="#ctx0" brushRef="#br0">14673 11800 10455,'0'-8'4564,"0"1"-2896,-6 7-722,4 0-193,-10 7-567,10 1-428,-4 6-11,6 0 1,1-1 153,4-4 1,3-3-142,6-6 1,2 0 124,3 0 0,1 0-30,4 0 1,-2-6 108,-3-3 1,-3 1 236,3-2 0,-3 1 45,-2-5-37,-6-1 0,-3 1-836,-10 0 0,-5 6-132,-9 3 1,-4 4-453,-10 1 0,3 1 426,-4 4 1,0 3-120,0 6 1,1 2 103,5 3 800,-1-3 0,3 13 0,-1 7 0,-3-2 0,0 1 0</inkml:trace>
  <inkml:trace contextRef="#ctx0" brushRef="#br0">18626 6568 8081,'-8'0'659,"0"0"-160,3 0 135,4 0-164,-6 0 1,6 0 197,-4 0 151,3 0-511,-4 0 161,6 0-51,0 0-183,6 0 0,-2 0-29,5 0 0,0 0-47,6 0 1,-1 0-129,0 0 0,5 0-3,0 0 1,5 0 56,-5 0 1,8 2 21,1 2 0,0-2 27,6 3 1,0-4-96,0-1 1,5 0 75,-1 0 1,3 0-16,2 0 1,-2 0-28,-3 0 0,3 0-94,-3 0 1,1 0 41,-1 0 0,-2 0-154,-2 0 1,-4 0 78,3 0 1,1 0 38,0 0 1,-1 0-65,-5 0 0,-4 0 36,0 0 1,-1 0-89,6 0 1,-6 0 91,1 0 0,0 0-4,4 0 1,5 0-13,1 0 0,-3 0-10,-7 0 0,3 0 43,-3 0 1,2 0-26,3 0 1,-2 0 92,-4 0 0,6 0-27,-1 0 0,2 0 16,8 0 1,-5 0 1,5 0 1,-5 0 5,5 0 1,-1 0-6,1 0 1,-4 0 7,-5 0 0,4 0-49,0 0 0,0 0 26,-4 0 1,-6 0-50,1 0 1,-7 0 24,2 0 0,-3 0-8,-2 0 0,1 0 6,-1 0 1,-5 0-14,1 0 26,-1 0 0,1 0 7,-1 0 1,-4 0 272,5 0-225,-7 0 1,5 0-31,-4 0-6,-2 0-11,4 0 62,-6 0-4,7 0 44,-6 0-3,5 0 103,-6 0 0,0 2-1,0 3 286,0-4-109,7 12-154,-6-5 0,7 4-64,-3-2 0,-3 2 0,2-2 0,-2-2-69,-2 1 0,0 1 15,0 4 1,0 0-128,0 0 1,0 1 17,0-1 1,1 2-87,4 3 0,-3-4 118,3 4 0,-4-3-104,-1-2 0,0 1 36,0-1 1,2 0-7,2 0 1,-2-4 24,3-1-9,-4 1-138,-1 4 153,7 0-200,-6-6 149,6 5-19,-7-12 53,0 5 0,-2-1-1,-3 0 1,2 0-22,-6-5 1,4 1-1,-5 4 0,6-3-36,-6 2 0,2-1 48,-1 2 1,-4-3 12,4 3 1,-4-4 12,-1-1 1,0 5 1,-1 0 1,0-1 6,-4-4 1,1 0 7,-5 0 1,-1 0-65,-5 0 0,1 0 1,0 0 1,-3 0 19,-2 0 1,-3 0 16,-7 0 1,2 0-7,3 0 0,-3 0 10,3 0 0,-1 0 0,1 0 1,-2 0-12,7 0 1,0-4-2,5-1 0,-1 0-22,1 5 1,-1 0-2,1 0 1,-1 0-23,1 0 1,0 0 38,-1 0 0,1 0-136,-1 0 0,-4 0 112,0 0 1,-2 0-8,2 0 1,1 0 5,-5 0 0,0 0 7,-1 0 1,-1 0 43,6 0 0,-1-1 4,6-4 1,-5 3 6,0-3 0,-1 4-33,6 1 0,0-2 65,-1-2 1,1 2-41,-1-3 1,1 4 4,-1 1 0,1 0-3,0 0 1,1 0-11,3 0 1,-1 0-3,6 0 1,-6 0-3,1 0 1,3 0 76,2 0 1,-1 0-71,1 0 0,0 0 98,5 0 1,-1 0-84,1 0 0,0 0 10,0 0 0,0 0-18,-1 0 0,1 0-19,0 0 106,6 0 3,2 0 224,-1 0-171,6 0 21,-6-7-120,7 6-34,0-12 1,-1 10 9,-4-6 0,4 4-32,-4-5 1,-1 6 70,1-6 1,-5 1-9,6-6 1,-3 6-67,2-1 1,4-1 13,-4-8 1,4 4 7,1-4 1,-5-2-22,0 2 0,0-5-110,5 6 1,5-6 88,0 5 1,1-6-23,-1 1 1,-4 3 29,4 2 1,2-1-2,-3 1 1,3 0-140,-3 5 0,-2 0 11,3-1 31,-4 1-38,6 0-220,-6 6-10,5 2 1,-6 7-444,0 4 0,0 3 62,0 6 1,0 0-336,0 1 1,0 0-356,0 4 1,0-1 201,0 5 1251,0-5 0,7 21 0,1-1 0</inkml:trace>
  <inkml:trace contextRef="#ctx0" brushRef="#br0">17517 6881 8047,'-8'-21'0,"1"1"560,7-4 1,0 3 40,0 7 1,0 0 142,0 0 1,0 0 543,0-1 306,0 7-564,0-4-600,0 10 0,0-2-388,0 8 1,2 4 301,3 6 0,-2 2 218,6 3 0,-5-2-223,0 7 0,3-5-82,-3 5 1,3-2-103,-3 2 0,-2 1-115,3-6 0,1 0 35,-1-5 0,0 0 290,-5 0-429,0 1 1,0-6 303,0 1 174,0-7 0,4-3-406,1-10 1,0-9-243,-5-4 1,0-9 151,0-1 1,1-5-24,4 5 0,-3 1 29,2 9 1,-2-3 130,-2 7-814,6 0 483,2 5 1,6 6-28,1 4 0,-6 7 297,1 1 1,-2 7 181,1-1 1,2 3-104,-6 1 120,6 0-465,-10 0 31,12 0 1,-10-6-99,7-3 290,-1-3 0,5-9-145,1-2 0,4-4 142,0-1 0,-1-5 166,-3 0 0,-1 0 22,0 5 1,0 4 246,1 1 0,-1 6 181,0-2-233,0 3 1,-1 14 230,-4 2 1,-1 9 45,-3 1 1,-3 8 214,2 1 1,-2 0-431,-2-4 0,0-1-299,0 0 1,-2-1-118,-2-3-579,2-4-748,-4-5-1770,6-1 1879,0-6 1,0-3-1735,0-10-621,0-3 3596,0-6 0,6-26 0,2-6 0</inkml:trace>
  <inkml:trace contextRef="#ctx0" brushRef="#br0">20630 7407 8001,'8'-7'-567,"0"6"-708,-3-4 3220,-3 4-363,10 1-83,-10 0-534,4 0-151,-6 0-31,0 0 0,0 6-405,0 3 1,0 4 147,0 1 0,0 0-193,0 1 0,0 0-158,0 4 0,0-3-89,0 3 1,0 2 39,0-2 0,0 0-187,0-5 0,0 0 200,0 0-262,0 0-397,0 1-544,0-7 791,0 4 1,0-12 33,0 0 0,0-1-148,0-9 0,0-4 69,0-5 1,0-2 88,0 2 1,0-1 88,0-4 1,0-1 82,0 6 0,5-5 22,0 5 1,1 0 170,-1 5 1,-2 0 210,6 0 0,-4 1 117,4 4-189,1-4 1,4 10-87,0-7 1,1 7-80,-1-2 0,0 4-38,0 1 1,5 0-11,0 0 1,5 0 18,-5 0 1,6 0-14,-1 0 0,-2 1 205,2 4 0,-5-3-82,4 3 0,-5 1 40,1-1 1,-4 4 22,0-4 10,-8 6 95,0-3 8,-7 6-203,0 0 1,-2 0-2,-3 1 0,2-1 135,-6 0-225,6 0 0,-8 5 11,6 0 1,-5 0 16,6-5 0,-1 1-123,5-1 98,-6 0 1,2 0-109,-5 0 0,6 1 122,-2-1 0,-1-5 221,1 1-180,-6-1 1,3 4-37,-6-4 0,-2-2 27,-3-7 1,2 0-256,-7 0 1,0 0-317,-4 0 1,-5 0-282,0 0 0,-5 0-706,4 0 0,-3-2-661,3-3 1,6 4 1065,4-4 0,2 4 1031,-2 1 0,4 0 0,6 0 0</inkml:trace>
  <inkml:trace contextRef="#ctx0" brushRef="#br0">20033 7592 8001,'-8'-15'0,"0"1"493,4 0 161,2 0 1,-4 4 481,6 1 269,-7 6-346,6-4-222,-5 7-86,6 0-391,0 7 0,0 0 199,0 8 1,0 4-183,0 0 1,0 0 14,0-5 1,0 5-306,0 0 0,0 0 168,0-5 1,-2 5-236,-3 0 0,4 0 35,-4-5 0,3 0 55,2 0 0,0-4-153,0-1 0,0-4-358,0 5 516,0-7 460,0 3-635,-6-6 0,4-6-138,-2-4 0,2-9-182,2-4 1,-5-4 191,1-2 0,-1 1 14,5-1 0,0 1 110,0 0 1,2 4-24,2 0 0,-1 7-119,7-2 1,-1 3 22,6 2 0,4 1 263,-1 4 0,3 2-41,-2 7 0,2 0 35,2 0 0,4 0-74,-3 0 0,-2 0 80,2 0 0,-2 0-12,1 0 1,3 2 160,-7 3 1,0-4-25,-5 4 1,0 1 80,0-1 0,-4 5 59,-1-6 1,-4 6-135,4-5 0,-5 6 61,0-2 1,3 4-56,-3 1 1,1 0-50,-5 0 0,0 1-17,0-1 0,0 0 2,0 0 0,-5 0-42,1 1 1,-7-1-28,1 0 1,-3 0-73,-1 1 1,5-3 67,-1-2 1,1 1-158,-5-7 0,-1 6-63,1-5 1,0-1-153,0-4 1,0 2 32,-1 3 1,-1-4-117,-2 4 1,2-3-221,-3-2 0,1 0-560,-1 0 0,4-5 209,-4 0 1,1 0-315,-1 5 1,4-4-349,-4-1 1,3 0 252,2 5 1355,-7 0 0,-7-6 0,-9-2 0</inkml:trace>
  <inkml:trace contextRef="#ctx0" brushRef="#br0">19365 7634 8017,'0'-14'128,"0"0"0,0 0 754,0-1 697,0 1-1085,0 0 1,0 4 1367,0 1-604,6 6-213,-4-4-645,4 7 1,-1 2 110,0 3 1,-1 3-167,-4 6 1,0 2 81,0 3 0,0-2-219,0 7 1,0-5-29,0 4 1,0-5-225,0 1 1,-1 1 12,-4-1 0,4 0-118,-4-5-72,3 1-338,2-1 413,0 0 501,0-6-177,-6-2 1,4-12-67,-2-4 0,-3-7-235,3-2 0,-6-6 84,5 1 1,1-3 43,4-1 1,0 1-21,0 3 0,0-1-141,0 6 0,0 0 30,0 5 0,6 1-201,3 4 0,1-2 231,4 6 1,-3-1 17,8 1 0,-2 3 190,2-2 0,-3 2-51,3 2 0,2 2 80,-2 2 1,0-2-59,-5 3 0,0 1 126,0-1 0,0 1-90,1-1 1,-6-4 62,1 4 0,-6-2-67,6 2 39,-7-3-236,10 10 111,-12-4 38,6 6 16,-7 1 0,0-1 1,0 0 1,0 0-29,0 0 1,0 1 12,0-1 0,0 0-28,0 0 1,0 1 95,0-1-208,0 0 0,0 0 26,0 0 0,0 1-180,0-1 0,0-5 117,0 1 1,0-5-99,0 4 0,0-4 93,0 4 1,-7-6-153,-2 2 1,-4-3-404,-1-2 1,-5 0 266,0 0 1,-5 0-307,5 0 0,-6 0-218,1 0 0,-2 0-392,-3 0 1,2 0 355,4 0 1,-4 0 960,3 0 0,-28-7 0,-8-1 0</inkml:trace>
  <inkml:trace contextRef="#ctx0" brushRef="#br0">18683 7748 8109,'-8'-6'566,"1"-2"398,1-6 1412,4-1-369,-4 1-984,6 6-505,0 2-192,0 6 0,2 1 87,2 4 0,-2-2-70,3 7 1,-2-1 187,2 6 1,-4 3-374,4 1 1,-3 0 78,-2-4 1,0-1-112,0 0 1,0 0-11,0 0 0,0-4-247,0-1 125,0 1-401,0 4 401,0 0 306,0-6-355,0-1 121,0-7 0,-5-8-214,0-7 0,-1 0 105,1-9 1,3 0 59,-2-4 0,1-1 4,-2 1 1,3 4-35,-3 1 1,4 5-42,1-1 0,5 3-11,-1 2 1,7 2 79,-1 2 1,-2-1-9,1 6 0,1-1 115,4 1 0,0 4 5,0-4 1,1 3-32,-1 2 0,0 0 4,0 0 1,1 0 14,-1 0 1,0 5 10,0 0 1,5 1 114,0-1 1,0-4-84,-5 4 1,-4-2-91,-1 2 1,-1-2-127,2 7 104,2-7 0,-9 8-97,7-6 1,-7 6 245,2-2-114,-4 4 0,-1 1 5,0 0 0,0 2 23,0 3 0,0-3-3,0 3 0,0-3-34,0-2 0,0 0 27,0 0 1,0 0-26,0 1-50,0-1 0,0 0 74,0 0 0,-1-4 55,-4-1-51,3-6 1,-10 8 116,2-6 1,2 0-288,-1-5 1,-1 0 100,-4 0 1,-5 0-1087,0 0 1,-1 0-143,1 0 0,3 0-576,-3 0 1,2 0 806,-2 0 1,3 0-109,-3 0 1,3-5 344,2 1 727,0-1 0,-19-14 0,-5-5 0</inkml:trace>
  <inkml:trace contextRef="#ctx0" brushRef="#br0">18156 7762 8160,'-14'-14'1887,"0"6"-1324,0-5 0,4 7 661,1-3 670,6 2-547,-4 7-83,7 0-698,0 0 0,0 7-196,0 2 1,0 4 154,0 1 1,5 2-181,0 3 0,0-2-56,-5 7 0,0-7-236,0 2 1,0-2 140,0 2 1,0-3-250,0 3 0,0-3-252,0-2-243,0 0 281,0 1 176,0-1 46,0-6 1,0-4 9,0-8 0,-5-4-156,0-6 1,-1-2 127,1-3 1,2-3 54,-7-7 1,6 1 36,-6-1 1,7 1 92,-2 0 1,4 4-202,1 0 0,0 7-171,0-2 1,4 3-89,1 2 0,6 1 115,-1 4 1,2 2 49,3 7 1,0 0 41,4 0 1,-3 0-56,3 0 0,-3 2 206,-2 3 1,0 3 297,1 6 1,4-5-120,-1 1 0,1-1 94,-4 6 1,-1-1-55,0 0 1,0 0 54,1 0 1,-6 1-71,1-1 1,-1 0-66,5 0 1,-1 0-14,-4 1 1,2-1 17,-6 0 1,0-4 15,-5-1 0,5 1 24,-1 4 1,-1-2 150,-7-2 0,-1 1 41,-9-6 0,1 6-132,-11-2 0,6-1-206,-6 2 0,0-6-189,-4 6 0,1-7-405,3 2 0,-1 1-141,6-1 0,-5 4-784,5-4 1,-3 1 171,8-1 0,-3-3-2781,7 2 4072,4 4 0,50-19 0,19 2 0</inkml:trace>
  <inkml:trace contextRef="#ctx0" brushRef="#br0">21341 7535 8030,'0'-8'-336,"0"-5"-140,0 4 2182,0-4-355,0-1-58,0 0-150,0 6 100,0-5-389,0 12-202,0-6 79,0 7-271,7 0-201,-6 0 194,5 0-105,-6 7 1,0 0 94,0 8-250,0-1 0,0 0 1,0 0 1,0 0 14,0 1 1,0-1-191,0 0 0,5 5 120,0 0 1,0 0-111,-5-5 1,0 5 28,0 0 0,0 5-52,0-5 0,0 4 63,0-4 1,0 7-34,0-3 0,0 3 23,0-3 0,0 3 5,0-7 1,0 4-137,0-4 1,0 5 88,0-5 1,0 0-172,0-5 138,0 0 0,0-4 39,0-1-73,0-6-28,0 4 351,0-7 0,0-2 1070,0-3-987,0 4-178,0-12 1,-5 5-462,0-6 1,0 5-215,5-1 142,-6 1 0,0-6-266,-4 1 155,-2 0 0,4 0-213,-6 0 460,-1-1 1,1 1 134,0 0 1,4 1 40,1 4 0,1-4 149,-1 4 0,-2 1-1,6-2 0,-5 6 199,6-6 0,-3 7-172,3-2-177,2 4 58,-4 1-21,6 0 0,0 6 119,0 3 0,4 4-106,1 1 1,6 0 135,-1 1 1,2-1-90,3 0 0,-1 0 10,0 1 1,0-1 8,0 0 1,5-6 127,0-3 0,2-2-53,-2 2 1,-2-4 105,7 4 1,-7-5-38,2-5 1,-3-3-98,-2-6 0,0 0 124,1 0 0,-3-5-74,-2 0-75,2 0 0,-8 4 93,5 1-48,-6 6-597,4-4-982,-7 10-337,-7-4 0,-1 12 496,-6 4 0,1-1 79,4 5 0,-4-3 432,4 8 771,-4-3 0,18 43 0,4 10 0</inkml:trace>
  <inkml:trace contextRef="#ctx0" brushRef="#br0">21085 8857 6570,'0'-8'789,"0"0"-117,0 3 45,0 4-412,0-6 0,-1 7-1,-4 0 1,3-1 274,-2-4 293,2 3-126,2-4-181,-6 6-63,4 0-128,-4 0-228,6 0-1479,0 0 0,38 13 1,9 3-1</inkml:trace>
  <inkml:trace contextRef="#ctx0" brushRef="#br0">21156 8871 7967,'-6'-8'50,"3"0"52,-7 4 0,3 0 497,-3-5-199,-3 6 0,10-5 806,-6 3-754,6 3 0,-5-4 557,3 6-305,3 0-136,-4 0-364,6 0 1,2 0-1,2 0 1,0 0-60,5 0 0,2 0 35,8 0 0,-2 0-115,7 0 1,0 0 91,4 0 1,1 0-152,-1 0 1,1 0 79,-1 0 1,0-1-22,1-4 0,-7 3 44,-3-2 0,2 2-7,-3 2 1,-3 0 223,-6 0-163,-6 0-1,4 0 216,-7 0-54,0 0 1,0 6-189,0 4 1,0-2 304,0 1 1,-5 1-73,0 4 1,0 0-302,5 0 0,-1 0 47,-4 1 0,4 0 26,-4 4 1,-2-3-48,3 3 1,-1-1-154,5 1 0,-5-4 40,1 4 1,-1-3-171,5-2 49,-7 1-131,6-1-472,-5 0 218,6-6-92,0-2-267,0-6-820,0 0 0,-5-1 256,0-4 1,0 2-389,5-7 0,-6 2 1836,-3-1 0,-36-29 0,-8-2 0</inkml:trace>
  <inkml:trace contextRef="#ctx0" brushRef="#br0">21057 8857 7968,'0'-14'761,"5"-1"192,-1 1 1,1 5-434,-5-1 0,2 7 651,2-2-266,-2 4-318,4 1 1,-6 1 62,0 4 1,0-2-249,0 7 1,0 1 20,0 8 1,0-3-133,0 2 0,0 5-82,0 0 0,0-1-30,0 2 1,-1 0-61,-4 4 1,3-1 11,-2-3 1,2 1-139,2-6 0,-5 5-137,1-5 1,-1 4 92,5-4 1,0 0-99,0-5 0,1-4-1,4-1 1,-2-5 110,7 0 0,1-2 35,8-2 0,1-2 6,4-2 1,8-6 34,-4-9 0,4 3 10,-4-3 0,5 5 119,1 5 0,-1-4-87,-5 4 1,-6 2 176,-3 3 0,-3 2 4,-2 2 0,-4 0 442,-1 0-215,-6 0 190,4 0-351,-7 0 0,-5 2 707,0 2-623,-6-2 1,3 6-187,-6-4 0,5-2-240,-1 3 0,5-4-454,-4-1 1,4 2-1825,-4 3-594,5-4 70,-2 6 0,6-6-269,0 4 3087,0-4 0,39-6 0,23-8 0,1-3 0,1 0 0</inkml:trace>
  <inkml:trace contextRef="#ctx0" brushRef="#br0">22507 8956 7848,'0'-8'407,"0"2"241,0 6 292,0-6-68,0 4-305,0-10 300,0 10-220,0-4-112,0-1-125,0 6-305,0-6 404,0 7 59,0 0-325,0 7 0,0-4-28,0 6 1,0 1 4,0 4 0,0 5-12,0 0 1,0 5-202,0-5 0,-1 4 57,-4-4 0,3 5-125,-3-5 1,4 5 66,1-5 0,0 1-125,0-1 0,0-3-203,0 3 81,0-3-325,0-2 432,0-6 97,0-2-203,6-6 1,-4-6-247,3-4 0,-2-2 62,1-3 1,-2 0-171,3-4 0,-4-2 163,-1-3 0,0 2 213,0 3 0,0 4 151,0-4 1,0-2 55,0 2 1,0 0 198,0 5 1,0 5 8,0-1 0,0 1 355,0-6 0,0 6-10,0-1-191,0 7 0,2-8-41,3 6 1,-1 1-103,11 4 1,-4 0-19,8 0 0,1 0-97,-1 0 1,5 0-26,-5 0 0,1 0 10,-1 0 1,-3 4-156,3 1 0,-3 1 132,-2-1 1,0-3-82,0 3 0,-4-4 58,-1-1 1,-4 5 70,5 0 135,-7-1-119,9-4 0,-10 2 151,3 3 28,-4-4 9,-1 12 1,0-5-128,0 6 0,0-5 136,0 1 1,-1-1-270,-4 6 0,3-1 122,-2 0 1,1 0-98,-2 1 0,3-1 25,-3 0 0,2 0-119,-1 0 0,2 1 151,-3-1-215,4 6 0,1-4 123,0 3-239,0-3 244,-7-2 1,6-4-12,-4-1 1,-3-6-404,-1 2 1,-9-3 4,-1-2 0,-6 0-150,1 0 1,-2 0-355,-3 0 1,2-5-681,4 0 1,-3-4 604,7 4 946,0 0 0,-8-20 0,-3-7 0</inkml:trace>
  <inkml:trace contextRef="#ctx0" brushRef="#br0">22066 9056 8249,'-8'0'272,"2"-6"0,6 2 656,0-5 299,0 6-309,0-10 506,0 12-486,0-12-162,0 11-51,0-4 174,-6 6-510,4 0 1,-4 2-164,6 2 1,0 4-144,0 6 1,0 1 93,0-1 1,0 0 31,0 0 0,0 2-53,0 3 0,0-3-191,0 3 0,0-3 45,0-2 0,0 0-108,0 0 0,0-4 29,0-1 0,2-1 274,2 2 1,-2-3 736,3-2-606,-4-3-250,-1 4 0,0-7 29,0-4 0,0-3-90,0-6 0,0-1-48,0 1 1,5-5-378,0 0 0,1-4-15,-1 4 1,-2-2 172,6 2 0,-6 3 108,2-3 0,2 4 35,-3 0 1,3 6 163,-3-1 0,0 3-89,5-3 0,-4-1 267,4 6-210,-6-6 8,10 10 0,-5-7 1,6 3 1,-4 3-36,-1-2 1,1 2-9,4 2 0,0 0 0,0 0 1,-4 2-3,-1 2 1,1-2 6,4 3 1,-5-2 0,1 2 0,-5-4 13,4 4 0,-4 1 24,4-1 46,-6 0 0,5 0-35,-3-1 1,-2 6 6,7-6 0,-7 3 22,2-2 1,-2-2 10,1 6 1,-2-4-8,3 4 1,-4-4 8,-1 5 0,2-6 94,3 6 4,-4-1 13,6 6 0,-7-1-29,0 0 1,-5 0-32,0 0 0,-1-1-39,1-4 1,3 4-3,-2-3 0,-3 2-35,3 2 1,-6-4-81,5-1 0,-1-4 97,1 5-60,4-7 0,-7 5 38,3-4-46,4-2 9,-12 4 0,5-6-281,-6 0 0,0 0-394,-1 0 1,-4 0-194,1 0 1,-8 0-638,3 0 1,0-1 369,0-4 0,5 3-352,-1-2 0,4 2-867,0 2 1309,1 0 1017,0 0 0,6-19 0,2-5 0</inkml:trace>
  <inkml:trace contextRef="#ctx0" brushRef="#br0">21754 9070 8369,'0'-9'62,"0"-1"1,0 5 389,0-4 0,1 6 215,4-2 1,-2-1-47,7 1 1,-6 0 603,6 5-64,-1 0-754,5 0 1,-1 2 131,-3 3 0,-3 1-229,-2 3 0,-3 4 0,3-4 1,-4 9-69,-1 1 0,0 0-141,0-5 1,0 5 6,0 0 1,0 1 187,0-1 1,0-3-366,0 3 0,0-3-55,0-2 1,0 0-131,0 1 283,-6-1 1,4-5 109,-3 1 319,4-7 505,1 3-878,0-18 1,0-3 112,0-8 0,-5-4-496,0 3 1,-4-3 74,4-1 1,0 4-63,5 0 1,0 2 106,0-1 1,0-3 48,0 7 1,0 0 101,0 5 1,7 0-16,2 0 1,4 4 28,1 1 0,0 6 34,1-2 0,-1 3 38,0 2 0,0 0-36,0 0 0,2 0-2,3 0 0,-3 2 23,3 3 0,-8-2 0,-2 6 1,-4-1 224,5 2 0,-6 2-76,6-2 0,-7 2 105,2 3 0,-4-1-125,-1 0 1,0 0 12,0 1 0,0-1-31,0 0 1,-1 0 68,-4 0 0,2 1-100,-7-1 1,3-5-154,-3 1 0,-3-2-54,4 1 1,-8 2-330,-2-6 0,-2 4-366,2-4 0,3 0 329,-3-5 0,-1 5-155,1-1 1,0 1-770,5-5 339,-7 0 1,5-5-810,-3 1-572,10-1 2415,3-1 0,37-9 0,9-7 0</inkml:trace>
  <inkml:trace contextRef="#ctx0" brushRef="#br0">22791 9070 12822,'0'-8'1197,"0"0"-670,0 4-124,0 2 86,0-11-245,0 5 1,0-6-62,0 0 0,0 0-115,0 0 1,5-5 56,0 0 0,6-5-140,-2 5 0,4-5 46,1 5 0,5-6 11,0 1 1,5 2-26,-5-1 0,6 5 72,-1-1 1,1 3-21,-1 2 1,1 2-10,-6 2 1,6-1 9,-1 6 0,-2 1 6,2 4 0,-2 0-6,2 0 0,1 0 52,-6 0 0,5 0 0,-5 0 0,4 4-28,-4 1 1,0 5 3,-5-6-29,1 7-31,-1-3 0,-2 2 49,-2-1-94,-4-6 1,-6 5-288,0-3 242,0-3 55,0 4 759,0-6-441,0 0-507,-6-6 0,0 2 135,-4-5 1,-2-1-107,2-4 1,-3-2 73,-1-3 0,2 4-278,2-4 1,-3 3 151,4 2 1,-2 0 35,1-1 0,-1 6-158,7-1 335,-1 7-1,3-8-170,-2 6 155,2 1 1,-3 10 144,10 3 0,3 4-68,6 1 0,-4 1 138,-1-1 1,1 0-86,4 0 1,-2 0-26,-2 1 1,1-6-129,-6 1 1,1-3-375,-1 3-653,-4 3 424,6-6 1,-9 6-373,-3-3 0,-4 2 319,-10-2 0,1-2-147,-5 1 0,-1 1 838,-4 4 0,-32 25 0,26-16 0,0 0 0</inkml:trace>
  <inkml:trace contextRef="#ctx0" brushRef="#br0">22280 9042 8224,'0'-10'2231,"0"1"-1200,0 6-400,0-10-217,0 5 0,4-6-159,1 0 1,6 4-17,-1 1 1,2-1-26,3-4 1,-1 0 7,0-1 0,5 0-26,0-4 0,5 1-134,-5-5 0,6 4 113,-2-5 0,3 2-195,-3-2 0,4 2 37,-3 3 0,8 3 98,1-3 0,5 8-23,-5 2 1,2 4-3,-2-4 1,3 5-4,7 0 1,-5 2 22,0 2 1,-7 0 18,2 0 0,-4 0-80,-5 0 97,-4 0 5,-6 0-87,0 0-268,-6 6 223,-1-4-349,-7 4 353,-7-6-37,-1 0-112,-6 0 0,0 0 96,0 0-145,0 0 0,-1 0 63,1 0 1,5-4-454,-1-1 460,1-6 1,-4 3-22,4-6 0,1 4 23,3 1 176,3 6-191,-4-10-24,0 11 165,4-4 1,-3 6-53,10 0 0,-2 0 201,7 0 1,-5 5-184,4 0 0,-1 6-65,1-2 1,2-1-193,-6 1 1,2-1-358,-3 2 1,-2 2-494,3-2 1,-4-2-162,-1 1 460,0 1 0,-6 4 819,-4 0 0,-38 3 0,-17-1 0,-6 3 0,1 0 0</inkml:trace>
  <inkml:trace contextRef="#ctx0" brushRef="#br0">21995 9113 8313,'-9'-7'-331,"-1"-2"1,7 1 714,-2-1 0,4 4 700,1-5 0,0 6-471,0-6 1,0 5 48,0-4 1,1 1-282,4-1 0,3-3 28,6 8 1,-4-7-103,-1 1 1,1-2-17,4-3 0,0 1-34,0 0 1,2 0-45,3-1 0,-3-3-139,3-1 1,1-2 60,-1 2 1,7-3-266,-3-6 1,-1 4 79,2 0 1,0 2-76,4-2 1,1-3-18,-1 4 1,1 2 158,-1 2 0,5 5 71,0 5 1,8-4 7,2 3 0,-5 4 143,5 1 1,-9 4-73,4 1 1,-6 0 149,1 0 1,-4 1-99,-6 4 1,3-2-28,-8 7 1,1-7-66,-4 2 212,-7-4-474,-2-1-43,-6 0-13,0 0 122,-6 0 1,2 0-116,-5 0 1,-1-1-366,-4-4 0,5 2 230,-1-7 1,1 6-504,-5-6 179,-1 1 236,1-6 231,0 1 0,4 2 258,1 2-392,6 4 171,-4 6 0,9 0 223,3 0 1,3 6 259,6 4 1,0 2-44,0 2 0,-4 1-92,-1-1 0,1 0-162,4 0 1,-5-4-104,1-1 1,-2 1-220,1 4 0,-1-5-300,-3 1-963,-3-7-242,4 10 67,-6-12 693,0 12 1,-6-10 471,-4 7 0,-3-6 548,-1 6 0,-44 6 0,-12 6 0</inkml:trace>
  <inkml:trace contextRef="#ctx0" brushRef="#br0">21228 8800 8104,'0'-14'-323,"0"4"-385,0 1 718,0-1 1,-2-4 332,-3 0 1,4 4-114,-4 1 0,3 4 344,2-4-60,0 6-84,-6-10 1,3 11 422,-7-2-259,7 2 283,-9 2-565,4 0 1,-7 0 74,1 0 0,0 5-111,0-1 0,0 8-2,-1-3 1,-4-1 33,0 1 1,0 1 15,5 4 1,-2 0-53,-2 1 0,2-1-15,-3 0 0,3 0-89,2 0 0,4 1 34,1-1 1,1 0-137,-2 0 0,-1 0 124,7 1 1,-1 4-104,5 0 0,0 0-3,0-5 1,0 2-3,0 3 1,0-4-129,0 4 1,1 2 59,4-2 0,-3 0 74,3-5 0,-2 5 2,1 0 0,0 5-6,5-5 0,-6 1 1,2-1 1,3-2 1,1 7 0,-1-7-24,2 2 1,-1-3 12,5-2 0,-4 2-35,-1 3 1,1-3 43,4 3 0,0-5 2,0-4 1,1 2-62,-1-2 0,0 1-13,0-2 1,1 4-26,-1-4 0,2-2-4,3-3 0,-4 3-8,4-3 1,2 1 51,-2-5 0,6 0-12,-1 0 1,-2 0 45,2 0 1,-1-5 88,6 1 1,-6-6-76,1 6 0,-2-8 96,2 3 0,-4-4-53,-5-1 0,4 3 105,0-3 1,0 3-133,-5-8 0,0 3 44,0 2 1,0-2-77,1-3 1,-1 2-14,0-7 0,-1 5-49,-4-5 1,4 1 106,-4-6 1,-1 6-6,2-1 1,-7 0-47,2-4 0,-4 1-12,-1 3 1,0-3-47,0 4 0,-1-3 2,-4 3 1,-3-7 40,-6 6 1,-1-6 15,1 6 1,-5 2-53,0-2 1,0 1 7,5-6 0,-5 6-7,0-1 1,0 2 54,5-2 1,-5-1 3,0 6 0,0 0-13,5 5 0,-5 0 9,0-1 0,-6 6-40,1-1 1,2 7-4,-2-2 1,1 4-481,-6 1 1,2 0-380,4 0 0,1 6-710,3 4 1,3 2 299,-3 3 0,5-1-502,4 0 0,-1 6 660,6 4 1,-4-2-338,4 2 1,0 4 1431,5 6 0,-12 30 0,-4 4 0</inkml:trace>
  <inkml:trace contextRef="#ctx0" brushRef="#br0">21725 8914 8335,'-9'-5'0,"-1"0"0,2-1 534,-1 1 897,-4 4-291,5-12-453,-6 11 1,5-9 807,-1 7-368,7-1 159,-3 5-532,6-6-355,0 4 1,0-6 188,0 3-327,0 4 1,1-6-43,4 7 0,-2-4 32,7-1 0,-7-1 86,1 1-144,4 3 1,0-9-191,6 6 1,-4-4 109,-1 4 0,-4-4-166,5 4 1,-1-6 97,5 2 1,1 1 30,-1-2 0,0 1-38,0-6 1,0 1-109,1 0 1,4 0-9,0 0 1,0-1 18,-5 1 1,5-2 29,0-3 0,1 4 23,-1-4 1,-1 3-10,5 2 0,-4-1 15,5 1 0,-2 0-11,2 0 0,1 0 40,-6-1 0,6 1-13,-1 0 0,-2 1 0,2 4 1,-5-4-17,4 4 1,-4 1 1,5-2 1,-5 2 0,5-1 0,-2-4-2,2 4 1,2-2 1,-2 1 0,1-2-4,-1 2 0,3 2-2,-3-1 0,2 4-1,3-4 1,-7 5-137,-3 0 0,1 2-74,-1 2 1,2-5-177,-2 1 0,-3-1 132,3 5 0,3 0-62,1 0 0,0 0 232,0 0 1,-1 0 124,2 0 1,1 5-160,-6-1 0,5 1 104,-5-5 0,5 5 550,-5 0-287,0-1 0,-5-2 159,0 3-302,0-4 0,0 6 16,1-7 0,-1 0-108,0 0 1,-4 0-12,-1 0 22,1 0 1,4 0-18,0 0 0,-5 0-58,1 0 1,-5 0 104,4 0 1,-6 0 55,4 0 11,-7 0 755,0 0 1,-5-2-897,0-3 0,-4 2-271,4-6 0,-6 4 110,1-5 1,-2 1-211,-2-5 0,1-1 153,3 1 0,-2 5-29,2-1 1,2 2 241,-1-1 1,4-2-268,-4 6-464,6-6 413,-4 9 410,7-4 0,0 12-13,0 4 0,5 3 225,0 1 0,6 5-115,-2 0 1,-1 0 49,2-5 0,-2 0-96,1 0 0,-1 4-58,-3-4 1,-4 3-370,4-7-16,-3 2 1,-2 3-1174,0-1 625,0-6 1,-7 3-739,-2-6 1,-4 6 1613,-1-2 0,-13 10 0,-3 3 0</inkml:trace>
  <inkml:trace contextRef="#ctx0" brushRef="#br0">23118 8331 6203,'8'0'0,"0"-5"0,-3 0 0,-3 1 0,10 4 0,-2 0 0,28-5 0,12-3 0,5 0 0,-1 0 0</inkml:trace>
  <inkml:trace contextRef="#ctx0" brushRef="#br0">25422 8928 8080,'-8'-8'0,"0"-3"321,3 6 183,4-6 1,-6 8 856,7-6-512,0 5 539,0-2-393,0 6 587,0 0-1183,0 6 1,0-2-126,0 5 0,0 0 93,0 6 1,-1-1-139,-4 0 0,3 0-87,-2 1 1,2 0-109,2 4 0,0-3 64,0 3 0,0-3-235,0-2 0,0 0 25,0 1 0,0-6-267,0 0-163,0 1-554,0-2 246,0 4 546,0-10 0,0-2-134,0-9 0,0-6 117,0-4 1,0 2 162,0-7 0,0 5 90,0-4 0,5 4 220,0-5 0,4 7-61,-4-2 1,4 3 70,-4 2 0,6-1 289,-1 1 1,-3 2-195,3 2 0,-1 2 31,6 4 1,-1 2-114,0-3 1,0 4-118,1 1 0,-6 0 33,0 0 1,1 1-116,4 4 0,-1-2 107,-4 7 1,2-1-17,-6 5 1,6 0 120,-1 1 1,-4-1-121,-1 0 1,1 0 147,-1 1 1,4-1-108,-4 0 0,0 0 119,-5 0-171,0 1 1,0-1 12,0 0 1,0 0 1,-2-1-3,-3-4 0,-3 2-58,-6-6 1,0 0-16,0-5 0,-5 0-652,0 0 1,-5 0-218,5 0 1,-1 0-559,1 0 0,3 0-787,-3 0-332,3 0 2550,2 0 0,-7-25 0,-1-7 0</inkml:trace>
  <inkml:trace contextRef="#ctx0" brushRef="#br0">25123 8971 8080,'-6'-8'1395,"4"-5"-559,-10 11-361,10-10 1,-6 10 477,3-3-253,4 4 0,-5 7-227,6 4 0,0 2-125,0 3 1,0-1 41,0 0 0,0 0-158,0 0 1,0 5-26,0 0-65,-7 0 1,6-4-281,-4-1 180,3 0 0,2-5-231,0 1 141,0-7 96,0 3 0,0-7-355,0-4 0,0-3-8,0-6 1,0-5-3,0 0 1,0-6 163,0 1 1,5 4 32,0 1 0,6-2 122,-2 2 0,2 0 125,-1 5 1,3 1 110,-4 4 0,4-2-101,1 6 1,0 0 38,0 5 0,0 0 18,1 0 0,-1 2 137,0 3 1,0 2-113,1 8 0,-6-1 52,1 0 1,-7 0-184,1 1 0,3-1-3,-2 0 0,-1 0-167,-4 0 0,0 1 75,0-1 1,0-5-32,0 1 1,-1-2-22,-4 1 0,2-1-144,-7-3 1,1-4-213,-5 4 1,-5-3-353,0-2 0,-5 4-21,5 1 1,-2 0-517,3-5 0,-3 0-31,-3 0 0,4 0 572,6 0 0,-5 0 763,0 0 0,-7-25 0,4-7 0</inkml:trace>
  <inkml:trace contextRef="#ctx0" brushRef="#br0">24782 8985 8135,'0'-8'3613,"0"-5"-2593,6 12 67,-4-6-98,4 7-673,1 0 0,-6 7-77,4 2 0,-4-1-75,-1 2 1,0 1 29,0 8 0,0-4-76,0 4 1,0-3-231,0-2 82,0 1 0,0-1-150,0 0 1,0-5 151,0 1 1,0-5-5,0 4-91,0-6 1,0 2 101,0-10 0,0 2-91,0-6 1,0-6 83,0-4 1,0 1-158,0 3 1,0-4 197,0 0 1,0 0-14,0 5 1,2 0 178,3 0 1,-2 0-103,6-1 0,-4 6 43,5-1 0,-3 6-15,3-6 0,3 7-34,-4-2 1,4 4 15,1 1 1,0 1-3,0 4 0,1-2 65,-1 7 0,-2-1-13,-2 5 0,1 1 164,-6-1 1,-1 0-116,-4 0 1,0 0 563,0 1-406,0-1 0,-1 0-116,-4 0 1,-3-1-64,-6-4 0,0 2-116,0-6 0,-5 2-99,0-3 1,0-2-454,4 3 0,1-4-787,0-1 1,5 0 601,-1 0 0,5 0-3033,-4 0 1820,6 0 1901,-4 0 0,20-25 0,3-7 0</inkml:trace>
  <inkml:trace contextRef="#ctx0" brushRef="#br0">24185 8942 8095,'1'-13'143,"4"4"1,-3 1 318,2 3 0,-2 2 340,-2-6-296,0 6 0,0-5 260,0 3 126,0 3-486,0-4-93,0 6 0,0 2 124,0 2 0,-5 0-128,1 5 1,-1 5 161,5 5 0,0 2-46,0-2 1,0 1-132,0 4 1,0 3-1,0-4 0,0 3-78,0-3 0,0 4-14,0-3 0,-5-2-63,0 2 1,1-7-167,4 2 1,0-3-130,0-2 1,0 0-962,0 1-140,0-8-1059,0 6 1541,0-11 0,0 2-315,0-8 1,0 0 253,0-5 1,4-5 122,1-5 1,1-2 43,-1 2 0,-3-3 669,2-6 0,-15-45 0,4 31 0,-1 0 0</inkml:trace>
  <inkml:trace contextRef="#ctx0" brushRef="#br0">24156 8928 8095,'0'-14'130,"0"-1"1,0 1 289,0 0 0,0 5 28,0-1 1,0 5 279,0-4 1,0 4 1269,0-4-1415,0 5 1,7-3 47,2 2 0,-1 3-245,2-2 1,1 2-178,8 2 1,-4 0 9,4 0 1,2 0-122,-2 0 1,5 0 16,-6 0 1,8 0-152,-3 0 1,4 0-163,2 0 0,-1 0 109,1 0 0,-1 0-77,0 0 0,-5 0 96,-4 0 1,-4 0 145,0 0 0,-6 5 57,1-1 32,-7 1 5,3 1 0,-6-2 603,0 5-479,0-6 0,-2 8 117,-2-6 1,2 6-45,-3-1 1,4-2-69,1 1 1,-2 0 64,-3 6-164,4-1 1,-5 0-43,6 0 0,0 1-18,0-1 0,0 0-137,0 0 1,0 5 90,0 0 0,0 0-5,0-5 0,0 1-5,0-1 1,0 5-16,0 0 1,0 0-35,0-5 1,0 0 55,0 0 1,0 0 56,0 1-40,0-1 0,0 0 11,0 0 1,0-4 8,0-1 1,-5-4 328,0 4-92,-6-5 1,3 4-78,-6-4 0,-5-2-86,0 3 0,-8-4-72,-1-1 0,-2 0-170,-8 0 0,1 0 119,0 0 0,-3 0-72,7 0 1,-3 0-360,7 0 1,-1 0-27,11 0-842,0 0-1324,5 0-1713,6 0 894,2 0 121,18 7 3242,4-6 0,51-7 0,8-10 0</inkml:trace>
  <inkml:trace contextRef="#ctx0" brushRef="#br0">25806 8828 7958,'8'0'-1286,"-2"2"661,-6 3 489,0-4 0,0 7 145,0-3 1,0-2-18,0 7 0,0 1-10,0 8 0,5 4 18,-1 10 0,6 4 0,-5 5 0,8 22 0,4 10 0,-7-20 0,1-1 0,-1 1 0</inkml:trace>
  <inkml:trace contextRef="#ctx0" brushRef="#br0">26246 8715 7052,'0'-8'230,"0"1"331,0 1-502,7 5 0,-4-6-18,6 7 0,-4 0-5,5 0 1,-6 0 2,6 0 1,4 0-63,5 0 0,6 0 91,-1 0 1,4 0-4,6 0 1,2 0-6,7 0 1,4 0-4,0 0 0,7 0 38,-2 0 0,7 5 87,-3 0 1,3-1-81,-12-4 1,1 5 18,-6 0 0,-1 0-84,-3-5 0,-4 4-4,-11 1 0,-1 0 1,-3-5 1,-3 0 3,3 0 1,-8 1-9,-1 4 0,-6-3 34,6 3-30,-7-4-91,3-1 137,-6 0-85,0 0-22,-6 0 1,3 0-14,-7 0 1,6-1-35,-6-4 0,1 2-166,-6-7 0,-4 5 96,1-4 1,-1 1-37,4-1 0,-4-4 159,0 3 0,0-1-11,5 2 0,0-4 75,0 4 1,4 1-2,1-2 1,4 7 459,-4-1-264,5-4-132,-2 6 50,25 15 0,-6-1 99,15 17 1,-7-9-199,2 4 1,-5 0-86,1 4 0,-8-4-234,-2-1 1,-6-5 35,2 1 0,-5-2 52,-5 2 0,-4-8-39,-10 3 0,-5-9-262,-9 0 1,-3-4 26,-7-1 0,-6 0 448,-3 0 0,7-5 0,-3-2 0,-4-1 0,0 0 0</inkml:trace>
  <inkml:trace contextRef="#ctx0" brushRef="#br0">24739 9397 7956,'-9'-8'-900,"-1"3"1,6-1 930,-6 1 1,7-1 1238,-2 1-1140,4 4 204,-6-6 140,6 1-35,-6 5-30,7-6-59,0 7 47,0 0-253,0-6 147,0 4-117,0-4 44,0 6-50,0 0-35,0-6 5,0 4 23,0-4 3,0 6 16,0 0-148,0-7-23,0 6 1,2-5 72,3 6-205,-4 0 179,12 0-15,-5 0 87,6-7 1,0 6-96,1-4 0,-6 3 52,0 2 0,1 0-61,4 0 0,-4 0 10,-1 0 0,1 0 96,4 0 1,-2 2-17,-2 3 0,3-4-14,-4 4-43,4 3 1,1-5-125,0 6 0,-4-5 118,-1 0 0,-1 0-118,1 0 86,4-2 0,-10 6-8,7-3 1,-6-4 39,6 4 0,-5 1 7,4-1 0,-4 1-20,4-1 0,-5-2 71,0 7-25,4-7 0,-5 8 22,7-6-16,-7 6 0,8-8-26,-6 6 1,1-4 60,-1 4 28,-4-5-73,12 8 0,-11-9-30,2 7 1,0-7 12,0 2 1,-2-2-59,3 2 1,-2-4 48,2 4 1,-4-2-14,4 2-1,-4-4 0,1 11 41,3-8-20,-4 7 1,7-4 68,-3 2-80,-3 4 1,9-5 3,-7 6 1,3-5 54,-3 1-55,-2-1 0,9 6 19,-6-1 1,1-2-5,-1-2 1,-4 2 3,4-2 0,1-2-7,-1 1 1,2 1-1,-3 4 1,-2-4 18,3-1 1,-2-4 83,1 4-123,-2 1 24,4 4 1,-1 0-76,0 0 44,0 1 1,-1-1 1,1 0 0,0 0-9,-5 0 0,0-4-8,0-1 1,1 1-3,4 4 0,-3 0 0,2 0 0,-2 1 82,-2-1 0,2 0-63,2 0 0,-2 1 103,3-1 0,-4 2-116,-1 3 0,5-4 5,0 4 0,-1-1 1,-4 1 1,0-4-5,0 4 0,0-3-22,0-2 1,5 2-26,0 3-52,0-3 0,-5 4 83,0-5 1,0-1-1,0 0 0,0 0 17,0 1 1,0-1 10,0 0 0,0 0 60,0 0-45,6 1 0,-4-1-24,2 0 0,-2 0 1,-2 1 0,5-1-61,-1 0 1,1 0 61,-5 0 1,5 5-10,0 0 0,-1 0 20,-4-5 1,2 5 5,3 0 1,-4 2-45,4-2 1,1-3-1,-1 3 1,0-2-3,-5 2 1,0-3-4,0 3 1,5-4 10,-1 0 0,1-1-39,-5 0 0,0 0-12,0 1 1,0-6-3,0 1 1,0-6-62,0 6 92,0-7-4,0 10-14,0-12-1,0 5 54,0-6 604,0 0-770,6-6 2,-4 5 0,4-12-80,-6 3 1,5 3 78,0-3 0,1-4-117,-1-5 1,-4-2 115,4 2 0,1 4 76,-1-4 1,5 3 95,-6 2 1,1-1 224,-5 1 1,5 5 14,0-1-162,-1 7 146,3-3 0,-1 7-19,3 4 1,2 8 120,-6 6 1,5 1-105,-6-1 1,1 2-139,-5 2 0,0 3-34,0-7 1,0 1-119,0-1 0,0-3 399,0 3-37,0-3-92,-6-2 0,-4-6-145,-9-4 0,2-4-31,-7-4 1,1-6-183,-6-9 0,1-1-327,-1-4 1,-2-3 96,2 4 1,-1-3-182,11 3 1,0-3-517,5 7 1,8 0-2316,6 5 3365,6 0 0,45-8 0,20-2 0,3-3 0,0 0 0</inkml:trace>
  <inkml:trace contextRef="#ctx0" brushRef="#br0">21626 8757 5802,'0'8'0,"0"-1"0,0 5 0,0 4 0</inkml:trace>
  <inkml:trace contextRef="#ctx0" brushRef="#br0">21867 7947 12567,'0'-8'820,"0"-5"0,0 10-603,0-6 1,-4 4-25,-1-4 0,-5 4-79,6-5 1,-7 1 0,1-5 0,-3-1 34,-1 1 1,0-6-175,0-4 0,-2-4 83,-3-6 1,3-2 32,-3-7 1,-1 1 54,1-1 0,0 7 29,5 3 0,4 4-16,1 6 0,6 7 366,-2 6-967,3 7 344,2-3 1,0 7-626,0 4-78,0-3 0,0 6-825,0-4 1,0-1 504,0 7 1,0-1 1120,0 6 0,-19 49 0,7-25 0,1 0 0</inkml:trace>
  <inkml:trace contextRef="#ctx0" brushRef="#br0">21427 8189 8019,'0'-10'-1398,"0"1"1048,0-1 1,0 1 1894,0-1-886,0 7 1,-5-5-84,0 3 1,-1 4-174,1-4 0,-3 4-27,-6 1 1,0 0-113,-1 0 1,-5-5 14,-4 0 0,-9-1-148,-5 1 0,-9 2 97,-5-7 1,-5 6-467,-5-6 0,-4 1 139,-10-6 1,10 8-90,-1 2 0,14-1 125,5 1 0,6 0-155,4 5-295,9 0 322,9 0 1,13 0-661,7 0 577,7 0 1,7 0-610,0 0 0,-4 0 377,-1 0 1,1 0-386,4 0 891,0 0 0,19 19 0,5 5 0</inkml:trace>
  <inkml:trace contextRef="#ctx0" brushRef="#br0">21071 8274 12742,'-14'2'480,"0"2"1,-2 3-321,-3 2 0,-3 4 5,-7-4 0,-1 4 28,-3 1 1,-3 5-158,-7 0 0,-4 0-3,-1-5 0,-4 2-178,5 3 0,-5-3-124,4 3 1,3-8-111,7-2 1,-2-4 56,7 4 0,1-5-128,9 0 1,2-2-630,7-2-632,6 0 919,2 0 0,7 0-221,4 0 1013,3 0 0,6 0 0,-12-6 0,-4-2 0</inkml:trace>
  <inkml:trace contextRef="#ctx0" brushRef="#br0">19152 8757 8079,'0'-9'34,"0"-1"395,0 7 86,0-9 53,0 10 0,0-11-79,0 12 29,0-6-88,0 7 1645,0 0-1551,0 7 0,0-4-99,0 6 1,0-4-25,0 5 0,0-1-72,0 5 1,0 1-96,0-1 1,0 5-115,0 0 0,0 0 38,0-5 0,0 0-153,0 0 1,0 0 195,0 1-251,0-1 0,-2-1 320,-3-4 257,4-3-523,-5-6 1,4-1-201,-3-4 0,4-4-323,-4-10 1,3 1 149,2-5 0,0-1-83,0-5 0,0 6 200,0-1 1,2 5 85,3-5 1,-2 9 73,6 0 0,1 3 150,4 7 1,0-5 65,0 6 0,1-1 330,-1 5 0,-5 6-24,1 4 1,-1 2-33,5 3 0,-6-1 136,-3 0 0,1 2-230,-1 3 0,0-3-221,-5 3 0,0-4-138,0 0 0,0-6-379,0 1 0,0-1-830,0 5-1212,0-6 1128,0 5 1,0-10-908,0 6 2255,0-5 0,-19-11 0,-5-9 0</inkml:trace>
  <inkml:trace contextRef="#ctx0" brushRef="#br0">19109 8885 8066,'-8'-8'5968,"2"-4"-4013,6 10-1624,0-4 0,1 4-137,4-2 1,3 2-409,6-3 0,2 4-559,3 1 1,-2 0-902,7 0 1,-5-2 413,5-3 0,-5 4 1260,4-4 0,33 3 0,12 2 0</inkml:trace>
  <inkml:trace contextRef="#ctx0" brushRef="#br0">19465 8814 8029,'7'0'3362,"6"0"-1754,-11 0-955,10 0 0,-10 6 127,3 4 1,-2 3-540,2 1 1,-4 2-13,4 3 1,-4-4-435,-1 4 1,0 2 53,0-2 0,0 5-59,0-6 1,0 1-327,0-4 1,2-3-2243,3-2 1772,-4 2 1,7-10-121,-3 3 0,-2-5 594,7-5 1,-1-3 531,5-6 0,0-5 0,1 0 0,-3-5-114,-2 5 0,2 0-70,-2 5 0,-2 0 669,1 0 0,-6 4 1920,2 1-579,-3 6 449,-2-4-1599,0 7 1,-2 2 112,-3 3 1,4 2-105,-4 8 0,2-1-382,-2 0 1,4-4-257,-4-1 0,3 1 60,2 4 0,7-2-122,2-2 1,5-2 42,5-3 0,-1-4-211,5 4 0,1-4-31,5-1 0,-3-6-187,-2-3 1,-3-4 205,-7-1 0,-2 0-83,-2-1 1,-4 1-223,-6 0 1,-1 0 48,-4-1 1,-8 3-161,-6 2 0,-1 4-299,1 6 0,3 0 910,-3 0 0,-22 25 0,-5 7 0</inkml:trace>
  <inkml:trace contextRef="#ctx0" brushRef="#br0">26801 11871 8093,'-2'-15'0,"-2"1"0,0 0 0,-5 0 0,4 4 384,-4 1 199,6 6 1,-9-5 421,8 3 301,-1 4-236,5-6-282,0 7 10,0 0-409,0 7 0,2-6 70,2 4 0,11-4-140,8-1 0,7 0-28,8 0 1,3 0-22,16 0 1,3 5-15,11 0 0,2 0-181,3-5 1,3 1 91,-37 2 0,1-1 0,34 0 44,-5 2 1,-9-1-45,-11 2 1,-3-3-128,-7 2 1,-5-2 54,-4-2 0,-5 0-102,-4 0 0,-3 0 238,-7 0-49,-6 0 170,-2 0 522,-19 0-1263,10 0 1,-14-2-1989,12-2 87,0 2-1718,5-4 2095,0 6 0,0 1 373,0 4 1540,0 3 0,32 25 0,8 5 0</inkml:trace>
  <inkml:trace contextRef="#ctx0" brushRef="#br0">28280 11928 8093,'4'-15'0,"1"1"0,1 2 1230,-1 2 1805,-3-3-1637,4 12-746,-6-6 1,-2 9 359,-2 3 0,0 3-426,-5 6 0,4 5-66,-4 0 1,6 1-274,-2-1 0,3-3-236,2 3 1,-4-3 245,-1-2-178,0 0 0,5 1 40,0-1-546,0-6 846,0 4-411,0-10 1,-5-2-457,1-10 0,-1-4 218,5-5 0,-2-4 190,-2-11 1,2 3 98,-3-7 0,-1 6 105,1-1 1,0 5 82,5 4 0,0 3 272,0 7 1,7 2-258,2 2 0,10 4 79,5 6 0,3 6 321,1 4 1,5 7-234,1 2 1,-1 6-135,-5-1 0,-1-4-83,-3-1 0,1 2 0,-6-2 0,-2 0-117,-7-5 1,-4-5-202,-6 1 0,0-5-151,0 4 0,-3-4 174,-7 4 0,-1-4-311,-12 5 1,-6-6-347,-4 6 0,-6-5-654,1 4 0,-2-1 500,2 1 1,4 4-182,5-3 0,2 1 45,4-2 1,7 4-1765,6-4 2794,7-2 0,22 5 0,13-4 0</inkml:trace>
  <inkml:trace contextRef="#ctx0" brushRef="#br0">28607 12098 8830,'0'-14'1660,"0"4"-150,0 1-123,0 6 0,0-5 319,0 3 352,0 4-913,0-6-527,0 14 1,0 1-148,0 6 1,0 0-176,0 0 0,0 0-170,0 1-194,0-1 0,0 0-161,0 0 0,0-4-21,0-1 0,0-4-375,0 4 0,0-4-160,0 5-275,0-7 236,0 9 42,0-10 1039,0 11-106,0-12 154,0 6-1099,0-7-1199,0 0 1,-7-19 0,-1-5 0</inkml:trace>
  <inkml:trace contextRef="#ctx0" brushRef="#br0">26573 12169 8045,'-6'-8'-79,"5"2"153,-12 6 0,10 0 277,-7 0-8,7-6 59,-3 4-83,6-4-26,0 6 2193,0 0-2410,6 0 91,-4 0 1,6 0 502,-4 0-477,-2 0 1,11 0 127,-4 0 0,-1 5-175,1-1 1,1 3 44,4-3 1,-4 0 14,-1 5 0,0-4-199,6 4 0,1 1 241,2 4 1,0 0-70,6 0 1,-2 5-5,1 0 0,4 0-4,-3-5 1,3 2 35,1 3 1,1-3-59,-1 3 0,-4-5 150,-1-4-179,-5 2 0,2-9-341,-5 7-219,-8-7 170,0 3 142,-7-6 0,-2 0-128,-3 0-402,4 0 145,-5-6 1,4 4-1323,-3-2 552,4 2-379,-6 2 306,7 0 0,2 0 1356,3 0 0,47 25 0,17 7 0</inkml:trace>
  <inkml:trace contextRef="#ctx0" brushRef="#br0">27569 12951 8048,'0'-8'-969,"0"0"1348,0 4 1048,0 2-510,0-4-610,0 6 1,1-5 228,4 0 324,-3 1 365,4 4-689,-6 6 0,0 2 785,0 6-916,0 0 0,0 0-53,0 1 1,0-1-310,0 0 17,0 0 50,0 0 238,0 1-493,0-1 306,0 0 696,0-6-893,0-2-205,0-18 0,0 2-127,0-9 1,1-1 216,4 1 1,3-5-5,6 5 0,1 0 89,-1 5 0,2 0-46,2 0 1,5 6 160,5 3 0,-4 3 386,-1 2 0,-4 2-143,5 3 1,-8 3 179,-2 6 1,0 2-2,-4 2 0,-4-2-112,-1 3 1,-4-3-4,-1-2 1,-6 0-156,-3 1 0,-4-1-165,-1 0 1,-2-4-204,-3-1 0,-2-1-512,-2 1 0,-2 2-182,6-6 0,-5 2-908,5-3 0,0-1-750,5 7 1,4-2 2518,1 1 0,31-2 0,3-7 0</inkml:trace>
  <inkml:trace contextRef="#ctx0" brushRef="#br0">28009 13193 8048,'7'-8'5228,"-6"-5"-4759,6 12 0,-3-7 95,1 3 0,6 4-256,-1-4 0,-2 3-281,1 2 1,-4 5 200,4 0 0,-6 6 286,2-2-298,-3 4 0,-2 6 0,0 0 1,0 0-230,0-5 1,-7 0-64,-2 0 0,1-4-48,-1-1 0,4 1 106,-5 4-97,7-6 269,-3 5 1,12-12 140,4 4 1,9-4-28,4-1 0,10-1-124,5-4 1,3 2-265,2-7 0,-2 3-508,-3-3 0,-3-1-752,-7 6 1,-10 1-923,-4 4 2302,-9 0 0,-52 7 0,-33 5 0,25-5 0,0 1 0,-1 0 0</inkml:trace>
  <inkml:trace contextRef="#ctx0" brushRef="#br0">25692 14103 7929,'-14'-15'632,"-1"1"0,6 2 1760,0 2-1106,5 4-576,-2 6 0,6 1 1582,0 4-1683,6 3 0,-4 11-18,3 0 0,1 0-76,-1-5 0,-1 5-63,-4 0 1,0 0-254,0-5 0,0 0-170,0 1 0,0-1-128,0 0 1,0-4-293,0-1 0,0-4 441,0 4 0,0-4-1415,0 4-5184,0-5 3677,0 2 2015,0-6 1,0-2 308,0-2 1,0-9 79,0-6 1,5-5 481,0 5 0,0-1-73,-5 1 1,0 3 1052,0-3 1,0 3-711,0 2 0,0 0 1276,0 0 1,0 4 446,0 1-1302,0-1 1,1 2-147,4 4 0,4 2 40,10 2 0,-1 0-156,6 0 1,-6 0 40,6 0 1,-2 6-127,2 4 0,1 1-196,-6-2 0,0 4-116,-5-4 0,-1 4 155,-3 1 1,-4 1-92,-6-1 1,0 0 172,0 0 1,-8 2-47,-6 3 0,-7-3-219,-7 3 1,-7-3-261,-3-2 1,-3 0-787,-2 0 0,7-4 562,3-1 1,4-6-1281,6 2 0,2 1-815,7-1 1411,6 0 0,10-5 282,12 0 1,8 0 867,11 0 0,21-8 0,11-3 0,7-1 0,1 0 0</inkml:trace>
  <inkml:trace contextRef="#ctx0" brushRef="#br0">26076 14316 21593,'0'14'751,"0"0"1,0-4-574,0-1 0,1 1-220,4 4 0,-3-5-316,2 1 1,0-1-1834,0 6 1,-2-6-122,3 1-1911,-4-1 4223,6 5 0,-6 7 0,5 1 0</inkml:trace>
  <inkml:trace contextRef="#ctx0" brushRef="#br0">26332 14472 8069,'0'-8'8597,"0"-4"-6875,-7 4-1074,-1 0 1,-6 2 76,0 6 1,5 0-926,-1 0-66,1 0 1,1 1-764,3 4 759,3 3 0,9 6-378,2 0 1,10-4 199,5-1 1,4-1-81,5 2 1,-3-4 216,4-6 1,-4 0 107,-2 0 1,-1 0 775,-3 0 0,-4-6-162,-6-4 0,-6 2 66,-3-1 0,-3-1-539,-2-4 0,-11 1-415,-4 4 0,-8-2-345,-1 6 1,-4 0-975,-6 5 0,4 0 701,-3 0 1095,3 0 0,-49 13 0,33-5 0,1 0 0</inkml:trace>
  <inkml:trace contextRef="#ctx0" brushRef="#br0">10379 15268 21900,'15'-28'-1311,"4"6"1,0 1 1552,-2 1 0,3 2 290,-1-5 1,0 10 418,-4-1 0,-3 8 713,-2-4-629,2 7-642,-10-3 0,4 7-524,-6 4 1,0-2 473,0 7 1,2-1-350,3 5 1,-4 2 128,4 3 0,1 2-174,-1 2 0,1 3-319,-1-8 0,-3 8 222,2-3 0,-1 4-167,2 2 1,-3-1 325,3 1 1,-4 4 298,-1 0 0,0 6 36,0-1 0,0-1 0,0 1 1,0-1-189,0 6 0,0 0-62,0-1 1,0 1-54,0 0 0,0-1 195,0 1 0,2 0-243,2-1 1,-2 1 101,3 0 1,1-1-39,-1 1 1,4 4-9,-4 1 0,4-1-1,-4-4 1,5-1-1,-6 1 1,7 3 44,-1-3 0,-2 2 19,1-7 0,1-1-75,4 0 0,-4-5-88,-1 1 1,-1-3 35,1-1 0,-1-1-29,-3 1 0,-3-3 61,2-2 1,-2-3 51,-2-7 1,0 0 52,0 0 0,0-4-1642,0-1-1154,0-6 1081,0 4 626,0-7 0,0-7-149,0-2 1,2-4-560,2-1 0,4-6 261,6-4 0,-4-5 1423,-1-4 1,-6-37 0,-3-16 0,3 22 0,-1-1 0,0 1 0</inkml:trace>
  <inkml:trace contextRef="#ctx0" brushRef="#br0">10607 15240 8348,'-6'-14'-401,"2"0"-50,-5-1 1,4 1 460,-4 0 0,6 4 927,-2 1-36,3-1-546,2-4 1,0 5-24,0-1 0,2 7-4,3-2 0,4-1 139,10 1 0,-2 1-117,7 4 0,4-5 145,6 0 0,5-1-184,-1 1 0,3 4-33,2-4 0,7 2-97,7-2 1,2 2-4,7-7 0,0 5-301,5-4 1,1 1 280,-1-1 0,-2-2-150,-3 6 1,-2-5 25,-7 6 1,-1-3-46,1 3 1,-1 2-60,-4-3 1,3 4 103,-3 1 0,5 0 59,5 0 1,-2-5-56,6 0 0,-4-1-5,4 1 1,-1 4 42,1-4 0,-4-1 8,-10 1 0,-3 0-94,-7 5 1,1-5-2,0 1 1,-7-3 67,-3 2 1,-7 4-5,-3-4 1,-10 4 106,1 1-138,-9 0 0,0 0 399,-10 0-260,3 0-71,-10 0 0,8 1 138,-5 4 1,4-2 259,-4 7 1,6-1-10,-2 5 1,-1 0-115,1 1 0,-5 4-86,6 0 0,-3 0-75,3-5 0,2 6 39,-3 4 1,-1 1-13,1-1 0,0 8-138,5-4 0,0 5 84,0 0 1,0 2-22,0 3 0,0 3-21,0-3 1,0 3 65,0 2 1,0-1 20,0 1 0,0 0-89,0-1 1,0-1 28,0-3 1,0 6-44,0-6 1,-4 7-143,-1-7 1,0-2 101,5 2 1,-1 0-36,-4 4 1,3-1-88,-2-3 0,2 3 86,2-3 1,0 2-153,0-2 1,5-2-29,-1-3 1,3-3-110,-2 3 0,-2 2 170,6-2 0,-4-4 30,4-6 0,-4 0-7,5 0 1,-7 4 10,1-3 0,3-2 28,-2 2 0,-1-5 19,-4 4 0,5-5-99,0 1 0,1 1 69,-1-1 0,-4 0-3,4-5 1,-2 0-29,2 1 0,-3-1-20,2 0 0,-2 0-157,-2 1 114,6-1 0,-4 0-89,3 0 0,-4-4 24,-1-1-1,0-6 1,0 5-110,0-3-52,0-3 199,-6 4 10,4-6 111,-10 6 0,4-4 201,-7 2 1,1-2 12,0-2 0,-2 2-122,-3 2 0,-3-2-252,-6 3 1,-1-4 129,1-1 1,-5 2-201,0 3 0,-5-4 141,4 4 1,1-2-15,5 2 1,-2-4-38,-3 4 0,3 1-85,-4-1 1,6 5 84,4-6 0,-3 7 77,4-1 0,-3-2 20,3 1 0,-4-1-11,3 2 0,1 1 7,-6-7 0,4 8-11,-8-3 1,1-1 0,-1 1 0,-3-4-110,-7 5 0,7-2 102,2 1 0,4 2-87,2-6 0,0 6 61,-1-2 1,5-1-32,1 2 1,4-7 86,-5 2 0,5 1 132,-5-1 1,2 4-114,-1-4 0,0 0 149,4-5 1,4 0-67,-4 0 1,-2 0-62,2 0 0,0 0 93,5 0 1,-5 0-67,0 0 0,-1 1 24,1 4 0,3-4 24,-3 4 0,3-3 0,2-2 0,0 0 2,-1 0 1,1 0 114,0 0 1,5 0-117,-1 0 0,1 0 87,-6 0 172,1 0-236,0 0 1,1-2 104,4-3-20,-4 4 0,10-7 138,-6 3 0,5 2-201,0-6 0,0 4 12,0-5 1,1 6-45,-7-6 1,7 5-14,-2-4 0,2 0-77,-2-6 1,2 1 54,-6 0 0,4 0-147,-5-1 0,6 0 91,-6-4 0,5 1-18,-4-5 0,6-1 19,-2-5 1,-1 1-9,1 0 1,-4-2 86,4-4 0,-5 4 110,6-3 0,-6 3-119,5 2 0,-4 1-11,4 3 0,-4-1 185,4 6 1,-1 2-16,1 7 1,3-2 463,-2 2-333,2 4 65,-4-1-307,4 7-196,-4 0 1,6 2-126,0 3 0,0-2 154,0 6 0,0-4 129,0 5 0,0-1 46,0 5-57,0 1 1,0-1-231,0 0 1,0-5-687,0 1-593,0-1-269,0 6 0,0-6-1131,0 1 1699,6-1 0,-3 1 1162,7-1 0,6-37 0,6-6 0</inkml:trace>
  <inkml:trace contextRef="#ctx0" brushRef="#br0">10721 15624 14165,'-8'0'1998,"0"0"-819,3 0-767,3 0 1,-5-2 105,2-2-413,3 2-73,-4-4 128,0 6 393,4 0 193,-4 0-40,6 0 1714,0 0-1783,6 0 1,-3 0-218,7 0 1,-6 0 605,6 0-692,-1 0 1,6 0-173,-1 0 0,0 0-103,0 0 1,5 0 102,0 0 0,6 0-128,-1 0 0,3 0 122,1 0 0,1 0-10,-1 0 1,2-5 0,4 0 0,-3 0-39,7 5 0,-6 0-88,1 0 0,-3-4 108,-2-1 1,1 0-51,-1 5 0,-1-1 16,-3-4 1,3 3-146,-4-2 1,-1 2 77,2 2 1,-5 0-73,5 0 0,-5 0-134,4 0 0,-5 0 192,1 0 0,1 0-135,-1 0 1,2-2 184,-2-2 1,1 2-18,4-3 0,-2 4-71,-3 1 1,-2 0 25,7 0 1,0-5 127,4 0 1,-1 1-16,-3 4 1,3 0-40,-4 0 1,4-2 4,2-3 0,-3 4-114,-2-4 0,3 3-15,-3 2 1,-4 0 13,-1 0 0,2-1 51,-2-4 1,4 3-207,-4-2 1,0 2 120,-5 2 0,5-1 48,0-4 0,5 3 21,-5-3 0,5 4-76,-5 1 0,1-2 173,-1-2 0,-3 2-82,3-3 0,-3 4-87,-2 1 1,0 0-202,0 0 41,7 0 0,-5 0 85,3 0 0,-4-5 76,0 0 1,-1 0 55,0 5 0,0 0-286,1 0 229,-1 0 1,0-4 166,0-1 0,-4 0 22,-1 5 0,-4 0-206,4 0 38,-5 0-254,8 0 78,-4 0 188,0 0-25,-2 0-223,-6 0 87,7 0 170,-6 0 13,6 0 30,-7 0-396,0 0-448,-7 0 696,6 0 132,-6 0 361,7 0-361,0 0 189,-6 0 1,-2 0-212,-6 0 1,-2 0 22,-3 0 0,2 0-50,-7 0 0,-4 5 117,-6 0 0,-5 1-34,1-1 1,-5-4 60,-4 4 0,1 1 10,-6-1 0,6 1 10,-1-1 1,-1-3 11,6 3 0,-2-2-66,10 1 0,1-2 29,5 3 1,-5-4-230,-1-1 0,3 0 134,7 0 1,-4 5-53,-1 0 0,1 0-21,-5-5 0,-2 1-131,2 4 1,-7-4 63,2 4 1,2 2 23,-2-3 1,6 1 1,-1-5 1,2 5 18,-2-1 0,-2 6-3,-3-5 0,3 1 7,7-1 1,-2-2 52,-4 6 0,4-5-78,-3 0 0,3-1-7,2 2 1,-1-2 35,1 7 0,4-7 16,1 2 0,4-4-9,-5-1 0,7 5 185,-2 0 0,3-1 437,2-4-464,-1 0 1,1 2 111,0 3 1,0-4-54,-1 4 0,6-3 49,0-2 1,-1 0-30,-4 0 56,6 0 8,-5 0-204,12 0-55,-6 0 77,7 0 939,0 0-845,7 0-11,-6 0-43,12 0 0,-5 0 12,6 0 1,0 0 21,0 0 0,5 0-35,0 0 0,7-2 69,-3-3 1,6 4 2,4-4 0,-1-1 2,5 1 1,6-1-93,5 1 1,5 2-30,-1-7 1,2 2 26,-2-1 1,4-2-27,-4 6 1,-3-6 100,-2 2 0,-7 2-90,-3 3 0,-5-3-68,1 3 0,2-3 15,-2 2 0,0 4-6,-4-4 0,4 4-3,0 1 0,5-5 19,-5 0 1,2 0-29,-2 5 1,2 0-57,3 0 1,-3 0 34,-7 0 1,5 0-4,0 0 0,5-1-74,-5-4 1,2 3 33,-2-2 0,-3 2-13,4 2 1,0 0 7,-1 0 1,-4 0 5,-5 0 1,-5 0 75,4 0 0,-5 0 10,1 0 0,-4-5 260,0 1 1,-1-1-202,0 5 1,-5 0 247,1 0 1,-5 0 437,4 0-341,-6 0 1,5-5 201,-3 0 13,-3 1-606,4 4 160,-6 0-3147,0 0-2733,-6 0 5727,4 0 0,-55 38 0,-6 9 0</inkml:trace>
  <inkml:trace contextRef="#ctx0" brushRef="#br0">10550 15681 8069,'6'-8'-584,"1"0"-729,2 3 1873,4 4 1144,-5-12-1066,0 5 0,-2-1 249,-6-1 423,0 7-809,0-3 1,0 4 546,0-3-441,0 4-356,-6-6 1,-2 12 178,-7 0-245,1 6 1,0-3-173,0 6 0,6-4 248,3-1-461,-3 0-132,7 6 37,-6-1 1,9-1 120,3-4 1,3-3 108,6-6 0,0 0 63,0 0 1,5 0 144,0 0 0,2-4 345,-2-1 0,-8-6-195,3 1 0,-5-2 17,1-3 0,-4-3-171,-6-1 1,0 0-188,0 4 0,-6 3 146,-4 2 1,-2 4-94,-2 6 1,-1 0-14,1 0 1,0 2-226,0 2 0,-1 4 25,1 6 1,2 1 65,2-1 0,-1 2 246,6 3 0,1-4-103,4 4 0,6-4 6,3-6 1,4 2 32,1-6 1,2 0 103,3-5 1,2 0-21,2 0 1,2-7 178,-6-2 0,0-5 165,-4-5 0,-6 1-112,1-5 1,-7 4-745,1-5 0,-4 7-238,-4-2 0,-6 3-546,-9 2 1,2 6 165,-7 3 1,7 5-656,-2 5 0,3 7 1661,2 7 0,6 44 0,2 7 0</inkml:trace>
  <inkml:trace contextRef="#ctx0" brushRef="#br0">12754 15638 7987,'-7'-14'0,"4"4"332,-6 1 667,6-1-550,-10-4 1,11 5 138,-2-1 0,-3 6 493,3-6-396,-1 7 1,3-5 420,-2 3-510,2 4 1,-6-6 199,3 7-518,4 0 1,-10 7 590,6 2-491,-6 4 0,5 1-126,-4 0 1,4 0-95,6 1 0,0-6-55,0 1 196,0-1-281,6 5 1,7-6 25,6-3 1,4-4 20,-4-1 1,7-6 38,-3-3 1,4-6-22,2-3 1,-6-3 24,1-3 1,-11-3-52,1 4 0,-9-3 18,-1 3 0,-10 2-105,-8 7 1,-7 6 70,-7 3 1,-1 4-111,1 1 1,1 1 28,3 4 1,-1 3 35,6 6 1,2 0-76,7 1 0,-1-1-159,7 0 1,-1 0 20,5 1 1,3-1-189,6 0 0,2-5 194,13 1 0,0-7 60,4 2 0,5-5 150,1-5 0,-3 2-21,-7-7 1,1 1 119,-6-5 0,-1 4-68,-9 1 1,2-1 226,-6-4 1,0 5-354,-5-1 0,-2 5-404,-3-4 0,2 6-1077,-6-2 1,-1 3 716,-4 2 1,-5 7-1009,0 2 1,-2 9 1867,3 1 0,-15 13 0,-7 5 0,-6 2 0,0-1 0</inkml:trace>
  <inkml:trace contextRef="#ctx0" brushRef="#br0">11318 14572 7921,'0'-14'1749,"0"-1"-1132,0 1 0,0 5 469,0-1 172,0 7-330,0-3-506,6 6 0,-3 0-61,7 0 0,-6 6 140,6 4 0,-5 2-21,4 2 1,-6 5-136,2 0 1,1 7 21,-1-3 1,5 6-126,-6 4 0,3-2 0,-3 7 0,0-4-39,5 3 0,-4 5-113,4 0 0,-6 4 97,2-8 0,1 3 27,-1 2 0,0-2-259,-5-3 0,0 0-69,0-10 0,0 2-17,0-11 1,0 5 64,0-5-355,0-7 126,0-5 243,-6-7 143,4 0 0,-4-2 175,6-3 0,0-3 77,0-6 1,0 0-399,0 0 0,0-7-531,0-3 1,0-7 126,0-2 1,0-7-231,0 2 1,0-3 348,0-1 0,-5-1-73,0 0 1,-6 1 157,2-1 1,-4 2 8,-1 3 1,-2 3 285,-3 7 0,2 7 119,-7 7 1,2 1 159,-2 9 1,-1 0-132,6 9 1,0-2 131,5 7 0,0-1-104,-1 6 1,3-6-102,2 1 0,-1-6-62,6 6-231,1-7-308,4 3 0,6-6 58,4 0 0,2-6-102,2-4 1,7-2 279,3-2 0,2-5 234,3 0 0,-5 0 193,-1 4 1,-1 6-134,2 0 0,-2 5 145,-3 0 1,-3 2-139,3 2 0,-3 0-94,-2 0 0,-1 6 108,-4 4 0,2 2 35,-6 3 0,4 0 22,-4 4-122,0-3 0,-30 11 0,-7-5 0</inkml:trace>
  <inkml:trace contextRef="#ctx0" brushRef="#br0">10920 14074 7912,'0'-14'0,"0"0"399,0 0 716,0-1 135,0 1 467,0 6-647,0 2-520,0 6 0,0 2 127,0 2 1,0 9-218,0 6 0,0 5-107,0-5 1,-5 6-166,0-2 0,0 0 27,5 0 1,0-5-136,0 1 0,0-4-172,0 0 1,0-1-1,0 0 1,2-4 62,3-1 373,-4-6 1,6 2-157,-7-10 0,1-3-234,4-6 0,-3-6 117,2-4 1,-2-5-62,-2-4 1,-5 3 56,0-3 0,-1 8-207,1 1 1,2 7 92,-6-2-218,6 3 54,-10 8 0,11 8 162,-2 10 0,2 4 332,2 5 1,0 3-173,0 6 0,0-1 65,0-3 0,0 3-199,0-4 1,0-1-128,0 2 1,5-6-226,-1 0 1,1-2-568,-5-1 1,2-6-3062,3 0 2482,-4-5 1,5 4-1061,-6-4 2581,7-2 0,20-21 0,11-13 0</inkml:trace>
  <inkml:trace contextRef="#ctx0" brushRef="#br0">11247 14117 7937,'0'-8'-398,"0"2"1032,0-1 0,0 4 323,0-6-459,0 6 0,0-5 1531,0 3-1294,0 3 0,-2-4-41,-3 6 1,2 0-255,-6 0 0,4 0-63,-5 0 0,6 2-161,-6 2 1,6 0 13,-6 5 1,7 2-171,-2 8 0,4-6-21,1 6 1,0-7-113,0 7 1,6-8 76,3-1 0,4-6-226,1 6 0,7-7 112,2 2 1,0-5 3,0-5 1,1-3 153,4-6 1,-5-2 119,-5-3 0,-3-1-150,-6-4 1,-2-3 24,-7 3 0,-2 4-403,-3 1 0,-9 3-160,-10 2 1,-1 6-374,1 3 0,-3 4 125,4 1 0,2 6-395,2 4 1,3 7 279,2 2 0,6 5-1270,4-5 2153,2 6 0,40 22 0,9 13 0</inkml:trace>
  <inkml:trace contextRef="#ctx0" brushRef="#br0">11759 14060 7937,'6'-14'136,"-5"0"330,4-1 564,-3 1 793,-2 0-707,-7 0 1,0 1-527,-8 4 1,6 2-71,-1 7 0,1 0 322,-5 0-249,-1 0-473,1 0 1,2 7-185,2 2 0,4 4 127,6 1 0,0 2-114,0 3 0,0-3-129,0 2 0,6 0 80,4 1 0,-3-3 93,3 3 0,-1-4 71,6 0 1,-6-1 28,1 0 0,-6-1 270,6-4 395,-7 4-273,3-5 0,-7 0 336,-4-4 0,-3-2-574,-6-2 1,-7 0-14,-2 0 0,1-2-287,-2-2 1,5 2-753,-5-3-926,7-3-948,-4 0-1955,13 1 4634,2 0 0,44 26 0,9 5 0</inkml:trace>
  <inkml:trace contextRef="#ctx0" brushRef="#br0">10763 15766 8069,'-9'0'91,"-1"0"479,7 0 400,-3-6-305,0 4 24,4-11-17,-4 12 262,6-12-230,0 12 165,0-12-459,0 11-33,0-4-264,0 6 1,1 0 211,4 0 1,-2 0 101,7 0 1,-1 0-71,5 0 1,5 5-40,0 0 1,6-1-23,-1-4 0,3 0 139,1 0 0,2 0-69,4 0 1,-4 0-187,3 0 0,-8 0-94,-1 0 1,4 0 105,5 0 1,1-1-126,-6-4 0,5 2 129,0-7 0,7 6-160,-2-6 0,3 7-75,2-2 1,-1-1 24,1 1 1,4-4-21,1 4 0,-1-4 5,-4 4 1,-1-5 59,1 6 1,0-3-15,-1 3 0,-4 0-10,0-5 0,-6 4 8,1-4 1,3 4 4,2-5 0,-3 3 17,-2-3 0,3-3 6,2 4 0,3-4-95,2-1 0,-5 5 33,0-1 1,-7 5-10,3-4 1,-4 6-34,-2-2-213,-6-3 217,-1 7 1,-7-6-113,0 7 1,-4 0 136,-1 0 0,-4 0-12,4 0 1,1 0 92,4 0 0,2 0-22,3 0 0,-2 0 156,7 0 1,0 0-127,4 0 0,0 0 167,1 0 0,-2 0-170,-4 0 0,3 0 80,-7 0-138,0 0 7,-5 0-323,-6 0 5,-2 0-279,-6 0-278,0 0 14,-6 0 1,3 0-188,-7 0 0,5 5-702,-4 0 1,4 1 883,-4-1 1,4 3-717,-5 6 1579,1 6 0,-14 19 0,-6 8 0,-2 6 0,0 1 0</inkml:trace>
  <inkml:trace contextRef="#ctx0" brushRef="#br0">18967 15709 22196,'-6'8'1979,"2"-2"-645,-5-6 1,4 0-1193,-4 0 269,6 0 0,-5 0 310,3 0 541,3 0 171,-4 0-403,6 0-1235,0 0-199,0-6 0,5-2 734,0-6 0,10-5 103,0 0 0,3-8-433,1-1 0,8-2 0,6-8 0,7-6 0,-2-9 0,-2 3 0,2-2 0,-6 1 0,1-1 0,-5 3 0,-4 6 0,-5 9 0,-10 5 0,-2 7-223,-14 14 1,0 4 273,-8 8 0,1 4 120,0 6 1,-5 7-172,0 3 0,-5 7 0,5 2 0,2 1 0,7-6 0,-1 5 0,7 0 0,-1 1 0,5-6 0,2-4 0,2-1 0,6-1 0,9 2 0,1-2-756,4-3 0,1-3-104,-6 3 0,0-5 318,-5-4 0,-1 2-347,-4-2 1,-2-2 304,-7 1 0,-7-1 1197,-2 2 0,-8 1 87,-2-7 0,-11 6 179,1-5 0,-2 4-182,2-4 1,1-1-193,-1-4 1,1 0-271,-1 0 1,1 0-236,0 0 0,5-4 0,4-1 0,10-1-300,4 1-2060,4 3 1562,1-4 0,1 6 479,4 0 0,3 0 308,6 0 0,5 0 381,0 0 1,0 0-353,-5 0 0,5 5-74,0 0 1,2-1 1288,-2-4 0,-2 2-438,7 3 0,-2-4-751,2 4 1,2-5-216,-2-5 1,4-3-188,6-6 1,-4 0 190,3 0 1,-3-7 6,-2-3 1,1 1 149,-1-6 0,-1 2-73,-3-10 0,-4 3 196,-6-4 1,-6 1-156,-3-6 1,-3 2-109,-2 3 0,0 9-81,0 10 1,-2 5 228,-3 5-769,4 2 1,-7 7 792,3 0 1,4 8 115,-4 7 1,3 5-47,2 9 0,-1-6 655,-4 1 0,3 4 42,-2 6 1,2-1-500,2-5 0,0 1-290,0-1 0,0 0 0,0 1 0,5-1 0,0 1 0,4-6-270,-4 1 0,6-6-651,-2 0 1,4-3 329,1-6 0,5-3-403,0-6 0,6-1 579,-1-4 1,-2-3 297,2-6 0,-2-5 311,2 0 0,-2-6 308,-3 1 1,1 2-127,4-2 1,-2 5-373,-3-4 1,-2 5-452,7-1 0,-7 4-363,2 0 0,2 6 214,-2-1 1,0 7-1368,-5-1 102,0 2-50,1 2 73,-8 0 853,0 0 665,-7 0 168,0 6 0,-7-4 94,-2 3 0,-4-4-99,-1-1 0,0 5 54,0 0 0,-5 6 30,0-2 1,-2 4 63,2 1 1,2 0-2,-7 0 1,7 5 115,-2 0 1,5 2 217,4-2 0,-1-2-99,6 7 1,-4-7-171,4 2 1,7-3-74,7-2 1,4 0-119,1 1 1,7-7-401,2-4 0,4-4 96,2-4 0,-1-6-221,0-9 1,1 2 316,-1-7 1,-6 0 99,-3-4 0,2-2 512,-2-3 0,-5 8-212,-4-4 1,-7 10 684,1 0 160,-2 3-144,-8 8 1,-2 4-252,-6 8 0,-1 4 64,1 7 1,6 0-131,4 4 0,-3 2-129,3 3 1,-1 1-262,5-6 1,0 1 139,0-1 0,6-8-635,4 4 0,7-4 128,2 3 0,6-6-22,-1-4 0,7-2 219,3-2 0,-1-6-34,-5-4 0,1-7-488,-1-2 0,1-8-574,-1-1 1,-6-1 913,-3-4 1,-5-2 87,-4 2 1,1-6 64,-6 1 0,-1 3 110,-4 2 0,-6 4 332,-4 6 0,3 4 440,-3 9 858,7 4-1240,-10 6 0,10 6-15,-6 4 1,6 4 432,-2 5 1,3 3-235,2 6 1,0 1 165,0-1 0,0 1-207,0-1 0,0 1-209,0-1 0,0 0-110,0 1 1,2-1-208,3 1 0,1-7-101,3-3 1,4-3-375,-4-2 0,4-2-786,1-2 0,1-4 596,-1-6 1,0-1-849,0-4 1,-1-3 489,-4-6 1,2-5-560,-6 0 1614,0-6 0,-15-14 0,-5-8 0,-1-6 0,0-1 0</inkml:trace>
  <inkml:trace contextRef="#ctx0" brushRef="#br0">20460 15396 8285,'-10'8'922,"1"-3"0,6-2 65,-2 2-530,3-4 1,4 6-95,3-7 1,4 0 195,10 0 0,3-5-611,7 0 1,1-6 89,3 2 1,-3-2-601,3 1 0,-3-2 242,-2 2 1,-1 2 13,-3-1 1,1 6-50,-6-2 8,0 3 491,-11 2 0,-2 8 491,-6 6 0,-1 1 519,-4 4 0,-1 1-420,-4-1 0,-2 6 73,2-1 1,2-3-302,-1-2 1,6 1-161,-2-1 0,3 0-127,2-5 1,0 0-120,0 1 0,2-7-24,3-4 1,3-1-256,6 2 0,2-3-500,3 2 1,-2-8 306,7-6 0,-5-2-218,4-3 0,-4 0 209,5-4 1,-5 1 9,5-5 0,-5-1 200,4-5 1,-4 1 239,5 0 0,-7 1-185,2 3 1,-1 2 159,1 3 0,-5 8 438,0-3 1,0 9-242,-4 0 0,2 4 301,3 1 0,-6 6-45,0 3 0,-1 4 144,2 1 0,1 5-243,-6 0 1,4 2-148,-4-2 0,0-4-32,-5 4 1,0-3-144,0-2 1,0 1-437,0-1 0,-2 0 259,-3 0 1,-3-4-643,-6-1 0,0-6 148,0 2 1,-7 2-97,-2-3 1,0 1 281,0-5 0,5 0-46,-1 0 0,4-2-7,0-2 388,1 2 1,1-6-128,4 3-120,3 4 570,6-5 1,6 6-38,3 0 1,4 0 98,1 0 1,1 0-131,-1 0 1,2 0 20,3 0 0,-2-2-415,7-3 1,-1 2 185,6-6 0,-6-1-462,1-4 0,1-2 179,9-3 0,-4 2-323,3-7 1,0-4 190,-5-6 1,2-3 106,-11 3 1,-1-4 169,-9 5 1,-2-5 187,-7 5 0,0 2 22,0 7 1,-7 0 352,-2 10 0,1 3 25,-2 11 0,1 0-212,-5 0 1,1 8 304,4 6 1,-3 5 80,8 5 1,-1 3 291,5-4 0,0 9-286,0 1 1,0 0 75,0-4 1,0-1-207,0 1 0,5 2-173,-1-2 0,3 2-209,-2-7 0,-2-4 141,6-1 0,-4-3-1135,4-2 423,1-6 0,4-1-395,0-7 0,1-2 338,-1-3 1,5-4-201,0-10 1,0-3 167,-5-7 0,0 1-43,0-1 1,0 3 444,1 2 0,-3 3-120,-2 7 0,1 0 1043,-6 0 13,-1 6 519,-4 1-660,0 20 0,0 1 559,0 10 0,-4 1-357,-1-6 0,0 5-177,5-5 0,-5 5-757,1-5 0,-1-1 189,5-3 0,2-1-549,2 0 87,4-6 1,8-2-555,3-6 1,-2 0 218,7 0 1,-5-8-294,5-6 0,-5-6 422,4-9 1,-1 1 258,2-1 0,1 1 258,-6 0 1,5 5-40,-5 4 1,5-1 188,-5 1 6,0 6 1,-5 7 435,0 6 0,-4 0-104,-1 0 1,-4 6 925,4 4-404,-6 2 124,4 3-1127,-7-1 1,0-5-41,0 1 57,0-7 61,0 3-214,0-6 0,-7 0-123,-2 0 1,-1 0-269,-4 0 0,3 0 277,-8 0 1,2 0-1,-2 0 0,3 2 527,-3 3 1,-1 3-142,1 6 1,0-5 339,4 1 1,3-1-157,2 5 1,-1 1 23,7-1 1,-1 0-19,5 0 1,1 0-105,4 1 0,8-7-145,6-4 1,6 3-348,-1-3 1,4 0-329,5-9 1,-3 2 275,3-7 1,-1 1 11,1-6 0,-3-3 16,3-1 1,-3-7 68,-1 3 1,-1 2 144,1 2 1,-7 3 279,-3 2 1,-3 0 538,-2 0-380,0 6 168,-6 1 0,0 9 95,-3 3 200,-4-4-48,5 12-255,-6-5-162,0 0-301,0-2 124,0-6 0,-4 2-228,-1 2 213,0-2 1,-1 4-72,-4-6 0,-2 5-690,-2 0 1,-1 4 272,1-4 1,0 6 226,0-1 0,0 4 43,-1 5 1,3-4-47,2 4 0,-1-3-50,6-2 1,-4 1 215,4-1 953,0 0-674,12 0 1,5-6-910,7-3 0,2-3 153,-2-2 0,-2-7 68,7-2 1,-5-5 173,5-5 0,-7-2-9,2-3 0,-3-3 161,-2 4 1,-6 2 401,-3 2 1072,2 4-712,-5 0-208,4 7 1,-7 8 12,-4 10 0,3 9 123,-2 5 1,-3-2-170,3 1 1,-1-4 91,5 5 0,0-7-305,0 2 1,1-3-205,4-2 1,3-4-162,6-1 1,1-6 158,-1 2 1,6-3-419,4-2 0,-2-8-48,2-6 0,0-2-277,4-8 1,-6-1 340,-3-8 0,2 1-63,-2-6 0,-1 0-17,-3-4 0,-7 1-55,-4 3 0,-2 3 430,-2 6 0,0 7 119,0 3 1,-2 10 87,-2 4 1,-4 10 50,-7 4 0,1 12 323,0 7 1,0 1 34,0 4 0,4 3 486,1 2 0,5 2-211,0-2 0,2-4-256,2-5 1,0-1-622,0 1 0,6-7-336,4-3 0,3-3-463,1-2 1,5-6-24,0-4 1,1-2-1070,-1-2 0,-3 0 707,3 0 1250,3-6 0,0-34 0,7-14 0</inkml:trace>
  <inkml:trace contextRef="#ctx0" brushRef="#br0">23531 15169 8916,'8'-6'3273,"-2"4"-1771,-6-4-537,0 6 0,0 1-160,0 4 1,0 4-202,0 10 1,0 4 43,0 5 0,-5 0-311,1 1 1,-1 1-251,5 3 0,-5-3 66,0 3 0,1-3-164,4-1 1,0-2-84,0-4 1,-5-2-348,0-7 0,0-5-113,5 1 1,0-8 74,0-2 0,-1-8-130,-4-11 1,2-5 65,-7-9 1,6-4-203,-6-5 0,7-6 340,-2 1 0,4-5 301,1 5 1,0 5 135,0 9 1,1 5 666,4 4 1,5 4 30,8 5 0,-2 8-382,3 2 0,3 11 198,2 8 1,1 2 47,-1 8 1,-3 4 163,-7 5 0,0 1-243,0-6 1,-1 0-93,-4 1 1,2-2-369,-6-4 0,0 3-361,-5-7-634,0 0 0,0-10-149,0 1 597,0-7 0,6-3-79,4-10 1,4-9-323,5-4 0,3-9 381,6-1 0,6-5 209,-1 5 1,0 1 227,-5 8 1,-1 4 183,-3 6 1,1 1 1222,-6 4-911,0 2 1,-6 14-8,-4 2 0,2 5 146,-6 5 0,0 3 435,-5 7 0,-5-1-280,0 1 0,-4-1-40,4 1 0,-4-1-339,4 0 1,-5 1-218,6-1 0,-1-4-514,5 0 1,0-7-150,0 2 0,5-8-501,-1-1 1,7-6 545,-1 6 1,7-7-163,2 2 1,6-12-17,-1-7 0,1-2 45,-1-7 0,3-1 209,-3-5 1,-2 1 175,2 0 1,-7 4 390,2 0 1,-3 7 57,-2-2 0,-1 8 810,-4 1-608,-3 7-121,-6-3 0,0 7 197,0 4 1,0 5 359,0 9 1,0-2-168,0 7 1,0-5 14,0 4 0,0-5-656,0 1 0,2-4-263,3 0 0,3-1-291,6 0 1,5-1 308,0-4 1,1-2-174,-1-7 1,-1 0-16,5 0 0,-5-7-343,1-2 1,-4-5 294,0-5 1,-6-2 162,1-3 0,-3-1 652,3 6 0,-4 0-26,-6 5 0,0 4 783,0 1-618,0 6 97,0-3-339,0 18 0,0-2 125,0 9 0,0-4 45,0 0 0,5-1-86,0 0 1,6-4-556,-2-1 0,4-4-27,1 4 0,2-6-162,3 2 1,-2-3 130,7-2 1,-2-8-134,2-6 0,3-2 86,-4-8 1,3 0-15,-3-4 1,-4-2 51,-9-3 1,1-4 104,-7-5 0,1 4-26,-5 0 1,-1 6 146,-4-1 0,2 8 224,-7 1 0,1 12-83,-5-3 0,-1 11 166,1-1 1,5 3-131,-1 2 0,7 2 8,-2 3 0,-1 3 64,1 6 0,0 6-58,5 4 1,0 3 554,0 1 1,0 1-75,0-1 0,0 1 117,0-1 0,0 0-310,0 1 1,0-1-174,0 1 0,2-2-116,3-4 1,-2 3-249,6-7 156,1-1 1,4-5-160,0-3 1,2 1-673,3-7 0,-2 0 155,7-9 1,-2-5-115,2-9 1,3-3 182,-3-6 1,1-1-178,-1 1 1,1-7 313,-6-3 1,0 2 152,-5-2 1,-6 6 52,-3-1 1,1 5 155,-1 4 1,-1 4 308,-4 5 1,-1 8 140,-4 2 40,3 3 0,-9 13 41,7 3 1,-6 10 446,5 0 0,-1 4-231,1 5 0,4-1 270,-4 6 1,3-6-454,2 1 1,0 1-49,0 0 1,0-3-403,0-7 1,0 1-18,0-6 0,7 3-187,2-8 1,-1 2-121,2-11 1,1 0-413,8-5 0,-4 0 184,4 0 1,4-7-321,0-2 0,-1-10-61,2-5 1,-2-3 299,2-1 1,-4 4 362,-5 1 1,-1 5 107,0-1 1,-4 4 380,-1 0-21,-6 7 417,4 2-421,-7 6 1,-2 0 67,-3 0 0,4 6 433,-4 4 0,2 3-310,-2 1 0,3 5-27,-2 0 0,2 0-19,2-5 0,0 5-132,0 0 0,0 0-174,0-5 0,2 0-207,2 0 1,0-4-183,5-1-211,1 1 1,4-2 160,0-4 0,0-2-148,0-2 1,5-2 184,0-2 0,5-6-85,-5-9 1,5-1-41,-5-4 1,4-3 192,-4 3 0,0-4 143,-5-5 0,1 8 8,-1-4 1,-6 5 125,-4 1 1,-2 1-46,-2 3 257,0 3-24,0-5 79,-6 7-73,-2 6 0,-2 2 232,1 6 323,6 0-556,-4 0-345,7 0 0,0 1 634,0 4 0,-1 3-179,-4 6 0,4 5 172,-4 0 0,3 7 89,2-3 0,-5 4 72,1 2 1,-3-1-200,3 0 1,2 2-9,-3 4 1,-1-3-207,1 7 0,1-5 15,4 5 1,0-5-161,0 5 1,1-6 86,4 1 0,-4-3-217,4-2 1,2 1-10,-3-1 1,3-6-63,-3-3-413,-2-9-607,4 2 1020,-6-10 0,0-2 261,0-9 1,-1-6-1118,-4-4 0,2-4 412,-7-10 0,7-1-175,-2-8 0,4 1-74,1-11 1,1-1-189,4-3 1,3 5 494,6 4 1,2 7 160,3 2 1,-2 15 197,7 4 1,0 9 175,4 10 0,1 2-10,-1 2 1,-6 9 258,-3 6 1,-5 5 317,-4-5 0,-2 4-201,-4-4 0,-2 0-38,3-5 0,-8 1-37,-2-1 1,-11 0-130,2 0 1,-10-4-186,0-1 1,-2-4-246,-3 5 0,-1-6-546,-3 6 1,8-7 372,-4 2 1,10-4-755,0-1 267,-3 0-14,13 0 539,-4 0 0,15 0 123,2 0 1,6 0 204,9 0 0,3-5 307,6 1 0,2-7 64,4 1 1,-4-2-184,3-3 1,2 1-223,-2 0 0,5-7-15,-5-2 0,5-4-195,-5-2 1,5-5 234,-5-4 1,3-2-40,-7 2 0,-6-1-44,-13 6 0,-4 1 114,-6 8 1,-6 4-63,-4 6 1,-7 6 169,-2 3 0,-6 3 94,1 2 0,2 7 56,-2 2 0,7 4-14,-2 1 1,3 2-26,2 3 0,1 1 98,4 4 0,1 3 4,3-3 1,4 2 190,-4 3 1,3-2-23,2-4 0,7 4-99,2-3 1,4-2-307,1 2 1,2-7-74,3 2 1,-2-5-163,7-4 0,-5 1 7,4-6 1,1-1-224,5-4 1,4-1 196,0-4 0,0-4 2,-4-10 0,-1 1-242,0-5 0,1 0 111,-1 0 1,-6-4 219,-3 3 1,-3 4 70,-2 1 438,-6 3-452,-1 2 1,-9 6-18,-3 3 1,-4 10 50,-10 4 1,3 9 115,-3 1 1,3 4 257,2-4 0,0 5-141,0-5 1,6 0 116,3-5 1,-1 5-185,1 0 1,0-5-358,5-4 155,0-1 0,7 4-244,2-4 1,4-2 119,1-7 1,5 0-87,0 0 0,6-7-205,-1-2 1,1-4 128,-1-1 0,3-5 25,-4 0 1,3-5 211,-3 5 1,3 0 173,-8 5 1,3 5-13,-2-1 1,-3 7 232,3-2 0,-3 4-110,-2 1 0,-5 6 38,1 4 1,-2 2 225,1 2 0,-3 2-150,-6 3 1,0-1 327,0 5 1,-6-4-205,-3 5 0,-4-7-58,-1 2 0,-5-3-321,0-2 0,0-1-251,5-4 0,4 2-93,1-6 1,4 0-1060,-5-5 627,7 0 417,-3 0 0,8-6-837,2-4 0,6-4 322,9-5 0,3-2 181,6-2 1,1-4 308,-1 3 0,5 2 277,1-2 0,-1 7-108,-5-2 1,-4 3 183,0 2 0,-9 4 219,0 1 190,-1 6-2,-13-3 1,-1 7-69,-9 4 0,-5 3 227,-5 6 0,-2 5-75,-3 0 1,-1 1 82,6-1 0,2-3-266,7 3 1,-1-3-279,7-2 1,-1 0-154,5 1 1,0-6 136,0 1 1,6-6-936,4 6 0,9-7 155,4 2 0,4-4-178,2-1 0,-1-6 406,0-4 1,1 3 18,-1-3 0,-1 2 304,-3-1 0,1-2 259,-6 6 0,-5 0 474,-4 5-505,-7-6 262,3 4 0,-6-3 116,0 10 1,0-2 290,0 7 1,0-5-289,0 4 1,0-4 83,0 4 0,7-6-258,2 2 0,4 2-365,1-3 1,6 1-395,4-5 0,8 0 374,1 0 0,6 0-135,-1 0 0,-1-2 20,1-2 1,-7-3-94,2-2 1,2-4 94,-2 4 1,-6-2 104,-8 1 0,-3-2-50,-2 2 1,-1 2-58,-4-1 563,4-1 1,-12 1 27,4-1 24,-3 7-169,-2-3-33,-7 6 0,0 0-214,-8 0 1,-4 0-195,0 0 0,-1 1 180,1 4 1,-2 3 22,-2 6 0,2 0 280,7 1 1,0 4-108,0 0 0,1 1 101,3-1 0,-1-2 144,7 7 1,-1 0 197,5 4 0,0-1-215,0-3 0,1 3 22,4-4 1,-2-1-382,7 2 0,-7-6 89,2 1 1,-4-8-293,-1-2 177,0-6 0,-3 8-186,-6-6 1,-2 0-8,-13-5 0,0-7-119,-4-2 0,-1-1-85,1-4 0,6 3-295,3-8 1,5 3 73,4 2 1,-1-5-268,6 0 0,1 0-230,4 5 0,6-5 188,3 0 1,-1 0-72,2 5 1,-1-5 300,5 0 708,-6 0 0,-27-14 0,-12-5 0</inkml:trace>
  <inkml:trace contextRef="#ctx0" brushRef="#br0">24881 15425 8043,'4'-13'1791,"5"4"1,4-2-1298,15 6 0,12-5-516,17 6 0,6-1-448,8 5 0,-6 0-44,-4 0 1,-9 0-1614,-4 0 2127,-17 0 0,-61 19 0,-27 5 0</inkml:trace>
  <inkml:trace contextRef="#ctx0" brushRef="#br0">20076 15311 8358,'1'-13'828,"4"4"0,-2-2-329,7 6 0,-1-1-48,6 1 0,0 4 545,4-4 1,5-2-255,9 3 1,8-3 34,7 3 0,5 2-307,-1-3 0,2-1-138,-2 1 0,0 1-168,-9 4 0,-10 0-96,-14 0-912,-9 0-538,-4 0-69,-19 0 1,-1 6 329,-10 3 0,4 4-1771,6 1 2892,0 0 0,-13 20 0,-3 4 0</inkml:trace>
  <inkml:trace contextRef="#ctx0" brushRef="#br0">23460 16036 8562,'-10'0'0,"1"0"425,-1 0 1,-2 2 690,2 2 1,2-2 1323,4 3-719,2-4-12,-4-1-641,6 0-67,0 0-620,6 0 0,3 0 91,10 0 0,-1 2-145,5 3 1,1-4 34,5 4 1,4-2-30,0 2 0,6-4-72,-1 4 1,5 2 35,4-3 1,6 6-79,8-6 0,-1 3-273,7-2 1,4-2 318,4 6 0,1-1-66,-5 2 0,-6 1-31,-3-7 1,2 3-182,3-3 0,-4 3-90,-1 2 0,1-1-8,-2-3 0,3-4-161,-3 4 0,-7-3 292,3-2 0,-8 4-146,3 1 1,-5 0 117,5-5 0,-4 0-28,4 0 1,-6 0 93,1 0 1,-1 0 206,1 0 1,-2-2-27,2-2 0,-1 2-139,1-3 0,1-1 20,8 1 1,-7-1-68,8 1 1,-8 2 10,3-6 0,1 5-5,3 0 1,-5 2-23,-4 2 1,-1 0-15,2 0 0,-3 0-22,8 0 0,-8 0-120,3 0 1,1 0 90,-2 0 1,2 0-118,-2 0 0,2 0 4,4 0 1,0-2 26,-5-2 0,7 2 134,2-3 0,-5 4-2,5 1 0,-10 0 8,1 0 1,-4-5 12,-1 0 1,-6 1 40,1 4 0,-8 0 217,-1 0 1,-1-2-250,-4-3 1,-2 4 99,2-4 0,-7 3-139,2 2 0,-2 0 135,2 0-11,-3 0-118,5 0 11,-13 0-629,-2 0-345,-6 0-2373,0 0-88,-6 0 1962,4 7 0,-6 1-2315,3 6 3762,4 0 0,-50-19 0,-4-4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3313 7663 7653,'-20'0'739,"4"-5"1,-3-1-284,3-2 1,0 3 115,-3-5 1,2 7-560,-7-1 0,5 0 74,-4 0 0,-6 1 84,-4-7 0,-2 1-34,2-6 0,-3 1 29,-7 0 0,-6-7-9,-3-2 0,-3 1 4,-2-2 0,0-1-263,0-9 1,-5 4 250,1-3 1,4 2-182,5-3 1,4 3-22,-4-7 1,0 0-74,-5-5 1,5 1 91,0-1 0,1-6-60,-1-3 0,-1-3 75,5-2 0,2 0-14,9 0 1,-3-6-39,7-3 0,1 1-196,9-1 1,-3 4 209,7-4 1,-1-1 89,1-4 1,3 2 101,-3 2 0,2-2-132,-2 2 1,3-2 6,-3-2 1,-2 5-47,3-1 0,-1 2-96,4-1 0,1-5-48,0 0 0,4 5 97,1-6 1,-1 5 51,-4-5 1,5 1 11,-1 0 1,6 7-5,-6 2 1,7-3 10,-2-1 0,4-4 128,1-1 1,1 0-45,4 0 1,-2 6 155,7 4 1,-1-4-54,5-1 1,0 2-123,1 3 1,4 7-124,0 2 0,11 0 103,-2-5 1,4 6-118,-4 4 1,5 8 80,0 1 0,9 4-21,0-3 1,1 0 91,4-1 1,-1 4 167,1 5 1,4 1-49,6-1 0,0 6-122,0-1 0,6 2-216,3-2 0,5-3 208,5 4 0,-3 0-175,3 0 1,-37 12 0,1 0 189,0-1 1,0 0 0,2 1 0,0 1 15,1 3 1,-1 0 0,31-7 115,-7 0 0,-9 4 22,-10 1 1,1 6-194,-10-2 1,-8 3 16,-2 2 1,-14 0 81,1 0-263,2 0 1,-9 0 485,-3 0 0,-5 0-236,-10 0 228,7 0 1,-5-1-316,3-4 1,2 3 177,-6-2 0,4-3-362,-5 3 0,1-6 93,-5 5 0,-2-4-148,-3 4 0,2-4-41,-7 4 0,7-5-89,-2 6 0,3-6 106,2 6 0,1-3-183,3 2 178,-2 4 416,10-5-150,-4 6 1,14 0-60,6 0 0,2 0 468,8 0 1,-1 6-144,6 3 0,-6 6-9,1 4 0,-2-4-54,2 4 1,0 2 42,-10-2 0,2 1-176,-12-1 1,1-3-216,-5 3 1,0 2-781,0-2 0,-8-1 479,-6-3 1,-7-1 183,-7 0 1,-5 0-146,0 1 376,-1-8 0,-7-7 0,-3-7 0</inkml:trace>
  <inkml:trace contextRef="#ctx0" brushRef="#br0">4024 3184 7805,'-6'8'493,"-2"5"1,-5-10-68,4 7 1,1-7 916,3 2-839,4-4 1,-7-1 518,3 0 619,3 0-1136,-4 0 1,6-1-234,0-4 1,0-3-165,0-6 0,0-5-135,0 0 1,6-6 61,4 1 1,-2-8-133,1-1 0,1-5 103,4 5 0,2-5-122,3 5 1,-2 0-365,7 4 1,-5 7 208,4 3 0,-4 10 69,5 4 1,-7 3 270,2 2 0,-3 13 213,-2 6 1,-1 8-50,-4 6 0,-2 2 133,-7 3 1,0 1-150,0-6 0,-7 2-46,-2-2 0,-4-3-359,-1 3 0,0-9 127,0-5 0,-5-3-355,0-2 1,0-1 128,5-4 1,-1-2 12,1-7 0,5-2 48,-1-3 0,1-4 72,-6-10 1,1 1 64,0-5 0,5-1 152,-1-4 0,5 5 21,-4 5 1,6 6 52,-2 3-14,3 6-48,2-3 43,0 6 1,7 6-45,2 3 1,-1 6 127,2 3 0,4-2-158,5 3 1,1-3-34,-1-2 0,-1-1-183,5-4 0,-4 2 73,5-6 1,0 0-345,4-5 0,1 0 108,-1 0 1,-4-2-48,-1-2 0,-5-4 233,1-7 1,-5 1 280,-5 0 1,2 0 158,-6 0 734,6-1-60,-9 1-527,4 0 0,-7 6 729,-4 3-876,3 4 1,-6 2-100,4 4 0,2 3-70,-3 6 1,4 0-126,1 1 1,0-1-17,0 0 0,4 2-299,1 3 1,6-8-384,-1 3 1,7-4 349,2-1 1,6-3-104,-1-6 1,-2 0 119,2 0 0,-2-6-98,2-3 1,1-6 381,-6-4 0,-5-3 283,-4-6 1,-3-1 314,3 1 1,-4 1-323,-6 3 0,-6-1 103,-4 6 1,-2 2-55,-2 7 1,-5 4-114,0 6 0,-7 2-35,3 2 1,1 9-71,-2 6 1,7 1-27,-2-1 1,4-1-189,6 5 0,-2-5-13,6 1 1,0 1-364,5-1 21,0 0 0,4-6 165,5-4 1,2-2 36,13-7 0,-1-2 112,6-3 0,-1 1 34,1-11 1,-2 4 153,-4-8 0,3 4 341,-7 0 1,4 6-50,-4-1 1,3 6 385,-7-6 0,2 7 1035,-8-2-1172,4 4 0,1 5-41,0 1 0,-6 6-84,-3-1 0,-3 2-22,-2 3 0,4-1-260,1 0 0,0-4-123,-5-1 0,0-4-243,0 4-880,0-6 524,0 4 1,-2-7 32,-2 0 0,2-2-174,-3-3 1,4-3 311,1-6 1,1 0 165,4 0 1,-2 4 119,7 1 1,-6 1 10,6-2 381,-1-2 1,6 10-182,-1-2 0,0 2 614,0 2 0,0 0-355,1 0 1,-6 5 359,1-1 1,-6 7-231,6-1 1,-5 3-122,4 1 0,-6-5-316,2 1 1,1-5-309,-1 4 1,1-6 41,-1 2 0,-2-4-326,7-1 1,-6 0 102,6 0 1,-5 0 127,4 0 1,-4-4 242,4-1 0,-4-4 60,5 4 0,-6-2 266,6 3 1,-5 2 101,4-3 144,-6 4 1009,10 1-1046,-5 0 1,1 0 53,1 0 0,-2 1-280,1 4 0,4-3-316,-4 2 0,4-2 43,1-2 1,2 0-240,3 0 0,-3-2 207,3-2 1,1-4-114,-1-6 1,0-1 59,-5 1 0,0 5-87,1-1 0,-7 1 329,-4-5 0,-2-1-239,-2 1-223,0 6 0,-6 2 218,-4 6 1,-3 1-56,-1 4 0,2 3 150,2 6 1,-1 5-67,6 0 0,1 0 17,4-5 0,0 1 132,0-1 1,1 0-728,4 0 0,-2-4-196,6-1 1,1-4-426,4 4 1,2-5 426,3 0 0,-3-2 889,3-2 0,3-32 0,0-7 0</inkml:trace>
  <inkml:trace contextRef="#ctx0" brushRef="#br0">6015 2957 7862,'-5'-14'0,"0"0"0,-1 4 3204,1 1-1052,3 5-390,-4-2-1086,6 6 1,-1 2 185,-4 2 1,3 4-354,-3 7 0,4 0 72,1 4 0,0-3-332,0 3 1,0-2-230,0 2 0,0-3-100,0 3 1,0-3-499,0-2 4,6 0 1,-3-1 143,7-3 1,-5 1-463,4-7 0,-4 1 448,4-5 1,-1-2 94,2-2 0,2 1 249,-2-7 1,-2 1 169,1-6 1,-1 1-71,2 0 0,1 4 108,-7 1 1,1 4 383,-5-4-273,6 6 1,-2-8 258,5 6-169,-6 0 0,5 7 637,-3 2-390,-4-2-371,12 11 0,-7-10-89,4 6-165,2-6 0,-4 4-454,7-7 255,-1 0 0,0-2-220,0-3 0,0 2 243,1-6 1,-3-2-12,-2-8 0,1 3 109,-6-3 0,-1 8 224,-4 1 0,0 1 254,0-5-28,0 6-278,0 2 0,-6 6 93,-3 0-77,2 0-338,-5 0-126,10 0 1,-3 0 179,10 0 1,3 0 6,6 0 0,7 0 245,2 0 1,6-2-47,4-3 1,-3 2 86,3-6 0,-3 5 72,-1 0 0,-6 1 375,1-2 1,-11 3 179,1-2 278,-3 2-171,-3 2-90,-2 0-649,-6 0 36,0 0-72,-6 0 0,4 0-213,-10 0 1,8 0-387,-5 0 12,-1 0 0,-4 2 208,0 2 0,0-1 97,0 7 0,-1-5 289,1 4 1,2 1 65,2 4 1,-3 0 206,4 0 0,-2 0-177,1 1 1,-1-1 12,7 0 0,-1-4 84,5-1-159,0 1 0,8 2-83,6-2 1,0-4-257,5-6 0,2-6 63,-2-4 0,4-2 140,-4-3 1,0 1 249,-5 0 1,-1-5-141,-3 0 0,1 0 106,-7 5 0,3 1 182,-3 4 528,-2-4-490,4 11-213,-6-4 0,0 12 42,0 4 1,-4 3 43,-1 1 1,0 5-18,5 0 1,0 0-161,0-5 1,5 0-130,0 0 1,6 1-189,-2-1 0,4-5-415,1 1 1,2-7 195,3 2-1,-3-5-351,3-5 1,1-3 259,-1-6 1,0 0 283,-5-1 0,0-4 313,1 0 70,-1 0 1,-6 5 635,-4 0-464,-2 6 371,4 2-153,-4 6 1,4 1 458,-6 4 0,0 3-101,0 6 1,0 0-463,0 1 0,5-1-145,0 0-315,6 0 1,-3 1-378,6-1 1,0-6 264,0-4 1,5 3-286,0-3 0,5 0-36,-5-9 1,5 2-530,-5-7 1,0-1 813,-5-8 0,0 3 304,0-3 0,-6 4 236,-3 0 0,1 1 389,-1 0 802,0 6-1192,-5-5 0,-5 13 16,0 0 1,-1 7 83,1 7 1,3 7 75,-2 2 1,2 4 39,2 2 0,0-1-170,0 0 1,0 6-156,0-1 1,2 5-166,2-5 0,-2 0-218,3-5 1,-4-1 172,-1-3 1,0 1-122,0-6-286,0 0 0,-6-9 167,-3-1 0,-4-6-5,-1 2 1,0-3 209,-1-2 0,-4 0 128,0 0 1,5-7-130,5-2 0,6-4 36,-2-1 0,3 0-567,2 0 0,2-7 239,3-3 0,9 2-11,9-2 1,4-4 56,2-5 1,-1 0-239,1 4 0,1 1 221,3-1 0,-3 1 342,3 0 0,-5 1-2,-4 3 0,-3 5 389,-7 10 73,0 2 50,0 7 1,-4 7-212,-1 2 1,-4 4 136,4 1 1,-5 0 359,0 0 0,3 1-412,-3-1 1,1 0-91,-5 0-303,0 0 0,0 1-231,0-1 0,-6-5-227,-4 1 1,-2-7-622,-2 2 0,-7-4 321,-3-1 0,-1 0-399,1 0 1,-1 0-2086,6 0 3225,0 0 0,37-50 0,7-13 0</inkml:trace>
  <inkml:trace contextRef="#ctx0" brushRef="#br0">8360 2900 7830,'0'-14'8011,"-6"6"-6675,5 2-472,-12 6 0,11 6-345,-2 4 1,0 2 73,0 2 0,2 5-413,-3 0 0,4 5-3,1-5 0,0 0-544,0-5 1,-5 0 195,0 1 1,1-1-203,4 0-264,0-6-914,0 4 965,0-10 0,0-2-45,0-9 1,-5-4 333,0-1 0,0-7 87,5-2 0,2 2 446,3 2 0,-2-2-158,6 3 0,1-1 79,4 4 0,-4 7 104,-1 4 1,5-3 331,5 3 1,0 1-143,-5 7 0,1-1 197,-1 7 1,-2 1-171,-2 8 1,3-3-205,-4 3 0,-3-4-510,-1 0 1,-2-1-468,2 0-82,-3 0 1,4-4 287,-6-1-40,0-6-156,0 4 197,0-20 0,0 4 286,0-10 1,0 3-1,0 2 1,5-1 346,-1 1 0,7 2 211,-1 2 8,3-3 1,1 12-214,0-4 1,0 4 43,0 1 0,-1 1 100,-3 4 0,2-2 142,-2 7 0,2-1-378,2 5 1,-4 0 69,-1 1 0,1-3-707,4-2 0,0 1 81,1-6 1,-1-1-144,0-4 0,0 0 330,0 0 0,-3-1-22,4-4 1,-6-3 115,5-6 1,1 4 346,-6 1 1,-1 1 745,1-1-726,1-4 0,-1 7 322,1-4 1,-5 4 224,4 6-355,-6 0 1,5 0 49,-3 0-179,-3 0-23,4 0-64,-6 0 8,0 0-474,-6 0 1,2 0 115,-5 0 0,-2 1-8,-8 4 0,3 3 138,-3 6 0,-1 0 42,1 1 1,0-1 16,4 0 1,3 0 38,2 1 1,-1-1 74,7 0 1,-1 0-119,5 0 0,0-4-120,0-1 0,1-5 17,4 0 1,5-2-201,9-2 0,-2 0 137,7 0 1,-5-6 61,4-4 1,-5-4 60,1-5 1,-4 3-26,0-3 1,-3 3 815,-2 2-401,2 0 634,-10 0-355,11 6-318,-12 1 0,5 14-29,-6 2 0,0 4 126,0 1 0,0 0-216,0 1 1,2-1-155,3 0 1,1 0-192,4 0 0,2-1 127,-2-3 0,2-4-587,3-6 0,0 0 163,4 0 1,-3-6-92,3-4 0,2-4 187,-2-5 0,4-8-18,-4-6 1,-1-2 307,-9 2 1,2 1 190,-6-6 1,0 8 384,-5 2-414,0 6 1,-2 14 462,-3 3 0,2 5-68,-6 5 1,1 9 85,-2 10 1,-1 7 0,6 3 1,1 5 236,4-1 0,-2-3-256,-3-2 1,4-3 13,-4-2 1,4-1-335,1-3 20,0 3-1232,0-11 562,0 4 0,1-14-257,4-6 0,-2-7 48,6-12 0,1-4-496,4-5 1,0-2 642,1-3 0,0 3 121,4-3 1,-1 3 328,5 1 0,-5 7-93,1 3 0,-8 8 488,-2 2 1,-4 5 230,5 0-103,-7 2 1,1 4-89,-8 2 1,-6 4 304,-9 7 1,2-1-321,-7 0 0,7 0-10,-2 0 1,-2 1-303,2-1 0,2 0 42,8 0 0,-3-4-93,8-1 1,-6 1-30,5 4 0,1 0-22,4 0 0,6 1 97,4-1 0,9 0-19,4 0 0,4-4-18,1-1 0,1-6-107,-1 2 0,6-3-38,-1-2 0,0 0 111,-5 0 0,2-8-89,4-6 1,-9-1 43,3-4 0,-9-1 2,0 1 1,-3-6-141,-2 1 1,-6 3-154,-3 2 1,-4 4 257,-1 0 1,-1 3 120,-4 2 1,-8-1-127,-6 7 1,-1 0-5,1 9 0,2 3 280,-7 6 0,7 5-11,-2 0 0,7 5-15,3-5 0,4 6 200,-4-1 1,6-2 244,-2 2 1,5-7-118,5 2 1,4 1 148,10-1 1,2-4-583,2-6 0,6-6 51,-1 2 0,1-3-97,4-2 0,-3-7-82,-2-2 0,1-4-140,-1-1 0,-4-5 93,0 0 1,-7 2 65,2 7 1,-3-2 40,-2 2 0,-5 4 14,1 1 0,-5-1-610,4 1 194,-6 0-948,4 5 547,-7 6 221,-7 2 60,-1 7 1,-6-3-210,0-2 0,1-2 68,4-4 607,-4-2 488,5 4-430,-6-6 357,6-6 1,-3-2-122,6-6 1,1 0 22,4-1 0,0-4 24,0 0 1,1-4 57,4 4 0,-4 0 56,4 5 0,2-2 118,-3-3 1,1 8 669,-5-3-289,0 9-440,0-1 0,0 7-164,0 4 0,-5 8-28,1 5 1,-6 6-63,5-5 1,1 2-98,4-2 0,0-4 71,0 4 0,6 2-201,3-2 1,4-2-151,1-7 0,0 2 160,1-2 1,-1-4-448,0-1 134,0 3 173,1-7 0,-9 6-22,-6-7 1,-8 0-136,-11 0 0,-3 1-523,-7 4 1,-4-3-730,0 2 1,0 3 1605,4-3 0,-12 7 0,-3-3 0</inkml:trace>
  <inkml:trace contextRef="#ctx0" brushRef="#br0">10621 2886 7694,'-8'-14'2786,"2"0"-1779,6 6 1,0 3-123,0 10 1,0 4-211,0 10 1,1-2 271,4 7 1,-3 0-507,3 4 0,1 1-74,-1-1 1,-1-4-453,-4-1 1,0-4-316,0 5 1,0-6-1353,0 0 1029,0-2 1,0-6-2339,0-1 1145,0-6 921,0-9 1,-6-5 643,-3-13 0,1 1 250,-2-6 1,2 5 165,-1 1 0,-2 5 588,6-1 622,-6 4-898,9 0 0,2 8 453,10 2 0,7 3-289,2 2 1,8 0 40,1 0 0,1 0-524,4 0 1,-3 0-481,-2 0 1,1 0 153,-1 0 1,-6-1 113,-3-4 0,-3 2-105,-2-7 1,-6 6 268,-3-6 361,-3 7 1,-4-8 195,-3 6 74,-3 0 1,-6 5-192,0 0 1,1 7 151,4 2 0,1 9-126,3 0 1,4 6-65,-4-5 0,3 6-41,2-1 0,0-2-201,0 2 1,0-5-145,0 5 1,0-7-153,0 2 1,0-8-327,0-2 1,0-4 85,0 5 0,2-7-343,3 2 1,-4-10-131,4-5 0,1-4 318,-1-5 0,5-1 308,-6-4 0,7-1 146,-1 6 1,-2 1 217,1 9 0,1-2 69,4 6 1,0 0 349,0 5 1,1 0-69,-1 0 0,0 7 352,0 2 1,-1 4-448,-4 1 1,7 0-323,-6 0 0,5-4-167,-5-1 0,2-5-19,3 0 1,1-2-367,2-2 1,-2-2 104,3-2 0,-3-4-304,-2-7 0,0-4 403,1 0 1,-3-4 122,-2 4 0,-4 0 878,-6 5-538,0-1 0,-1 3-8,-4 2 0,-3 6-36,-6 8 0,-1 6-42,1 9 1,2-2 180,2 7 0,-1-2 193,6 2 0,1 2-150,4-2 0,0-3-10,0-2 0,6-4-757,3 0 0,9-3-211,1-2 0,6-4-505,-1-6 1,-2 0 396,2 0 0,-2-6-400,1-4 1,3-4 1147,-7-5 0,0-41 0,-5-16 0</inkml:trace>
  <inkml:trace contextRef="#ctx0" brushRef="#br0">12398 2957 7736,'-14'-13'1314,"0"4"1,4 1-342,1 3 0,-1 4-69,-4-4 1,-5 5-307,0 5 0,-4-2 123,4 6 1,-2 1-361,2 4 0,3 0-173,-3 0 0,4 1-80,0-1 1,7 0-125,4 0 1,2-4-826,2-1 541,0 1 1,3 4-193,7 0 0,-1-4 246,10-1 1,-1-4-49,1 4 0,-4-1 193,4 2 1,-3 1-84,-2-6 86,-6 6 330,5-4-22,-12 8 0,4-6-112,-10 1 1,2-7-138,-6 2 0,-2-2-71,-8 1 0,3-2-202,-3 3 0,3-4 200,2-1 1,5 0-53,-1 0-67,1-6-60,-6 4-504,7-4 645,2 6 536,6 0 0,6 0-82,4 0 1,-2 0 172,1 0 0,1 0-253,4 0 0,2 0-113,3 0 1,-2 0-104,7 0 0,-5-1-127,5-4 0,-6-3-339,6-6 1,-2-1 193,2 1 1,-2 0 36,-3 0 0,-3 0 160,3-1 1,-5 6 285,-4-1 1,-3 3-14,-2-3 407,-3-3-264,4 12-218,-6-5 1,0 12 152,0 3 0,-5 4-62,1 1 0,-1 0 93,5 1 1,0 4-154,0 0-85,0-1 0,5-3-171,-1-1 0,7-5-347,-1 1 1,2-7 62,3 2 1,-1-4-243,0-1 1,0-1 221,1-4 1,-1-3 175,0-6 0,0-2 42,0-3 1,-4 3 221,-1-3 1,-5 4 807,0 0-378,-2 1 577,4 0-465,-4 6-318,4 2 0,-6 12 117,0 4 0,0 2 70,0 2 1,0 1 58,0-1 0,5 0-293,0 0 0,1-1-200,-1-4-96,3 4 0,6-7-335,0 4 1,0-4 119,0-6 1,1 0-396,-1 0 1,0-6 279,0-4 1,-1-2 95,-4-3 1,-1 0-41,-3-4 1,-3 3 305,2-3 0,-2 3 285,-2 2 0,0 4-89,0 1 0,0 4 538,0-4-458,-6 6-357,4-4-35,-11 7 1,13 0 31,0 0 0,2 2-119,7 3 1,1-4 16,4 4 0,5-2-51,0 2 0,0-4 127,-5 4 1,5 1 245,0-1 0,0 5-172,-5-6 0,-4 6-14,-1-5 661,1 6 0,-2-3 688,-4 6-381,-2 0 1,-2 0-522,0 0 1,0-4 8,0-1-365,0 1 0,0-1-621,0 1 397,6-7 0,-3 8-278,7-6 0,-1 0 83,6-5 1,-1 0 151,0 0 1,2-7 70,3-2 0,-3-5 35,3-5 0,1 0 42,-1-10 1,5 4-11,-5-8 1,0 1 28,-5-1 0,-1 3 74,-4-3 0,-1 8-23,-3 1 0,-4 6 391,4 0-93,-3 8-85,-2 4-223,-7 6 0,4 1-61,-6 4 0,4 3 337,-5 6 1,7 5 256,-2 0 0,-1 5 13,1-5 0,1 1 380,4-1 1,0-1-198,0 5 0,0-5-389,0 1 0,0-4-306,0 0 1,0-1 73,0 0 1,1-4-105,4-1 0,3-4-81,6 4 1,0-6-469,1 2 1,0-5 156,4-5 0,-1 1-180,5-11 1,-4 4 220,5-8 1,-7 4 66,2 0 1,-1 0 94,1-4 0,-8 8 96,3-4 1,-3 6 73,3-1 78,-6-2 0,3 9 438,-6-7-118,0 7 154,-5-3 348,0 6 1912,0 0-2690,0 6 1,-2-4-255,-3 2 0,-1-1-10,-3 2 1,-4-2-367,3 7 1,-1-1 298,2 6 0,-4-6 161,4 0 1,2 1 233,3 4-136,-4 0 0,6 1 428,-2-1-336,2 0 0,8-1 86,4-4 0,2-3-23,3-6 0,4 0-49,0 0 0,6 0-9,-2 0 0,3-11-102,-3-3 0,4-9-181,-3-1 0,1-3 170,-1-1 0,-2-7 21,-3-3 1,-5 3 9,0 2 1,-6 8-3,-8 1 0,0 11 365,0-1-492,0 9-279,0-1 0,-4 12 346,-1 4 1,-6 4 259,1 5 0,4 3 47,1 7 1,-1-6 271,1 1 1,1-5-266,4 5 1,0-7-28,0 2 1,0-8-194,0-2-94,0 1 1,0-1-625,0 1 454,0-7-25,0 3 147,6-12 0,-3 0-151,6-4 202,1-2 0,4 8-16,0-5 140,1 6 0,-1-3-53,0 6 1,-1 1 627,-4 4 0,4-2 1,-4 6 1,4 1 1133,1 4-1394,0 0 1,1 1-133,-1-1 0,-5-5-185,1 1 1,-1-7-182,5 2 1,-4-4 48,-1-1 1,-1-1 92,2-4 0,1-3-1377,-6-6 0,4-7-149,-4-2 0,0-3-2100,-5 3 3614,0-4 0,-32-2 0,-12-2 0,-4-7 0,1 0 0</inkml:trace>
  <inkml:trace contextRef="#ctx0" brushRef="#br0">13308 3000 7764,'0'8'4565,"7"-2"-3762,2-6 0,5 0-384,5 0 1,-1-5-629,5 0 0,1-4-411,4 4 1,-1-1 619,-3 1 0,15 4 0,-1-6 0</inkml:trace>
  <inkml:trace contextRef="#ctx0" brushRef="#br0">15100 3170 7633,'0'-14'286,"0"0"0,0 0 1166,0-1-830,0 1 1,-5 0 219,0 0 1,-4 4 218,4 1 248,-6 6-710,3-10 1,-6 11 141,0-2-644,-1 8 0,-4 4-47,0 7 1,1 0-6,3 4 0,3-3 21,2 3 1,-1 2-208,6-2 0,-4-1-79,4-3 0,0-6-935,5 1 545,0-1 0,0 1 236,0-1 0,8-6 67,7 2 0,0-5 109,9-5 0,-5-3 34,5-6 1,-7 0 56,2 0 0,2-5 219,-2 0 0,-2-5 25,-8 5 0,4-1 197,-4 1 0,-2-2 156,-2-3 1,-4 4-171,-1 6 1,0 4 302,0 1-576,0 6-759,0-4 631,0 7 1,-5 11 85,1 4 1,-3 3 158,3 1 0,2 2 306,-3 3 0,4 1-210,1-6 1,0 5-107,0-5 0,1-1-295,4-3 0,-2 4-27,7 0 1,-1-2-120,5-8 0,2 3 164,3-8 1,3 1-98,7-5 1,-3 0 15,-2 0 0,3-6-6,-3-4 0,3-4 433,1-5 0,-4-2-160,-1-2 0,-5-4 454,1 3 0,-8-1 118,-2 1-369,-6 4 0,4 6-93,-7-1 0,-2 7-36,-3 4 0,2 2-189,-6 2 0,-1 6-402,-4 4 1,0 3-110,0 1 1,4 2 276,1 2 1,1-2 161,-2 3 0,4-3-61,6-2 0,-5 0 31,1 1 0,0-1 10,9 0 1,-2-1 29,7-4 0,6-2 60,7-7 1,4 0-2,2 0 0,1-2 63,3-3 0,-3-3-134,3-6 0,2 0 307,-2 0 1,-2-1 40,-7 1 0,1 6 23,-6 4 1,5-3-45,-5 3 1,0-1 342,-5 5-408,0 0 0,-4 6-12,-1 4 0,-5-2-73,0 1 0,-2-4 68,-2 4 0,0-4 431,0 4-353,-6-5 0,-2 7-39,-7-7 1,1 1-296,0-5 1,-5 0-363,0 0 0,-5 0 279,5 0 1,-4 0-118,4 0 0,0 0-371,5 0 358,-1 0 0,3-1-568,2-4 225,-2 3 456,10-4 265,-4 6 0,7 0 359,4 0 1,3 0-187,6 0 1,2 5 162,3-1 1,-2 1-198,7-5 0,4 0-52,6 0 1,-1-5-212,-5 1 0,5-7 74,1 1 0,-1-3 38,-5-1 1,-4 0 76,0 0 0,-7 1-33,2 4 0,-8-2-6,-2 6 1,-5-1 366,0 1-540,-2 3 175,-2-4 1,-5 8-555,0 2 1,1 4 259,4 6 0,0 1 167,0-1 0,0-5 37,0 1 1,0-1-8,0 5 1,6-1-93,4-3 0,4 1-40,5-7 0,-2 1 7,7-5 1,-1 0 142,6 0 1,-2-5 144,-4 1 1,4-7-11,-3 1 0,-3-7 139,-3-2 0,1-2-83,-4 2 0,0 3 154,-10-2 0,0 2-111,-5 2 0,0 4 84,0 1-689,0 5 316,0-2 1,-6 6-193,-4 0 1,2 6 78,-1 4 1,1 3-36,-2 1 0,-2 0 174,2 0 1,4 2 127,1 3 0,4-3-11,1 3 0,0-4 271,0 0 0,0 0 163,0 4 0,0-3-205,0 3 0,1 2 27,4-2 0,-2 1-19,7-1 0,-6-3-82,6 3 1,-7 1-93,2-1 0,-4 0-128,-1-4 1,0-1 193,0 0-97,0 0 1,-4-4 233,-1-1 1,-6-6 194,1 2-253,-2-3 1,-3-2 18,1 0 1,2-2 156,2-3 1,-3 1-382,4-11 0,3 4-274,1-8 1,3-4-251,2-6 1,7 1-720,2-5 1,4 3 80,1 1 0,7 6 462,2-1 0,-1 2 264,2-2 0,-2 3 308,2 7 0,1 0 200,-6 0 0,0 6-21,-5 3 0,-4 4 137,-1 1 1,-4 0 178,4 0-42,-5 0 1,2 6 25,-6 3 0,0 4-124,0 1 1,5 0 135,-1 1 1,1-1-131,-5 0 1,2 0-153,2 1 0,-2-1-127,3 0 0,-4-5-373,-1 1 255,0-7 1,0 5-407,0-3 725,0-4-375,7-1 1,-4-12-166,6-7 0,-4-5 120,5 5 1,-1-5 33,5 5 0,0 0 114,1 5 0,-1 0-17,0 0 0,0 6-16,1 3 116,-1 4 1,0 1 500,0 0 1,0 6-256,1 3 0,-1-1-89,0 2 0,-4-1-172,-1 5 1,-4-4-197,4-1 1,1-5-162,4 0 1,-5 3-605,1-3 0,-5 1-25,4-5 0,-4 0-1852,4 0 2819,-6-6 0,-3-53 0,-7-18 0</inkml:trace>
  <inkml:trace contextRef="#ctx0" brushRef="#br0">17915 3085 8389,'-14'-8'1939,"-1"0"-1312,1 3 0,0 4-81,0-4 1,-2 4 152,-3 1 1,-2 0-398,-2 0 1,-3 1-259,7 4 1,-4 1 18,4 4 0,0 2-210,5-2 1,4-2-788,1 1 822,6 1 1,-2 4-96,10 0 0,7 0 139,7 0 0,6-1 152,-1-3 0,8 2-104,1-2 1,-5-2 179,-4 1 0,-7-4-69,2 4 1,-4-4 344,-6 5-39,4-7-85,-12 9 0,4-9-92,-10 7 1,-4-7-90,-10 2 0,1-2-396,-5 2 0,4-4 20,-5 4 0,7-3-106,-2-2 0,3 1 64,2 4 0,4-3-546,1 2 207,6-2-28,-10-2 568,11 0 1,2 0 325,10 0 0,3 0-135,1 0 1,6-5-117,4 0 1,3-6-100,1 2 1,5-4 10,1-1 1,0 0-88,0 0 1,-6-1 196,0 1 0,-1 0-35,-8 0 1,0 1 201,-5 4 447,1-4-90,-7 11-107,-2-4-176,-6 6 1,-5 6 110,0 4 1,1 2 90,4 3 1,-5-1-107,0 0 1,0 2-54,5 3 0,0-3-181,0 3 1,0-4-101,0 0 1,5-1-149,0 0 0,6-1-150,-2-4 1,-1-2-223,2-7 0,-1 0 250,5 0 0,1 0-130,-1 0 0,-1-7 146,-4-2 0,4-1 170,-4-4 0,2 3 84,-1-8 1,1 8 277,-7 1 0,3 1 557,-2-5-409,-4 6-70,12 2-85,-12 6-66,12 0 1,-11 6 8,2 3 0,-2 4 151,-2 1 0,1-4-299,4-1 1,-3 1 157,3 4-1193,-4 0 669,-1 0 0,0-4-211,0-1 188,0-6 179,0 4 0,0-9 7,0-3 1,5-2-42,0-8 0,4 1 105,-4 0 0,6 0 121,-2-1 0,-1 1 275,2 0-94,-1 0-113,5 0 1,-4 6-148,-1 3 1,-4 3-13,5 2 0,-6 0 166,6 0 9,-7 7-305,10 1-393,-12 6-11,12 0 0,-12-5-151,4 1 370,3-7 0,0 3-207,6-6 313,0 0 1,1-4 103,-1-1 0,0-5 142,0 6 1,-1-3 44,-4 3 1,4 2 273,-4-3 0,-1 4 225,2 1 0,-5 0 294,4 0-373,1 6 0,-1 2-200,1 6 1,-6-4 39,6-1 1,-2-4-139,1 4 0,4-1-207,-4 2 0,-1-4-1,2-6 1,-1 5-208,5 0 1,1-1-130,-1-4 0,0-6 129,0-4 1,0-2-4,1-2 0,-1-2 84,0-3 1,-1 2 33,-4-7 1,4 0-67,-4-4 1,-1-1 27,2 1 1,-7-1 66,2 1 0,-4 1-17,-1 3 0,0 4 137,0 6-42,0-1 0,-1 8 34,-4 2-82,3 3 1,-9 9 15,6 2 1,-4 8 231,4 2 0,0 7 300,5-3 1,-4 4-14,-1 2 1,0-1 385,5 0 0,0 1-54,0-1 0,0-1-305,0-3 1,5 3-60,0-4 0,-1 4-225,-4 2 0,5-6-45,0 1 1,0-5 3,-5 5 1,4-2 14,1 2 1,0-4 186,-5-6-307,0 1 1,0-1-545,0 0 245,0-6-18,0-2 269,0-6 153,-6 0 0,2-6-224,-5-4 1,4-2-70,-4-2 0,6-1-21,-2 1 1,-1-6-437,1-4 1,0-5-66,5-4 0,2 2 270,2-7 0,4 6-50,6-1 1,1 3 199,-1 2 0,2 5 41,3 4 1,-2 8 9,7 2 1,-5 6 104,4-2 1,-5 3-19,1 2 1,-3 5 205,-2 0 1,-6 6 117,-4-2 1,-2-1 198,-2 2 204,0-1-519,-6 6 0,-7-3-93,-6-2 0,0 1-166,5-7 1,0 3-276,-1-2 0,1-4 143,0 4 1,5-2-45,-1 2 1,5-4-759,-4 4 480,6-3 475,-4-2 130,7 0 1,7 0 324,2 0 0,10 0-105,5 0 0,-2-5 143,2 0 1,-1-6-122,6 2 1,4-4 48,0-1 0,2-5-138,-2 0 0,-3-6-29,3 1 1,-3-3-27,-1-1 1,-2-1-27,-4 1 0,-7 1-5,-7 3 0,-5 4-14,0 5 1,-2 6-110,-2-1 1,-6 7 89,-4-1 1,-2 4-107,-3 4 1,1-1-56,0 7 0,-5 4 142,0 5 0,5 2 238,4-2 0,2-2-71,-1 7 0,1-5 145,3 4 0,4-4-58,-4 5 0,5-5 86,5 5 1,3-5-129,6 4 0,5-5-33,0 1 0,6-8-149,-1-2 0,3-6-4,1 2 1,5-3-157,0-2 0,-4-2 70,-6-3 0,-5-3 64,1-6 1,0-5-54,-5 0 0,2-1-144,-12 1 1,6 3 18,-5-3 1,-1 3-438,-4 2 238,-6 0 0,-2 6-67,-6 3 0,0 4-92,0 1 1,-5 6 206,0 3 0,0 6 78,4 4 0,3-2 277,2 7 0,-1-5 387,7 4 1,-1-1 80,5 2 0,1 1-285,4-6 0,3 0-60,6-4 0,2-1-125,3 0 0,-2-6-284,7-3 1,0-4-214,4-1 0,-4 0-676,0 0 0,-2-8-19,1-6 1,3-2 1134,-7-7 0,-27-19 0,-10-10 0,-2-5 0,-1-1 0</inkml:trace>
  <inkml:trace contextRef="#ctx0" brushRef="#br0">18768 3042 7698,'-14'0'1259,"4"0"1747,1 0-2641,6-6-828,-4 4 0,14-4 454,2 6 9,-3 0 0,39 13 0,2 3 0</inkml:trace>
  <inkml:trace contextRef="#ctx0" brushRef="#br0">21100 2985 7640,'-2'-9'2743,"-3"-1"-1786,4 7 58,-12-3 243,5 6-877,0 0 0,-4 2 174,2 2 1,-3 9-154,-1 6 0,0 11 12,0-2 1,0 9-156,-1-4 1,-5 11-70,-4-1 1,-1 7 49,1-2 0,-3 1 123,4-2 1,-7-3-136,1 4 1,-2-10 76,7-5 0,3-5 226,2-4-322,4 3-259,7-11-135,1-2-707,7-8 473,0-6-274,0 0-1495,0-6 1541,7-2 0,1-5-1078,6 4 1,0-4 287,0 4 1437,-6 2 0,17-12 0,-1 4 0</inkml:trace>
  <inkml:trace contextRef="#ctx0" brushRef="#br0">22024 3128 7655,'14'0'766,"0"0"1148,0 0-1063,-6-7-359,-1 6 142,-7-6-148,0 7 0,-2 0-82,-3 0 1,2 0-149,-6 0 0,-2 5-9,-8 0 1,3 1-130,-3-1 0,1-3-100,0 2 1,2-2-49,-3-2 0,3 0-570,2 0 418,0 0 1,-1 0-133,1 0 0,6-2-39,3-2 0,4-4 135,1-7 1,0-4 79,0 0 0,6-4 229,4 4 1,7 0 354,2 5 0,0 1-210,-5 4 1,0-3 89,1 8 0,-1-1-98,0 5 1,0 0-27,1 0 0,-1 8 38,0 6 0,-5 7-66,1 7 1,-5 1-58,4-1 1,-6 2-5,2 3 0,-3-3 3,-2 3 1,0 2-32,0-2 0,0 0-94,0-4 0,-2-5 36,-3-1 0,-3-5-181,-6 1 1,0-4 49,0 0 1,0-8 84,-1-2 0,-4 2 137,0-3 1,-4 1-116,4-5 0,-5-5 20,5 1 0,0-8 55,5 3-26,0-4 1,1-1 13,4 0-194,2 0-257,7 0 0,2-1 154,3 1 1,2 5-58,8-1 1,0 2 33,4-1 1,-3-4 79,3 4 0,2 1 39,-2-2 0,4 6 114,-4-6 1,5 7-113,-5-2 1,5-1 156,-5 1 1,1 0 57,-1 5 1,-1 0-27,5 0 0,-5 7 236,1 2-111,3 4 1,-7 4 18,4-3 0,-4 8-68,-6-7 1,-3 2-20,-6-3 0,0-4 28,0-1 0,0 1 285,0 4-570,0-6 124,0 4 33,-6-10-15,5 4 1,-6-6 0,2-6-93,1-3 1,-1-6-168,5-4 0,6 2 41,4-7 0,-2 7-40,1-2 1,1 3 48,4 2 0,2 1 53,3 4 0,-4-2 290,4 6 0,-3 0 68,-2 5 0,5 5 165,0 0 0,-1 7-149,-9 3 0,2-1 39,-6 5 1,4-3 5,-4-2 0,5 0 36,-6 0 0,1-4-1207,-5-1 596,6-6-704,2 10 0,7-11-137,-1 2 1,0-4-477,0-4 1,2-4 1630,3-6 0,22-39 0,-15 23 0,0-1 0</inkml:trace>
  <inkml:trace contextRef="#ctx0" brushRef="#br0">23545 3241 7632,'-14'-8'0,"-5"1"448,0 2 0,-2 3 629,2-3 1,4 4-507,-4 1 1,-2 1 51,2 4 1,-5 3-320,5 6 0,-4 2-230,4 3 0,1-2 55,9 7 1,-2-5 71,6 5 1,-4-2-259,4 2 0,2 1-37,8-6 1,2 0-74,8-5 0,0-1-10,4-4 0,4-3-93,5-6 0,0 0 88,1 0 0,-2-6 44,-4-3 1,3-4 181,-7-1 1,0-5-97,-5 0 0,-2-2-27,-2 2 0,-4 2-20,-6-7 1,0 5-88,0-4 0,-6 5 43,-4-1 0,-7 8-159,-2 2 1,-5 6 72,5-2 1,-1 5-115,1 5 0,3 3 43,-3 6 0,8 0 247,2 0 0,6 2 189,-2 3 0,3-3-6,2 3 1,7-3 237,2-2 0,8-5-187,2 1 0,7-7-11,-3 2 1,9-4-361,1-1 1,2-1 102,-2-4 1,-3-8-37,3-6 0,-3-6 53,-1 1 0,-7-3 5,-3-1 0,-10 4 58,-4 1 1,1-1 277,-1-5 1,-2 6 10,-8-1 0,-1 7 258,-3-2 0,-2 8 83,6 1-275,-6 7 0,4-2-543,-2 10 1,1 5 159,3 8 0,4 5 183,-4 5 0,2 5 101,-2 0 0,4 7 219,-4-2 1,3-3-94,2-2 0,0 0 234,0-5 1,0 4-439,0-8 1,0-4-502,0-1-1152,7-9 991,-6 2 0,5-12-84,-6 0 0,-1-6-469,-4-8 0,-3-5-803,-6 0 1,0-7 1341,0 3 1,1-4 504,3-1 0,-2-6 0,2 1 0,4 6 0,1 8-51,-3-3 139,7 6 1,1 2 77,9 9 0,5 4 408,5 1 0,-1 0 636,6 0 0,-6 0-647,6 0 1,0 5-123,4-1 1,1 1-333,-1-5 0,-1 0-198,-3 0 1,3-1-167,-4-4 1,-2 2 176,-2-7 1,-8 2-43,-2-1 0,-6-4 84,2 4 146,-3 2 1,-2-1-11,0 4 0,-2 2 331,-3-3 0,2 5-270,-6 5 0,1 3-33,-2 6 0,-2 5 247,2 0 1,4 6 24,1-1 1,-1 3 85,1 1 0,0 1-147,5-1 0,0-1-22,0-3 1,0 1-216,0-6 0,0 0-197,0-5-39,0 0-426,0 1-42,7-7 372,-6-2 0,7-12-43,-3-4 0,-2-3 57,7-1 0,-6 2 5,6 2 1,-5-3 107,4 4 0,-6 1 19,2-1-92,3 5-195,0-2 592,6 6 1,0 0 25,0 0 1,1 5 50,-1 0 0,0 6-190,0-2 1,5-1-198,0 2 1,6-6 85,-1 6 1,3-7-86,1 2 0,1-4 19,-1-1 1,-1-6-175,-3-4 1,-2-2 528,-3-2 0,-8-5 22,3 0 1,-9-2 177,0 2 0,-4 3-232,-1-3 1,-6 5-115,-3 5 0,-6-2 11,-4 6 1,4 0-145,-4 5 1,3 7-171,2 2 0,-1 4-520,1 1 1,5 5 410,-1 0 1,7 4 157,-2-4 0,4 5 213,1-5 0,1 0-216,4-5 0,3 0 28,6 1 0,0-3 32,1-2 0,5 1 45,4-6 0,1-1-60,-1-4 1,7-6-196,-2-3 0,2-4 150,-2-1 0,-7-1 75,-3 1 1,1-2 102,-1-3 1,-1 4 212,-9-4 487,-2 3-302,-7 2 33,0 0-302,0 6-191,0 1 0,-5 14-298,0 2 0,-1 4 351,1 1 0,3 2 355,-2 3 1,2-4-194,2 4 1,0-3 29,0-2 1,0 1-94,0-1 59,0 0 130,0 0 270,0-6 420,0-1-808,0-7 1,0-7-367,0-2 1,0-5-32,0-5 0,5 1-187,0-5 0,1 5 61,-1-1 1,-2 3-188,6 2 1,-1 0 46,2 0 0,2 1-164,-2 4 0,2 1-469,3 3 0,-1 3 39,0-2 0,2 4-1382,3 4 2417,-3-2 0,23 17 0,-1-3 0</inkml:trace>
  <inkml:trace contextRef="#ctx0" brushRef="#br0">25194 3298 7624,'-9'-6'618,"-1"-4"1,7 3 2330,-2-3-1764,4 7-253,1-3-95,0 6-176,0 0-437,0 6 0,0 2 61,0 6 0,0 0 156,0 0 0,0 1-308,0-1 0,0 0-233,0 0 0,5 1-123,-1-1 1,1-5-1177,-5 1-372,0-1 762,6 5 637,2-6 0,6 3 164,1-6 1,-1 0 178,0-5 0,0 0-24,1 0 1,-6-2 356,1-3-133,-1 4 0,5-5 658,0 6 59,-6 0-575,5 0 1,-10 0 315,7 0-127,-7 0-60,9 0-338,-4-7 1,5 4-166,-4-6 0,4 4 74,-3-5 1,2 1-162,2-5 0,-1 0 378,-3-1 0,1-4-50,-7 0 1,6 0 104,-5 5 1,-1 0-114,-4 0 1,0 4-69,0 1 0,0 4-174,0-4 0,-6 5-380,-4 0 1,3 2 132,-3 2 0,2 2-355,-1 2 0,-2 0 100,6 5 0,0-4-188,5 4 423,0-6 243,0 10 0,3-11 118,7 2 0,-1-2 3,10-2 1,3 0 247,2 0 0,3-5-46,1 1 0,-1-6 210,-3 5 1,1-4-190,-6 4 1,0-1-82,-5 1-304,7 3 1,-5-4 106,3 6 1,-8 0 5,-2 0 0,-4 0-4,4 0 0,-4 2-167,5 2 159,-7-2 111,9 4 1,-8-6 641,5 0-69,-6 0 134,4 0-376,-7 0 107,0 0-498,-7 0 0,4 0-1138,-6 0 871,-1 7 0,-6 1 25,-3 6 0,8 0 6,-3 0 0,3 0-41,-3 1 1,4-1 49,1 0 1,6 0-155,-2 1 1,-1-6 175,1 0 1,0-4 56,5 5 1,6-7 73,4 2 1,4-4 71,5-1 1,-3-5 133,3 1 1,-2-7 95,2 1 1,-5-2 150,1-3 0,-1 1-85,-5 0 0,-1 1 490,2 4-283,-7-4-152,3 5-1210,-6 0 696,0 2 1,0 8-171,0 2 1,0 4 141,0 6 1,0 1 76,0-1 0,0-5-94,0 1 1,0-1-140,0 6 1,2-6 125,2 0 1,0-4-44,5 5 0,1-7 129,4 2 1,0-4-13,0-1 0,0 0 186,1 0 1,-1-1-45,0-4 1,-4 3 213,-1-2-160,-6-4 0,5 6 352,-3-3-114,-4 4-107,6 1 1,-6 0 194,4 0-268,-3 0 0,6 0-18,-4 0 0,4 0-150,6 0 1,1 0-196,-1 0 0,0 0 119,0 0 1,1-2-35,-1-3 0,0 2 199,0-6 94,0-1 0,1-4 336,-1 0-235,-6 0 108,-2-1 0,-6 6-158,0-1-550,0 7 384,0 10 1,0 4 9,0 12 1,0 1 114,0 5 1,0-1 103,0 0 0,0 6 57,0-1 1,0 0-109,0-5 1,0-1-137,0-3 1,0 1 96,0-6-159,0 0 0,-2-6 238,-2-4 1,1-3 25,-7-6 0,1 0-211,-6 0 1,0 0-96,-4 0 1,3-4 289,-3-1 0,3-6-82,2 1 0,0-2 57,-1-2 1,3-5-317,2 0 1,4-2-291,6 2 1,0 3-157,0-3 0,2 4-621,2 0 0,4 3 168,6 2 1,2-1-645,3 7 1,-1-6 1633,5 5 0,26 1 0,11 4 0</inkml:trace>
  <inkml:trace contextRef="#ctx0" brushRef="#br0">27099 3284 8516,'-6'-8'3361,"5"2"-2158,-6 6-752,7 0 0,0 6 4,0 4 0,0 2-85,0 2 0,0 1 86,0-1 0,2 0-255,3 0 1,-4 1-221,4-1 0,-4-5-451,-1 1 261,0-7-200,0 9-71,0-10 16,0 4 1,0-12 211,0-3 0,0-9-3,0-1 1,2-1 126,3 1 0,-2 3 193,6-3 0,-4 5-12,5 4 0,-6-1-158,6 7 290,-1-1 0,6 5 35,-1 0 0,-2 1 132,-2 4 1,3 3-161,-4 6 1,-1 0-45,1 1 1,-4-1-162,5 0 1,-6 0-211,6 1 1,-5-1-402,4 0 1,-1-5 342,1 1 0,4-7-133,-3 2 1,2-4 252,2-1 0,1 0 297,-1 0 1,0 0-153,0 0 0,-4-4 194,-1-1 1,-4-5 197,4 6 0,-5-3 1230,0 3-1087,-2 2 1,-2-6-122,0 3 1,1 4-645,4-4 82,-3 4 1,6 1-156,-4 0 0,0 0 168,5 0 1,-4-2-132,4-3 1,-4 4-135,5-4 75,-1-3 587,5 0 1,-4-5 10,-1 4 93,-6-4 1,4 5-182,-7-6 0,0 5-6,0-1-292,0 7-442,-7-10 398,-1 12 1,-1-5-81,-1 6 1,6 0-201,-6 0 0,7 1-221,-2 4 687,4 3 0,-4 6 15,0 0 0,1-4 105,4-1 1,0-4-23,0 4 1,1-4 314,4 5-270,-4-7 0,12 8 78,-3-6 0,-3-1-16,3-4 0,-1 0-75,6 0 1,-1 0 55,0 0 1,0-1-71,1-4 1,-1 2 24,0-7 0,-5 2-53,1-1 1,-7-4 0,2 4 0,-4-4-93,-1-1 1,0 0-189,0 0 1,0 4-291,0 1 327,0-1 1,-6-3-303,-3 4 0,-4 3 53,-1 6 1,0 0-90,-1 0 1,1 0 213,0 0 1,0 0 197,-1 0 1,6 4-51,-1 1 0,1 5 200,-5-6 0,4 6-16,1-5-169,6 6 1,-5-8 142,3 6 1,3-4-47,-2 5 0,4-7 105,4 1 0,4 3-95,7-3 0,-1 6 72,0-5 1,5-1-71,0-4 1,5 5 17,-5 0 0,4 0 82,-4-5 1,5 0-84,-5 0 0,5-2 233,-5-3 0,4 2-19,-4-6 0,5-1 4,-5-4 1,5-5-203,-6 0 0,1-1-92,-4 1 0,-3-4 32,-2-5 1,1 0-196,-6-1 0,-1 1-104,-4-1 1,-4 1 177,-1-1 1,-1 7-21,1 3 1,2 10 30,-7 4 0,5 4-2,-4 1 1,4 0-51,-4 0 1,6 1-150,-2 4 0,-2 0 293,3 9 1,-3-2 280,3 12 0,2-2 521,-3 2 1,-1 3-399,1-3 1,1 2 117,4 3 0,0-1 84,0 1 0,0-6 254,0 1 0,4 0-473,1 4 1,5-6-122,-6-3 0,6-3-91,-6-2 0,6 1-146,-5-1 1,1-6-214,-1-4 216,-4-2 0,7-2-186,-3 0 166,-3 0 1,5 0-190,-2 0 1,-3-2-67,3-2 0,2 0-187,3-5 1,-2 4-1199,1-4 1,-1-1 240,2-4 0,2 0-219,-2 0 0,-4-5 1645,-1 0 0,-24-16 0,-11-6 0,-2-2 0,1 1 0</inkml:trace>
  <inkml:trace contextRef="#ctx0" brushRef="#br0">27782 3128 7842,'0'8'1642,"0"-2"0,0-5-707,0 4 1,3-3-311,7 2 1,1-2-81,12-2 1,3-6-631,7-4 0,-3 2-502,3-1 0,-3 4-698,-2-4 1285,1 5 0,-45-14 0,-11 2 0</inkml:trace>
  <inkml:trace contextRef="#ctx0" brushRef="#br0">26303 3426 7206,'0'-9'-173,"0"-1"1,2 5 1252,3-4 1,-4 4-377,4-4 1,-2 1 159,2-2 1,-4-2 244,4 2 1,-2-2-548,2-3 1,-3 1-484,2 0 0,4 5-48,2-1 1,2 1-72,3-6 1,-6 6 118,1-1 1,-1 7-33,5-2 0,0 4-90,1 1 0,-1 0-389,0 0 0,-4 6 201,-1 4 1,1 2 180,4 3 0,-2-1 596,-2 0-399,3 0 1,-10 0 218,6 1-162,-6-1 122,4 0-249,-14 0 0,-5-4-94,-7-1 0,-2-6-747,2 2 0,-3 1-285,-6-1 1,-1 0-1880,1-5 2928,6 0 0,-24-19 0,0-5 0</inkml:trace>
  <inkml:trace contextRef="#ctx0" brushRef="#br0">4010 6241 7984,'-6'-21'0,"4"6"497,-3-4 1,-1 3 24,1 2 0,0-1-68,5 1 1,-1 5-85,-4-1 0,4 6 616,-4-6-243,3 7 116,2-3-711,0 6 0,0 1-197,0 4 0,0 3 250,0 6 0,5 5 75,0 0 0,-1 6 0,-4-1 0,5 3-82,0 1 1,0 1-100,-5-1 0,0 5 31,0 0 0,0 1-4,0-6 1,0 2 12,0 3 0,0-1-11,0 6 1,-7-7-102,-2 2 0,1-2 39,-2-3 1,3 4-162,-3-4 1,-1 2 94,6-11 1,1 0-84,4-5 1,0 0 259,0 1-17,0-8 24,0 6-18,0-11 1,1 4 29,4-6 1,-4-2 275,4-2 151,3 2-559,0-4 0,6 1-90,0 0 1,1 1 82,-1 4 1,6 0-151,4 0 1,3-2 57,1-3 1,2 4-99,4-4 0,2 3-62,7 2 1,-2 0 51,-3 0 0,1 0 56,-6 0 0,0 0 78,-4 0 1,-1 0-5,1 0 1,4 0 16,0 0 1,0 0 10,-4 0 1,-1 0 13,1 0 1,4 0 75,0 0 0,0 0 35,-5 0 0,6 0-115,-1 0 1,9 0 8,-4 0 0,7 0-20,-7 0 0,1 0-2,-1 0 1,3 0-36,-3 0 1,-3 0-164,-2 0 0,-2 2 136,3 3 1,-4-4-106,3 4 0,-3-3 100,-2-2 0,2 4 20,3 1 0,-1 0 9,6-5 0,-5 0-38,5 0 0,-5 0 6,5 0 0,-5 0 18,5 0 1,-6 0-3,1 0 0,2 0 2,-2 0 1,5 0 3,-5 0 1,0 0-91,-4 0 1,1 0 68,3 0 0,2 0 7,2 0 0,5 4 10,-5 1 1,1 0 4,5-5 0,-8 5 16,7-1 1,-4 1-4,0-5 0,-1 2-35,-4 2 0,-3-2 19,3 3 1,-3-4-51,-2-1 0,2 0 93,4 0 0,2 5 3,7 0 1,-1 0-34,1-5 0,6 0-1,3 0 0,-3 0-35,-2 0 0,2-2-5,-1-3 0,1 4 35,-2-4 1,-4 3 7,-1 2 0,1 0-151,-5 0 1,3 0 170,2 0 1,-2 0 1,-3 0 1,3 0 9,-3 0 0,-2 0 12,2 0 1,0 0 36,5 0 1,-1 0 146,1 0 1,6 0-46,3 0 0,3 0 123,2 0 0,5-4-50,-1-1 0,6-5 88,-6 6 0,1-3-42,-5 3 0,-7 2-120,-2-3 0,-9 4 2,-1 1 1,-5 0-72,5 0 1,-5 0-188,5 0 1,0 0 121,5 0 0,-1 4 10,1 1 1,1 0 153,4-5 1,2 5-85,7-1 1,0 1-117,0-5 1,0 0 77,0 0 0,0 0-75,-1 0 0,-5 0 91,-4 0 1,-2 0 109,-3 0 0,-4 0-245,0 0 1,-2 0 52,2 0 1,-3 0-109,-6 0 1,5 0 69,4 0 1,-1 2 32,0 2 1,0-2 96,1 3 1,3-4-224,-3-1 0,-4 2 72,0 3 1,0-4-16,0 4 0,5-3-59,-1-2 1,-2 4 84,2 1 0,-5 1-159,5-1 1,0-3 176,5 2 1,-5 3 78,0-2 1,0 1-55,4-1 0,1-2 165,0 6 0,-1-6-147,1 2 0,-1-3 19,1-2 0,-2 4-21,-3 1 0,3 0 16,-3-5 0,2 0-135,-2 0 1,6 0 23,-6 0 0,6 0-67,-6 0 0,9 0 69,5 0 0,2 0-11,-2 0 1,-3 0 70,-6 0 0,-1 0-62,1 0 0,3 0 5,-3 0 1,-4 0 87,-10 0 0,-1 0 0,0 0 0,4 0 5,-4 0 0,4 0 13,-8 0 0,3-5-49,1 0 0,5 1 12,0 4 1,1-5 125,-6 0 1,-4 0-91,-1 5 0,1-4 13,4-1 0,1-1-17,-1 1 0,6 3 4,-1-2 1,0-3-8,-5 3 1,1-6 5,-1 5 0,1 1-94,-1 4 1,4-5-155,-4 0 1,4 0 154,-9 5 1,-2-1 29,-2-4 0,-3 3-18,-2-2 0,-5 2 161,1 2 363,-7 0-123,10 0 309,-12-6-147,6 4-196,-7-10 1,4 8-180,1-5 1,0 4-18,-5-4 1,1 4-86,4-4 107,-3-1 1,6-4-122,-4 0 0,-2-1-42,3 1 1,1 0-127,-1 0 1,1-5 35,-1 0 1,1-6-146,4 1 1,2-5 61,-2-4 0,-2 2-56,1-7 0,1 0 208,4-5 0,-5 5-7,1 0 0,-6 7 73,6-2 1,-7 4-3,2 6 1,-4-3 183,-1 7 0,0 5 96,0 5-86,0 5 0,-1-7 65,-4 7-119,3-1 1,-5 5-274,2 0 151,3 0 1,-10-5-15,2 0 1,2 1-106,-1 4 1,-1-5-213,-4 0 1,-2-1 32,-3 1 0,-4 2-36,-11-6 0,1 5 140,-9 0 0,-1-3 10,-14 3 0,3-6 153,-7 5 1,1-4-209,-2 4 0,2-4 206,-6 4 1,1-1 2,-1 1 0,-2 3 6,6-2 0,-1-3-71,1 3 1,4-1-15,-4 5 0,4 0 52,1 0 0,-3-5-7,-6 0 1,5-1 181,-5 1 1,5 2-69,-1-6 0,2 4 37,-6-5 0,4 2 26,-4-1 0,-6-2-199,-3 6 0,31 0 0,-1 1 113,0 1 0,0 1 1,-1-1-1,1 0-27,-3 0 0,1 1 0,2 1 1,0 0-49,-3-1 0,1 0 1,2 1-1,0 0-179,-3 1 0,1 0 0,-29 0-218,5 0 1,6 5 95,9 0 1,-6 4 41,5-4 0,0 6 118,-4-2 1,1-1 36,-2 2 0,-6-1-141,28-2 0,-1 0 0,1-2 0,-2 0 256,-5 0 0,-1-1 0,1 1 0,0 0-59,-3 1 1,0 2 0,0 0 0,-1 0-35,-1 1 0,0 1 0,4-2 1,1 0 85,-1 1 1,1 0 0,3-1 0,1-1-57,3-3 0,0 1 0,-38 8 19,7-4 0,7-1 69,2 2 1,3-7-61,3 2 1,-6 1 74,0-1 0,-6-1 194,2-4 1,-3 0-81,-2 0 0,-5 0 49,0 0 0,-2 0-117,3 0 0,2 2-55,-3 3 1,0-4 93,5 4 1,10-3 37,13-2 1,2 0 450,-1 0 0,-2 0-437,-3 0 1,1-5 54,4 0 1,1-1-82,-6 1 0,-5 2 14,-4-7 0,-1 7-228,5-1 0,0 0 186,0 0 0,-4 2 31,-1-3 0,0 2-125,6-2 1,-1 4-132,0-4 0,-5-1 113,1 1 0,-3-1-2,3 1 0,-6 3 51,-8-2 1,34 3 0,0 0-182,-2 1 0,0 0 0,-1 0 0,1 0-269,-33 0 0,-4 0 248,4 0 1,33 0 0,-1 0-28,1 0 0,1 0 1,0 0-1,0 0-105,-38 0 0,1 0 176,-2 0 1,38 0 0,-1 0-40,-36 0 1,1 0 106,12 0 1,-1 5 70,7 0 0,-1-1 473,5-4 0,5 0-15,0 0 0,1 0-202,-1 0 0,-6 0-3,6 0 1,-2 0-95,7 0 0,2 0-43,-2 0 1,4 0-79,5 0 0,4 0-161,5 0 0,1 0 129,-1 0 1,1 2-43,-1 3 1,7-4 280,3 4 1,4-4-267,0-1 0,6 0-761,-1 0 103,7 0 1,-1 0-388,8 0 1,6 0 1029,9 0 0,24-15 0,12-7 0,6-2 0,1 0 0</inkml:trace>
  <inkml:trace contextRef="#ctx0" brushRef="#br0">18114 5161 7349,'0'-8'-606,"0"1"1,0 6 605,0-4 0,0 3 0,0-4 0,0 6 0,0 0-148,0 6 6,0-4 183,0 4 8,0-6-39,-6 0-5,4 0 0,-4 2 40,6 3-3,0-4 41,0 6-51,0-7-85,0 0-10,0-7 44,0 6-5,0-6-126,0 7 148,0-6-3,0 4 76,0-4 19,0 6-152,0 0 1,6 19-1,2 5 1</inkml:trace>
  <inkml:trace contextRef="#ctx0" brushRef="#br0">18185 5089 7355,'0'-7'-1597,"0"0"1597,0 7 678,0 0-293,0-6-145,0 4-38,0-4-154,0 6-99,0 0-42,0-6-21,0 4-5,0-4 55,0 6-209,0 0 316,6 0 183,-4 0 232,4 0-3,-6 0-572,0 0 1,-12 12 0,-4 4 0</inkml:trace>
  <inkml:trace contextRef="#ctx0" brushRef="#br0">18313 5089 6161,'8'-7'-399,"0"-1"755,-4 3 558,-2 3-415,4-4-357,-6 6 0,0-2 405,0-2 40,0 2 207,0-4-195,0 6 242,0-6-339,0 4-287,0-4 0,-1 6-31,-4 0 1,2 0 31,-7 0 0,1 0-118,-5 0 0,-1 4 8,1 1 0,0 5-160,0-6 0,4 7 46,1-1 1,-1-2-118,-4 1 1,5-4 73,-1 4 1,7 1-31,-2 4 0,-1-4-43,1-1 1,0 1 58,5 4 1,0 0 116,0 0 0,2 0 7,3 1 0,-4-1 15,4 0 1,3 0 1,2 1 1,-3-1 21,3 0 0,-2 0-8,1 0 1,2 1 119,-6-1-87,0 0 1,0 0 58,-1 0 5,1 1 48,-5-1-120,-6 0 0,-2-6-71,-6-3 0,-1-4 8,1-1 1,-2 0-91,-3 0 0,4-1-199,-4-4 1,-2-1 127,2-4 0,0-2 105,5 2 1,1 2 109,4-1-253,-4 6-5,12-10 15,-6 11-164,7-4 391,0 6 0,5 6 206,0 4 0,6-2-108,-2 1 0,4-1-128,1 2 1,0 2 24,1-2 0,4-2-108,0 1 0,6-4-109,-1 4 0,-2-6 101,1 2 1,3-3-115,7-2 0,-3-2 94,3-3 0,-3 2-28,-2-6 1,1-1 152,-1-4 0,-6 0-78,-3 0 0,-3-5 344,-2 0 0,-6-2-111,-3 2 0,-3 2 23,-2-7 2,0 7-40,0-4 0,-2 9-195,-3 2 0,2 4-149,-6 6 0,4 1-139,-5 4 0,6-2 85,-6 7 0,5 1 40,-4 8 0,6-3 202,-2 3 0,-1-4 151,1 0 0,0 4-159,5 0 0,0-1-21,0-3 1,0-1-71,0 0 1,2-1 35,3-4 1,3 2 2,6-6 0,2 4 22,2-4 0,0 0-41,6-5 1,-1-2 29,6-2 1,-1-4 33,1-6 0,-6-2-9,1-3 0,-2 1 98,2-5 1,-4-1-72,-5-4 1,-6 4-17,0 0 1,-5 7 75,0-2-32,-2 3-26,-2 8 0,-6 2-188,-4 6 0,2 0-238,-1 0 1,-1 6 121,-4 4 1,5 2-32,-1 3 0,7-6-430,-2 0-434,4 1 415,1 4 497,6 0 0,7-6 158,6-3 1,1-3 14,-1-2 1,-2 0 273,7 0 0,-7-2 12,2-3 0,-3 4 236,-2-4 1,1 2-119,-1-2 0,-5 3 669,1-2-517,-7 2 1,8 4-104,-6 2 1,0 0 16,-5 5 1,0 1-206,0 4 1,0 0-54,0 0 1,0-4-127,0-1 0,0 1-584,0 4 234,0 0 0,1-1-448,4-4 1,-2-2-238,7-7 641,-1 0 1,5 0 304,0 0 0,1-7-18,-1-2 0,0-5 28,0-5 1,1 3-14,-1-3 0,-2 3 216,-2 2 0,1 4 4,-6 1 0,4 4 7,-4-4 1,1 5-280,-1 0 287,-3 2 1,9 8 247,-7 4 0,3 3-166,-3 1 1,0 0 17,5 0 1,-1 5-130,1 0 1,4 0-49,-4-5 1,4-1-106,1-4 1,1 2-278,-1-6 0,-5 5-122,1-6 1,-1 1 209,5-5 0,1 0 108,-1 0 0,-5-6-63,1-4 0,-5-9 32,4-4 0,-6-4 12,2-2 1,1 3 34,-1 2 0,0-1 104,-5 6 1,0 0-4,0 5 297,0-1-121,0 7-1103,0 2 288,0 6 325,0 0 1,0 6 108,0 4 1,6-2 14,4 1 1,2-4-10,2 4 1,1-5-26,-1 0 1,0-2 155,0-2 1,0 0-72,1 0 0,-1 0 261,0 0 0,0 0 43,1 0 0,-6 0 416,1 0-200,-7 0-175,9 6 0,-10-3 55,3 7 1,-4-5 285,-1 4 0,0 1-74,0 4 1,0-5-100,0 1 1,0-1-373,0 5-382,0 1-45,7-1 1,-4-1 213,6-4 1,-1-1-36,2-3 0,2-4-38,-2 4 0,2-5-60,3-5 1,-1-3 8,0-6 1,5 0 200,0 0 0,0-5 20,-5 0 0,0-5 46,0 5 0,1 2 147,-1 7 0,-5-2-58,1 2 180,-1 4-219,6 0 108,-1 6 1,-2 1 146,-2 4 1,1-2-46,-6 6 1,1-5 58,-1 0-202,-4 4-108,12-6 0,-11 6 109,2-4-37,4-2 53,-6 4-74,4-12 1,-6 3-178,0-7 0,0 6 105,0-6 0,-1 7-120,-4-2 1,2 4-31,-7 1 0,1 0-54,-6 0 0,6 0 169,0 0 0,-1 1 24,-4 4 1,4 1 14,1 4 0,6 2 8,-2-2 1,-1 3 559,1 1-247,0 0 0,11 0-7,4 0 0,4-1-80,5-3 0,3 1-58,7-7 1,-1 1-85,1-5 1,4 0-147,0 0 1,0-5 121,-4 1 0,-1-12-161,0 2 1,-6-5 9,-3 0 0,-3-2 11,-2-3 0,-4-1-115,-1 6 1,-5 0 211,0 5 1,-4 6 73,-4 3 0,-4 4-137,-7 1 1,-3 1 3,-1 4 0,0 5 90,4 9 1,-2-2 147,3 7 0,-2-7 67,11 2 0,1 2-25,4-2 1,1-1-46,4-3 0,3-1-152,6 0 1,6-6-85,4-3 0,8-4-103,1-1 1,0 0-362,-4 0 0,-1-6-205,0-3 1,-4-6-1663,0-4 2410,-7-3 0,-15-31 0,-12-7 0</inkml:trace>
  <inkml:trace contextRef="#ctx0" brushRef="#br0">19934 5089 7874,'-15'-7'0,"1"2"0,5-1 3865,-1 1-2746,7 0-2413,-9 5 1294,10 0 0,8 19 0,10 5 0</inkml:trace>
  <inkml:trace contextRef="#ctx0" brushRef="#br0">21355 5459 7747,'0'8'3387,"0"-2"-1984,0-6 633,0 0 1,5-1-2048,0-4 0,6-4-106,-1-10 0,7-4-227,2-5 0,5-7 141,-6-3 1,6-4-178,-5-6 0,0 9 104,-5-4 1,-4 15-23,-1-1 0,-6 10 194,2 0 1,-5 5 288,-5 5 0,-2 2-49,-8 7 1,-4 7-34,0 2 0,-1 5-50,1 5 0,3-1 50,-3 5 0,3 1 89,2 5 0,5-6-104,-1 1 1,7-2-10,-2 2 1,4 3 6,1-4 1,1-2 16,4-2 1,3-3-323,6-2 1,7-2-100,2-2 0,6 1-133,4-6 1,-3-1 136,3-4 0,-3-4-11,-1-1 1,-3-6 124,-2 1 0,-3-2 13,-7-2 0,-1 4 94,-4 1 343,-3-1 0,-6 1 972,0-1-495,0 7-148,0-3-288,0 6 0,-4 1 13,-1 4 1,-1 3-72,1 6 0,3 5 73,-2 0 1,2 6-59,2-1 0,0 3 65,0 1 0,0 1-110,0-1 1,0 1-117,0-1 0,0 0-179,0 1 0,0-2 72,0-4 0,0 4-238,0-3 0,-5-3 106,0-2 1,-6-5-12,2-5 1,-4 2 71,-1-6 1,0 0 53,0-5 1,-5 0 226,0 0 1,-5-2-75,5-3 0,0-4-110,5-10 1,0 2-147,-1-7 1,8 0-235,2-4 0,5-5 25,5-1 1,4 1-214,10 5 0,3-1 96,7 1 1,5 0 117,4-1 1,2 2 31,-2 4 1,3-3 162,-3 7 1,-4 0-1,0 5 0,-6 5 12,-4-1 0,-4 2 167,-6-1 5,1 3 417,-7 6-281,-2 0 0,-6 1 77,0 4 73,0-4 1,5 12-60,-1-3 1,1-3 36,-5 3 1,5-5-151,0 4 0,1-4-32,-1 4-186,-4 1 0,10-1 156,-6 1-40,0-7-285,-5 10 414,6-12-173,-4 5-31,4-6 217,-6 0 577,0 0-682,0 7 191,0-6-116,0 12-36,0-5-109,0 6 0,0-4 4,0-1 1,2-4-20,2 4 0,-1-6-119,7 2 1,-2-2 19,1 2 0,4-3-139,-4 2 0,6-2-78,4-2 0,-4-6 80,4-4 0,-3-2 193,-2-3 0,1 1-13,-1 0 1,0-2 96,0-3 1,-1 3-89,-4-3 177,4-3 0,-11 6-59,2-2 1,-2 6 299,-2 3-384,0 6 1,0-2-76,0 10 1,-5 3 215,0 6 0,-4 5-5,4 0 0,-1 1 187,1-1 0,4-3-132,-4 3 1,3-3 77,2-2 0,7 0-202,2 1 1,0-3-52,6-2 1,-4 1-38,8-7 1,1 1-191,-1-5 0,5 0-133,-5 0 1,0-6 160,-5-4 0,0-2 75,0-2 1,1-5 3,-1 0 1,0-7 83,0 3 1,1 1-10,-1-2 0,-5 6 113,1 0 0,-1 3-121,5 6 0,-4 3 12,-1 6 48,1 0 0,4 0 2,0 0 1,-6 1-1,-3 4 0,1-2 50,-1 6 17,0-5 170,-5 8-132,0-10 526,0 4-215,0 0-438,0-4 5,-7 4 1,0-6-88,-8 0 1,0 5 113,-4 0 0,3 6-155,-3-2 0,3-1 104,2 2 0,0-1-90,-1 5 33,1 1 0,1-1 36,4 0 1,-2 0-249,6 1 1,0-6 28,5 0 1,7-5 19,2 0 0,5-2 95,5-2 0,-1 0 5,6 0 1,-7-2 41,2-2 0,0-4 173,-5-6 1,3-1 0,-7 1 0,1-5 234,-2 0 0,2 0 218,-6 5 0,2 0 65,-3 0-295,-2 6-199,4-5 1,-6 13-12,0 0 1,0 6 169,0 9 1,-5 4 97,1 0 1,-1 1-198,5-1 1,0-3-14,0 3 0,5-3-410,-1-2 1,7-5 1,-1 1 1,3-6-140,1 6 1,2-7 217,3 2 1,-2-5 7,7-5 1,-7 2 6,2-7 0,-2 1 72,2-5 1,-6-2 211,6-3 0,-11 8-78,6-3 1,-3 3 310,3-4 0,-4 6 157,-1 0 21,-6 5-338,10-2 1,-10 6 38,7 0-52,-7 0-48,10 0-106,-6 0 1,3 5-153,-1 0 0,-4-1-593,5-4 288,-7 0-16,9 0 378,-10-6 1,4 3-19,-6-7 1,0 6 12,0-6 1,0 5-75,0-4 68,-6 6 171,-2-10 0,-1 11 47,-1-2 0,5 2-50,-4 2 0,4 0 73,-4 0 0,4 0-85,-5 0 0,7 2 124,-1 2 0,0-2-19,0 3 26,2 3 0,-4-5 53,6 6 1,-2-4 170,-3 5-39,4-7-262,-5 9 0,7-5-3,4 2 1,1 4-35,4-4 0,2-1-3,-2 2 0,2-6-4,3 6 0,0-5-121,4 4 1,-3-1 98,3 1 1,-3 2 20,-2-6 0,0 5-147,1-6 0,-6 6 92,1-5 1,-6 1-167,6-1 84,-7-4-24,3 6 211,-6-7-153,0 0 1,5-8-210,0-6 1,6-2-131,-2-8 1,4 5-416,1-5 1,5-4 375,0-5 1,2 4 267,-2 6 1,-4 5 189,4-1 1,-1 5-10,1 5 1,-8-2 279,3 6 0,-3 2 283,3 7-401,0 4 0,1 7 266,-1-1 1,-6 0-165,-4 0 1,3 0 58,-3 1-357,1-1 0,-5-5-423,0 1 289,0-7 110,0 3 463,0-6-381,0 0 0,-6-1-468,-4-4 0,-2 3 137,-2-2 0,-5-3 1,0 3 1,-7-1 202,3 5 1,-4 0 14,-2 0 1,6 5 33,-1-1 0,7 7-26,-2-1 1,3-2-124,2 1 1,6 1 87,3 4-95,3 0 0,9-1 24,2-4 1,10-1-92,5-3 1,3-4 171,1 4 1,1-5-33,-1-5 0,-1 2 351,-3-6 0,1 1-157,-6-2 0,0-2 356,-5 2 0,0-1-227,0 2 1,-4 1 529,-1 3-165,-5 4 45,2-6-321,-6 7 1,-5 7 662,0 2-878,1 4 0,-1 1-261,0 0 0,0-4-380,5-1-101,7-6 1,1 8 161,6-6 0,0 0 78,0-5 0,1-2 1,-1-3 1,0 2 161,0-6 1,0-1 224,1-4 1,-3 5 88,-2-1 353,2 1 0,-8 1 418,5 3-455,-6 3 0,5 2 129,-3 0 1,-4 2-79,4 3 0,-3 3 125,-2 6 1,0-5 48,0 1-479,0-1 0,0 6-265,0-1-298,0-6 0,0 0 180,0-4-71,0-2 0,0 3-363,0-10 1,0 2 328,0-7 0,1-4-34,4-5 1,-2-1 87,7 1 1,-1 3 91,5-3 0,5 3 171,0 2 0,0 6 228,-5 3 0,5 4 250,0 1 1,0 0-258,-4 0 0,-1 1 333,0 4 1,0 3-164,0 6 1,-1 0-29,-3 0 1,2 1-97,-2-1 0,2 0-224,3 0 0,-1-4-49,0-1 0,2-6-357,3 2 0,-3 1 168,2-1 1,3-2-169,-2-7 0,0-4 157,-5-6 1,0-2 112,1-3 0,-3-3 207,-2-7 1,-2 1-166,-4-1 1,-2-1 39,3-3 1,-5 3-7,-5-3 0,-1 3-84,-4 2 1,-3 1 62,4 3 1,-2 3-39,1 7 118,-2 6 1,5 0-287,-2 4-218,3 2 376,-1 2 0,6 8-72,-4 6 0,3 0 562,2 1 1,0 4-208,0 0 1,0 6 436,0-1 0,0 1-192,0-1 1,0 1-1,0-6 1,5 6-156,0-1 0,1-4-202,-1-1 1,1 2 175,4-2 1,2 1-148,-2-1 1,3-8-220,1 3 0,2-7 84,3 2 1,3-6-146,6 2 1,-4-3 81,-1-2 1,1-7 3,5-2 1,-1-4 130,0-1 0,-4 0 20,0 0 0,-7-5 4,2 0 0,-5-2 11,-4 2 0,1 3 18,-6-2 0,-1 2 23,-4 2 0,-1 4-220,-4 1 1,2 5-128,-7 0 0,1 2-267,-5 2 0,-5 2 219,0 2 0,1 4 2,9 7 1,-4 0 233,4 4 0,3-3 256,1 3 0,-1-2-168,1 2 1,0-3 100,5 3 0,6-3 339,4-2 1,2-1-132,3-4 0,4 2 12,0-6 1,6 4-119,-1-4 1,2 0-107,3-5 1,-1-6-7,1-4 1,-1-2-152,1-3 0,-1-4 62,0 0 0,1-6-138,-1 1 1,-6-1 57,-3 1 0,-4 4 76,-6 6 0,-3 0-120,-6-1 1,-1 6-50,-4-1 1,-4 7-229,-10-2 1,1 5 50,-5 5 0,5 3-89,-1 6 0,3 1 228,2-1 0,5 2 41,-1 2 0,7 0 453,-2 6 1,4-7-212,1 2 1,1-3 310,4-2 0,0 0-151,9 0 0,-1-1-9,10-4 1,-4-1-82,5-3 0,-2-3-163,2 2 0,1-4-209,-6-4 0,5-4-459,-5-6 0,4-1-630,-4 1 1,0-5 1299,-4 0 0,-28-15 0,-11-8 0,0 0 0,-1-1 0</inkml:trace>
  <inkml:trace contextRef="#ctx0" brushRef="#br0">24085 5260 7806,'15'0'692,"3"-2"176,1-2 1,7 1-427,-3-7 1,6 7-35,4-2 0,2-1-682,3 1 1,-4 0 273,-5 5 0,-13-12 0,-4-4 0</inkml:trace>
  <inkml:trace contextRef="#ctx0" brushRef="#br0">19834 5871 7894,'0'-8'3959,"0"-4"-2146,0 10-796,0-4 0,2 6 234,3 0-354,-4-6-580,5 4 0,-7-3 90,-4 10 1,-3-2-128,-6 7 1,-2-1-1,-3 5 0,-4 5-201,-11 0 1,3 7-5,-7-3 0,0 3-75,-5-3 1,1 4 6,-1-3 1,0 6-278,1-2 1,1 2 145,3-11 0,0 5-130,9-5 0,-1 0-161,11-5 0,0-5-123,5 1 226,6-7 411,2 3 254,6-6 1,0-1-343,0-4 0,2-3-206,2-6 1,-2 0 133,3 0 1,-4-1-141,-1 1 0,5 0 158,0 0 0,-1 4-21,-4 1-254,0 6-128,0-10-203,0 11 614,0-4 1,0 12 330,0 4 0,0 2-115,0 3 0,0-1 36,0 0 1,2-1-80,3-4 1,1 4 146,4-4 0,2 2-122,-2-1 1,2 1-50,2-6 1,5-1-918,0-4 0,2 0-279,-2 0 1,-3 0-764,3 0 0,-4-4 768,0-1 1077,-1-6 0,-32-16 0,-7-11 0</inkml:trace>
  <inkml:trace contextRef="#ctx0" brushRef="#br0">17318 6568 8033,'0'-14'1543,"-7"0"0,4 4 171,-6 1-1160,6 5 1,-10-7 340,3 7-721,-2-1 1,-4 6-164,-3 4 1,3 3 47,-3 6 1,-1 7-133,1 3 0,0 2 160,5 3 0,1 6 47,3 3 0,-1-2-74,7 2 0,-1-2-44,5 2 0,0 0-116,0-10 1,6 2 3,4-11 0,2 0-222,3-5 1,-1-6 158,0-3 0,2-5 103,3-5 0,-2-3 4,7-6 0,-7-6 55,2-4 0,-1-1 118,1 1 0,-8-3-43,3 4 1,-5 2 237,1 2 1,1 3 127,-6 2 123,-1 0-601,-4 6 0,0 3-197,0 10 1,-4 4 445,-1 10 1,-1-1 105,1 5 1,3-4 83,-3 5 1,-1-5-172,1 5 1,1-5 99,4 4 0,0-5-280,0 1 1,1-4-237,4 0 0,-2-6 93,7 1 1,-1-7-373,5 2 1,1-4-56,-1-1 0,2-6 178,2-4 1,-2-7 135,3-2 1,2-6 0,-2 1 0,0-3 265,-5-1 0,-5 4 64,1 0 0,-5 7 282,4-2 1,-6 3 670,2 2-748,-3 6 0,-9 2-46,-2 6 1,1 0-151,-2 0 1,1 1-82,-5 4 1,1 3 66,4 6-338,-4 0 0,7 1-341,-4-1-597,4 0 790,6 0 0,6-1-116,4-4 0,2-2 359,2-7 1,2 0-31,3 0 0,-3 0 99,3 0 0,-2 0-53,2 0 306,-3 0 0,5 4 107,-7 1 0,-5 5 354,1-6 0,-7 7 355,2-1-255,-4 3 0,-1 1-298,0 0 1,0 0-254,0 0 0,-4-4-156,-1-1 0,0-4-426,5 5-345,0-7 1,2 8 255,2-6 1,0-1-335,5-4 1,1-6 176,4-3 0,5-4 134,0-1 1,0-2 508,-5-3 1,5 2 117,0-7 0,-2 5 41,-7-5 0,2 7-48,-2-2 0,-2 3 184,1 2 0,-6 4 228,2 1 319,-3 6-1672,-2-4 738,6 7 0,-3 5 160,7 0 1,-3 6-132,3-2 0,3 3-4,-4-3 1,4 4-48,1-4 0,-5-1-119,1 1 1,-2-4-145,1 5-201,4-7 1037,-5 3-154,0-6 109,-2 0 1,-6-1-111,0-4 1,0 2 78,0-7 1,-5 5-170,0-4 0,-6 4-60,2-4 0,-4 6 58,-1-2 1,0 3-274,0 2 0,-1 0-287,1 0 1,2 2 194,2 3 1,-3 3-87,4 6 0,1 0 53,-1 0 0,5 0-59,0 1 0,-3-1 21,3 0 0,1 0-210,7 0 1,4 1 86,6-1 1,5-1-23,0-4 0,7 2-92,-3-6 1,4 0-18,2-5 1,2-5 336,-2 0 0,2-6 136,-7 2 1,1-9 197,-1-1 1,-4-1 37,-5 1 0,-1 3 295,0-3 1,-6 8 40,-3 1 291,-4 1 395,-1 1-335,0 2-891,0 6 0,-5 1-17,1 4 1,-1-2 24,5 7-477,-6-1-1109,4 5 1131,-4 1 1,12-3-170,4-2 1,2-4-421,2-6 1,1 5 397,-1 0 0,0-1 380,0-4 0,1-1 114,-1-4 497,0 3 199,0-10 105,0 10 1,-4-4 117,-1 6 425,-5 0-256,2 0-551,0 0 1,-3 5-410,7-1 1,-1 6-106,6-5 1,-1-1-261,0-4 1,0 0 67,0 0 1,5 0-132,0 0 0,2 0 407,-2 0 0,-3-6-90,3-4 0,-8-2 332,-2-2 1,-1-2-133,1-3 1,3-3 145,-8-7 0,1 1-40,-5-1 0,0 1-115,0 0 0,0 1-19,0 3 0,-2 4-132,-2 5 192,2 1-230,-4 6 1,4 2-216,-3 6 1,4 6 250,-4 4 1,2 4 410,-2 5 1,4 1-64,-4 4 1,3 3 141,2-3 1,0 2-154,0 3 0,0-2-80,0-4 1,2 3-106,3-7 1,-4 1-120,4-1 1,1-8-37,-1 3 198,0-3-1015,1 4 548,-4-7 1,6-2-276,-4-6 426,-2 0 1,6-5 84,-3 0 1,-4-1 52,4 1 326,3 4 60,0-12 1,1 10 42,1-6-304,-7 5 0,5-7-225,-4 7-268,-2-1 1,6 3-965,-3-2-54,-4 2 0,7-4-945,-3 6-981,-4 0 3330,6 0 0,-7 6 0,0 2 0</inkml:trace>
  <inkml:trace contextRef="#ctx0" brushRef="#br0">18953 6582 8011,'0'-20'-23,"0"4"12,0-3 0,0 3 1135,0 2 1663,0 6-1515,0-5-695,0 12 1,-2 2 102,-3 14 1,4 0-261,-4 9 0,3 1 375,2 9 0,-4-4-234,-1 3 0,0 1-100,5 0 0,0-1-262,0-5 0,0 1-132,0-1 1,0-1-333,0-3 1,0-4-517,0-6 0,2 1-3647,3-1 3194,-4 0 0,7-6-174,-3-3 0,-4-5 535,4-5 0,-3-5 334,-2-8 0,-7-3 539,-2-3 0,1-3 0,-1 4 0,4 2 16,-5 2 1,6 3-44,-6 2 1,7 0 2455,-2 0-1076,4 6 170,1-5 0,6 12-652,3-4 0,4-1-326,1 1 1,5 0-241,0 5 1,2 0-64,-2 0 0,1 0-388,4 0 1,1-1 200,-6-4 1,6 3-1298,-1-2 1,-3 2-390,-2 2 1631,-4 0 0,-32 6 0,-8 2 0</inkml:trace>
  <inkml:trace contextRef="#ctx0" brushRef="#br0">19834 6781 8080,'-1'-14'0,"-4"0"0,2 0 991,-7-1 1,5 3-99,-4 2 0,4 2 115,-4 4 0,4 2-250,-4-3 0,4 4 201,-5 1 1,6 0-458,-6 0 1,1 0 27,-6 0 0,-4 6-46,1 4 1,-3 2-290,2 2 1,2 1-194,-7-1 0,7 2-84,-2 3 0,3-4-278,2 4 1,4-1-86,1 1 0,6-4-614,-2 4 1,3-3 596,2-2 0,11-4 10,3-1 0,10-1-117,0 2 0,3 1 191,1-6 1,-4 1 232,0-1 0,-7-2 91,2 6 391,-3-6 258,-2 10 75,-6-5 0,-10 1-369,-12 1 1,-2-7 36,-8 2 1,1 1-301,-6-1 0,3 0 125,2-5 0,2 0-234,3 0 1,3 0-11,-3 0 0,8-2-170,1-3 183,7 4 1,-3-7-427,6 3 385,0 3 1,2-4 100,2 6 1,4-5 157,6 1 1,1-3-6,-1 3 0,5 0 8,0-5 0,4 4-341,-4-4 1,7 4-278,-3-4 0,-1 1 205,2-2 1,-2-2-18,2 2 0,1 2 210,-6-1 1,2 5 103,-2 0 0,-8 2 1013,3 2-699,-3 0 1,-1 0 69,-1 0 0,-6 6 49,2 4 0,-4-2 241,-1 1 0,0 1-204,0 4 0,0 0 92,0 0-532,0 1 0,0-1-227,0 0 0,5-4-770,0-1 1,6-6 358,-1 2 1,2-3-94,2-2 0,1-2 124,-1-3 0,0-3-130,0-6 1,-4-2 398,-1-3 0,-1-1 363,2-4 0,-3-1 101,-2 6 1,-3-2 480,3 2 0,-4 8 421,-1-3 1,0 8 37,0-4-828,0 7 1,-5-2-21,1 10 0,-1 8-208,5 6 1,0 4 175,0-4 1,0 5-17,0-5 0,5 5-269,-1-5 1,7 4-205,-1-4 1,3 0-585,1-4 1,5-3 275,0-2 0,6-4 36,-1-6 0,-2 0 96,1 0 1,-4-2-218,5-2 0,-7-9 344,2-6 0,-4-6 408,-6 1 0,2 2-56,-6-2 0,0 2 294,-5-2 1,0 4 282,0 6 1,-2 1-172,-3 4 1,-3 1-5,-6 3 0,0 3-219,0-2 1,4 7-35,1 2 0,1 6 65,-2-2-361,-2 4 0,10 1-28,-2 0 1,8-4-510,6-1 1,2-4-58,3 4 1,4-5 304,0 0 0,6-2-101,-2-2 1,0 0 214,0 0 0,-5 0 125,1 0 0,-4 0 113,0 0 0,-6 5 460,1-1 0,-7 3-22,2-3 0,1 0 561,-1 5 0,-1-4 719,-4 4-693,0 1-813,0 4 0,0 0 150,0 0-268,0-6 0,0 0-188,0-3-400,7-4 0,1 4 97,6-10 0,0 2-323,0-6 1,0 4 166,1-4 1,-1-1 223,0-4 1,-1 0 158,-4-1 1,4-3 62,-4-1 0,-2-5 215,-3 5 1,3-5-99,-3 5 0,1-4-19,-5 4 1,0-5 166,0 5 398,0 0 354,0 5-493,0 6-298,-6 2-42,4 6-40,-4 0 0,1 1 47,0 4-41,1-4 1,4 7-41,0-3-65,0-3 48,0 4 0,-2-6-207,-3 0-52,4 0 1,-6-2 195,7-2 1,0-4-58,0-6 182,0-1 1,0 1-170,0 0 773,0 0-97,0 0-326,0 6 0,0 3 30,0 10 0,0 4 290,0 10 0,0 0-98,0 9 1,0-1 56,0 11 0,-4-6-209,-1 1 0,0 0-100,5-4 1,0 2-113,0-7 1,5 1-275,0-1 0,6-8-658,-2-7 0,1-6 230,4 2 1,-3-3-79,8-2 1,2-11 273,-3-4 0,8-4-48,-3 0 0,0-1 148,0-4 1,1-1 49,4 6 1,1-5 96,-1 5 1,-1 2 83,-3 7 514,-4-2 103,-5 10 459,-8-4-103,0 6-72,-7 0 0,-2 0 104,-3 0-389,-2 0 1,-8 0-250,1 0 0,5 0-276,-1 0 0,-1 0-454,-8 0 0,3 5 194,-3-1 0,-1 7-83,1-1 0,0 1 126,5-2 0,0 6 82,-1-1 0,3 0 120,2 5 0,-1-3 186,6-2 1,1 2-104,4 3 0,6-5 142,3 0 1,4-1-236,1-8 0,7 4-110,3-4 1,2 0-268,3-5 0,4-7 145,0-2 0,2-4-51,-2-1 0,-3-7 40,3-2 0,-3-4 36,-1-2 0,-7-1 121,-3-3 1,-5 3 156,-4-3 0,-4 5 39,-6 4 0,0 3 125,0 7 1,-11 6 336,-3 4 1,-4 4-243,4 4 0,0 4 100,0 6 0,1 7 92,3 3 0,-1-2 237,7 1 0,-1 1-220,5 5 1,0-3-81,0-2 0,0-2-367,0-3 0,0-3-175,0 3 0,5-8-350,-1-2 0,7-5 215,-1 0 0,-2-2-299,1-2 1,1-2 244,4-2 1,-5-1-141,1-9 1,-5 3 149,4-8 1,-1 3 151,2 2 0,1-1 110,-7 1 0,6 5 175,-5-1 137,6 7 1,-4-3 490,8 6-49,-1 0 1,0 4-314,0 1 1,1 5 163,-1-6 0,0 6-536,0-5 1,0 4-488,1-4 0,-1 0-2166,0-5 799,0 6 929,1-4 1,-8 2-128,-2-8 0,-3-4-259,-2-7 0,-8 1 495,-6 0 1,-8-5-180,-12 0 0,-7-5 965,-6 5 0,-8 0 0,-2 5 0,-6 2-178,-9 2 1,32 6 0,-2 2 177,0 1 0,-1 2 0,2-1 0,0 0 0,-35 0 0,10 6 444,4 4 0,13-3 2119,11 3-1393,16-7 1,19 3 362,12-6 1,7 0-848,13 0 1,7-4-71,7-1 1,-1-6-1019,6 1 0,-4 3 228,-1-3 0,-7 7-471,-3-2 1,-3 4-267,-2 1 0,1 0-3219,-1 0 4130,-6 0 0,-1 25 0,-7 6 0</inkml:trace>
  <inkml:trace contextRef="#ctx0" brushRef="#br0">18043 7520 7986,'-5'-15'95,"0"-4"1,-4 3 382,4-3 847,0 10 1667,5 2-2132,0 7 0,0 2-170,0 3 0,0 4 161,0 10 1,0-2-320,0 7 1,0 0-86,0 4 1,0 1-81,0-1 0,0 0-142,0 1 1,0-1-177,0 1 0,-4-2 99,-1-4 0,0 3 77,5-7 0,-1 1-658,-4-1 0,3-8-2283,-3 3 1101,4-9-598,1 1 1430,0-6 1,0-6-122,0-3 0,0-10 287,0-5 0,0-3 174,0-1 0,0-7 345,0-3 0,0 2 164,0-2 1,0 5 241,0-5 0,0 6-89,0-1 0,1 8 193,4 1 0,3 7-75,6-2 1,5 4 347,0 6 1,5 3-199,-5 6 0,5 0-18,-5 0 1,-1 6-242,-3 3-74,-1 4 1,-6 1 61,-3 0 1,-4 1 31,-1-1 0,0-5 91,0 1 0,-1-2-156,-4 1 1,-1 4-134,-4-4 0,-3-1-123,4 2 1,-4-6 179,-1 6-845,-6-7 0,4 8-122,-3-6 0,8 4-502,1-4 1,7 1-413,-2-1 689,-3-3 0,8 4 564,0-6 1,7 0 520,7 0 0,0-2 0,0-2 0,5 1 0,0-7 0,5-1 0,-5-8 0,5 3 230,-5-3 1,0 3 362,-5 2 1,0 2 261,0 2 1,-1-2 2327,-4 2-1452,-2 4-66,-1-7-1164,-4 12 1,4-4-180,-6 10 1,-5 2 57,0 8 0,-4 4-148,4 0 0,-4 4-52,4-4 1,0 2-198,5-2 0,0-4-289,0 4 1,2-3 19,3-2 1,2-1-405,8-3 0,5 1-21,4-7 1,3 0 235,1-9 0,2-3 77,3-6 0,-3-2 234,4-3 1,-4-3 224,-2-7 0,-7-1 158,-7-3 0,-2 3 491,-7-3 1,0 8-310,-5 1 0,-11 7 96,-3-2 0,-8 9-428,3 5 0,-8 4 124,-2 1 0,6 6-189,-6 4 0,5 4-42,1 5 1,2-3-212,7 3 1,0 1 105,0-1 1,6 0-29,3-5 1,3 0-161,2 1 0,2-1 108,3 0 0,3-6 33,6-3 1,6-4 89,4-1 0,8 0-141,1 0 0,2-1 121,-2-4 1,-2-3 35,7-6 0,-1 0 40,0-1 0,-2 3 213,-6 2 1,-1-1-1,1 7 1,-7-1 220,-3 5 1,-4 0 397,0 0-526,-1 0 0,-2 1 10,-2 4 0,-4-2-64,-6 7 0,0-5-76,0 4 0,-1-4 93,-4 4 1,2-4 100,-7 4 0,1-4-280,-5 5 0,-1-2-164,1 1 1,-5 2-396,0-6 0,-4 4 279,4-4 1,0 5-141,4-6 1,1 1 142,0-5 0,0 5-139,0-1 30,6 1 334,1-5-48,7 0 1,0-1 217,0-4 1,7 2-37,2-7 0,4 6 77,1-6 0,2 2-112,3-1 0,1-4-127,4 4 1,3-4-214,-3-1 0,2 1 57,3 4 0,-5-4-205,-1 3 1,1 3 242,4-3 0,-1 7 54,-3-2 0,-4 4 292,-5 1 0,-1 0-93,0 0 0,-6 1 279,-3 4 1,-4-2-25,-1 7 1,0-6 50,0 6 0,0-1-90,0 5 0,0-4 178,0-1-318,-6 1 0,-2 4-25,-6 0 0,0-4-169,-1-1 0,1-1 98,0 2 0,-5 1-287,0-7 1,0 6 64,5-5 1,1 1-303,4-1 311,-4-4 67,5 6-85,0-7 0,2-2-116,6-3 1,2 2-247,2-6 0,0 1 204,5-2 1,0-2 49,6 2 0,4-2 131,0-3 0,0 3 172,-5 2 0,0-2-180,0 2 1,0 2 120,1-1 0,-6 4 515,1-4-351,-1 5 0,4-4 36,-4 4 0,-1 2 25,-3-3 245,-4 4-87,6 1 66,-7 6-334,0 2-39,0 6 0,0-4-25,0-1 1,0-4 35,0 4-247,0-5 94,0 8 1,0-9-316,0 7 113,0-7 29,0 3 0,0-4-220,0 3 111,0-4 1,1 6-259,4-7 139,-3 0 0,4 1-679,-6 4 0,2-4-92,2 4-1139,-2-3 2391,4-2 0,13-19 0,5-5 0</inkml:trace>
  <inkml:trace contextRef="#ctx0" brushRef="#br0">19280 7520 7986,'0'-14'579,"0"0"1,0 5 209,0-1 0,0 5 2385,0-4-2119,0 6 0,0-5 61,0 3-25,0 4-613,0-6 0,0 14-16,0 2 1,0 4-135,0 1 0,0 2-48,0 3 1,0-4-158,0 4 0,0-1-139,0 1 0,-5-4-188,0 4 1,0-8 214,5-1-1915,0-1 0,-1 4-1346,-4-3-517,4 2 2692,-6-10 1075,7 4 0,5-57 0,3-37 0,-3 30 0,0 0 0,1 0 0</inkml:trace>
  <inkml:trace contextRef="#ctx0" brushRef="#br0">19280 7250 7986,'-10'-9'1140,"1"-1"1,4 3 48,-4-3 1,4-1 3534,-5 6-3791,7-6 1,-5 5 636,4-4-4666,2 4 2497,-4 6 0,7 0-765,4 0 0,3 2-2,6 2 0,5 3-2216,0 2 3582,6 4 0,23 20 0,12 13 0</inkml:trace>
  <inkml:trace contextRef="#ctx0" brushRef="#br0">19550 7350 11996,'8'0'7749,"-2"0"-7066,-6 0 1,0 1-582,0 4 1,0 3 65,0 6 1,0 2-66,0 3 0,-5 3-42,1 7 0,-3 1-120,3 3 1,0-2 22,-5 7 1,6-6-451,-2 1 1,-1-4-55,1-6 0,0-2-315,5-7 0,-5 0-203,1 0 584,-1-6 460,5-1-112,0-26 0,0 6 58,0-15 0,6 4-23,4 0 1,2-1 255,3 6 1,-1 0 0,0 5 0,0 4 22,0 1 0,1 6-363,-1-2 138,0 3 0,0 2 251,1 0 1,-6 7 35,1 2 1,-7 4 20,1 1 1,-2 0 2,-2 0 1,-6 1 164,-4-1 1,-2 0-253,-3 0 1,-4-4-281,0-1 1,-4-1-461,4 2 1,0 1 325,5-7 1,-1 1-396,1-5 1,5 5-228,-1 0-57,7-1 609,-10-4 1,13 0 194,0 0 0,2-1 92,7-4 1,6 2 332,4-7 1,6 1 12,-1-5 1,-2 0-143,1-1 0,3-4-12,7 0 0,-3-6-62,3 1 0,-3-7-38,-1-2 1,-1-5 16,0 5 1,-5-1-43,-5 6 0,-8 1 156,-5 3 71,-4 4 0,-7 12-105,-4 3 1,-8 5-62,-6 5 1,-1 4-327,1 10 1,-1 4 71,6 5 1,0 0 151,4 1 0,6-1 65,-1 1 0,7-1-33,-1 1 1,2-6-12,2 1 0,6-5 193,4 5 0,4-7-79,5 2 1,-2-10-21,7-4 0,0-3-32,4-2 0,-4 0-45,0 0 0,-2-7-152,1-2 1,4-5 93,-3-5 0,-4 3-139,-1-3 1,-3-2-43,-2 3 1,-4-6-510,-1 5 511,-5-6 0,2 9 140,-6-3 1,0 8 271,0 1-174,0 7 439,-6-3-446,-2 6 1,-7 1 3,1 4 1,5-2 22,-1 7 1,6-1-49,-6 5 0,5 1-43,-4-1 1,6 0 63,-2 0 0,3 1-12,2-1 1,0 0-60,0 0 0,7 4-3,2-4 0,-1 8-161,2-8 0,4-1-277,5-4 0,4-6-6,-4 2 0,7-3-240,-3-2 0,4 0-958,2 0 1,-3-2 167,-2-3 1500,3-2 0,-11-52 0,4-10 0</inkml:trace>
  <inkml:trace contextRef="#ctx0" brushRef="#br0">20460 7464 7979,'-2'-10'674,"-3"1"0,4 4-18,-4-5 0,4 6 421,1-6 1,1 5-487,4-4 0,3 1-33,6-1 1,2-2-92,3 6 0,-2-5-228,7 6 0,-2-3-221,2 3 1,-2 2 37,-3-3-153,-3 4 0,2 2-23,-8 4 0,-4 4-252,-6 10 1,-6-1 31,-4 5 1,-8 1-255,-6 5 0,-3-1-1045,-1 0 0,-6 2 1639,1 4 0,-1-2 0,-3 4 0,-1 5 0,0 0 0</inkml:trace>
  <inkml:trace contextRef="#ctx0" brushRef="#br0">20389 7819 7973,'8'21'0,"3"-6"313,-7 4 1,3-4 489,-3-6 0,-2 4 1556,3-4-431,-4-3 121,-1 7-2126,0-11 0,0 6-1573,0-4 1507,-6-2 143,4 4 0,2-12 0,8-2 0</inkml:trace>
  <inkml:trace contextRef="#ctx0" brushRef="#br0">23943 5900 8213,'0'-22'0,"-1"1"235,-4 7 1,3 0 1001,-3 0 34,4-1 465,1 1-78,-6 6-637,4 2-114,-4 6-609,6 0 0,0 1 267,0 4-201,0-3-304,0 4 0,1-4 103,4 2 1,-2 0-33,7 5 1,-6-4-59,6 4 0,-1-4 45,6 4 1,-1 1 94,0 4 0,0-3-57,0 3 1,1-6-1,-1 11 0,2-6 14,3 6 0,-2-3 5,7-2 0,-7 5-67,2 0 1,2 1-193,-2-1 0,6-1-38,-2 5 0,-2-4 15,-2 5 0,2-2-27,-3 2 0,3 3 111,-2-4 0,-3-1-100,3 2 1,-3-6 101,-2 1 1,0-2-9,0 2 1,-4-8-1,-1 3 15,-6-3 77,10 3-44,-11-6 1,4 0 39,-6-3 81,0-3 19,0 4 29,0-6 1000,0 0-869,0-6 1,0 2-610,0-5 0,-5 4-50,0-4 1,-1-1-71,1-4 0,4 0 164,-4 0 1,-1-1-23,1 1 0,0 0 70,5 0 0,-5-1 25,1 1 1,-1 5 136,5-1 0,-2 6 273,-2-6 1,2 5 101,-3-4-428,4 6-692,1-10 728,0 11 0,0-2 139,0 8 1,0 0-94,0 5-14,6 1 0,-4 4-8,2 0 0,0-5 378,0 1-352,-2-1 0,3 6-110,-10-1 0,-3-5-193,-6 1 1,-2-5-295,-3 4 0,-3-4-706,-7 4 1,-4-4 204,0 4 0,-5-5-1592,5 0 2693,0 4 0,4-6 0,1 4 0</inkml:trace>
  <inkml:trace contextRef="#ctx0" brushRef="#br0">23645 7094 8195,'-10'-22'0,"1"3"0,1 3 1254,-2 2 0,-1 0-357,6-1 1,-4 1 462,4 0-143,-6 6 319,10-4-1204,-6 10 1,7-3-280,0 10 0,0 4 259,0 10 0,0-1 156,0 5 0,2 1-97,3 5 1,-4-3-145,4-2 1,-2 3-31,2-3 0,-4 1-60,4-1 1,-3 1-160,-2-6 0,0 0 53,0-5 1,0 0-396,0 0 748,0-6-336,0 5 1,0-13-147,0 0 0,-2-8-214,-3-11 1,2 2-275,-6-7 1,1-6 208,-2-8 1,-1-3-60,7-2 0,-1-4 61,5 0 1,6 1-209,4 8 0,7-2 370,2 7 1,6 3-34,-1 11 0,1 2 274,-1 12 0,1 0 33,-6 5 0,0 2 118,-5 3 1,-4 4-30,-1 10 0,-6-1 44,2 5 0,-5-4 356,-5 5 0,-7-5-237,-7 5 1,-5-7-288,5 2 0,-6 1-289,1-1 1,-1 0-572,1-4 1,-3-1-30,4 0 1,2 0-798,2 0 1,5-4 735,4-1 0,4 1 924,6 4 0,33-10 0,16-6 0,3 1 0,-1 0 0</inkml:trace>
  <inkml:trace contextRef="#ctx0" brushRef="#br0">24114 7080 8195,'-2'-14'1467,"-3"-1"0,-2 3-772,-8 2 0,-1 4 186,-2 6 0,0 0-207,-6 0 1,1 0 35,-6 0 0,6 6-251,-1 4 1,5 7-156,-5 2 1,7 0-111,-2-5 1,5 5-90,4 0 1,-1 0-402,6-5 0,1 1 263,4-1 1,0 0-998,0 0 1,6-6 203,4-3 1,2 1-134,2-1 0,5 0 440,0-5 1,5-5 207,-5 0 1,1-6 128,-1 2 1,-3-2 114,3 1 1,-8-3 427,-1 4 0,-2 1-132,1-1 684,4 5 0,-7-4 237,4 4-239,-4 2-456,-6-4 1,0 7 48,0 4 1,0-2-198,0 7 1,-5-1-52,0 6 0,1-6-480,4 0 0,0-4 160,0 5 1,1-7-790,4 2 1,3 1 193,6-1 1,0-1-147,1-4 0,-1-6 386,0-3 0,2-1 94,3-4 1,-2 3 249,7-8 1,-5 3 267,4 2 0,-5 0-11,1-1 1,-3 6-132,-2-1 1,0 7 1069,0-1-262,0-4-422,1 6 1,-7-3 299,-4 10-265,4-3-373,-6 10 185,4-10-138,-6 4 0,-1-1 141,-4 0-592,3-1 13,-10-4 0,4 0-149,-7 0 1,6 0 197,-1 0 0,1 0-33,-5 0 0,0 0 238,-1 0 1,1 5-26,0 0 1,0 6 58,-1-2 0,6 4-28,0 1 0,5 1 200,0-1 1,2 0-140,2 0 0,2-4 144,2-1 0,4-4-215,6 4 1,7-6-9,3 2 0,3-3-86,1-2 0,0-2-250,1-3 0,4-7 225,0-7 1,0-6-49,-4 1 1,-2-3 53,-4-1 1,-2-2 77,-7-4 1,-6 3 106,-3-7 1,-5 6-42,-5-1 1,-3 6 251,-6 8 0,4 2-97,1 12 0,-1 2 190,-4 8 1,2 3 113,2 6 1,-1 8 10,6 7 0,1 1 95,4 7 0,0-3-102,0 4 1,0-7 146,0 2 0,0-3-358,0-1 1,0-2-264,0-4 0,4-2-110,1-7 0,1-1-356,-1-4 0,-2-3-201,7-6 0,-5 0 381,4 0 1,0-6-174,6-3 0,-1-9-33,0-1 1,2-6-65,3 1 0,-3-2 203,3-3 1,1 1 296,-1-1 0,0 6-14,-5-1 1,-1 6 261,-4-1 1,2 8 1334,-6 2-877,0 6-285,-5-4 1,-6 9-114,-4 3 1,-7-2-35,-2 6 0,-5 1-53,5 4 1,-5 0-221,6 1 0,-1-1-114,4 0 0,1 2 81,0 3 1,6-3 5,3 2 0,4-2 9,1-1 1,1 0 232,4 4 0,9-5-87,10 1 1,3-1 146,1-5 0,5-2-246,1-3 1,3 3-147,-3-3 0,-1 0-31,-5-9 0,1 2-288,-1-7 1,-6 1 206,-3-5 0,-3-1 76,-2 1 1,-4-2 312,-1-3 1,-4 2-138,4-7 0,-5 2 48,0-1 1,-2 0 5,-2 4 1,-2 4 200,-2-4 1,0 8 63,-5 1 0,4 7 482,-4-2-482,-1 4 0,1 7 137,-1 3 1,6 4 270,-6 1 0,7 2-258,-2 3 0,4-2 120,1 7 1,0-5-179,0 5 1,0-7-133,0 2 0,6-3-121,3-2 0,6-4-197,4-1 0,-2-6-543,7 2 0,-1-3 414,6-2 1,-1-2-411,1-3 1,-1 1 170,0-11 1,-1 3 69,-3-12 0,-2 5 123,-3-5 1,-5-1 79,1-8 1,-8 3-57,-7-3 0,0 1 47,0-1 0,-1 9 238,-4 1 1,2 11 23,-6 8 1,-1 2 4,-4 2 1,0 6 65,-1 4 0,3 9 320,2 5 0,4 2-69,6 3 0,-5-1 191,0 1 0,1-1 1,4 1 1,0-1 271,0 1 0,1-6-882,4 1 0,-2-7-582,7 2 0,-6-5-747,6-4 1,-5-2-473,4-3 154,-6-4 1,5 4 825,-3-10 1,-4-3 77,4-6 1,-5-2-125,-5-3 1,2 2 897,-6-7 0,-1 2 0,-4-2 0,2-1 85,2 6 1,-3 0 126,4 5 0,1 5 686,-1-1 1167,5 7-1523,-2-10 1,8 12 11,2-4 0,9 5-691,6 5 0,8-2 139,1 6-2,1-6 0,37 23 0,2-3 0</inkml:trace>
  <inkml:trace contextRef="#ctx0" brushRef="#br0">26019 6994 8021,'-16'-14'0,"-3"5"0,10-1 0,-4 7 496,-1-2 1,-2-1 720,-3 1 1,2 1-348,-7 4 1,5 4-131,-5 1 1,2 6 96,-1-1 0,2 2-438,7 2 0,0 5-175,-1 0 1,7 5-82,4-5 1,2 0-115,2-5 0,11 5 114,3 0 0,9 0-166,-5-5 1,8 1-281,-3-1 1,0-5-259,0 1-194,-5-1 340,2 5 314,-12 1 0,-3-6 91,-10 1 0,-4-7 127,-10 1 0,-10-2-248,-9-2 1,2 0-115,-2 0 1,2 0 255,-2 0 1,3-2 38,7-2 1,5 2 382,5-3-211,8-3 163,4 7-282,6-5 0,1 6 303,4 0-153,3 0 1,6 1 249,0 4 1,1-2-151,-1 7 0,2-7-110,3 1 1,-2 0-426,7 0 1,-2-2-267,1 3 0,4-4-350,-3-1 0,-2-5 371,2 1 1,-2-7-241,2 1 1,2-2 353,-2-3 1,1 0 112,-1-4 0,-3 3 177,-7-3 0,-5 3 218,1 2 1,-7 4 810,2 1-331,-4 6-14,-1-4 0,-1 7-298,-4 0 1,3 2-122,-2 3 1,-3 3 125,3 6 0,-1 5 60,5 0 1,0 0-202,0-5 0,1 0-100,4 0 0,2-4-198,2-1 1,4-1-188,-4 2 1,4-4-516,1-6 1,2 0 363,3 0 0,-3 0-279,3 0 1,-4-2 295,0-2 1,-6-4 59,0-6 1,-1-5 439,2 0 0,1 0-30,-6 5 1,-1-1 65,-4 1 1,0 5 368,0-1 703,0 7-620,0-3-318,-6 6 1,3 6 3,-7 3 1,7 4 119,-1 1 0,2 1-289,2-1 1,0 0 22,0 0 1,6-1-165,4-4 1,-1 2-253,5-6 1,-2 5-321,6-6 1,3 1 258,-2-5 1,1-2-212,-1-2 0,-1-4 276,6-6 1,-7-1 73,2 1 1,-8 0 262,-2 0 0,-5 0 103,0-1 1,-2 1 421,-2 0-465,0 6 1,-6-3 96,-4 6 1,-3 0-34,-1 5 1,2 2 42,2 3-231,-3-4-385,6 6 8,-1-1 1,9-4 105,13 2 1,2-1-68,8 2 1,-5-3 162,5 2 0,-2-2 46,1-2 0,0 0 20,-4 0 303,-4 0 0,6 0 297,-7 0 721,-6 0-344,-2 6 1,-6 2-302,0 7 1,0-1-98,0 0 1,0-5-222,0 1 1,-4-1-82,-1 6 1,0-6-69,5 1-245,6-7 0,2 5-551,6-4 0,1-2 372,-1 3 1,-5-4-672,1-1 527,-1-6 554,6 4-174,-1-10 573,-6 10-167,-2-11 38,-6 12 1,0-7-233,0 3 1,0 2-198,0-6 0,0 4-421,0-5 0,0 1 49,0-5 1,0-2-166,0-3 1,0 0 240,0-9 1,-5 2-32,1-7 0,-1 3 148,5 2 1,0-1 187,0 1 0,0 6 87,0 3 983,0 3-329,0 8 18,0 2-18,0 25 1,-2-7-148,-3 17 0,4-4 199,-4 3 1,4 6-268,1-1 1,0-3-28,0-2 0,0-7-145,0 7 1,1-4-24,4 0 1,-2-4-226,7-6 0,-1 1-94,5-1 1,0-6-204,1-4 0,-1-2-89,0-2 1,5 0-396,0 0 0,2-8 200,-2-6 0,-4 0 178,4-5 1,-3-3-161,-2-2 0,4 2-119,-4-2 0,3 7 265,-7-2 0,1 3 278,-2 2 0,-2 4 178,-7 1 1,1 6-117,4-2 361,-4 3 192,6 2 34,-7 7 1,0-4 46,0 6 171,0-6 33,0 10-327,0-11-479,0 4-63,0-6-222,0 0 0,-5 2 163,0 2 0,-6-2-72,2 3 1,-4-2 144,-1 2 0,1-2-38,4 6 1,-4-4 112,4 4-19,-4 1 1,0 4 40,4 0-115,3 1 1,6-1 14,0 0 1,8-6-74,6-3 0,6-4-226,9-1 1,1 0 212,3 0 0,3-1 19,7-4 1,0-8 119,-1-6 1,-4-6-61,0 1 1,-6-3 88,1-1 0,-5 0-59,-4-1 1,-5 2 148,-10 4 0,-2 2-39,-7 7 290,0 6-470,0 2-161,-7 6 0,1 1 179,-3 4 1,2-2 268,7 7 0,0-1 714,0 5-583,0 0 1,0 1 82,0-1 0,7-6-189,2-3 0,8 1-84,2-1 0,8-1-146,2-4 0,1-1-259,8-4 1,0 2 42,4-7 1,1 6 42,-1-6 0,-5 5-8,-4-4 0,-5 6 164,-4-2 0,-3 3 530,-7 2-338,0 0 68,0 0 1,-4 0-534,-1 0 1,-4-1-23,4-4 1,1 4 13,4-4 0,2-1 15,3 1 0,-2-5-321,7 6 1,-2-7 151,2 1 0,1-3-462,-6-1 297,0 0 152,-5 0 334,-6 6 0,-3 2 82,-10 6 1,2 0 65,-7 0 1,1 6 255,-5 3 240,0 4 1,-1 1-146,1 0 0,6-4 671,3-1-839,-2-5 0,3 7-482,-5-7-512,6 1-1331,-4 1-950,7-4 3098,0 4 0,26-12 0,5-2 0</inkml:trace>
  <inkml:trace contextRef="#ctx0" brushRef="#br0">26019 8843 8029,'0'-8'-10,"0"-5"172,0 4 0,0 1 138,0-2 1,0 5 28,0-4 0,0 4 279,0-4-192,0 6 1,0-5 419,0 3-632,0 3 0,0-5-174,0 2 1,-2 3 359,-2-3-351,-4 4 0,-7 2 117,1 4 1,-5 3-42,0 6 1,-6 1-129,1-1 1,2 6 60,-1 4 1,-1 0 116,-5 4 1,6-3-66,-1 9 1,7-4-9,-2-2 0,3 2-5,2 3 0,4 2-21,1 3 1,6-2 63,-2-3 0,8-1 0,2 6 1,6-7-1,-2 3 1,4-6-34,1-4 0,2 3 56,3-4 0,-2-2-35,7-2 1,0-5 18,4-5 1,1 4 11,-1-3 0,5-3-8,0 3 1,5-7-26,-5 2 1,2-4-1,-2-1 0,-4-1 9,-1-4 1,-1 2 5,-8-7 1,2 1-83,-3-5 1,-3-2 125,-1-3 1,0 2 9,-4-7 1,7 0-115,2-4 1,1-1-9,-1 1 1,-3-5 22,3 0 1,-3-7-5,-2 2 0,-1 3-39,-4 2 1,-2 3-6,-7 2 0,-7-1-213,-2 1 0,-5 1-31,-5 3 0,1-1-32,-5 6 1,-1-1 63,-5 1 0,1 3-136,0-3 0,-1 3 49,1 2 1,-2 4-133,-3 1 1,3 1 78,-4-1 0,4 2-327,2 7 0,1 0-187,3 0 0,-1 8 403,6 6 1,0 2-817,5 8 1,0-5 69,0 5 1171,-1-1 0,-18 25 0,-5 4 0</inkml:trace>
  <inkml:trace contextRef="#ctx0" brushRef="#br0">25635 8985 8029,'0'-10'992,"0"1"1497,0 6-1029,0-10-1035,6 11 0,2-4 248,6 6 1,2 2-114,3 2 0,0 6 73,10 9 1,-3 3-103,12 6 0,-1 6 43,1-1 0,1 2-282,-6-2 1,2-3-41,-2 3 0,-4 2-146,-1-2 1,-1-5-84,-8-4-302,0-7-534,-5 4-1209,-6-13 1135,-2-2 0,-4-12-605,3-4 1,-2-2 497,6-3 1,-4-10-305,4-3 1,-4-12 442,5-2 0,-6-1 370,6-4 1,-5 2 442,4 3 1,-1 1 328,2 3 1,-4 9 749,-6 10 55,0 10 258,0-4 1,-6 16-412,-4-3 0,1 15 345,-6-1 0,4 8-116,-8-3 1,-1 11-494,1-2 0,-5 4-128,5-4 1,-1 5-297,1 1 1,4-1-59,1-5 1,0 1-119,5-1 0,-4 1-259,-1-1 1,4-6-266,1-3 1,1-3-678,-2-2 1,2-1-1412,4-4 1,2-1-589,-3-3 3125,4-4 0,-12-57 0,-3-23 0</inkml:trace>
  <inkml:trace contextRef="#ctx0" brushRef="#br0">23275 8814 8055,'-6'-8'791,"4"2"1,-9 4 455,6-2-419,0 2 3,5-4-361,-6 6-264,5 0 0,-4 0 259,10 0 0,2 0 3,8 0 0,4 0-34,0 0 1,6 0-207,-1 0 0,7 0 29,2 0 0,7 0-31,-2 0 0,3 0 0,1 0 1,1 0-23,0 0 0,4 0-143,1 0 0,4 0-184,-5 0 1,5 0 35,-4 0 0,4 0-88,-5 0 0,1 4 86,-6 1 1,-5 0-37,-4-5 0,1 2 94,0 2 1,-1-2-14,-5 3 1,1-4 31,-1-1 1,5 0 2,0 0 0,5 0-136,-4 0 1,5 0 54,-1 0 1,1 0 36,-1 0 0,3 0 39,-3 0 0,-3 0-7,-2 0 0,0 0 14,-4 0 0,2 0 5,-7 0 0,-2 0-2,2 0 1,-2 0 20,2 0 1,1 0 129,-6 0 0,2 0-83,-2 0 0,-2 0-37,7 0 0,-7 0 11,2 0 1,-2 0 4,2 0 0,-3-5-66,3 1 1,-8-1-35,-1 5-173,-1 0 223,5 0 0,-4 0-305,-1 0 67,-6 0 52,4 0 234,-7 0 899,0 0-730,-7 6 0,6-3 171,-4 7-260,3-1 0,2 6 138,0-1 1,0 0-121,0 0 1,0-4-3,0-1 1,0 2-47,0 8 0,2-3-27,3 3 0,-4-2 4,4 2 0,-2-1 0,2 5 0,-3-4-1,2 5 1,-2-5-13,-2 5 0,0-5-2,0 4 1,5-1 0,-1 2 1,1 1-14,-5-6 1,0 0 1,0-4 0,-5 0-8,1 4 0,-1-8-23,5 4-9,-6-4 0,2-2-23,-5 1-30,6-7 86,-4 3 143,1-6 256,5 0-357,-6 0 0,1 0 16,-4 0 0,-2-5-120,-2 1 0,-2-1-130,-3 5 0,1 0 87,-5 0 0,-3 0-106,-7 0 0,3 0 8,-3 0 0,-3 0 133,-2 0 1,2 0-24,-2 0 0,1 0 43,-1 0 0,-4 5 16,-1-1 0,5 1 6,-5-5 1,-1 0 22,-3 0 1,-4 2-67,-1 2 0,5-2-32,-10 3 1,5-4-4,0-1 1,-4 2 3,4 3 0,2-4-5,-2 4 0,4-4-14,-4-1 1,6 0-21,-1 0 1,3 2 73,1 3 0,7-4-1,2 4 0,4-3-29,2-2 0,0 0 10,-1 0 0,1 0-67,-1 0 1,1 0-2,-1 0 1,-1 0-10,-3 0 1,5 0-38,-1 0 0,-2 0-151,7 0 1,0 0-345,10 0-341,6 0 234,2 0 1,7 0-397,4 0 0,3 0-1935,6 0 3098,7 0 0,52-7 0,-28 3 0,1 0 0</inkml:trace>
  <inkml:trace contextRef="#ctx0" brushRef="#br0">24953 8885 8002,'9'-9'115,"1"-1"141,-7 7 1,5-8 752,-4 6 543,-2 1-93,4 4-712,-6 0-216,0 0 1,0 6-110,0 3 0,0 4-102,0 1 0,0 2 119,0 3 1,0 3 23,0 7 1,0-1-167,0 0 1,0 6-66,0-1 0,0 6-45,0-1 1,0-3-66,0-2 0,0 2 30,0-2 0,0-1-147,0-9 1,0-2 50,0-7 0,-1-1-147,-4-4 30,3-3 92,-4-6-3565,6 0 2549,0-6 0,-2-2 473,-2-6 0,1 0-89,-7 0 601,7-1 0,-29-43 0,1-12 0</inkml:trace>
  <inkml:trace contextRef="#ctx0" brushRef="#br0">24640 8899 7902,'-7'-7'307,"6"-6"1,-7 11 1916,3-2-1074,4-4 30,-6 6-724,7-4 0,-4 12 18,-1 4 1,0 4-57,5 5 0,0-2 142,0 7 0,0 0-156,0 4 1,0 5-164,0 0 0,5 2-81,0-2 0,-1-3 66,-4 3 1,0-3 14,0-1 0,5-2-297,0-4 1,0 3-422,-5-7 0,0-5-505,0-5-1147,0 1-16,0-2 1125,0-2 0,-2-8-184,-3-2 0,-1-4 1204,-4-6 0,-40-45 0,22 24 0,1 1 0</inkml:trace>
  <inkml:trace contextRef="#ctx0" brushRef="#br0">24242 8914 8002,'-8'-8'2290,"1"-5"-738,7 12-559,0-6-339,0 7 0,5 2-31,0 3 0,1 2 183,-1 8 0,-3 5-276,2 4 0,-2 4-4,-2 6 1,0 0-252,0 4 1,0 3-168,0-3 1,0-1-249,0 0 1,0-5 210,0 1 1,0-3-336,0-1 0,0-7-1003,0-3-1840,0-4 778,0 0 869,0-7 1,0-4 593,0-8 0,-5-4 866,0-7 0,-31-56 0,16 29 0,1-1 0</inkml:trace>
  <inkml:trace contextRef="#ctx0" brushRef="#br0">23957 8899 8002,'0'-7'1230,"0"-6"27,0 5 167,0 0-810,0 2 1,0 9 144,0 6 1,0 3-120,0 11 1,0-4 95,0 5 1,0 1-261,0 8 1,0-3-193,0 3 0,0-1-122,0 1 1,0-3-64,0 3 1,0-3-212,0-1 0,0-1-104,0 1 0,0-7-541,0-3 1,-4-3-957,-1-2-1331,0 0-342,5-6 1975,-6-2 1411,-2-6 0,-21-37 0,-7-21 0,-3-1 0,1 0 0</inkml:trace>
  <inkml:trace contextRef="#ctx0" brushRef="#br0">23616 8857 8002,'-1'-10'823,"-4"1"1258,3 6-873,-4-4-565,6 7 1,1 7-43,4 2 1,-3 10 136,3 5 1,1 3-60,-1 1 1,-1 5-233,-4 0 0,5 7-159,0-2 1,0-2-119,-5 2 0,0-5-100,0 5 1,0-5-12,0 5 0,0-8-242,0-1 1,0-2-806,0-8 0,0-1-29,0-3-2129,0-7 725,0-2 1295,0-6 0,0-6 497,0-4 1,-7-3 628,-2-1 0,-11-23 0,-4-9 0,-3-5 0,0 0 0</inkml:trace>
  <inkml:trace contextRef="#ctx0" brushRef="#br0">23389 8871 8002,'-13'-9'0,"4"-1"0,-4 7 796,3-2 199,4 4 0,-7 1-241,4 0 0,3 3-321,1 6 1,3 2 211,2 13 0,0 1-70,0 8 1,0-1 32,0 6 1,5-5-226,0 5 0,4-2-99,-4 2 0,4 2-171,-4-7 0,0 0-171,-5-4 1,0-1-647,0 0 1,0-1 434,0-3 1,-5-8-1354,0-7 1,-6-1 237,2 2 0,1-4-60,-1-6 1,-2-2 563,-8-2 880,3-4 0,-17-44 0,3-10 0</inkml:trace>
  <inkml:trace contextRef="#ctx0" brushRef="#br0">23104 8942 8002,'-14'-14'0,"5"4"698,-1 1 1073,1 6-1226,-6-4 1,3 9 96,2 3 1,4 7-148,6 7 1,0 8 80,0 2 0,0-1 550,0 5 0,0 4-539,0 1 0,5-2-32,-1 2 1,6-5-182,-5 5 0,4-7-309,-4 3 1,4-6 43,-4-4 1,1 1-147,-1-6 0,-3 0 244,2-5-246,-2-6-1349,-2-2 584,0-6-518,0 0 1537,0-6-245,0 4 271,0-10-159,0 4 1,0-2 568,0 1-128,0 6-25,0-10-496,0 12 0,0-7-87,0 3-473,0 3 25,0-4-24,0 6 1,0-2-303,0-2-221,0 2-230,0-4 441,0 6-2941,0 0 3810,0-6 0,0-9 0,0-7 0</inkml:trace>
  <inkml:trace contextRef="#ctx0" brushRef="#br0">23076 8843 8002,'-8'-8'1161,"0"1"-269,3 7 524,4 0-977,-6 0 1,18 5 101,4 0 0,10 4-18,3-4 0,9 0 21,10-5 0,4 0-186,6 0 1,-1 0 43,1 0 0,-8 0-246,-6 0 1,-7 0-127,-7 0 0,-7 0 55,-3 0 103,-10 0 102,-2 0-184,-7 0-54,-7 0 1,4 0-29,-6 0-157,5 0 85,-8 0 0,9 0-307,-7 0-634,7 0 449,-10 0-39,5 0 0,-1 5-1024,0-1-806,5 1 1552,-8 1 0,9 1-1019,-7 2 1876,7 4 0,-22 7 0,1 10 0</inkml:trace>
  <inkml:trace contextRef="#ctx0" brushRef="#br0">21882 8644 7931,'0'-15'-76,"0"1"1,-5 0-99,0 0 0,0 0 435,5-1 1,0 1 456,0 0 0,-4 4-257,-1 1 0,0-1 375,5-4 328,0 6-256,0-4-62,0 10-418,0-4-325,0 6 0,0 6 165,0 4 1,-5 4-14,1 5 0,-3-2-33,3 7 1,2-5 0,-3 4 0,4 0-121,1 0 0,0 4 61,0-3 0,0-2 9,0 2 0,6-2-17,3 1 1,4 0-60,1-5 1,5 0 31,0 6 1,7-7-110,-3 2 1,4-8 57,2-2 0,4 1-171,0 4 1,6-6 36,-1-3 0,-1 1 60,1-1 0,-2 1-113,2-1 1,-3-4 152,-7 4 0,-1-3-3,-3-2 0,-1 1 89,-9 4 24,4-3 895,-17 4-398,6-6-188,-14 0 0,-1-5-415,-6 1 1,0-8-594,0 3 1,-5-4 122,0-1 0,-5-2-448,5-3 0,-1 4 399,1-4 0,8 3-835,-4 2 298,4-1 196,-3 1 660,6 6 1,4 2 192,8 6 0,4 6 311,6 4 1,1 2-35,-1 3 0,0 4 361,0 0 0,-1 1-294,-4-1 1,-1-3 225,-3 3 0,-3-2-214,2 2 1,-2-3-181,-2 3 1,-5-3-177,0-2 1,-6 0-286,2 0 0,-4 1-1582,-1-1 915,0 0 1,0 0-2499,-1 0-489,1 1 3899,6-1 0,8-6 0,8-2 0</inkml:trace>
  <inkml:trace contextRef="#ctx0" brushRef="#br0">22592 8928 7990,'-1'-8'1020,"-4"3"1680,4-3-1193,-6 7 7,7-6-914,0 7 0,0 2 67,0 3 0,0 3-238,0 6 0,-1 6-62,-4 4 0,3 3-142,-2 1 1,2 1 0,2-1 0,0 1-194,0-1 0,0 1 143,0-1 1,0 2-214,0 3 0,0-8-362,0 4 1,0-10-1415,0 0 50,0-3-1432,0-2 1801,0-6 239,0-2 233,0-19 1,2-2 368,2-14 0,-2-6 117,3-2 1,-2-9 448,2-2 1,-4 6-11,4 4 1,-5 1 166,-5 0 0,4 3 938,-4 11-823,-3-4 1,0 11 1106,-6-3 1432,6 10-1270,2 2-1041,6 7 1,6 0-150,3 0 1,10 0-114,5 0 0,0 0-25,4 0 1,-3 0-15,9 0 1,-6 0-40,-4 0 0,3 5 0,-4 0 1,-2 4-81,-2-4 0,-3 4 109,-2-4 1,-5 5-118,1-6 0,-6 6 52,6-5 1,-7 6 72,2-2 0,-4 4-39,-1 1 1,-1 2 8,-4 3 0,4-2-21,-4 7 0,-2-5-25,3 4 0,-6 1-76,6 5 0,-3-1 123,2 0 0,4-1-230,-4-3 1,4 1 33,1-6 1,-5 0 50,0-5 1,-1 1 146,1-1 1,-1-5 153,-4 1 0,-7-7-111,3 2 1,-15-4-25,1-1 0,-9 0-199,4 0 0,-9-4 201,4-1 1,-5-6-1501,10 1 1,1 4-1924,9 1-1823,2-3 3681,13 7 1,3-4 1361,10 10 0,35 34 0,13 15 0</inkml:trace>
  <inkml:trace contextRef="#ctx0" brushRef="#br0">22621 9610 7944,'8'-14'2110,"-2"0"-593,-6 0 410,0-1-574,0 8-451,0-6 1,-1 11-366,-4-2 0,2 2-176,-7 2 0,5 0-119,-4 0 1,4 6-57,-4 4 1,1 4-1,-2 5 1,-2 3 22,2 7 0,4-1-107,1 0 0,4 2-16,1 4 0,0-3 33,0 7 0,1-2-105,4 2 0,3 2 29,6-7 1,0-1 50,0-9 1,5 3-52,0-8 0,5 1-119,-5-4 1,0-6-17,-5 1 0,0-7-632,1 2 63,-7-4 1,-2-2 265,-6-4 0,0 2 202,0-7 1,0 5-117,0-4 155,0-1 13,0-4 1,0 0 133,0 0 0,-2 4-109,-2 1 0,2-1 55,-3-4 1,4 5 103,1-1 0,0 5-216,0-4 239,-7-1-92,6 3-81,-6-6 58,7 11 22,0-4-121,0 6-79,0 0 164,7 0 0,-4 5 549,6 0 1,-4 6-72,5-2 1,-7 8 117,1 2 1,3 0-254,-2-4 1,-1-1 35,-4 0 0,0-5-146,0 1 1,0-1 19,0 6 0,-1-6-415,-4 1 0,-3-6 200,-6 6 0,-2-7-1192,-3 2 0,2-4-18,-7-1 1,2 0-363,-2 0 1,-1-1 790,6-4 0,5 3-654,4-2 1460,1 2 0,26 2 0,8 0 0</inkml:trace>
  <inkml:trace contextRef="#ctx0" brushRef="#br0">23133 10122 7975,'-10'-13'0,"1"4"444,6-4 1,-5 7 1716,3-3 130,3 2-738,-4 7-849,0 0 0,4 7-122,-3 2 0,4 8 112,1 2 0,1 5-247,4-5 0,-3 5-166,2-5 0,3 4-186,-2-4 0,-1 2 95,-4-2 1,2-3-231,3 3-174,-4-4 1,5 0-791,-6-1 402,0-6-384,0-2 537,0-6 1,0-6-224,0-4 0,0-7 41,0-2 1,0-11 186,0 1 1,0-2 305,0 2 0,5 3 2,0 2 0,1-1 201,-1 6 1,-2 1-28,7 9 1,-1 2 207,5 7 1,1 0 96,-1 0 1,2 2 326,3 3 0,-4 7-114,4 7 0,2 2-180,-2-2 0,-5-3 152,-5 3 1,-5-4-113,0 0 1,-2 4-232,-2 0 1,-2-5-77,-2-5 0,-6-1-144,-9 2 1,-3 2-654,-6-2 1,4-4 414,0-1 0,2-2-280,-2 2 1,-1-4-129,6 4-2648,0-3 650,11-2-88,2 0 2214,19 0 0,-4 0 553,10 0 0,41-19 0,10-5 0</inkml:trace>
  <inkml:trace contextRef="#ctx0" brushRef="#br0">23431 10222 7975,'14'-15'180,"1"1"0,-3 0 888,-2 0 266,-4 6 884,-6 2-847,0 6 296,0 0-533,0 6 0,0 2-450,0 6 0,0 5-125,0 0 0,0 5-176,0-5 0,0 4-96,0-4 1,0 2-125,0-2 1,0-4-94,0 4 0,0-3 170,0-2-276,0 1 0,0-6 217,0 1-454,0-7 91,0 3 0,0-8 78,0-2 1,0-9 41,0-6 1,2-6-570,2 1 0,3-3-850,2-1 1,4-1 754,-4 1 1,4 6 103,1 3 1,0 3-186,1 2 0,0 1 187,4 4 0,-8 3-35,4 6 1,-4 0-98,3 0 0,-1 1-316,-4 4 1,2 3 1067,-6 6 0,0 6 0,-5 3 0</inkml:trace>
  <inkml:trace contextRef="#ctx0" brushRef="#br0">23829 10207 7975,'0'-8'4584,"-1"-3"-3635,-4 7 0,2-1 233,-7 5 0,1 0-351,-5 0 0,-5 2-363,0 2 1,0-1-312,5 7 1,-1 1-20,1 8 1,2-3-86,2 3 1,-1 1 7,6-1 0,1 0-221,4-5 1,1 1-76,4-1 0,4 0-446,10 0 1,2-6 48,3-3 1,2-4 240,-2-1 0,3-1 267,1-4 1,-1 2 36,-3-7 0,-4 1 222,-5-5 0,-7 0-34,-4-1 0,-2 1 250,-2 0 0,-8 1-284,-6 4 0,-2-2-188,-8 6 1,1 0 8,-6 5 0,2 0-58,4 0 0,2 5-185,7 0 1,4 1 170,1-1 1,6-2 90,-2 6 0,5-4-85,5 5 0,9-7 31,10 2 0,3-4-21,1-1 1,0 0-93,1 0 1,-5-6 319,-1-4 0,-1 2-80,2-1 549,3-1 1,-11-2 330,3 2 155,-10 4-752,-3 0 0,-6 6-31,0 0 0,0 6 215,0 8 1,0 7 291,0 2 1,0 4-146,0 2 0,0-1-182,0 1 1,0-1-77,0 1 1,5 4-163,0 0 1,0-5-100,-5-4 0,0-7 337,0 2-327,0-3 0,0-6 168,0-1-271,0-6 1,-5 2 248,0-10 1,-4-3-64,4-6 1,-5 0-803,6 0 0,-6-7-22,6-3 0,-1-4-314,5-5 0,0-2 379,0-3 0,6-1-165,4 6 1,4-1 344,5 6 1,-3 6 148,2 3 0,5 0 225,0 5 1,3 3 80,-3 11 0,3 0 54,-7 0 0,-1 6 29,-3 3 0,-3 4 251,-2 1 1,-4 0-97,-6 1 0,0-1 215,0 0 1,0 0-156,0 1 1,-6-3 24,-4-2 0,-4 1-238,-5-7 1,2 6 72,-7-5 0,5 1-986,-5-1 0,2-4-397,-1 4 0,-3-3-878,7-2 0,0 0 729,5 0 1330,0 0 0,0-19 0,0-5 0</inkml:trace>
  <inkml:trace contextRef="#ctx0" brushRef="#br0">23531 8132 8016,'0'-8'0,"-5"-5"121,0 4 160,1 2-72,4-5 198,0 10-82,0-4 66,0 6 1116,0 0-1278,0 6 0,1 2 91,4 6 1,-4-4-91,4-1 1,2 2-23,-3 8 0,6-1-38,-6 5 0,6-4 28,-5 5 0,6-5-55,-2 5 1,4-1-163,1 6 1,0-5-55,1-1 1,4 1-27,-1 4 0,6-4 9,-5 0 0,6-5 61,-1 4 1,1-5-88,-1 1 1,-3-8 71,-7-2 0,0-6-8,0 2 0,-4 1-66,-1-1-8,-6 0 550,4-5-69,-7-6-201,0-2 1,0-6-96,0-1 0,-2 6 6,-3-1 0,4 1-31,-4-5 0,-1 4-92,1 1 1,-4-1 108,4-4-321,-6 6-106,9-5 58,-11 12 131,12-5 253,-5 6 1,6 1 242,0 4 1,0 3-255,0 6 1,0 0-24,0 0 0,0 1 71,0-1 0,0 0 177,0 0 1,-2 1-457,-3-1 0,2-5-252,-6 1 0,4-6-298,-5 6 0,1-7-186,-5 2 0,-2-4-1990,-3-1 2902,3 0 0,-23-25 0,1-6 0</inkml:trace>
  <inkml:trace contextRef="#ctx0" brushRef="#br0">22976 11174 7718,'-4'-9'307,"-1"-1"0,0 5 454,5-4 1,0 4-131,0-4 0,0 4-235,0-4 1,0 4 258,0-5 0,0 6 286,0-6-458,-6 7 1,3-8 112,-7 6-301,1 0 1,-6 5-126,1 0 0,-5 0-82,0 0 1,0 7-48,5 2 1,-5 4 116,0 1 1,0 5-392,5 0 0,5 1-23,-1-1 1,7-3-114,-2 3 1,4-3 28,1-2 1,6-1-125,3-4 0,6-2 43,4-7 1,3 0-65,6 0 1,1-7 455,-1-2 1,-6-5-74,-3-5 1,2 3 240,-2-3 1,-5-2 93,-5 2 0,-6 0 262,2 5 0,-3 0 45,-2 0 285,0 6-525,0 2 0,-5 9-111,0 6 1,1 2 105,4 13 0,0-2-122,0 2 0,0 3 79,0-4 0,0 3-139,0-3 0,4-1-56,1-3 0,4-3-73,-4 3 1,6-9-246,-1-6 0,2-2 149,3-2 1,0-6-112,4-4 1,-3-9-134,3-5 0,2-2 138,-2-3 0,0-6-30,-5-2 0,-5 0 252,1-1 0,-7 8 253,2 2 1,-4 1 153,-1 8-126,0 6 0,-6 7-228,-4 6 0,3 6-49,-3 4 0,5 7-58,-4 2 0,6 5 127,-2-5 1,3 0-70,2-5 1,0 0-63,0 0 1,0 1-13,0-1 1,7-5 69,2 1 0,4-7 83,1 2 1,5-4 92,0-1 0,5 0 203,-5 0 1,0 0-16,-5 0 1,0 0 212,0 0-311,0 0 1,-1 2 42,-3 3 0,-4 3 42,-6 6 1,0-5-221,0 1 0,0-1-55,0 5-60,0 1 1,0-1-475,0 0-1056,0-6 1145,0 5 1,1-12 1,4 4 1,3-8 130,6-2 0,0-8 30,1-1 1,-1-2 94,0-7 0,0 4 259,1-5 0,-1 0-90,0-4 0,-5 1 81,1 3 0,-5-1 61,4 6 1,-6 5 18,2 4 58,-3 1-292,-2 1 1,-2 3-117,-3 10 0,-1 3 107,-3 6 1,1 0 7,3 1 1,3-1-106,-2 0 1,2 0-13,2 0 1,2-1-81,2-3 1,-1 1 83,7-7 1,-1 6 49,6-5 1,-1-1 78,0-4 0,0 0 114,1 0 1,-1-1-93,0-4 1,-5 3 85,1-2 1,-5-3 100,4 3 84,-6-1 0,5 5 257,-3 0 0,-3 1-176,2 4 1,-2-2-13,-2 7 0,5-1-79,-1 6 0,1-1-158,-5 0 0,5 0 15,0 0 0,4 1-89,-4-1 0,1-5 1,-1 1-540,-4-1 126,12 5 1,-10-6-67,7-3 180,-1-3 0,5-4 19,1-3 1,-1-3-40,0-6 0,-1-2 36,-4-2 1,4 2-114,-4-3 0,-1-2 186,2 2 1,-6 0-62,6 5 848,-7 0-432,3 0 444,-6-1-164,0 8 63,0 0-316,0 20 0,0-4 70,0 10 0,0-3-174,0-2 0,2 1-24,3-1 1,-2-5-415,6 1 1,1-1-24,4 5 1,5-6-180,0-3 0,1-3 227,-1-2 1,-1 0 27,5 0 1,-5-2 185,1-3 1,-5-3 279,-4-6 0,2 0-274,-2 0 122,-4-7 0,0 5 926,-6-3-683,0 4 0,0 5 220,0 1-313,0 6-123,0 9 0,0 3 79,0 10 0,0 2 88,0-2 1,2 1-122,3-1 1,-2-3-12,6 3 0,1-3-399,4-2 1,-5-1 179,1-4 0,-1 2-292,6-6 1,0 0 162,4-5 0,-3-2-5,3-3 1,-3-7 41,-2-7 0,0-2 49,1 2 1,-6-3 45,0-6 0,-4 1 127,5 3 1,-7-1 13,2 6 1,-4 0 73,-1 5 204,0 6-603,0 2-496,-6 6 349,4 0 296,9 6 0,2-3-12,10 7 1,-2-7-33,2 1 1,-1 0-25,5 0 1,-5-2 22,1 3 0,1-4 229,-1-1 1,0 0 129,-5 0 1,-4-4 549,-1-1-123,-5 0 195,8 5-552,-10 0 1,4-2-88,-6-2 0,-6 2 327,-4-3 1,1 4-115,-5 1 0,1 0-459,-11 0 1,5 5-57,-4-1 1,4 6-72,-5-5 1,7 6 7,-2-2 1,3-1-128,2 1 0,-1-1 33,1 2 0,6 2-422,4-2 133,2 3 1,8-1 203,4-2 1,7-4-19,2-6 1,6 0 169,-1 0 1,1 0 81,-1 0 1,1-6 124,-6-4 0,0-2 192,-5-3 1,1 3 1048,-1 2-520,0-2-4,-6 4-363,-2-7-187,-6 8 0,0 7 156,0 9 0,0 4-110,0 1 0,0 5-52,0 0 0,2 0-16,3-5 0,3 3-222,6-2 0,-5 2-27,1-8 1,4-2-44,5-3 1,0-2 221,-5-2 0,2-2 36,3-2-1,-3-6-140,3-9 0,-4-3 35,0-6 1,-3-1-68,-2 1 1,1-7-97,-7-3 1,1-3-75,-5-1 1,0 0 71,0 5 1,-5 2 3,1 6-90,-7 7 102,3 8 1,-6 11 45,-1 12 0,7 7 58,4 13 1,-3 4 258,3 0 1,-1 6 433,5-1 0,2 2 80,2-2 0,3-4-305,2-5 1,8-5-661,-2-1 0,4-5-382,0 1 0,-2-5-711,7-5 1,-5 2 543,4-6 1,-4 0-431,5-5 1,-5-2 449,5-2 786,-7-4 0,3-26 0,-5-3 0</inkml:trace>
  <inkml:trace contextRef="#ctx0" brushRef="#br0">25408 11075 7718,'0'-10'520,"0"1"0,0 4 2019,0-5 581,0 7-665,0-9-1037,0 10 0,0 2-804,0 10 1,4 4-112,1 5 0,0-4-141,-5 4 1,1 2-4,4-2 1,-3 5-268,2-5 1,3 0-147,-3-5 1,1 0-853,-5 0 692,7 0-700,-6 1 518,5-1 0,-1-8 30,0-6 1,0-6 64,-5-8 1,6-7-59,3-3 0,-1-4 48,2-5 0,-2 3-67,1-3 1,4 7 328,-4 3 0,2 5-207,-1-1-914,2 10 501,-4 3 0,0 7-221,-3 4 1,-3 0 229,-2 9 1,0-3-176,0 8 0,0-3 835,0-2 0,0 13 0,0 3 0</inkml:trace>
  <inkml:trace contextRef="#ctx0" brushRef="#br0">25891 11060 7718,'0'-14'0,"0"0"0,-2 4 1940,-2 1 1,0 6-619,-5-2 1,0 4-183,-6 1 1,-4 0-601,0 0 0,-4 7-32,4 8 0,-2-1-279,2 5 1,8-3-275,-3-2 1,8 2-186,-4 3 1,7-8 263,-2 3 0,5-5-671,5 1 1,-2 1 86,7-6 0,-1-1-180,5-4 1,5 0 322,0 0 0,2-4 158,-2-1 1,-3-6 89,2 1 1,-2-2 122,-1-3 1,-6 6-14,0 0 0,-4 4 222,5-5 767,-7 7-94,3-3-284,0 6 0,-4 1 219,3 4-241,-4 3 1,-1 6-201,0 0 1,0 1-4,0-1-302,7 0 34,1 0 1,6-6-111,0-3 0,0-3 117,0-2 0,1-7-116,-1-2 1,0-5-43,0-5 0,1-4-198,-1-5 0,-2-2 71,-2-3 0,1-3-55,-6-7 0,-1 5 193,-4 0 1,0 11 24,0-1 0,-6 10 29,-3 4 0,1 6-87,-2 8 0,1 2-169,-5 3 0,4 7 196,1 7 1,5 8 279,0 1 1,2 1 40,2 4 1,0 2 309,0-2 1,2 0-244,2-4 0,0-6 97,5 1 0,5-2-93,5 2 1,2-5-205,-2-10 0,3-2-148,6-7 1,1 0 59,-1 0 0,1-7-178,-1-2 0,-1-9-74,-3-1 1,1-6-221,-6 1 1,-2-2 231,-7-3 1,-4 2-30,-6 4 0,0 2 79,0 7 0,-6 1 1,-4 4 0,-9 4-81,-4 10 1,-3-1 62,3 11 1,-3-3-19,7 12 0,0 0 289,5 4 0,6-4 349,4 0 1,2-5-165,2 4 0,2-4 194,2 5 0,6-7-570,9 2 0,-2-8-20,7-1 1,-5-7-99,4 2 0,0-4-176,0-1 0,3-6-533,-8-4 0,0-4-64,-9-5 0,2-3-437,-6-6 0,-2-2 568,-7-4 1,-11 3-184,-8-7 1,-11 6 1046,-3-1 0,-6 5 0,-4 4 0,1 8 0,-6 7 0,1 6 178,-1-2 1,9 8 237,10 2 1,9 4 87,5-4 1,10 6 882,4-1 1,12-3-727,7 3 0,11-5-295,8 4 0,5-6-315,-5 2 0,5-3-307,-5-2 0,-4 0-342,-6 0 1,-5 0 597,1 0 0,-29-7 0,-7-1 0</inkml:trace>
  <inkml:trace contextRef="#ctx0" brushRef="#br0">26701 9127 7256,'-8'0'476,"2"0"1,5 0 711,-4 0-151,3 0-517,-4 0 1,4 0 370,-2 0 71,2 0-410,-4 0-86,6 0 172,0 0-393,6 0 1,4 0 142,8 0 1,12 0-33,13 0 0,12 0 96,12 0 0,9 0-488,4 0 0,-35 0 0,0 0 149,3 0 0,-1 0 0,0 0 1,-1 0 12,2 0 0,-1 0 0,-3 0 1,-1 0 11,0 0 1,-1 0 0,-1-2 0,-1-1 19,26-2 1,-6 1-91,-17 4 0,-12 0 43,-2 0 0,-10 0-81,0 0 1,-3 0-169,-2 0 1,-5 0-30,1 0 47,-1 0 1,5 0 360,1 0 1,-6 0-594,1 0 128,-1 0 1,1 0-78,-1 0 138,-6-7 1,3 4 39,-6-6 1,0 4-21,0-4 1,0-1-71,0-4 1,-1 0-154,-4-1 0,-3 6-80,-6-1 0,5 1-232,-1-5 722,1 0-12,-6-1 151,7 7-377,-4 2-56,10 6 376,-4 0 1,11 6 255,-1 4 1,7 3 205,-1 1 1,1 0-234,-1 0 1,2 5-88,-2 0 1,-2 0-321,1-5 1,-6 5-310,2 0 0,-4 2-291,-1-2 1,-3-4-749,-6 4 1,-2-1 508,-13 1 1,-1-5-1104,-8 0 1994,-4 0 0,-14-24 0,-10-10 0,-4 4 0,1-1 0</inkml:trace>
  <inkml:trace contextRef="#ctx0" brushRef="#br0">27483 8445 7702,'8'-7'732,"5"6"-196,-12-12 1,6 10 862,-7-7-288,0 7-540,0-3 1,-7 6-210,-2 0 1,-4 0-20,-1 0 0,-6 1-95,-4 4 1,2 5 104,-2 9 0,2-2 33,-2 7 1,-1-1-168,6 6 0,2-5-43,7-1 0,2 3 79,4 7 1,4-8-13,0 3 1,12-9 18,12 0 0,9-3 0,5-2 0,3-6-30,2-3 1,-1-3 12,1-2 0,-2-2 120,-3-3 1,-6-3-76,-13-6 1,-2 5 411,-12-1-486,-1 7 0,-4-5-141,0 3 0,-1 4-386,-4-4 0,-3 3-696,-6 2 0,-5 2 363,0 3 1,5-2-457,4 6 0,1 1-1455,-5 4 0,1-4 2555,4-1 0,-29 7 0,-2 6 0</inkml:trace>
  <inkml:trace contextRef="#ctx0" brushRef="#br0">26190 8260 10021,'0'-8'1963,"0"0"-1125,0 3-267,0 4 0,0-12-186,0 4 0,0 1-66,0-2 0,6-1-188,3-8 0,1-1-69,4-4 0,-1-8-368,10 4 0,1-4 238,4 4 0,2-1-19,4 1 0,-9 6-64,3 3 1,-9 5-83,0 4 0,-3 4-113,-2 6 137,-6 0 0,3 8 282,-6 6 0,1 2 280,-1 8 0,-3-1 103,2 6 0,3-3-229,-3-2 0,1 3-130,-5-3 1,0-4-64,0-1 0,0-3-158,0-2 1,-6-4 12,-4-1 1,-2-6-331,-2 2 0,-2-3 147,-3-2 1,1-2-136,-5-3 1,1-3 136,-2-6 1,-1-2 214,6-3 0,0 2 233,4-7 1,1 2-145,0-1 0,5 2 198,-1 7-209,7 0-125,-3 6 0,12 1 236,3 7 1,6 7 89,4 2 1,-4 4 31,4 1 0,2 0-71,-2 0 1,0 1-92,-5-1 1,5 0-55,0 0 1,5-6 19,-5-3 0,6-3-85,-1-2 1,2 0-263,3 0 1,-5-7 91,-1-2 1,1-5-60,4-5 0,1-4 191,-1-5 1,-6 0-36,-3-1 0,-4 1 357,-6-1 1,2 6 234,-6-1-108,0 7 1,-12-2-195,-2 9 1,-4 4 38,-1 6 1,0 6-96,-1 4 1,1 9-141,0 4 0,1-1 137,4 2 0,-4-5 26,4 5 0,2-1 57,3 6 0,2-7-176,2-3 1,0 1 13,0-1 0,2-4 23,2-6 1,4-1-62,7 1 1,0-2-23,4-7 1,3-7-353,7-2 1,-2-4 100,-4-1 1,4-6 61,-3-4 1,-2 2 217,2-2 1,-7 0 27,2-4 0,-3 6 357,-2 3-250,-6-3 51,-2 6-108,-6 2 0,-1 7 116,-4 7 1,-3 2-375,-6 3 1,0 3 21,-1 6 1,3 0 3,2 0 0,2-1 101,4-4 1,2 4-106,-3-3 0,5-3 131,5 3 0,8-7 0,6 2 1,6 1-4,-1-1 0,3 0 122,1-5 0,-1 0 302,-3 0 0,1 1-149,-6 4 1,0-2 1005,-5 7-749,0-1 1,-6 5 73,-3 0 0,-4 1-245,-1-1 1,0 0-120,0 0 0,-1-4 11,-4-1 92,4 1-1247,-6-2 228,7-2 169,0-6 0,7-2 242,2-2 0,2-4-88,-1-6 1,2-5 181,-2 0 1,2-5 229,3 5 0,-3-5-82,-2 5 0,1-4 162,-7 4 0,3 5 392,-3 4-229,-2 7-327,4-3 0,-6 7 137,0 4 1,0 4 118,0 10 1,0-1-120,0 5 1,2-4 117,3 5 1,-2-7-274,6 2 1,-4 0 13,5-4 0,-1 2-71,5-8 0,0-2 34,1-3 0,4 3-227,0-3 1,1 0 129,-1-9 1,-3-3-29,3-6 1,-3-5 152,-2 0 1,-2-5 104,-2 5 0,1-4-80,-6 4 1,4-5 289,-4 5 61,0 0 15,-5 5 84,0 0-438,-7 6 1,1 8-227,-3 9 1,-2-1 180,6 2 0,0-1-145,5 5-26,0 0-32,0 1 0,2-3 54,2-2 1,4-4 75,7-6 0,3 0 40,1 0 1,5 0 84,-5 0 0,5-5 152,-5 1 0,0-3-41,-5 3 1,0 2 143,0-3 0,1 4 168,-1 1 193,-6 0-219,4 0 1,-10 1-29,3 4 1,-4 3 13,-1 6 1,0-4-194,0-1 1,0 0-16,0 6 0,0-6-131,0 1 1,0-6-497,0 6 271,7-7 0,-4 8-168,6-6 1,-4 0 148,4-5 1,-4-2 78,5-3 0,-1-1 92,5-4 0,-4-7-8,-1 3 0,1-5 156,4 0 1,5-2-125,0-2 1,0-3-103,-5 8 1,5-6-72,0 5 1,5 1 98,-5 9 1,0 3 66,-5 6 1,5 0-20,0 0 1,-2 1-4,-7 4 0,1-2 4,-7 7 1,3-2 224,-3 1-126,-2 4-49,4-5-39,-6-1 67,0 6 0,-1-11 290,-4 2-346,3-2 1,-5-2-34,2 0 0,2 0 11,-7 0 0,2-2-4,-1-2 1,-4 2 61,4-3 0,-4 4 2,-1 1 1,0 1 29,-1 4 1,3-2-10,2 7 0,-1-1 138,6 5 0,-4-4-52,4-1 0,0 1-9,5 4 0,2 0 0,3 0 1,3-1-20,6-3 0,6 1-90,4-7 1,5 1-156,4-5 0,2 0-64,2 0 1,0-6 85,-4-4 1,-3-2 7,3-3 0,-4 0 132,-6-4 1,-2 3 124,-7-3 0,-5 3-119,1 2-7,-7-7 1,-3 12-36,-9-1 1,-4 7-63,-1 3 0,-5 2 36,0 3 1,-5 4-166,5 10 1,5-2 291,5 7 1,5-5-21,0 5 0,2-7 65,2 2 0,2-3-199,2-2 0,9-1-57,6-4 0,5 2-122,-5-6 1,4 0-408,-4-5 0,5 0-76,-5 0 0,-2-2-1538,-7-3 2284,-4 4 0,-31-62 0,-7-8 0</inkml:trace>
  <inkml:trace contextRef="#ctx0" brushRef="#br0">28223 7805 7687,'-15'-5'1241,"1"0"440,0-6 1181,0 3-2707,6-6-1592,8 6 834,8 2 0,6 6 603,0 0 0,0 25 0,1 7 0</inkml:trace>
  <inkml:trace contextRef="#ctx0" brushRef="#br0">29189 7961 7657,'-6'-14'0,"5"0"2834,-12 0-909,11 6-1133,-4 1 0,6 14-180,0 2 0,0 9 204,0 0 1,0 6-361,0-5 1,0 2 32,0-2 0,0-4-178,0 4 59,0-3-466,0-2-48,0 1 89,0-8 1,0-2-206,0-10 0,-5-9-464,1-9 0,-1-4 337,5-2 0,1-1 102,4-3 0,5 3 314,9-3 0,3 3-147,6 1 0,1 7 58,-1 3 0,-4 10-114,-1 4 1,0 4 59,0 1 1,-2 1-205,-7 4 1,-6 3-516,-3 6 1,-4 0-18,-1 0 0,0 1-383,0-1 1,0 0 1232,0 0 0,-6 1 0,-2-1 0</inkml:trace>
  <inkml:trace contextRef="#ctx0" brushRef="#br0">29673 7919 7677,'0'-15'1325,"0"1"1,0 0-283,0 0 1,-5 4-175,0 1 0,-6 6 134,2-2 0,-5 3-524,-5 2 0,1 2-8,-5 3 0,4 2-230,-5 8 1,2 4-80,-2 0 0,5 1-478,10-1 1,-4-3 131,4 3 0,2-3-330,3-2-379,2 0-5,2 0 0,6-6 421,4-3 1,2-4 141,3-1 1,4-4 212,0-1 0,1-6 216,-1 1 0,-3 3 261,3-3 1,-8 5-107,-2-4 0,1 6 84,4-2 1,-5 3 91,1 2 198,-7 0-136,10 0-128,-12 0-236,12 7 0,-10-4-75,7 6 82,-1-5 0,5 2-8,1-6 1,-1 0-523,0 0 1,5-2 205,0-2 1,5-1 68,-5-9 1,4 3 89,-4-8 1,5-4 6,-5 0 1,1-6 20,-1-4 0,-3 2 114,3-7 1,-9 6 83,-6-1 0,-1 3 113,2 1-153,-3 7 1,3 8-203,-10 9 0,-3 10-214,-6 5 0,4 9 273,1 4 0,1 6 127,-2 4 0,-1-2 27,7 7 0,-1-6 239,5 1 0,0-8-115,0-1 1,1-5-75,4 5 0,5-7-291,9 2 0,3-9 39,6-6 0,2-2-143,3-2 0,-3-2 92,3-2 0,-3-6-60,-1-9 0,-1 2 12,1-7 1,-7 5 3,-3-5 0,-5 5-68,-4-4 1,1 4-153,-7-5 443,1 7 0,-13-2-133,-6 9 0,-7 4-242,-7 6 1,0 8 114,-1 6 1,1 2-78,-1 8 1,7-1 125,3 6 0,5-2 157,5-4 0,-3 3 450,8-8 0,10 6-270,8-5 0,16-2 257,3-7 1,9-4-187,5-6 1,-1 0-115,6 0 1,-8-4-366,-1-1 1,-7-6-566,-8 1 1,-1-2 286,-3-3 0,-5 6-1215,-10-1-383,-2 7 0,-9-3 311,-3 6 1759,-2 6 0,-46 21 0,-8 11 0</inkml:trace>
  <inkml:trace contextRef="#ctx0" brushRef="#br0">27412 11004 7765,'-14'-15'727,"0"1"1,0 0-237,-1 0 0,1 4 41,0 1 0,0 6 840,0-2 451,6 3-785,1 2-495,7 0 0,8 2-106,6 3 1,7-2 91,7 6 0,2-6-251,4 2 1,0 1-76,4-1 0,-3 5-170,-7-6 1,1 6 21,-1-5 0,-1 4-6,-3-4 1,-4 4 88,-5-4 0,-6 6-183,1-1 0,-7-3 317,1 3 0,-8-1-66,-6 6 0,-10-1-106,-9 0 0,-1 0-97,-8 0 0,2 1-171,-2-1 0,-1-5 67,5 1 1,3-5-101,7 4 0,-1-6-869,6 2-1241,0-3 117,5-2 607,6 0 1,8 0 87,9 0 0,4 0 680,1 0 0,0 0 819,1 0 0,24-7 0,7-1 0</inkml:trace>
  <inkml:trace contextRef="#ctx0" brushRef="#br0">28422 11004 7765,'0'-15'0,"1"6"246,4-1 1,-3 1 380,2-5 1,0-1-56,0 1 0,-2 0 166,3 0 0,-4 4 253,-1 1-524,-6 6 1,-4-4-201,-9 7 1,2 2-53,-7 3 0,2 3-115,-1 6 0,-3 0-62,7 0 0,0 5-145,5 0 1,6 5 13,3-5 1,4 4-183,1-4 0,6 2 95,4-2 1,7-3-22,2 3 0,5-4 56,-5 0 0,1-1 11,-1 0 1,-3-4 146,3-1 0,-8-6 334,-2 2 515,-5-3-288,2-2-240,-25 0 1,2-2-215,-17-3 0,6 4-230,4-4 0,-1-1 150,6 1 0,0 0-125,5 5-1255,6 0 872,-5 0 0,18 0 10,0 0 0,7 0 194,7 0 0,5-1 236,9-4 0,-1 2-76,6-7 1,-7 5 139,3-4 1,-4 4-80,-2-4 0,0-1 172,1-4 1,-5-2-35,-1-3 1,-5 3 71,1-2 0,-5-3 62,-5 2 1,-2 0-62,-7 5 1,0 0 474,0-1-418,0 8 1,-2-5 128,-3 8 1,2-1-231,-6 5-9,-1 6 1,-4 2 45,0 6 0,4 1 49,1-1 0,4 5 86,-4 0 0,5 0-211,0-5 0,2 0 13,2 0 1,0 1-166,0-1 0,2 0 68,2 0 1,4-4-241,7-1 0,0-6 84,4 2 0,-1-3-14,5-2 1,1-2 45,4-3 0,-1 2-47,-3-6 0,1-5 187,-6-5 0,-1 0 159,-9 4 1,4-4-132,-4 0 0,-2-4 78,-3 4 0,-2 0-31,-2 5 291,0-1-41,0 8-344,0-6 1,-2 11-131,-2-2 1,2 4 57,-3 4 0,2-1-135,-2 7 1,4-1 341,-4 6 0,3-1 277,2 0 0,-4-4-97,-1-1 0,0 1 134,5 4 0,0 0 42,0 0 0,0-4 350,0-1-144,0 1-242,0 4-202,0 0 1,2-6-101,3-3 0,-4-2 150,4 2 106,-4-4-52,-1 5-211,0-6 0,0-1-152,0-4 1,2 2-310,3-6 0,-4-6-97,4-4 0,-3-1-530,-2 1 0,4 3 372,1-3 0,1 3-955,-1 2 1031,-3 0 1,6 1-5,-4 4 1,0-2-121,5 6-59,-6 0-281,10 5-349,-5 7 189,6 0 0,0 8 419,0-1 701,1-6 0,5 11 0,2-3 0</inkml:trace>
  <inkml:trace contextRef="#ctx0" brushRef="#br0">29175 10989 7765,'-9'-12'899,"-1"2"0,6-1 34,-6 6 0,7-1 1379,-2 1-1222,4 4-72,1-6-572,0 7 0,0 7 184,0 2 0,1 4-133,4 1 0,-2 0 35,7 1 0,-7-1-190,1 0 1,3 0-258,-2 0 0,1 1-266,-1-1 197,-4 0 0,10 0-94,-6 0-3,6-6 0,-8 3-874,7-6 688,-1 0 0,5-5 7,1 0 0,-3-6 254,-2-4 1,2-3-77,-2-1 1,-2-5-5,1 0 1,-4-6 86,4 1 0,-5 4 90,0 1 1,-2 3-22,-2 2 155,0 0-427,0-1-268,-6 8-1113,4 0 526,-4 7 579,6 0 0,6 0 214,3 0 0,9 0 265,1 0 1,4 0-76,-4 0 1,0 0 73,-4 0 1,-1 0 1369,0 0-1076,0 0 0,-4 0 1519,-1 0-1179,-6 0 0,4 2-161,-7 3 1,0-2-128,0 6 0,-5 1-80,0 4 1,0-5-116,5 1 1,-4-1 24,-1 6 1,0-1-103,5 0 1,0 0-177,0 0 0,2-4-522,3-1 0,-2-1 235,6 2 0,-4-4 33,4-6 1,1 0 165,4 0 1,0 0 118,1 0 1,-1-2 7,0-2 0,0-3 137,0-2 0,2-4-163,3 4 1,-3-9 69,3-1 0,-3 1-59,-2 3 1,0 1-16,0 0 0,1 0-152,-1-1 0,5 6 191,0-1 1,0 3-69,-5-3 75,0 4 1,0 6-49,1 0 68,-1 0 0,-5 0 18,1 0 0,-7 1 218,2 4 176,-4-3 170,-1 10 106,0-10 380,0 4-406,0-6-319,-6 0 1,-7 2-315,-6 3 0,-1-4-91,1 4 1,3 1-129,-3-1 0,2 6 92,-2-2 1,8 2-80,-4-1 1,6 3-127,-1-4 215,-2 10 1,10 2 66,-2 2 1,4-2 22,4-7 1,4-4-45,6-1 1,7-1 44,3 1 0,4-2-81,5-7 1,-3 0 66,3 0 1,2-7-8,-2-2 0,1-4-50,-6-1 0,4-2 16,-4-3 0,2 2 132,-11-7 1,-2 2-110,-7-2 0,-4 4-14,-6 6 1,-1 1-35,-4 4 0,-8 2 0,-6 7 0,-6 2-2,1 3 0,2 4-139,-2 10 0,7-2 250,-2 7 0,10-2 197,4 2 1,3 1-7,2-6 0,2 2-107,3-2 0,9-8-361,10 3 0,2-5 14,3 1 1,1-4 16,3-6 0,-5 0-81,1 0 1,-2-6-342,-8-4 0,-2-2-203,-7-3 0,-4 1-456,-6 0 1,-2-7 1321,-2-2 0,-39-29 0,-17-12 0,16 18 0,-1 0 0,1-1 0</inkml:trace>
  <inkml:trace contextRef="#ctx0" brushRef="#br0">29730 10762 7765,'8'0'-839,"4"0"839,-10 0 0,10 12 0,-4 4 0</inkml:trace>
  <inkml:trace contextRef="#ctx0" brushRef="#br0">30896 11117 7677,'-23'-19'0,"5"0"0,3 0 1748,6 5-187,-4 6 200,5 2-884,0 6-441,2 0 1,6 6 35,0 4 1,5 2 184,0 3 1,4-1-1,-4 0 1,0-4 191,-5-1-387,0 0-304,6 6 1,-5-6 181,4 1-78,-3-7 23,-2 3-73,0-6-396,0 0-657,6 0 0,-3-11 414,7-3 0,-1-5 2,5 0 0,2-3 146,3-7 1,-1 6 78,5-1 0,1 2-39,4-2 0,-4 8 32,0 7 0,-5 1-22,4-1 0,-5 2 73,1 7 0,-8 0-1035,-2 0 310,-6 7-916,10 0 17,-11 8-601,4-1 1704,-6 0 677,0-6 0,32-2 0,7-6 0</inkml:trace>
  <inkml:trace contextRef="#ctx0" brushRef="#br0">31308 11004 11567,'-14'-8'2253,"-1"1"0,1 7-1849,0 0 0,0 0-98,0 0 0,-1 2-153,1 3 0,0 3-140,0 6 1,0 0-242,-1 0 0,6 0-47,-1 1 0,7-1-341,-2 0 0,5 0 141,5 0 0,3-4-275,6-1 0,7-5 309,3 0 1,2-2 119,3-2 1,-5-5 371,-1 0 1,-1-6 148,2 2 0,-2-2 205,-3 1 1,-8-2-61,3 2 1,-7 2 363,2-1 0,-6 4-82,2-4 18,-3 5-524,-2-2 0,0 8 64,0 2 1,0 0 50,0 5 1,0 1-52,0 4 1,0-5-28,0 1 0,0-5-100,0 4 1,6-4-117,3 4 1,4-6 36,1 2 1,2-3-153,3-2 1,-2-2 73,7-3 1,0-3 84,4-6 0,-6-2-157,-3-3 0,2-3-27,-2-6 1,0-2-37,-5-3 0,-6-2 215,-3-3 1,-4 3-3,-1 7 1,0 6 485,0 3-165,0 9-325,-6 4 0,3 14 43,-7 6 0,7 7 429,-2 7 0,4 5-5,1 0 1,0 1 137,0-6 1,0 1-207,0-1 1,6-4-130,4-1 1,4-5-143,5 1 0,1-8-139,4-2 1,8-6-263,-4 2 1,4-5 139,-4-5 1,0-3-47,1-6 0,-5-5-97,-1 0 1,-7-6-166,-2 1 1,-6 2 119,-8-1 0,0 0-151,0 0 0,-1 2 115,-4 7 1,-8 1-47,-6 4 0,-4 3 159,4 6 0,-5 6 74,5 3 1,0 9 81,5 1 1,1 6 123,4-1 0,2 3 338,7 1 0,2-4 94,3-1 0,7-5 573,7 1 1,13 0-438,1-5 0,2 2 54,3-12 0,0 1-516,4-5 0,-5-5 26,-4 1 0,-8-7-117,-1 1 0,-12-3-135,3-1 0,-6 0-392,1 0 0,-4 0-172,-6-1 1,0-4-1983,0 0 892,0 1 799,0 3 0,-8 7 255,-6 4 1,0 2 311,-5 2 1,3 5 315,2 0 0,-4 6 187,4-2 0,-7-1 737,12 1-41,-7-5 1263,15 8-1272,-12-10 0,18 4 93,-1-6 1,9 0-1223,6 0 1,-2 0-541,7 0 1,-2-5-853,2 1 0,-4-1 847,-5 5 881,-7 0 0,-15 6 0,-9 2 0</inkml:trace>
  <inkml:trace contextRef="#ctx0" brushRef="#br0">25066 12439 7710,'0'-14'928,"0"0"-327,0 0 0,0-2 581,0-3 1,-4 8-650,-1-3 1,-6 3-24,1-4 1,-4 6 13,-5-1 1,3 7-224,-3-1 0,-1 5-239,1 9 0,-5 1 91,5 12 1,0 6-13,5 4 1,1 5 34,4-5 1,1 5-67,3-5 0,4 5 24,-4-5 0,3-4-157,2-6 1,7-5-117,2 1 1,5-5-74,5-5 0,-1-2-72,5-7 0,1 0 83,5 0 0,-1-8-68,0-6 0,-4-1 155,0-4 1,-2-1 183,2 1 0,-5-5-126,-10 5 0,2 0 86,-6 5 1,1 0 837,-1 0-410,-3 6-254,4 1-74,-12 7 1,2 7-5,-5 2 1,6 5-64,-2 5 0,3-3-122,2 3 0,0-3 101,0-2 1,0 0-25,0 1 0,7-1-37,2 0 1,4-6-20,1-3 0,2-4-95,3-1 1,-3 0 160,3 0 0,-4-6 83,0-4 0,2-2-54,-3-2 0,4-5 131,-9 0 1,-3-5-23,-1 5 0,-3-5-61,-2 5 0,-2-3-85,-3 8 1,-4-3-42,-10 7 0,2 4-153,-7 1 1,0 5 42,-4 5 0,1 3-173,3 6 0,-1 0-3,6 0 1,0 1-114,5-1 1,6-5-275,3 1 271,4-1 0,8-1 280,8-3 1,5-3 162,9-2 1,1 0 223,3 0 0,2-2 37,2-3 0,0 4 293,-4-4 1,-8 3-149,4 2 1,-6 0 290,1 0 0,-3 0-264,-7 0 0,-5 7 49,1 2 0,-7-1-314,2 1 0,-4 1-96,-1 4 0,-1 0-262,-4 1-160,3-7-203,-10 4 1,9-10-101,-7 2 287,7-2 1,-5-2-89,3 0 1,4-6-190,-4-4 0,3-2 293,2-3 0,0 1 169,0 0 1,2 0 100,3 0 1,-2 1 101,6 3 277,1-2 0,4 10 3,0-3 0,1 4 362,-1 1 1,0 1-239,0 4 1,0 3 335,1 6 0,-6 2-425,1 3 0,-3-3-208,3 3 0,1-3-123,-6-2 0,4 0-182,-4 0 1,4-4-503,-4-1 1,6-6 170,-1 2 0,-2-3-374,1-2 0,1-2 305,4-3 0,0-3 62,0-6 0,2-6 354,3-4 1,-3 2-7,3-2 1,-2 5 97,2-4 0,-3 5 13,3-1 0,-3 5 188,-2 5 0,0 2 18,0 7 0,-4 0 206,-1 0 0,-4 0-169,4 0 1,-5 2 253,0 3-314,-2-4 0,-2 7 133,0-3 213,0-4-232,0 6 181,0-7-268,0 0 0,-6 0-266,-4 0 1,-3 1-356,-1 4 1,-5-3 118,0 2 0,-1 4 149,1 2 1,1 2 80,-5 3 1,10-6 2,-1 0 1,3 1-7,-3 4 1,6 0-17,3 1 1,3-6 63,2 1 1,2-6 55,3 6 1,7-7-200,7 2 1,7-4-233,-3-1 0,4-6 329,2-4 1,-6 3 325,1-3 1,-7 1-156,2-6 1,-3 1 37,-2 0 0,-4 1 136,-1 4 1,-6 1 902,2 3-798,-3 4-125,-2-6 1,0 14-38,0 2 1,0 5-5,0 5 0,0 2 80,0 3 1,0 2-40,0-2 0,0 4 4,0 6 1,0-4-133,0 3 1,5-8-63,-1-1 0,1-7 32,-5 2 0,-2-3-302,-2-2 1,1-1 9,-7-4 0,-1-2 102,-8-7 0,2 0-5,-7 0 1,7-2 3,-2-3 1,0 2 38,4-6 1,-2-1 46,8-4 1,2 0 23,3 0 0,2-5-154,2 0 0,8 0-237,6 4 1,2-4-47,8 1 0,-1-1 121,6 4 1,-1-4 59,1 0 0,4-4 55,0 4 0,2-6-57,-2 1 1,2-3 63,3-1 1,-10 1 2,-9 3 0,-5-1-61,-4 6 318,-4-7 0,-8 12 13,-2 0 0,-9 6-48,-6 8 0,0 0 46,5 0 0,1 6-62,4 4 1,-4 7 81,4 2 1,2 5 4,3-5 1,-3 5 173,2-5 1,1 1-30,4-1 0,0-3 107,0 3 0,6-5-290,4-4 0,4 1-25,5-7 0,3 1-146,6-5 0,1-2 189,-1-2 0,2-4 4,3-6 0,-3-1 55,4 1 1,-4-5 154,-2 0 0,0 0-127,1 5 1,-7 5 116,-3-1 0,-3 7 121,-2-2-210,-6 4 0,3 2-1,-6 4 1,-1-2-40,-4 7 0,-1-1-95,-4 5 1,2 1 9,-7-1 1,1 0-123,-5 0 0,-5-4-106,0-1 0,-2-4 87,2 4 1,4-5-486,-4 0 0,-2-2 74,2-2 1,5 5-128,4-1 1,6 1 192,-6-5 1,7-2-61,-2-2 0,5 1 272,5-7 1,9 1 121,10-6 1,4-5-66,6-4 1,-4 2 118,3-2 1,1-1 194,0-8 1,4 1-35,-5-6 1,3 7 67,-8-2 0,2 3 62,-11 1 0,-1 7 606,-9 3-114,-2 3-306,-7 8 0,-8 2-238,-6 6 0,-1 8-207,-4 6 0,4 2 37,0 8 1,3 1 267,2 8 1,4-3 241,6 3 0,0-1-122,0 1 0,1-3 28,4 3 0,3-4-444,6-6 1,1 3 61,-1-7 0,-5 0-476,1-5-1130,-1-6 225,-1-2 715,-2-6 1,-7-6-260,-4-4 0,-3-2 231,-6-3 0,-2-4-85,-3 0 1,3-4 425,-3 4 1,4 0 271,0 5 1,6-1 362,-1 1 1,7 0-225,-1 0-126,2 6 1,13 0 303,3 3 1,10 4 523,0-4 0,1 3-152,-1 2 1,3 0-31,-4 0 1,-2 0-214,-2 0 1,-4 5-17,0 0 0,-1 0 236,0-5-453,0 6 1,-1 2 88,-4 6 1,-2-5-108,-7 1 0,5-1 0,-1 6 0,1-6 26,-5 1-308,6-1 0,-3 4-94,7-4 0,-5 2-349,4-6 1,-1 1-43,2-1 1,2-3 257,-2 2 0,2-4 172,3-4 1,4 0 15,-1-5 1,1 1 103,-4-1 1,-6-4-41,1 4 1,-3 1 250,3-2 0,-2 7 242,-3-2 294,-4-3-336,6 7-216,-7-6 367,0 7-45,0 0-337,0 7 1,4-4-97,1 6 1,1-5-295,-1 0 150,3-2 4,6-2 0,0 0 392,1 0-217,-1 0 0,0-5 82,0 0 0,-4-6-115,-1 2 0,-6-4-8,2-1 0,-3-5-34,-2 0 0,0 0-214,0 5 0,0 0 80,0 0 1,-7 1-174,-2 3 0,-4-1-42,-1 7 1,-2-1 89,-3 5 1,2 1 18,-7 4 0,5-2 132,-4 7 1,10-5 9,-1 4 0,4-4-256,1 4-133,2-6 442,7 10 1,8-11 128,7 2 0,0-2 39,9-2 1,0 0-143,4 0 1,1-2 187,-1-2 1,0 0 34,1-5 1,-5 6 19,-1-2 0,-4-1-64,5 1 0,-7 0 46,2 5 1,-8 0 223,-1 0 175,-1 0-230,6 0-24,-1 7-727,0 1-237,0 6 18,0-6 1,1 3 302,-1-7 1,0 1-102,0-5 1,0 0-59,1 0 1,0 0-152,4 0 1,-3-5 403,3 1 1,-3-3-19,-2 3 0,-4 0 357,-1-5 33,1 6 1,2-5 157,-2 3 1,-2 4 139,-4-4 455,-2 3-693,11 2 1,-10-4 32,6-1 1,-4 0-378,4 5 0,-4 0 146,5 0-1627,-7 0-764,3 0-1583,-6 0 3932,0 0 0,-25 13 0,-7 3 0</inkml:trace>
  <inkml:trace contextRef="#ctx0" brushRef="#br0">23403 10804 17403,'-14'-7'-1715,"-2"-6"1473,-3 3 0,3 3 543,-3-3 0,-1 5-37,1-4 1,-5 4-15,5-4 1,-6 5 16,1 0 0,-3 1-167,-1-2 0,-1 3-7,1-2 0,-5 2 209,-1 2-1,-5 0 101,1 0 1,-5 0-74,-4 0 1,8 2-39,-4 2 1,3 3-5,-2 2 0,1 4-43,3-4 1,5 4-63,9 1 1,3 0-115,7 0 1,1 1-238,4-1 1,1 0-29,3 0 1,4 5-130,-4 0 1,3 5-98,2-5 0,-4 6-3,-1-1 0,0 3-32,5 1 1,0-4 13,0 0 1,0-1 198,0 6 0,0-1 116,0 1 0,0-7 59,0-3 0,0 1 72,0-1 0,5 0-116,0-5 1,4 0 77,-4 1 38,6-1 1,-5 0 38,4 0 1,2-1 109,-2-4 0,-2 3-55,1-8 0,1 6 75,4-6 0,0 6-57,0-5 0,2 4 281,3-4 0,-1 4-272,5-4 0,1 5 207,4-6 1,6 6 21,-1-5 0,1 1-164,0-1 1,-3-2-17,7 6 0,-6-1-160,1 2 1,-1 1-28,1-7 1,-8 6 61,3-5 1,-2 1-40,2-1 0,2-4 128,3 4 1,-3-2-92,4 2 0,-4-4-8,-2 4 0,2-3 29,3-2 0,-3 0 55,3 0 1,-3 0-32,-1 0 1,6 0-2,2 0 0,0 0-12,1 0 1,0 0-45,4 0 0,-2 0-42,2 0 1,-7 0 7,8 0 0,-4 0-42,4 0 1,1-5 52,4 0 0,-4-1 6,3 1 0,-4 4 53,-5-4 0,3 2-58,-3-2 1,-3 3 73,-2-2 0,-2 2-59,2 2 1,4-5 49,5 1 0,-4-1-40,0 5 1,-5-5-15,5 0 1,-4-1-1,3 1 0,0 4-16,1-4 0,-2-1 35,-3 1 1,0-4 27,10 4 1,-8-5 29,7 6 1,-2-3-55,3 3 1,-2-3 52,-3-2 1,1 1-74,-6 3 0,5 2-5,-5-7 1,5 6 88,-5-6 0,1 2 5,-6-1 1,1-4 16,-1 4 1,0-2 14,1 1 0,-1-2 24,1 2 1,-1-3 97,1-1 1,2-5-70,-2 0 1,1 0-105,-11 5 1,0 0-92,-5 0 0,0 0-60,0-1 0,-1 1-62,-4 0 1,4 0-79,-4-1 0,-1 1-81,2 0 0,-2 0 183,1 0 1,2-2-64,-6-3 1,4 1 8,-4-5 0,0 4-64,-5-5 0,0 5 9,0-5 0,0 1 3,0-6 1,-6 1-112,-4-1 0,-7 6 140,-2-1 0,-8 0 20,-2-4 0,-1 4 85,-7 1 1,-8 4 204,-7-5 0,-9 2-168,-6-2 1,-2 4 308,-2 5 0,29 8 0,0-1-239,-3-2 1,0 1 0,-6 3 0,-1 1 250,-2-3 1,-1 1 0,1 2 0,1 1-260,-2-1 1,1 0-1,-3 2 1,0 0 169,-2 3 0,0 0 1,-5 1-1,0 0-30,2 1 1,0 0-1,3 0 1,0 0-104,4 2 1,1 1 0,2-1 0,1 2 59,-1 0 1,0 2 0,2-2 0,0 0-342,3-1 1,0 0 0,3 1-1,2 0-94,-34 4 0,10-2-50,5 1 0,-1 1-184,5 4 1,3 2-332,12 3 1,5-2 475,4 7 0,6 0-1177,8 4 1571,0 0 0,18-1 0,-4 6 0,3 7 0</inkml:trace>
  <inkml:trace contextRef="#ctx0" brushRef="#br0">22635 14103 24787,'0'-10'-2362,"0"1"0,2 6 3726,2-2 1384,-2-3-2405,4 0 1667,-6 0-2165,7-4 515,-6 10 156,6-4 542,-7 6 1,0 6-1050,0 3 0,4 4-627,1 1 0,0 5 509,-5 0 1,0 5-335,0-5 0,0 5-217,0-6 1,0 3-271,0-2 1,0-3-1538,0 3 1289,0 3 1,0-6 205,0 3 296,0-10-671,0 4 81,0-12 1,0-1 53,0-9 1,0-4 1146,0-1 0,12-45 1,4-10-1</inkml:trace>
  <inkml:trace contextRef="#ctx0" brushRef="#br0">22791 13861 8353,'-14'-14'213,"0"0"0,0 1 418,0 3 0,-1-2 107,1 2 0,-6 4-181,-4 1 0,2 4-75,-2 1 0,5 0-113,-5 0 1,6 6-34,-6 4 1,5 4-187,-5 5 0,7 3-136,-2 6 0,3 5 1,2 1 1,4 5 182,1-1 1,4-2-135,-4 2 1,5 5 2,0 4 1,2 1 46,2-6 0,5 1 16,0 0 0,6-2 45,-2-3 1,5-4-96,5-5 0,-1-2-168,5-4 0,6-2-84,4-7 1,7-6 48,-3-3 0,5-5 39,0-5 0,7-8 74,3-6 0,-1-11-18,1 2 1,-6-10 33,1 0 1,-4-3 145,-5-2 0,-11-1-46,-13-3 0,-6 1 151,-8-6 0,-7 0-252,-2-5 1,-16 0-451,-9 0 0,-5 7 18,-4 2 0,-6 7-66,-3 8 0,2 8-310,-2 15 1,6 4 233,-2 6 1,6 12-197,4 7 0,5 7-52,9 2 817,3 1 0,9 4 0,2 0 0,5-1 0,4-2 0</inkml:trace>
  <inkml:trace contextRef="#ctx0" brushRef="#br0">23744 14117 26789,'-14'-14'-8283,"0"1"7988,-1 4 0,6-2 1972,-1 6 0,1-2-529,-5 3 0,0 2 118,-1-3 0,6 4-228,-1 1 0,1 5 281,-5-1 0,-1 7-719,1-1 0,0 4-223,0 5 1,0-2-378,-1 7 0,6 0 0,-1 4 0,6 1 0,-6-1 0,7 1 0,-2-1 0,4-4 0,1-1 0,1-1 0,4 2 0,5 1-1339,8-6 1,0-1 269,6-9 1,-1 2-223,6-6 1,-1 0 799,1-5 0,-6-2 677,1-3 1,-2-2 775,2-8 0,1 1-18,-6 0 1,0-5 363,-5 0 0,-1-5-521,-4 5 1,2 0-788,-6 5 0,0 5 0,-5-1 0,0 7 0,0-3 0,0 7 0,0 4 0,0 3 0,0 6 0,0 2-25,0 3 0,0-3-651,0 3 1,1-4-231,4 0 1,3-1-639,6 0 1,0-1 882,1-4 1,4-2 816,0-7 1,4 0-108,-4 0 0,2-2 365,-2-3 1,-8-7 241,3-7 1,-5-5-233,1 5 1,-4-6 301,-6 1 1,-6-1-534,-4 1 1,-4 0 127,-5 10 0,2-2-92,-7 12 0,1-1 157,-6 5 0,2 0-133,4 0 0,-3 5-253,7-1 0,2 7 0,7-1 0,-1 3 0,7 1 0,-1 0 0,5 0 0,6-4 0,4-1 0,9-6-632,4 2 1,9-3 38,1-2 1,7-2-20,-2-3 1,3 2 502,1-6 1,-4-1 305,0-4 0,-6 4 729,1 1 1,-5 6 714,-4-2-1641,-3 4 0,-9 2 0,-2 4 0,-4 3 0,-6 6 0,0 2 0,0 3 0,-2-2 0,-2 7 0,2-7 0,-3 2 0,-1-3 0,1-2 0,1 0-1086,4 1 1,0-6-2771,0 0 3543,0-5 1,0 0 450,0-8 1,0-4-524,0-6 0,4-2 60,1-3 0,6 3 386,-1-3 0,2-2 410,2 3 1,1-1 2150,-1 4-1321,0 1 0,0 2-548,1 2 0,-1 4-753,0 6 0,-5 0 0,1 0 0,-2 6 0,1 4 0,2 2 0,-6 2 0,5 1 0,-6-1 0,7 0 0,-1 0 0,-2-4-1234,1-1 0,1-1-355,4 2 0,0 1-357,0-7 1,2 1 895,3-5 1,-2-1 937,7-4 0,-5-3 1335,5-6 1,-2-5-281,2 0 0,1-5 15,-6 5 1,0 0 53,-5 5 0,-1 0 1648,-4 0-2197,4-1 0,-12 6-463,4-1 0,-3 7 0,-2-3 0,0 7-491,0 4-95,0-3 0,0 6-2182,0-4 706,0-2 303,0 4 1202,0-6 1297,0 0-312,-7 7 1,4-6 474,-6 4 1,-1-2 327,-4 2 1,0-2 21,0 6 1,-1 1-1037,1 4 1,0 0-218,0 1 0,0 0 0,-1 4 0,7-3 0,4 3 0,2-3 0,2-2 0,2 0-271,2 1 1,6-6-1703,9 0 1,-2-5 13,7 0 0,0-4 420,4-4 1,-1-4 257,-3-6 0,1-2 227,-6-3 0,0 1 697,-5-5 1,-5 5 151,1-1 0,-7 4 423,2 0 0,-4 1-13,-1 0 1,-1 6 250,-4 3 0,2 4-436,-7 1 0,6 6 262,-6 4 1,7 7 186,-2 2 0,-1 6-31,1-1 1,1 3-205,4 1 0,0 1-112,0-1 1,4 0-43,1 1 0,1 4-72,-1 0 0,-3-4-249,2-6 0,-2-1-413,-2 2 0,0-3 313,0-7 0,-5 0-44,1 0 1,-12-4 64,2-1 1,-9-6-35,4 2 0,-4-3 200,4-2 1,-5 0-7,5 0 1,0-7 97,5-2 0,6-5 234,3-5 1,5 1-481,5-5 1,9-1 36,10-4 0,9-1-108,5 1 1,8-5 66,1-1 1,7-4-149,-2 5 1,2-5 275,-2 5 1,2-5-58,-7 5 1,2 0 52,-11 5 1,-6 5 225,-18 4 1,-6 4 439,-4 0 0,-8 3-137,-6 2 0,-9 4 47,-4 6 1,-4 2-28,-2 2 1,1 4 259,-1 6 0,3 5-319,2 0 0,2 5 69,3-5 0,5 5-216,-1-5 1,3 4 29,7-4 1,0 2-265,5-2 1,2-3 66,3 3 0,4-8-452,10-2 0,3-4 16,6 4 0,1-6-194,-1 2 1,1-8 276,-1-2 0,1-6 153,-1 2 0,-1-5 86,-3-5 1,3 3-22,-4-3 1,-1 3 577,2 2 0,-7 0-245,2-1 1,-3 7 345,-2 4 1,1 2-66,-1 2 1,0 2 94,0 2 0,-4 3-196,-1 2 1,-4 7-138,4-6 0,-5 5-79,0-5 1,-2 2 137,-2 3-506,0-1 1,-2-1 95,-2-4 0,-4 2-287,-7-6 0,0 4 13,-4-4 1,3 1-169,-3-1 1,3-3 212,2 2 1,4-2-72,1-2 154,0 0 0,1-2-172,3-2 0,5-4 91,5-6 0,7-2 124,7-3 1,6 1-27,-1-5 0,8-6 67,1-4 1,0-2 116,-4 2 1,-1-2-46,0-2 1,-5-3 207,-5 7 0,-3 4 116,-6 6 1,-2 10 438,-7-1 1,-2 9-192,-3 0 1,2 5-192,-6 5 0,-1 8 192,-4 6 0,0 8 189,-1 1 0,6 0 187,-1 6 1,6-4-265,-6-2 0,7 2-103,-2 3 1,4-7-348,1 2 0,0-8-214,0 4 0,0-6-207,0 1 0,0-8 317,0-2-2810,0-6 1867,0 4 1,0-9 102,0-3 1,-2-3 240,-3-6 0,-2-2 64,-8-3 1,6 2 371,-1-7 0,7 5 163,-2-4 1,4 5 267,1-1 1,1 5-72,4 5 0,9-2 150,10 6 1,0-5 65,4 6 0,-2-1 235,7 5 0,-3 0-230,-2 0 1,4 0 64,-4 0 1,2 0 171,-11 0-145,0 6-2,-5 2-271,-6 6 0,-1 1 30,-7-1 0,0 0-120,0 0 0,0-4-149,0-1-94,0 1 1,0 4-460,0 0 1,1-5 59,4 1 1,-2-7-379,7 2 1,-1-4 106,5-1 1,0 0 296,1 0 1,-1-1 62,0-4 1,0-8 218,1-5 1,-3-1 162,-2 4 1,2 3 149,-2 2 0,-4-2 1351,-1 2-597,-4 4-331,6 0 388,-6 6 0,6 6-317,-7 3 1,0 4-55,0 1 0,4 5-270,1 0 1,6 0-190,-1-5 0,2-4-61,2-1 0,5-1-372,0 2 0,5-4 39,-5-6 0,6 0-314,-1 0 0,1-6-86,-1-4 1,-3-4 235,-7-5 1,0 2 127,0-7 0,-6 0 117,-3-4 0,-4 4 260,-1 0 0,-1 7-53,-4-2 1,-9 5 258,-10 4 0,-3 4-48,-1 6 0,-2 2 162,-3 2 0,4 4-87,1 6 1,1 1-264,8-1 0,2 0-272,7 0 0,4-4 93,6-1-38,0 1 0,12-2-41,7-4 0,7-2-210,2-2 0,5 0 134,0 0 0,7-6-49,-2-4 1,-2-1 461,2 2 1,-11-2-118,1 6 0,-7-5 428,3 6 1,-12-1 273,3 5-307,-11 0 0,3 1 399,-7 4-192,0 3 1,-2 6-289,-3 1 0,4-6-24,-4 0 1,-1-4-1873,1 5 558,0-7 496,5 3 0,2-6 119,2 0 0,0-5-225,5 1 1,1-7 305,4 1 0,-2-2 41,-2-3 1,3 6 198,-4-1 521,4 7 0,1-3 765,0 6 0,-4 0-218,-1 0 0,-4 6 137,4 4 0,-1 2-508,2 3 1,2-1-63,-2 0 0,-1 2-328,5 3 1,-2-8-157,6 3 1,3-5-53,-2 1 0,8-4-348,1-6 0,1-1-1072,4-4 1,-8-8-81,-1-6 0,-7-6-594,2 1 1,-5-2 840,-4-3 1237,-4 1 0,-38-4 0,-18-3 0,-1-3 0,-1 0 0</inkml:trace>
  <inkml:trace contextRef="#ctx0" brushRef="#br0">26389 14060 8386,'-29'-6'0,"1"-4"0,7-2 167,7-3 0,6 6 208,8-1 1,2 3-93,2-3 1,0-1-284,5 6 0,7 7 0,6 6 0</inkml:trace>
  <inkml:trace contextRef="#ctx0" brushRef="#br0">28024 14188 8349,'0'-14'136,"0"0"1,-2 4 320,-3 1 1,4 4 584,-4-5 0,-3 2-455,-1-1 0,-4 3 29,-1 6 1,0 0-187,-1 0 0,-4 0-152,0 0 0,-1 8 5,1 6 0,3 2-16,-3 7 0,-1-4 66,1 5 0,4 0-152,6 4 0,1 1-161,-1-1 0,2 0-54,7 1 0,2-1-324,3 1 1,2-7-98,8-3 0,5-3-383,4-2 1,4-6-11,6-4 0,-4-2 381,3-2 1,-5-6 175,-4-4 1,3-2 100,-4-3 0,-2 1 197,-2 0 0,-8 0 312,-2-1 1058,-5 1 273,2 0-1166,-6 6 1,-2 2 343,-2 6-379,-4 6 0,-5 7-134,4 6 1,2 0-41,7-5 1,0 0 217,0 0-483,0 7 0,8-5-282,6 3 0,1-5-73,4-5 0,1-2-224,-1-7 1,5 0 263,-5 0 1,1-7-129,-1-2 1,-8-4 307,3-1 1,-9-2-37,0-3 0,-3 3 110,-2-3 1,-8-1 41,-7 1 1,0 5 264,-9 4 0,0 7 3,-4-2 0,-4 4 114,4 1 0,-4 0 274,8 0-249,4 0-822,-1 0 1,13 1 140,4 4 0,10-3-76,8 2 1,13-2 182,11-2 0,3 0-68,2 0 0,-1-5 63,1 1 1,-2-6 45,-3 5 1,0 1 135,-10 4 1,2 0 750,-11 0 21,0 0 1,-11 6-141,-3 3 0,-3 4 94,-2 1 0,-2 5-243,-3 0 1,-3 0-3,-6-5 0,5 1-228,-1-1 1,5 0-133,-4 0 1,4-1-263,-4-4-922,6-2 115,-4-1 468,7-4 0,0-2-191,0-10 0,0-3 248,0-1 1,7-2-82,2-3 1,4 2 167,1-7 1,0 5 246,0-4 1,2 5 159,3-1 1,-3 5 459,3 5 0,1-2 243,-1 6 1,0 0 190,-4 5-490,5 0 0,-4 6-114,3 4 1,-5 3 30,-4 1 0,1 0 191,-7 0-538,7 7 0,-4-5-133,2 3 0,2-4-329,-6 0 1,6-6-518,-1 0 0,2-5 284,2 0 0,1-2 18,-1-2 0,0-2 220,0-2 1,5-4 87,0-6 1,0-5 116,-5 0 0,-4-5-11,-1 5 0,-6-11-26,2 2 0,-3-4 98,-2 4 1,0-1 116,0 1 0,-7 6 43,-2 3 0,-2 3 283,1 2 0,-2 6 146,2 3-107,-2 3 0,-1 9-21,4 2 0,2 10 178,7 5 1,0 3 208,0 1 0,0 1 342,0-1 0,0 0-351,0 1 1,0-2-373,0-4 0,0 3-375,0-7 0,0 4-174,0-4 0,0 0-528,0-5 0,2-4-99,3-1-827,-4-5 1075,5 2 0,-7-8-134,-4-2 1,2-6-124,-6-9 1,-1 2 448,-4-7 1,0 2 301,-1-2 1,1-3 131,0 4 0,1 2 392,4 2 1,-2 3-62,6 2 1,0 5 351,5-1 0,2 7-394,3-2 0,4 4 83,10 1 0,8 0 222,6 0 1,2 0-334,-2 0 0,-3 0-331,3 0 1,-3 4 80,-1 1 1,-7 0-214,-3-5 1,-3 2-31,-2 2-94,0-2 427,0 10 1,-6-4 133,-3 7 1,-4-1 268,-1 0 1,-1-5-102,-4 1 1,2-1 65,-7 6 1,6-1-147,-6 0 0,7 0 340,-2 1-740,4-1-523,-6 0 1,6-5-437,-4 1 552,4-7 216,1 3 159,0-6 21,0 0-31,0-6 0,0-2-52,0-6-19,0 0 1,0 0-173,0-1 1,1 1 160,4 0 1,-2 0-163,6-1 0,-1 1 89,2 0 0,2 0 124,-2 0 1,-2 4 160,1 1 1,-4 4-195,5-5 248,-7 7 1,5-3-564,-4 6-495,-2 0-467,4 0 968,-6 0 1,5 6-254,0 4 0,-1 2 33,-4 3 0,2-6-756,3 1 1448,-4-1 0,18 12 0,-3 1 0</inkml:trace>
  <inkml:trace contextRef="#ctx0" brushRef="#br0">29417 14373 8273,'0'-14'656,"0"-1"0,0 6 932,0-1 0,-5 6-678,0-6 1,1 5 1076,4-4-1172,-7 6-529,0-3 0,-8 6-238,1 0 0,0 1 96,0 4 0,-1 3 17,1 6 0,0 5-6,0 0 0,4 5-189,1-6 1,6 8-68,-2-3 0,3 0-185,2 0 1,2-5-296,3 1 0,7 0 271,7-5 1,5 3-93,-5-7 1,6-4 145,-1-1 0,1-5 121,-1-5 0,1 2 58,-6-7 0,0-4 290,-5-5 0,-6-5-149,-3 5 1,-4-6 213,-1 2 1,0 0-70,0 0 1,-6 5-69,-3-1 1,-6 5-123,-3 5 0,0-2 40,-6 6 0,7 0-18,-2 5 1,3 5-74,2 0 0,5 4-113,-1-4 1,7 6 122,-2-2 1,4 4-5,1 1 1,8 0 50,6 1 1,2-6-33,7 1 1,6-7-245,4 2 0,2-4 27,-2-1 1,-2-1 37,7-4 0,-1-3 94,1-6 0,1-7-30,-6-3 1,0-2 20,-4-3 0,-2-1 14,-4-3 1,-4 1 151,-9-6 1,-4 5-97,-6-5 1,0 7 188,0-2 1,-6 9 41,-4 5 1,-4 5 15,-5 4 1,3 4-136,-3 6 1,4 8-21,0 6 0,-4 2 102,0 8 1,5 4 128,5 5 1,4 5 331,-4-5 0,4 5-77,-5-5 1,7 5 57,-2-5 1,4 1-244,1-6 0,6 0-311,4 1 0,2-7 138,3-3 1,5-8-114,4-2 1,-2-5-90,2 0 0,-1-2-446,6-2 0,-1-6-1006,1-4 1,-3-2 703,-2-3 1,1 1-1286,-6 0 0,5 4 2046,-5 1 0,6-7 0,-3-6 0</inkml:trace>
  <inkml:trace contextRef="#ctx0" brushRef="#br0">22393 15510 8501,'-9'0'1444,"-1"0"-552,1 0-364,-5-6 1,6 3-75,3-7 0,-1 5 113,1-4 0,0 4-103,5-4 1,7-1-161,2-4 0,4 0 0,1 0 1,6-1-95,4 1 1,-2 5-145,2-1 0,-2 7 106,2-2 1,1 4-133,-6 1 1,0 0-152,-5 0 1,0 6-424,1 4 1,-7 2-31,-4 2 0,-4 7 235,-4 3 1,-6 2 163,-9 3 1,-3-5 166,-6-1 0,-6-1 188,1 2 0,-6 1-54,1-6 0,3 0 195,2-5 0,9-4 137,5-1-300,3-5 0,10 7 145,6-7 0,13 1-55,10-5 0,11 0-52,4 0 0,-2-5-274,2 1 0,-7-1-296,3 5 1,-6-5-243,-4 0 1,1 1-1801,-6 4 1622,0 0 1,-6-2 783,-4-3 0,-22-3 0,-10-6 0</inkml:trace>
  <inkml:trace contextRef="#ctx0" brushRef="#br0">22621 15297 8253,'-16'-29'278,"-3"1"0,3 0 62,-3-1 0,-3 7 478,-1 3 0,0 0-347,0 5 0,4 3-95,-5 11 0,5 0-52,-5 0 1,2 1 50,-1 4 1,-4 5-178,3 9 0,-3 3 18,-1 6 0,-5 5-32,-1 0 0,3 2 57,7-2 1,-1 4 30,6 5 1,0 1-27,5 0 0,6-5-21,3 0 0,4-2 24,1 2 0,7 1-21,8-6 0,5 1-115,9-6 1,-1 0 152,0 1 0,7-2-313,3-4 1,3-4 33,2-9 1,0 1 148,-1-6 1,1-1-23,-1-4 1,1-6-7,0-3 0,6-10-33,3-5 0,-3-4-6,-2-6 0,-9-2-83,-5-7 1,-4 1 148,-6-1 0,-8 0-271,-11 1 1,-10-6-273,-8 1 0,-19-2-326,-15 2 1,-7 9-38,-7 0 1,4 13-115,-4 6 1,2 4-366,-1 6 0,9 4 592,-1 10 1,16 4-537,8 10 1194,7 3 0,9 7 0,4-1 0,3 1 0</inkml:trace>
  <inkml:trace contextRef="#ctx0" brushRef="#br0">23716 15325 8180,'-15'8'0,"0"-1"274,-4-7 1,1 4 450,-5 1 1,-6 4-104,-4-4 1,-8 6-89,-2-1 0,7 2-69,-2 3 1,8-6-126,6 1 1,5-6 191,10 6-361,3-1 1,12 5-116,3 1 0,10-3 179,5-2 0,3 2-1,1-2 1,1 3-94,-1 1 0,1-2-141,-1-2 0,-1 3-188,-3-4 0,-4 2 157,-6-1 1,-1 2-103,-4-2 1,-2-2 55,-7 1 1,-2-4-153,-3 4 0,-6-6 109,-12 2 0,-3 1 76,-12-1 0,5 2-261,-5-3 0,2-2 115,-2 3 1,3-4 160,7-1 0,6 0-43,3 0 35,3 0 21,2 0 276,6 0-181,8 0 1,13 0 254,6 0 0,6-5 68,-1 1 0,2-3-165,3 3 0,-1 2-171,1-3 0,-1 2 17,1-2 0,4 2-18,0-6 0,0 1-48,-4-2 0,-3-2-200,-2 2 1,3-2 93,-3-3 1,-4 1-76,-1 0 1,-5 0-146,-4 0 340,2-7 0,-10 5 18,3-3 1,-5 8-13,-5 2 0,2 6 19,-7-2 1,1 3-44,-5 2 0,-5 2 24,0 3 1,-2 4 68,2 10 1,5-3 198,0 3 0,0-3 29,4-2 0,4 5-249,1 0 1,4 0-44,1-5 1,6 0-153,3 0 1,12-1-338,7-4 0,7-2 180,8-7 0,4 0-92,1 0 0,4 0-83,-5 0 1,5-11-212,-4-4 1,-6-4 246,-4 1 0,-6 0 302,1-6 0,-9 7 240,-5-2 0,-4 3-51,0 2 1,-8 5 744,-2-1-424,-3 7 47,-2-3-164,0 6 317,0 6-160,0-4-371,0 10-274,0-10 236,0 4-6,0-6 0,-2 0-18,-3 0 1,2 2-86,-6 2 0,-2-2 132,-8 3 0,1 1 17,-5-1 1,4 6 126,-5-2 1,7 4-89,-2 1 0,3 0 168,2 1 0,1-6-260,4 1 0,-2-1-3,6 5 0,2-1-98,7-4 0,4 2-246,7-6 0,3 0 133,1-5 0,7 0-54,-3 0 1,4-5-110,2 0 0,-6-6 121,1 2 0,-7-4 250,2-1 1,-3 0 136,-2 0 0,-4 4 457,-1 1 1,-5 4-188,0-5-122,-2 7 0,-2-1 12,0 8 0,-2 6 287,-2 9 0,0-2 331,-5 7 1,4-1-252,-4 6 0,6 4 4,-2 0 1,3 2-352,2-2 1,-5-3-291,1 3 0,-1-7-27,5-3 0,0-4-303,0 5 1,0-7-907,0 2-169,0-9 0,0-2-1374,0-4 1567,0-2 1,0 3-106,0-10 1,2 2 288,2-7 0,-2-1-1376,3-8 2359,-4 4 0,6-38 0,0 0 0</inkml:trace>
  <inkml:trace contextRef="#ctx0" brushRef="#br0">24341 15723 8250,'-6'-8'70,"3"-3"477,-7 7 1,7-3 2132,-2 3-862,4 2 429,1-4-1235,0 6-68,0 0-886,6 0 1,4 0-189,9 0 1,-4-5-298,4 0 1,3-6 139,2 2 1,-2-2-419,2 1 1,-2-2 114,2 2 0,1-6 100,-6 2 0,0-3 230,-5 7 0,-4-2 253,-1-3 0,-6 6 398,2-1-188,-3 7 0,-2-2 88,0 10 0,-5 3 130,0 6 0,-4 1 290,4-1 0,0 2-108,5 3 0,-5-4 137,1 4 1,-1 2-346,5-2 0,5 0-249,-1-5 0,7-1-650,-1-4 1,3 2 207,1-6 1,5 0-59,0-5 0,6 0-65,-1 0 1,-2-5-395,1 0 1,0-11 253,0 2 0,3-8 4,-7 3 1,-1-5 374,-3 5 1,-6-4 243,1 4 0,-7 0 691,2 5 0,-4 4 66,-1 1-478,0 5 1,-1-2-11,-4 6 0,2 6 133,-7 4 1,2 3-13,-1 1 0,-2 5 97,6 0 0,0 0-270,5-5 0,0 0-484,0 0 1,2 0-262,3 1 0,2-6 241,8 1 1,5-7-189,4 2 1,3 1-51,1-1 1,2-2-480,3-8 0,-3-3 358,4-6 1,-4-2 126,-2-3 0,-6 2 460,-3-7 1,-3 5-81,-2-5 0,-6 7 665,-3-2 0,-4 8-132,-1 2 0,-6 5 105,-3 0 1,-10 2-237,-5 2 1,-1 2 112,1 2 1,-1 4 53,6 7 1,-3-1 13,7 0 0,0 0-479,10 0 0,-1 1 56,1-1 1,5-5-788,0 1 1,8-2 74,11 1 1,4 2-194,11-6 0,-3 0 425,7-5 1,-5 0-101,5 0 0,-6 0 153,1 0 1,-3 0 270,-2 0 1,-10 0-6,-4 0 1429,-3 0 503,-3 0-1192,-2 0 1,-7 6 387,-4 4 1,2 2-438,-7 2 0,6-1-61,-6-4 0,2 4-299,-1-3 1,1-3 107,3 3-1007,3-7 581,-4 3-226,6-6 1,0-1-233,0-4 0,0 2-484,0-7 1,0-1 517,0-8 1,2 4-29,2-4 1,0 3 326,5 2 1,-1-1-58,1 1 1,4 2 590,-3 2 1,2-1-290,2 6 1,5 1 533,0 4 0,-4 0-127,-6 0 1,1 1 11,4 4 0,0 1-227,0 4 1,-4 2-19,-1-2 1,1 1-119,4-2-297,0 4 0,0-11-593,0 2 1,1 0 379,-1 0 0,0-2-250,0 3 0,1-4-227,-1-1 609,0-6 0,-1 3 194,-4-7 361,4 7 1,-10-5 39,6 3 217,-5 4 668,2-6-454,-6 7-263,0-6-498,6 5 1,2-6-313,6 7 1,1 0 100,-1 0 1,2 0-139,2 0 1,-2 0 133,3 0 1,-3 0-70,-2 0 576,7 0-234,1 0 0,0 0 256,-3 0 1,-8 2 142,-1 3 144,-1-4-544,5 5 1,0-6-71,1 0 0,-1 0 0,0 0 1,0 0-210,1 0 1,-1-4 138,0-1 1,0-6 3,0 1 1,-1 3 149,-3-3 1,-4 5 60,-6-4 29,6-1 1,-4 1-148,2-1 1,-4 7 27,-4-1 1,1 2-53,-7 2 0,1 0-228,-6 0 254,1 0 1,0 2-7,0 2 271,0 4 1,-1 5-23,1-4 1,5 4 22,-1-4 0,2-1-209,-1 2 1,-2-5 162,6 4-212,-6 0-206,9 6 1,-4-1 68,6 0 1,2-1 83,2-4 0,6 2-78,9-6 0,3 5 10,6-6 0,2 3-10,3-3 1,-1-2-3,6 3 0,-3-5 0,7-5 1,-7-1 54,8-4 0,-10-7-6,0 3 1,-3-4 61,-1 4 0,-7 4-138,-3 1 752,-4-1-25,-7 3-39,-1 0-301,-7 7-46,0 0 13,0 7 1,1-4 190,4 6 0,5-4-437,8 4 1,5-1-80,5 2 1,2-2-31,3-4 1,4-2-47,5 3 0,-4-4-265,0-1 1,-6 0 182,1 0 0,-3-6-18,-2-3 0,-1 1 111,-3-2 1,-8 2-32,-7-1 930,-6-4-379,4 12-169,-7-6 0,-2 7-185,-3 0 0,2 0-258,-6 0 1,-1 0 182,-4 0 1,4 7-53,1 2 0,4 4 227,-4 1 0,4 2 217,-5 3 1,7-2 222,-1 7 0,2-5-257,2 4 1,0-4 22,0 5 1,-2-5 40,-2 5 0,2-7 31,-3 2 0,2-3-58,-2-2 1,2 0-182,-6 0 1,-1-4 19,-4-1 0,0-5-144,0 0 0,-5-2 80,0-2 1,0-2 53,5-2 0,4-4-132,1-7 0,6-5-295,-2-4 0,11-3-605,8-1 1,8-5 209,12 0 0,-3-5-465,7 5 0,-6 1 345,1 8 0,-3 4-77,-2 5 1,4 1-619,-4 0 0,2 6 717,-11 3 0,5 5-1871,-5 5 2648,0-3 0,-62-2 0,-14-8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5/29/26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Today I'll talk about our work rethinking how we design speed tests. Speed tests are everywhere — billions are run every year by consumers, operators, regulators, researchers. But despite all that usage, the tools haven't kept up with what stakeholders actually need. I'll argue we should move beyond one-shot bandwidth numbers toward lightweight, diagnostic, longitudinal measurement. </a:t>
            </a:r>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a:p>
        </p:txBody>
      </p:sp>
    </p:spTree>
    <p:extLst>
      <p:ext uri="{BB962C8B-B14F-4D97-AF65-F5344CB8AC3E}">
        <p14:creationId xmlns:p14="http://schemas.microsoft.com/office/powerpoint/2010/main" val="2446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a:p>
        </p:txBody>
      </p:sp>
    </p:spTree>
    <p:extLst>
      <p:ext uri="{BB962C8B-B14F-4D97-AF65-F5344CB8AC3E}">
        <p14:creationId xmlns:p14="http://schemas.microsoft.com/office/powerpoint/2010/main" val="1418014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5</a:t>
            </a:fld>
            <a:endParaRPr lang="en-US"/>
          </a:p>
        </p:txBody>
      </p:sp>
    </p:spTree>
    <p:extLst>
      <p:ext uri="{BB962C8B-B14F-4D97-AF65-F5344CB8AC3E}">
        <p14:creationId xmlns:p14="http://schemas.microsoft.com/office/powerpoint/2010/main" val="1258073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a:p>
        </p:txBody>
      </p:sp>
    </p:spTree>
    <p:extLst>
      <p:ext uri="{BB962C8B-B14F-4D97-AF65-F5344CB8AC3E}">
        <p14:creationId xmlns:p14="http://schemas.microsoft.com/office/powerpoint/2010/main" val="202256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7</a:t>
            </a:fld>
            <a:endParaRPr lang="en-US"/>
          </a:p>
        </p:txBody>
      </p:sp>
    </p:spTree>
    <p:extLst>
      <p:ext uri="{BB962C8B-B14F-4D97-AF65-F5344CB8AC3E}">
        <p14:creationId xmlns:p14="http://schemas.microsoft.com/office/powerpoint/2010/main" val="39955493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9</a:t>
            </a:fld>
            <a:endParaRPr lang="en-US"/>
          </a:p>
        </p:txBody>
      </p:sp>
    </p:spTree>
    <p:extLst>
      <p:ext uri="{BB962C8B-B14F-4D97-AF65-F5344CB8AC3E}">
        <p14:creationId xmlns:p14="http://schemas.microsoft.com/office/powerpoint/2010/main" val="2194756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10</a:t>
            </a:fld>
            <a:endParaRPr lang="en-US"/>
          </a:p>
        </p:txBody>
      </p:sp>
    </p:spTree>
    <p:extLst>
      <p:ext uri="{BB962C8B-B14F-4D97-AF65-F5344CB8AC3E}">
        <p14:creationId xmlns:p14="http://schemas.microsoft.com/office/powerpoint/2010/main" val="2524677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11</a:t>
            </a:fld>
            <a:endParaRPr lang="en-US"/>
          </a:p>
        </p:txBody>
      </p:sp>
    </p:spTree>
    <p:extLst>
      <p:ext uri="{BB962C8B-B14F-4D97-AF65-F5344CB8AC3E}">
        <p14:creationId xmlns:p14="http://schemas.microsoft.com/office/powerpoint/2010/main" val="3101391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13</a:t>
            </a:fld>
            <a:endParaRPr lang="en-US"/>
          </a:p>
        </p:txBody>
      </p:sp>
    </p:spTree>
    <p:extLst>
      <p:ext uri="{BB962C8B-B14F-4D97-AF65-F5344CB8AC3E}">
        <p14:creationId xmlns:p14="http://schemas.microsoft.com/office/powerpoint/2010/main" val="20148289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15</a:t>
            </a:fld>
            <a:endParaRPr lang="en-US"/>
          </a:p>
        </p:txBody>
      </p:sp>
    </p:spTree>
    <p:extLst>
      <p:ext uri="{BB962C8B-B14F-4D97-AF65-F5344CB8AC3E}">
        <p14:creationId xmlns:p14="http://schemas.microsoft.com/office/powerpoint/2010/main" val="2259141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16</a:t>
            </a:fld>
            <a:endParaRPr lang="en-US"/>
          </a:p>
        </p:txBody>
      </p:sp>
    </p:spTree>
    <p:extLst>
      <p:ext uri="{BB962C8B-B14F-4D97-AF65-F5344CB8AC3E}">
        <p14:creationId xmlns:p14="http://schemas.microsoft.com/office/powerpoint/2010/main" val="36378117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do I mean by Internet. It is a public network that anyone can connect to. It consists of </a:t>
            </a:r>
          </a:p>
        </p:txBody>
      </p:sp>
      <p:sp>
        <p:nvSpPr>
          <p:cNvPr id="4" name="Slide Number Placeholder 3"/>
          <p:cNvSpPr>
            <a:spLocks noGrp="1"/>
          </p:cNvSpPr>
          <p:nvPr>
            <p:ph type="sldNum" sz="quarter" idx="5"/>
          </p:nvPr>
        </p:nvSpPr>
        <p:spPr/>
        <p:txBody>
          <a:bodyPr/>
          <a:lstStyle/>
          <a:p>
            <a:fld id="{3D91EEAC-CFEF-9647-876F-EABC6B8338D7}" type="slidenum">
              <a:rPr lang="en-US" smtClean="0"/>
              <a:t>18</a:t>
            </a:fld>
            <a:endParaRPr lang="en-US"/>
          </a:p>
        </p:txBody>
      </p:sp>
    </p:spTree>
    <p:extLst>
      <p:ext uri="{BB962C8B-B14F-4D97-AF65-F5344CB8AC3E}">
        <p14:creationId xmlns:p14="http://schemas.microsoft.com/office/powerpoint/2010/main" val="151583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20</a:t>
            </a:fld>
            <a:endParaRPr lang="en-US"/>
          </a:p>
        </p:txBody>
      </p:sp>
    </p:spTree>
    <p:extLst>
      <p:ext uri="{BB962C8B-B14F-4D97-AF65-F5344CB8AC3E}">
        <p14:creationId xmlns:p14="http://schemas.microsoft.com/office/powerpoint/2010/main" val="37788963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875B5-B000-7FEC-C61A-621C055D7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4B5F75-116A-5A2A-CCAB-0AF85C53FD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84BAD-C426-4A7A-9CC5-0895C14B77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F560AD-EC71-E08F-73CA-C72FAAA1ABA2}"/>
              </a:ext>
            </a:extLst>
          </p:cNvPr>
          <p:cNvSpPr>
            <a:spLocks noGrp="1"/>
          </p:cNvSpPr>
          <p:nvPr>
            <p:ph type="sldNum" sz="quarter" idx="5"/>
          </p:nvPr>
        </p:nvSpPr>
        <p:spPr/>
        <p:txBody>
          <a:bodyPr/>
          <a:lstStyle/>
          <a:p>
            <a:fld id="{D4B9A9E5-4F7F-4A7D-9DE1-899232329269}" type="slidenum">
              <a:rPr lang="en-US" smtClean="0"/>
              <a:t>21</a:t>
            </a:fld>
            <a:endParaRPr lang="en-US"/>
          </a:p>
        </p:txBody>
      </p:sp>
    </p:spTree>
    <p:extLst>
      <p:ext uri="{BB962C8B-B14F-4D97-AF65-F5344CB8AC3E}">
        <p14:creationId xmlns:p14="http://schemas.microsoft.com/office/powerpoint/2010/main" val="2483297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3716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2929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24</a:t>
            </a:fld>
            <a:endParaRPr lang="en-US"/>
          </a:p>
        </p:txBody>
      </p:sp>
    </p:spTree>
    <p:extLst>
      <p:ext uri="{BB962C8B-B14F-4D97-AF65-F5344CB8AC3E}">
        <p14:creationId xmlns:p14="http://schemas.microsoft.com/office/powerpoint/2010/main" val="42427849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5820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27</a:t>
            </a:fld>
            <a:endParaRPr lang="en-US"/>
          </a:p>
        </p:txBody>
      </p:sp>
    </p:spTree>
    <p:extLst>
      <p:ext uri="{BB962C8B-B14F-4D97-AF65-F5344CB8AC3E}">
        <p14:creationId xmlns:p14="http://schemas.microsoft.com/office/powerpoint/2010/main" val="728680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28</a:t>
            </a:fld>
            <a:endParaRPr lang="en-US"/>
          </a:p>
        </p:txBody>
      </p:sp>
    </p:spTree>
    <p:extLst>
      <p:ext uri="{BB962C8B-B14F-4D97-AF65-F5344CB8AC3E}">
        <p14:creationId xmlns:p14="http://schemas.microsoft.com/office/powerpoint/2010/main" val="41968552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D91EEAC-CFEF-9647-876F-EABC6B8338D7}" type="slidenum">
              <a:rPr lang="en-US" smtClean="0"/>
              <a:t>29</a:t>
            </a:fld>
            <a:endParaRPr lang="en-US"/>
          </a:p>
        </p:txBody>
      </p:sp>
    </p:spTree>
    <p:extLst>
      <p:ext uri="{BB962C8B-B14F-4D97-AF65-F5344CB8AC3E}">
        <p14:creationId xmlns:p14="http://schemas.microsoft.com/office/powerpoint/2010/main" val="36503804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30</a:t>
            </a:fld>
            <a:endParaRPr lang="en-US"/>
          </a:p>
        </p:txBody>
      </p:sp>
    </p:spTree>
    <p:extLst>
      <p:ext uri="{BB962C8B-B14F-4D97-AF65-F5344CB8AC3E}">
        <p14:creationId xmlns:p14="http://schemas.microsoft.com/office/powerpoint/2010/main" val="8076578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36</a:t>
            </a:fld>
            <a:endParaRPr lang="en-US"/>
          </a:p>
        </p:txBody>
      </p:sp>
    </p:spTree>
    <p:extLst>
      <p:ext uri="{BB962C8B-B14F-4D97-AF65-F5344CB8AC3E}">
        <p14:creationId xmlns:p14="http://schemas.microsoft.com/office/powerpoint/2010/main" val="2633002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1AA30-8E62-1221-2E43-0A5F30AD6C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6FD956-5984-2F9E-DC62-161C35E543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8314AC7-7716-372D-9910-F015052321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61E0FA8-AE0D-3CCC-F18D-3FB0926A8B6C}"/>
              </a:ext>
            </a:extLst>
          </p:cNvPr>
          <p:cNvSpPr>
            <a:spLocks noGrp="1"/>
          </p:cNvSpPr>
          <p:nvPr>
            <p:ph type="sldNum" sz="quarter" idx="12"/>
          </p:nvPr>
        </p:nvSpPr>
        <p:spPr/>
        <p:txBody>
          <a:bodyPr/>
          <a:lstStyle/>
          <a:p>
            <a:fld id="{1E8D6067-B78A-364C-8A89-6818F71172FB}" type="slidenum">
              <a:rPr lang="en-US" smtClean="0"/>
              <a:t>‹#›</a:t>
            </a:fld>
            <a:endParaRPr lang="en-US"/>
          </a:p>
        </p:txBody>
      </p:sp>
    </p:spTree>
    <p:extLst>
      <p:ext uri="{BB962C8B-B14F-4D97-AF65-F5344CB8AC3E}">
        <p14:creationId xmlns:p14="http://schemas.microsoft.com/office/powerpoint/2010/main" val="1277752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1E66-F2D2-2DEF-3582-8D06D3D813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7C88E2-7144-805D-5F5C-917CBE336C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03A240-DDDD-A147-0E94-46E456C881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97D732-95DB-7B19-3CFA-D500A889140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9676D13-E5F6-BD57-1FDD-1B03A70A3555}"/>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36643576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5D496-CA24-2499-D0ED-7678183597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C3D8B38-4A1F-4D64-2F23-F2DC9EF436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DFF8D6-9120-B977-A128-A41F4B1080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2E3EEC-DA34-7CC2-D00F-8D39A1DCD4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D3CFDB-5317-163C-0E9B-7DE1C9F0CE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892F0C-E438-7AB7-4BDF-B1118F6B323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174FF861-F642-A814-F68F-C25D6C7187D5}"/>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990677720"/>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EF60E-8327-FC60-F0FF-D6FAE57D6B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6A10AB-AD75-42BE-2F34-0AA00DA5C39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2421C3D-01CD-4BDB-0503-68C8410CBAC5}"/>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2317099201"/>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E61E-623C-F1A3-E5E2-FEF461A8B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E81DF8-FB28-808C-0753-61E8D2DCFD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1FB8A3A-95A2-FB7C-C69B-E094DD8ECB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5EC27-DE98-81B2-A3B5-D30B7163A98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791E7D-912C-FE01-68F9-C4A40CB8AA7C}"/>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720476814"/>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E71A-0913-FEA7-1DD8-597B2C73A1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B5D24D-6324-24A4-E8D6-941A96EF7E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87EE8EE-4792-958A-E992-13E41CE57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4C6FD5-7B52-516E-98B2-D260BD522B52}"/>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F95074F-06B8-AF72-F021-757927DAB2DB}"/>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2045882467"/>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FD10-5506-1DFF-E648-1D263369E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522A0C-E762-D7A6-162C-1EA6585094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27F24-3BC6-2CC2-C05A-6B28066A587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797E750-074C-BAE1-1555-CE20E41BF1F8}"/>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3762423629"/>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D8F26-6558-5830-1F61-2CCC069A90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ED8B9-24A4-B5FC-DED8-F59E06777B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9CC3F-3692-93DB-40AB-5FC637276705}"/>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DE02299-A6D5-CC51-FEAC-8658D25CC210}"/>
              </a:ext>
            </a:extLst>
          </p:cNvPr>
          <p:cNvSpPr>
            <a:spLocks noGrp="1"/>
          </p:cNvSpPr>
          <p:nvPr>
            <p:ph type="sldNum" sz="quarter" idx="12"/>
          </p:nvPr>
        </p:nvSpPr>
        <p:spPr/>
        <p:txBody>
          <a:bodyPr/>
          <a:lstStyle/>
          <a:p>
            <a:fld id="{B5CEABB6-07DC-46E8-9B57-56EC44A396E5}" type="slidenum">
              <a:rPr lang="en-US" smtClean="0"/>
              <a:pPr/>
              <a:t>‹#›</a:t>
            </a:fld>
            <a:endParaRPr lang="en-US"/>
          </a:p>
        </p:txBody>
      </p:sp>
    </p:spTree>
    <p:extLst>
      <p:ext uri="{BB962C8B-B14F-4D97-AF65-F5344CB8AC3E}">
        <p14:creationId xmlns:p14="http://schemas.microsoft.com/office/powerpoint/2010/main" val="1004033354"/>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a:xfrm>
            <a:off x="838200" y="6356350"/>
            <a:ext cx="2743200" cy="365125"/>
          </a:xfrm>
          <a:prstGeom prst="rect">
            <a:avLst/>
          </a:prstGeom>
        </p:spPr>
        <p:txBody>
          <a:bodyPr/>
          <a:lstStyle>
            <a:lvl1pPr>
              <a:defRPr sz="900"/>
            </a:lvl1pPr>
          </a:lstStyle>
          <a:p>
            <a:r>
              <a:rPr lang="en-US"/>
              <a:t>20XX</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4"/>
        <p:cNvGrpSpPr/>
        <p:nvPr/>
      </p:nvGrpSpPr>
      <p:grpSpPr>
        <a:xfrm>
          <a:off x="0" y="0"/>
          <a:ext cx="0" cy="0"/>
          <a:chOff x="0" y="0"/>
          <a:chExt cx="0" cy="0"/>
        </a:xfrm>
      </p:grpSpPr>
      <p:sp>
        <p:nvSpPr>
          <p:cNvPr id="275" name="Google Shape;275;p11"/>
          <p:cNvSpPr txBox="1">
            <a:spLocks noGrp="1"/>
          </p:cNvSpPr>
          <p:nvPr>
            <p:ph type="title"/>
          </p:nvPr>
        </p:nvSpPr>
        <p:spPr>
          <a:xfrm>
            <a:off x="415600" y="59430"/>
            <a:ext cx="11360800" cy="763600"/>
          </a:xfrm>
          <a:prstGeom prst="rect">
            <a:avLst/>
          </a:prstGeom>
        </p:spPr>
        <p:txBody>
          <a:bodyPr spcFirstLastPara="1" wrap="square" lIns="91425" tIns="91425" rIns="91425" bIns="91425" anchor="t" anchorCtr="0">
            <a:normAutofit/>
          </a:bodyPr>
          <a:lstStyle>
            <a:lvl1pPr lvl="0" algn="l">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dirty="0"/>
          </a:p>
        </p:txBody>
      </p:sp>
      <p:sp>
        <p:nvSpPr>
          <p:cNvPr id="276" name="Google Shape;276;p11"/>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Font typeface="Roboto"/>
              <a:buChar char="●"/>
              <a:defRPr>
                <a:latin typeface="Roboto"/>
                <a:ea typeface="Roboto"/>
                <a:cs typeface="Roboto"/>
                <a:sym typeface="Roboto"/>
              </a:defRPr>
            </a:lvl1pPr>
            <a:lvl2pPr marL="1219170" lvl="1" indent="-423323">
              <a:spcBef>
                <a:spcPts val="0"/>
              </a:spcBef>
              <a:spcAft>
                <a:spcPts val="0"/>
              </a:spcAft>
              <a:buSzPts val="1400"/>
              <a:buFont typeface="Roboto"/>
              <a:buChar char="○"/>
              <a:defRPr>
                <a:latin typeface="Roboto"/>
                <a:ea typeface="Roboto"/>
                <a:cs typeface="Roboto"/>
                <a:sym typeface="Roboto"/>
              </a:defRPr>
            </a:lvl2pPr>
            <a:lvl3pPr marL="1828754" lvl="2" indent="-423323">
              <a:spcBef>
                <a:spcPts val="0"/>
              </a:spcBef>
              <a:spcAft>
                <a:spcPts val="0"/>
              </a:spcAft>
              <a:buSzPts val="1400"/>
              <a:buFont typeface="Roboto"/>
              <a:buChar char="■"/>
              <a:defRPr>
                <a:latin typeface="Roboto"/>
                <a:ea typeface="Roboto"/>
                <a:cs typeface="Roboto"/>
                <a:sym typeface="Roboto"/>
              </a:defRPr>
            </a:lvl3pPr>
            <a:lvl4pPr marL="2438339" lvl="3" indent="-423323">
              <a:spcBef>
                <a:spcPts val="0"/>
              </a:spcBef>
              <a:spcAft>
                <a:spcPts val="0"/>
              </a:spcAft>
              <a:buSzPts val="1400"/>
              <a:buFont typeface="Roboto"/>
              <a:buChar char="●"/>
              <a:defRPr>
                <a:latin typeface="Roboto"/>
                <a:ea typeface="Roboto"/>
                <a:cs typeface="Roboto"/>
                <a:sym typeface="Roboto"/>
              </a:defRPr>
            </a:lvl4pPr>
            <a:lvl5pPr marL="3047924" lvl="4" indent="-423323">
              <a:spcBef>
                <a:spcPts val="0"/>
              </a:spcBef>
              <a:spcAft>
                <a:spcPts val="0"/>
              </a:spcAft>
              <a:buSzPts val="1400"/>
              <a:buFont typeface="Roboto"/>
              <a:buChar char="○"/>
              <a:defRPr>
                <a:latin typeface="Roboto"/>
                <a:ea typeface="Roboto"/>
                <a:cs typeface="Roboto"/>
                <a:sym typeface="Roboto"/>
              </a:defRPr>
            </a:lvl5pPr>
            <a:lvl6pPr marL="3657509" lvl="5" indent="-423323">
              <a:spcBef>
                <a:spcPts val="0"/>
              </a:spcBef>
              <a:spcAft>
                <a:spcPts val="0"/>
              </a:spcAft>
              <a:buSzPts val="1400"/>
              <a:buFont typeface="Roboto"/>
              <a:buChar char="■"/>
              <a:defRPr>
                <a:latin typeface="Roboto"/>
                <a:ea typeface="Roboto"/>
                <a:cs typeface="Roboto"/>
                <a:sym typeface="Roboto"/>
              </a:defRPr>
            </a:lvl6pPr>
            <a:lvl7pPr marL="4267093" lvl="6" indent="-423323">
              <a:spcBef>
                <a:spcPts val="0"/>
              </a:spcBef>
              <a:spcAft>
                <a:spcPts val="0"/>
              </a:spcAft>
              <a:buSzPts val="1400"/>
              <a:buFont typeface="Roboto"/>
              <a:buChar char="●"/>
              <a:defRPr>
                <a:latin typeface="Roboto"/>
                <a:ea typeface="Roboto"/>
                <a:cs typeface="Roboto"/>
                <a:sym typeface="Roboto"/>
              </a:defRPr>
            </a:lvl7pPr>
            <a:lvl8pPr marL="4876678" lvl="7" indent="-423323">
              <a:spcBef>
                <a:spcPts val="0"/>
              </a:spcBef>
              <a:spcAft>
                <a:spcPts val="0"/>
              </a:spcAft>
              <a:buSzPts val="1400"/>
              <a:buFont typeface="Roboto"/>
              <a:buChar char="○"/>
              <a:defRPr>
                <a:latin typeface="Roboto"/>
                <a:ea typeface="Roboto"/>
                <a:cs typeface="Roboto"/>
                <a:sym typeface="Roboto"/>
              </a:defRPr>
            </a:lvl8pPr>
            <a:lvl9pPr marL="5486263" lvl="8" indent="-423323">
              <a:spcBef>
                <a:spcPts val="0"/>
              </a:spcBef>
              <a:spcAft>
                <a:spcPts val="0"/>
              </a:spcAft>
              <a:buSzPts val="1400"/>
              <a:buFont typeface="Roboto"/>
              <a:buChar char="■"/>
              <a:defRPr>
                <a:latin typeface="Roboto"/>
                <a:ea typeface="Roboto"/>
                <a:cs typeface="Roboto"/>
                <a:sym typeface="Roboto"/>
              </a:defRPr>
            </a:lvl9pPr>
          </a:lstStyle>
          <a:p>
            <a:pPr lvl="0"/>
            <a:r>
              <a:rPr lang="en-US"/>
              <a:t>Click to edit Master text styles</a:t>
            </a:r>
          </a:p>
        </p:txBody>
      </p:sp>
      <p:sp>
        <p:nvSpPr>
          <p:cNvPr id="277" name="Google Shape;277;p11"/>
          <p:cNvSpPr/>
          <p:nvPr/>
        </p:nvSpPr>
        <p:spPr>
          <a:xfrm>
            <a:off x="10146467" y="6266467"/>
            <a:ext cx="1558400" cy="357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6743232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7E81D7-BE61-1D39-AB01-9F5A732FDAE3}"/>
              </a:ext>
            </a:extLst>
          </p:cNvPr>
          <p:cNvSpPr>
            <a:spLocks noGrp="1"/>
          </p:cNvSpPr>
          <p:nvPr>
            <p:ph type="title"/>
          </p:nvPr>
        </p:nvSpPr>
        <p:spPr>
          <a:xfrm>
            <a:off x="457200" y="100000"/>
            <a:ext cx="11277600" cy="714400"/>
          </a:xfrm>
          <a:prstGeom prst="rect">
            <a:avLst/>
          </a:prstGeom>
        </p:spPr>
        <p:txBody>
          <a:bodyPr vert="horz" lIns="91440" tIns="45720" rIns="91440" bIns="45720" rtlCol="0" anchor="ctr" anchorCtr="0">
            <a:normAutofit/>
          </a:bodyPr>
          <a:lstStyle>
            <a:lvl1pPr>
              <a:defRPr sz="2800" b="1">
                <a:solidFill>
                  <a:srgbClr val="FFFFFF"/>
                </a:solidFill>
              </a:defRPr>
            </a:lvl1pPr>
          </a:lstStyle>
          <a:p>
            <a:r>
              <a:rPr lang="en-US"/>
              <a:t>Click to edit Master title style</a:t>
            </a:r>
          </a:p>
        </p:txBody>
      </p:sp>
      <p:sp>
        <p:nvSpPr>
          <p:cNvPr id="3" name="Text Placeholder 2">
            <a:extLst>
              <a:ext uri="{FF2B5EF4-FFF2-40B4-BE49-F238E27FC236}">
                <a16:creationId xmlns:a16="http://schemas.microsoft.com/office/drawing/2014/main" id="{52EEE4A3-8693-60A6-9005-BD81C5DED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B295A0C-E374-5C79-23E0-201C6EE3E5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CEABB6-07DC-46E8-9B57-56EC44A396E5}" type="slidenum">
              <a:rPr lang="en-US" smtClean="0"/>
              <a:pPr/>
              <a:t>‹#›</a:t>
            </a:fld>
            <a:endParaRPr lang="en-US"/>
          </a:p>
        </p:txBody>
      </p:sp>
      <p:sp>
        <p:nvSpPr>
          <p:cNvPr id="900" name="MasterHeaderBar"/>
          <p:cNvSpPr/>
          <p:nvPr userDrawn="1"/>
        </p:nvSpPr>
        <p:spPr>
          <a:xfrm>
            <a:off x="0" y="0"/>
            <a:ext cx="12192000" cy="914400"/>
          </a:xfrm>
          <a:prstGeom prst="rect">
            <a:avLst/>
          </a:prstGeom>
          <a:solidFill>
            <a:srgbClr val="1A2B4A"/>
          </a:solidFill>
          <a:ln>
            <a:noFill/>
          </a:ln>
        </p:spPr>
        <p:txBody>
          <a:bodyPr/>
          <a:lstStyle/>
          <a:p>
            <a:endParaRPr lang="en-US" dirty="0"/>
          </a:p>
        </p:txBody>
      </p:sp>
      <p:sp>
        <p:nvSpPr>
          <p:cNvPr id="901" name="MasterAccentLine"/>
          <p:cNvSpPr/>
          <p:nvPr userDrawn="1"/>
        </p:nvSpPr>
        <p:spPr>
          <a:xfrm>
            <a:off x="0" y="914400"/>
            <a:ext cx="12192000" cy="50800"/>
          </a:xfrm>
          <a:prstGeom prst="rect">
            <a:avLst/>
          </a:prstGeom>
          <a:solidFill>
            <a:srgbClr val="E8500A"/>
          </a:solidFill>
          <a:ln>
            <a:noFill/>
          </a:ln>
        </p:spPr>
        <p:txBody>
          <a:bodyPr/>
          <a:lstStyle/>
          <a:p>
            <a:endParaRPr lang="en-US" dirty="0"/>
          </a:p>
        </p:txBody>
      </p:sp>
      <p:sp>
        <p:nvSpPr>
          <p:cNvPr id="902" name="MasterBottomBar"/>
          <p:cNvSpPr/>
          <p:nvPr userDrawn="1"/>
        </p:nvSpPr>
        <p:spPr>
          <a:xfrm>
            <a:off x="0" y="6731000"/>
            <a:ext cx="12192000" cy="127000"/>
          </a:xfrm>
          <a:prstGeom prst="rect">
            <a:avLst/>
          </a:prstGeom>
          <a:solidFill>
            <a:srgbClr val="E8500A"/>
          </a:solidFill>
          <a:ln>
            <a:noFill/>
          </a:ln>
        </p:spPr>
        <p:txBody>
          <a:bodyPr/>
          <a:lstStyle/>
          <a:p>
            <a:endParaRPr lang="en-US" dirty="0"/>
          </a:p>
        </p:txBody>
      </p:sp>
      <p:sp>
        <p:nvSpPr>
          <p:cNvPr id="903" name="MasterHeaderTitle"/>
          <p:cNvSpPr txBox="1"/>
          <p:nvPr userDrawn="1"/>
        </p:nvSpPr>
        <p:spPr>
          <a:xfrm>
            <a:off x="457200" y="100000"/>
            <a:ext cx="11277600" cy="714400"/>
          </a:xfrm>
          <a:prstGeom prst="rect">
            <a:avLst/>
          </a:prstGeom>
          <a:noFill/>
          <a:ln>
            <a:noFill/>
          </a:ln>
        </p:spPr>
        <p:txBody>
          <a:bodyPr wrap="square" lIns="91440" tIns="45720" rIns="91440" bIns="45720" anchor="ctr"/>
          <a:lstStyle/>
          <a:p>
            <a:pPr algn="l">
              <a:buNone/>
            </a:pPr>
            <a:endParaRPr/>
          </a:p>
        </p:txBody>
      </p:sp>
    </p:spTree>
    <p:extLst>
      <p:ext uri="{BB962C8B-B14F-4D97-AF65-F5344CB8AC3E}">
        <p14:creationId xmlns:p14="http://schemas.microsoft.com/office/powerpoint/2010/main" val="616148225"/>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Lst>
  <p:hf hdr="0"/>
  <p:txStyles>
    <p:titleStyle>
      <a:lvl1pPr algn="l" defTabSz="914400" rtl="0" eaLnBrk="1" latinLnBrk="0" hangingPunct="1">
        <a:lnSpc>
          <a:spcPct val="90000"/>
        </a:lnSpc>
        <a:spcBef>
          <a:spcPct val="0"/>
        </a:spcBef>
        <a:buNone/>
        <a:defRPr sz="4400" b="1"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hyperlink" Target="https://docs.google.com/forms/d/1SNdH3AC1S8TKAZpn0UritpP3uY3wQT6-fmeOj1cqrXA/edit#responses" TargetMode="Externa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4.png"/><Relationship Id="rId5" Type="http://schemas.openxmlformats.org/officeDocument/2006/relationships/customXml" Target="../ink/ink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3.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customXml" Target="../ink/ink4.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customXml" Target="../ink/ink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15.jpe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customXml" Target="../ink/ink8.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1.png"/><Relationship Id="rId1" Type="http://schemas.openxmlformats.org/officeDocument/2006/relationships/slideLayout" Target="../slideLayouts/slideLayout10.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21" Type="http://schemas.openxmlformats.org/officeDocument/2006/relationships/image" Target="../media/image41.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notesSlide" Target="../notesSlides/notesSlide12.xml"/><Relationship Id="rId16" Type="http://schemas.openxmlformats.org/officeDocument/2006/relationships/image" Target="../media/image36.png"/><Relationship Id="rId20"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26.jpeg"/><Relationship Id="rId11" Type="http://schemas.openxmlformats.org/officeDocument/2006/relationships/image" Target="../media/image31.png"/><Relationship Id="rId24" Type="http://schemas.openxmlformats.org/officeDocument/2006/relationships/image" Target="../media/image44.png"/><Relationship Id="rId5" Type="http://schemas.openxmlformats.org/officeDocument/2006/relationships/image" Target="../media/image25.png"/><Relationship Id="rId15" Type="http://schemas.openxmlformats.org/officeDocument/2006/relationships/image" Target="../media/image35.png"/><Relationship Id="rId23" Type="http://schemas.openxmlformats.org/officeDocument/2006/relationships/image" Target="../media/image43.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s>
</file>

<file path=ppt/slides/_rels/slide19.xml.rels><?xml version="1.0" encoding="UTF-8" standalone="yes"?>
<Relationships xmlns="http://schemas.openxmlformats.org/package/2006/relationships"><Relationship Id="rId2" Type="http://schemas.openxmlformats.org/officeDocument/2006/relationships/image" Target="../media/image45.sv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4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hyperlink" Target="https://www.de-cix.in/de-cix-delhi/"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customXml" Target="../ink/ink11.xml"/><Relationship Id="rId4" Type="http://schemas.openxmlformats.org/officeDocument/2006/relationships/image" Target="../media/image47.jpeg"/></Relationships>
</file>

<file path=ppt/slides/_rels/slide2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customXml" Target="../ink/ink14.xml"/></Relationships>
</file>

<file path=ppt/slides/_rels/slide26.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52.jpeg"/><Relationship Id="rId1" Type="http://schemas.openxmlformats.org/officeDocument/2006/relationships/slideLayout" Target="../slideLayouts/slideLayout10.xml"/><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10.xml"/><Relationship Id="rId6" Type="http://schemas.openxmlformats.org/officeDocument/2006/relationships/customXml" Target="../ink/ink16.xml"/><Relationship Id="rId5" Type="http://schemas.openxmlformats.org/officeDocument/2006/relationships/image" Target="../media/image56.png"/><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58.png"/><Relationship Id="rId4" Type="http://schemas.openxmlformats.org/officeDocument/2006/relationships/customXml" Target="../ink/ink17.xml"/></Relationships>
</file>

<file path=ppt/slides/_rels/slide29.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1.png"/><Relationship Id="rId2" Type="http://schemas.microsoft.com/office/2011/relationships/webextension" Target="../webextensions/webextension3.xml"/><Relationship Id="rId1" Type="http://schemas.openxmlformats.org/officeDocument/2006/relationships/slideLayout" Target="../slideLayouts/slideLayout2.xml"/><Relationship Id="rId4" Type="http://schemas.microsoft.com/office/2011/relationships/webextension" Target="../webextensions/webextension4.xml"/></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microsoft.com/office/2011/relationships/webextension" Target="../webextensions/webextension5.xml"/><Relationship Id="rId1" Type="http://schemas.openxmlformats.org/officeDocument/2006/relationships/slideLayout" Target="../slideLayouts/slideLayout2.xml"/><Relationship Id="rId5" Type="http://schemas.microsoft.com/office/2011/relationships/webextension" Target="../webextensions/webextension7.xml"/><Relationship Id="rId4" Type="http://schemas.microsoft.com/office/2011/relationships/webextension" Target="../webextensions/webextension6.xml"/></Relationships>
</file>

<file path=ppt/slides/_rels/slide34.xml.rels><?xml version="1.0" encoding="UTF-8" standalone="yes"?>
<Relationships xmlns="http://schemas.openxmlformats.org/package/2006/relationships"><Relationship Id="rId3" Type="http://schemas.openxmlformats.org/officeDocument/2006/relationships/image" Target="../media/image60.png"/><Relationship Id="rId2" Type="http://schemas.microsoft.com/office/2011/relationships/webextension" Target="../webextensions/webextension8.xml"/><Relationship Id="rId1" Type="http://schemas.openxmlformats.org/officeDocument/2006/relationships/slideLayout" Target="../slideLayouts/slideLayout2.xml"/><Relationship Id="rId6" Type="http://schemas.microsoft.com/office/2011/relationships/webextension" Target="../webextensions/webextension11.xml"/><Relationship Id="rId5" Type="http://schemas.microsoft.com/office/2011/relationships/webextension" Target="../webextensions/webextension10.xml"/><Relationship Id="rId4" Type="http://schemas.microsoft.com/office/2011/relationships/webextension" Target="../webextensions/webextension9.xml"/></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7" Type="http://schemas.microsoft.com/office/2011/relationships/webextension" Target="../webextensions/webextension16.xml"/><Relationship Id="rId2" Type="http://schemas.microsoft.com/office/2011/relationships/webextension" Target="../webextensions/webextension12.xml"/><Relationship Id="rId1" Type="http://schemas.openxmlformats.org/officeDocument/2006/relationships/slideLayout" Target="../slideLayouts/slideLayout2.xml"/><Relationship Id="rId6" Type="http://schemas.microsoft.com/office/2011/relationships/webextension" Target="../webextensions/webextension15.xml"/><Relationship Id="rId5" Type="http://schemas.microsoft.com/office/2011/relationships/webextension" Target="../webextensions/webextension14.xml"/><Relationship Id="rId4" Type="http://schemas.microsoft.com/office/2011/relationships/webextension" Target="../webextensions/webextension13.xml"/></Relationships>
</file>

<file path=ppt/slides/_rels/slide3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A2B4A">
            <a:alpha val="100000"/>
          </a:srgbClr>
        </a:solidFill>
        <a:effectLst/>
      </p:bgPr>
    </p:bg>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7BFD93F7-FDD7-C445-A7EF-748E75974A12}"/>
              </a:ext>
            </a:extLst>
          </p:cNvPr>
          <p:cNvSpPr/>
          <p:nvPr/>
        </p:nvSpPr>
        <p:spPr>
          <a:xfrm>
            <a:off x="11049000" y="5791200"/>
            <a:ext cx="889000" cy="889000"/>
          </a:xfrm>
          <a:prstGeom prst="ellipse">
            <a:avLst/>
          </a:prstGeom>
          <a:solidFill>
            <a:srgbClr val="FFFFFF"/>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48" name="Picture 47">
            <a:extLst>
              <a:ext uri="{FF2B5EF4-FFF2-40B4-BE49-F238E27FC236}">
                <a16:creationId xmlns:a16="http://schemas.microsoft.com/office/drawing/2014/main" id="{8E630E21-93C9-671A-41A6-E69874E3651E}"/>
              </a:ext>
            </a:extLst>
          </p:cNvPr>
          <p:cNvPicPr>
            <a:picLocks noChangeAspect="1"/>
          </p:cNvPicPr>
          <p:nvPr/>
        </p:nvPicPr>
        <p:blipFill>
          <a:blip r:embed="rId3"/>
          <a:stretch>
            <a:fillRect/>
          </a:stretch>
        </p:blipFill>
        <p:spPr>
          <a:xfrm>
            <a:off x="11125200" y="5867400"/>
            <a:ext cx="736600" cy="736600"/>
          </a:xfrm>
          <a:prstGeom prst="rect">
            <a:avLst/>
          </a:prstGeom>
        </p:spPr>
      </p:pic>
      <p:sp>
        <p:nvSpPr>
          <p:cNvPr id="6" name="TextBox 5">
            <a:extLst>
              <a:ext uri="{FF2B5EF4-FFF2-40B4-BE49-F238E27FC236}">
                <a16:creationId xmlns:a16="http://schemas.microsoft.com/office/drawing/2014/main" id="{F0514A78-E399-BC42-A905-7EBE7FD6FACC}"/>
              </a:ext>
            </a:extLst>
          </p:cNvPr>
          <p:cNvSpPr txBox="1"/>
          <p:nvPr/>
        </p:nvSpPr>
        <p:spPr>
          <a:xfrm>
            <a:off x="846666" y="1866900"/>
            <a:ext cx="10498666" cy="1143000"/>
          </a:xfrm>
          <a:prstGeom prst="rect">
            <a:avLst/>
          </a:prstGeom>
          <a:noFill/>
        </p:spPr>
        <p:txBody>
          <a:bodyPr vertOverflow="overflow" vert="horz" wrap="square" lIns="91440" tIns="45720" rIns="91440" bIns="45720" rtlCol="0" anchor="t">
            <a:noAutofit/>
          </a:bodyPr>
          <a:lstStyle/>
          <a:p>
            <a:pPr algn="ctr">
              <a:lnSpc>
                <a:spcPts val="4200"/>
              </a:lnSpc>
            </a:pPr>
            <a:r>
              <a:rPr lang="en-US" sz="4000" b="1" dirty="0">
                <a:solidFill>
                  <a:schemeClr val="bg1"/>
                </a:solidFill>
                <a:ea typeface="+mn-lt"/>
                <a:cs typeface="+mn-lt"/>
              </a:rPr>
              <a:t>Computer Networks: Session 1</a:t>
            </a:r>
          </a:p>
          <a:p>
            <a:pPr algn="ctr">
              <a:lnSpc>
                <a:spcPts val="4200"/>
              </a:lnSpc>
            </a:pPr>
            <a:r>
              <a:rPr lang="en-US" sz="4000" b="1" dirty="0">
                <a:solidFill>
                  <a:schemeClr val="bg1"/>
                </a:solidFill>
                <a:ea typeface="+mn-lt"/>
                <a:cs typeface="+mn-lt"/>
              </a:rPr>
              <a:t>INAE Faculty Mentorship Program</a:t>
            </a:r>
          </a:p>
          <a:p>
            <a:pPr algn="ctr">
              <a:lnSpc>
                <a:spcPts val="4200"/>
              </a:lnSpc>
            </a:pPr>
            <a:endParaRPr lang="en-US" sz="4000" dirty="0">
              <a:solidFill>
                <a:schemeClr val="bg1"/>
              </a:solidFill>
            </a:endParaRPr>
          </a:p>
        </p:txBody>
      </p:sp>
      <p:sp>
        <p:nvSpPr>
          <p:cNvPr id="25" name="TextBox 24">
            <a:extLst>
              <a:ext uri="{FF2B5EF4-FFF2-40B4-BE49-F238E27FC236}">
                <a16:creationId xmlns:a16="http://schemas.microsoft.com/office/drawing/2014/main" id="{3ED20DCF-438D-7E4B-A69C-938689848155}"/>
              </a:ext>
            </a:extLst>
          </p:cNvPr>
          <p:cNvSpPr txBox="1"/>
          <p:nvPr/>
        </p:nvSpPr>
        <p:spPr>
          <a:xfrm>
            <a:off x="850900" y="4381500"/>
            <a:ext cx="10490200" cy="1446550"/>
          </a:xfrm>
          <a:prstGeom prst="rect">
            <a:avLst/>
          </a:prstGeom>
          <a:noFill/>
        </p:spPr>
        <p:txBody>
          <a:bodyPr vertOverflow="overflow" vert="horz" wrap="square" lIns="91440" tIns="45720" rIns="91440" bIns="45720" rtlCol="0" anchor="t">
            <a:spAutoFit/>
          </a:bodyPr>
          <a:lstStyle/>
          <a:p>
            <a:pPr algn="ctr"/>
            <a:r>
              <a:rPr lang="en-US" sz="2200" b="1" dirty="0">
                <a:solidFill>
                  <a:srgbClr val="FFFFFF"/>
                </a:solidFill>
              </a:rPr>
              <a:t>Tarun Mangla</a:t>
            </a:r>
            <a:endParaRPr lang="en-US" sz="2200" dirty="0">
              <a:solidFill>
                <a:srgbClr val="000000"/>
              </a:solidFill>
            </a:endParaRPr>
          </a:p>
          <a:p>
            <a:pPr algn="ctr">
              <a:spcBef>
                <a:spcPts val="0"/>
              </a:spcBef>
              <a:spcAft>
                <a:spcPts val="0"/>
              </a:spcAft>
            </a:pPr>
            <a:r>
              <a:rPr lang="en-US" sz="2200" dirty="0">
                <a:solidFill>
                  <a:srgbClr val="A8C0E0"/>
                </a:solidFill>
              </a:rPr>
              <a:t>Assistant Professor,</a:t>
            </a:r>
          </a:p>
          <a:p>
            <a:pPr algn="ctr">
              <a:spcBef>
                <a:spcPts val="0"/>
              </a:spcBef>
              <a:spcAft>
                <a:spcPts val="0"/>
              </a:spcAft>
            </a:pPr>
            <a:r>
              <a:rPr lang="en-US" sz="2200" dirty="0">
                <a:solidFill>
                  <a:srgbClr val="A8C0E0"/>
                </a:solidFill>
              </a:rPr>
              <a:t>Department of Computer Science &amp; Engineering, </a:t>
            </a:r>
          </a:p>
          <a:p>
            <a:pPr algn="ctr">
              <a:spcBef>
                <a:spcPts val="0"/>
              </a:spcBef>
              <a:spcAft>
                <a:spcPts val="0"/>
              </a:spcAft>
            </a:pPr>
            <a:r>
              <a:rPr lang="en-US" sz="2200" dirty="0">
                <a:solidFill>
                  <a:srgbClr val="A8C0E0"/>
                </a:solidFill>
              </a:rPr>
              <a:t>IIT Delhi</a:t>
            </a:r>
            <a:endParaRPr lang="en-US" sz="2200" dirty="0"/>
          </a:p>
        </p:txBody>
      </p:sp>
      <p:sp>
        <p:nvSpPr>
          <p:cNvPr id="27" name="Rectangle 26">
            <a:extLst>
              <a:ext uri="{FF2B5EF4-FFF2-40B4-BE49-F238E27FC236}">
                <a16:creationId xmlns:a16="http://schemas.microsoft.com/office/drawing/2014/main" id="{1F5AAF8B-A522-7742-AD67-40E524CE31EF}"/>
              </a:ext>
            </a:extLst>
          </p:cNvPr>
          <p:cNvSpPr/>
          <p:nvPr/>
        </p:nvSpPr>
        <p:spPr>
          <a:xfrm>
            <a:off x="846666" y="4311650"/>
            <a:ext cx="10490200" cy="25400"/>
          </a:xfrm>
          <a:prstGeom prst="rect">
            <a:avLst/>
          </a:prstGeom>
          <a:solidFill>
            <a:srgbClr val="CC00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60466754-E1C3-2A43-B795-2B93DF652D92}"/>
              </a:ext>
            </a:extLst>
          </p:cNvPr>
          <p:cNvSpPr/>
          <p:nvPr/>
        </p:nvSpPr>
        <p:spPr>
          <a:xfrm>
            <a:off x="0" y="6731000"/>
            <a:ext cx="12192000" cy="127000"/>
          </a:xfrm>
          <a:prstGeom prst="rect">
            <a:avLst/>
          </a:prstGeom>
          <a:solidFill>
            <a:srgbClr val="E8500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Rectangle 3">
            <a:extLst>
              <a:ext uri="{FF2B5EF4-FFF2-40B4-BE49-F238E27FC236}">
                <a16:creationId xmlns:a16="http://schemas.microsoft.com/office/drawing/2014/main" id="{326A4983-D4B0-B549-A018-A4DE388BBE8C}"/>
              </a:ext>
            </a:extLst>
          </p:cNvPr>
          <p:cNvSpPr/>
          <p:nvPr/>
        </p:nvSpPr>
        <p:spPr>
          <a:xfrm>
            <a:off x="0" y="0"/>
            <a:ext cx="12192000" cy="101600"/>
          </a:xfrm>
          <a:prstGeom prst="rect">
            <a:avLst/>
          </a:prstGeom>
          <a:solidFill>
            <a:srgbClr val="E8500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3924103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783EFFE-D3DB-AAAD-5CD7-25AD5B1FF43D}"/>
              </a:ext>
            </a:extLst>
          </p:cNvPr>
          <p:cNvSpPr>
            <a:spLocks noGrp="1"/>
          </p:cNvSpPr>
          <p:nvPr>
            <p:ph type="title"/>
          </p:nvPr>
        </p:nvSpPr>
        <p:spPr/>
        <p:txBody>
          <a:bodyPr>
            <a:normAutofit/>
          </a:bodyPr>
          <a:lstStyle/>
          <a:p>
            <a:r>
              <a:rPr lang="en-US" sz="3600" dirty="0"/>
              <a:t>Program Expectations</a:t>
            </a:r>
          </a:p>
        </p:txBody>
      </p:sp>
      <p:sp>
        <p:nvSpPr>
          <p:cNvPr id="2" name="Text Placeholder 1">
            <a:extLst>
              <a:ext uri="{FF2B5EF4-FFF2-40B4-BE49-F238E27FC236}">
                <a16:creationId xmlns:a16="http://schemas.microsoft.com/office/drawing/2014/main" id="{0F300117-0992-0B5F-90CF-0B1DCEF83E32}"/>
              </a:ext>
            </a:extLst>
          </p:cNvPr>
          <p:cNvSpPr>
            <a:spLocks noGrp="1"/>
          </p:cNvSpPr>
          <p:nvPr>
            <p:ph type="body" idx="1"/>
          </p:nvPr>
        </p:nvSpPr>
        <p:spPr/>
        <p:txBody>
          <a:bodyPr/>
          <a:lstStyle/>
          <a:p>
            <a:r>
              <a:rPr lang="en-US" dirty="0"/>
              <a:t>This is not a course on networks. It is a course on </a:t>
            </a:r>
            <a:r>
              <a:rPr lang="en-US" b="1" dirty="0"/>
              <a:t>teaching</a:t>
            </a:r>
            <a:r>
              <a:rPr lang="en-US" dirty="0"/>
              <a:t> networks — we will use networks content as the material to do that</a:t>
            </a:r>
          </a:p>
          <a:p>
            <a:endParaRPr lang="en-US" dirty="0"/>
          </a:p>
          <a:p>
            <a:r>
              <a:rPr lang="en-US" dirty="0"/>
              <a:t>The program runs through </a:t>
            </a:r>
            <a:r>
              <a:rPr lang="en-US" b="1" dirty="0"/>
              <a:t>case studies and discussion</a:t>
            </a:r>
            <a:r>
              <a:rPr lang="en-US" dirty="0"/>
              <a:t>, not lectures-at-you</a:t>
            </a:r>
          </a:p>
          <a:p>
            <a:endParaRPr lang="en-US" b="1" dirty="0"/>
          </a:p>
          <a:p>
            <a:r>
              <a:rPr lang="en-US" b="1" dirty="0"/>
              <a:t>Request</a:t>
            </a:r>
            <a:r>
              <a:rPr lang="en-US" dirty="0"/>
              <a:t>: Everyone contributes</a:t>
            </a:r>
          </a:p>
          <a:p>
            <a:pPr lvl="1"/>
            <a:r>
              <a:rPr lang="en-IN" dirty="0"/>
              <a:t>Will be more fun</a:t>
            </a:r>
            <a:endParaRPr lang="en-US" dirty="0"/>
          </a:p>
          <a:p>
            <a:pPr lvl="1"/>
            <a:r>
              <a:rPr lang="en-US" dirty="0"/>
              <a:t>If you have a question, others likely do too</a:t>
            </a:r>
            <a:endParaRPr lang="en-IN" dirty="0"/>
          </a:p>
        </p:txBody>
      </p:sp>
      <p:sp>
        <p:nvSpPr>
          <p:cNvPr id="5" name="Slide Number Placeholder 4">
            <a:extLst>
              <a:ext uri="{FF2B5EF4-FFF2-40B4-BE49-F238E27FC236}">
                <a16:creationId xmlns:a16="http://schemas.microsoft.com/office/drawing/2014/main" id="{041FCB76-3155-1568-700A-E4595A9A1C81}"/>
              </a:ext>
            </a:extLst>
          </p:cNvPr>
          <p:cNvSpPr>
            <a:spLocks noGrp="1"/>
          </p:cNvSpPr>
          <p:nvPr>
            <p:ph type="sldNum" sz="quarter" idx="4294967295"/>
          </p:nvPr>
        </p:nvSpPr>
        <p:spPr>
          <a:xfrm>
            <a:off x="9448800" y="6356350"/>
            <a:ext cx="2743200" cy="365125"/>
          </a:xfrm>
        </p:spPr>
        <p:txBody>
          <a:bodyPr/>
          <a:lstStyle/>
          <a:p>
            <a:fld id="{B5CEABB6-07DC-46E8-9B57-56EC44A396E5}" type="slidenum">
              <a:rPr lang="en-US" smtClean="0"/>
              <a:pPr/>
              <a:t>2</a:t>
            </a:fld>
            <a:endParaRPr lang="en-US"/>
          </a:p>
        </p:txBody>
      </p:sp>
    </p:spTree>
    <p:extLst>
      <p:ext uri="{BB962C8B-B14F-4D97-AF65-F5344CB8AC3E}">
        <p14:creationId xmlns:p14="http://schemas.microsoft.com/office/powerpoint/2010/main" val="2639620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776C9-B0B5-7214-B86C-D4279B1049B9}"/>
              </a:ext>
            </a:extLst>
          </p:cNvPr>
          <p:cNvSpPr>
            <a:spLocks noGrp="1"/>
          </p:cNvSpPr>
          <p:nvPr>
            <p:ph type="title"/>
          </p:nvPr>
        </p:nvSpPr>
        <p:spPr/>
        <p:txBody>
          <a:bodyPr/>
          <a:lstStyle/>
          <a:p>
            <a:r>
              <a:rPr lang="en-US" dirty="0"/>
              <a:t>Pre-survey Results</a:t>
            </a:r>
          </a:p>
        </p:txBody>
      </p:sp>
      <p:sp>
        <p:nvSpPr>
          <p:cNvPr id="3" name="Text Placeholder 2">
            <a:extLst>
              <a:ext uri="{FF2B5EF4-FFF2-40B4-BE49-F238E27FC236}">
                <a16:creationId xmlns:a16="http://schemas.microsoft.com/office/drawing/2014/main" id="{852F545E-74F4-8E0C-2E43-BE1F1F979160}"/>
              </a:ext>
            </a:extLst>
          </p:cNvPr>
          <p:cNvSpPr>
            <a:spLocks noGrp="1"/>
          </p:cNvSpPr>
          <p:nvPr>
            <p:ph type="body" idx="1"/>
          </p:nvPr>
        </p:nvSpPr>
        <p:spPr>
          <a:xfrm>
            <a:off x="415600" y="1279055"/>
            <a:ext cx="11360800" cy="4555200"/>
          </a:xfrm>
        </p:spPr>
        <p:txBody>
          <a:bodyPr/>
          <a:lstStyle/>
          <a:p>
            <a:r>
              <a:rPr lang="en-US" dirty="0"/>
              <a:t>Results </a:t>
            </a:r>
            <a:r>
              <a:rPr lang="en-US" dirty="0">
                <a:hlinkClick r:id="rId2"/>
              </a:rPr>
              <a:t>link</a:t>
            </a:r>
            <a:endParaRPr lang="en-US" dirty="0"/>
          </a:p>
        </p:txBody>
      </p:sp>
    </p:spTree>
    <p:extLst>
      <p:ext uri="{BB962C8B-B14F-4D97-AF65-F5344CB8AC3E}">
        <p14:creationId xmlns:p14="http://schemas.microsoft.com/office/powerpoint/2010/main" val="3581257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A256B-68CB-8835-385F-F1B99422DA93}"/>
              </a:ext>
            </a:extLst>
          </p:cNvPr>
          <p:cNvSpPr>
            <a:spLocks noGrp="1"/>
          </p:cNvSpPr>
          <p:nvPr>
            <p:ph type="title"/>
          </p:nvPr>
        </p:nvSpPr>
        <p:spPr/>
        <p:txBody>
          <a:bodyPr/>
          <a:lstStyle/>
          <a:p>
            <a:r>
              <a:rPr lang="en-US" dirty="0"/>
              <a:t>Key decisions in teaching a networks course</a:t>
            </a:r>
          </a:p>
        </p:txBody>
      </p:sp>
      <p:sp>
        <p:nvSpPr>
          <p:cNvPr id="3" name="Text Placeholder 2">
            <a:extLst>
              <a:ext uri="{FF2B5EF4-FFF2-40B4-BE49-F238E27FC236}">
                <a16:creationId xmlns:a16="http://schemas.microsoft.com/office/drawing/2014/main" id="{4A80DEE0-21C7-6D27-8A76-E2856B94F002}"/>
              </a:ext>
            </a:extLst>
          </p:cNvPr>
          <p:cNvSpPr>
            <a:spLocks noGrp="1"/>
          </p:cNvSpPr>
          <p:nvPr>
            <p:ph type="body" idx="1"/>
          </p:nvPr>
        </p:nvSpPr>
        <p:spPr/>
        <p:txBody>
          <a:bodyPr/>
          <a:lstStyle/>
          <a:p>
            <a:r>
              <a:rPr lang="en-US" b="1" dirty="0"/>
              <a:t>Learning objectives</a:t>
            </a:r>
          </a:p>
          <a:p>
            <a:endParaRPr lang="en-US" b="1" dirty="0"/>
          </a:p>
          <a:p>
            <a:r>
              <a:rPr lang="en-US" b="1" dirty="0"/>
              <a:t>Course content</a:t>
            </a:r>
          </a:p>
          <a:p>
            <a:endParaRPr lang="en-US" b="1" dirty="0"/>
          </a:p>
          <a:p>
            <a:r>
              <a:rPr lang="en-US" b="1" dirty="0"/>
              <a:t>Pedagogy</a:t>
            </a:r>
          </a:p>
          <a:p>
            <a:endParaRPr lang="en-US" b="1" dirty="0"/>
          </a:p>
        </p:txBody>
      </p:sp>
    </p:spTree>
    <p:extLst>
      <p:ext uri="{BB962C8B-B14F-4D97-AF65-F5344CB8AC3E}">
        <p14:creationId xmlns:p14="http://schemas.microsoft.com/office/powerpoint/2010/main" val="1679601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0EBA6-1CFB-E8AC-118F-DF685CE49FFA}"/>
              </a:ext>
            </a:extLst>
          </p:cNvPr>
          <p:cNvSpPr>
            <a:spLocks noGrp="1"/>
          </p:cNvSpPr>
          <p:nvPr>
            <p:ph type="title"/>
          </p:nvPr>
        </p:nvSpPr>
        <p:spPr/>
        <p:txBody>
          <a:bodyPr/>
          <a:lstStyle/>
          <a:p>
            <a:r>
              <a:rPr lang="en-US" dirty="0"/>
              <a:t>Learning Objectives</a:t>
            </a:r>
          </a:p>
        </p:txBody>
      </p:sp>
      <p:sp>
        <p:nvSpPr>
          <p:cNvPr id="3" name="Text Placeholder 2">
            <a:extLst>
              <a:ext uri="{FF2B5EF4-FFF2-40B4-BE49-F238E27FC236}">
                <a16:creationId xmlns:a16="http://schemas.microsoft.com/office/drawing/2014/main" id="{490DD3D5-73D2-E82E-C51C-DB23E41FEDA6}"/>
              </a:ext>
            </a:extLst>
          </p:cNvPr>
          <p:cNvSpPr>
            <a:spLocks noGrp="1"/>
          </p:cNvSpPr>
          <p:nvPr>
            <p:ph type="body" idx="1"/>
          </p:nvPr>
        </p:nvSpPr>
        <p:spPr>
          <a:xfrm>
            <a:off x="415600" y="952500"/>
            <a:ext cx="11360800" cy="3429000"/>
          </a:xfrm>
        </p:spPr>
        <p:txBody>
          <a:bodyPr>
            <a:normAutofit fontScale="92500" lnSpcReduction="10000"/>
          </a:bodyPr>
          <a:lstStyle/>
          <a:p>
            <a:pPr marL="152396" indent="0">
              <a:buNone/>
            </a:pPr>
            <a:r>
              <a:rPr lang="en-US" b="1" dirty="0"/>
              <a:t>Question: </a:t>
            </a:r>
            <a:r>
              <a:rPr lang="en-US" dirty="0"/>
              <a:t>What learning objectives do you currently have for your CN course?</a:t>
            </a:r>
          </a:p>
          <a:p>
            <a:pPr marL="152396" indent="0">
              <a:buNone/>
            </a:pPr>
            <a:endParaRPr lang="en-US" dirty="0"/>
          </a:p>
          <a:p>
            <a:pPr marL="152396" indent="0">
              <a:buNone/>
            </a:pPr>
            <a:r>
              <a:rPr lang="en-US" b="1" dirty="0"/>
              <a:t>What learning objectives should mean: </a:t>
            </a:r>
            <a:r>
              <a:rPr lang="en-US" dirty="0"/>
              <a:t>what a student can </a:t>
            </a:r>
            <a:r>
              <a:rPr lang="en-US" i="1" dirty="0"/>
              <a:t>do</a:t>
            </a:r>
            <a:r>
              <a:rPr lang="en-US" dirty="0"/>
              <a:t> at the end — not just “know about”</a:t>
            </a:r>
          </a:p>
          <a:p>
            <a:pPr marL="152396" indent="0">
              <a:buNone/>
            </a:pPr>
            <a:endParaRPr lang="en-US" dirty="0"/>
          </a:p>
          <a:p>
            <a:pPr marL="152396" indent="0">
              <a:buNone/>
            </a:pPr>
            <a:r>
              <a:rPr lang="en-US" b="1" dirty="0"/>
              <a:t>Example learning objectives:</a:t>
            </a:r>
          </a:p>
          <a:p>
            <a:r>
              <a:rPr lang="en-US" dirty="0"/>
              <a:t>Understand what is “under the hood” of the Internet</a:t>
            </a:r>
          </a:p>
          <a:p>
            <a:r>
              <a:rPr lang="en-US" dirty="0"/>
              <a:t>Understand why the Internet was designed this way</a:t>
            </a:r>
          </a:p>
          <a:p>
            <a:r>
              <a:rPr lang="en-US" dirty="0"/>
              <a:t>Develop custom networked applications and services</a:t>
            </a:r>
          </a:p>
        </p:txBody>
      </p:sp>
      <p:pic>
        <p:nvPicPr>
          <p:cNvPr id="4" name="Picture 3" descr="A cartoon of a person sitting at a desk with a computer&#10;&#10;Description automatically generated">
            <a:extLst>
              <a:ext uri="{FF2B5EF4-FFF2-40B4-BE49-F238E27FC236}">
                <a16:creationId xmlns:a16="http://schemas.microsoft.com/office/drawing/2014/main" id="{9B61E819-B3EC-4A4E-A471-55647DE7E9FB}"/>
              </a:ext>
            </a:extLst>
          </p:cNvPr>
          <p:cNvPicPr>
            <a:picLocks noChangeAspect="1"/>
          </p:cNvPicPr>
          <p:nvPr/>
        </p:nvPicPr>
        <p:blipFill>
          <a:blip r:embed="rId3"/>
          <a:stretch>
            <a:fillRect/>
          </a:stretch>
        </p:blipFill>
        <p:spPr>
          <a:xfrm>
            <a:off x="3644900" y="4572000"/>
            <a:ext cx="2120900" cy="1905000"/>
          </a:xfrm>
          <a:prstGeom prst="rect">
            <a:avLst/>
          </a:prstGeom>
        </p:spPr>
      </p:pic>
      <p:pic>
        <p:nvPicPr>
          <p:cNvPr id="5" name="Picture 4" descr="A cartoon of a person sitting at a computer&#10;&#10;Description automatically generated">
            <a:extLst>
              <a:ext uri="{FF2B5EF4-FFF2-40B4-BE49-F238E27FC236}">
                <a16:creationId xmlns:a16="http://schemas.microsoft.com/office/drawing/2014/main" id="{404386EE-04F7-4F1C-F926-586362C9314B}"/>
              </a:ext>
            </a:extLst>
          </p:cNvPr>
          <p:cNvPicPr>
            <a:picLocks noChangeAspect="1"/>
          </p:cNvPicPr>
          <p:nvPr/>
        </p:nvPicPr>
        <p:blipFill>
          <a:blip r:embed="rId4"/>
          <a:stretch>
            <a:fillRect/>
          </a:stretch>
        </p:blipFill>
        <p:spPr>
          <a:xfrm>
            <a:off x="6654800" y="4572000"/>
            <a:ext cx="1905000" cy="1905000"/>
          </a:xfrm>
          <a:prstGeom prst="rect">
            <a:avLst/>
          </a:prstGeom>
        </p:spPr>
      </p:pic>
      <p:cxnSp>
        <p:nvCxnSpPr>
          <p:cNvPr id="6" name="Straight Arrow Connector 5">
            <a:extLst>
              <a:ext uri="{FF2B5EF4-FFF2-40B4-BE49-F238E27FC236}">
                <a16:creationId xmlns:a16="http://schemas.microsoft.com/office/drawing/2014/main" id="{4700F8C5-89E4-D600-5F95-59FBF6CFA785}"/>
              </a:ext>
            </a:extLst>
          </p:cNvPr>
          <p:cNvCxnSpPr/>
          <p:nvPr/>
        </p:nvCxnSpPr>
        <p:spPr>
          <a:xfrm>
            <a:off x="5867400" y="5524500"/>
            <a:ext cx="6858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A721892B-8C66-8741-082C-50E99B79AC2E}"/>
                  </a:ext>
                </a:extLst>
              </p14:cNvPr>
              <p14:cNvContentPartPr/>
              <p14:nvPr/>
            </p14:nvContentPartPr>
            <p14:xfrm>
              <a:off x="947160" y="1519920"/>
              <a:ext cx="11112120" cy="1070280"/>
            </p14:xfrm>
          </p:contentPart>
        </mc:Choice>
        <mc:Fallback>
          <p:pic>
            <p:nvPicPr>
              <p:cNvPr id="7" name="Ink 6">
                <a:extLst>
                  <a:ext uri="{FF2B5EF4-FFF2-40B4-BE49-F238E27FC236}">
                    <a16:creationId xmlns:a16="http://schemas.microsoft.com/office/drawing/2014/main" id="{A721892B-8C66-8741-082C-50E99B79AC2E}"/>
                  </a:ext>
                </a:extLst>
              </p:cNvPr>
              <p:cNvPicPr/>
              <p:nvPr/>
            </p:nvPicPr>
            <p:blipFill>
              <a:blip r:embed="rId6"/>
              <a:stretch>
                <a:fillRect/>
              </a:stretch>
            </p:blipFill>
            <p:spPr>
              <a:xfrm>
                <a:off x="937800" y="1510560"/>
                <a:ext cx="11130840" cy="1089000"/>
              </a:xfrm>
              <a:prstGeom prst="rect">
                <a:avLst/>
              </a:prstGeom>
            </p:spPr>
          </p:pic>
        </mc:Fallback>
      </mc:AlternateContent>
    </p:spTree>
    <p:extLst>
      <p:ext uri="{BB962C8B-B14F-4D97-AF65-F5344CB8AC3E}">
        <p14:creationId xmlns:p14="http://schemas.microsoft.com/office/powerpoint/2010/main" val="206481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FAB0F-A7AF-AE04-43CE-26FAEF4AEF96}"/>
              </a:ext>
            </a:extLst>
          </p:cNvPr>
          <p:cNvSpPr>
            <a:spLocks noGrp="1"/>
          </p:cNvSpPr>
          <p:nvPr>
            <p:ph type="title"/>
          </p:nvPr>
        </p:nvSpPr>
        <p:spPr/>
        <p:txBody>
          <a:bodyPr/>
          <a:lstStyle/>
          <a:p>
            <a:r>
              <a:rPr lang="en-US" dirty="0"/>
              <a:t>Course Content</a:t>
            </a:r>
          </a:p>
        </p:txBody>
      </p:sp>
      <p:sp>
        <p:nvSpPr>
          <p:cNvPr id="3" name="Text Placeholder 2">
            <a:extLst>
              <a:ext uri="{FF2B5EF4-FFF2-40B4-BE49-F238E27FC236}">
                <a16:creationId xmlns:a16="http://schemas.microsoft.com/office/drawing/2014/main" id="{B001A2CE-02D3-D343-1137-5425F5BA3CD2}"/>
              </a:ext>
            </a:extLst>
          </p:cNvPr>
          <p:cNvSpPr>
            <a:spLocks noGrp="1"/>
          </p:cNvSpPr>
          <p:nvPr>
            <p:ph type="body" idx="1"/>
          </p:nvPr>
        </p:nvSpPr>
        <p:spPr/>
        <p:txBody>
          <a:bodyPr>
            <a:normAutofit fontScale="92500" lnSpcReduction="10000"/>
          </a:bodyPr>
          <a:lstStyle/>
          <a:p>
            <a:pPr marL="152396" indent="0">
              <a:buNone/>
            </a:pPr>
            <a:r>
              <a:rPr lang="en-US" b="1" dirty="0"/>
              <a:t>Question: </a:t>
            </a:r>
            <a:r>
              <a:rPr lang="en-US" dirty="0"/>
              <a:t>how do you decide what goes into the course?</a:t>
            </a:r>
          </a:p>
          <a:p>
            <a:r>
              <a:rPr lang="en-US" dirty="0"/>
              <a:t>Do you face a dilemma about how much to cover, especially as the field has advanced?</a:t>
            </a:r>
          </a:p>
          <a:p>
            <a:pPr marL="795847" lvl="1" indent="0">
              <a:buNone/>
            </a:pPr>
            <a:endParaRPr lang="en-US" dirty="0"/>
          </a:p>
          <a:p>
            <a:pPr marL="152396" indent="0">
              <a:buNone/>
            </a:pPr>
            <a:endParaRPr lang="en-US" dirty="0"/>
          </a:p>
          <a:p>
            <a:pPr marL="152396" indent="0">
              <a:buNone/>
            </a:pPr>
            <a:r>
              <a:rPr lang="en-US" b="1" dirty="0"/>
              <a:t>One way to think about it: </a:t>
            </a:r>
            <a:r>
              <a:rPr lang="en-US" dirty="0"/>
              <a:t>which </a:t>
            </a:r>
            <a:r>
              <a:rPr lang="en-US" i="1" dirty="0"/>
              <a:t>concepts</a:t>
            </a:r>
            <a:r>
              <a:rPr lang="en-US" dirty="0"/>
              <a:t> are genuinely unique to networking — concepts, not artifacts</a:t>
            </a:r>
          </a:p>
          <a:p>
            <a:pPr marL="152396" indent="0">
              <a:buNone/>
            </a:pPr>
            <a:endParaRPr lang="en-US" dirty="0"/>
          </a:p>
          <a:p>
            <a:r>
              <a:rPr lang="en-US" b="1" dirty="0"/>
              <a:t>Unique to networking: </a:t>
            </a:r>
            <a:r>
              <a:rPr lang="en-US" dirty="0"/>
              <a:t>resource allocation in a shared medium with no central control, addressing vs naming</a:t>
            </a:r>
          </a:p>
          <a:p>
            <a:r>
              <a:rPr lang="en-US" b="1" dirty="0"/>
              <a:t>Not unique — an artifact: </a:t>
            </a:r>
            <a:r>
              <a:rPr lang="en-US" dirty="0"/>
              <a:t>memorizing the fields of the TCP header, or the exact CLI of a particular tool</a:t>
            </a:r>
          </a:p>
          <a:p>
            <a:r>
              <a:rPr lang="en-US" b="1" dirty="0"/>
              <a:t>Other concepts</a:t>
            </a:r>
            <a:r>
              <a:rPr lang="en-US" dirty="0"/>
              <a:t>?</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250B325-84F4-C113-5941-EBAA055D2780}"/>
                  </a:ext>
                </a:extLst>
              </p14:cNvPr>
              <p14:cNvContentPartPr/>
              <p14:nvPr/>
            </p14:nvContentPartPr>
            <p14:xfrm>
              <a:off x="1341000" y="5348160"/>
              <a:ext cx="8891280" cy="1361880"/>
            </p14:xfrm>
          </p:contentPart>
        </mc:Choice>
        <mc:Fallback>
          <p:pic>
            <p:nvPicPr>
              <p:cNvPr id="4" name="Ink 3">
                <a:extLst>
                  <a:ext uri="{FF2B5EF4-FFF2-40B4-BE49-F238E27FC236}">
                    <a16:creationId xmlns:a16="http://schemas.microsoft.com/office/drawing/2014/main" id="{7250B325-84F4-C113-5941-EBAA055D2780}"/>
                  </a:ext>
                </a:extLst>
              </p:cNvPr>
              <p:cNvPicPr/>
              <p:nvPr/>
            </p:nvPicPr>
            <p:blipFill>
              <a:blip r:embed="rId4"/>
              <a:stretch>
                <a:fillRect/>
              </a:stretch>
            </p:blipFill>
            <p:spPr>
              <a:xfrm>
                <a:off x="1331640" y="5338800"/>
                <a:ext cx="8910000" cy="1380600"/>
              </a:xfrm>
              <a:prstGeom prst="rect">
                <a:avLst/>
              </a:prstGeom>
            </p:spPr>
          </p:pic>
        </mc:Fallback>
      </mc:AlternateContent>
    </p:spTree>
    <p:extLst>
      <p:ext uri="{BB962C8B-B14F-4D97-AF65-F5344CB8AC3E}">
        <p14:creationId xmlns:p14="http://schemas.microsoft.com/office/powerpoint/2010/main" val="379801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2D42B-19D9-07AA-4B51-101482CCF4BD}"/>
              </a:ext>
            </a:extLst>
          </p:cNvPr>
          <p:cNvSpPr>
            <a:spLocks noGrp="1"/>
          </p:cNvSpPr>
          <p:nvPr>
            <p:ph type="title"/>
          </p:nvPr>
        </p:nvSpPr>
        <p:spPr/>
        <p:txBody>
          <a:bodyPr/>
          <a:lstStyle/>
          <a:p>
            <a:r>
              <a:rPr lang="en-US" dirty="0"/>
              <a:t>Pedagogy</a:t>
            </a:r>
            <a:r>
              <a:rPr lang="en-IN" dirty="0"/>
              <a:t>: Things to keep in mind</a:t>
            </a:r>
            <a:endParaRPr lang="en-US" dirty="0"/>
          </a:p>
        </p:txBody>
      </p:sp>
      <p:sp>
        <p:nvSpPr>
          <p:cNvPr id="3" name="Text Placeholder 2">
            <a:extLst>
              <a:ext uri="{FF2B5EF4-FFF2-40B4-BE49-F238E27FC236}">
                <a16:creationId xmlns:a16="http://schemas.microsoft.com/office/drawing/2014/main" id="{EF4AB36F-8961-4083-7C58-7A180ECD4316}"/>
              </a:ext>
            </a:extLst>
          </p:cNvPr>
          <p:cNvSpPr>
            <a:spLocks noGrp="1"/>
          </p:cNvSpPr>
          <p:nvPr>
            <p:ph type="body" idx="1"/>
          </p:nvPr>
        </p:nvSpPr>
        <p:spPr/>
        <p:txBody>
          <a:bodyPr>
            <a:normAutofit/>
          </a:bodyPr>
          <a:lstStyle/>
          <a:p>
            <a:r>
              <a:rPr lang="en-US" dirty="0"/>
              <a:t>Teach the </a:t>
            </a:r>
            <a:r>
              <a:rPr lang="en-US" i="1" dirty="0"/>
              <a:t>why</a:t>
            </a:r>
            <a:r>
              <a:rPr lang="en-US" dirty="0"/>
              <a:t>, not just the </a:t>
            </a:r>
            <a:r>
              <a:rPr lang="en-US" i="1" dirty="0"/>
              <a:t>what</a:t>
            </a:r>
            <a:r>
              <a:rPr lang="en-US" dirty="0"/>
              <a:t> or </a:t>
            </a:r>
            <a:r>
              <a:rPr lang="en-US" i="1" dirty="0"/>
              <a:t>how</a:t>
            </a:r>
          </a:p>
          <a:p>
            <a:r>
              <a:rPr lang="en-US" dirty="0"/>
              <a:t>Have students </a:t>
            </a:r>
            <a:r>
              <a:rPr lang="en-US" i="1" dirty="0"/>
              <a:t>arrive at</a:t>
            </a:r>
            <a:r>
              <a:rPr lang="en-US" dirty="0"/>
              <a:t> design principles, not be handed them</a:t>
            </a:r>
          </a:p>
          <a:p>
            <a:r>
              <a:rPr lang="en-US" dirty="0"/>
              <a:t>Frame ideas as </a:t>
            </a:r>
            <a:r>
              <a:rPr lang="en-US" i="1" dirty="0"/>
              <a:t>tradeoffs, not facts</a:t>
            </a:r>
          </a:p>
          <a:p>
            <a:r>
              <a:rPr lang="en-US" dirty="0"/>
              <a:t>Pair concepts with concept-revealing labs</a:t>
            </a:r>
          </a:p>
          <a:p>
            <a:r>
              <a:rPr lang="en-US" b="1" dirty="0"/>
              <a:t>Analogies:</a:t>
            </a:r>
            <a:r>
              <a:rPr lang="en-US" dirty="0"/>
              <a:t> postal system, traffic, day-to-day stuff</a:t>
            </a:r>
          </a:p>
          <a:p>
            <a:r>
              <a:rPr lang="en-US" b="1" dirty="0"/>
              <a:t>Historical anecdotes:</a:t>
            </a:r>
            <a:r>
              <a:rPr lang="en-US" dirty="0"/>
              <a:t> make design feel contingent, not inevitable</a:t>
            </a:r>
          </a:p>
        </p:txBody>
      </p:sp>
    </p:spTree>
    <p:extLst>
      <p:ext uri="{BB962C8B-B14F-4D97-AF65-F5344CB8AC3E}">
        <p14:creationId xmlns:p14="http://schemas.microsoft.com/office/powerpoint/2010/main" val="2941289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62C1C-ECA4-B2AC-6EF2-23E0BCD3A99F}"/>
              </a:ext>
            </a:extLst>
          </p:cNvPr>
          <p:cNvSpPr>
            <a:spLocks noGrp="1"/>
          </p:cNvSpPr>
          <p:nvPr>
            <p:ph type="title"/>
          </p:nvPr>
        </p:nvSpPr>
        <p:spPr/>
        <p:txBody>
          <a:bodyPr/>
          <a:lstStyle/>
          <a:p>
            <a:r>
              <a:rPr lang="en-US" dirty="0"/>
              <a:t>Today’s Module: How to introduce Computer Networks</a:t>
            </a:r>
          </a:p>
        </p:txBody>
      </p:sp>
      <p:sp>
        <p:nvSpPr>
          <p:cNvPr id="3" name="Text Placeholder 2">
            <a:extLst>
              <a:ext uri="{FF2B5EF4-FFF2-40B4-BE49-F238E27FC236}">
                <a16:creationId xmlns:a16="http://schemas.microsoft.com/office/drawing/2014/main" id="{FE783728-D89C-23F5-DA4C-FE277BA1C646}"/>
              </a:ext>
            </a:extLst>
          </p:cNvPr>
          <p:cNvSpPr>
            <a:spLocks noGrp="1"/>
          </p:cNvSpPr>
          <p:nvPr>
            <p:ph type="body" idx="1"/>
          </p:nvPr>
        </p:nvSpPr>
        <p:spPr/>
        <p:txBody>
          <a:bodyPr/>
          <a:lstStyle/>
          <a:p>
            <a:r>
              <a:rPr lang="en-US" dirty="0"/>
              <a:t>Option 1: Define what it is upfront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Option 2: Building network from first principles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4474BE1-1B32-345B-6EDC-56252ED08D85}"/>
                  </a:ext>
                </a:extLst>
              </p14:cNvPr>
              <p14:cNvContentPartPr/>
              <p14:nvPr/>
            </p14:nvContentPartPr>
            <p14:xfrm>
              <a:off x="1720080" y="1868040"/>
              <a:ext cx="9673920" cy="1679040"/>
            </p14:xfrm>
          </p:contentPart>
        </mc:Choice>
        <mc:Fallback>
          <p:pic>
            <p:nvPicPr>
              <p:cNvPr id="4" name="Ink 3">
                <a:extLst>
                  <a:ext uri="{FF2B5EF4-FFF2-40B4-BE49-F238E27FC236}">
                    <a16:creationId xmlns:a16="http://schemas.microsoft.com/office/drawing/2014/main" id="{24474BE1-1B32-345B-6EDC-56252ED08D85}"/>
                  </a:ext>
                </a:extLst>
              </p:cNvPr>
              <p:cNvPicPr/>
              <p:nvPr/>
            </p:nvPicPr>
            <p:blipFill>
              <a:blip r:embed="rId3"/>
              <a:stretch>
                <a:fillRect/>
              </a:stretch>
            </p:blipFill>
            <p:spPr>
              <a:xfrm>
                <a:off x="1710720" y="1858680"/>
                <a:ext cx="9692640" cy="1697760"/>
              </a:xfrm>
              <a:prstGeom prst="rect">
                <a:avLst/>
              </a:prstGeom>
            </p:spPr>
          </p:pic>
        </mc:Fallback>
      </mc:AlternateContent>
    </p:spTree>
    <p:extLst>
      <p:ext uri="{BB962C8B-B14F-4D97-AF65-F5344CB8AC3E}">
        <p14:creationId xmlns:p14="http://schemas.microsoft.com/office/powerpoint/2010/main" val="2868561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38D57-4909-4A0B-C1BE-8C0432655E40}"/>
              </a:ext>
            </a:extLst>
          </p:cNvPr>
          <p:cNvSpPr>
            <a:spLocks noGrp="1"/>
          </p:cNvSpPr>
          <p:nvPr>
            <p:ph type="title"/>
          </p:nvPr>
        </p:nvSpPr>
        <p:spPr/>
        <p:txBody>
          <a:bodyPr/>
          <a:lstStyle/>
          <a:p>
            <a:r>
              <a:rPr lang="en-US" dirty="0"/>
              <a:t>Why this course matters</a:t>
            </a:r>
          </a:p>
        </p:txBody>
      </p:sp>
      <p:sp>
        <p:nvSpPr>
          <p:cNvPr id="3" name="Text Placeholder 2">
            <a:extLst>
              <a:ext uri="{FF2B5EF4-FFF2-40B4-BE49-F238E27FC236}">
                <a16:creationId xmlns:a16="http://schemas.microsoft.com/office/drawing/2014/main" id="{38323374-A48D-9E29-0BA4-EAAD028F1C21}"/>
              </a:ext>
            </a:extLst>
          </p:cNvPr>
          <p:cNvSpPr>
            <a:spLocks noGrp="1"/>
          </p:cNvSpPr>
          <p:nvPr>
            <p:ph type="body" idx="1"/>
          </p:nvPr>
        </p:nvSpPr>
        <p:spPr/>
        <p:txBody>
          <a:bodyPr>
            <a:normAutofit/>
          </a:bodyPr>
          <a:lstStyle/>
          <a:p>
            <a:r>
              <a:rPr lang="en-US" dirty="0"/>
              <a:t>Internet underpins nearly every system you'll build or rely on</a:t>
            </a:r>
          </a:p>
          <a:p>
            <a:endParaRPr lang="en-US" dirty="0"/>
          </a:p>
          <a:p>
            <a:r>
              <a:rPr lang="en-US" dirty="0"/>
              <a:t>Teaches how to design for billions of users across untrusted parties</a:t>
            </a:r>
          </a:p>
          <a:p>
            <a:endParaRPr lang="en-US" dirty="0"/>
          </a:p>
          <a:p>
            <a:r>
              <a:rPr lang="en-US" dirty="0"/>
              <a:t>Core principles, such as layering, decentralization, robustness, apply to every large-scale system</a:t>
            </a:r>
          </a:p>
          <a:p>
            <a:endParaRPr lang="en-US" dirty="0"/>
          </a:p>
          <a:p>
            <a:r>
              <a:rPr lang="en-US" dirty="0"/>
              <a:t>A rare design that has lasted decades while still evolving</a:t>
            </a:r>
          </a:p>
          <a:p>
            <a:endParaRPr lang="en-US" dirty="0"/>
          </a:p>
          <a:p>
            <a:r>
              <a:rPr lang="en-US" dirty="0"/>
              <a:t>Intuitions transfer to distributed systems, cloud, security, and AI</a:t>
            </a:r>
          </a:p>
        </p:txBody>
      </p:sp>
    </p:spTree>
    <p:extLst>
      <p:ext uri="{BB962C8B-B14F-4D97-AF65-F5344CB8AC3E}">
        <p14:creationId xmlns:p14="http://schemas.microsoft.com/office/powerpoint/2010/main" val="2817558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E0DE-02EF-C0F8-9030-6E235721582D}"/>
              </a:ext>
            </a:extLst>
          </p:cNvPr>
          <p:cNvSpPr>
            <a:spLocks noGrp="1"/>
          </p:cNvSpPr>
          <p:nvPr>
            <p:ph type="title"/>
          </p:nvPr>
        </p:nvSpPr>
        <p:spPr/>
        <p:txBody>
          <a:bodyPr/>
          <a:lstStyle/>
          <a:p>
            <a:r>
              <a:rPr lang="en-US" dirty="0"/>
              <a:t>Where does this course fit in broader CS?</a:t>
            </a:r>
          </a:p>
        </p:txBody>
      </p:sp>
      <p:sp>
        <p:nvSpPr>
          <p:cNvPr id="3" name="Text Placeholder 2">
            <a:extLst>
              <a:ext uri="{FF2B5EF4-FFF2-40B4-BE49-F238E27FC236}">
                <a16:creationId xmlns:a16="http://schemas.microsoft.com/office/drawing/2014/main" id="{468301F9-2B22-273A-2BE7-792A897621B4}"/>
              </a:ext>
            </a:extLst>
          </p:cNvPr>
          <p:cNvSpPr>
            <a:spLocks noGrp="1"/>
          </p:cNvSpPr>
          <p:nvPr>
            <p:ph type="body" idx="1"/>
          </p:nvPr>
        </p:nvSpPr>
        <p:spPr>
          <a:xfrm>
            <a:off x="415600" y="1292793"/>
            <a:ext cx="11360800" cy="4555200"/>
          </a:xfrm>
        </p:spPr>
        <p:txBody>
          <a:bodyPr>
            <a:normAutofit fontScale="92500" lnSpcReduction="10000"/>
          </a:bodyPr>
          <a:lstStyle/>
          <a:p>
            <a:pPr marL="0" indent="0" algn="ctr">
              <a:buNone/>
            </a:pPr>
            <a:r>
              <a:rPr lang="en-US" b="1" dirty="0">
                <a:solidFill>
                  <a:schemeClr val="tx2"/>
                </a:solidFill>
              </a:rPr>
              <a:t>The three parts of computer science</a:t>
            </a:r>
          </a:p>
          <a:p>
            <a:pPr marL="0" indent="0">
              <a:spcBef>
                <a:spcPts val="600"/>
              </a:spcBef>
              <a:buNone/>
            </a:pPr>
            <a:r>
              <a:rPr lang="en-US" sz="2400" b="1" dirty="0"/>
              <a:t>Theory</a:t>
            </a:r>
          </a:p>
          <a:p>
            <a:r>
              <a:rPr lang="en-US" sz="2400" dirty="0"/>
              <a:t>Focuses on the fundamental limits of computation and knowledge. What problems can computers solve in principle, and how efficiently? What does it mean to prove something?</a:t>
            </a:r>
          </a:p>
          <a:p>
            <a:endParaRPr lang="en-US" sz="2400" dirty="0"/>
          </a:p>
          <a:p>
            <a:pPr marL="0" indent="0">
              <a:spcBef>
                <a:spcPts val="600"/>
              </a:spcBef>
              <a:buNone/>
            </a:pPr>
            <a:r>
              <a:rPr lang="en-US" sz="2400" b="1" dirty="0"/>
              <a:t>Artificial intelligence</a:t>
            </a:r>
          </a:p>
          <a:p>
            <a:r>
              <a:rPr lang="en-US" sz="2400" dirty="0"/>
              <a:t>Asks how computers can perceive, reason, and act in the real world — thinking in terms of uncertainty and approximation, grounded in rigorous models and experimental evidence.</a:t>
            </a:r>
          </a:p>
          <a:p>
            <a:endParaRPr lang="en-US" sz="2400" dirty="0"/>
          </a:p>
          <a:p>
            <a:pPr marL="0" indent="0">
              <a:spcBef>
                <a:spcPts val="600"/>
              </a:spcBef>
              <a:buNone/>
            </a:pPr>
            <a:r>
              <a:rPr lang="en-US" sz="2400" b="1" dirty="0"/>
              <a:t>Computer Systems (this course)</a:t>
            </a:r>
          </a:p>
          <a:p>
            <a:r>
              <a:rPr lang="en-US" sz="2400" dirty="0"/>
              <a:t>Examines how to build real-world systems that actually work. How do hardware and software interact? What are the tradeoffs in performance, reliability, and scalability?</a:t>
            </a:r>
          </a:p>
        </p:txBody>
      </p:sp>
    </p:spTree>
    <p:extLst>
      <p:ext uri="{BB962C8B-B14F-4D97-AF65-F5344CB8AC3E}">
        <p14:creationId xmlns:p14="http://schemas.microsoft.com/office/powerpoint/2010/main" val="2277758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07F5F-8C1F-8C99-6398-4FF54BDF0D6C}"/>
              </a:ext>
            </a:extLst>
          </p:cNvPr>
          <p:cNvSpPr>
            <a:spLocks noGrp="1"/>
          </p:cNvSpPr>
          <p:nvPr>
            <p:ph type="title"/>
          </p:nvPr>
        </p:nvSpPr>
        <p:spPr/>
        <p:txBody>
          <a:bodyPr/>
          <a:lstStyle/>
          <a:p>
            <a:r>
              <a:rPr lang="en-US" dirty="0"/>
              <a:t>Popular applications on the Internet</a:t>
            </a:r>
          </a:p>
        </p:txBody>
      </p:sp>
      <p:sp>
        <p:nvSpPr>
          <p:cNvPr id="3" name="Text Placeholder 2">
            <a:extLst>
              <a:ext uri="{FF2B5EF4-FFF2-40B4-BE49-F238E27FC236}">
                <a16:creationId xmlns:a16="http://schemas.microsoft.com/office/drawing/2014/main" id="{FC3DA0EA-6701-C5FB-5BA9-4E361F58132B}"/>
              </a:ext>
            </a:extLst>
          </p:cNvPr>
          <p:cNvSpPr>
            <a:spLocks noGrp="1"/>
          </p:cNvSpPr>
          <p:nvPr>
            <p:ph type="body"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What do these apps have in </a:t>
            </a:r>
            <a:r>
              <a:rPr lang="en-US" b="1" dirty="0">
                <a:solidFill>
                  <a:schemeClr val="accent2"/>
                </a:solidFill>
              </a:rPr>
              <a:t>common</a:t>
            </a:r>
            <a:r>
              <a:rPr lang="en-US" dirty="0"/>
              <a:t>?</a:t>
            </a:r>
          </a:p>
          <a:p>
            <a:pPr marL="0" indent="0">
              <a:buNone/>
            </a:pPr>
            <a:r>
              <a:rPr lang="en-US" b="1" dirty="0">
                <a:solidFill>
                  <a:schemeClr val="accent2"/>
                </a:solidFill>
              </a:rPr>
              <a:t>Connectivity. </a:t>
            </a:r>
            <a:r>
              <a:rPr lang="en-US" dirty="0"/>
              <a:t>In principle, the network just needs to transfer bytes — but be flexible enough to meet each app's different needs.</a:t>
            </a:r>
          </a:p>
        </p:txBody>
      </p:sp>
      <p:pic>
        <p:nvPicPr>
          <p:cNvPr id="5" name="Picture 4">
            <a:extLst>
              <a:ext uri="{FF2B5EF4-FFF2-40B4-BE49-F238E27FC236}">
                <a16:creationId xmlns:a16="http://schemas.microsoft.com/office/drawing/2014/main" id="{1810CD8D-2BB4-C48B-6396-8E0DB23A5B1F}"/>
              </a:ext>
            </a:extLst>
          </p:cNvPr>
          <p:cNvPicPr>
            <a:picLocks noChangeAspect="1"/>
          </p:cNvPicPr>
          <p:nvPr/>
        </p:nvPicPr>
        <p:blipFill>
          <a:blip r:embed="rId3"/>
          <a:srcRect l="214" t="1771" r="1141" b="-1771"/>
          <a:stretch>
            <a:fillRect/>
          </a:stretch>
        </p:blipFill>
        <p:spPr>
          <a:xfrm>
            <a:off x="1162741" y="1536633"/>
            <a:ext cx="7667244" cy="1795148"/>
          </a:xfrm>
          <a:prstGeom prst="rect">
            <a:avLst/>
          </a:prstGeom>
        </p:spPr>
      </p:pic>
      <p:sp>
        <p:nvSpPr>
          <p:cNvPr id="6" name="TextBox 5">
            <a:extLst>
              <a:ext uri="{FF2B5EF4-FFF2-40B4-BE49-F238E27FC236}">
                <a16:creationId xmlns:a16="http://schemas.microsoft.com/office/drawing/2014/main" id="{B3B2103E-43AD-6231-E322-F2B4CB4FB713}"/>
              </a:ext>
            </a:extLst>
          </p:cNvPr>
          <p:cNvSpPr txBox="1"/>
          <p:nvPr/>
        </p:nvSpPr>
        <p:spPr>
          <a:xfrm>
            <a:off x="2535936" y="3429000"/>
            <a:ext cx="8046720" cy="369332"/>
          </a:xfrm>
          <a:prstGeom prst="rect">
            <a:avLst/>
          </a:prstGeom>
          <a:noFill/>
        </p:spPr>
        <p:txBody>
          <a:bodyPr wrap="square" rtlCol="0">
            <a:spAutoFit/>
          </a:bodyPr>
          <a:lstStyle/>
          <a:p>
            <a:r>
              <a:rPr lang="en-US" dirty="0"/>
              <a:t>WWW, streaming, real-time communication, massive distributed compute</a:t>
            </a:r>
          </a:p>
        </p:txBody>
      </p:sp>
      <p:pic>
        <p:nvPicPr>
          <p:cNvPr id="4" name="Picture 3" descr="307 Chatgpt Logo Stock Vectors and Vector Art | Shutterstock">
            <a:extLst>
              <a:ext uri="{FF2B5EF4-FFF2-40B4-BE49-F238E27FC236}">
                <a16:creationId xmlns:a16="http://schemas.microsoft.com/office/drawing/2014/main" id="{72FE299D-BDFC-472A-FA32-7E875FA1FCFA}"/>
              </a:ext>
            </a:extLst>
          </p:cNvPr>
          <p:cNvPicPr>
            <a:picLocks noChangeAspect="1"/>
          </p:cNvPicPr>
          <p:nvPr/>
        </p:nvPicPr>
        <p:blipFill>
          <a:blip r:embed="rId4"/>
          <a:stretch>
            <a:fillRect/>
          </a:stretch>
        </p:blipFill>
        <p:spPr>
          <a:xfrm>
            <a:off x="8929997" y="1629473"/>
            <a:ext cx="1373195" cy="1702308"/>
          </a:xfrm>
          <a:prstGeom prst="rect">
            <a:avLst/>
          </a:prstGeom>
        </p:spPr>
      </p:pic>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49CA6F4D-2CAD-BFC6-E53B-A8904075C0BC}"/>
                  </a:ext>
                </a:extLst>
              </p14:cNvPr>
              <p14:cNvContentPartPr/>
              <p14:nvPr/>
            </p14:nvContentPartPr>
            <p14:xfrm>
              <a:off x="552960" y="967320"/>
              <a:ext cx="11468520" cy="1679040"/>
            </p14:xfrm>
          </p:contentPart>
        </mc:Choice>
        <mc:Fallback>
          <p:pic>
            <p:nvPicPr>
              <p:cNvPr id="7" name="Ink 6">
                <a:extLst>
                  <a:ext uri="{FF2B5EF4-FFF2-40B4-BE49-F238E27FC236}">
                    <a16:creationId xmlns:a16="http://schemas.microsoft.com/office/drawing/2014/main" id="{49CA6F4D-2CAD-BFC6-E53B-A8904075C0BC}"/>
                  </a:ext>
                </a:extLst>
              </p:cNvPr>
              <p:cNvPicPr/>
              <p:nvPr/>
            </p:nvPicPr>
            <p:blipFill>
              <a:blip r:embed="rId6"/>
              <a:stretch>
                <a:fillRect/>
              </a:stretch>
            </p:blipFill>
            <p:spPr>
              <a:xfrm>
                <a:off x="543600" y="957960"/>
                <a:ext cx="11487240" cy="1697760"/>
              </a:xfrm>
              <a:prstGeom prst="rect">
                <a:avLst/>
              </a:prstGeom>
            </p:spPr>
          </p:pic>
        </mc:Fallback>
      </mc:AlternateContent>
    </p:spTree>
    <p:extLst>
      <p:ext uri="{BB962C8B-B14F-4D97-AF65-F5344CB8AC3E}">
        <p14:creationId xmlns:p14="http://schemas.microsoft.com/office/powerpoint/2010/main" val="2334331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DABAC-4247-F1D1-D991-D84569F9C5EA}"/>
              </a:ext>
            </a:extLst>
          </p:cNvPr>
          <p:cNvSpPr>
            <a:spLocks noGrp="1"/>
          </p:cNvSpPr>
          <p:nvPr>
            <p:ph type="title"/>
          </p:nvPr>
        </p:nvSpPr>
        <p:spPr/>
        <p:txBody>
          <a:bodyPr/>
          <a:lstStyle/>
          <a:p>
            <a:r>
              <a:rPr lang="en-US" dirty="0"/>
              <a:t>Network design requirements</a:t>
            </a:r>
          </a:p>
        </p:txBody>
      </p:sp>
      <p:sp>
        <p:nvSpPr>
          <p:cNvPr id="3" name="Text Placeholder 2">
            <a:extLst>
              <a:ext uri="{FF2B5EF4-FFF2-40B4-BE49-F238E27FC236}">
                <a16:creationId xmlns:a16="http://schemas.microsoft.com/office/drawing/2014/main" id="{E41F30D5-0A2E-1995-CAF0-8BDFFD7E385B}"/>
              </a:ext>
            </a:extLst>
          </p:cNvPr>
          <p:cNvSpPr>
            <a:spLocks noGrp="1"/>
          </p:cNvSpPr>
          <p:nvPr>
            <p:ph type="body" idx="1"/>
          </p:nvPr>
        </p:nvSpPr>
        <p:spPr/>
        <p:txBody>
          <a:bodyPr/>
          <a:lstStyle/>
          <a:p>
            <a:pPr marL="0" indent="0">
              <a:lnSpc>
                <a:spcPct val="120000"/>
              </a:lnSpc>
              <a:spcBef>
                <a:spcPts val="600"/>
              </a:spcBef>
              <a:spcAft>
                <a:spcPts val="900"/>
              </a:spcAft>
              <a:buNone/>
            </a:pPr>
            <a:r>
              <a:rPr lang="en-US" sz="2400" dirty="0"/>
              <a:t>A network that supports:</a:t>
            </a:r>
          </a:p>
          <a:p>
            <a:pPr marL="457200" indent="-457200">
              <a:lnSpc>
                <a:spcPct val="120000"/>
              </a:lnSpc>
              <a:spcBef>
                <a:spcPts val="600"/>
              </a:spcBef>
              <a:buFont typeface="Arial"/>
              <a:buChar char="•"/>
            </a:pPr>
            <a:r>
              <a:rPr lang="en-US" sz="2200" b="1" dirty="0"/>
              <a:t>Common services </a:t>
            </a:r>
            <a:r>
              <a:rPr lang="en-US" sz="2200" dirty="0"/>
              <a:t>via well-defined abstractions</a:t>
            </a:r>
          </a:p>
          <a:p>
            <a:pPr marL="457200" indent="-457200">
              <a:lnSpc>
                <a:spcPct val="120000"/>
              </a:lnSpc>
              <a:spcBef>
                <a:spcPts val="600"/>
              </a:spcBef>
              <a:buFont typeface="Arial"/>
              <a:buChar char="•"/>
            </a:pPr>
            <a:r>
              <a:rPr lang="en-US" sz="2200" b="1" dirty="0"/>
              <a:t>Scalable connectivity</a:t>
            </a:r>
          </a:p>
          <a:p>
            <a:pPr marL="457200" indent="-457200">
              <a:lnSpc>
                <a:spcPct val="120000"/>
              </a:lnSpc>
              <a:spcBef>
                <a:spcPts val="600"/>
              </a:spcBef>
              <a:buFont typeface="Arial"/>
              <a:buChar char="•"/>
            </a:pPr>
            <a:r>
              <a:rPr lang="en-US" sz="2200" b="1" dirty="0"/>
              <a:t>Cost-efficient </a:t>
            </a:r>
            <a:r>
              <a:rPr lang="en-US" sz="2200" dirty="0"/>
              <a:t>resource sharing</a:t>
            </a:r>
            <a:endParaRPr lang="en-US" sz="2200" b="1" dirty="0"/>
          </a:p>
          <a:p>
            <a:pPr marL="457200" indent="-457200">
              <a:lnSpc>
                <a:spcPct val="120000"/>
              </a:lnSpc>
              <a:spcBef>
                <a:spcPts val="600"/>
              </a:spcBef>
              <a:buFont typeface="Arial"/>
              <a:buChar char="•"/>
            </a:pPr>
            <a:r>
              <a:rPr lang="en-US" sz="2200" b="1" dirty="0"/>
              <a:t>Resilience </a:t>
            </a:r>
            <a:r>
              <a:rPr lang="en-US" sz="2200" dirty="0"/>
              <a:t>to failures</a:t>
            </a:r>
          </a:p>
          <a:p>
            <a:pPr marL="457200" indent="-457200">
              <a:lnSpc>
                <a:spcPct val="120000"/>
              </a:lnSpc>
              <a:spcBef>
                <a:spcPts val="600"/>
              </a:spcBef>
              <a:buFont typeface="Arial"/>
              <a:buChar char="•"/>
            </a:pPr>
            <a:r>
              <a:rPr lang="en-US" sz="2200" b="1" dirty="0"/>
              <a:t>Extensibility </a:t>
            </a:r>
            <a:r>
              <a:rPr lang="en-US" sz="2200" dirty="0"/>
              <a:t>for new apps and technologies</a:t>
            </a:r>
          </a:p>
        </p:txBody>
      </p:sp>
      <p:sp>
        <p:nvSpPr>
          <p:cNvPr id="4" name="Text Placeholder 2">
            <a:extLst>
              <a:ext uri="{FF2B5EF4-FFF2-40B4-BE49-F238E27FC236}">
                <a16:creationId xmlns:a16="http://schemas.microsoft.com/office/drawing/2014/main" id="{4A5D0847-9DE3-23E8-3F73-EB71CAFC8A27}"/>
              </a:ext>
            </a:extLst>
          </p:cNvPr>
          <p:cNvSpPr txBox="1">
            <a:spLocks/>
          </p:cNvSpPr>
          <p:nvPr/>
        </p:nvSpPr>
        <p:spPr>
          <a:xfrm>
            <a:off x="415600" y="5454315"/>
            <a:ext cx="11360800" cy="637517"/>
          </a:xfrm>
          <a:prstGeom prst="rect">
            <a:avLst/>
          </a:prstGeom>
        </p:spPr>
        <p:txBody>
          <a:bodyPr spcFirstLastPara="1" vert="horz" wrap="square" lIns="91425" tIns="91425" rIns="91425" bIns="91425" rtlCol="0" anchor="t" anchorCtr="0">
            <a:normAutofit/>
          </a:bodyPr>
          <a:lstStyle>
            <a:lvl1pPr marL="609585" lvl="0" indent="-457189" algn="l" defTabSz="914400" rtl="0" eaLnBrk="1" latinLnBrk="0" hangingPunct="1">
              <a:lnSpc>
                <a:spcPct val="90000"/>
              </a:lnSpc>
              <a:spcBef>
                <a:spcPts val="0"/>
              </a:spcBef>
              <a:spcAft>
                <a:spcPts val="0"/>
              </a:spcAft>
              <a:buSzPts val="1800"/>
              <a:buFont typeface="Roboto"/>
              <a:buChar char="●"/>
              <a:defRPr sz="2800" kern="1200">
                <a:solidFill>
                  <a:schemeClr val="tx1"/>
                </a:solidFill>
                <a:latin typeface="Roboto"/>
                <a:ea typeface="Roboto"/>
                <a:cs typeface="Roboto"/>
                <a:sym typeface="Roboto"/>
              </a:defRPr>
            </a:lvl1pPr>
            <a:lvl2pPr marL="1219170" lvl="1" indent="-423323" algn="l" defTabSz="914400" rtl="0" eaLnBrk="1" latinLnBrk="0" hangingPunct="1">
              <a:lnSpc>
                <a:spcPct val="90000"/>
              </a:lnSpc>
              <a:spcBef>
                <a:spcPts val="0"/>
              </a:spcBef>
              <a:spcAft>
                <a:spcPts val="0"/>
              </a:spcAft>
              <a:buSzPts val="1400"/>
              <a:buFont typeface="Roboto"/>
              <a:buChar char="○"/>
              <a:defRPr sz="2400" kern="1200">
                <a:solidFill>
                  <a:schemeClr val="tx1"/>
                </a:solidFill>
                <a:latin typeface="Roboto"/>
                <a:ea typeface="Roboto"/>
                <a:cs typeface="Roboto"/>
                <a:sym typeface="Roboto"/>
              </a:defRPr>
            </a:lvl2pPr>
            <a:lvl3pPr marL="1828754" lvl="2" indent="-423323" algn="l" defTabSz="914400" rtl="0" eaLnBrk="1" latinLnBrk="0" hangingPunct="1">
              <a:lnSpc>
                <a:spcPct val="90000"/>
              </a:lnSpc>
              <a:spcBef>
                <a:spcPts val="0"/>
              </a:spcBef>
              <a:spcAft>
                <a:spcPts val="0"/>
              </a:spcAft>
              <a:buSzPts val="1400"/>
              <a:buFont typeface="Roboto"/>
              <a:buChar char="■"/>
              <a:defRPr sz="2000" kern="1200">
                <a:solidFill>
                  <a:schemeClr val="tx1"/>
                </a:solidFill>
                <a:latin typeface="Roboto"/>
                <a:ea typeface="Roboto"/>
                <a:cs typeface="Roboto"/>
                <a:sym typeface="Roboto"/>
              </a:defRPr>
            </a:lvl3pPr>
            <a:lvl4pPr marL="2438339" lvl="3" indent="-423323" algn="l" defTabSz="914400" rtl="0" eaLnBrk="1" latinLnBrk="0" hangingPunct="1">
              <a:lnSpc>
                <a:spcPct val="90000"/>
              </a:lnSpc>
              <a:spcBef>
                <a:spcPts val="0"/>
              </a:spcBef>
              <a:spcAft>
                <a:spcPts val="0"/>
              </a:spcAft>
              <a:buSzPts val="1400"/>
              <a:buFont typeface="Roboto"/>
              <a:buChar char="●"/>
              <a:defRPr sz="1800" kern="1200">
                <a:solidFill>
                  <a:schemeClr val="tx1"/>
                </a:solidFill>
                <a:latin typeface="Roboto"/>
                <a:ea typeface="Roboto"/>
                <a:cs typeface="Roboto"/>
                <a:sym typeface="Roboto"/>
              </a:defRPr>
            </a:lvl4pPr>
            <a:lvl5pPr marL="3047924" lvl="4" indent="-423323" algn="l" defTabSz="914400" rtl="0" eaLnBrk="1" latinLnBrk="0" hangingPunct="1">
              <a:lnSpc>
                <a:spcPct val="90000"/>
              </a:lnSpc>
              <a:spcBef>
                <a:spcPts val="0"/>
              </a:spcBef>
              <a:spcAft>
                <a:spcPts val="0"/>
              </a:spcAft>
              <a:buSzPts val="1400"/>
              <a:buFont typeface="Roboto"/>
              <a:buChar char="○"/>
              <a:defRPr sz="1800" kern="1200">
                <a:solidFill>
                  <a:schemeClr val="tx1"/>
                </a:solidFill>
                <a:latin typeface="Roboto"/>
                <a:ea typeface="Roboto"/>
                <a:cs typeface="Roboto"/>
                <a:sym typeface="Roboto"/>
              </a:defRPr>
            </a:lvl5pPr>
            <a:lvl6pPr marL="3657509" lvl="5" indent="-423323" algn="l" defTabSz="914400" rtl="0" eaLnBrk="1" latinLnBrk="0" hangingPunct="1">
              <a:lnSpc>
                <a:spcPct val="90000"/>
              </a:lnSpc>
              <a:spcBef>
                <a:spcPts val="0"/>
              </a:spcBef>
              <a:spcAft>
                <a:spcPts val="0"/>
              </a:spcAft>
              <a:buSzPts val="1400"/>
              <a:buFont typeface="Roboto"/>
              <a:buChar char="■"/>
              <a:defRPr sz="1800" kern="1200">
                <a:solidFill>
                  <a:schemeClr val="tx1"/>
                </a:solidFill>
                <a:latin typeface="Roboto"/>
                <a:ea typeface="Roboto"/>
                <a:cs typeface="Roboto"/>
                <a:sym typeface="Roboto"/>
              </a:defRPr>
            </a:lvl6pPr>
            <a:lvl7pPr marL="4267093" lvl="6" indent="-423323" algn="l" defTabSz="914400" rtl="0" eaLnBrk="1" latinLnBrk="0" hangingPunct="1">
              <a:lnSpc>
                <a:spcPct val="90000"/>
              </a:lnSpc>
              <a:spcBef>
                <a:spcPts val="0"/>
              </a:spcBef>
              <a:spcAft>
                <a:spcPts val="0"/>
              </a:spcAft>
              <a:buSzPts val="1400"/>
              <a:buFont typeface="Roboto"/>
              <a:buChar char="●"/>
              <a:defRPr sz="1800" kern="1200">
                <a:solidFill>
                  <a:schemeClr val="tx1"/>
                </a:solidFill>
                <a:latin typeface="Roboto"/>
                <a:ea typeface="Roboto"/>
                <a:cs typeface="Roboto"/>
                <a:sym typeface="Roboto"/>
              </a:defRPr>
            </a:lvl7pPr>
            <a:lvl8pPr marL="4876678" lvl="7" indent="-423323" algn="l" defTabSz="914400" rtl="0" eaLnBrk="1" latinLnBrk="0" hangingPunct="1">
              <a:lnSpc>
                <a:spcPct val="90000"/>
              </a:lnSpc>
              <a:spcBef>
                <a:spcPts val="0"/>
              </a:spcBef>
              <a:spcAft>
                <a:spcPts val="0"/>
              </a:spcAft>
              <a:buSzPts val="1400"/>
              <a:buFont typeface="Roboto"/>
              <a:buChar char="○"/>
              <a:defRPr sz="1800" kern="1200">
                <a:solidFill>
                  <a:schemeClr val="tx1"/>
                </a:solidFill>
                <a:latin typeface="Roboto"/>
                <a:ea typeface="Roboto"/>
                <a:cs typeface="Roboto"/>
                <a:sym typeface="Roboto"/>
              </a:defRPr>
            </a:lvl8pPr>
            <a:lvl9pPr marL="5486263" lvl="8" indent="-423323" algn="l" defTabSz="914400" rtl="0" eaLnBrk="1" latinLnBrk="0" hangingPunct="1">
              <a:lnSpc>
                <a:spcPct val="90000"/>
              </a:lnSpc>
              <a:spcBef>
                <a:spcPts val="0"/>
              </a:spcBef>
              <a:spcAft>
                <a:spcPts val="0"/>
              </a:spcAft>
              <a:buSzPts val="1400"/>
              <a:buFont typeface="Roboto"/>
              <a:buChar char="■"/>
              <a:defRPr sz="1800" kern="1200">
                <a:solidFill>
                  <a:schemeClr val="tx1"/>
                </a:solidFill>
                <a:latin typeface="Roboto"/>
                <a:ea typeface="Roboto"/>
                <a:cs typeface="Roboto"/>
                <a:sym typeface="Roboto"/>
              </a:defRPr>
            </a:lvl9pPr>
          </a:lstStyle>
          <a:p>
            <a:pPr marL="152396" indent="0" algn="ctr">
              <a:buFont typeface="Roboto"/>
              <a:buNone/>
            </a:pPr>
            <a:r>
              <a:rPr lang="en-US" dirty="0"/>
              <a:t>How do you build such a network?</a:t>
            </a:r>
          </a:p>
        </p:txBody>
      </p:sp>
    </p:spTree>
    <p:extLst>
      <p:ext uri="{BB962C8B-B14F-4D97-AF65-F5344CB8AC3E}">
        <p14:creationId xmlns:p14="http://schemas.microsoft.com/office/powerpoint/2010/main" val="266790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1F15C-5437-782E-4E47-26306CD6F52D}"/>
              </a:ext>
            </a:extLst>
          </p:cNvPr>
          <p:cNvSpPr>
            <a:spLocks noGrp="1"/>
          </p:cNvSpPr>
          <p:nvPr>
            <p:ph type="title"/>
          </p:nvPr>
        </p:nvSpPr>
        <p:spPr/>
        <p:txBody>
          <a:bodyPr/>
          <a:lstStyle/>
          <a:p>
            <a:r>
              <a:rPr lang="en-US" dirty="0"/>
              <a:t>How do you build a simple network?</a:t>
            </a:r>
          </a:p>
        </p:txBody>
      </p:sp>
      <p:sp>
        <p:nvSpPr>
          <p:cNvPr id="3" name="Text Placeholder 2">
            <a:extLst>
              <a:ext uri="{FF2B5EF4-FFF2-40B4-BE49-F238E27FC236}">
                <a16:creationId xmlns:a16="http://schemas.microsoft.com/office/drawing/2014/main" id="{48640976-0CC1-0684-C4D8-90EA0817E991}"/>
              </a:ext>
            </a:extLst>
          </p:cNvPr>
          <p:cNvSpPr>
            <a:spLocks noGrp="1"/>
          </p:cNvSpPr>
          <p:nvPr>
            <p:ph type="body" idx="1"/>
          </p:nvPr>
        </p:nvSpPr>
        <p:spPr>
          <a:xfrm>
            <a:off x="415600" y="5461000"/>
            <a:ext cx="11360800" cy="1270000"/>
          </a:xfrm>
        </p:spPr>
        <p:txBody>
          <a:bodyPr>
            <a:normAutofit lnSpcReduction="10000"/>
          </a:bodyPr>
          <a:lstStyle/>
          <a:p>
            <a:pPr marL="0" indent="0">
              <a:lnSpc>
                <a:spcPct val="120000"/>
              </a:lnSpc>
              <a:spcBef>
                <a:spcPts val="600"/>
              </a:spcBef>
              <a:spcAft>
                <a:spcPts val="600"/>
              </a:spcAft>
              <a:buNone/>
            </a:pPr>
            <a:r>
              <a:rPr lang="en-US" sz="2200" b="1" dirty="0"/>
              <a:t>Core task: </a:t>
            </a:r>
            <a:r>
              <a:rPr lang="en-US" sz="2200" dirty="0"/>
              <a:t>convert digital bits to/from an analog signal across a physical medium</a:t>
            </a:r>
          </a:p>
          <a:p>
            <a:pPr marL="0" indent="0">
              <a:lnSpc>
                <a:spcPct val="120000"/>
              </a:lnSpc>
              <a:spcBef>
                <a:spcPts val="600"/>
              </a:spcBef>
              <a:spcAft>
                <a:spcPts val="600"/>
              </a:spcAft>
              <a:buNone/>
            </a:pPr>
            <a:r>
              <a:rPr lang="en-US" sz="2200" b="1" dirty="0">
                <a:solidFill>
                  <a:srgbClr val="C00000"/>
                </a:solidFill>
              </a:rPr>
              <a:t>Caveat: </a:t>
            </a:r>
            <a:r>
              <a:rPr lang="en-US" sz="2200" dirty="0"/>
              <a:t>signals are lossy — attenuation, noise, interference</a:t>
            </a:r>
          </a:p>
        </p:txBody>
      </p:sp>
      <p:cxnSp>
        <p:nvCxnSpPr>
          <p:cNvPr id="6" name="Straight Arrow Connector 5">
            <a:extLst>
              <a:ext uri="{FF2B5EF4-FFF2-40B4-BE49-F238E27FC236}">
                <a16:creationId xmlns:a16="http://schemas.microsoft.com/office/drawing/2014/main" id="{C25AE561-1154-004A-9DCB-4B7FB8951DD5}"/>
              </a:ext>
            </a:extLst>
          </p:cNvPr>
          <p:cNvCxnSpPr>
            <a:cxnSpLocks/>
          </p:cNvCxnSpPr>
          <p:nvPr/>
        </p:nvCxnSpPr>
        <p:spPr>
          <a:xfrm>
            <a:off x="3048000" y="2253488"/>
            <a:ext cx="6096000" cy="0"/>
          </a:xfrm>
          <a:prstGeom prst="straightConnector1">
            <a:avLst/>
          </a:prstGeom>
          <a:ln w="38100" cap="flat" cmpd="sng" algn="ctr">
            <a:solidFill>
              <a:srgbClr val="404040"/>
            </a:solidFill>
            <a:prstDash val="solid"/>
            <a:miter lim="800000"/>
          </a:ln>
        </p:spPr>
        <p:style>
          <a:lnRef idx="2">
            <a:schemeClr val="accent1"/>
          </a:lnRef>
          <a:fillRef idx="0">
            <a:schemeClr val="accent1"/>
          </a:fillRef>
          <a:effectRef idx="1">
            <a:schemeClr val="accent1"/>
          </a:effectRef>
          <a:fontRef idx="minor">
            <a:schemeClr val="tx1"/>
          </a:fontRef>
        </p:style>
      </p:cxnSp>
      <p:pic>
        <p:nvPicPr>
          <p:cNvPr id="10" name="Graphic 10" descr="Computer (Node A)"/>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7500" y="1676400"/>
            <a:ext cx="1143000" cy="1143000"/>
          </a:xfrm>
          <a:prstGeom prst="rect">
            <a:avLst/>
          </a:prstGeom>
        </p:spPr>
      </p:pic>
      <p:sp>
        <p:nvSpPr>
          <p:cNvPr id="7" name="TextBox 6">
            <a:extLst>
              <a:ext uri="{FF2B5EF4-FFF2-40B4-BE49-F238E27FC236}">
                <a16:creationId xmlns:a16="http://schemas.microsoft.com/office/drawing/2014/main" id="{3A3E43BD-5F9C-2544-94A6-4B51785E1610}"/>
              </a:ext>
            </a:extLst>
          </p:cNvPr>
          <p:cNvSpPr txBox="1"/>
          <p:nvPr/>
        </p:nvSpPr>
        <p:spPr>
          <a:xfrm>
            <a:off x="1638808" y="2836165"/>
            <a:ext cx="1778000" cy="355600"/>
          </a:xfrm>
          <a:prstGeom prst="rect">
            <a:avLst/>
          </a:prstGeom>
          <a:noFill/>
          <a:ln>
            <a:noFill/>
          </a:ln>
        </p:spPr>
        <p:txBody>
          <a:bodyPr vertOverflow="overflow" vert="horz" wrap="square" rtlCol="0" anchor="t">
            <a:noAutofit/>
          </a:bodyPr>
          <a:lstStyle/>
          <a:p>
            <a:pPr algn="l"/>
            <a:r>
              <a:rPr lang="en-US" sz="1600" b="1" dirty="0">
                <a:solidFill>
                  <a:srgbClr val="156082"/>
                </a:solidFill>
              </a:rPr>
              <a:t>Node A</a:t>
            </a:r>
          </a:p>
        </p:txBody>
      </p:sp>
      <p:pic>
        <p:nvPicPr>
          <p:cNvPr id="11" name="Graphic 11" descr="Computer (Node B)"/>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41536" y="1698245"/>
            <a:ext cx="1143000" cy="1143000"/>
          </a:xfrm>
          <a:prstGeom prst="rect">
            <a:avLst/>
          </a:prstGeom>
        </p:spPr>
      </p:pic>
      <p:sp>
        <p:nvSpPr>
          <p:cNvPr id="4" name="TextBox 3">
            <a:extLst>
              <a:ext uri="{FF2B5EF4-FFF2-40B4-BE49-F238E27FC236}">
                <a16:creationId xmlns:a16="http://schemas.microsoft.com/office/drawing/2014/main" id="{47A1E4CF-3CF7-D14A-878F-622DF1A5D99D}"/>
              </a:ext>
            </a:extLst>
          </p:cNvPr>
          <p:cNvSpPr txBox="1"/>
          <p:nvPr/>
        </p:nvSpPr>
        <p:spPr>
          <a:xfrm>
            <a:off x="9144000" y="2857500"/>
            <a:ext cx="1778000" cy="355600"/>
          </a:xfrm>
          <a:prstGeom prst="rect">
            <a:avLst/>
          </a:prstGeom>
          <a:noFill/>
          <a:ln>
            <a:noFill/>
          </a:ln>
        </p:spPr>
        <p:txBody>
          <a:bodyPr vertOverflow="overflow" vert="horz" wrap="square" rtlCol="0" anchor="t">
            <a:noAutofit/>
          </a:bodyPr>
          <a:lstStyle/>
          <a:p>
            <a:pPr algn="l"/>
            <a:r>
              <a:rPr lang="en-US" sz="1600" b="1">
                <a:solidFill>
                  <a:srgbClr val="156082"/>
                </a:solidFill>
              </a:rPr>
              <a:t>Node B</a:t>
            </a: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D3171D8C-CE99-8E59-52C3-B4B109F7094A}"/>
                  </a:ext>
                </a:extLst>
              </p14:cNvPr>
              <p14:cNvContentPartPr/>
              <p14:nvPr/>
            </p14:nvContentPartPr>
            <p14:xfrm>
              <a:off x="266400" y="1074600"/>
              <a:ext cx="11925720" cy="4283640"/>
            </p14:xfrm>
          </p:contentPart>
        </mc:Choice>
        <mc:Fallback>
          <p:pic>
            <p:nvPicPr>
              <p:cNvPr id="5" name="Ink 4">
                <a:extLst>
                  <a:ext uri="{FF2B5EF4-FFF2-40B4-BE49-F238E27FC236}">
                    <a16:creationId xmlns:a16="http://schemas.microsoft.com/office/drawing/2014/main" id="{D3171D8C-CE99-8E59-52C3-B4B109F7094A}"/>
                  </a:ext>
                </a:extLst>
              </p:cNvPr>
              <p:cNvPicPr/>
              <p:nvPr/>
            </p:nvPicPr>
            <p:blipFill>
              <a:blip r:embed="rId5"/>
              <a:stretch>
                <a:fillRect/>
              </a:stretch>
            </p:blipFill>
            <p:spPr>
              <a:xfrm>
                <a:off x="257040" y="1065240"/>
                <a:ext cx="11944440" cy="4302360"/>
              </a:xfrm>
              <a:prstGeom prst="rect">
                <a:avLst/>
              </a:prstGeom>
            </p:spPr>
          </p:pic>
        </mc:Fallback>
      </mc:AlternateContent>
    </p:spTree>
    <p:extLst>
      <p:ext uri="{BB962C8B-B14F-4D97-AF65-F5344CB8AC3E}">
        <p14:creationId xmlns:p14="http://schemas.microsoft.com/office/powerpoint/2010/main" val="995189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7B216-5218-5195-A0F0-4383FE71EE7F}"/>
              </a:ext>
            </a:extLst>
          </p:cNvPr>
          <p:cNvSpPr>
            <a:spLocks noGrp="1"/>
          </p:cNvSpPr>
          <p:nvPr>
            <p:ph type="title"/>
          </p:nvPr>
        </p:nvSpPr>
        <p:spPr/>
        <p:txBody>
          <a:bodyPr/>
          <a:lstStyle/>
          <a:p>
            <a:r>
              <a:rPr lang="en-US" dirty="0"/>
              <a:t>Types of Physical Medium</a:t>
            </a:r>
          </a:p>
        </p:txBody>
      </p:sp>
      <p:sp>
        <p:nvSpPr>
          <p:cNvPr id="5" name="Date Placeholder 4">
            <a:extLst>
              <a:ext uri="{FF2B5EF4-FFF2-40B4-BE49-F238E27FC236}">
                <a16:creationId xmlns:a16="http://schemas.microsoft.com/office/drawing/2014/main" id="{5A74C5EA-5A30-D2F6-E175-51BA1E34011C}"/>
              </a:ext>
            </a:extLst>
          </p:cNvPr>
          <p:cNvSpPr>
            <a:spLocks noGrp="1"/>
          </p:cNvSpPr>
          <p:nvPr>
            <p:ph type="dt" sz="half" idx="10"/>
          </p:nvPr>
        </p:nvSpPr>
        <p:spPr/>
        <p:txBody>
          <a:bodyPr/>
          <a:lstStyle/>
          <a:p>
            <a:endParaRPr lang="en-US"/>
          </a:p>
        </p:txBody>
      </p:sp>
      <p:sp>
        <p:nvSpPr>
          <p:cNvPr id="6" name="Slide Number Placeholder 5">
            <a:extLst>
              <a:ext uri="{FF2B5EF4-FFF2-40B4-BE49-F238E27FC236}">
                <a16:creationId xmlns:a16="http://schemas.microsoft.com/office/drawing/2014/main" id="{1F4EA8E9-2A4E-52D9-07B3-FB339417FDB2}"/>
              </a:ext>
            </a:extLst>
          </p:cNvPr>
          <p:cNvSpPr>
            <a:spLocks noGrp="1"/>
          </p:cNvSpPr>
          <p:nvPr>
            <p:ph type="sldNum" sz="quarter" idx="12"/>
          </p:nvPr>
        </p:nvSpPr>
        <p:spPr/>
        <p:txBody>
          <a:bodyPr/>
          <a:lstStyle/>
          <a:p>
            <a:fld id="{B5CEABB6-07DC-46E8-9B57-56EC44A396E5}" type="slidenum">
              <a:rPr lang="en-US" smtClean="0"/>
              <a:pPr/>
              <a:t>14</a:t>
            </a:fld>
            <a:endParaRPr lang="en-US"/>
          </a:p>
        </p:txBody>
      </p:sp>
      <p:pic>
        <p:nvPicPr>
          <p:cNvPr id="7" name="Picture 2" descr="undefined">
            <a:extLst>
              <a:ext uri="{FF2B5EF4-FFF2-40B4-BE49-F238E27FC236}">
                <a16:creationId xmlns:a16="http://schemas.microsoft.com/office/drawing/2014/main" id="{E739188F-572A-18E5-C9DA-810A8E2F3D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5505" y="1235765"/>
            <a:ext cx="2688744" cy="219323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5C90D83F-59BF-23EB-F1B2-628A8BE45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6704" y="1235765"/>
            <a:ext cx="3133194" cy="219323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efinition, Types and Applications of Optical Fiber">
            <a:extLst>
              <a:ext uri="{FF2B5EF4-FFF2-40B4-BE49-F238E27FC236}">
                <a16:creationId xmlns:a16="http://schemas.microsoft.com/office/drawing/2014/main" id="{5CFDA7BB-3138-3153-FAE9-5E68C0F960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8713" y="4066209"/>
            <a:ext cx="3282328" cy="186846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Wireless Transmission in Data Communication">
            <a:extLst>
              <a:ext uri="{FF2B5EF4-FFF2-40B4-BE49-F238E27FC236}">
                <a16:creationId xmlns:a16="http://schemas.microsoft.com/office/drawing/2014/main" id="{ECA2BA98-C015-5E9D-75E1-9E6EFA079C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37737" y="4487882"/>
            <a:ext cx="2706448" cy="186846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87B2A924-AF7C-FBC3-93B2-FD68903B3032}"/>
                  </a:ext>
                </a:extLst>
              </p14:cNvPr>
              <p14:cNvContentPartPr/>
              <p14:nvPr/>
            </p14:nvContentPartPr>
            <p14:xfrm>
              <a:off x="243000" y="1384200"/>
              <a:ext cx="11139120" cy="4941720"/>
            </p14:xfrm>
          </p:contentPart>
        </mc:Choice>
        <mc:Fallback>
          <p:pic>
            <p:nvPicPr>
              <p:cNvPr id="3" name="Ink 2">
                <a:extLst>
                  <a:ext uri="{FF2B5EF4-FFF2-40B4-BE49-F238E27FC236}">
                    <a16:creationId xmlns:a16="http://schemas.microsoft.com/office/drawing/2014/main" id="{87B2A924-AF7C-FBC3-93B2-FD68903B3032}"/>
                  </a:ext>
                </a:extLst>
              </p:cNvPr>
              <p:cNvPicPr/>
              <p:nvPr/>
            </p:nvPicPr>
            <p:blipFill>
              <a:blip r:embed="rId7"/>
              <a:stretch>
                <a:fillRect/>
              </a:stretch>
            </p:blipFill>
            <p:spPr>
              <a:xfrm>
                <a:off x="233640" y="1374840"/>
                <a:ext cx="11157840" cy="4960440"/>
              </a:xfrm>
              <a:prstGeom prst="rect">
                <a:avLst/>
              </a:prstGeom>
            </p:spPr>
          </p:pic>
        </mc:Fallback>
      </mc:AlternateContent>
    </p:spTree>
    <p:extLst>
      <p:ext uri="{BB962C8B-B14F-4D97-AF65-F5344CB8AC3E}">
        <p14:creationId xmlns:p14="http://schemas.microsoft.com/office/powerpoint/2010/main" val="1531462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D9D19-611F-63C3-6474-E55A0D4D71F1}"/>
              </a:ext>
            </a:extLst>
          </p:cNvPr>
          <p:cNvSpPr>
            <a:spLocks noGrp="1"/>
          </p:cNvSpPr>
          <p:nvPr>
            <p:ph type="title"/>
          </p:nvPr>
        </p:nvSpPr>
        <p:spPr/>
        <p:txBody>
          <a:bodyPr/>
          <a:lstStyle/>
          <a:p>
            <a:r>
              <a:rPr lang="en-US" dirty="0"/>
              <a:t>How do we build a network of </a:t>
            </a:r>
            <a:r>
              <a:rPr lang="en-US" i="1" dirty="0"/>
              <a:t>n (n &gt; 2)</a:t>
            </a:r>
            <a:r>
              <a:rPr lang="en-US" dirty="0"/>
              <a:t> computers?</a:t>
            </a:r>
          </a:p>
        </p:txBody>
      </p:sp>
      <p:sp>
        <p:nvSpPr>
          <p:cNvPr id="3" name="Text Placeholder 2">
            <a:extLst>
              <a:ext uri="{FF2B5EF4-FFF2-40B4-BE49-F238E27FC236}">
                <a16:creationId xmlns:a16="http://schemas.microsoft.com/office/drawing/2014/main" id="{16E9A82D-CD31-93AD-DF19-9CF73AA82619}"/>
              </a:ext>
            </a:extLst>
          </p:cNvPr>
          <p:cNvSpPr>
            <a:spLocks noGrp="1"/>
          </p:cNvSpPr>
          <p:nvPr>
            <p:ph type="body" idx="1"/>
          </p:nvPr>
        </p:nvSpPr>
        <p:spPr/>
        <p:txBody>
          <a:bodyPr/>
          <a:lstStyle/>
          <a:p>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4D383D4-0765-7A42-524C-7F9F43B2C892}"/>
                  </a:ext>
                </a:extLst>
              </p14:cNvPr>
              <p14:cNvContentPartPr/>
              <p14:nvPr/>
            </p14:nvContentPartPr>
            <p14:xfrm>
              <a:off x="511200" y="1047600"/>
              <a:ext cx="11604600" cy="5339520"/>
            </p14:xfrm>
          </p:contentPart>
        </mc:Choice>
        <mc:Fallback>
          <p:pic>
            <p:nvPicPr>
              <p:cNvPr id="4" name="Ink 3">
                <a:extLst>
                  <a:ext uri="{FF2B5EF4-FFF2-40B4-BE49-F238E27FC236}">
                    <a16:creationId xmlns:a16="http://schemas.microsoft.com/office/drawing/2014/main" id="{A4D383D4-0765-7A42-524C-7F9F43B2C892}"/>
                  </a:ext>
                </a:extLst>
              </p:cNvPr>
              <p:cNvPicPr/>
              <p:nvPr/>
            </p:nvPicPr>
            <p:blipFill>
              <a:blip r:embed="rId4"/>
              <a:stretch>
                <a:fillRect/>
              </a:stretch>
            </p:blipFill>
            <p:spPr>
              <a:xfrm>
                <a:off x="501840" y="1038240"/>
                <a:ext cx="11623320" cy="5358240"/>
              </a:xfrm>
              <a:prstGeom prst="rect">
                <a:avLst/>
              </a:prstGeom>
            </p:spPr>
          </p:pic>
        </mc:Fallback>
      </mc:AlternateContent>
    </p:spTree>
    <p:extLst>
      <p:ext uri="{BB962C8B-B14F-4D97-AF65-F5344CB8AC3E}">
        <p14:creationId xmlns:p14="http://schemas.microsoft.com/office/powerpoint/2010/main" val="3716717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AFE47-6EB3-E086-E9A6-B7632EBABB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CBA2F-E4B7-AE2C-BD38-DB75CE3EDC0A}"/>
              </a:ext>
            </a:extLst>
          </p:cNvPr>
          <p:cNvSpPr>
            <a:spLocks noGrp="1"/>
          </p:cNvSpPr>
          <p:nvPr>
            <p:ph type="title"/>
          </p:nvPr>
        </p:nvSpPr>
        <p:spPr/>
        <p:txBody>
          <a:bodyPr/>
          <a:lstStyle/>
          <a:p>
            <a:r>
              <a:rPr lang="en-US" dirty="0"/>
              <a:t>The first computer network (ARPANET)</a:t>
            </a:r>
          </a:p>
        </p:txBody>
      </p:sp>
      <p:pic>
        <p:nvPicPr>
          <p:cNvPr id="4" name="Picture 3" descr="arpanet2">
            <a:extLst>
              <a:ext uri="{FF2B5EF4-FFF2-40B4-BE49-F238E27FC236}">
                <a16:creationId xmlns:a16="http://schemas.microsoft.com/office/drawing/2014/main" id="{8EF2BC89-B037-E773-4FD3-505FDD7077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458"/>
          <a:stretch>
            <a:fillRect/>
          </a:stretch>
        </p:blipFill>
        <p:spPr bwMode="auto">
          <a:xfrm>
            <a:off x="294247" y="1167740"/>
            <a:ext cx="3570617" cy="346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descr="undefined">
            <a:extLst>
              <a:ext uri="{FF2B5EF4-FFF2-40B4-BE49-F238E27FC236}">
                <a16:creationId xmlns:a16="http://schemas.microsoft.com/office/drawing/2014/main" id="{3136A674-1EBE-8FAD-D98E-47C65C161C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3298" y="1889156"/>
            <a:ext cx="1070247" cy="221642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389D8D0-3021-DF4C-A024-878340ECAF3E}"/>
              </a:ext>
            </a:extLst>
          </p:cNvPr>
          <p:cNvSpPr txBox="1"/>
          <p:nvPr/>
        </p:nvSpPr>
        <p:spPr>
          <a:xfrm>
            <a:off x="419100" y="6156960"/>
            <a:ext cx="11366500" cy="485140"/>
          </a:xfrm>
          <a:prstGeom prst="rect">
            <a:avLst/>
          </a:prstGeom>
          <a:solidFill>
            <a:srgbClr val="156082"/>
          </a:solidFill>
          <a:ln>
            <a:noFill/>
          </a:ln>
        </p:spPr>
        <p:txBody>
          <a:bodyPr vertOverflow="overflow" vert="horz" wrap="square" rtlCol="0" anchor="ctr" anchorCtr="0">
            <a:noAutofit/>
          </a:bodyPr>
          <a:lstStyle/>
          <a:p>
            <a:pPr marL="0" indent="0" algn="ctr">
              <a:lnSpc>
                <a:spcPct val="120000"/>
              </a:lnSpc>
              <a:buNone/>
            </a:pPr>
            <a:r>
              <a:rPr lang="en-US" sz="1800" b="1" dirty="0">
                <a:solidFill>
                  <a:srgbClr val="FFFFFF"/>
                </a:solidFill>
              </a:rPr>
              <a:t>Key takeaway: </a:t>
            </a:r>
            <a:r>
              <a:rPr lang="en-US" sz="1800" dirty="0">
                <a:solidFill>
                  <a:srgbClr val="FFFFFF"/>
                </a:solidFill>
              </a:rPr>
              <a:t>A switched device (router/switch) is what makes scaling possible</a:t>
            </a:r>
          </a:p>
        </p:txBody>
      </p:sp>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46A4C9C1-FF31-84D4-C304-6C2645F9DC29}"/>
                  </a:ext>
                </a:extLst>
              </p14:cNvPr>
              <p14:cNvContentPartPr/>
              <p14:nvPr/>
            </p14:nvContentPartPr>
            <p14:xfrm>
              <a:off x="440280" y="1100160"/>
              <a:ext cx="9807120" cy="4631760"/>
            </p14:xfrm>
          </p:contentPart>
        </mc:Choice>
        <mc:Fallback>
          <p:pic>
            <p:nvPicPr>
              <p:cNvPr id="3" name="Ink 2">
                <a:extLst>
                  <a:ext uri="{FF2B5EF4-FFF2-40B4-BE49-F238E27FC236}">
                    <a16:creationId xmlns:a16="http://schemas.microsoft.com/office/drawing/2014/main" id="{46A4C9C1-FF31-84D4-C304-6C2645F9DC29}"/>
                  </a:ext>
                </a:extLst>
              </p:cNvPr>
              <p:cNvPicPr/>
              <p:nvPr/>
            </p:nvPicPr>
            <p:blipFill>
              <a:blip r:embed="rId6"/>
              <a:stretch>
                <a:fillRect/>
              </a:stretch>
            </p:blipFill>
            <p:spPr>
              <a:xfrm>
                <a:off x="430920" y="1090800"/>
                <a:ext cx="9825840" cy="4650480"/>
              </a:xfrm>
              <a:prstGeom prst="rect">
                <a:avLst/>
              </a:prstGeom>
            </p:spPr>
          </p:pic>
        </mc:Fallback>
      </mc:AlternateContent>
    </p:spTree>
    <p:extLst>
      <p:ext uri="{BB962C8B-B14F-4D97-AF65-F5344CB8AC3E}">
        <p14:creationId xmlns:p14="http://schemas.microsoft.com/office/powerpoint/2010/main" val="379738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C83AF-345A-DC58-1B44-784086EA9115}"/>
              </a:ext>
            </a:extLst>
          </p:cNvPr>
          <p:cNvSpPr>
            <a:spLocks noGrp="1"/>
          </p:cNvSpPr>
          <p:nvPr>
            <p:ph type="title"/>
          </p:nvPr>
        </p:nvSpPr>
        <p:spPr/>
        <p:txBody>
          <a:bodyPr/>
          <a:lstStyle/>
          <a:p>
            <a:r>
              <a:rPr lang="en-US" dirty="0"/>
              <a:t>How do we connect a billion machines over the globe?</a:t>
            </a:r>
          </a:p>
        </p:txBody>
      </p:sp>
      <p:pic>
        <p:nvPicPr>
          <p:cNvPr id="4" name="Picture 3" descr="A diagram of a cloud network&#10;&#10;Description automatically generated">
            <a:extLst>
              <a:ext uri="{FF2B5EF4-FFF2-40B4-BE49-F238E27FC236}">
                <a16:creationId xmlns:a16="http://schemas.microsoft.com/office/drawing/2014/main" id="{1D0AB180-07C2-3103-D7E1-09F47EFA227E}"/>
              </a:ext>
            </a:extLst>
          </p:cNvPr>
          <p:cNvPicPr>
            <a:picLocks noChangeAspect="1"/>
          </p:cNvPicPr>
          <p:nvPr/>
        </p:nvPicPr>
        <p:blipFill>
          <a:blip r:embed="rId2"/>
          <a:stretch>
            <a:fillRect/>
          </a:stretch>
        </p:blipFill>
        <p:spPr>
          <a:xfrm>
            <a:off x="7447403" y="2136372"/>
            <a:ext cx="3877893" cy="3355721"/>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1D8A3D58-7714-E5A1-9D11-DBBD832DCA6B}"/>
                  </a:ext>
                </a:extLst>
              </p14:cNvPr>
              <p14:cNvContentPartPr/>
              <p14:nvPr/>
            </p14:nvContentPartPr>
            <p14:xfrm>
              <a:off x="829440" y="1085040"/>
              <a:ext cx="10267920" cy="5164200"/>
            </p14:xfrm>
          </p:contentPart>
        </mc:Choice>
        <mc:Fallback>
          <p:pic>
            <p:nvPicPr>
              <p:cNvPr id="3" name="Ink 2">
                <a:extLst>
                  <a:ext uri="{FF2B5EF4-FFF2-40B4-BE49-F238E27FC236}">
                    <a16:creationId xmlns:a16="http://schemas.microsoft.com/office/drawing/2014/main" id="{1D8A3D58-7714-E5A1-9D11-DBBD832DCA6B}"/>
                  </a:ext>
                </a:extLst>
              </p:cNvPr>
              <p:cNvPicPr/>
              <p:nvPr/>
            </p:nvPicPr>
            <p:blipFill>
              <a:blip r:embed="rId4"/>
              <a:stretch>
                <a:fillRect/>
              </a:stretch>
            </p:blipFill>
            <p:spPr>
              <a:xfrm>
                <a:off x="820080" y="1075680"/>
                <a:ext cx="10286640" cy="5182920"/>
              </a:xfrm>
              <a:prstGeom prst="rect">
                <a:avLst/>
              </a:prstGeom>
            </p:spPr>
          </p:pic>
        </mc:Fallback>
      </mc:AlternateContent>
    </p:spTree>
    <p:extLst>
      <p:ext uri="{BB962C8B-B14F-4D97-AF65-F5344CB8AC3E}">
        <p14:creationId xmlns:p14="http://schemas.microsoft.com/office/powerpoint/2010/main" val="2819961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376764-E8EE-2343-BDE8-8A38CADB2B10}"/>
              </a:ext>
            </a:extLst>
          </p:cNvPr>
          <p:cNvSpPr txBox="1"/>
          <p:nvPr/>
        </p:nvSpPr>
        <p:spPr>
          <a:xfrm>
            <a:off x="9190439" y="3479610"/>
            <a:ext cx="1364989" cy="523220"/>
          </a:xfrm>
          <a:prstGeom prst="rect">
            <a:avLst/>
          </a:prstGeom>
          <a:noFill/>
        </p:spPr>
        <p:txBody>
          <a:bodyPr wrap="none" rtlCol="0">
            <a:spAutoFit/>
          </a:bodyPr>
          <a:lstStyle/>
          <a:p>
            <a:r>
              <a:rPr lang="en-US" sz="2800"/>
              <a:t>Internet</a:t>
            </a:r>
          </a:p>
        </p:txBody>
      </p:sp>
      <p:sp>
        <p:nvSpPr>
          <p:cNvPr id="5" name="Rectangle 4">
            <a:extLst>
              <a:ext uri="{FF2B5EF4-FFF2-40B4-BE49-F238E27FC236}">
                <a16:creationId xmlns:a16="http://schemas.microsoft.com/office/drawing/2014/main" id="{BEDDBC9A-D563-454D-A345-7C56FB5C09DB}"/>
              </a:ext>
            </a:extLst>
          </p:cNvPr>
          <p:cNvSpPr/>
          <p:nvPr/>
        </p:nvSpPr>
        <p:spPr>
          <a:xfrm>
            <a:off x="9250302" y="3526527"/>
            <a:ext cx="1558255" cy="538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29037"/>
            <a:ext cx="10515600" cy="894622"/>
          </a:xfrm>
        </p:spPr>
        <p:txBody>
          <a:bodyPr/>
          <a:lstStyle/>
          <a:p>
            <a:r>
              <a:rPr lang="en-US" altLang="ja-JP"/>
              <a:t>The Internet: a network of networks</a:t>
            </a:r>
            <a:endParaRPr lang="en-US"/>
          </a:p>
        </p:txBody>
      </p:sp>
      <p:grpSp>
        <p:nvGrpSpPr>
          <p:cNvPr id="801" name="Group 800">
            <a:extLst>
              <a:ext uri="{FF2B5EF4-FFF2-40B4-BE49-F238E27FC236}">
                <a16:creationId xmlns:a16="http://schemas.microsoft.com/office/drawing/2014/main" id="{120F2BC7-BB63-8D47-A127-7655CBFA7174}"/>
              </a:ext>
            </a:extLst>
          </p:cNvPr>
          <p:cNvGrpSpPr/>
          <p:nvPr/>
        </p:nvGrpSpPr>
        <p:grpSpPr>
          <a:xfrm>
            <a:off x="7205350" y="1488461"/>
            <a:ext cx="4525460" cy="4859961"/>
            <a:chOff x="7268561" y="1458365"/>
            <a:chExt cx="4525460" cy="4859961"/>
          </a:xfrm>
        </p:grpSpPr>
        <p:sp>
          <p:nvSpPr>
            <p:cNvPr id="371" name="Freeform 370">
              <a:extLst>
                <a:ext uri="{FF2B5EF4-FFF2-40B4-BE49-F238E27FC236}">
                  <a16:creationId xmlns:a16="http://schemas.microsoft.com/office/drawing/2014/main" id="{21662630-62BB-AE4A-A779-AEACD21E6D7C}"/>
                </a:ext>
              </a:extLst>
            </p:cNvPr>
            <p:cNvSpPr/>
            <p:nvPr/>
          </p:nvSpPr>
          <p:spPr>
            <a:xfrm>
              <a:off x="9048399" y="3035682"/>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417">
              <a:extLst>
                <a:ext uri="{FF2B5EF4-FFF2-40B4-BE49-F238E27FC236}">
                  <a16:creationId xmlns:a16="http://schemas.microsoft.com/office/drawing/2014/main" id="{22352293-C7A6-4C41-9DD8-CAA48CB29154}"/>
                </a:ext>
              </a:extLst>
            </p:cNvPr>
            <p:cNvSpPr>
              <a:spLocks/>
            </p:cNvSpPr>
            <p:nvPr/>
          </p:nvSpPr>
          <p:spPr bwMode="auto">
            <a:xfrm>
              <a:off x="7337287" y="1795939"/>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a:p>
          </p:txBody>
        </p:sp>
        <p:grpSp>
          <p:nvGrpSpPr>
            <p:cNvPr id="14" name="Group 418">
              <a:extLst>
                <a:ext uri="{FF2B5EF4-FFF2-40B4-BE49-F238E27FC236}">
                  <a16:creationId xmlns:a16="http://schemas.microsoft.com/office/drawing/2014/main" id="{BE0D451A-5CE4-4C4B-B3DF-A408288EDA0C}"/>
                </a:ext>
              </a:extLst>
            </p:cNvPr>
            <p:cNvGrpSpPr>
              <a:grpSpLocks/>
            </p:cNvGrpSpPr>
            <p:nvPr/>
          </p:nvGrpSpPr>
          <p:grpSpPr bwMode="auto">
            <a:xfrm>
              <a:off x="7268561" y="3259155"/>
              <a:ext cx="1458912" cy="933450"/>
              <a:chOff x="2889" y="1631"/>
              <a:chExt cx="980" cy="743"/>
            </a:xfrm>
          </p:grpSpPr>
          <p:sp>
            <p:nvSpPr>
              <p:cNvPr id="369" name="Rectangle 419">
                <a:extLst>
                  <a:ext uri="{FF2B5EF4-FFF2-40B4-BE49-F238E27FC236}">
                    <a16:creationId xmlns:a16="http://schemas.microsoft.com/office/drawing/2014/main" id="{F39DA03D-3BDA-2344-B3D3-3A95FB5EEDF5}"/>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370" name="AutoShape 420">
                <a:extLst>
                  <a:ext uri="{FF2B5EF4-FFF2-40B4-BE49-F238E27FC236}">
                    <a16:creationId xmlns:a16="http://schemas.microsoft.com/office/drawing/2014/main" id="{579866B0-F884-A84A-B74A-EFEA50EBF84C}"/>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a:lnSpc>
                    <a:spcPct val="100000"/>
                  </a:lnSpc>
                  <a:spcBef>
                    <a:spcPct val="0"/>
                  </a:spcBef>
                  <a:buClrTx/>
                  <a:buSzTx/>
                  <a:buFontTx/>
                  <a:buNone/>
                </a:pPr>
                <a:endParaRPr lang="en-US" altLang="en-US" sz="2400">
                  <a:solidFill>
                    <a:srgbClr val="00CCFF"/>
                  </a:solidFill>
                  <a:latin typeface="Arial" panose="020B0604020202020204" pitchFamily="34" charset="0"/>
                </a:endParaRPr>
              </a:p>
            </p:txBody>
          </p:sp>
        </p:grpSp>
        <p:sp>
          <p:nvSpPr>
            <p:cNvPr id="21" name="Freeform 427">
              <a:extLst>
                <a:ext uri="{FF2B5EF4-FFF2-40B4-BE49-F238E27FC236}">
                  <a16:creationId xmlns:a16="http://schemas.microsoft.com/office/drawing/2014/main" id="{3F97D486-CCD5-C043-940C-EC1740EC7BA0}"/>
                </a:ext>
              </a:extLst>
            </p:cNvPr>
            <p:cNvSpPr>
              <a:spLocks/>
            </p:cNvSpPr>
            <p:nvPr/>
          </p:nvSpPr>
          <p:spPr bwMode="auto">
            <a:xfrm>
              <a:off x="7775612" y="4653038"/>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endParaRPr lang="en-US"/>
            </a:p>
          </p:txBody>
        </p:sp>
        <p:sp>
          <p:nvSpPr>
            <p:cNvPr id="66" name="Text Box 580">
              <a:extLst>
                <a:ext uri="{FF2B5EF4-FFF2-40B4-BE49-F238E27FC236}">
                  <a16:creationId xmlns:a16="http://schemas.microsoft.com/office/drawing/2014/main" id="{16C4E384-62E0-DC41-883F-EB2C4C99F8DB}"/>
                </a:ext>
              </a:extLst>
            </p:cNvPr>
            <p:cNvSpPr txBox="1">
              <a:spLocks noChangeArrowheads="1"/>
            </p:cNvSpPr>
            <p:nvPr/>
          </p:nvSpPr>
          <p:spPr bwMode="auto">
            <a:xfrm>
              <a:off x="7742485" y="1458365"/>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r>
                <a:rPr lang="en-US" altLang="en-US" sz="1400">
                  <a:latin typeface="+mn-lt"/>
                </a:rPr>
                <a:t>mobile network</a:t>
              </a:r>
            </a:p>
          </p:txBody>
        </p:sp>
        <p:sp>
          <p:nvSpPr>
            <p:cNvPr id="69" name="Text Box 580">
              <a:extLst>
                <a:ext uri="{FF2B5EF4-FFF2-40B4-BE49-F238E27FC236}">
                  <a16:creationId xmlns:a16="http://schemas.microsoft.com/office/drawing/2014/main" id="{9AC056F8-729E-D344-BD7D-917810217933}"/>
                </a:ext>
              </a:extLst>
            </p:cNvPr>
            <p:cNvSpPr txBox="1">
              <a:spLocks noChangeArrowheads="1"/>
            </p:cNvSpPr>
            <p:nvPr/>
          </p:nvSpPr>
          <p:spPr bwMode="auto">
            <a:xfrm>
              <a:off x="7394046" y="4161826"/>
              <a:ext cx="1955646" cy="268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en-US" altLang="en-US" sz="1400">
                  <a:latin typeface="+mn-lt"/>
                </a:rPr>
                <a:t>home network</a:t>
              </a:r>
            </a:p>
          </p:txBody>
        </p:sp>
        <p:sp>
          <p:nvSpPr>
            <p:cNvPr id="70" name="Text Box 580">
              <a:extLst>
                <a:ext uri="{FF2B5EF4-FFF2-40B4-BE49-F238E27FC236}">
                  <a16:creationId xmlns:a16="http://schemas.microsoft.com/office/drawing/2014/main" id="{8A1A4F41-0243-4946-9F02-F301CBD596B6}"/>
                </a:ext>
              </a:extLst>
            </p:cNvPr>
            <p:cNvSpPr txBox="1">
              <a:spLocks noChangeArrowheads="1"/>
            </p:cNvSpPr>
            <p:nvPr/>
          </p:nvSpPr>
          <p:spPr bwMode="auto">
            <a:xfrm>
              <a:off x="7370119" y="5749679"/>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80000"/>
                </a:lnSpc>
                <a:spcBef>
                  <a:spcPct val="0"/>
                </a:spcBef>
                <a:buClrTx/>
                <a:buSzTx/>
                <a:buFontTx/>
                <a:buNone/>
              </a:pPr>
              <a:r>
                <a:rPr lang="en-US" altLang="en-US" sz="1400">
                  <a:latin typeface="+mn-lt"/>
                </a:rPr>
                <a:t>enterprise</a:t>
              </a:r>
            </a:p>
            <a:p>
              <a:pPr>
                <a:lnSpc>
                  <a:spcPct val="80000"/>
                </a:lnSpc>
                <a:spcBef>
                  <a:spcPct val="0"/>
                </a:spcBef>
                <a:buClrTx/>
                <a:buSzTx/>
                <a:buFontTx/>
                <a:buNone/>
              </a:pPr>
              <a:r>
                <a:rPr lang="en-US" altLang="en-US" sz="1400">
                  <a:latin typeface="+mn-lt"/>
                </a:rPr>
                <a:t>          network</a:t>
              </a:r>
            </a:p>
          </p:txBody>
        </p:sp>
        <p:sp>
          <p:nvSpPr>
            <p:cNvPr id="372" name="Freeform 371">
              <a:extLst>
                <a:ext uri="{FF2B5EF4-FFF2-40B4-BE49-F238E27FC236}">
                  <a16:creationId xmlns:a16="http://schemas.microsoft.com/office/drawing/2014/main" id="{C89E7C56-1DE4-7143-8EEB-E5965035CC42}"/>
                </a:ext>
              </a:extLst>
            </p:cNvPr>
            <p:cNvSpPr/>
            <p:nvPr/>
          </p:nvSpPr>
          <p:spPr>
            <a:xfrm>
              <a:off x="10285357" y="3149444"/>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74" name="Group 373">
              <a:extLst>
                <a:ext uri="{FF2B5EF4-FFF2-40B4-BE49-F238E27FC236}">
                  <a16:creationId xmlns:a16="http://schemas.microsoft.com/office/drawing/2014/main" id="{96BCCD85-1D07-EF4E-A878-EC23CD23096A}"/>
                </a:ext>
              </a:extLst>
            </p:cNvPr>
            <p:cNvGrpSpPr/>
            <p:nvPr/>
          </p:nvGrpSpPr>
          <p:grpSpPr>
            <a:xfrm>
              <a:off x="10900911" y="3897954"/>
              <a:ext cx="687393" cy="721548"/>
              <a:chOff x="5203089" y="1751190"/>
              <a:chExt cx="858331" cy="662414"/>
            </a:xfrm>
          </p:grpSpPr>
          <p:sp>
            <p:nvSpPr>
              <p:cNvPr id="382" name="Freeform 381">
                <a:extLst>
                  <a:ext uri="{FF2B5EF4-FFF2-40B4-BE49-F238E27FC236}">
                    <a16:creationId xmlns:a16="http://schemas.microsoft.com/office/drawing/2014/main" id="{D6FAD5AB-6E93-5E47-BE32-4993FD767B8F}"/>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3" name="Freeform 382">
                <a:extLst>
                  <a:ext uri="{FF2B5EF4-FFF2-40B4-BE49-F238E27FC236}">
                    <a16:creationId xmlns:a16="http://schemas.microsoft.com/office/drawing/2014/main" id="{2A115C8B-7EC0-084D-A3CF-7AEF0487F301}"/>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384" name="Straight Connector 383">
                <a:extLst>
                  <a:ext uri="{FF2B5EF4-FFF2-40B4-BE49-F238E27FC236}">
                    <a16:creationId xmlns:a16="http://schemas.microsoft.com/office/drawing/2014/main" id="{16F8043F-8502-904C-9632-B3658D71B8BE}"/>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5" name="Straight Connector 384">
                <a:extLst>
                  <a:ext uri="{FF2B5EF4-FFF2-40B4-BE49-F238E27FC236}">
                    <a16:creationId xmlns:a16="http://schemas.microsoft.com/office/drawing/2014/main" id="{B4B3A6DE-2E70-F74C-8CA1-13247C912682}"/>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6" name="Straight Connector 385">
                <a:extLst>
                  <a:ext uri="{FF2B5EF4-FFF2-40B4-BE49-F238E27FC236}">
                    <a16:creationId xmlns:a16="http://schemas.microsoft.com/office/drawing/2014/main" id="{4B9DB078-BD58-F64A-B873-E1187205EB94}"/>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7" name="Straight Connector 386">
                <a:extLst>
                  <a:ext uri="{FF2B5EF4-FFF2-40B4-BE49-F238E27FC236}">
                    <a16:creationId xmlns:a16="http://schemas.microsoft.com/office/drawing/2014/main" id="{D321DD82-9D22-0B49-ADF9-8BE310E97E71}"/>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88" name="Straight Connector 387">
                <a:extLst>
                  <a:ext uri="{FF2B5EF4-FFF2-40B4-BE49-F238E27FC236}">
                    <a16:creationId xmlns:a16="http://schemas.microsoft.com/office/drawing/2014/main" id="{18A2FB0C-53B9-5248-AA65-9BA9B429FC4C}"/>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9" name="Straight Connector 388">
                <a:extLst>
                  <a:ext uri="{FF2B5EF4-FFF2-40B4-BE49-F238E27FC236}">
                    <a16:creationId xmlns:a16="http://schemas.microsoft.com/office/drawing/2014/main" id="{44FBB965-69F3-F546-AE9F-4AD14078F37E}"/>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91" name="Group 390">
              <a:extLst>
                <a:ext uri="{FF2B5EF4-FFF2-40B4-BE49-F238E27FC236}">
                  <a16:creationId xmlns:a16="http://schemas.microsoft.com/office/drawing/2014/main" id="{BDA3EF41-5873-7D4B-8A04-F8D62DFD2DB6}"/>
                </a:ext>
              </a:extLst>
            </p:cNvPr>
            <p:cNvGrpSpPr/>
            <p:nvPr/>
          </p:nvGrpSpPr>
          <p:grpSpPr>
            <a:xfrm>
              <a:off x="10834382" y="3164075"/>
              <a:ext cx="594613" cy="648336"/>
              <a:chOff x="5203089" y="1751190"/>
              <a:chExt cx="858331" cy="662414"/>
            </a:xfrm>
          </p:grpSpPr>
          <p:sp>
            <p:nvSpPr>
              <p:cNvPr id="399" name="Freeform 398">
                <a:extLst>
                  <a:ext uri="{FF2B5EF4-FFF2-40B4-BE49-F238E27FC236}">
                    <a16:creationId xmlns:a16="http://schemas.microsoft.com/office/drawing/2014/main" id="{325473B9-6F55-684D-B22D-FF70325540CE}"/>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0" name="Freeform 399">
                <a:extLst>
                  <a:ext uri="{FF2B5EF4-FFF2-40B4-BE49-F238E27FC236}">
                    <a16:creationId xmlns:a16="http://schemas.microsoft.com/office/drawing/2014/main" id="{06CE85F7-18B2-3947-975F-CEA32EE2FBA7}"/>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401" name="Straight Connector 400">
                <a:extLst>
                  <a:ext uri="{FF2B5EF4-FFF2-40B4-BE49-F238E27FC236}">
                    <a16:creationId xmlns:a16="http://schemas.microsoft.com/office/drawing/2014/main" id="{F3F3D0FA-374D-9147-8047-2B7B3AAF05DF}"/>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2" name="Straight Connector 401">
                <a:extLst>
                  <a:ext uri="{FF2B5EF4-FFF2-40B4-BE49-F238E27FC236}">
                    <a16:creationId xmlns:a16="http://schemas.microsoft.com/office/drawing/2014/main" id="{AFF00F79-7128-E243-BBD5-A97200EABABC}"/>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3" name="Straight Connector 402">
                <a:extLst>
                  <a:ext uri="{FF2B5EF4-FFF2-40B4-BE49-F238E27FC236}">
                    <a16:creationId xmlns:a16="http://schemas.microsoft.com/office/drawing/2014/main" id="{729D9C8D-B396-A049-9B7A-BE878812629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4" name="Straight Connector 403">
                <a:extLst>
                  <a:ext uri="{FF2B5EF4-FFF2-40B4-BE49-F238E27FC236}">
                    <a16:creationId xmlns:a16="http://schemas.microsoft.com/office/drawing/2014/main" id="{4B32C41F-58E3-CC4F-9625-B6688BEB2140}"/>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405" name="Straight Connector 404">
                <a:extLst>
                  <a:ext uri="{FF2B5EF4-FFF2-40B4-BE49-F238E27FC236}">
                    <a16:creationId xmlns:a16="http://schemas.microsoft.com/office/drawing/2014/main" id="{58933865-B1C6-3244-A0F5-136E4C6DD92E}"/>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406" name="Straight Connector 405">
                <a:extLst>
                  <a:ext uri="{FF2B5EF4-FFF2-40B4-BE49-F238E27FC236}">
                    <a16:creationId xmlns:a16="http://schemas.microsoft.com/office/drawing/2014/main" id="{76C939A7-C3F0-5A45-B81D-4E775CF1C92C}"/>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562" name="Freeform 561">
              <a:extLst>
                <a:ext uri="{FF2B5EF4-FFF2-40B4-BE49-F238E27FC236}">
                  <a16:creationId xmlns:a16="http://schemas.microsoft.com/office/drawing/2014/main" id="{BE088278-C41B-3E4A-87CE-FD65749FA13D}"/>
                </a:ext>
              </a:extLst>
            </p:cNvPr>
            <p:cNvSpPr/>
            <p:nvPr/>
          </p:nvSpPr>
          <p:spPr>
            <a:xfrm>
              <a:off x="9604024" y="1751946"/>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73" name="TextBox 572">
              <a:extLst>
                <a:ext uri="{FF2B5EF4-FFF2-40B4-BE49-F238E27FC236}">
                  <a16:creationId xmlns:a16="http://schemas.microsoft.com/office/drawing/2014/main" id="{59DB778E-F23D-6C41-8A2D-8F08BD46CBCB}"/>
                </a:ext>
              </a:extLst>
            </p:cNvPr>
            <p:cNvSpPr txBox="1"/>
            <p:nvPr/>
          </p:nvSpPr>
          <p:spPr>
            <a:xfrm>
              <a:off x="9490412" y="1821099"/>
              <a:ext cx="1725088" cy="286232"/>
            </a:xfrm>
            <a:prstGeom prst="rect">
              <a:avLst/>
            </a:prstGeom>
            <a:noFill/>
          </p:spPr>
          <p:txBody>
            <a:bodyPr wrap="none" rtlCol="0">
              <a:spAutoFit/>
            </a:bodyPr>
            <a:lstStyle/>
            <a:p>
              <a:pPr>
                <a:lnSpc>
                  <a:spcPct val="90000"/>
                </a:lnSpc>
              </a:pPr>
              <a:r>
                <a:rPr lang="en-US" sz="1400"/>
                <a:t>national or global ISP</a:t>
              </a:r>
            </a:p>
          </p:txBody>
        </p:sp>
        <p:sp>
          <p:nvSpPr>
            <p:cNvPr id="655" name="Rectangle 654">
              <a:extLst>
                <a:ext uri="{FF2B5EF4-FFF2-40B4-BE49-F238E27FC236}">
                  <a16:creationId xmlns:a16="http://schemas.microsoft.com/office/drawing/2014/main" id="{2DCB9395-41DC-D844-A0B1-59B5BDD3151F}"/>
                </a:ext>
              </a:extLst>
            </p:cNvPr>
            <p:cNvSpPr/>
            <p:nvPr/>
          </p:nvSpPr>
          <p:spPr>
            <a:xfrm>
              <a:off x="9342279" y="3647812"/>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TextBox 652">
              <a:extLst>
                <a:ext uri="{FF2B5EF4-FFF2-40B4-BE49-F238E27FC236}">
                  <a16:creationId xmlns:a16="http://schemas.microsoft.com/office/drawing/2014/main" id="{C34CA97E-4007-3540-925A-3C739C254049}"/>
                </a:ext>
              </a:extLst>
            </p:cNvPr>
            <p:cNvSpPr txBox="1"/>
            <p:nvPr/>
          </p:nvSpPr>
          <p:spPr>
            <a:xfrm>
              <a:off x="8829373" y="3417823"/>
              <a:ext cx="1040639" cy="480131"/>
            </a:xfrm>
            <a:prstGeom prst="rect">
              <a:avLst/>
            </a:prstGeom>
            <a:noFill/>
          </p:spPr>
          <p:txBody>
            <a:bodyPr wrap="square" rtlCol="0">
              <a:spAutoFit/>
            </a:bodyPr>
            <a:lstStyle/>
            <a:p>
              <a:pPr>
                <a:lnSpc>
                  <a:spcPct val="90000"/>
                </a:lnSpc>
              </a:pPr>
              <a:r>
                <a:rPr lang="en-US" sz="1400"/>
                <a:t>local or regional ISP</a:t>
              </a:r>
            </a:p>
          </p:txBody>
        </p:sp>
        <p:sp>
          <p:nvSpPr>
            <p:cNvPr id="657" name="TextBox 656">
              <a:extLst>
                <a:ext uri="{FF2B5EF4-FFF2-40B4-BE49-F238E27FC236}">
                  <a16:creationId xmlns:a16="http://schemas.microsoft.com/office/drawing/2014/main" id="{7DCF99E9-1DFC-0241-B2E7-471998268663}"/>
                </a:ext>
              </a:extLst>
            </p:cNvPr>
            <p:cNvSpPr txBox="1"/>
            <p:nvPr/>
          </p:nvSpPr>
          <p:spPr>
            <a:xfrm>
              <a:off x="10980978" y="4647841"/>
              <a:ext cx="813043" cy="383182"/>
            </a:xfrm>
            <a:prstGeom prst="rect">
              <a:avLst/>
            </a:prstGeom>
            <a:noFill/>
          </p:spPr>
          <p:txBody>
            <a:bodyPr wrap="none" rtlCol="0">
              <a:spAutoFit/>
            </a:bodyPr>
            <a:lstStyle/>
            <a:p>
              <a:pPr>
                <a:lnSpc>
                  <a:spcPct val="90000"/>
                </a:lnSpc>
              </a:pPr>
              <a:r>
                <a:rPr lang="en-US" sz="1050"/>
                <a:t>datacenter </a:t>
              </a:r>
            </a:p>
            <a:p>
              <a:pPr>
                <a:lnSpc>
                  <a:spcPct val="90000"/>
                </a:lnSpc>
              </a:pPr>
              <a:r>
                <a:rPr lang="en-US" sz="1050"/>
                <a:t>network</a:t>
              </a:r>
            </a:p>
          </p:txBody>
        </p:sp>
        <p:sp>
          <p:nvSpPr>
            <p:cNvPr id="658" name="TextBox 657">
              <a:extLst>
                <a:ext uri="{FF2B5EF4-FFF2-40B4-BE49-F238E27FC236}">
                  <a16:creationId xmlns:a16="http://schemas.microsoft.com/office/drawing/2014/main" id="{173BD163-3F4D-944E-B86B-3275B779D5A8}"/>
                </a:ext>
              </a:extLst>
            </p:cNvPr>
            <p:cNvSpPr txBox="1"/>
            <p:nvPr/>
          </p:nvSpPr>
          <p:spPr>
            <a:xfrm>
              <a:off x="10126229" y="4198152"/>
              <a:ext cx="843051" cy="674031"/>
            </a:xfrm>
            <a:prstGeom prst="rect">
              <a:avLst/>
            </a:prstGeom>
            <a:noFill/>
          </p:spPr>
          <p:txBody>
            <a:bodyPr wrap="none" rtlCol="0">
              <a:spAutoFit/>
            </a:bodyPr>
            <a:lstStyle/>
            <a:p>
              <a:pPr>
                <a:lnSpc>
                  <a:spcPct val="90000"/>
                </a:lnSpc>
              </a:pPr>
              <a:r>
                <a:rPr lang="en-US" sz="1400"/>
                <a:t>content </a:t>
              </a:r>
            </a:p>
            <a:p>
              <a:pPr>
                <a:lnSpc>
                  <a:spcPct val="90000"/>
                </a:lnSpc>
              </a:pPr>
              <a:r>
                <a:rPr lang="en-US" sz="1400"/>
                <a:t>provider </a:t>
              </a:r>
            </a:p>
            <a:p>
              <a:pPr>
                <a:lnSpc>
                  <a:spcPct val="90000"/>
                </a:lnSpc>
              </a:pPr>
              <a:r>
                <a:rPr lang="en-US" sz="1400"/>
                <a:t>network</a:t>
              </a:r>
              <a:endParaRPr lang="en-US" sz="1000"/>
            </a:p>
          </p:txBody>
        </p:sp>
      </p:grpSp>
      <p:grpSp>
        <p:nvGrpSpPr>
          <p:cNvPr id="1030" name="Group 1029">
            <a:extLst>
              <a:ext uri="{FF2B5EF4-FFF2-40B4-BE49-F238E27FC236}">
                <a16:creationId xmlns:a16="http://schemas.microsoft.com/office/drawing/2014/main" id="{54348108-FD66-5941-95B5-3AA9BB3E9A2D}"/>
              </a:ext>
            </a:extLst>
          </p:cNvPr>
          <p:cNvGrpSpPr/>
          <p:nvPr/>
        </p:nvGrpSpPr>
        <p:grpSpPr>
          <a:xfrm>
            <a:off x="1297913" y="3134990"/>
            <a:ext cx="5623201" cy="1305077"/>
            <a:chOff x="1297913" y="3209940"/>
            <a:chExt cx="5623201" cy="1305077"/>
          </a:xfrm>
        </p:grpSpPr>
        <p:sp>
          <p:nvSpPr>
            <p:cNvPr id="666" name="Content Placeholder 2">
              <a:extLst>
                <a:ext uri="{FF2B5EF4-FFF2-40B4-BE49-F238E27FC236}">
                  <a16:creationId xmlns:a16="http://schemas.microsoft.com/office/drawing/2014/main" id="{B356736A-B49C-8045-8159-87CAE4974452}"/>
                </a:ext>
              </a:extLst>
            </p:cNvPr>
            <p:cNvSpPr txBox="1">
              <a:spLocks/>
            </p:cNvSpPr>
            <p:nvPr/>
          </p:nvSpPr>
          <p:spPr>
            <a:xfrm>
              <a:off x="3142962" y="3209940"/>
              <a:ext cx="3778152" cy="1305077"/>
            </a:xfrm>
            <a:prstGeom prst="rect">
              <a:avLst/>
            </a:prstGeom>
          </p:spPr>
          <p:txBody>
            <a:bodyPr>
              <a:normAutofit/>
            </a:bodyPr>
            <a:lstStyle>
              <a:lvl1pPr marL="347472" indent="-347472" algn="l" defTabSz="914400" rtl="0" eaLnBrk="1" latinLnBrk="0" hangingPunct="1">
                <a:lnSpc>
                  <a:spcPct val="90000"/>
                </a:lnSpc>
                <a:spcBef>
                  <a:spcPts val="672"/>
                </a:spcBef>
                <a:buClr>
                  <a:srgbClr val="002E8A"/>
                </a:buClr>
                <a:buSzPct val="100000"/>
                <a:buFont typeface="Wingdings" panose="05000000000000000000" pitchFamily="2" charset="2"/>
                <a:buChar char="§"/>
                <a:defRPr sz="2800" kern="1200">
                  <a:solidFill>
                    <a:schemeClr val="tx1"/>
                  </a:solidFill>
                  <a:latin typeface="Franklin Gothic Book" panose="020B0503020102020204" pitchFamily="34" charset="0"/>
                  <a:ea typeface="+mn-ea"/>
                  <a:cs typeface="+mn-cs"/>
                </a:defRPr>
              </a:lvl1pPr>
              <a:lvl2pPr marL="740664" indent="-283464" algn="l" defTabSz="914400" rtl="0" eaLnBrk="1" latinLnBrk="0" hangingPunct="1">
                <a:lnSpc>
                  <a:spcPct val="90000"/>
                </a:lnSpc>
                <a:spcBef>
                  <a:spcPts val="528"/>
                </a:spcBef>
                <a:buClr>
                  <a:srgbClr val="C00000"/>
                </a:buClr>
                <a:buSzPct val="100000"/>
                <a:buFont typeface="Wingdings" panose="05000000000000000000" pitchFamily="2" charset="2"/>
                <a:buChar char="§"/>
                <a:defRPr sz="2400" kern="1200">
                  <a:solidFill>
                    <a:srgbClr val="0070C0"/>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2">
                    <a:lumMod val="75000"/>
                  </a:schemeClr>
                </a:buClr>
                <a:buSzPct val="100000"/>
                <a:buFont typeface="Wingdings" panose="05000000000000000000" pitchFamily="2" charset="2"/>
                <a:buChar char="§"/>
                <a:defRPr sz="2200" kern="1200">
                  <a:solidFill>
                    <a:schemeClr val="accent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rgbClr val="0070C0"/>
                </a:buClr>
                <a:buSzPct val="100000"/>
                <a:buFont typeface="Wingdings" panose="05000000000000000000" pitchFamily="2" charset="2"/>
                <a:buChar char="§"/>
                <a:defRPr sz="2000" kern="1200">
                  <a:solidFill>
                    <a:srgbClr val="7030A0"/>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rgbClr val="A27242"/>
                </a:buClr>
                <a:buSzPct val="100000"/>
                <a:buFont typeface="Wingdings" panose="05000000000000000000" pitchFamily="2" charset="2"/>
                <a:buChar char="§"/>
                <a:defRPr sz="1800" kern="1200">
                  <a:solidFill>
                    <a:schemeClr val="accent6">
                      <a:lumMod val="50000"/>
                    </a:schemeClr>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accent4">
                      <a:lumMod val="50000"/>
                    </a:schemeClr>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 indent="0">
                <a:buNone/>
              </a:pPr>
              <a:r>
                <a:rPr lang="en-US" altLang="en-US" sz="2400" i="1" dirty="0">
                  <a:solidFill>
                    <a:srgbClr val="C00000"/>
                  </a:solidFill>
                  <a:latin typeface="+mn-lt"/>
                </a:rPr>
                <a:t>Packet switches</a:t>
              </a:r>
              <a:r>
                <a:rPr lang="en-US" altLang="en-US" sz="2400" dirty="0">
                  <a:latin typeface="+mn-lt"/>
                </a:rPr>
                <a:t>: forward packets (chunks of data)</a:t>
              </a:r>
            </a:p>
            <a:p>
              <a:pPr marL="346075" lvl="1" indent="-231775">
                <a:buClr>
                  <a:srgbClr val="0000A8"/>
                </a:buClr>
              </a:pPr>
              <a:r>
                <a:rPr lang="en-US" altLang="en-US" sz="2000" i="1" dirty="0">
                  <a:solidFill>
                    <a:schemeClr val="tx1"/>
                  </a:solidFill>
                  <a:latin typeface="+mn-lt"/>
                </a:rPr>
                <a:t>routers</a:t>
              </a:r>
              <a:r>
                <a:rPr lang="en-US" altLang="en-US" sz="2000" dirty="0">
                  <a:solidFill>
                    <a:schemeClr val="tx1"/>
                  </a:solidFill>
                  <a:latin typeface="+mn-lt"/>
                </a:rPr>
                <a:t>, </a:t>
              </a:r>
              <a:r>
                <a:rPr lang="en-US" altLang="en-US" sz="2000" i="1" dirty="0">
                  <a:solidFill>
                    <a:schemeClr val="tx1"/>
                  </a:solidFill>
                  <a:latin typeface="+mn-lt"/>
                </a:rPr>
                <a:t>switches</a:t>
              </a:r>
              <a:endParaRPr lang="en-US" dirty="0">
                <a:solidFill>
                  <a:schemeClr val="tx1"/>
                </a:solidFill>
                <a:latin typeface="+mn-lt"/>
              </a:endParaRPr>
            </a:p>
          </p:txBody>
        </p:sp>
        <p:grpSp>
          <p:nvGrpSpPr>
            <p:cNvPr id="1029" name="Group 1028">
              <a:extLst>
                <a:ext uri="{FF2B5EF4-FFF2-40B4-BE49-F238E27FC236}">
                  <a16:creationId xmlns:a16="http://schemas.microsoft.com/office/drawing/2014/main" id="{324B3D7B-0A87-684A-8AD5-E426CBAB8D91}"/>
                </a:ext>
              </a:extLst>
            </p:cNvPr>
            <p:cNvGrpSpPr/>
            <p:nvPr/>
          </p:nvGrpSpPr>
          <p:grpSpPr>
            <a:xfrm>
              <a:off x="1297913" y="3389820"/>
              <a:ext cx="1370315" cy="390629"/>
              <a:chOff x="1220207" y="3379800"/>
              <a:chExt cx="1448022" cy="400649"/>
            </a:xfrm>
          </p:grpSpPr>
          <p:grpSp>
            <p:nvGrpSpPr>
              <p:cNvPr id="745" name="Group 744">
                <a:extLst>
                  <a:ext uri="{FF2B5EF4-FFF2-40B4-BE49-F238E27FC236}">
                    <a16:creationId xmlns:a16="http://schemas.microsoft.com/office/drawing/2014/main" id="{BBA75EB6-A2DF-8442-902E-889D709A01F1}"/>
                  </a:ext>
                </a:extLst>
              </p:cNvPr>
              <p:cNvGrpSpPr/>
              <p:nvPr/>
            </p:nvGrpSpPr>
            <p:grpSpPr>
              <a:xfrm>
                <a:off x="1220207" y="3403733"/>
                <a:ext cx="608897" cy="339238"/>
                <a:chOff x="7493876" y="2774731"/>
                <a:chExt cx="1481958" cy="894622"/>
              </a:xfrm>
            </p:grpSpPr>
            <p:sp>
              <p:nvSpPr>
                <p:cNvPr id="746" name="Freeform 745">
                  <a:extLst>
                    <a:ext uri="{FF2B5EF4-FFF2-40B4-BE49-F238E27FC236}">
                      <a16:creationId xmlns:a16="http://schemas.microsoft.com/office/drawing/2014/main" id="{57ECBDF9-CECF-C743-928A-01551F1149A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747" name="Oval 746">
                  <a:extLst>
                    <a:ext uri="{FF2B5EF4-FFF2-40B4-BE49-F238E27FC236}">
                      <a16:creationId xmlns:a16="http://schemas.microsoft.com/office/drawing/2014/main" id="{2CED8E12-8866-B24C-8ADD-B298A9E92CB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748" name="Group 747">
                  <a:extLst>
                    <a:ext uri="{FF2B5EF4-FFF2-40B4-BE49-F238E27FC236}">
                      <a16:creationId xmlns:a16="http://schemas.microsoft.com/office/drawing/2014/main" id="{B88578A5-178A-394F-A0E8-E56A6CA32F70}"/>
                    </a:ext>
                  </a:extLst>
                </p:cNvPr>
                <p:cNvGrpSpPr/>
                <p:nvPr/>
              </p:nvGrpSpPr>
              <p:grpSpPr>
                <a:xfrm>
                  <a:off x="7713663" y="2848339"/>
                  <a:ext cx="1042107" cy="425543"/>
                  <a:chOff x="7786941" y="2884917"/>
                  <a:chExt cx="897649" cy="353919"/>
                </a:xfrm>
              </p:grpSpPr>
              <p:sp>
                <p:nvSpPr>
                  <p:cNvPr id="749" name="Freeform 748">
                    <a:extLst>
                      <a:ext uri="{FF2B5EF4-FFF2-40B4-BE49-F238E27FC236}">
                        <a16:creationId xmlns:a16="http://schemas.microsoft.com/office/drawing/2014/main" id="{C0BC3D29-EE76-8343-B65A-EA82E9B3D47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Freeform 749">
                    <a:extLst>
                      <a:ext uri="{FF2B5EF4-FFF2-40B4-BE49-F238E27FC236}">
                        <a16:creationId xmlns:a16="http://schemas.microsoft.com/office/drawing/2014/main" id="{0CE947DD-742E-DB41-8709-8C742E1F315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Freeform 750">
                    <a:extLst>
                      <a:ext uri="{FF2B5EF4-FFF2-40B4-BE49-F238E27FC236}">
                        <a16:creationId xmlns:a16="http://schemas.microsoft.com/office/drawing/2014/main" id="{4327083F-593C-164C-8B48-4EAC6FFF626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Freeform 751">
                    <a:extLst>
                      <a:ext uri="{FF2B5EF4-FFF2-40B4-BE49-F238E27FC236}">
                        <a16:creationId xmlns:a16="http://schemas.microsoft.com/office/drawing/2014/main" id="{872F4F49-B007-CF47-9AE7-A2818399B5A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53" name="Group 752">
                <a:extLst>
                  <a:ext uri="{FF2B5EF4-FFF2-40B4-BE49-F238E27FC236}">
                    <a16:creationId xmlns:a16="http://schemas.microsoft.com/office/drawing/2014/main" id="{ABB80B22-84B3-E44D-B158-999620842AA7}"/>
                  </a:ext>
                </a:extLst>
              </p:cNvPr>
              <p:cNvGrpSpPr/>
              <p:nvPr/>
            </p:nvGrpSpPr>
            <p:grpSpPr>
              <a:xfrm>
                <a:off x="2172962" y="3379800"/>
                <a:ext cx="495267" cy="400649"/>
                <a:chOff x="3668110" y="2448910"/>
                <a:chExt cx="3794234" cy="2165130"/>
              </a:xfrm>
            </p:grpSpPr>
            <p:sp>
              <p:nvSpPr>
                <p:cNvPr id="754" name="Rectangle 753">
                  <a:extLst>
                    <a:ext uri="{FF2B5EF4-FFF2-40B4-BE49-F238E27FC236}">
                      <a16:creationId xmlns:a16="http://schemas.microsoft.com/office/drawing/2014/main" id="{87ED6994-8AAE-CE4F-9382-5B72DC8DF390}"/>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Freeform 754">
                  <a:extLst>
                    <a:ext uri="{FF2B5EF4-FFF2-40B4-BE49-F238E27FC236}">
                      <a16:creationId xmlns:a16="http://schemas.microsoft.com/office/drawing/2014/main" id="{784A6571-0523-1D4B-BC2E-19620F5C60E1}"/>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6" name="Group 755">
                  <a:extLst>
                    <a:ext uri="{FF2B5EF4-FFF2-40B4-BE49-F238E27FC236}">
                      <a16:creationId xmlns:a16="http://schemas.microsoft.com/office/drawing/2014/main" id="{040EF2EE-7544-044B-8B2E-5E76FBF3EC47}"/>
                    </a:ext>
                  </a:extLst>
                </p:cNvPr>
                <p:cNvGrpSpPr/>
                <p:nvPr/>
              </p:nvGrpSpPr>
              <p:grpSpPr>
                <a:xfrm>
                  <a:off x="3941378" y="2603243"/>
                  <a:ext cx="3202061" cy="1066110"/>
                  <a:chOff x="7939341" y="3037317"/>
                  <a:chExt cx="897649" cy="353919"/>
                </a:xfrm>
              </p:grpSpPr>
              <p:sp>
                <p:nvSpPr>
                  <p:cNvPr id="757" name="Freeform 756">
                    <a:extLst>
                      <a:ext uri="{FF2B5EF4-FFF2-40B4-BE49-F238E27FC236}">
                        <a16:creationId xmlns:a16="http://schemas.microsoft.com/office/drawing/2014/main" id="{E671E855-462B-9F48-9621-5EEE15B39357}"/>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Freeform 757">
                    <a:extLst>
                      <a:ext uri="{FF2B5EF4-FFF2-40B4-BE49-F238E27FC236}">
                        <a16:creationId xmlns:a16="http://schemas.microsoft.com/office/drawing/2014/main" id="{E5AE17A8-6FB1-3241-8C26-DCA5087F65E5}"/>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Freeform 758">
                    <a:extLst>
                      <a:ext uri="{FF2B5EF4-FFF2-40B4-BE49-F238E27FC236}">
                        <a16:creationId xmlns:a16="http://schemas.microsoft.com/office/drawing/2014/main" id="{105030C8-02D0-8E46-B13A-AC9E5D59E2C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Freeform 759">
                    <a:extLst>
                      <a:ext uri="{FF2B5EF4-FFF2-40B4-BE49-F238E27FC236}">
                        <a16:creationId xmlns:a16="http://schemas.microsoft.com/office/drawing/2014/main" id="{F4B9D081-C772-7E49-BCB3-B3BD733377DA}"/>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nvGrpSpPr>
          <p:cNvPr id="1031" name="Group 1030">
            <a:extLst>
              <a:ext uri="{FF2B5EF4-FFF2-40B4-BE49-F238E27FC236}">
                <a16:creationId xmlns:a16="http://schemas.microsoft.com/office/drawing/2014/main" id="{D0CE68AC-9608-4542-887A-2F687C3134E7}"/>
              </a:ext>
            </a:extLst>
          </p:cNvPr>
          <p:cNvGrpSpPr/>
          <p:nvPr/>
        </p:nvGrpSpPr>
        <p:grpSpPr>
          <a:xfrm>
            <a:off x="972848" y="3887572"/>
            <a:ext cx="5946258" cy="1994414"/>
            <a:chOff x="972848" y="3947532"/>
            <a:chExt cx="5946258" cy="1994414"/>
          </a:xfrm>
        </p:grpSpPr>
        <p:sp>
          <p:nvSpPr>
            <p:cNvPr id="665" name="Content Placeholder 2">
              <a:extLst>
                <a:ext uri="{FF2B5EF4-FFF2-40B4-BE49-F238E27FC236}">
                  <a16:creationId xmlns:a16="http://schemas.microsoft.com/office/drawing/2014/main" id="{56DCFF71-4A93-554C-87E6-E1CF58A6C86F}"/>
                </a:ext>
              </a:extLst>
            </p:cNvPr>
            <p:cNvSpPr txBox="1">
              <a:spLocks/>
            </p:cNvSpPr>
            <p:nvPr/>
          </p:nvSpPr>
          <p:spPr>
            <a:xfrm>
              <a:off x="3140954" y="3947532"/>
              <a:ext cx="3778152" cy="1994414"/>
            </a:xfrm>
            <a:prstGeom prst="rect">
              <a:avLst/>
            </a:prstGeom>
          </p:spPr>
          <p:txBody>
            <a:bodyPr>
              <a:normAutofit/>
            </a:bodyPr>
            <a:lstStyle>
              <a:lvl1pPr marL="347472" indent="-347472" algn="l" defTabSz="914400" rtl="0" eaLnBrk="1" latinLnBrk="0" hangingPunct="1">
                <a:lnSpc>
                  <a:spcPct val="90000"/>
                </a:lnSpc>
                <a:spcBef>
                  <a:spcPts val="672"/>
                </a:spcBef>
                <a:buClr>
                  <a:srgbClr val="002E8A"/>
                </a:buClr>
                <a:buSzPct val="100000"/>
                <a:buFont typeface="Wingdings" panose="05000000000000000000" pitchFamily="2" charset="2"/>
                <a:buChar char="§"/>
                <a:defRPr sz="2800" kern="1200">
                  <a:solidFill>
                    <a:schemeClr val="tx1"/>
                  </a:solidFill>
                  <a:latin typeface="Franklin Gothic Book" panose="020B0503020102020204" pitchFamily="34" charset="0"/>
                  <a:ea typeface="+mn-ea"/>
                  <a:cs typeface="+mn-cs"/>
                </a:defRPr>
              </a:lvl1pPr>
              <a:lvl2pPr marL="740664" indent="-283464" algn="l" defTabSz="914400" rtl="0" eaLnBrk="1" latinLnBrk="0" hangingPunct="1">
                <a:lnSpc>
                  <a:spcPct val="90000"/>
                </a:lnSpc>
                <a:spcBef>
                  <a:spcPts val="528"/>
                </a:spcBef>
                <a:buClr>
                  <a:srgbClr val="C00000"/>
                </a:buClr>
                <a:buSzPct val="100000"/>
                <a:buFont typeface="Wingdings" panose="05000000000000000000" pitchFamily="2" charset="2"/>
                <a:buChar char="§"/>
                <a:defRPr sz="2400" kern="1200">
                  <a:solidFill>
                    <a:srgbClr val="0070C0"/>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2">
                    <a:lumMod val="75000"/>
                  </a:schemeClr>
                </a:buClr>
                <a:buSzPct val="100000"/>
                <a:buFont typeface="Wingdings" panose="05000000000000000000" pitchFamily="2" charset="2"/>
                <a:buChar char="§"/>
                <a:defRPr sz="2200" kern="1200">
                  <a:solidFill>
                    <a:schemeClr val="accent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rgbClr val="0070C0"/>
                </a:buClr>
                <a:buSzPct val="100000"/>
                <a:buFont typeface="Wingdings" panose="05000000000000000000" pitchFamily="2" charset="2"/>
                <a:buChar char="§"/>
                <a:defRPr sz="2000" kern="1200">
                  <a:solidFill>
                    <a:srgbClr val="7030A0"/>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rgbClr val="A27242"/>
                </a:buClr>
                <a:buSzPct val="100000"/>
                <a:buFont typeface="Wingdings" panose="05000000000000000000" pitchFamily="2" charset="2"/>
                <a:buChar char="§"/>
                <a:defRPr sz="1800" kern="1200">
                  <a:solidFill>
                    <a:schemeClr val="accent6">
                      <a:lumMod val="50000"/>
                    </a:schemeClr>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accent4">
                      <a:lumMod val="50000"/>
                    </a:schemeClr>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 indent="0">
                <a:buNone/>
              </a:pPr>
              <a:endParaRPr lang="en-US" altLang="en-US">
                <a:latin typeface="+mn-lt"/>
                <a:ea typeface="Arial" panose="020B0604020202020204" pitchFamily="34" charset="0"/>
              </a:endParaRPr>
            </a:p>
            <a:p>
              <a:pPr marL="6858" indent="0">
                <a:buClr>
                  <a:srgbClr val="0000A8"/>
                </a:buClr>
                <a:buNone/>
              </a:pPr>
              <a:r>
                <a:rPr lang="en-US" altLang="en-US" sz="2400" i="1">
                  <a:solidFill>
                    <a:srgbClr val="C00000"/>
                  </a:solidFill>
                  <a:latin typeface="+mn-lt"/>
                  <a:ea typeface="Arial" panose="020B0604020202020204" pitchFamily="34" charset="0"/>
                </a:rPr>
                <a:t>Communication links</a:t>
              </a:r>
            </a:p>
            <a:p>
              <a:pPr marL="346075" lvl="1" indent="-231775">
                <a:buClr>
                  <a:srgbClr val="0000A3"/>
                </a:buClr>
              </a:pPr>
              <a:r>
                <a:rPr lang="en-US" altLang="en-US" sz="2000">
                  <a:solidFill>
                    <a:schemeClr val="tx1"/>
                  </a:solidFill>
                  <a:latin typeface="+mn-lt"/>
                  <a:ea typeface="Arial" panose="020B0604020202020204" pitchFamily="34" charset="0"/>
                </a:rPr>
                <a:t>fiber, copper, radio, satellite</a:t>
              </a:r>
            </a:p>
            <a:p>
              <a:pPr marL="346075" lvl="1" indent="-231775">
                <a:buClr>
                  <a:srgbClr val="0000A3"/>
                </a:buClr>
              </a:pPr>
              <a:r>
                <a:rPr lang="en-US" altLang="en-US" sz="2000">
                  <a:solidFill>
                    <a:schemeClr val="tx1"/>
                  </a:solidFill>
                  <a:latin typeface="+mn-lt"/>
                  <a:ea typeface="Arial" panose="020B0604020202020204" pitchFamily="34" charset="0"/>
                </a:rPr>
                <a:t>transmission rate: </a:t>
              </a:r>
              <a:r>
                <a:rPr lang="en-US" altLang="en-US" sz="2000" i="1">
                  <a:solidFill>
                    <a:schemeClr val="tx1"/>
                  </a:solidFill>
                  <a:latin typeface="+mn-lt"/>
                  <a:ea typeface="Arial" panose="020B0604020202020204" pitchFamily="34" charset="0"/>
                </a:rPr>
                <a:t>bandwidth</a:t>
              </a:r>
              <a:br>
                <a:rPr lang="en-US" altLang="en-US" sz="2000" i="1">
                  <a:solidFill>
                    <a:srgbClr val="C00000"/>
                  </a:solidFill>
                  <a:latin typeface="+mn-lt"/>
                  <a:ea typeface="Arial" panose="020B0604020202020204" pitchFamily="34" charset="0"/>
                </a:rPr>
              </a:br>
              <a:endParaRPr lang="en-US">
                <a:solidFill>
                  <a:schemeClr val="tx1"/>
                </a:solidFill>
                <a:latin typeface="+mn-lt"/>
              </a:endParaRPr>
            </a:p>
          </p:txBody>
        </p:sp>
        <p:grpSp>
          <p:nvGrpSpPr>
            <p:cNvPr id="761" name="Group 523">
              <a:extLst>
                <a:ext uri="{FF2B5EF4-FFF2-40B4-BE49-F238E27FC236}">
                  <a16:creationId xmlns:a16="http://schemas.microsoft.com/office/drawing/2014/main" id="{3CE85344-DD21-5E4F-AD4D-61319F4B7BB9}"/>
                </a:ext>
              </a:extLst>
            </p:cNvPr>
            <p:cNvGrpSpPr>
              <a:grpSpLocks/>
            </p:cNvGrpSpPr>
            <p:nvPr/>
          </p:nvGrpSpPr>
          <p:grpSpPr bwMode="auto">
            <a:xfrm>
              <a:off x="2428229" y="4382136"/>
              <a:ext cx="457200" cy="733152"/>
              <a:chOff x="6061075" y="1844675"/>
              <a:chExt cx="457200" cy="733152"/>
            </a:xfrm>
          </p:grpSpPr>
          <p:sp>
            <p:nvSpPr>
              <p:cNvPr id="762" name="Line 426">
                <a:extLst>
                  <a:ext uri="{FF2B5EF4-FFF2-40B4-BE49-F238E27FC236}">
                    <a16:creationId xmlns:a16="http://schemas.microsoft.com/office/drawing/2014/main" id="{9888E198-7917-2646-B0B1-5204D8AB12D1}"/>
                  </a:ext>
                </a:extLst>
              </p:cNvPr>
              <p:cNvSpPr>
                <a:spLocks noChangeShapeType="1"/>
              </p:cNvSpPr>
              <p:nvPr/>
            </p:nvSpPr>
            <p:spPr bwMode="auto">
              <a:xfrm>
                <a:off x="6289675" y="2403475"/>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63" name="Group 782">
                <a:extLst>
                  <a:ext uri="{FF2B5EF4-FFF2-40B4-BE49-F238E27FC236}">
                    <a16:creationId xmlns:a16="http://schemas.microsoft.com/office/drawing/2014/main" id="{58FC930D-315E-7643-B53D-BAC68BA23952}"/>
                  </a:ext>
                </a:extLst>
              </p:cNvPr>
              <p:cNvGrpSpPr>
                <a:grpSpLocks/>
              </p:cNvGrpSpPr>
              <p:nvPr/>
            </p:nvGrpSpPr>
            <p:grpSpPr bwMode="auto">
              <a:xfrm>
                <a:off x="6061075" y="1844675"/>
                <a:ext cx="457200" cy="631825"/>
                <a:chOff x="742" y="2409"/>
                <a:chExt cx="576" cy="881"/>
              </a:xfrm>
            </p:grpSpPr>
            <p:grpSp>
              <p:nvGrpSpPr>
                <p:cNvPr id="764" name="Group 783">
                  <a:extLst>
                    <a:ext uri="{FF2B5EF4-FFF2-40B4-BE49-F238E27FC236}">
                      <a16:creationId xmlns:a16="http://schemas.microsoft.com/office/drawing/2014/main" id="{A47EEDDE-0CD1-D349-A579-20E32B19F18B}"/>
                    </a:ext>
                  </a:extLst>
                </p:cNvPr>
                <p:cNvGrpSpPr>
                  <a:grpSpLocks/>
                </p:cNvGrpSpPr>
                <p:nvPr/>
              </p:nvGrpSpPr>
              <p:grpSpPr bwMode="auto">
                <a:xfrm>
                  <a:off x="832" y="2643"/>
                  <a:ext cx="376" cy="647"/>
                  <a:chOff x="3130" y="3288"/>
                  <a:chExt cx="410" cy="742"/>
                </a:xfrm>
              </p:grpSpPr>
              <p:sp>
                <p:nvSpPr>
                  <p:cNvPr id="767" name="Line 270">
                    <a:extLst>
                      <a:ext uri="{FF2B5EF4-FFF2-40B4-BE49-F238E27FC236}">
                        <a16:creationId xmlns:a16="http://schemas.microsoft.com/office/drawing/2014/main" id="{3180512C-4B0B-7F46-8A7F-667DFFD95C91}"/>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68" name="Line 271">
                    <a:extLst>
                      <a:ext uri="{FF2B5EF4-FFF2-40B4-BE49-F238E27FC236}">
                        <a16:creationId xmlns:a16="http://schemas.microsoft.com/office/drawing/2014/main" id="{1D8B57FC-DE75-6140-998D-E59C77677944}"/>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69" name="Line 272">
                    <a:extLst>
                      <a:ext uri="{FF2B5EF4-FFF2-40B4-BE49-F238E27FC236}">
                        <a16:creationId xmlns:a16="http://schemas.microsoft.com/office/drawing/2014/main" id="{0E3A10FA-121E-8F49-BD9A-8D316F46440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0" name="Line 273">
                    <a:extLst>
                      <a:ext uri="{FF2B5EF4-FFF2-40B4-BE49-F238E27FC236}">
                        <a16:creationId xmlns:a16="http://schemas.microsoft.com/office/drawing/2014/main" id="{B03955E7-72EA-E645-BD1F-3A51313D1C0F}"/>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1" name="Line 274">
                    <a:extLst>
                      <a:ext uri="{FF2B5EF4-FFF2-40B4-BE49-F238E27FC236}">
                        <a16:creationId xmlns:a16="http://schemas.microsoft.com/office/drawing/2014/main" id="{987291A3-F28E-B54C-9A3A-6A39ECE4F6F1}"/>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2" name="Line 275">
                    <a:extLst>
                      <a:ext uri="{FF2B5EF4-FFF2-40B4-BE49-F238E27FC236}">
                        <a16:creationId xmlns:a16="http://schemas.microsoft.com/office/drawing/2014/main" id="{628A289C-66A4-B640-8048-E92DF98B9F4A}"/>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3" name="Line 276">
                    <a:extLst>
                      <a:ext uri="{FF2B5EF4-FFF2-40B4-BE49-F238E27FC236}">
                        <a16:creationId xmlns:a16="http://schemas.microsoft.com/office/drawing/2014/main" id="{D4C14A7E-7E0D-1A4E-BDD8-CE26384AD655}"/>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4" name="Line 277">
                    <a:extLst>
                      <a:ext uri="{FF2B5EF4-FFF2-40B4-BE49-F238E27FC236}">
                        <a16:creationId xmlns:a16="http://schemas.microsoft.com/office/drawing/2014/main" id="{4292F8B0-C0F4-1245-BD1E-5A8D246809CD}"/>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5" name="Line 278">
                    <a:extLst>
                      <a:ext uri="{FF2B5EF4-FFF2-40B4-BE49-F238E27FC236}">
                        <a16:creationId xmlns:a16="http://schemas.microsoft.com/office/drawing/2014/main" id="{86843223-BFA3-8941-8F39-7E3A1DF1989A}"/>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6" name="Line 279">
                    <a:extLst>
                      <a:ext uri="{FF2B5EF4-FFF2-40B4-BE49-F238E27FC236}">
                        <a16:creationId xmlns:a16="http://schemas.microsoft.com/office/drawing/2014/main" id="{EB2A9D49-3E36-D849-8C87-89AF5AD76B5A}"/>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7" name="Line 280">
                    <a:extLst>
                      <a:ext uri="{FF2B5EF4-FFF2-40B4-BE49-F238E27FC236}">
                        <a16:creationId xmlns:a16="http://schemas.microsoft.com/office/drawing/2014/main" id="{76DF3186-C8BB-8C47-B549-17970E80E675}"/>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8" name="Line 281">
                    <a:extLst>
                      <a:ext uri="{FF2B5EF4-FFF2-40B4-BE49-F238E27FC236}">
                        <a16:creationId xmlns:a16="http://schemas.microsoft.com/office/drawing/2014/main" id="{5B3421DE-180E-CD4B-B22F-7BCD908C8CB5}"/>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79" name="Line 282">
                    <a:extLst>
                      <a:ext uri="{FF2B5EF4-FFF2-40B4-BE49-F238E27FC236}">
                        <a16:creationId xmlns:a16="http://schemas.microsoft.com/office/drawing/2014/main" id="{8771C100-8213-7D42-865F-6E0936A209A0}"/>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80" name="Line 283">
                    <a:extLst>
                      <a:ext uri="{FF2B5EF4-FFF2-40B4-BE49-F238E27FC236}">
                        <a16:creationId xmlns:a16="http://schemas.microsoft.com/office/drawing/2014/main" id="{D8E2062E-A026-E143-A095-B86CAAABCA8E}"/>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781" name="Line 284">
                    <a:extLst>
                      <a:ext uri="{FF2B5EF4-FFF2-40B4-BE49-F238E27FC236}">
                        <a16:creationId xmlns:a16="http://schemas.microsoft.com/office/drawing/2014/main" id="{EA0BC754-B5B5-1E4B-B9C6-EAFBFE7E448A}"/>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pic>
              <p:nvPicPr>
                <p:cNvPr id="765" name="Picture 799" descr="cell_tower_radiation copy">
                  <a:extLst>
                    <a:ext uri="{FF2B5EF4-FFF2-40B4-BE49-F238E27FC236}">
                      <a16:creationId xmlns:a16="http://schemas.microsoft.com/office/drawing/2014/main" id="{AED3D0BD-C212-E844-B1BC-E1FA00DEC0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6" name="Oval 800">
                  <a:extLst>
                    <a:ext uri="{FF2B5EF4-FFF2-40B4-BE49-F238E27FC236}">
                      <a16:creationId xmlns:a16="http://schemas.microsoft.com/office/drawing/2014/main" id="{36C4F605-E562-D44F-B04E-2154B84D3887}"/>
                    </a:ext>
                  </a:extLst>
                </p:cNvPr>
                <p:cNvSpPr>
                  <a:spLocks noChangeArrowheads="1"/>
                </p:cNvSpPr>
                <p:nvPr/>
              </p:nvSpPr>
              <p:spPr bwMode="auto">
                <a:xfrm>
                  <a:off x="986" y="2597"/>
                  <a:ext cx="66" cy="69"/>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grpSp>
        <p:grpSp>
          <p:nvGrpSpPr>
            <p:cNvPr id="782" name="Group 779">
              <a:extLst>
                <a:ext uri="{FF2B5EF4-FFF2-40B4-BE49-F238E27FC236}">
                  <a16:creationId xmlns:a16="http://schemas.microsoft.com/office/drawing/2014/main" id="{4D090097-C44B-8A45-AB77-7AF215F1B545}"/>
                </a:ext>
              </a:extLst>
            </p:cNvPr>
            <p:cNvGrpSpPr>
              <a:grpSpLocks/>
            </p:cNvGrpSpPr>
            <p:nvPr/>
          </p:nvGrpSpPr>
          <p:grpSpPr bwMode="auto">
            <a:xfrm>
              <a:off x="972848" y="4585926"/>
              <a:ext cx="452014" cy="316353"/>
              <a:chOff x="2967" y="478"/>
              <a:chExt cx="788" cy="625"/>
            </a:xfrm>
          </p:grpSpPr>
          <p:pic>
            <p:nvPicPr>
              <p:cNvPr id="783" name="Picture 780" descr="access_point_stylized_small">
                <a:extLst>
                  <a:ext uri="{FF2B5EF4-FFF2-40B4-BE49-F238E27FC236}">
                    <a16:creationId xmlns:a16="http://schemas.microsoft.com/office/drawing/2014/main" id="{1F07554B-D715-0D4E-AAF0-488CEBA86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4" name="Picture 781" descr="antenna_radiation_stylized">
                <a:extLst>
                  <a:ext uri="{FF2B5EF4-FFF2-40B4-BE49-F238E27FC236}">
                    <a16:creationId xmlns:a16="http://schemas.microsoft.com/office/drawing/2014/main" id="{8C3F87E8-E561-1F45-A0CC-59530C690E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8" name="Picture 4" descr="Image result for Ethernet cable">
              <a:extLst>
                <a:ext uri="{FF2B5EF4-FFF2-40B4-BE49-F238E27FC236}">
                  <a16:creationId xmlns:a16="http://schemas.microsoft.com/office/drawing/2014/main" id="{4D6709F1-B65B-CB40-900E-0CC03ABDCB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6310" y="4560750"/>
              <a:ext cx="874495" cy="51335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3" name="Group 1032">
            <a:extLst>
              <a:ext uri="{FF2B5EF4-FFF2-40B4-BE49-F238E27FC236}">
                <a16:creationId xmlns:a16="http://schemas.microsoft.com/office/drawing/2014/main" id="{8E9854E9-7803-5740-9C99-B136AC17E35E}"/>
              </a:ext>
            </a:extLst>
          </p:cNvPr>
          <p:cNvGrpSpPr/>
          <p:nvPr/>
        </p:nvGrpSpPr>
        <p:grpSpPr>
          <a:xfrm>
            <a:off x="413554" y="1318241"/>
            <a:ext cx="6618129" cy="1705461"/>
            <a:chOff x="413554" y="1318241"/>
            <a:chExt cx="6618129" cy="1705461"/>
          </a:xfrm>
        </p:grpSpPr>
        <p:sp>
          <p:nvSpPr>
            <p:cNvPr id="664" name="Content Placeholder 2">
              <a:extLst>
                <a:ext uri="{FF2B5EF4-FFF2-40B4-BE49-F238E27FC236}">
                  <a16:creationId xmlns:a16="http://schemas.microsoft.com/office/drawing/2014/main" id="{DCE6B56E-C2B5-5B4B-AB11-E2D353C0D14D}"/>
                </a:ext>
              </a:extLst>
            </p:cNvPr>
            <p:cNvSpPr txBox="1">
              <a:spLocks/>
            </p:cNvSpPr>
            <p:nvPr/>
          </p:nvSpPr>
          <p:spPr>
            <a:xfrm>
              <a:off x="3142484" y="1318241"/>
              <a:ext cx="3889199" cy="1705461"/>
            </a:xfrm>
            <a:prstGeom prst="rect">
              <a:avLst/>
            </a:prstGeom>
          </p:spPr>
          <p:txBody>
            <a:bodyPr>
              <a:normAutofit/>
            </a:bodyPr>
            <a:lstStyle>
              <a:lvl1pPr marL="347472" indent="-347472" algn="l" defTabSz="914400" rtl="0" eaLnBrk="1" latinLnBrk="0" hangingPunct="1">
                <a:lnSpc>
                  <a:spcPct val="90000"/>
                </a:lnSpc>
                <a:spcBef>
                  <a:spcPts val="672"/>
                </a:spcBef>
                <a:buClr>
                  <a:srgbClr val="002E8A"/>
                </a:buClr>
                <a:buSzPct val="100000"/>
                <a:buFont typeface="Wingdings" panose="05000000000000000000" pitchFamily="2" charset="2"/>
                <a:buChar char="§"/>
                <a:defRPr sz="2800" kern="1200">
                  <a:solidFill>
                    <a:schemeClr val="tx1"/>
                  </a:solidFill>
                  <a:latin typeface="Franklin Gothic Book" panose="020B0503020102020204" pitchFamily="34" charset="0"/>
                  <a:ea typeface="+mn-ea"/>
                  <a:cs typeface="+mn-cs"/>
                </a:defRPr>
              </a:lvl1pPr>
              <a:lvl2pPr marL="740664" indent="-283464" algn="l" defTabSz="914400" rtl="0" eaLnBrk="1" latinLnBrk="0" hangingPunct="1">
                <a:lnSpc>
                  <a:spcPct val="90000"/>
                </a:lnSpc>
                <a:spcBef>
                  <a:spcPts val="528"/>
                </a:spcBef>
                <a:buClr>
                  <a:srgbClr val="C00000"/>
                </a:buClr>
                <a:buSzPct val="100000"/>
                <a:buFont typeface="Wingdings" panose="05000000000000000000" pitchFamily="2" charset="2"/>
                <a:buChar char="§"/>
                <a:defRPr sz="2400" kern="1200">
                  <a:solidFill>
                    <a:srgbClr val="0070C0"/>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2">
                    <a:lumMod val="75000"/>
                  </a:schemeClr>
                </a:buClr>
                <a:buSzPct val="100000"/>
                <a:buFont typeface="Wingdings" panose="05000000000000000000" pitchFamily="2" charset="2"/>
                <a:buChar char="§"/>
                <a:defRPr sz="2200" kern="1200">
                  <a:solidFill>
                    <a:schemeClr val="accent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rgbClr val="0070C0"/>
                </a:buClr>
                <a:buSzPct val="100000"/>
                <a:buFont typeface="Wingdings" panose="05000000000000000000" pitchFamily="2" charset="2"/>
                <a:buChar char="§"/>
                <a:defRPr sz="2000" kern="1200">
                  <a:solidFill>
                    <a:srgbClr val="7030A0"/>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rgbClr val="A27242"/>
                </a:buClr>
                <a:buSzPct val="100000"/>
                <a:buFont typeface="Wingdings" panose="05000000000000000000" pitchFamily="2" charset="2"/>
                <a:buChar char="§"/>
                <a:defRPr sz="1800" kern="1200">
                  <a:solidFill>
                    <a:schemeClr val="accent6">
                      <a:lumMod val="50000"/>
                    </a:schemeClr>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accent4">
                      <a:lumMod val="50000"/>
                    </a:schemeClr>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15000"/>
                </a:spcBef>
                <a:buClr>
                  <a:srgbClr val="0000A8"/>
                </a:buClr>
                <a:buNone/>
              </a:pPr>
              <a:r>
                <a:rPr lang="en-US" altLang="en-US" sz="2400" dirty="0">
                  <a:latin typeface="+mn-lt"/>
                </a:rPr>
                <a:t>Billions of connected computing </a:t>
              </a:r>
              <a:r>
                <a:rPr lang="en-US" altLang="en-US" sz="2400" i="1" dirty="0">
                  <a:solidFill>
                    <a:srgbClr val="C00000"/>
                  </a:solidFill>
                  <a:latin typeface="+mn-lt"/>
                </a:rPr>
                <a:t>devices</a:t>
              </a:r>
              <a:r>
                <a:rPr lang="en-US" altLang="en-US" sz="2400" dirty="0">
                  <a:latin typeface="+mn-lt"/>
                </a:rPr>
                <a:t>: </a:t>
              </a:r>
            </a:p>
            <a:p>
              <a:pPr marL="346075" lvl="1" indent="-231775">
                <a:spcBef>
                  <a:spcPct val="15000"/>
                </a:spcBef>
                <a:buClr>
                  <a:srgbClr val="0000A3"/>
                </a:buClr>
              </a:pPr>
              <a:r>
                <a:rPr lang="en-US" altLang="en-US" sz="2000" i="1" dirty="0">
                  <a:solidFill>
                    <a:srgbClr val="C00000"/>
                  </a:solidFill>
                  <a:latin typeface="+mn-lt"/>
                  <a:ea typeface="MS PGothic" panose="020B0600070205080204" pitchFamily="34" charset="-128"/>
                </a:rPr>
                <a:t>hosts</a:t>
              </a:r>
              <a:r>
                <a:rPr lang="en-US" altLang="en-US" sz="2000" i="1" dirty="0">
                  <a:solidFill>
                    <a:srgbClr val="CC0000"/>
                  </a:solidFill>
                  <a:latin typeface="+mn-lt"/>
                  <a:ea typeface="MS PGothic" panose="020B0600070205080204" pitchFamily="34" charset="-128"/>
                </a:rPr>
                <a:t> </a:t>
              </a:r>
              <a:r>
                <a:rPr lang="en-US" altLang="en-US" sz="2000" i="1" dirty="0">
                  <a:solidFill>
                    <a:schemeClr val="tx1"/>
                  </a:solidFill>
                  <a:latin typeface="+mn-lt"/>
                  <a:ea typeface="MS PGothic" panose="020B0600070205080204" pitchFamily="34" charset="-128"/>
                </a:rPr>
                <a:t>= end systems </a:t>
              </a:r>
            </a:p>
            <a:p>
              <a:pPr marL="346075" lvl="1" indent="-231775">
                <a:buClr>
                  <a:srgbClr val="0000A3"/>
                </a:buClr>
              </a:pPr>
              <a:r>
                <a:rPr lang="en-US" altLang="en-US" sz="2000" dirty="0">
                  <a:solidFill>
                    <a:schemeClr val="tx1"/>
                  </a:solidFill>
                  <a:latin typeface="+mn-lt"/>
                  <a:ea typeface="Arial" panose="020B0604020202020204" pitchFamily="34" charset="0"/>
                </a:rPr>
                <a:t>running </a:t>
              </a:r>
              <a:r>
                <a:rPr lang="en-US" altLang="en-US" sz="2000" i="1" dirty="0">
                  <a:solidFill>
                    <a:schemeClr val="tx1"/>
                  </a:solidFill>
                  <a:latin typeface="+mn-lt"/>
                  <a:ea typeface="Arial" panose="020B0604020202020204" pitchFamily="34" charset="0"/>
                </a:rPr>
                <a:t>network </a:t>
              </a:r>
              <a:r>
                <a:rPr lang="en-US" altLang="en-US" sz="2000" i="1" dirty="0">
                  <a:solidFill>
                    <a:srgbClr val="C00000"/>
                  </a:solidFill>
                  <a:latin typeface="+mn-lt"/>
                  <a:ea typeface="Arial" panose="020B0604020202020204" pitchFamily="34" charset="0"/>
                </a:rPr>
                <a:t>apps </a:t>
              </a:r>
              <a:r>
                <a:rPr lang="en-US" altLang="en-US" sz="2000" dirty="0">
                  <a:solidFill>
                    <a:schemeClr val="tx1"/>
                  </a:solidFill>
                  <a:latin typeface="+mn-lt"/>
                  <a:ea typeface="Arial" panose="020B0604020202020204" pitchFamily="34" charset="0"/>
                </a:rPr>
                <a:t>at Internet’s “edge”</a:t>
              </a:r>
            </a:p>
          </p:txBody>
        </p:sp>
        <p:grpSp>
          <p:nvGrpSpPr>
            <p:cNvPr id="1027" name="Group 1026">
              <a:extLst>
                <a:ext uri="{FF2B5EF4-FFF2-40B4-BE49-F238E27FC236}">
                  <a16:creationId xmlns:a16="http://schemas.microsoft.com/office/drawing/2014/main" id="{8BBA7298-062F-6A4B-87BC-7B7336FE4AE0}"/>
                </a:ext>
              </a:extLst>
            </p:cNvPr>
            <p:cNvGrpSpPr/>
            <p:nvPr/>
          </p:nvGrpSpPr>
          <p:grpSpPr>
            <a:xfrm>
              <a:off x="413554" y="1342201"/>
              <a:ext cx="2520730" cy="1345159"/>
              <a:chOff x="177500" y="1428021"/>
              <a:chExt cx="2679234" cy="1453172"/>
            </a:xfrm>
          </p:grpSpPr>
          <p:grpSp>
            <p:nvGrpSpPr>
              <p:cNvPr id="667" name="Group 1064">
                <a:extLst>
                  <a:ext uri="{FF2B5EF4-FFF2-40B4-BE49-F238E27FC236}">
                    <a16:creationId xmlns:a16="http://schemas.microsoft.com/office/drawing/2014/main" id="{5022FF17-4E4A-B546-8D5E-67340101EFB4}"/>
                  </a:ext>
                </a:extLst>
              </p:cNvPr>
              <p:cNvGrpSpPr>
                <a:grpSpLocks/>
              </p:cNvGrpSpPr>
              <p:nvPr/>
            </p:nvGrpSpPr>
            <p:grpSpPr bwMode="auto">
              <a:xfrm>
                <a:off x="2228805" y="1490654"/>
                <a:ext cx="627929" cy="611023"/>
                <a:chOff x="877" y="1008"/>
                <a:chExt cx="2747" cy="2591"/>
              </a:xfrm>
            </p:grpSpPr>
            <p:pic>
              <p:nvPicPr>
                <p:cNvPr id="668" name="Picture 1065" descr="antenna_stylized">
                  <a:extLst>
                    <a:ext uri="{FF2B5EF4-FFF2-40B4-BE49-F238E27FC236}">
                      <a16:creationId xmlns:a16="http://schemas.microsoft.com/office/drawing/2014/main" id="{B702F2D6-4760-AE4A-8D39-6444C3C22B6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9" name="Picture 1066" descr="laptop_keyboard">
                  <a:extLst>
                    <a:ext uri="{FF2B5EF4-FFF2-40B4-BE49-F238E27FC236}">
                      <a16:creationId xmlns:a16="http://schemas.microsoft.com/office/drawing/2014/main" id="{6F83D117-2593-C242-A397-BA633102C76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0" name="Freeform 1067">
                  <a:extLst>
                    <a:ext uri="{FF2B5EF4-FFF2-40B4-BE49-F238E27FC236}">
                      <a16:creationId xmlns:a16="http://schemas.microsoft.com/office/drawing/2014/main" id="{A08BD328-7EC2-6143-96A3-54C445A893AC}"/>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671" name="Picture 1068" descr="screen">
                  <a:extLst>
                    <a:ext uri="{FF2B5EF4-FFF2-40B4-BE49-F238E27FC236}">
                      <a16:creationId xmlns:a16="http://schemas.microsoft.com/office/drawing/2014/main" id="{2730AE22-E399-F741-992E-07BB8306136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2" name="Freeform 1069">
                  <a:extLst>
                    <a:ext uri="{FF2B5EF4-FFF2-40B4-BE49-F238E27FC236}">
                      <a16:creationId xmlns:a16="http://schemas.microsoft.com/office/drawing/2014/main" id="{A44AEC1A-DDEF-8649-ACEF-C31525DC4F8C}"/>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3" name="Freeform 1070">
                  <a:extLst>
                    <a:ext uri="{FF2B5EF4-FFF2-40B4-BE49-F238E27FC236}">
                      <a16:creationId xmlns:a16="http://schemas.microsoft.com/office/drawing/2014/main" id="{5853CB23-D335-0343-9001-8E1A2BD6E235}"/>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4" name="Freeform 1071">
                  <a:extLst>
                    <a:ext uri="{FF2B5EF4-FFF2-40B4-BE49-F238E27FC236}">
                      <a16:creationId xmlns:a16="http://schemas.microsoft.com/office/drawing/2014/main" id="{9B0951B7-0F7D-9C4B-B650-994FE73C2380}"/>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5" name="Freeform 1072">
                  <a:extLst>
                    <a:ext uri="{FF2B5EF4-FFF2-40B4-BE49-F238E27FC236}">
                      <a16:creationId xmlns:a16="http://schemas.microsoft.com/office/drawing/2014/main" id="{33FCA0B6-1595-5249-B422-13CD8769D42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6" name="Freeform 1073">
                  <a:extLst>
                    <a:ext uri="{FF2B5EF4-FFF2-40B4-BE49-F238E27FC236}">
                      <a16:creationId xmlns:a16="http://schemas.microsoft.com/office/drawing/2014/main" id="{F62240FB-2C21-464F-A37A-3A22AA3F6094}"/>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77" name="Freeform 1074">
                  <a:extLst>
                    <a:ext uri="{FF2B5EF4-FFF2-40B4-BE49-F238E27FC236}">
                      <a16:creationId xmlns:a16="http://schemas.microsoft.com/office/drawing/2014/main" id="{1C4D12B9-3576-0C40-A5F3-E88CED5A65EA}"/>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78" name="Group 1075">
                  <a:extLst>
                    <a:ext uri="{FF2B5EF4-FFF2-40B4-BE49-F238E27FC236}">
                      <a16:creationId xmlns:a16="http://schemas.microsoft.com/office/drawing/2014/main" id="{ED887E1E-DD70-534D-8096-6A8445796890}"/>
                    </a:ext>
                  </a:extLst>
                </p:cNvPr>
                <p:cNvGrpSpPr>
                  <a:grpSpLocks/>
                </p:cNvGrpSpPr>
                <p:nvPr/>
              </p:nvGrpSpPr>
              <p:grpSpPr bwMode="auto">
                <a:xfrm>
                  <a:off x="1709" y="3008"/>
                  <a:ext cx="507" cy="234"/>
                  <a:chOff x="1740" y="2642"/>
                  <a:chExt cx="752" cy="327"/>
                </a:xfrm>
              </p:grpSpPr>
              <p:sp>
                <p:nvSpPr>
                  <p:cNvPr id="685" name="Freeform 1076">
                    <a:extLst>
                      <a:ext uri="{FF2B5EF4-FFF2-40B4-BE49-F238E27FC236}">
                        <a16:creationId xmlns:a16="http://schemas.microsoft.com/office/drawing/2014/main" id="{16EAA6DD-B1A8-144B-9226-221860B2C21F}"/>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6" name="Freeform 1077">
                    <a:extLst>
                      <a:ext uri="{FF2B5EF4-FFF2-40B4-BE49-F238E27FC236}">
                        <a16:creationId xmlns:a16="http://schemas.microsoft.com/office/drawing/2014/main" id="{66B6CABD-230C-7243-A78E-898BA47EF04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7" name="Freeform 1078">
                    <a:extLst>
                      <a:ext uri="{FF2B5EF4-FFF2-40B4-BE49-F238E27FC236}">
                        <a16:creationId xmlns:a16="http://schemas.microsoft.com/office/drawing/2014/main" id="{4CC52902-7299-9D44-8559-C2ED9AE5E84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8" name="Freeform 1079">
                    <a:extLst>
                      <a:ext uri="{FF2B5EF4-FFF2-40B4-BE49-F238E27FC236}">
                        <a16:creationId xmlns:a16="http://schemas.microsoft.com/office/drawing/2014/main" id="{11ABD305-4F14-BC40-BD6A-352B5CDB3030}"/>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9" name="Freeform 1080">
                    <a:extLst>
                      <a:ext uri="{FF2B5EF4-FFF2-40B4-BE49-F238E27FC236}">
                        <a16:creationId xmlns:a16="http://schemas.microsoft.com/office/drawing/2014/main" id="{17190967-E1E6-5043-B08E-8AC745D8F293}"/>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90" name="Freeform 1081">
                    <a:extLst>
                      <a:ext uri="{FF2B5EF4-FFF2-40B4-BE49-F238E27FC236}">
                        <a16:creationId xmlns:a16="http://schemas.microsoft.com/office/drawing/2014/main" id="{263B67CA-6E08-194D-A17F-B5F081E9600F}"/>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79" name="Freeform 1082">
                  <a:extLst>
                    <a:ext uri="{FF2B5EF4-FFF2-40B4-BE49-F238E27FC236}">
                      <a16:creationId xmlns:a16="http://schemas.microsoft.com/office/drawing/2014/main" id="{0B9D92C1-58EA-3545-8372-C7FB45D4592C}"/>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0" name="Freeform 1083">
                  <a:extLst>
                    <a:ext uri="{FF2B5EF4-FFF2-40B4-BE49-F238E27FC236}">
                      <a16:creationId xmlns:a16="http://schemas.microsoft.com/office/drawing/2014/main" id="{8891C4B3-775A-5D4B-8605-353D88CA8F1B}"/>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1" name="Freeform 1084">
                  <a:extLst>
                    <a:ext uri="{FF2B5EF4-FFF2-40B4-BE49-F238E27FC236}">
                      <a16:creationId xmlns:a16="http://schemas.microsoft.com/office/drawing/2014/main" id="{15D3C69E-0271-3E43-9366-2C696E0D69B4}"/>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2" name="Freeform 1085">
                  <a:extLst>
                    <a:ext uri="{FF2B5EF4-FFF2-40B4-BE49-F238E27FC236}">
                      <a16:creationId xmlns:a16="http://schemas.microsoft.com/office/drawing/2014/main" id="{ADD26EEC-6896-C548-A843-E80F9DCD71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3" name="Freeform 1086">
                  <a:extLst>
                    <a:ext uri="{FF2B5EF4-FFF2-40B4-BE49-F238E27FC236}">
                      <a16:creationId xmlns:a16="http://schemas.microsoft.com/office/drawing/2014/main" id="{E53FD945-5CCA-D946-AE8F-F0FAEF2D22B5}"/>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84" name="Freeform 1087">
                  <a:extLst>
                    <a:ext uri="{FF2B5EF4-FFF2-40B4-BE49-F238E27FC236}">
                      <a16:creationId xmlns:a16="http://schemas.microsoft.com/office/drawing/2014/main" id="{0F3817C7-9A9B-0646-B0B3-A73EFFAB4B2A}"/>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691" name="Group 652">
                <a:extLst>
                  <a:ext uri="{FF2B5EF4-FFF2-40B4-BE49-F238E27FC236}">
                    <a16:creationId xmlns:a16="http://schemas.microsoft.com/office/drawing/2014/main" id="{9D2EACAC-DF98-DA4A-AE3F-51E8DD2B4C42}"/>
                  </a:ext>
                </a:extLst>
              </p:cNvPr>
              <p:cNvGrpSpPr>
                <a:grpSpLocks/>
              </p:cNvGrpSpPr>
              <p:nvPr/>
            </p:nvGrpSpPr>
            <p:grpSpPr bwMode="auto">
              <a:xfrm>
                <a:off x="1187669" y="1611378"/>
                <a:ext cx="511595" cy="419441"/>
                <a:chOff x="2751" y="1851"/>
                <a:chExt cx="462" cy="478"/>
              </a:xfrm>
            </p:grpSpPr>
            <p:pic>
              <p:nvPicPr>
                <p:cNvPr id="692" name="Picture 653" descr="iphone_stylized_small">
                  <a:extLst>
                    <a:ext uri="{FF2B5EF4-FFF2-40B4-BE49-F238E27FC236}">
                      <a16:creationId xmlns:a16="http://schemas.microsoft.com/office/drawing/2014/main" id="{740341C1-662D-A34D-8611-03419E53377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3" name="Picture 654" descr="antenna_radiation_stylized">
                  <a:extLst>
                    <a:ext uri="{FF2B5EF4-FFF2-40B4-BE49-F238E27FC236}">
                      <a16:creationId xmlns:a16="http://schemas.microsoft.com/office/drawing/2014/main" id="{91137A94-E2FE-3745-A6A1-7032FFAD308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95" name="Group 694">
                <a:extLst>
                  <a:ext uri="{FF2B5EF4-FFF2-40B4-BE49-F238E27FC236}">
                    <a16:creationId xmlns:a16="http://schemas.microsoft.com/office/drawing/2014/main" id="{8A1A4F59-101C-5A44-9353-F4F7B7B5C271}"/>
                  </a:ext>
                </a:extLst>
              </p:cNvPr>
              <p:cNvGrpSpPr/>
              <p:nvPr/>
            </p:nvGrpSpPr>
            <p:grpSpPr>
              <a:xfrm>
                <a:off x="1346422" y="2111586"/>
                <a:ext cx="580012" cy="769607"/>
                <a:chOff x="7797061" y="3296104"/>
                <a:chExt cx="347997" cy="396620"/>
              </a:xfrm>
            </p:grpSpPr>
            <p:pic>
              <p:nvPicPr>
                <p:cNvPr id="696" name="Picture 571" descr="fridge2.png">
                  <a:extLst>
                    <a:ext uri="{FF2B5EF4-FFF2-40B4-BE49-F238E27FC236}">
                      <a16:creationId xmlns:a16="http://schemas.microsoft.com/office/drawing/2014/main" id="{E4504F14-C086-2648-AE25-9099DA319E9F}"/>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7" name="Picture 1115" descr="antenna_stylized">
                  <a:extLst>
                    <a:ext uri="{FF2B5EF4-FFF2-40B4-BE49-F238E27FC236}">
                      <a16:creationId xmlns:a16="http://schemas.microsoft.com/office/drawing/2014/main" id="{DBC8EDC7-746D-2C4D-9A17-8EB8D63AD79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98" name="Group 950">
                <a:extLst>
                  <a:ext uri="{FF2B5EF4-FFF2-40B4-BE49-F238E27FC236}">
                    <a16:creationId xmlns:a16="http://schemas.microsoft.com/office/drawing/2014/main" id="{7B618E2E-A39F-B846-A9D4-9090544DC388}"/>
                  </a:ext>
                </a:extLst>
              </p:cNvPr>
              <p:cNvGrpSpPr>
                <a:grpSpLocks/>
              </p:cNvGrpSpPr>
              <p:nvPr/>
            </p:nvGrpSpPr>
            <p:grpSpPr bwMode="auto">
              <a:xfrm>
                <a:off x="1018136" y="2414197"/>
                <a:ext cx="228492" cy="436354"/>
                <a:chOff x="4140" y="429"/>
                <a:chExt cx="1425" cy="2396"/>
              </a:xfrm>
            </p:grpSpPr>
            <p:sp>
              <p:nvSpPr>
                <p:cNvPr id="699" name="Freeform 951">
                  <a:extLst>
                    <a:ext uri="{FF2B5EF4-FFF2-40B4-BE49-F238E27FC236}">
                      <a16:creationId xmlns:a16="http://schemas.microsoft.com/office/drawing/2014/main" id="{81580889-B794-4446-8951-1A0DB18A085C}"/>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0" name="Rectangle 952">
                  <a:extLst>
                    <a:ext uri="{FF2B5EF4-FFF2-40B4-BE49-F238E27FC236}">
                      <a16:creationId xmlns:a16="http://schemas.microsoft.com/office/drawing/2014/main" id="{13058817-CDE6-2646-BD08-C280F5000145}"/>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01" name="Freeform 953">
                  <a:extLst>
                    <a:ext uri="{FF2B5EF4-FFF2-40B4-BE49-F238E27FC236}">
                      <a16:creationId xmlns:a16="http://schemas.microsoft.com/office/drawing/2014/main" id="{0ECC32FC-E1D8-2F43-935A-C6D3F862360C}"/>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2" name="Freeform 954">
                  <a:extLst>
                    <a:ext uri="{FF2B5EF4-FFF2-40B4-BE49-F238E27FC236}">
                      <a16:creationId xmlns:a16="http://schemas.microsoft.com/office/drawing/2014/main" id="{F5DA1565-D316-C449-BE52-133DC9DB4362}"/>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03" name="Rectangle 955">
                  <a:extLst>
                    <a:ext uri="{FF2B5EF4-FFF2-40B4-BE49-F238E27FC236}">
                      <a16:creationId xmlns:a16="http://schemas.microsoft.com/office/drawing/2014/main" id="{5F33C1DF-29B7-2D44-990C-5CEAB475710C}"/>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704" name="Group 956">
                  <a:extLst>
                    <a:ext uri="{FF2B5EF4-FFF2-40B4-BE49-F238E27FC236}">
                      <a16:creationId xmlns:a16="http://schemas.microsoft.com/office/drawing/2014/main" id="{9F311C1D-F353-2947-854E-B69FE0FD8652}"/>
                    </a:ext>
                  </a:extLst>
                </p:cNvPr>
                <p:cNvGrpSpPr>
                  <a:grpSpLocks/>
                </p:cNvGrpSpPr>
                <p:nvPr/>
              </p:nvGrpSpPr>
              <p:grpSpPr bwMode="auto">
                <a:xfrm>
                  <a:off x="4749" y="668"/>
                  <a:ext cx="581" cy="145"/>
                  <a:chOff x="614" y="2568"/>
                  <a:chExt cx="725" cy="139"/>
                </a:xfrm>
              </p:grpSpPr>
              <p:sp>
                <p:nvSpPr>
                  <p:cNvPr id="729" name="AutoShape 957">
                    <a:extLst>
                      <a:ext uri="{FF2B5EF4-FFF2-40B4-BE49-F238E27FC236}">
                        <a16:creationId xmlns:a16="http://schemas.microsoft.com/office/drawing/2014/main" id="{516D1518-AD10-9A4F-9242-B6A1E5270E64}"/>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30" name="AutoShape 958">
                    <a:extLst>
                      <a:ext uri="{FF2B5EF4-FFF2-40B4-BE49-F238E27FC236}">
                        <a16:creationId xmlns:a16="http://schemas.microsoft.com/office/drawing/2014/main" id="{13A777B3-EDB4-DE4D-867B-3D1BAB79C474}"/>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705" name="Rectangle 959">
                  <a:extLst>
                    <a:ext uri="{FF2B5EF4-FFF2-40B4-BE49-F238E27FC236}">
                      <a16:creationId xmlns:a16="http://schemas.microsoft.com/office/drawing/2014/main" id="{ABBF2549-7C28-A54A-92DF-235966861AC7}"/>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706" name="Group 960">
                  <a:extLst>
                    <a:ext uri="{FF2B5EF4-FFF2-40B4-BE49-F238E27FC236}">
                      <a16:creationId xmlns:a16="http://schemas.microsoft.com/office/drawing/2014/main" id="{0F04C3BD-023C-EC43-A70A-3034892DB3DF}"/>
                    </a:ext>
                  </a:extLst>
                </p:cNvPr>
                <p:cNvGrpSpPr>
                  <a:grpSpLocks/>
                </p:cNvGrpSpPr>
                <p:nvPr/>
              </p:nvGrpSpPr>
              <p:grpSpPr bwMode="auto">
                <a:xfrm>
                  <a:off x="4747" y="994"/>
                  <a:ext cx="581" cy="134"/>
                  <a:chOff x="614" y="2568"/>
                  <a:chExt cx="725" cy="139"/>
                </a:xfrm>
              </p:grpSpPr>
              <p:sp>
                <p:nvSpPr>
                  <p:cNvPr id="727" name="AutoShape 961">
                    <a:extLst>
                      <a:ext uri="{FF2B5EF4-FFF2-40B4-BE49-F238E27FC236}">
                        <a16:creationId xmlns:a16="http://schemas.microsoft.com/office/drawing/2014/main" id="{296AE61C-5065-8B46-9B82-47F15AF7FD4E}"/>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28" name="AutoShape 962">
                    <a:extLst>
                      <a:ext uri="{FF2B5EF4-FFF2-40B4-BE49-F238E27FC236}">
                        <a16:creationId xmlns:a16="http://schemas.microsoft.com/office/drawing/2014/main" id="{53D8E0CC-D820-E146-A130-C72FC95E3086}"/>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707" name="Rectangle 963">
                  <a:extLst>
                    <a:ext uri="{FF2B5EF4-FFF2-40B4-BE49-F238E27FC236}">
                      <a16:creationId xmlns:a16="http://schemas.microsoft.com/office/drawing/2014/main" id="{4B57531B-B596-5544-9528-BFD23FCF400A}"/>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08" name="Rectangle 964">
                  <a:extLst>
                    <a:ext uri="{FF2B5EF4-FFF2-40B4-BE49-F238E27FC236}">
                      <a16:creationId xmlns:a16="http://schemas.microsoft.com/office/drawing/2014/main" id="{50D26A27-3EA2-6740-9E67-0818730A88C3}"/>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709" name="Group 965">
                  <a:extLst>
                    <a:ext uri="{FF2B5EF4-FFF2-40B4-BE49-F238E27FC236}">
                      <a16:creationId xmlns:a16="http://schemas.microsoft.com/office/drawing/2014/main" id="{778BB7A9-22A2-1048-B18B-F862B2598429}"/>
                    </a:ext>
                  </a:extLst>
                </p:cNvPr>
                <p:cNvGrpSpPr>
                  <a:grpSpLocks/>
                </p:cNvGrpSpPr>
                <p:nvPr/>
              </p:nvGrpSpPr>
              <p:grpSpPr bwMode="auto">
                <a:xfrm>
                  <a:off x="4735" y="1627"/>
                  <a:ext cx="582" cy="151"/>
                  <a:chOff x="614" y="2568"/>
                  <a:chExt cx="725" cy="139"/>
                </a:xfrm>
              </p:grpSpPr>
              <p:sp>
                <p:nvSpPr>
                  <p:cNvPr id="725" name="AutoShape 966">
                    <a:extLst>
                      <a:ext uri="{FF2B5EF4-FFF2-40B4-BE49-F238E27FC236}">
                        <a16:creationId xmlns:a16="http://schemas.microsoft.com/office/drawing/2014/main" id="{3CF2188D-8154-074B-A17A-44933C64F2D7}"/>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26" name="AutoShape 967">
                    <a:extLst>
                      <a:ext uri="{FF2B5EF4-FFF2-40B4-BE49-F238E27FC236}">
                        <a16:creationId xmlns:a16="http://schemas.microsoft.com/office/drawing/2014/main" id="{2C883BF5-FF0C-B44B-861D-11BD20501B3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710" name="Freeform 968">
                  <a:extLst>
                    <a:ext uri="{FF2B5EF4-FFF2-40B4-BE49-F238E27FC236}">
                      <a16:creationId xmlns:a16="http://schemas.microsoft.com/office/drawing/2014/main" id="{90E801C3-1EB3-074D-9BBD-AE81B8AAAF1D}"/>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711" name="Group 969">
                  <a:extLst>
                    <a:ext uri="{FF2B5EF4-FFF2-40B4-BE49-F238E27FC236}">
                      <a16:creationId xmlns:a16="http://schemas.microsoft.com/office/drawing/2014/main" id="{0B861F6D-6B6D-3044-B744-64935AA25886}"/>
                    </a:ext>
                  </a:extLst>
                </p:cNvPr>
                <p:cNvGrpSpPr>
                  <a:grpSpLocks/>
                </p:cNvGrpSpPr>
                <p:nvPr/>
              </p:nvGrpSpPr>
              <p:grpSpPr bwMode="auto">
                <a:xfrm>
                  <a:off x="4739" y="1327"/>
                  <a:ext cx="582" cy="139"/>
                  <a:chOff x="614" y="2568"/>
                  <a:chExt cx="725" cy="139"/>
                </a:xfrm>
              </p:grpSpPr>
              <p:sp>
                <p:nvSpPr>
                  <p:cNvPr id="723" name="AutoShape 970">
                    <a:extLst>
                      <a:ext uri="{FF2B5EF4-FFF2-40B4-BE49-F238E27FC236}">
                        <a16:creationId xmlns:a16="http://schemas.microsoft.com/office/drawing/2014/main" id="{588E0EB5-C704-6646-A7DF-17C2C9237BDA}"/>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24" name="AutoShape 971">
                    <a:extLst>
                      <a:ext uri="{FF2B5EF4-FFF2-40B4-BE49-F238E27FC236}">
                        <a16:creationId xmlns:a16="http://schemas.microsoft.com/office/drawing/2014/main" id="{125E70E5-5E94-EA4C-8970-6D8BC99D3154}"/>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712" name="Rectangle 972">
                  <a:extLst>
                    <a:ext uri="{FF2B5EF4-FFF2-40B4-BE49-F238E27FC236}">
                      <a16:creationId xmlns:a16="http://schemas.microsoft.com/office/drawing/2014/main" id="{E5D3AE86-3AA9-6E46-BE96-5D22107EF01C}"/>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13" name="Freeform 973">
                  <a:extLst>
                    <a:ext uri="{FF2B5EF4-FFF2-40B4-BE49-F238E27FC236}">
                      <a16:creationId xmlns:a16="http://schemas.microsoft.com/office/drawing/2014/main" id="{56DA0D9F-D49E-8E40-A05B-A591E516A437}"/>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4" name="Freeform 974">
                  <a:extLst>
                    <a:ext uri="{FF2B5EF4-FFF2-40B4-BE49-F238E27FC236}">
                      <a16:creationId xmlns:a16="http://schemas.microsoft.com/office/drawing/2014/main" id="{B1BD6DC2-2442-7F40-8912-04AD0AD66AC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5" name="Oval 975">
                  <a:extLst>
                    <a:ext uri="{FF2B5EF4-FFF2-40B4-BE49-F238E27FC236}">
                      <a16:creationId xmlns:a16="http://schemas.microsoft.com/office/drawing/2014/main" id="{2F05989C-6D89-364A-BB82-89E681188A9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16" name="Freeform 976">
                  <a:extLst>
                    <a:ext uri="{FF2B5EF4-FFF2-40B4-BE49-F238E27FC236}">
                      <a16:creationId xmlns:a16="http://schemas.microsoft.com/office/drawing/2014/main" id="{68D8E8F3-FC40-184B-B332-4DA27CFDD04E}"/>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 name="AutoShape 977">
                  <a:extLst>
                    <a:ext uri="{FF2B5EF4-FFF2-40B4-BE49-F238E27FC236}">
                      <a16:creationId xmlns:a16="http://schemas.microsoft.com/office/drawing/2014/main" id="{0EDECD8B-0333-B945-A0B9-EB923B056196}"/>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18" name="AutoShape 978">
                  <a:extLst>
                    <a:ext uri="{FF2B5EF4-FFF2-40B4-BE49-F238E27FC236}">
                      <a16:creationId xmlns:a16="http://schemas.microsoft.com/office/drawing/2014/main" id="{6C701197-39E1-9342-985C-C17B4CD97081}"/>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19" name="Oval 979">
                  <a:extLst>
                    <a:ext uri="{FF2B5EF4-FFF2-40B4-BE49-F238E27FC236}">
                      <a16:creationId xmlns:a16="http://schemas.microsoft.com/office/drawing/2014/main" id="{36907BAD-35A5-864D-9BC0-D6AB6AE515D1}"/>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20" name="Oval 980">
                  <a:extLst>
                    <a:ext uri="{FF2B5EF4-FFF2-40B4-BE49-F238E27FC236}">
                      <a16:creationId xmlns:a16="http://schemas.microsoft.com/office/drawing/2014/main" id="{D2A4BDF5-240B-A547-A854-A8E54F6A668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a:solidFill>
                      <a:srgbClr val="FF0000"/>
                    </a:solidFill>
                    <a:latin typeface="Arial" panose="020B0604020202020204" pitchFamily="34" charset="0"/>
                  </a:endParaRPr>
                </a:p>
              </p:txBody>
            </p:sp>
            <p:sp>
              <p:nvSpPr>
                <p:cNvPr id="721" name="Oval 981">
                  <a:extLst>
                    <a:ext uri="{FF2B5EF4-FFF2-40B4-BE49-F238E27FC236}">
                      <a16:creationId xmlns:a16="http://schemas.microsoft.com/office/drawing/2014/main" id="{36A0FAEF-6623-0246-9799-BED3E56C9744}"/>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722" name="Rectangle 982">
                  <a:extLst>
                    <a:ext uri="{FF2B5EF4-FFF2-40B4-BE49-F238E27FC236}">
                      <a16:creationId xmlns:a16="http://schemas.microsoft.com/office/drawing/2014/main" id="{2C86DB95-9A39-144E-82C0-930EAC6C344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grpSp>
            <p:nvGrpSpPr>
              <p:cNvPr id="733" name="Group 732">
                <a:extLst>
                  <a:ext uri="{FF2B5EF4-FFF2-40B4-BE49-F238E27FC236}">
                    <a16:creationId xmlns:a16="http://schemas.microsoft.com/office/drawing/2014/main" id="{4599802E-5DCE-8740-82B3-1318B6412EC2}"/>
                  </a:ext>
                </a:extLst>
              </p:cNvPr>
              <p:cNvGrpSpPr/>
              <p:nvPr/>
            </p:nvGrpSpPr>
            <p:grpSpPr>
              <a:xfrm>
                <a:off x="2053502" y="2245186"/>
                <a:ext cx="672582" cy="617342"/>
                <a:chOff x="5275406" y="2711455"/>
                <a:chExt cx="452949" cy="405518"/>
              </a:xfrm>
            </p:grpSpPr>
            <p:pic>
              <p:nvPicPr>
                <p:cNvPr id="734" name="Picture 733" descr="server_rack.png">
                  <a:extLst>
                    <a:ext uri="{FF2B5EF4-FFF2-40B4-BE49-F238E27FC236}">
                      <a16:creationId xmlns:a16="http://schemas.microsoft.com/office/drawing/2014/main" id="{E7A5369B-12BA-534E-89DB-EC5EDF954DE9}"/>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735" name="Picture 734" descr="server_rack.png">
                  <a:extLst>
                    <a:ext uri="{FF2B5EF4-FFF2-40B4-BE49-F238E27FC236}">
                      <a16:creationId xmlns:a16="http://schemas.microsoft.com/office/drawing/2014/main" id="{A1A7AD27-600E-554D-ACF5-603AB2D208E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736" name="Picture 735" descr="server_rack.png">
                  <a:extLst>
                    <a:ext uri="{FF2B5EF4-FFF2-40B4-BE49-F238E27FC236}">
                      <a16:creationId xmlns:a16="http://schemas.microsoft.com/office/drawing/2014/main" id="{6352AB59-3424-1947-A902-45E2FFF24C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nvGrpSpPr>
              <p:cNvPr id="737" name="Group 590">
                <a:extLst>
                  <a:ext uri="{FF2B5EF4-FFF2-40B4-BE49-F238E27FC236}">
                    <a16:creationId xmlns:a16="http://schemas.microsoft.com/office/drawing/2014/main" id="{572BBB3E-35BE-7341-92D5-A1D830B307C1}"/>
                  </a:ext>
                </a:extLst>
              </p:cNvPr>
              <p:cNvGrpSpPr>
                <a:grpSpLocks/>
              </p:cNvGrpSpPr>
              <p:nvPr/>
            </p:nvGrpSpPr>
            <p:grpSpPr bwMode="auto">
              <a:xfrm flipH="1">
                <a:off x="618085" y="1595547"/>
                <a:ext cx="517401" cy="503916"/>
                <a:chOff x="2839" y="3501"/>
                <a:chExt cx="755" cy="803"/>
              </a:xfrm>
            </p:grpSpPr>
            <p:pic>
              <p:nvPicPr>
                <p:cNvPr id="738" name="Picture 591" descr="desktop_computer_stylized_medium">
                  <a:extLst>
                    <a:ext uri="{FF2B5EF4-FFF2-40B4-BE49-F238E27FC236}">
                      <a16:creationId xmlns:a16="http://schemas.microsoft.com/office/drawing/2014/main" id="{4B6339C5-8B14-B747-B25F-54A251041EA5}"/>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9" name="Freeform 592">
                  <a:extLst>
                    <a:ext uri="{FF2B5EF4-FFF2-40B4-BE49-F238E27FC236}">
                      <a16:creationId xmlns:a16="http://schemas.microsoft.com/office/drawing/2014/main" id="{C8A47756-1909-F941-BDCB-37836D98015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41" name="Group 740">
                <a:extLst>
                  <a:ext uri="{FF2B5EF4-FFF2-40B4-BE49-F238E27FC236}">
                    <a16:creationId xmlns:a16="http://schemas.microsoft.com/office/drawing/2014/main" id="{0CD6FDAC-4A62-F644-A898-08237435CEE7}"/>
                  </a:ext>
                </a:extLst>
              </p:cNvPr>
              <p:cNvGrpSpPr/>
              <p:nvPr/>
            </p:nvGrpSpPr>
            <p:grpSpPr>
              <a:xfrm>
                <a:off x="1609415" y="1428021"/>
                <a:ext cx="748578" cy="712374"/>
                <a:chOff x="8631407" y="2290407"/>
                <a:chExt cx="530702" cy="478009"/>
              </a:xfrm>
            </p:grpSpPr>
            <p:pic>
              <p:nvPicPr>
                <p:cNvPr id="742" name="Picture 568" descr="light2.png">
                  <a:extLst>
                    <a:ext uri="{FF2B5EF4-FFF2-40B4-BE49-F238E27FC236}">
                      <a16:creationId xmlns:a16="http://schemas.microsoft.com/office/drawing/2014/main" id="{80F2F245-5874-164C-BC9E-BD1DF1724A7D}"/>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3" name="Picture 1017" descr="antenna_stylized">
                  <a:extLst>
                    <a:ext uri="{FF2B5EF4-FFF2-40B4-BE49-F238E27FC236}">
                      <a16:creationId xmlns:a16="http://schemas.microsoft.com/office/drawing/2014/main" id="{1AD2A78D-F97F-784F-ACAD-B716A9EDAFB5}"/>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89" name="Group 788">
                <a:extLst>
                  <a:ext uri="{FF2B5EF4-FFF2-40B4-BE49-F238E27FC236}">
                    <a16:creationId xmlns:a16="http://schemas.microsoft.com/office/drawing/2014/main" id="{8BE00D22-4F3C-6E49-97D4-F851E2CC6728}"/>
                  </a:ext>
                </a:extLst>
              </p:cNvPr>
              <p:cNvGrpSpPr/>
              <p:nvPr/>
            </p:nvGrpSpPr>
            <p:grpSpPr>
              <a:xfrm>
                <a:off x="177500" y="2082690"/>
                <a:ext cx="849312" cy="226109"/>
                <a:chOff x="8493165" y="2029804"/>
                <a:chExt cx="849312" cy="226109"/>
              </a:xfrm>
            </p:grpSpPr>
            <p:pic>
              <p:nvPicPr>
                <p:cNvPr id="790" name="Picture 603" descr="car_icon_small">
                  <a:extLst>
                    <a:ext uri="{FF2B5EF4-FFF2-40B4-BE49-F238E27FC236}">
                      <a16:creationId xmlns:a16="http://schemas.microsoft.com/office/drawing/2014/main" id="{6DCAB099-A51A-9A49-B92D-E7B09B08E02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1" name="Picture 1017" descr="antenna_stylized">
                  <a:extLst>
                    <a:ext uri="{FF2B5EF4-FFF2-40B4-BE49-F238E27FC236}">
                      <a16:creationId xmlns:a16="http://schemas.microsoft.com/office/drawing/2014/main" id="{02B73421-B1D6-C74B-BF10-DBF86596B990}"/>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grpSp>
        <p:nvGrpSpPr>
          <p:cNvPr id="1025" name="Group 1024">
            <a:extLst>
              <a:ext uri="{FF2B5EF4-FFF2-40B4-BE49-F238E27FC236}">
                <a16:creationId xmlns:a16="http://schemas.microsoft.com/office/drawing/2014/main" id="{B7334F8A-78E8-5447-8C7B-A897E1246B5B}"/>
              </a:ext>
            </a:extLst>
          </p:cNvPr>
          <p:cNvGrpSpPr/>
          <p:nvPr/>
        </p:nvGrpSpPr>
        <p:grpSpPr>
          <a:xfrm>
            <a:off x="7562238" y="2127325"/>
            <a:ext cx="3578867" cy="3640283"/>
            <a:chOff x="7562238" y="2127325"/>
            <a:chExt cx="3578867" cy="3640283"/>
          </a:xfrm>
        </p:grpSpPr>
        <p:cxnSp>
          <p:nvCxnSpPr>
            <p:cNvPr id="830" name="Straight Connector 829">
              <a:extLst>
                <a:ext uri="{FF2B5EF4-FFF2-40B4-BE49-F238E27FC236}">
                  <a16:creationId xmlns:a16="http://schemas.microsoft.com/office/drawing/2014/main" id="{B163CA8C-EB1E-A14C-9A66-BC297C1207E6}"/>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7" name="Straight Connector 826">
              <a:extLst>
                <a:ext uri="{FF2B5EF4-FFF2-40B4-BE49-F238E27FC236}">
                  <a16:creationId xmlns:a16="http://schemas.microsoft.com/office/drawing/2014/main" id="{5423E50E-9196-7E41-B2E3-7EFFBB807850}"/>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5" name="Straight Connector 824">
              <a:extLst>
                <a:ext uri="{FF2B5EF4-FFF2-40B4-BE49-F238E27FC236}">
                  <a16:creationId xmlns:a16="http://schemas.microsoft.com/office/drawing/2014/main" id="{D736E0FF-D607-3B4C-A87A-D415301D67BE}"/>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3" name="Straight Connector 822">
              <a:extLst>
                <a:ext uri="{FF2B5EF4-FFF2-40B4-BE49-F238E27FC236}">
                  <a16:creationId xmlns:a16="http://schemas.microsoft.com/office/drawing/2014/main" id="{412118DA-F614-8A42-80A7-8D427CB9D063}"/>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1F000A1C-019C-AC40-8B26-99394BC90A3F}"/>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8" name="Straight Connector 817">
              <a:extLst>
                <a:ext uri="{FF2B5EF4-FFF2-40B4-BE49-F238E27FC236}">
                  <a16:creationId xmlns:a16="http://schemas.microsoft.com/office/drawing/2014/main" id="{E581177E-ADBB-324A-BE56-FFA64730F33D}"/>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6" name="Straight Connector 815">
              <a:extLst>
                <a:ext uri="{FF2B5EF4-FFF2-40B4-BE49-F238E27FC236}">
                  <a16:creationId xmlns:a16="http://schemas.microsoft.com/office/drawing/2014/main" id="{D0BFF2F4-0B07-CF45-A69B-7B91FA12DE36}"/>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E3568D00-797E-F542-B47B-DC40257A1AF2}"/>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B5D2DFB3-E4DE-3C49-8F72-DC09F553A5F3}"/>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8" name="Straight Connector 807">
              <a:extLst>
                <a:ext uri="{FF2B5EF4-FFF2-40B4-BE49-F238E27FC236}">
                  <a16:creationId xmlns:a16="http://schemas.microsoft.com/office/drawing/2014/main" id="{F9A85AAA-3DAA-6946-B559-D97F731B61D5}"/>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12CE73BA-DDE8-5741-9E5E-64CA353BA98C}"/>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803" name="Group 802">
              <a:extLst>
                <a:ext uri="{FF2B5EF4-FFF2-40B4-BE49-F238E27FC236}">
                  <a16:creationId xmlns:a16="http://schemas.microsoft.com/office/drawing/2014/main" id="{4429D23B-C424-D54E-A99F-D3FC646B3D08}"/>
                </a:ext>
              </a:extLst>
            </p:cNvPr>
            <p:cNvGrpSpPr/>
            <p:nvPr/>
          </p:nvGrpSpPr>
          <p:grpSpPr>
            <a:xfrm>
              <a:off x="7562238" y="2127325"/>
              <a:ext cx="3578867" cy="3640283"/>
              <a:chOff x="7562238" y="2127325"/>
              <a:chExt cx="3578867" cy="3640283"/>
            </a:xfrm>
          </p:grpSpPr>
          <p:grpSp>
            <p:nvGrpSpPr>
              <p:cNvPr id="800" name="Group 799">
                <a:extLst>
                  <a:ext uri="{FF2B5EF4-FFF2-40B4-BE49-F238E27FC236}">
                    <a16:creationId xmlns:a16="http://schemas.microsoft.com/office/drawing/2014/main" id="{C0FB38C4-8D4E-FD46-8BA5-A01F983C9AF5}"/>
                  </a:ext>
                </a:extLst>
              </p:cNvPr>
              <p:cNvGrpSpPr/>
              <p:nvPr/>
            </p:nvGrpSpPr>
            <p:grpSpPr>
              <a:xfrm>
                <a:off x="7857253" y="2127325"/>
                <a:ext cx="3283852" cy="3640283"/>
                <a:chOff x="7881336" y="2104198"/>
                <a:chExt cx="3283852" cy="3640283"/>
              </a:xfrm>
            </p:grpSpPr>
            <p:sp>
              <p:nvSpPr>
                <p:cNvPr id="22" name="Line 428">
                  <a:extLst>
                    <a:ext uri="{FF2B5EF4-FFF2-40B4-BE49-F238E27FC236}">
                      <a16:creationId xmlns:a16="http://schemas.microsoft.com/office/drawing/2014/main" id="{28DDE19D-11FD-214B-B68A-9F6AAEA3AAEC}"/>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430">
                  <a:extLst>
                    <a:ext uri="{FF2B5EF4-FFF2-40B4-BE49-F238E27FC236}">
                      <a16:creationId xmlns:a16="http://schemas.microsoft.com/office/drawing/2014/main" id="{3188928B-5976-7142-B509-B67C32631B1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431">
                  <a:extLst>
                    <a:ext uri="{FF2B5EF4-FFF2-40B4-BE49-F238E27FC236}">
                      <a16:creationId xmlns:a16="http://schemas.microsoft.com/office/drawing/2014/main" id="{B61C3274-819B-1A4B-9892-BC7A0AB4BF5E}"/>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432">
                  <a:extLst>
                    <a:ext uri="{FF2B5EF4-FFF2-40B4-BE49-F238E27FC236}">
                      <a16:creationId xmlns:a16="http://schemas.microsoft.com/office/drawing/2014/main" id="{6434324A-C183-F645-84E8-7170D215D0C6}"/>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433">
                  <a:extLst>
                    <a:ext uri="{FF2B5EF4-FFF2-40B4-BE49-F238E27FC236}">
                      <a16:creationId xmlns:a16="http://schemas.microsoft.com/office/drawing/2014/main" id="{4326369B-7050-F54A-9B61-51FBE9831653}"/>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435">
                  <a:extLst>
                    <a:ext uri="{FF2B5EF4-FFF2-40B4-BE49-F238E27FC236}">
                      <a16:creationId xmlns:a16="http://schemas.microsoft.com/office/drawing/2014/main" id="{D2EFF5DE-9380-7D46-847C-7986E80C63F3}"/>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436">
                  <a:extLst>
                    <a:ext uri="{FF2B5EF4-FFF2-40B4-BE49-F238E27FC236}">
                      <a16:creationId xmlns:a16="http://schemas.microsoft.com/office/drawing/2014/main" id="{CAD2281A-59A4-DA4C-A9DC-E37CA4991998}"/>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439">
                  <a:extLst>
                    <a:ext uri="{FF2B5EF4-FFF2-40B4-BE49-F238E27FC236}">
                      <a16:creationId xmlns:a16="http://schemas.microsoft.com/office/drawing/2014/main" id="{59746900-72D7-BF46-8B59-62F2A5D479C9}"/>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440">
                  <a:extLst>
                    <a:ext uri="{FF2B5EF4-FFF2-40B4-BE49-F238E27FC236}">
                      <a16:creationId xmlns:a16="http://schemas.microsoft.com/office/drawing/2014/main" id="{76AA107C-4028-5D4D-B986-E7C4D7058C29}"/>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441">
                  <a:extLst>
                    <a:ext uri="{FF2B5EF4-FFF2-40B4-BE49-F238E27FC236}">
                      <a16:creationId xmlns:a16="http://schemas.microsoft.com/office/drawing/2014/main" id="{AF797424-05E8-8345-847C-94DA81395AD4}"/>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443">
                  <a:extLst>
                    <a:ext uri="{FF2B5EF4-FFF2-40B4-BE49-F238E27FC236}">
                      <a16:creationId xmlns:a16="http://schemas.microsoft.com/office/drawing/2014/main" id="{BCDF073B-F330-A345-A512-B85DFD399D1F}"/>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449">
                  <a:extLst>
                    <a:ext uri="{FF2B5EF4-FFF2-40B4-BE49-F238E27FC236}">
                      <a16:creationId xmlns:a16="http://schemas.microsoft.com/office/drawing/2014/main" id="{53CD988A-3515-7242-9C29-87AF281086FD}"/>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8" name="Line 428">
                  <a:extLst>
                    <a:ext uri="{FF2B5EF4-FFF2-40B4-BE49-F238E27FC236}">
                      <a16:creationId xmlns:a16="http://schemas.microsoft.com/office/drawing/2014/main" id="{538963BA-E603-D94F-A908-92C50EC393BD}"/>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7" name="Line 440">
                  <a:extLst>
                    <a:ext uri="{FF2B5EF4-FFF2-40B4-BE49-F238E27FC236}">
                      <a16:creationId xmlns:a16="http://schemas.microsoft.com/office/drawing/2014/main" id="{E3BCB46D-EF32-8C42-A43A-1B0DAF759B6E}"/>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564" name="Straight Connector 563">
                  <a:extLst>
                    <a:ext uri="{FF2B5EF4-FFF2-40B4-BE49-F238E27FC236}">
                      <a16:creationId xmlns:a16="http://schemas.microsoft.com/office/drawing/2014/main" id="{CE6E1140-BC2F-9947-9B51-91DC5079ABB1}"/>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5" name="Straight Connector 564">
                  <a:extLst>
                    <a:ext uri="{FF2B5EF4-FFF2-40B4-BE49-F238E27FC236}">
                      <a16:creationId xmlns:a16="http://schemas.microsoft.com/office/drawing/2014/main" id="{9EF5B4FA-3960-F54C-936B-C64147078447}"/>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6" name="Straight Connector 565">
                  <a:extLst>
                    <a:ext uri="{FF2B5EF4-FFF2-40B4-BE49-F238E27FC236}">
                      <a16:creationId xmlns:a16="http://schemas.microsoft.com/office/drawing/2014/main" id="{691B45AC-C5E3-D24E-9C63-05D00B08C71D}"/>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7" name="Straight Connector 566">
                  <a:extLst>
                    <a:ext uri="{FF2B5EF4-FFF2-40B4-BE49-F238E27FC236}">
                      <a16:creationId xmlns:a16="http://schemas.microsoft.com/office/drawing/2014/main" id="{59EB46BB-F3EA-4248-B631-AC80BEB74EF0}"/>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8" name="Straight Connector 567">
                  <a:extLst>
                    <a:ext uri="{FF2B5EF4-FFF2-40B4-BE49-F238E27FC236}">
                      <a16:creationId xmlns:a16="http://schemas.microsoft.com/office/drawing/2014/main" id="{C562C7DD-3FD1-0E4C-B308-744C6C87FC79}"/>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69" name="Straight Connector 568">
                  <a:extLst>
                    <a:ext uri="{FF2B5EF4-FFF2-40B4-BE49-F238E27FC236}">
                      <a16:creationId xmlns:a16="http://schemas.microsoft.com/office/drawing/2014/main" id="{6793D61B-AD50-A246-A5C0-38DF48C17738}"/>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0" name="Straight Connector 569">
                  <a:extLst>
                    <a:ext uri="{FF2B5EF4-FFF2-40B4-BE49-F238E27FC236}">
                      <a16:creationId xmlns:a16="http://schemas.microsoft.com/office/drawing/2014/main" id="{EDD09B84-3AA8-0948-AB6C-1D5CBFFC5293}"/>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4" name="Straight Connector 573">
                  <a:extLst>
                    <a:ext uri="{FF2B5EF4-FFF2-40B4-BE49-F238E27FC236}">
                      <a16:creationId xmlns:a16="http://schemas.microsoft.com/office/drawing/2014/main" id="{C777BA08-17B1-254B-BCB6-583E10254EC6}"/>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3" name="Line 541">
                  <a:extLst>
                    <a:ext uri="{FF2B5EF4-FFF2-40B4-BE49-F238E27FC236}">
                      <a16:creationId xmlns:a16="http://schemas.microsoft.com/office/drawing/2014/main" id="{C44ADC96-78DA-C64F-AF97-4FFA68D2ED1C}"/>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 name="Line 424">
                  <a:extLst>
                    <a:ext uri="{FF2B5EF4-FFF2-40B4-BE49-F238E27FC236}">
                      <a16:creationId xmlns:a16="http://schemas.microsoft.com/office/drawing/2014/main" id="{845B46BE-685D-2D4E-AD26-5684794D19D9}"/>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62" name="Picture 778" descr="antenna_radiation_stylized">
                <a:extLst>
                  <a:ext uri="{FF2B5EF4-FFF2-40B4-BE49-F238E27FC236}">
                    <a16:creationId xmlns:a16="http://schemas.microsoft.com/office/drawing/2014/main" id="{B73E5F98-BC74-DB47-BA02-5F29DC675722}"/>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0" name="Picture 781" descr="antenna_radiation_stylized">
                <a:extLst>
                  <a:ext uri="{FF2B5EF4-FFF2-40B4-BE49-F238E27FC236}">
                    <a16:creationId xmlns:a16="http://schemas.microsoft.com/office/drawing/2014/main" id="{5F858A2F-D0F0-7E47-8EF1-4C37898F9C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2" name="Picture 799" descr="cell_tower_radiation copy">
                <a:extLst>
                  <a:ext uri="{FF2B5EF4-FFF2-40B4-BE49-F238E27FC236}">
                    <a16:creationId xmlns:a16="http://schemas.microsoft.com/office/drawing/2014/main" id="{B5B28CD6-3076-384D-8180-86543C59B6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 name="Oval 800">
                <a:extLst>
                  <a:ext uri="{FF2B5EF4-FFF2-40B4-BE49-F238E27FC236}">
                    <a16:creationId xmlns:a16="http://schemas.microsoft.com/office/drawing/2014/main" id="{271D03F6-D85B-EC41-803D-EFAA96DAE87E}"/>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grpSp>
      <p:grpSp>
        <p:nvGrpSpPr>
          <p:cNvPr id="797" name="Group 796">
            <a:extLst>
              <a:ext uri="{FF2B5EF4-FFF2-40B4-BE49-F238E27FC236}">
                <a16:creationId xmlns:a16="http://schemas.microsoft.com/office/drawing/2014/main" id="{D383E01F-FA6F-5647-A6B1-D5444F12E4E2}"/>
              </a:ext>
            </a:extLst>
          </p:cNvPr>
          <p:cNvGrpSpPr/>
          <p:nvPr/>
        </p:nvGrpSpPr>
        <p:grpSpPr>
          <a:xfrm>
            <a:off x="7414072" y="1891912"/>
            <a:ext cx="4144321" cy="4300892"/>
            <a:chOff x="7432700" y="1830405"/>
            <a:chExt cx="4144321" cy="4300892"/>
          </a:xfrm>
        </p:grpSpPr>
        <p:grpSp>
          <p:nvGrpSpPr>
            <p:cNvPr id="787" name="Group 786">
              <a:extLst>
                <a:ext uri="{FF2B5EF4-FFF2-40B4-BE49-F238E27FC236}">
                  <a16:creationId xmlns:a16="http://schemas.microsoft.com/office/drawing/2014/main" id="{C944F5F4-7AD1-AE48-9769-ABE2F95B5A26}"/>
                </a:ext>
              </a:extLst>
            </p:cNvPr>
            <p:cNvGrpSpPr/>
            <p:nvPr/>
          </p:nvGrpSpPr>
          <p:grpSpPr>
            <a:xfrm>
              <a:off x="7432700" y="1830405"/>
              <a:ext cx="1909777" cy="938011"/>
              <a:chOff x="7432700" y="1830405"/>
              <a:chExt cx="1909777" cy="938011"/>
            </a:xfrm>
          </p:grpSpPr>
          <p:grpSp>
            <p:nvGrpSpPr>
              <p:cNvPr id="49" name="Group 652">
                <a:extLst>
                  <a:ext uri="{FF2B5EF4-FFF2-40B4-BE49-F238E27FC236}">
                    <a16:creationId xmlns:a16="http://schemas.microsoft.com/office/drawing/2014/main" id="{F4E63F52-683B-8244-A48E-D8CF833CC085}"/>
                  </a:ext>
                </a:extLst>
              </p:cNvPr>
              <p:cNvGrpSpPr>
                <a:grpSpLocks/>
              </p:cNvGrpSpPr>
              <p:nvPr/>
            </p:nvGrpSpPr>
            <p:grpSpPr bwMode="auto">
              <a:xfrm>
                <a:off x="7743850" y="1830405"/>
                <a:ext cx="415925" cy="385763"/>
                <a:chOff x="2751" y="1851"/>
                <a:chExt cx="462" cy="478"/>
              </a:xfrm>
            </p:grpSpPr>
            <p:pic>
              <p:nvPicPr>
                <p:cNvPr id="359" name="Picture 653" descr="iphone_stylized_small">
                  <a:extLst>
                    <a:ext uri="{FF2B5EF4-FFF2-40B4-BE49-F238E27FC236}">
                      <a16:creationId xmlns:a16="http://schemas.microsoft.com/office/drawing/2014/main" id="{EDF1EC93-A6E5-964F-B0D6-EE56B282AEB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0" name="Picture 654" descr="antenna_radiation_stylized">
                  <a:extLst>
                    <a:ext uri="{FF2B5EF4-FFF2-40B4-BE49-F238E27FC236}">
                      <a16:creationId xmlns:a16="http://schemas.microsoft.com/office/drawing/2014/main" id="{0A17C594-505E-6F41-AEEB-272A31DFD26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85" name="Group 784">
                <a:extLst>
                  <a:ext uri="{FF2B5EF4-FFF2-40B4-BE49-F238E27FC236}">
                    <a16:creationId xmlns:a16="http://schemas.microsoft.com/office/drawing/2014/main" id="{91E02B81-5B35-4545-A954-B7E923AB7286}"/>
                  </a:ext>
                </a:extLst>
              </p:cNvPr>
              <p:cNvGrpSpPr/>
              <p:nvPr/>
            </p:nvGrpSpPr>
            <p:grpSpPr>
              <a:xfrm>
                <a:off x="7432700" y="2327293"/>
                <a:ext cx="534987" cy="407988"/>
                <a:chOff x="7432700" y="2327293"/>
                <a:chExt cx="534987" cy="407988"/>
              </a:xfrm>
            </p:grpSpPr>
            <p:pic>
              <p:nvPicPr>
                <p:cNvPr id="73" name="Picture 1017" descr="antenna_stylized">
                  <a:extLst>
                    <a:ext uri="{FF2B5EF4-FFF2-40B4-BE49-F238E27FC236}">
                      <a16:creationId xmlns:a16="http://schemas.microsoft.com/office/drawing/2014/main" id="{27A537F5-5D99-BF4C-9B11-E9782673F1AA}"/>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Picture 1018" descr="laptop_keyboard">
                  <a:extLst>
                    <a:ext uri="{FF2B5EF4-FFF2-40B4-BE49-F238E27FC236}">
                      <a16:creationId xmlns:a16="http://schemas.microsoft.com/office/drawing/2014/main" id="{7087B8D0-FFCB-0746-A889-28909002C2F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Freeform 1019">
                  <a:extLst>
                    <a:ext uri="{FF2B5EF4-FFF2-40B4-BE49-F238E27FC236}">
                      <a16:creationId xmlns:a16="http://schemas.microsoft.com/office/drawing/2014/main" id="{7C75BC30-0808-D44D-AF7A-A72B4A529E54}"/>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76" name="Picture 1020" descr="screen">
                  <a:extLst>
                    <a:ext uri="{FF2B5EF4-FFF2-40B4-BE49-F238E27FC236}">
                      <a16:creationId xmlns:a16="http://schemas.microsoft.com/office/drawing/2014/main" id="{2D732B7A-74CB-D547-ADB5-C721526D5E99}"/>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Freeform 1021">
                  <a:extLst>
                    <a:ext uri="{FF2B5EF4-FFF2-40B4-BE49-F238E27FC236}">
                      <a16:creationId xmlns:a16="http://schemas.microsoft.com/office/drawing/2014/main" id="{FBD1A429-9B8F-F940-AD09-4638CC3167E7}"/>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8" name="Freeform 1022">
                  <a:extLst>
                    <a:ext uri="{FF2B5EF4-FFF2-40B4-BE49-F238E27FC236}">
                      <a16:creationId xmlns:a16="http://schemas.microsoft.com/office/drawing/2014/main" id="{376C8B48-3441-F643-B92D-5DC759EDA1B5}"/>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1023">
                  <a:extLst>
                    <a:ext uri="{FF2B5EF4-FFF2-40B4-BE49-F238E27FC236}">
                      <a16:creationId xmlns:a16="http://schemas.microsoft.com/office/drawing/2014/main" id="{4DFECD03-4AF0-1342-8138-6CEC8249A2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1024">
                  <a:extLst>
                    <a:ext uri="{FF2B5EF4-FFF2-40B4-BE49-F238E27FC236}">
                      <a16:creationId xmlns:a16="http://schemas.microsoft.com/office/drawing/2014/main" id="{8AA57D4B-3E9B-994B-AF13-DB646178BD1D}"/>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1025">
                  <a:extLst>
                    <a:ext uri="{FF2B5EF4-FFF2-40B4-BE49-F238E27FC236}">
                      <a16:creationId xmlns:a16="http://schemas.microsoft.com/office/drawing/2014/main" id="{59DA24E7-1981-0E44-8060-2B7CE58EBF80}"/>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1026">
                  <a:extLst>
                    <a:ext uri="{FF2B5EF4-FFF2-40B4-BE49-F238E27FC236}">
                      <a16:creationId xmlns:a16="http://schemas.microsoft.com/office/drawing/2014/main" id="{DB3D3129-2B70-5643-96C2-83638DE57FF8}"/>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83" name="Group 1027">
                  <a:extLst>
                    <a:ext uri="{FF2B5EF4-FFF2-40B4-BE49-F238E27FC236}">
                      <a16:creationId xmlns:a16="http://schemas.microsoft.com/office/drawing/2014/main" id="{8C6DEC60-5C97-D546-9977-EBD182221DD2}"/>
                    </a:ext>
                  </a:extLst>
                </p:cNvPr>
                <p:cNvGrpSpPr>
                  <a:grpSpLocks/>
                </p:cNvGrpSpPr>
                <p:nvPr/>
              </p:nvGrpSpPr>
              <p:grpSpPr bwMode="auto">
                <a:xfrm>
                  <a:off x="7594735" y="2642220"/>
                  <a:ext cx="98740" cy="36846"/>
                  <a:chOff x="1740" y="2642"/>
                  <a:chExt cx="752" cy="327"/>
                </a:xfrm>
              </p:grpSpPr>
              <p:sp>
                <p:nvSpPr>
                  <p:cNvPr id="169" name="Freeform 1028">
                    <a:extLst>
                      <a:ext uri="{FF2B5EF4-FFF2-40B4-BE49-F238E27FC236}">
                        <a16:creationId xmlns:a16="http://schemas.microsoft.com/office/drawing/2014/main" id="{5D16627E-DE34-BC4F-9513-7A7D4707F7C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0" name="Freeform 1029">
                    <a:extLst>
                      <a:ext uri="{FF2B5EF4-FFF2-40B4-BE49-F238E27FC236}">
                        <a16:creationId xmlns:a16="http://schemas.microsoft.com/office/drawing/2014/main" id="{D8D65D68-18A4-E54D-8916-1DEF36844C9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1" name="Freeform 1030">
                    <a:extLst>
                      <a:ext uri="{FF2B5EF4-FFF2-40B4-BE49-F238E27FC236}">
                        <a16:creationId xmlns:a16="http://schemas.microsoft.com/office/drawing/2014/main" id="{3C79D147-9974-F341-96E9-F9AD19F1404B}"/>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2" name="Freeform 1031">
                    <a:extLst>
                      <a:ext uri="{FF2B5EF4-FFF2-40B4-BE49-F238E27FC236}">
                        <a16:creationId xmlns:a16="http://schemas.microsoft.com/office/drawing/2014/main" id="{5E0CE9D2-21FD-2644-9691-743CC3E130FC}"/>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3" name="Freeform 1032">
                    <a:extLst>
                      <a:ext uri="{FF2B5EF4-FFF2-40B4-BE49-F238E27FC236}">
                        <a16:creationId xmlns:a16="http://schemas.microsoft.com/office/drawing/2014/main" id="{5691098F-1432-0D44-8573-312C3A566A2D}"/>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 name="Freeform 1033">
                    <a:extLst>
                      <a:ext uri="{FF2B5EF4-FFF2-40B4-BE49-F238E27FC236}">
                        <a16:creationId xmlns:a16="http://schemas.microsoft.com/office/drawing/2014/main" id="{2D4A77A2-D0F1-164A-A67D-A509543869CD}"/>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84" name="Freeform 1034">
                  <a:extLst>
                    <a:ext uri="{FF2B5EF4-FFF2-40B4-BE49-F238E27FC236}">
                      <a16:creationId xmlns:a16="http://schemas.microsoft.com/office/drawing/2014/main" id="{A283BD8E-0AD2-B743-8237-483C3A6A6CD3}"/>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5" name="Freeform 1035">
                  <a:extLst>
                    <a:ext uri="{FF2B5EF4-FFF2-40B4-BE49-F238E27FC236}">
                      <a16:creationId xmlns:a16="http://schemas.microsoft.com/office/drawing/2014/main" id="{AA215C2D-4069-DE48-884E-A1816F7D4D0B}"/>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1036">
                  <a:extLst>
                    <a:ext uri="{FF2B5EF4-FFF2-40B4-BE49-F238E27FC236}">
                      <a16:creationId xmlns:a16="http://schemas.microsoft.com/office/drawing/2014/main" id="{421821F5-5AD5-4D4E-A4F9-5D46E41A4ECC}"/>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7" name="Freeform 1037">
                  <a:extLst>
                    <a:ext uri="{FF2B5EF4-FFF2-40B4-BE49-F238E27FC236}">
                      <a16:creationId xmlns:a16="http://schemas.microsoft.com/office/drawing/2014/main" id="{499D2FC7-7022-A944-98B2-E74E9B2E5256}"/>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8" name="Freeform 1038">
                  <a:extLst>
                    <a:ext uri="{FF2B5EF4-FFF2-40B4-BE49-F238E27FC236}">
                      <a16:creationId xmlns:a16="http://schemas.microsoft.com/office/drawing/2014/main" id="{37918171-6E71-A846-A2B5-7C65DD7456B5}"/>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9" name="Freeform 1039">
                  <a:extLst>
                    <a:ext uri="{FF2B5EF4-FFF2-40B4-BE49-F238E27FC236}">
                      <a16:creationId xmlns:a16="http://schemas.microsoft.com/office/drawing/2014/main" id="{68ECFF60-AA48-2D4C-9A67-90DB18F81D4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40" name="Group 739">
                <a:extLst>
                  <a:ext uri="{FF2B5EF4-FFF2-40B4-BE49-F238E27FC236}">
                    <a16:creationId xmlns:a16="http://schemas.microsoft.com/office/drawing/2014/main" id="{504BAA5F-BBD8-8242-BC48-7D0E761F340A}"/>
                  </a:ext>
                </a:extLst>
              </p:cNvPr>
              <p:cNvGrpSpPr/>
              <p:nvPr/>
            </p:nvGrpSpPr>
            <p:grpSpPr>
              <a:xfrm>
                <a:off x="8631407" y="2290407"/>
                <a:ext cx="530702" cy="478009"/>
                <a:chOff x="8631407" y="2290407"/>
                <a:chExt cx="530702" cy="478009"/>
              </a:xfrm>
            </p:grpSpPr>
            <p:pic>
              <p:nvPicPr>
                <p:cNvPr id="110" name="Picture 568" descr="light2.png">
                  <a:extLst>
                    <a:ext uri="{FF2B5EF4-FFF2-40B4-BE49-F238E27FC236}">
                      <a16:creationId xmlns:a16="http://schemas.microsoft.com/office/drawing/2014/main" id="{D96B693D-26FC-E443-A112-C4AFFE90DC3D}"/>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1" name="Picture 1017" descr="antenna_stylized">
                  <a:extLst>
                    <a:ext uri="{FF2B5EF4-FFF2-40B4-BE49-F238E27FC236}">
                      <a16:creationId xmlns:a16="http://schemas.microsoft.com/office/drawing/2014/main" id="{F4E4C4C0-89A6-D74D-B25C-228CE5BC1DBE}"/>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86" name="Group 785">
                <a:extLst>
                  <a:ext uri="{FF2B5EF4-FFF2-40B4-BE49-F238E27FC236}">
                    <a16:creationId xmlns:a16="http://schemas.microsoft.com/office/drawing/2014/main" id="{46F998A3-3B85-214A-927A-3BF067B7C2A0}"/>
                  </a:ext>
                </a:extLst>
              </p:cNvPr>
              <p:cNvGrpSpPr/>
              <p:nvPr/>
            </p:nvGrpSpPr>
            <p:grpSpPr>
              <a:xfrm>
                <a:off x="8493165" y="2029804"/>
                <a:ext cx="849312" cy="226109"/>
                <a:chOff x="8493165" y="2029804"/>
                <a:chExt cx="849312" cy="226109"/>
              </a:xfrm>
            </p:grpSpPr>
            <p:pic>
              <p:nvPicPr>
                <p:cNvPr id="48" name="Picture 603" descr="car_icon_small">
                  <a:extLst>
                    <a:ext uri="{FF2B5EF4-FFF2-40B4-BE49-F238E27FC236}">
                      <a16:creationId xmlns:a16="http://schemas.microsoft.com/office/drawing/2014/main" id="{147E2796-D425-6645-93B3-B97E69B1461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 name="Picture 1017" descr="antenna_stylized">
                  <a:extLst>
                    <a:ext uri="{FF2B5EF4-FFF2-40B4-BE49-F238E27FC236}">
                      <a16:creationId xmlns:a16="http://schemas.microsoft.com/office/drawing/2014/main" id="{F0886BE8-9B0B-F046-92AA-1AC818378EAB}"/>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793" name="Group 792">
              <a:extLst>
                <a:ext uri="{FF2B5EF4-FFF2-40B4-BE49-F238E27FC236}">
                  <a16:creationId xmlns:a16="http://schemas.microsoft.com/office/drawing/2014/main" id="{93351559-0D4C-F04C-928E-5CDA57B5EB47}"/>
                </a:ext>
              </a:extLst>
            </p:cNvPr>
            <p:cNvGrpSpPr/>
            <p:nvPr/>
          </p:nvGrpSpPr>
          <p:grpSpPr>
            <a:xfrm>
              <a:off x="7487144" y="3296104"/>
              <a:ext cx="857739" cy="583764"/>
              <a:chOff x="7487144" y="3296104"/>
              <a:chExt cx="857739" cy="583764"/>
            </a:xfrm>
          </p:grpSpPr>
          <p:grpSp>
            <p:nvGrpSpPr>
              <p:cNvPr id="792" name="Group 791">
                <a:extLst>
                  <a:ext uri="{FF2B5EF4-FFF2-40B4-BE49-F238E27FC236}">
                    <a16:creationId xmlns:a16="http://schemas.microsoft.com/office/drawing/2014/main" id="{084B6293-559E-5D43-AF2B-4CB5E09EC6C5}"/>
                  </a:ext>
                </a:extLst>
              </p:cNvPr>
              <p:cNvGrpSpPr/>
              <p:nvPr/>
            </p:nvGrpSpPr>
            <p:grpSpPr>
              <a:xfrm>
                <a:off x="7487144" y="3389820"/>
                <a:ext cx="350807" cy="305517"/>
                <a:chOff x="7487144" y="3389820"/>
                <a:chExt cx="350807" cy="305517"/>
              </a:xfrm>
            </p:grpSpPr>
            <p:pic>
              <p:nvPicPr>
                <p:cNvPr id="91" name="Picture 1115" descr="antenna_stylized">
                  <a:extLst>
                    <a:ext uri="{FF2B5EF4-FFF2-40B4-BE49-F238E27FC236}">
                      <a16:creationId xmlns:a16="http://schemas.microsoft.com/office/drawing/2014/main" id="{1821BC3E-6137-D844-92B9-4BA4CFF41F6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1116" descr="laptop_keyboard">
                  <a:extLst>
                    <a:ext uri="{FF2B5EF4-FFF2-40B4-BE49-F238E27FC236}">
                      <a16:creationId xmlns:a16="http://schemas.microsoft.com/office/drawing/2014/main" id="{7F05CE3B-E67B-1B40-9D5B-2914F0B9BFBF}"/>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 name="Freeform 1117">
                  <a:extLst>
                    <a:ext uri="{FF2B5EF4-FFF2-40B4-BE49-F238E27FC236}">
                      <a16:creationId xmlns:a16="http://schemas.microsoft.com/office/drawing/2014/main" id="{B52A07C5-D801-5B41-BD20-C20958925D05}"/>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94" name="Picture 1118" descr="screen">
                  <a:extLst>
                    <a:ext uri="{FF2B5EF4-FFF2-40B4-BE49-F238E27FC236}">
                      <a16:creationId xmlns:a16="http://schemas.microsoft.com/office/drawing/2014/main" id="{2EA30B4E-5447-0340-8DAD-349A843F2AC9}"/>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Freeform 1119">
                  <a:extLst>
                    <a:ext uri="{FF2B5EF4-FFF2-40B4-BE49-F238E27FC236}">
                      <a16:creationId xmlns:a16="http://schemas.microsoft.com/office/drawing/2014/main" id="{1137F6C6-A7C9-9A4D-BCE3-048DB90EF759}"/>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6" name="Freeform 1120">
                  <a:extLst>
                    <a:ext uri="{FF2B5EF4-FFF2-40B4-BE49-F238E27FC236}">
                      <a16:creationId xmlns:a16="http://schemas.microsoft.com/office/drawing/2014/main" id="{7A0060E2-767D-1545-8656-29ED1A471251}"/>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7" name="Freeform 1121">
                  <a:extLst>
                    <a:ext uri="{FF2B5EF4-FFF2-40B4-BE49-F238E27FC236}">
                      <a16:creationId xmlns:a16="http://schemas.microsoft.com/office/drawing/2014/main" id="{15790F5A-ABAC-8D49-A4F9-E2F576550DB0}"/>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8" name="Freeform 1122">
                  <a:extLst>
                    <a:ext uri="{FF2B5EF4-FFF2-40B4-BE49-F238E27FC236}">
                      <a16:creationId xmlns:a16="http://schemas.microsoft.com/office/drawing/2014/main" id="{8898B7ED-5BCF-8C4E-B1AA-B82AD50FD155}"/>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9" name="Freeform 1123">
                  <a:extLst>
                    <a:ext uri="{FF2B5EF4-FFF2-40B4-BE49-F238E27FC236}">
                      <a16:creationId xmlns:a16="http://schemas.microsoft.com/office/drawing/2014/main" id="{5A7F91EF-AD6B-D64E-B73E-C762D73A7A33}"/>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0" name="Freeform 1124">
                  <a:extLst>
                    <a:ext uri="{FF2B5EF4-FFF2-40B4-BE49-F238E27FC236}">
                      <a16:creationId xmlns:a16="http://schemas.microsoft.com/office/drawing/2014/main" id="{BBB1B153-2E6F-7246-9B11-B68D01DF60E3}"/>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01" name="Group 1125">
                  <a:extLst>
                    <a:ext uri="{FF2B5EF4-FFF2-40B4-BE49-F238E27FC236}">
                      <a16:creationId xmlns:a16="http://schemas.microsoft.com/office/drawing/2014/main" id="{57060979-075D-9D4D-B12E-DA0CCD4C6B8F}"/>
                    </a:ext>
                  </a:extLst>
                </p:cNvPr>
                <p:cNvGrpSpPr>
                  <a:grpSpLocks/>
                </p:cNvGrpSpPr>
                <p:nvPr/>
              </p:nvGrpSpPr>
              <p:grpSpPr bwMode="auto">
                <a:xfrm>
                  <a:off x="7593395" y="3625649"/>
                  <a:ext cx="64747" cy="27592"/>
                  <a:chOff x="1740" y="2642"/>
                  <a:chExt cx="752" cy="327"/>
                </a:xfrm>
              </p:grpSpPr>
              <p:sp>
                <p:nvSpPr>
                  <p:cNvPr id="140" name="Freeform 1126">
                    <a:extLst>
                      <a:ext uri="{FF2B5EF4-FFF2-40B4-BE49-F238E27FC236}">
                        <a16:creationId xmlns:a16="http://schemas.microsoft.com/office/drawing/2014/main" id="{8DFFF656-1361-C546-8336-177F79E46915}"/>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1127">
                    <a:extLst>
                      <a:ext uri="{FF2B5EF4-FFF2-40B4-BE49-F238E27FC236}">
                        <a16:creationId xmlns:a16="http://schemas.microsoft.com/office/drawing/2014/main" id="{60C6C6B3-72DE-664B-B4DE-3C04B0C5BFE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2" name="Freeform 1128">
                    <a:extLst>
                      <a:ext uri="{FF2B5EF4-FFF2-40B4-BE49-F238E27FC236}">
                        <a16:creationId xmlns:a16="http://schemas.microsoft.com/office/drawing/2014/main" id="{0D48292A-917D-D046-A974-043CEE5A4149}"/>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 name="Freeform 1129">
                    <a:extLst>
                      <a:ext uri="{FF2B5EF4-FFF2-40B4-BE49-F238E27FC236}">
                        <a16:creationId xmlns:a16="http://schemas.microsoft.com/office/drawing/2014/main" id="{DB6BAAEB-BADD-0A4F-8A9D-D72AFCA99A5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 name="Freeform 1130">
                    <a:extLst>
                      <a:ext uri="{FF2B5EF4-FFF2-40B4-BE49-F238E27FC236}">
                        <a16:creationId xmlns:a16="http://schemas.microsoft.com/office/drawing/2014/main" id="{05D5969F-F3B9-414D-975E-A6700098F263}"/>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1131">
                    <a:extLst>
                      <a:ext uri="{FF2B5EF4-FFF2-40B4-BE49-F238E27FC236}">
                        <a16:creationId xmlns:a16="http://schemas.microsoft.com/office/drawing/2014/main" id="{41BB174D-6019-384D-A5AC-1B4D92D938B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02" name="Freeform 1132">
                  <a:extLst>
                    <a:ext uri="{FF2B5EF4-FFF2-40B4-BE49-F238E27FC236}">
                      <a16:creationId xmlns:a16="http://schemas.microsoft.com/office/drawing/2014/main" id="{F8739864-4836-E447-8FC8-5886923FF496}"/>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 name="Freeform 1133">
                  <a:extLst>
                    <a:ext uri="{FF2B5EF4-FFF2-40B4-BE49-F238E27FC236}">
                      <a16:creationId xmlns:a16="http://schemas.microsoft.com/office/drawing/2014/main" id="{C59CADF3-CD09-FB48-A672-C2C50B66CEB8}"/>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 name="Freeform 1134">
                  <a:extLst>
                    <a:ext uri="{FF2B5EF4-FFF2-40B4-BE49-F238E27FC236}">
                      <a16:creationId xmlns:a16="http://schemas.microsoft.com/office/drawing/2014/main" id="{628AB6FD-35F6-0345-BD13-22EAAF9EC275}"/>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 name="Freeform 1135">
                  <a:extLst>
                    <a:ext uri="{FF2B5EF4-FFF2-40B4-BE49-F238E27FC236}">
                      <a16:creationId xmlns:a16="http://schemas.microsoft.com/office/drawing/2014/main" id="{76529D44-B4FD-DE4D-812E-E461A0FCCA6C}"/>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6" name="Freeform 1136">
                  <a:extLst>
                    <a:ext uri="{FF2B5EF4-FFF2-40B4-BE49-F238E27FC236}">
                      <a16:creationId xmlns:a16="http://schemas.microsoft.com/office/drawing/2014/main" id="{44CD9A89-0E3B-2C40-8436-71B7526BA660}"/>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7" name="Freeform 1137">
                  <a:extLst>
                    <a:ext uri="{FF2B5EF4-FFF2-40B4-BE49-F238E27FC236}">
                      <a16:creationId xmlns:a16="http://schemas.microsoft.com/office/drawing/2014/main" id="{92BF681C-02FC-8F49-A2CD-8F3446ECE5D3}"/>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8" name="Group 1139">
                <a:extLst>
                  <a:ext uri="{FF2B5EF4-FFF2-40B4-BE49-F238E27FC236}">
                    <a16:creationId xmlns:a16="http://schemas.microsoft.com/office/drawing/2014/main" id="{904B7C12-C509-8641-BB63-56DEDB95F954}"/>
                  </a:ext>
                </a:extLst>
              </p:cNvPr>
              <p:cNvGrpSpPr>
                <a:grpSpLocks/>
              </p:cNvGrpSpPr>
              <p:nvPr/>
            </p:nvGrpSpPr>
            <p:grpSpPr bwMode="auto">
              <a:xfrm flipH="1">
                <a:off x="7985622" y="3537823"/>
                <a:ext cx="359261" cy="342045"/>
                <a:chOff x="2839" y="3501"/>
                <a:chExt cx="755" cy="803"/>
              </a:xfrm>
            </p:grpSpPr>
            <p:pic>
              <p:nvPicPr>
                <p:cNvPr id="138" name="Picture 1140" descr="desktop_computer_stylized_medium">
                  <a:extLst>
                    <a:ext uri="{FF2B5EF4-FFF2-40B4-BE49-F238E27FC236}">
                      <a16:creationId xmlns:a16="http://schemas.microsoft.com/office/drawing/2014/main" id="{BDC7F552-21C9-C942-90FF-0162099A3D5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 name="Freeform 1141">
                  <a:extLst>
                    <a:ext uri="{FF2B5EF4-FFF2-40B4-BE49-F238E27FC236}">
                      <a16:creationId xmlns:a16="http://schemas.microsoft.com/office/drawing/2014/main" id="{654B43BA-608E-5D4D-B11B-71762CFBEEDE}"/>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94" name="Group 693">
                <a:extLst>
                  <a:ext uri="{FF2B5EF4-FFF2-40B4-BE49-F238E27FC236}">
                    <a16:creationId xmlns:a16="http://schemas.microsoft.com/office/drawing/2014/main" id="{14715B6C-9A50-FE4B-A8D2-1E669BF891E3}"/>
                  </a:ext>
                </a:extLst>
              </p:cNvPr>
              <p:cNvGrpSpPr/>
              <p:nvPr/>
            </p:nvGrpSpPr>
            <p:grpSpPr>
              <a:xfrm>
                <a:off x="7797061" y="3296104"/>
                <a:ext cx="347997" cy="396620"/>
                <a:chOff x="7797061" y="3296104"/>
                <a:chExt cx="347997" cy="396620"/>
              </a:xfrm>
            </p:grpSpPr>
            <p:pic>
              <p:nvPicPr>
                <p:cNvPr id="113" name="Picture 571" descr="fridge2.png">
                  <a:extLst>
                    <a:ext uri="{FF2B5EF4-FFF2-40B4-BE49-F238E27FC236}">
                      <a16:creationId xmlns:a16="http://schemas.microsoft.com/office/drawing/2014/main" id="{29DD0F98-F93B-0145-A925-F4125ED490DD}"/>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Picture 1115" descr="antenna_stylized">
                  <a:extLst>
                    <a:ext uri="{FF2B5EF4-FFF2-40B4-BE49-F238E27FC236}">
                      <a16:creationId xmlns:a16="http://schemas.microsoft.com/office/drawing/2014/main" id="{C1A64F68-4D16-AE4F-AB60-09D2C0CF0E2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795" name="Group 794">
              <a:extLst>
                <a:ext uri="{FF2B5EF4-FFF2-40B4-BE49-F238E27FC236}">
                  <a16:creationId xmlns:a16="http://schemas.microsoft.com/office/drawing/2014/main" id="{AF73DE4B-526E-9C4F-9242-9BC0D43F8CBA}"/>
                </a:ext>
              </a:extLst>
            </p:cNvPr>
            <p:cNvGrpSpPr/>
            <p:nvPr/>
          </p:nvGrpSpPr>
          <p:grpSpPr>
            <a:xfrm>
              <a:off x="11058573" y="3399165"/>
              <a:ext cx="518448" cy="1212242"/>
              <a:chOff x="11058573" y="3399165"/>
              <a:chExt cx="518448" cy="1212242"/>
            </a:xfrm>
          </p:grpSpPr>
          <p:grpSp>
            <p:nvGrpSpPr>
              <p:cNvPr id="375" name="Group 374">
                <a:extLst>
                  <a:ext uri="{FF2B5EF4-FFF2-40B4-BE49-F238E27FC236}">
                    <a16:creationId xmlns:a16="http://schemas.microsoft.com/office/drawing/2014/main" id="{433FEDDB-405E-DB4E-815F-55EE9E62EF1A}"/>
                  </a:ext>
                </a:extLst>
              </p:cNvPr>
              <p:cNvGrpSpPr/>
              <p:nvPr/>
            </p:nvGrpSpPr>
            <p:grpSpPr>
              <a:xfrm>
                <a:off x="11087182" y="4159591"/>
                <a:ext cx="489839" cy="451816"/>
                <a:chOff x="5103720" y="2693365"/>
                <a:chExt cx="611650" cy="414788"/>
              </a:xfrm>
            </p:grpSpPr>
            <p:cxnSp>
              <p:nvCxnSpPr>
                <p:cNvPr id="376" name="Straight Connector 375">
                  <a:extLst>
                    <a:ext uri="{FF2B5EF4-FFF2-40B4-BE49-F238E27FC236}">
                      <a16:creationId xmlns:a16="http://schemas.microsoft.com/office/drawing/2014/main" id="{1D164102-BE0D-AF40-9A7B-7F2B261B2C20}"/>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78" name="Group 377">
                  <a:extLst>
                    <a:ext uri="{FF2B5EF4-FFF2-40B4-BE49-F238E27FC236}">
                      <a16:creationId xmlns:a16="http://schemas.microsoft.com/office/drawing/2014/main" id="{9018E7EF-EB96-424D-962A-FEB80B43946F}"/>
                    </a:ext>
                  </a:extLst>
                </p:cNvPr>
                <p:cNvGrpSpPr/>
                <p:nvPr/>
              </p:nvGrpSpPr>
              <p:grpSpPr>
                <a:xfrm>
                  <a:off x="5275406" y="2693365"/>
                  <a:ext cx="439964" cy="414788"/>
                  <a:chOff x="5275406" y="2711455"/>
                  <a:chExt cx="452949" cy="405518"/>
                </a:xfrm>
              </p:grpSpPr>
              <p:pic>
                <p:nvPicPr>
                  <p:cNvPr id="379" name="Picture 378" descr="server_rack.png">
                    <a:extLst>
                      <a:ext uri="{FF2B5EF4-FFF2-40B4-BE49-F238E27FC236}">
                        <a16:creationId xmlns:a16="http://schemas.microsoft.com/office/drawing/2014/main" id="{C865CB27-BCE1-654B-9519-9B39D4CB587D}"/>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80" name="Picture 379" descr="server_rack.png">
                    <a:extLst>
                      <a:ext uri="{FF2B5EF4-FFF2-40B4-BE49-F238E27FC236}">
                        <a16:creationId xmlns:a16="http://schemas.microsoft.com/office/drawing/2014/main" id="{41D005B5-0BAE-3E48-A2D4-576E4F7B946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81" name="Picture 380" descr="server_rack.png">
                    <a:extLst>
                      <a:ext uri="{FF2B5EF4-FFF2-40B4-BE49-F238E27FC236}">
                        <a16:creationId xmlns:a16="http://schemas.microsoft.com/office/drawing/2014/main" id="{89060F4D-6C40-724C-BD1E-F12A5CA65DE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92" name="Group 391">
                <a:extLst>
                  <a:ext uri="{FF2B5EF4-FFF2-40B4-BE49-F238E27FC236}">
                    <a16:creationId xmlns:a16="http://schemas.microsoft.com/office/drawing/2014/main" id="{710FDFDB-5658-6346-883B-53F72A0E1C90}"/>
                  </a:ext>
                </a:extLst>
              </p:cNvPr>
              <p:cNvGrpSpPr/>
              <p:nvPr/>
            </p:nvGrpSpPr>
            <p:grpSpPr>
              <a:xfrm>
                <a:off x="11058573" y="3399165"/>
                <a:ext cx="423724" cy="405973"/>
                <a:chOff x="5103720" y="2693365"/>
                <a:chExt cx="611650" cy="414788"/>
              </a:xfrm>
            </p:grpSpPr>
            <p:cxnSp>
              <p:nvCxnSpPr>
                <p:cNvPr id="393" name="Straight Connector 392">
                  <a:extLst>
                    <a:ext uri="{FF2B5EF4-FFF2-40B4-BE49-F238E27FC236}">
                      <a16:creationId xmlns:a16="http://schemas.microsoft.com/office/drawing/2014/main" id="{21121473-8384-8944-A0B5-DD441780262C}"/>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95" name="Group 394">
                  <a:extLst>
                    <a:ext uri="{FF2B5EF4-FFF2-40B4-BE49-F238E27FC236}">
                      <a16:creationId xmlns:a16="http://schemas.microsoft.com/office/drawing/2014/main" id="{11366773-360A-0449-911A-80462659C660}"/>
                    </a:ext>
                  </a:extLst>
                </p:cNvPr>
                <p:cNvGrpSpPr/>
                <p:nvPr/>
              </p:nvGrpSpPr>
              <p:grpSpPr>
                <a:xfrm>
                  <a:off x="5275406" y="2693365"/>
                  <a:ext cx="439964" cy="414788"/>
                  <a:chOff x="5275406" y="2711455"/>
                  <a:chExt cx="452949" cy="405518"/>
                </a:xfrm>
              </p:grpSpPr>
              <p:pic>
                <p:nvPicPr>
                  <p:cNvPr id="396" name="Picture 395" descr="server_rack.png">
                    <a:extLst>
                      <a:ext uri="{FF2B5EF4-FFF2-40B4-BE49-F238E27FC236}">
                        <a16:creationId xmlns:a16="http://schemas.microsoft.com/office/drawing/2014/main" id="{361EFF3D-6A1F-2646-B975-1FACB4284FB6}"/>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97" name="Picture 396" descr="server_rack.png">
                    <a:extLst>
                      <a:ext uri="{FF2B5EF4-FFF2-40B4-BE49-F238E27FC236}">
                        <a16:creationId xmlns:a16="http://schemas.microsoft.com/office/drawing/2014/main" id="{E83F8942-DE11-A747-A5A4-EDFBB17BFC8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98" name="Picture 397" descr="server_rack.png">
                    <a:extLst>
                      <a:ext uri="{FF2B5EF4-FFF2-40B4-BE49-F238E27FC236}">
                        <a16:creationId xmlns:a16="http://schemas.microsoft.com/office/drawing/2014/main" id="{300ED1AC-F5EE-3C49-B963-42178C243405}"/>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796" name="Group 795">
              <a:extLst>
                <a:ext uri="{FF2B5EF4-FFF2-40B4-BE49-F238E27FC236}">
                  <a16:creationId xmlns:a16="http://schemas.microsoft.com/office/drawing/2014/main" id="{2287FB5D-0F91-9741-8D3A-0A38C2D4142B}"/>
                </a:ext>
              </a:extLst>
            </p:cNvPr>
            <p:cNvGrpSpPr/>
            <p:nvPr/>
          </p:nvGrpSpPr>
          <p:grpSpPr>
            <a:xfrm>
              <a:off x="7767607" y="4870841"/>
              <a:ext cx="2692126" cy="1260456"/>
              <a:chOff x="7767607" y="4870841"/>
              <a:chExt cx="2692126" cy="1260456"/>
            </a:xfrm>
          </p:grpSpPr>
          <p:grpSp>
            <p:nvGrpSpPr>
              <p:cNvPr id="71" name="Group 950">
                <a:extLst>
                  <a:ext uri="{FF2B5EF4-FFF2-40B4-BE49-F238E27FC236}">
                    <a16:creationId xmlns:a16="http://schemas.microsoft.com/office/drawing/2014/main" id="{2B0A745F-DA32-E140-AB36-BC5E1C4E2D48}"/>
                  </a:ext>
                </a:extLst>
              </p:cNvPr>
              <p:cNvGrpSpPr>
                <a:grpSpLocks/>
              </p:cNvGrpSpPr>
              <p:nvPr/>
            </p:nvGrpSpPr>
            <p:grpSpPr bwMode="auto">
              <a:xfrm>
                <a:off x="10282541" y="5244631"/>
                <a:ext cx="177192" cy="330833"/>
                <a:chOff x="4140" y="429"/>
                <a:chExt cx="1425" cy="2396"/>
              </a:xfrm>
            </p:grpSpPr>
            <p:sp>
              <p:nvSpPr>
                <p:cNvPr id="207" name="Freeform 951">
                  <a:extLst>
                    <a:ext uri="{FF2B5EF4-FFF2-40B4-BE49-F238E27FC236}">
                      <a16:creationId xmlns:a16="http://schemas.microsoft.com/office/drawing/2014/main" id="{12CB3660-4D63-014F-8CC9-FDFB8140AB8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8" name="Rectangle 952">
                  <a:extLst>
                    <a:ext uri="{FF2B5EF4-FFF2-40B4-BE49-F238E27FC236}">
                      <a16:creationId xmlns:a16="http://schemas.microsoft.com/office/drawing/2014/main" id="{EFE1382F-B768-3541-8BD1-06AB71BFA8E6}"/>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9" name="Freeform 953">
                  <a:extLst>
                    <a:ext uri="{FF2B5EF4-FFF2-40B4-BE49-F238E27FC236}">
                      <a16:creationId xmlns:a16="http://schemas.microsoft.com/office/drawing/2014/main" id="{FB363E8F-CA06-2449-A66C-B147358943F8}"/>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0" name="Freeform 954">
                  <a:extLst>
                    <a:ext uri="{FF2B5EF4-FFF2-40B4-BE49-F238E27FC236}">
                      <a16:creationId xmlns:a16="http://schemas.microsoft.com/office/drawing/2014/main" id="{8A74E36A-A735-7440-A2B1-55846B516D7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1" name="Rectangle 955">
                  <a:extLst>
                    <a:ext uri="{FF2B5EF4-FFF2-40B4-BE49-F238E27FC236}">
                      <a16:creationId xmlns:a16="http://schemas.microsoft.com/office/drawing/2014/main" id="{FC433BF5-02C8-F540-AE86-53BF56960014}"/>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212" name="Group 956">
                  <a:extLst>
                    <a:ext uri="{FF2B5EF4-FFF2-40B4-BE49-F238E27FC236}">
                      <a16:creationId xmlns:a16="http://schemas.microsoft.com/office/drawing/2014/main" id="{969A0B36-D994-A24C-8329-146363A51CA4}"/>
                    </a:ext>
                  </a:extLst>
                </p:cNvPr>
                <p:cNvGrpSpPr>
                  <a:grpSpLocks/>
                </p:cNvGrpSpPr>
                <p:nvPr/>
              </p:nvGrpSpPr>
              <p:grpSpPr bwMode="auto">
                <a:xfrm>
                  <a:off x="4749" y="668"/>
                  <a:ext cx="581" cy="145"/>
                  <a:chOff x="614" y="2568"/>
                  <a:chExt cx="725" cy="139"/>
                </a:xfrm>
              </p:grpSpPr>
              <p:sp>
                <p:nvSpPr>
                  <p:cNvPr id="237" name="AutoShape 957">
                    <a:extLst>
                      <a:ext uri="{FF2B5EF4-FFF2-40B4-BE49-F238E27FC236}">
                        <a16:creationId xmlns:a16="http://schemas.microsoft.com/office/drawing/2014/main" id="{75A7B329-681F-2B4A-8470-FC0231FE257F}"/>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8" name="AutoShape 958">
                    <a:extLst>
                      <a:ext uri="{FF2B5EF4-FFF2-40B4-BE49-F238E27FC236}">
                        <a16:creationId xmlns:a16="http://schemas.microsoft.com/office/drawing/2014/main" id="{197CEF08-20F4-5741-AC2B-1EBB072FA546}"/>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13" name="Rectangle 959">
                  <a:extLst>
                    <a:ext uri="{FF2B5EF4-FFF2-40B4-BE49-F238E27FC236}">
                      <a16:creationId xmlns:a16="http://schemas.microsoft.com/office/drawing/2014/main" id="{775AA9F7-199B-ED4C-B422-5E1B766FBA6B}"/>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214" name="Group 960">
                  <a:extLst>
                    <a:ext uri="{FF2B5EF4-FFF2-40B4-BE49-F238E27FC236}">
                      <a16:creationId xmlns:a16="http://schemas.microsoft.com/office/drawing/2014/main" id="{4EED0C22-3BA6-E24F-B528-BF018CB34F5F}"/>
                    </a:ext>
                  </a:extLst>
                </p:cNvPr>
                <p:cNvGrpSpPr>
                  <a:grpSpLocks/>
                </p:cNvGrpSpPr>
                <p:nvPr/>
              </p:nvGrpSpPr>
              <p:grpSpPr bwMode="auto">
                <a:xfrm>
                  <a:off x="4747" y="994"/>
                  <a:ext cx="581" cy="134"/>
                  <a:chOff x="614" y="2568"/>
                  <a:chExt cx="725" cy="139"/>
                </a:xfrm>
              </p:grpSpPr>
              <p:sp>
                <p:nvSpPr>
                  <p:cNvPr id="235" name="AutoShape 961">
                    <a:extLst>
                      <a:ext uri="{FF2B5EF4-FFF2-40B4-BE49-F238E27FC236}">
                        <a16:creationId xmlns:a16="http://schemas.microsoft.com/office/drawing/2014/main" id="{FE30D28F-02DD-D041-8551-45D9D2836EA3}"/>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6" name="AutoShape 962">
                    <a:extLst>
                      <a:ext uri="{FF2B5EF4-FFF2-40B4-BE49-F238E27FC236}">
                        <a16:creationId xmlns:a16="http://schemas.microsoft.com/office/drawing/2014/main" id="{92F33680-18D6-7C4A-88C2-46C4FA3D08ED}"/>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15" name="Rectangle 963">
                  <a:extLst>
                    <a:ext uri="{FF2B5EF4-FFF2-40B4-BE49-F238E27FC236}">
                      <a16:creationId xmlns:a16="http://schemas.microsoft.com/office/drawing/2014/main" id="{A0014856-A5F8-544F-98BE-B1D6878A67A6}"/>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16" name="Rectangle 964">
                  <a:extLst>
                    <a:ext uri="{FF2B5EF4-FFF2-40B4-BE49-F238E27FC236}">
                      <a16:creationId xmlns:a16="http://schemas.microsoft.com/office/drawing/2014/main" id="{0E6FC61A-EACA-7D4E-9AA7-C7690D093693}"/>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217" name="Group 965">
                  <a:extLst>
                    <a:ext uri="{FF2B5EF4-FFF2-40B4-BE49-F238E27FC236}">
                      <a16:creationId xmlns:a16="http://schemas.microsoft.com/office/drawing/2014/main" id="{CF083CE2-2403-FD4E-8F7D-758E7F67FF5E}"/>
                    </a:ext>
                  </a:extLst>
                </p:cNvPr>
                <p:cNvGrpSpPr>
                  <a:grpSpLocks/>
                </p:cNvGrpSpPr>
                <p:nvPr/>
              </p:nvGrpSpPr>
              <p:grpSpPr bwMode="auto">
                <a:xfrm>
                  <a:off x="4735" y="1627"/>
                  <a:ext cx="582" cy="151"/>
                  <a:chOff x="614" y="2568"/>
                  <a:chExt cx="725" cy="139"/>
                </a:xfrm>
              </p:grpSpPr>
              <p:sp>
                <p:nvSpPr>
                  <p:cNvPr id="233" name="AutoShape 966">
                    <a:extLst>
                      <a:ext uri="{FF2B5EF4-FFF2-40B4-BE49-F238E27FC236}">
                        <a16:creationId xmlns:a16="http://schemas.microsoft.com/office/drawing/2014/main" id="{5ED8E2CD-DB59-0040-9493-378A5D7DF185}"/>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4" name="AutoShape 967">
                    <a:extLst>
                      <a:ext uri="{FF2B5EF4-FFF2-40B4-BE49-F238E27FC236}">
                        <a16:creationId xmlns:a16="http://schemas.microsoft.com/office/drawing/2014/main" id="{F249F021-1652-2041-9D37-82D9ADAF20CC}"/>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18" name="Freeform 968">
                  <a:extLst>
                    <a:ext uri="{FF2B5EF4-FFF2-40B4-BE49-F238E27FC236}">
                      <a16:creationId xmlns:a16="http://schemas.microsoft.com/office/drawing/2014/main" id="{2DA20985-B59E-DD4F-B452-9726DAD28D39}"/>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19" name="Group 969">
                  <a:extLst>
                    <a:ext uri="{FF2B5EF4-FFF2-40B4-BE49-F238E27FC236}">
                      <a16:creationId xmlns:a16="http://schemas.microsoft.com/office/drawing/2014/main" id="{68489279-23CF-FB42-9AE3-CAB3A000B96D}"/>
                    </a:ext>
                  </a:extLst>
                </p:cNvPr>
                <p:cNvGrpSpPr>
                  <a:grpSpLocks/>
                </p:cNvGrpSpPr>
                <p:nvPr/>
              </p:nvGrpSpPr>
              <p:grpSpPr bwMode="auto">
                <a:xfrm>
                  <a:off x="4739" y="1327"/>
                  <a:ext cx="582" cy="139"/>
                  <a:chOff x="614" y="2568"/>
                  <a:chExt cx="725" cy="139"/>
                </a:xfrm>
              </p:grpSpPr>
              <p:sp>
                <p:nvSpPr>
                  <p:cNvPr id="231" name="AutoShape 970">
                    <a:extLst>
                      <a:ext uri="{FF2B5EF4-FFF2-40B4-BE49-F238E27FC236}">
                        <a16:creationId xmlns:a16="http://schemas.microsoft.com/office/drawing/2014/main" id="{12532EDD-6029-FD41-90A0-EB4B9A3B8C37}"/>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2" name="AutoShape 971">
                    <a:extLst>
                      <a:ext uri="{FF2B5EF4-FFF2-40B4-BE49-F238E27FC236}">
                        <a16:creationId xmlns:a16="http://schemas.microsoft.com/office/drawing/2014/main" id="{2ADE9625-767F-5247-8211-3638BECC9876}"/>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220" name="Rectangle 972">
                  <a:extLst>
                    <a:ext uri="{FF2B5EF4-FFF2-40B4-BE49-F238E27FC236}">
                      <a16:creationId xmlns:a16="http://schemas.microsoft.com/office/drawing/2014/main" id="{71E52DA0-9A54-7744-90B9-E438CBE00C1E}"/>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1" name="Freeform 973">
                  <a:extLst>
                    <a:ext uri="{FF2B5EF4-FFF2-40B4-BE49-F238E27FC236}">
                      <a16:creationId xmlns:a16="http://schemas.microsoft.com/office/drawing/2014/main" id="{D950FAED-4EC6-7B4B-AFA5-CA2701F74D0E}"/>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2" name="Freeform 974">
                  <a:extLst>
                    <a:ext uri="{FF2B5EF4-FFF2-40B4-BE49-F238E27FC236}">
                      <a16:creationId xmlns:a16="http://schemas.microsoft.com/office/drawing/2014/main" id="{55AF3FE0-BBE4-A74C-A9EF-B8F3AA7A0D1E}"/>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3" name="Oval 975">
                  <a:extLst>
                    <a:ext uri="{FF2B5EF4-FFF2-40B4-BE49-F238E27FC236}">
                      <a16:creationId xmlns:a16="http://schemas.microsoft.com/office/drawing/2014/main" id="{AC808981-49D6-D840-800C-F21BB910618E}"/>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4" name="Freeform 976">
                  <a:extLst>
                    <a:ext uri="{FF2B5EF4-FFF2-40B4-BE49-F238E27FC236}">
                      <a16:creationId xmlns:a16="http://schemas.microsoft.com/office/drawing/2014/main" id="{EBD04B6D-F8F6-FE45-BBD9-3CFFE7B287D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 name="AutoShape 977">
                  <a:extLst>
                    <a:ext uri="{FF2B5EF4-FFF2-40B4-BE49-F238E27FC236}">
                      <a16:creationId xmlns:a16="http://schemas.microsoft.com/office/drawing/2014/main" id="{EB968B78-CEDA-2949-925F-D6EE71A8ED4E}"/>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6" name="AutoShape 978">
                  <a:extLst>
                    <a:ext uri="{FF2B5EF4-FFF2-40B4-BE49-F238E27FC236}">
                      <a16:creationId xmlns:a16="http://schemas.microsoft.com/office/drawing/2014/main" id="{6127245D-2639-C841-ABBD-0A2EB87194A7}"/>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7" name="Oval 979">
                  <a:extLst>
                    <a:ext uri="{FF2B5EF4-FFF2-40B4-BE49-F238E27FC236}">
                      <a16:creationId xmlns:a16="http://schemas.microsoft.com/office/drawing/2014/main" id="{CBCE7727-73A7-814E-B244-E80EED405F61}"/>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28" name="Oval 980">
                  <a:extLst>
                    <a:ext uri="{FF2B5EF4-FFF2-40B4-BE49-F238E27FC236}">
                      <a16:creationId xmlns:a16="http://schemas.microsoft.com/office/drawing/2014/main" id="{7A66ECF6-DDAE-2842-92B5-EA8F14A121CC}"/>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a:solidFill>
                      <a:srgbClr val="FF0000"/>
                    </a:solidFill>
                    <a:latin typeface="Arial" panose="020B0604020202020204" pitchFamily="34" charset="0"/>
                  </a:endParaRPr>
                </a:p>
              </p:txBody>
            </p:sp>
            <p:sp>
              <p:nvSpPr>
                <p:cNvPr id="229" name="Oval 981">
                  <a:extLst>
                    <a:ext uri="{FF2B5EF4-FFF2-40B4-BE49-F238E27FC236}">
                      <a16:creationId xmlns:a16="http://schemas.microsoft.com/office/drawing/2014/main" id="{5A97568E-F028-FD44-8E47-C92EC6C01262}"/>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30" name="Rectangle 982">
                  <a:extLst>
                    <a:ext uri="{FF2B5EF4-FFF2-40B4-BE49-F238E27FC236}">
                      <a16:creationId xmlns:a16="http://schemas.microsoft.com/office/drawing/2014/main" id="{A834B858-68E5-0D45-8391-2A0A996FA3D3}"/>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grpSp>
            <p:nvGrpSpPr>
              <p:cNvPr id="794" name="Group 793">
                <a:extLst>
                  <a:ext uri="{FF2B5EF4-FFF2-40B4-BE49-F238E27FC236}">
                    <a16:creationId xmlns:a16="http://schemas.microsoft.com/office/drawing/2014/main" id="{418A016B-3865-5C4A-BF54-A4D433F011BA}"/>
                  </a:ext>
                </a:extLst>
              </p:cNvPr>
              <p:cNvGrpSpPr/>
              <p:nvPr/>
            </p:nvGrpSpPr>
            <p:grpSpPr>
              <a:xfrm>
                <a:off x="7767607" y="4870841"/>
                <a:ext cx="2080029" cy="1260456"/>
                <a:chOff x="7767607" y="4870841"/>
                <a:chExt cx="2080029" cy="1260456"/>
              </a:xfrm>
            </p:grpSpPr>
            <p:grpSp>
              <p:nvGrpSpPr>
                <p:cNvPr id="44" name="Group 590">
                  <a:extLst>
                    <a:ext uri="{FF2B5EF4-FFF2-40B4-BE49-F238E27FC236}">
                      <a16:creationId xmlns:a16="http://schemas.microsoft.com/office/drawing/2014/main" id="{2648262B-E78D-1D4B-B3FD-3AE9CD5C321E}"/>
                    </a:ext>
                  </a:extLst>
                </p:cNvPr>
                <p:cNvGrpSpPr>
                  <a:grpSpLocks/>
                </p:cNvGrpSpPr>
                <p:nvPr/>
              </p:nvGrpSpPr>
              <p:grpSpPr bwMode="auto">
                <a:xfrm flipH="1">
                  <a:off x="7974481" y="4870841"/>
                  <a:ext cx="345630" cy="320302"/>
                  <a:chOff x="2839" y="3501"/>
                  <a:chExt cx="755" cy="803"/>
                </a:xfrm>
              </p:grpSpPr>
              <p:pic>
                <p:nvPicPr>
                  <p:cNvPr id="367" name="Picture 591" descr="desktop_computer_stylized_medium">
                    <a:extLst>
                      <a:ext uri="{FF2B5EF4-FFF2-40B4-BE49-F238E27FC236}">
                        <a16:creationId xmlns:a16="http://schemas.microsoft.com/office/drawing/2014/main" id="{35FBE2DB-60A7-B340-A5BB-B3699CCC02BD}"/>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 name="Freeform 592">
                    <a:extLst>
                      <a:ext uri="{FF2B5EF4-FFF2-40B4-BE49-F238E27FC236}">
                        <a16:creationId xmlns:a16="http://schemas.microsoft.com/office/drawing/2014/main" id="{0263E665-BF2A-2F4A-ADA8-20F44C3127A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90" name="Group 1064">
                  <a:extLst>
                    <a:ext uri="{FF2B5EF4-FFF2-40B4-BE49-F238E27FC236}">
                      <a16:creationId xmlns:a16="http://schemas.microsoft.com/office/drawing/2014/main" id="{1E483C21-97F2-6C41-9217-2187E09B541E}"/>
                    </a:ext>
                  </a:extLst>
                </p:cNvPr>
                <p:cNvGrpSpPr>
                  <a:grpSpLocks/>
                </p:cNvGrpSpPr>
                <p:nvPr/>
              </p:nvGrpSpPr>
              <p:grpSpPr bwMode="auto">
                <a:xfrm>
                  <a:off x="9195307" y="5823489"/>
                  <a:ext cx="310186" cy="307808"/>
                  <a:chOff x="877" y="1008"/>
                  <a:chExt cx="2747" cy="2591"/>
                </a:xfrm>
              </p:grpSpPr>
              <p:pic>
                <p:nvPicPr>
                  <p:cNvPr id="146" name="Picture 1065" descr="antenna_stylized">
                    <a:extLst>
                      <a:ext uri="{FF2B5EF4-FFF2-40B4-BE49-F238E27FC236}">
                        <a16:creationId xmlns:a16="http://schemas.microsoft.com/office/drawing/2014/main" id="{EC1E8FF9-A5AB-904A-91B8-DF493826053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 name="Picture 1066" descr="laptop_keyboard">
                    <a:extLst>
                      <a:ext uri="{FF2B5EF4-FFF2-40B4-BE49-F238E27FC236}">
                        <a16:creationId xmlns:a16="http://schemas.microsoft.com/office/drawing/2014/main" id="{71E89937-428E-3447-B221-C34E0D71ACE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 name="Freeform 1067">
                    <a:extLst>
                      <a:ext uri="{FF2B5EF4-FFF2-40B4-BE49-F238E27FC236}">
                        <a16:creationId xmlns:a16="http://schemas.microsoft.com/office/drawing/2014/main" id="{43C21467-3265-FC4F-AF31-44A0281634BA}"/>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149" name="Picture 1068" descr="screen">
                    <a:extLst>
                      <a:ext uri="{FF2B5EF4-FFF2-40B4-BE49-F238E27FC236}">
                        <a16:creationId xmlns:a16="http://schemas.microsoft.com/office/drawing/2014/main" id="{9868250A-D477-2944-B0F8-A7DE63DA469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 name="Freeform 1069">
                    <a:extLst>
                      <a:ext uri="{FF2B5EF4-FFF2-40B4-BE49-F238E27FC236}">
                        <a16:creationId xmlns:a16="http://schemas.microsoft.com/office/drawing/2014/main" id="{A4015B9E-FE1F-594E-AFA2-A5277482EA63}"/>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1" name="Freeform 1070">
                    <a:extLst>
                      <a:ext uri="{FF2B5EF4-FFF2-40B4-BE49-F238E27FC236}">
                        <a16:creationId xmlns:a16="http://schemas.microsoft.com/office/drawing/2014/main" id="{1D5AA9CA-3334-2341-A3C4-E98372488698}"/>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2" name="Freeform 1071">
                    <a:extLst>
                      <a:ext uri="{FF2B5EF4-FFF2-40B4-BE49-F238E27FC236}">
                        <a16:creationId xmlns:a16="http://schemas.microsoft.com/office/drawing/2014/main" id="{408815EA-3342-2D4A-AB4D-6A6AD669E0AF}"/>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 name="Freeform 1072">
                    <a:extLst>
                      <a:ext uri="{FF2B5EF4-FFF2-40B4-BE49-F238E27FC236}">
                        <a16:creationId xmlns:a16="http://schemas.microsoft.com/office/drawing/2014/main" id="{180DED07-429A-A242-A9E3-1BBEEAF42B00}"/>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1073">
                    <a:extLst>
                      <a:ext uri="{FF2B5EF4-FFF2-40B4-BE49-F238E27FC236}">
                        <a16:creationId xmlns:a16="http://schemas.microsoft.com/office/drawing/2014/main" id="{A86B5E1C-D4A7-804E-9345-DD2099CCFCD1}"/>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Freeform 1074">
                    <a:extLst>
                      <a:ext uri="{FF2B5EF4-FFF2-40B4-BE49-F238E27FC236}">
                        <a16:creationId xmlns:a16="http://schemas.microsoft.com/office/drawing/2014/main" id="{278E44FF-9118-764F-B154-D54B6D088972}"/>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56" name="Group 1075">
                    <a:extLst>
                      <a:ext uri="{FF2B5EF4-FFF2-40B4-BE49-F238E27FC236}">
                        <a16:creationId xmlns:a16="http://schemas.microsoft.com/office/drawing/2014/main" id="{B07A4D51-63EA-ED46-9283-3C066C8F8059}"/>
                      </a:ext>
                    </a:extLst>
                  </p:cNvPr>
                  <p:cNvGrpSpPr>
                    <a:grpSpLocks/>
                  </p:cNvGrpSpPr>
                  <p:nvPr/>
                </p:nvGrpSpPr>
                <p:grpSpPr bwMode="auto">
                  <a:xfrm>
                    <a:off x="1709" y="3008"/>
                    <a:ext cx="507" cy="234"/>
                    <a:chOff x="1740" y="2642"/>
                    <a:chExt cx="752" cy="327"/>
                  </a:xfrm>
                </p:grpSpPr>
                <p:sp>
                  <p:nvSpPr>
                    <p:cNvPr id="163" name="Freeform 1076">
                      <a:extLst>
                        <a:ext uri="{FF2B5EF4-FFF2-40B4-BE49-F238E27FC236}">
                          <a16:creationId xmlns:a16="http://schemas.microsoft.com/office/drawing/2014/main" id="{362CE3DF-6498-9044-80D1-5B57C954BCF0}"/>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 name="Freeform 1077">
                      <a:extLst>
                        <a:ext uri="{FF2B5EF4-FFF2-40B4-BE49-F238E27FC236}">
                          <a16:creationId xmlns:a16="http://schemas.microsoft.com/office/drawing/2014/main" id="{232B6CC8-39FA-8E41-89F9-D454D1953B09}"/>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 name="Freeform 1078">
                      <a:extLst>
                        <a:ext uri="{FF2B5EF4-FFF2-40B4-BE49-F238E27FC236}">
                          <a16:creationId xmlns:a16="http://schemas.microsoft.com/office/drawing/2014/main" id="{14BE6CD7-1B00-AE45-A0A2-B46139077D1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6" name="Freeform 1079">
                      <a:extLst>
                        <a:ext uri="{FF2B5EF4-FFF2-40B4-BE49-F238E27FC236}">
                          <a16:creationId xmlns:a16="http://schemas.microsoft.com/office/drawing/2014/main" id="{17D2993A-DA09-154C-81CE-F00D6DF0DB0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7" name="Freeform 1080">
                      <a:extLst>
                        <a:ext uri="{FF2B5EF4-FFF2-40B4-BE49-F238E27FC236}">
                          <a16:creationId xmlns:a16="http://schemas.microsoft.com/office/drawing/2014/main" id="{AD580132-3A72-CF47-B834-B58CA201F7FE}"/>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8" name="Freeform 1081">
                      <a:extLst>
                        <a:ext uri="{FF2B5EF4-FFF2-40B4-BE49-F238E27FC236}">
                          <a16:creationId xmlns:a16="http://schemas.microsoft.com/office/drawing/2014/main" id="{E900C928-6E45-6449-A6C9-3DBE801B01A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57" name="Freeform 1082">
                    <a:extLst>
                      <a:ext uri="{FF2B5EF4-FFF2-40B4-BE49-F238E27FC236}">
                        <a16:creationId xmlns:a16="http://schemas.microsoft.com/office/drawing/2014/main" id="{1ECD1A08-63F7-2B4E-84E4-3FA628039E8F}"/>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8" name="Freeform 1083">
                    <a:extLst>
                      <a:ext uri="{FF2B5EF4-FFF2-40B4-BE49-F238E27FC236}">
                        <a16:creationId xmlns:a16="http://schemas.microsoft.com/office/drawing/2014/main" id="{E0CE0778-AA7C-994B-8AC5-676F1A82543C}"/>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9" name="Freeform 1084">
                    <a:extLst>
                      <a:ext uri="{FF2B5EF4-FFF2-40B4-BE49-F238E27FC236}">
                        <a16:creationId xmlns:a16="http://schemas.microsoft.com/office/drawing/2014/main" id="{D2A296F6-56E0-0141-8E63-F209F1106F23}"/>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0" name="Freeform 1085">
                    <a:extLst>
                      <a:ext uri="{FF2B5EF4-FFF2-40B4-BE49-F238E27FC236}">
                        <a16:creationId xmlns:a16="http://schemas.microsoft.com/office/drawing/2014/main" id="{06824F88-EE84-D347-A023-F053DA4B2B28}"/>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1" name="Freeform 1086">
                    <a:extLst>
                      <a:ext uri="{FF2B5EF4-FFF2-40B4-BE49-F238E27FC236}">
                        <a16:creationId xmlns:a16="http://schemas.microsoft.com/office/drawing/2014/main" id="{36F4BB90-D696-0945-AC5D-7CBFD97A9624}"/>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2" name="Freeform 1087">
                    <a:extLst>
                      <a:ext uri="{FF2B5EF4-FFF2-40B4-BE49-F238E27FC236}">
                        <a16:creationId xmlns:a16="http://schemas.microsoft.com/office/drawing/2014/main" id="{9FC45AEE-F94E-2C41-BB56-2055DE618B24}"/>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87" name="Group 590">
                  <a:extLst>
                    <a:ext uri="{FF2B5EF4-FFF2-40B4-BE49-F238E27FC236}">
                      <a16:creationId xmlns:a16="http://schemas.microsoft.com/office/drawing/2014/main" id="{B2AAF0C3-BD73-634D-B492-B7CCF9735ED5}"/>
                    </a:ext>
                  </a:extLst>
                </p:cNvPr>
                <p:cNvGrpSpPr>
                  <a:grpSpLocks/>
                </p:cNvGrpSpPr>
                <p:nvPr/>
              </p:nvGrpSpPr>
              <p:grpSpPr bwMode="auto">
                <a:xfrm flipH="1">
                  <a:off x="7767607" y="5251740"/>
                  <a:ext cx="345630" cy="320302"/>
                  <a:chOff x="2839" y="3501"/>
                  <a:chExt cx="755" cy="803"/>
                </a:xfrm>
              </p:grpSpPr>
              <p:pic>
                <p:nvPicPr>
                  <p:cNvPr id="488" name="Picture 591" descr="desktop_computer_stylized_medium">
                    <a:extLst>
                      <a:ext uri="{FF2B5EF4-FFF2-40B4-BE49-F238E27FC236}">
                        <a16:creationId xmlns:a16="http://schemas.microsoft.com/office/drawing/2014/main" id="{1B000E5D-AA79-9741-93EF-69776E79DCF7}"/>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9" name="Freeform 592">
                    <a:extLst>
                      <a:ext uri="{FF2B5EF4-FFF2-40B4-BE49-F238E27FC236}">
                        <a16:creationId xmlns:a16="http://schemas.microsoft.com/office/drawing/2014/main" id="{E285DBFE-A1C0-DE49-94FA-3F8D49F9AA4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490" name="Group 590">
                  <a:extLst>
                    <a:ext uri="{FF2B5EF4-FFF2-40B4-BE49-F238E27FC236}">
                      <a16:creationId xmlns:a16="http://schemas.microsoft.com/office/drawing/2014/main" id="{A66A00B8-C906-204A-9EA8-BF8007089AFF}"/>
                    </a:ext>
                  </a:extLst>
                </p:cNvPr>
                <p:cNvGrpSpPr>
                  <a:grpSpLocks/>
                </p:cNvGrpSpPr>
                <p:nvPr/>
              </p:nvGrpSpPr>
              <p:grpSpPr bwMode="auto">
                <a:xfrm flipH="1">
                  <a:off x="8147535" y="5475337"/>
                  <a:ext cx="345630" cy="320302"/>
                  <a:chOff x="2839" y="3501"/>
                  <a:chExt cx="755" cy="803"/>
                </a:xfrm>
              </p:grpSpPr>
              <p:pic>
                <p:nvPicPr>
                  <p:cNvPr id="491" name="Picture 591" descr="desktop_computer_stylized_medium">
                    <a:extLst>
                      <a:ext uri="{FF2B5EF4-FFF2-40B4-BE49-F238E27FC236}">
                        <a16:creationId xmlns:a16="http://schemas.microsoft.com/office/drawing/2014/main" id="{0D26BE9F-5A6F-194D-95F5-9A26085A8BCC}"/>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2" name="Freeform 592">
                    <a:extLst>
                      <a:ext uri="{FF2B5EF4-FFF2-40B4-BE49-F238E27FC236}">
                        <a16:creationId xmlns:a16="http://schemas.microsoft.com/office/drawing/2014/main" id="{F940FA7C-0178-FC42-989D-133C7D3EF04D}"/>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493" name="Group 590">
                  <a:extLst>
                    <a:ext uri="{FF2B5EF4-FFF2-40B4-BE49-F238E27FC236}">
                      <a16:creationId xmlns:a16="http://schemas.microsoft.com/office/drawing/2014/main" id="{AADF67FB-3BE7-EF42-B8A5-B005B506931A}"/>
                    </a:ext>
                  </a:extLst>
                </p:cNvPr>
                <p:cNvGrpSpPr>
                  <a:grpSpLocks/>
                </p:cNvGrpSpPr>
                <p:nvPr/>
              </p:nvGrpSpPr>
              <p:grpSpPr bwMode="auto">
                <a:xfrm flipH="1">
                  <a:off x="8545760" y="5496810"/>
                  <a:ext cx="345630" cy="320302"/>
                  <a:chOff x="2839" y="3501"/>
                  <a:chExt cx="755" cy="803"/>
                </a:xfrm>
              </p:grpSpPr>
              <p:pic>
                <p:nvPicPr>
                  <p:cNvPr id="494" name="Picture 591" descr="desktop_computer_stylized_medium">
                    <a:extLst>
                      <a:ext uri="{FF2B5EF4-FFF2-40B4-BE49-F238E27FC236}">
                        <a16:creationId xmlns:a16="http://schemas.microsoft.com/office/drawing/2014/main" id="{0BBC0FBB-DA3F-874A-8EBE-B51C772E068F}"/>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5" name="Freeform 592">
                    <a:extLst>
                      <a:ext uri="{FF2B5EF4-FFF2-40B4-BE49-F238E27FC236}">
                        <a16:creationId xmlns:a16="http://schemas.microsoft.com/office/drawing/2014/main" id="{A9932DBD-03D1-3E48-AE83-712DE720FE4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496" name="Group 1064">
                  <a:extLst>
                    <a:ext uri="{FF2B5EF4-FFF2-40B4-BE49-F238E27FC236}">
                      <a16:creationId xmlns:a16="http://schemas.microsoft.com/office/drawing/2014/main" id="{FC2552CF-9AC0-3243-8999-6808B911C762}"/>
                    </a:ext>
                  </a:extLst>
                </p:cNvPr>
                <p:cNvGrpSpPr>
                  <a:grpSpLocks/>
                </p:cNvGrpSpPr>
                <p:nvPr/>
              </p:nvGrpSpPr>
              <p:grpSpPr bwMode="auto">
                <a:xfrm>
                  <a:off x="9528372" y="5765818"/>
                  <a:ext cx="319264" cy="253379"/>
                  <a:chOff x="877" y="1008"/>
                  <a:chExt cx="2747" cy="2591"/>
                </a:xfrm>
              </p:grpSpPr>
              <p:pic>
                <p:nvPicPr>
                  <p:cNvPr id="497" name="Picture 1065" descr="antenna_stylized">
                    <a:extLst>
                      <a:ext uri="{FF2B5EF4-FFF2-40B4-BE49-F238E27FC236}">
                        <a16:creationId xmlns:a16="http://schemas.microsoft.com/office/drawing/2014/main" id="{87938519-94DB-D545-A29A-7EDE5E412B2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8" name="Picture 1066" descr="laptop_keyboard">
                    <a:extLst>
                      <a:ext uri="{FF2B5EF4-FFF2-40B4-BE49-F238E27FC236}">
                        <a16:creationId xmlns:a16="http://schemas.microsoft.com/office/drawing/2014/main" id="{2D71707C-83CA-1C4B-8508-67E56E2ADD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9" name="Freeform 1067">
                    <a:extLst>
                      <a:ext uri="{FF2B5EF4-FFF2-40B4-BE49-F238E27FC236}">
                        <a16:creationId xmlns:a16="http://schemas.microsoft.com/office/drawing/2014/main" id="{73F0FEB4-8393-CC4E-8318-ED16B301B6DC}"/>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en-US"/>
                  </a:p>
                </p:txBody>
              </p:sp>
              <p:pic>
                <p:nvPicPr>
                  <p:cNvPr id="500" name="Picture 1068" descr="screen">
                    <a:extLst>
                      <a:ext uri="{FF2B5EF4-FFF2-40B4-BE49-F238E27FC236}">
                        <a16:creationId xmlns:a16="http://schemas.microsoft.com/office/drawing/2014/main" id="{7FE7C88C-9EAD-8349-A46B-E909AEA657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 name="Freeform 1069">
                    <a:extLst>
                      <a:ext uri="{FF2B5EF4-FFF2-40B4-BE49-F238E27FC236}">
                        <a16:creationId xmlns:a16="http://schemas.microsoft.com/office/drawing/2014/main" id="{0DBCF6AD-8352-3C40-B68E-0383519D20A4}"/>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 name="Freeform 1070">
                    <a:extLst>
                      <a:ext uri="{FF2B5EF4-FFF2-40B4-BE49-F238E27FC236}">
                        <a16:creationId xmlns:a16="http://schemas.microsoft.com/office/drawing/2014/main" id="{3C23673E-599F-5241-B844-C8F96A051D11}"/>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3" name="Freeform 1071">
                    <a:extLst>
                      <a:ext uri="{FF2B5EF4-FFF2-40B4-BE49-F238E27FC236}">
                        <a16:creationId xmlns:a16="http://schemas.microsoft.com/office/drawing/2014/main" id="{4D502A0C-8868-2C4E-B6B7-F46718640A2A}"/>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 name="Freeform 1072">
                    <a:extLst>
                      <a:ext uri="{FF2B5EF4-FFF2-40B4-BE49-F238E27FC236}">
                        <a16:creationId xmlns:a16="http://schemas.microsoft.com/office/drawing/2014/main" id="{154DEECF-C451-B140-A650-9DB9DCC4178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 name="Freeform 1073">
                    <a:extLst>
                      <a:ext uri="{FF2B5EF4-FFF2-40B4-BE49-F238E27FC236}">
                        <a16:creationId xmlns:a16="http://schemas.microsoft.com/office/drawing/2014/main" id="{61C09639-BDA6-1848-86B4-033F9F9979D9}"/>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6" name="Freeform 1074">
                    <a:extLst>
                      <a:ext uri="{FF2B5EF4-FFF2-40B4-BE49-F238E27FC236}">
                        <a16:creationId xmlns:a16="http://schemas.microsoft.com/office/drawing/2014/main" id="{BBF9A35C-4B4A-604C-BCA3-20BC6C3D2D8B}"/>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507" name="Group 1075">
                    <a:extLst>
                      <a:ext uri="{FF2B5EF4-FFF2-40B4-BE49-F238E27FC236}">
                        <a16:creationId xmlns:a16="http://schemas.microsoft.com/office/drawing/2014/main" id="{C228B10E-0BB1-8D40-9DB1-545E285C7600}"/>
                      </a:ext>
                    </a:extLst>
                  </p:cNvPr>
                  <p:cNvGrpSpPr>
                    <a:grpSpLocks/>
                  </p:cNvGrpSpPr>
                  <p:nvPr/>
                </p:nvGrpSpPr>
                <p:grpSpPr bwMode="auto">
                  <a:xfrm>
                    <a:off x="1709" y="3008"/>
                    <a:ext cx="507" cy="234"/>
                    <a:chOff x="1740" y="2642"/>
                    <a:chExt cx="752" cy="327"/>
                  </a:xfrm>
                </p:grpSpPr>
                <p:sp>
                  <p:nvSpPr>
                    <p:cNvPr id="514" name="Freeform 1076">
                      <a:extLst>
                        <a:ext uri="{FF2B5EF4-FFF2-40B4-BE49-F238E27FC236}">
                          <a16:creationId xmlns:a16="http://schemas.microsoft.com/office/drawing/2014/main" id="{DBE93115-3362-AE4D-A30A-337520C73917}"/>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5" name="Freeform 1077">
                      <a:extLst>
                        <a:ext uri="{FF2B5EF4-FFF2-40B4-BE49-F238E27FC236}">
                          <a16:creationId xmlns:a16="http://schemas.microsoft.com/office/drawing/2014/main" id="{E980EACA-94CF-194A-AC7A-1415DBB4CAF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6" name="Freeform 1078">
                      <a:extLst>
                        <a:ext uri="{FF2B5EF4-FFF2-40B4-BE49-F238E27FC236}">
                          <a16:creationId xmlns:a16="http://schemas.microsoft.com/office/drawing/2014/main" id="{67C8CECC-A4D3-D543-A1C2-92A3DDD6045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7" name="Freeform 1079">
                      <a:extLst>
                        <a:ext uri="{FF2B5EF4-FFF2-40B4-BE49-F238E27FC236}">
                          <a16:creationId xmlns:a16="http://schemas.microsoft.com/office/drawing/2014/main" id="{DF7F90DA-E9FF-E64E-979A-F2C4CF6F27E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8" name="Freeform 1080">
                      <a:extLst>
                        <a:ext uri="{FF2B5EF4-FFF2-40B4-BE49-F238E27FC236}">
                          <a16:creationId xmlns:a16="http://schemas.microsoft.com/office/drawing/2014/main" id="{1FB7CFF5-5312-6B45-B1C9-1E8019D9AB7E}"/>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9" name="Freeform 1081">
                      <a:extLst>
                        <a:ext uri="{FF2B5EF4-FFF2-40B4-BE49-F238E27FC236}">
                          <a16:creationId xmlns:a16="http://schemas.microsoft.com/office/drawing/2014/main" id="{F6743163-40E8-634F-BDA5-FD850E9C93C7}"/>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508" name="Freeform 1082">
                    <a:extLst>
                      <a:ext uri="{FF2B5EF4-FFF2-40B4-BE49-F238E27FC236}">
                        <a16:creationId xmlns:a16="http://schemas.microsoft.com/office/drawing/2014/main" id="{5C688E93-8024-AF4A-9FAE-F872353A70E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9" name="Freeform 1083">
                    <a:extLst>
                      <a:ext uri="{FF2B5EF4-FFF2-40B4-BE49-F238E27FC236}">
                        <a16:creationId xmlns:a16="http://schemas.microsoft.com/office/drawing/2014/main" id="{E2D8B864-6DD1-D042-9409-8862ACC1AAD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0" name="Freeform 1084">
                    <a:extLst>
                      <a:ext uri="{FF2B5EF4-FFF2-40B4-BE49-F238E27FC236}">
                        <a16:creationId xmlns:a16="http://schemas.microsoft.com/office/drawing/2014/main" id="{CC7A3F9E-B0BC-2945-B124-91C53102EAF2}"/>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1" name="Freeform 1085">
                    <a:extLst>
                      <a:ext uri="{FF2B5EF4-FFF2-40B4-BE49-F238E27FC236}">
                        <a16:creationId xmlns:a16="http://schemas.microsoft.com/office/drawing/2014/main" id="{B8E20EA9-88B9-0A42-A470-7AF9E8810568}"/>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 name="Freeform 1086">
                    <a:extLst>
                      <a:ext uri="{FF2B5EF4-FFF2-40B4-BE49-F238E27FC236}">
                        <a16:creationId xmlns:a16="http://schemas.microsoft.com/office/drawing/2014/main" id="{A9D04135-B045-A743-95D7-CA5EF36EE738}"/>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3" name="Freeform 1087">
                    <a:extLst>
                      <a:ext uri="{FF2B5EF4-FFF2-40B4-BE49-F238E27FC236}">
                        <a16:creationId xmlns:a16="http://schemas.microsoft.com/office/drawing/2014/main" id="{C0583F57-71B7-B142-BC2A-15444A0CF4E5}"/>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72" name="Group 983">
                <a:extLst>
                  <a:ext uri="{FF2B5EF4-FFF2-40B4-BE49-F238E27FC236}">
                    <a16:creationId xmlns:a16="http://schemas.microsoft.com/office/drawing/2014/main" id="{105B6396-94AE-3641-98AD-7B23024BF303}"/>
                  </a:ext>
                </a:extLst>
              </p:cNvPr>
              <p:cNvGrpSpPr>
                <a:grpSpLocks/>
              </p:cNvGrpSpPr>
              <p:nvPr/>
            </p:nvGrpSpPr>
            <p:grpSpPr bwMode="auto">
              <a:xfrm>
                <a:off x="10011503" y="5607068"/>
                <a:ext cx="171450" cy="348944"/>
                <a:chOff x="4140" y="429"/>
                <a:chExt cx="1425" cy="2396"/>
              </a:xfrm>
            </p:grpSpPr>
            <p:sp>
              <p:nvSpPr>
                <p:cNvPr id="175" name="Freeform 984">
                  <a:extLst>
                    <a:ext uri="{FF2B5EF4-FFF2-40B4-BE49-F238E27FC236}">
                      <a16:creationId xmlns:a16="http://schemas.microsoft.com/office/drawing/2014/main" id="{69921432-2526-D74B-B1B3-EF4990D573EA}"/>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6" name="Rectangle 985">
                  <a:extLst>
                    <a:ext uri="{FF2B5EF4-FFF2-40B4-BE49-F238E27FC236}">
                      <a16:creationId xmlns:a16="http://schemas.microsoft.com/office/drawing/2014/main" id="{372674DE-08A1-7340-A835-CB738EF1A644}"/>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77" name="Freeform 986">
                  <a:extLst>
                    <a:ext uri="{FF2B5EF4-FFF2-40B4-BE49-F238E27FC236}">
                      <a16:creationId xmlns:a16="http://schemas.microsoft.com/office/drawing/2014/main" id="{210AB56E-8E3A-464C-BA90-E5EE13DE14AA}"/>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8" name="Freeform 987">
                  <a:extLst>
                    <a:ext uri="{FF2B5EF4-FFF2-40B4-BE49-F238E27FC236}">
                      <a16:creationId xmlns:a16="http://schemas.microsoft.com/office/drawing/2014/main" id="{4B6304D8-37E4-9743-9663-D2140A3373CD}"/>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9" name="Rectangle 988">
                  <a:extLst>
                    <a:ext uri="{FF2B5EF4-FFF2-40B4-BE49-F238E27FC236}">
                      <a16:creationId xmlns:a16="http://schemas.microsoft.com/office/drawing/2014/main" id="{01DA0D94-4858-4748-835A-0A295C76DA10}"/>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180" name="Group 989">
                  <a:extLst>
                    <a:ext uri="{FF2B5EF4-FFF2-40B4-BE49-F238E27FC236}">
                      <a16:creationId xmlns:a16="http://schemas.microsoft.com/office/drawing/2014/main" id="{653C7E87-1F7F-B94B-970F-8043BE6AD494}"/>
                    </a:ext>
                  </a:extLst>
                </p:cNvPr>
                <p:cNvGrpSpPr>
                  <a:grpSpLocks/>
                </p:cNvGrpSpPr>
                <p:nvPr/>
              </p:nvGrpSpPr>
              <p:grpSpPr bwMode="auto">
                <a:xfrm>
                  <a:off x="4749" y="668"/>
                  <a:ext cx="581" cy="145"/>
                  <a:chOff x="614" y="2568"/>
                  <a:chExt cx="725" cy="139"/>
                </a:xfrm>
              </p:grpSpPr>
              <p:sp>
                <p:nvSpPr>
                  <p:cNvPr id="205" name="AutoShape 990">
                    <a:extLst>
                      <a:ext uri="{FF2B5EF4-FFF2-40B4-BE49-F238E27FC236}">
                        <a16:creationId xmlns:a16="http://schemas.microsoft.com/office/drawing/2014/main" id="{9E8BF054-B12E-C746-9DCC-FFC0FBE11704}"/>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6" name="AutoShape 991">
                    <a:extLst>
                      <a:ext uri="{FF2B5EF4-FFF2-40B4-BE49-F238E27FC236}">
                        <a16:creationId xmlns:a16="http://schemas.microsoft.com/office/drawing/2014/main" id="{60A26098-3AC3-5F48-AF12-0376133BA22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1" name="Rectangle 992">
                  <a:extLst>
                    <a:ext uri="{FF2B5EF4-FFF2-40B4-BE49-F238E27FC236}">
                      <a16:creationId xmlns:a16="http://schemas.microsoft.com/office/drawing/2014/main" id="{AB0AE9A0-AEC6-B542-BAA1-AD6A9E2574EA}"/>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182" name="Group 993">
                  <a:extLst>
                    <a:ext uri="{FF2B5EF4-FFF2-40B4-BE49-F238E27FC236}">
                      <a16:creationId xmlns:a16="http://schemas.microsoft.com/office/drawing/2014/main" id="{2E23BBDE-93A3-014A-8AD9-509F2B133316}"/>
                    </a:ext>
                  </a:extLst>
                </p:cNvPr>
                <p:cNvGrpSpPr>
                  <a:grpSpLocks/>
                </p:cNvGrpSpPr>
                <p:nvPr/>
              </p:nvGrpSpPr>
              <p:grpSpPr bwMode="auto">
                <a:xfrm>
                  <a:off x="4747" y="994"/>
                  <a:ext cx="581" cy="134"/>
                  <a:chOff x="614" y="2568"/>
                  <a:chExt cx="725" cy="139"/>
                </a:xfrm>
              </p:grpSpPr>
              <p:sp>
                <p:nvSpPr>
                  <p:cNvPr id="203" name="AutoShape 994">
                    <a:extLst>
                      <a:ext uri="{FF2B5EF4-FFF2-40B4-BE49-F238E27FC236}">
                        <a16:creationId xmlns:a16="http://schemas.microsoft.com/office/drawing/2014/main" id="{CF10A6D2-6E36-BA46-8AB3-2A153E9ECE0D}"/>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4" name="AutoShape 995">
                    <a:extLst>
                      <a:ext uri="{FF2B5EF4-FFF2-40B4-BE49-F238E27FC236}">
                        <a16:creationId xmlns:a16="http://schemas.microsoft.com/office/drawing/2014/main" id="{964D14B2-2639-5A46-B2D5-48A8B0C3199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3" name="Rectangle 996">
                  <a:extLst>
                    <a:ext uri="{FF2B5EF4-FFF2-40B4-BE49-F238E27FC236}">
                      <a16:creationId xmlns:a16="http://schemas.microsoft.com/office/drawing/2014/main" id="{426E7337-36DD-B64A-88F7-00D5A742F9A0}"/>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84" name="Rectangle 997">
                  <a:extLst>
                    <a:ext uri="{FF2B5EF4-FFF2-40B4-BE49-F238E27FC236}">
                      <a16:creationId xmlns:a16="http://schemas.microsoft.com/office/drawing/2014/main" id="{BE4D7353-7D2D-9F42-8A6A-65BAA6259C09}"/>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nvGrpSpPr>
                <p:cNvPr id="185" name="Group 998">
                  <a:extLst>
                    <a:ext uri="{FF2B5EF4-FFF2-40B4-BE49-F238E27FC236}">
                      <a16:creationId xmlns:a16="http://schemas.microsoft.com/office/drawing/2014/main" id="{10644FFB-BF70-614B-94F5-58CB99D12E0E}"/>
                    </a:ext>
                  </a:extLst>
                </p:cNvPr>
                <p:cNvGrpSpPr>
                  <a:grpSpLocks/>
                </p:cNvGrpSpPr>
                <p:nvPr/>
              </p:nvGrpSpPr>
              <p:grpSpPr bwMode="auto">
                <a:xfrm>
                  <a:off x="4735" y="1627"/>
                  <a:ext cx="582" cy="151"/>
                  <a:chOff x="614" y="2568"/>
                  <a:chExt cx="725" cy="139"/>
                </a:xfrm>
              </p:grpSpPr>
              <p:sp>
                <p:nvSpPr>
                  <p:cNvPr id="201" name="AutoShape 999">
                    <a:extLst>
                      <a:ext uri="{FF2B5EF4-FFF2-40B4-BE49-F238E27FC236}">
                        <a16:creationId xmlns:a16="http://schemas.microsoft.com/office/drawing/2014/main" id="{2EEDFBCE-8402-0442-A96B-A6412C51C661}"/>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2" name="AutoShape 1000">
                    <a:extLst>
                      <a:ext uri="{FF2B5EF4-FFF2-40B4-BE49-F238E27FC236}">
                        <a16:creationId xmlns:a16="http://schemas.microsoft.com/office/drawing/2014/main" id="{5BBF678C-8365-374C-8592-2F4010918330}"/>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6" name="Freeform 1001">
                  <a:extLst>
                    <a:ext uri="{FF2B5EF4-FFF2-40B4-BE49-F238E27FC236}">
                      <a16:creationId xmlns:a16="http://schemas.microsoft.com/office/drawing/2014/main" id="{43320BBC-6D3F-CE4C-AE57-EE45F3319F3F}"/>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87" name="Group 1002">
                  <a:extLst>
                    <a:ext uri="{FF2B5EF4-FFF2-40B4-BE49-F238E27FC236}">
                      <a16:creationId xmlns:a16="http://schemas.microsoft.com/office/drawing/2014/main" id="{4ED748C4-471F-B74E-9328-2437DB94B8F7}"/>
                    </a:ext>
                  </a:extLst>
                </p:cNvPr>
                <p:cNvGrpSpPr>
                  <a:grpSpLocks/>
                </p:cNvGrpSpPr>
                <p:nvPr/>
              </p:nvGrpSpPr>
              <p:grpSpPr bwMode="auto">
                <a:xfrm>
                  <a:off x="4739" y="1327"/>
                  <a:ext cx="582" cy="139"/>
                  <a:chOff x="614" y="2568"/>
                  <a:chExt cx="725" cy="139"/>
                </a:xfrm>
              </p:grpSpPr>
              <p:sp>
                <p:nvSpPr>
                  <p:cNvPr id="199" name="AutoShape 1003">
                    <a:extLst>
                      <a:ext uri="{FF2B5EF4-FFF2-40B4-BE49-F238E27FC236}">
                        <a16:creationId xmlns:a16="http://schemas.microsoft.com/office/drawing/2014/main" id="{DE163CA4-FABE-9B4C-973B-7160FB0CA87A}"/>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200" name="AutoShape 1004">
                    <a:extLst>
                      <a:ext uri="{FF2B5EF4-FFF2-40B4-BE49-F238E27FC236}">
                        <a16:creationId xmlns:a16="http://schemas.microsoft.com/office/drawing/2014/main" id="{D50A283A-2FFB-A24F-A406-2910EEA8C430}"/>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sp>
              <p:nvSpPr>
                <p:cNvPr id="188" name="Rectangle 1005">
                  <a:extLst>
                    <a:ext uri="{FF2B5EF4-FFF2-40B4-BE49-F238E27FC236}">
                      <a16:creationId xmlns:a16="http://schemas.microsoft.com/office/drawing/2014/main" id="{42659E43-E287-8942-BD23-94141CB4BE81}"/>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89" name="Freeform 1006">
                  <a:extLst>
                    <a:ext uri="{FF2B5EF4-FFF2-40B4-BE49-F238E27FC236}">
                      <a16:creationId xmlns:a16="http://schemas.microsoft.com/office/drawing/2014/main" id="{48DEF8E3-26E3-0E48-88EA-BAB435AE5150}"/>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0" name="Freeform 1007">
                  <a:extLst>
                    <a:ext uri="{FF2B5EF4-FFF2-40B4-BE49-F238E27FC236}">
                      <a16:creationId xmlns:a16="http://schemas.microsoft.com/office/drawing/2014/main" id="{7869EB64-11F6-624E-9B28-6986DD9D076F}"/>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1" name="Oval 1008">
                  <a:extLst>
                    <a:ext uri="{FF2B5EF4-FFF2-40B4-BE49-F238E27FC236}">
                      <a16:creationId xmlns:a16="http://schemas.microsoft.com/office/drawing/2014/main" id="{322E0F0C-40A1-7E43-B9BC-A271C6411EAF}"/>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2" name="Freeform 1009">
                  <a:extLst>
                    <a:ext uri="{FF2B5EF4-FFF2-40B4-BE49-F238E27FC236}">
                      <a16:creationId xmlns:a16="http://schemas.microsoft.com/office/drawing/2014/main" id="{2C34A91D-8DF1-DE40-8F88-B7AB2BE630CE}"/>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3" name="AutoShape 1010">
                  <a:extLst>
                    <a:ext uri="{FF2B5EF4-FFF2-40B4-BE49-F238E27FC236}">
                      <a16:creationId xmlns:a16="http://schemas.microsoft.com/office/drawing/2014/main" id="{C10585A3-5046-F44C-A720-1B5360D1A1E0}"/>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4" name="AutoShape 1011">
                  <a:extLst>
                    <a:ext uri="{FF2B5EF4-FFF2-40B4-BE49-F238E27FC236}">
                      <a16:creationId xmlns:a16="http://schemas.microsoft.com/office/drawing/2014/main" id="{0F1CC371-A8A5-1146-9D54-06BA5783B279}"/>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5" name="Oval 1012">
                  <a:extLst>
                    <a:ext uri="{FF2B5EF4-FFF2-40B4-BE49-F238E27FC236}">
                      <a16:creationId xmlns:a16="http://schemas.microsoft.com/office/drawing/2014/main" id="{165ACFDB-EB0A-EF4A-A53B-E952BF38B28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6" name="Oval 1013">
                  <a:extLst>
                    <a:ext uri="{FF2B5EF4-FFF2-40B4-BE49-F238E27FC236}">
                      <a16:creationId xmlns:a16="http://schemas.microsoft.com/office/drawing/2014/main" id="{8E1C86F1-E8A5-AB43-9FBE-05329F11F8D9}"/>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gn="ctr" eaLnBrk="1" hangingPunct="1">
                    <a:lnSpc>
                      <a:spcPct val="100000"/>
                    </a:lnSpc>
                    <a:spcBef>
                      <a:spcPct val="0"/>
                    </a:spcBef>
                    <a:buClrTx/>
                    <a:buSzTx/>
                    <a:buFontTx/>
                    <a:buNone/>
                  </a:pPr>
                  <a:endParaRPr lang="en-US" altLang="en-US" sz="1800">
                    <a:solidFill>
                      <a:srgbClr val="FF0000"/>
                    </a:solidFill>
                    <a:latin typeface="Arial" panose="020B0604020202020204" pitchFamily="34" charset="0"/>
                  </a:endParaRPr>
                </a:p>
              </p:txBody>
            </p:sp>
            <p:sp>
              <p:nvSpPr>
                <p:cNvPr id="197" name="Oval 1014">
                  <a:extLst>
                    <a:ext uri="{FF2B5EF4-FFF2-40B4-BE49-F238E27FC236}">
                      <a16:creationId xmlns:a16="http://schemas.microsoft.com/office/drawing/2014/main" id="{0C189499-8A09-3E4B-B216-1DBC5D3CDC71}"/>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sp>
              <p:nvSpPr>
                <p:cNvPr id="198" name="Rectangle 1015">
                  <a:extLst>
                    <a:ext uri="{FF2B5EF4-FFF2-40B4-BE49-F238E27FC236}">
                      <a16:creationId xmlns:a16="http://schemas.microsoft.com/office/drawing/2014/main" id="{F801E0C5-03DC-4947-89BB-24F841D73CA1}"/>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a:lnSpc>
                      <a:spcPct val="100000"/>
                    </a:lnSpc>
                    <a:spcBef>
                      <a:spcPct val="0"/>
                    </a:spcBef>
                    <a:buClrTx/>
                    <a:buSzTx/>
                    <a:buFontTx/>
                    <a:buNone/>
                  </a:pPr>
                  <a:endParaRPr lang="en-US" altLang="en-US" sz="2400">
                    <a:latin typeface="Arial" panose="020B0604020202020204" pitchFamily="34" charset="0"/>
                  </a:endParaRPr>
                </a:p>
              </p:txBody>
            </p:sp>
          </p:grpSp>
        </p:grpSp>
      </p:grpSp>
      <p:grpSp>
        <p:nvGrpSpPr>
          <p:cNvPr id="1024" name="Group 1023">
            <a:extLst>
              <a:ext uri="{FF2B5EF4-FFF2-40B4-BE49-F238E27FC236}">
                <a16:creationId xmlns:a16="http://schemas.microsoft.com/office/drawing/2014/main" id="{11D2D3D5-CF37-8945-8D0A-CBA0214240EA}"/>
              </a:ext>
            </a:extLst>
          </p:cNvPr>
          <p:cNvGrpSpPr/>
          <p:nvPr/>
        </p:nvGrpSpPr>
        <p:grpSpPr>
          <a:xfrm>
            <a:off x="7613882" y="2107963"/>
            <a:ext cx="3540395" cy="3733733"/>
            <a:chOff x="7619038" y="2102861"/>
            <a:chExt cx="3540395" cy="3733733"/>
          </a:xfrm>
        </p:grpSpPr>
        <p:sp>
          <p:nvSpPr>
            <p:cNvPr id="239" name="Line 426">
              <a:extLst>
                <a:ext uri="{FF2B5EF4-FFF2-40B4-BE49-F238E27FC236}">
                  <a16:creationId xmlns:a16="http://schemas.microsoft.com/office/drawing/2014/main" id="{DDAEB50C-98DD-DA43-B9C4-9AB7F9ED5BFD}"/>
                </a:ext>
              </a:extLst>
            </p:cNvPr>
            <p:cNvSpPr>
              <a:spLocks noChangeShapeType="1"/>
            </p:cNvSpPr>
            <p:nvPr/>
          </p:nvSpPr>
          <p:spPr bwMode="auto">
            <a:xfrm>
              <a:off x="8213016" y="2695257"/>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41" name="Group 783">
              <a:extLst>
                <a:ext uri="{FF2B5EF4-FFF2-40B4-BE49-F238E27FC236}">
                  <a16:creationId xmlns:a16="http://schemas.microsoft.com/office/drawing/2014/main" id="{02FEAFB4-9831-B64A-9F54-92C532E8F36E}"/>
                </a:ext>
              </a:extLst>
            </p:cNvPr>
            <p:cNvGrpSpPr>
              <a:grpSpLocks/>
            </p:cNvGrpSpPr>
            <p:nvPr/>
          </p:nvGrpSpPr>
          <p:grpSpPr bwMode="auto">
            <a:xfrm>
              <a:off x="8055854" y="2304274"/>
              <a:ext cx="298450" cy="464008"/>
              <a:chOff x="3130" y="3288"/>
              <a:chExt cx="410" cy="742"/>
            </a:xfrm>
          </p:grpSpPr>
          <p:sp>
            <p:nvSpPr>
              <p:cNvPr id="244" name="Line 270">
                <a:extLst>
                  <a:ext uri="{FF2B5EF4-FFF2-40B4-BE49-F238E27FC236}">
                    <a16:creationId xmlns:a16="http://schemas.microsoft.com/office/drawing/2014/main" id="{A9300902-94F3-8949-9A54-8B95986ACBE5}"/>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5" name="Line 271">
                <a:extLst>
                  <a:ext uri="{FF2B5EF4-FFF2-40B4-BE49-F238E27FC236}">
                    <a16:creationId xmlns:a16="http://schemas.microsoft.com/office/drawing/2014/main" id="{B93F32E3-8690-BD4B-B848-94E1FAAB5E88}"/>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6" name="Line 272">
                <a:extLst>
                  <a:ext uri="{FF2B5EF4-FFF2-40B4-BE49-F238E27FC236}">
                    <a16:creationId xmlns:a16="http://schemas.microsoft.com/office/drawing/2014/main" id="{AB0BEDC3-F0F0-4E42-A55F-57AC0548D591}"/>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7" name="Line 273">
                <a:extLst>
                  <a:ext uri="{FF2B5EF4-FFF2-40B4-BE49-F238E27FC236}">
                    <a16:creationId xmlns:a16="http://schemas.microsoft.com/office/drawing/2014/main" id="{3AF299DE-8F54-D84C-B398-5B3B44C53A96}"/>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8" name="Line 274">
                <a:extLst>
                  <a:ext uri="{FF2B5EF4-FFF2-40B4-BE49-F238E27FC236}">
                    <a16:creationId xmlns:a16="http://schemas.microsoft.com/office/drawing/2014/main" id="{C2005C3C-C4BA-FD44-A127-E5C4FE594D94}"/>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49" name="Line 275">
                <a:extLst>
                  <a:ext uri="{FF2B5EF4-FFF2-40B4-BE49-F238E27FC236}">
                    <a16:creationId xmlns:a16="http://schemas.microsoft.com/office/drawing/2014/main" id="{948DF918-9246-AF45-A55F-C5B7436635B2}"/>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0" name="Line 276">
                <a:extLst>
                  <a:ext uri="{FF2B5EF4-FFF2-40B4-BE49-F238E27FC236}">
                    <a16:creationId xmlns:a16="http://schemas.microsoft.com/office/drawing/2014/main" id="{3D1534AB-9253-A140-B4C5-81F085C4528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1" name="Line 277">
                <a:extLst>
                  <a:ext uri="{FF2B5EF4-FFF2-40B4-BE49-F238E27FC236}">
                    <a16:creationId xmlns:a16="http://schemas.microsoft.com/office/drawing/2014/main" id="{3BA377A2-6A51-F64B-AA8B-4FB90FAA7D33}"/>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2" name="Line 278">
                <a:extLst>
                  <a:ext uri="{FF2B5EF4-FFF2-40B4-BE49-F238E27FC236}">
                    <a16:creationId xmlns:a16="http://schemas.microsoft.com/office/drawing/2014/main" id="{FA310FA6-4B1E-0047-8066-8AF44673F2B8}"/>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3" name="Line 279">
                <a:extLst>
                  <a:ext uri="{FF2B5EF4-FFF2-40B4-BE49-F238E27FC236}">
                    <a16:creationId xmlns:a16="http://schemas.microsoft.com/office/drawing/2014/main" id="{254B094E-F3D3-0F46-BF4E-A226644B01D8}"/>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4" name="Line 280">
                <a:extLst>
                  <a:ext uri="{FF2B5EF4-FFF2-40B4-BE49-F238E27FC236}">
                    <a16:creationId xmlns:a16="http://schemas.microsoft.com/office/drawing/2014/main" id="{9805319A-9CA5-7340-811A-8DBCB5A2BAC3}"/>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5" name="Line 281">
                <a:extLst>
                  <a:ext uri="{FF2B5EF4-FFF2-40B4-BE49-F238E27FC236}">
                    <a16:creationId xmlns:a16="http://schemas.microsoft.com/office/drawing/2014/main" id="{6042C4DF-7427-904B-A064-26708AF48089}"/>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6" name="Line 282">
                <a:extLst>
                  <a:ext uri="{FF2B5EF4-FFF2-40B4-BE49-F238E27FC236}">
                    <a16:creationId xmlns:a16="http://schemas.microsoft.com/office/drawing/2014/main" id="{21FF36A4-E56F-C94A-8E67-9A6E4DA844B2}"/>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7" name="Line 283">
                <a:extLst>
                  <a:ext uri="{FF2B5EF4-FFF2-40B4-BE49-F238E27FC236}">
                    <a16:creationId xmlns:a16="http://schemas.microsoft.com/office/drawing/2014/main" id="{C6A0831D-FA2C-E744-8FE0-FDFDDB5FDD0D}"/>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sp>
            <p:nvSpPr>
              <p:cNvPr id="258" name="Line 284">
                <a:extLst>
                  <a:ext uri="{FF2B5EF4-FFF2-40B4-BE49-F238E27FC236}">
                    <a16:creationId xmlns:a16="http://schemas.microsoft.com/office/drawing/2014/main" id="{65548550-729A-4849-9DC4-127F8FE86B26}"/>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en-US"/>
              </a:p>
            </p:txBody>
          </p:sp>
        </p:grpSp>
        <p:pic>
          <p:nvPicPr>
            <p:cNvPr id="261" name="Picture 777" descr="access_point_stylized_small">
              <a:extLst>
                <a:ext uri="{FF2B5EF4-FFF2-40B4-BE49-F238E27FC236}">
                  <a16:creationId xmlns:a16="http://schemas.microsoft.com/office/drawing/2014/main" id="{FA9A412B-D725-D449-8707-A3626DCB48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9038" y="3856797"/>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 name="Picture 780" descr="access_point_stylized_small">
              <a:extLst>
                <a:ext uri="{FF2B5EF4-FFF2-40B4-BE49-F238E27FC236}">
                  <a16:creationId xmlns:a16="http://schemas.microsoft.com/office/drawing/2014/main" id="{AC22920E-0555-BA45-9B6A-B76172153C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5766" y="5519130"/>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71" name="Group 470">
              <a:extLst>
                <a:ext uri="{FF2B5EF4-FFF2-40B4-BE49-F238E27FC236}">
                  <a16:creationId xmlns:a16="http://schemas.microsoft.com/office/drawing/2014/main" id="{DE035BC7-2762-3044-BE80-C91EC827E65C}"/>
                </a:ext>
              </a:extLst>
            </p:cNvPr>
            <p:cNvGrpSpPr/>
            <p:nvPr/>
          </p:nvGrpSpPr>
          <p:grpSpPr>
            <a:xfrm>
              <a:off x="9788714" y="4984881"/>
              <a:ext cx="393760" cy="218578"/>
              <a:chOff x="7493876" y="2774731"/>
              <a:chExt cx="1481958" cy="894622"/>
            </a:xfrm>
          </p:grpSpPr>
          <p:sp>
            <p:nvSpPr>
              <p:cNvPr id="472" name="Freeform 471">
                <a:extLst>
                  <a:ext uri="{FF2B5EF4-FFF2-40B4-BE49-F238E27FC236}">
                    <a16:creationId xmlns:a16="http://schemas.microsoft.com/office/drawing/2014/main" id="{BEE06200-7AF9-4A43-9447-2349DCBFF94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73" name="Oval 472">
                <a:extLst>
                  <a:ext uri="{FF2B5EF4-FFF2-40B4-BE49-F238E27FC236}">
                    <a16:creationId xmlns:a16="http://schemas.microsoft.com/office/drawing/2014/main" id="{3340A80C-5091-6D49-89E5-375F02E9486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474" name="Group 473">
                <a:extLst>
                  <a:ext uri="{FF2B5EF4-FFF2-40B4-BE49-F238E27FC236}">
                    <a16:creationId xmlns:a16="http://schemas.microsoft.com/office/drawing/2014/main" id="{B2821126-95C5-B044-AEBC-BA333FAF6B2D}"/>
                  </a:ext>
                </a:extLst>
              </p:cNvPr>
              <p:cNvGrpSpPr/>
              <p:nvPr/>
            </p:nvGrpSpPr>
            <p:grpSpPr>
              <a:xfrm>
                <a:off x="7713663" y="2848339"/>
                <a:ext cx="1042107" cy="425543"/>
                <a:chOff x="7786941" y="2884917"/>
                <a:chExt cx="897649" cy="353919"/>
              </a:xfrm>
            </p:grpSpPr>
            <p:sp>
              <p:nvSpPr>
                <p:cNvPr id="475" name="Freeform 474">
                  <a:extLst>
                    <a:ext uri="{FF2B5EF4-FFF2-40B4-BE49-F238E27FC236}">
                      <a16:creationId xmlns:a16="http://schemas.microsoft.com/office/drawing/2014/main" id="{B76A81D4-5DC8-C241-B209-B819BC6D74F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Freeform 475">
                  <a:extLst>
                    <a:ext uri="{FF2B5EF4-FFF2-40B4-BE49-F238E27FC236}">
                      <a16:creationId xmlns:a16="http://schemas.microsoft.com/office/drawing/2014/main" id="{6F6ED06A-086C-754C-BE82-59E2830CF0D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Freeform 476">
                  <a:extLst>
                    <a:ext uri="{FF2B5EF4-FFF2-40B4-BE49-F238E27FC236}">
                      <a16:creationId xmlns:a16="http://schemas.microsoft.com/office/drawing/2014/main" id="{A32340AB-4CC3-5442-987B-A47EF2040F1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Freeform 477">
                  <a:extLst>
                    <a:ext uri="{FF2B5EF4-FFF2-40B4-BE49-F238E27FC236}">
                      <a16:creationId xmlns:a16="http://schemas.microsoft.com/office/drawing/2014/main" id="{AC0AB71B-FD2B-9C4A-AE22-B586FC33568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20" name="Group 519">
              <a:extLst>
                <a:ext uri="{FF2B5EF4-FFF2-40B4-BE49-F238E27FC236}">
                  <a16:creationId xmlns:a16="http://schemas.microsoft.com/office/drawing/2014/main" id="{60B6F784-668B-5D4B-A622-66CCE6350B84}"/>
                </a:ext>
              </a:extLst>
            </p:cNvPr>
            <p:cNvGrpSpPr/>
            <p:nvPr/>
          </p:nvGrpSpPr>
          <p:grpSpPr>
            <a:xfrm>
              <a:off x="9854521" y="5333935"/>
              <a:ext cx="309740" cy="190838"/>
              <a:chOff x="3668110" y="2448910"/>
              <a:chExt cx="3794234" cy="2165130"/>
            </a:xfrm>
          </p:grpSpPr>
          <p:sp>
            <p:nvSpPr>
              <p:cNvPr id="521" name="Rectangle 520">
                <a:extLst>
                  <a:ext uri="{FF2B5EF4-FFF2-40B4-BE49-F238E27FC236}">
                    <a16:creationId xmlns:a16="http://schemas.microsoft.com/office/drawing/2014/main" id="{275B9F34-60F1-4A43-AAD4-D58802DAAC8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Freeform 521">
                <a:extLst>
                  <a:ext uri="{FF2B5EF4-FFF2-40B4-BE49-F238E27FC236}">
                    <a16:creationId xmlns:a16="http://schemas.microsoft.com/office/drawing/2014/main" id="{778A1510-2C69-F848-B6B3-6C73FF16369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3" name="Group 522">
                <a:extLst>
                  <a:ext uri="{FF2B5EF4-FFF2-40B4-BE49-F238E27FC236}">
                    <a16:creationId xmlns:a16="http://schemas.microsoft.com/office/drawing/2014/main" id="{85BFF772-B3A6-F548-BDE0-8AEB95F33FBE}"/>
                  </a:ext>
                </a:extLst>
              </p:cNvPr>
              <p:cNvGrpSpPr/>
              <p:nvPr/>
            </p:nvGrpSpPr>
            <p:grpSpPr>
              <a:xfrm>
                <a:off x="3941378" y="2603243"/>
                <a:ext cx="3202061" cy="1066110"/>
                <a:chOff x="7939341" y="3037317"/>
                <a:chExt cx="897649" cy="353919"/>
              </a:xfrm>
            </p:grpSpPr>
            <p:sp>
              <p:nvSpPr>
                <p:cNvPr id="524" name="Freeform 523">
                  <a:extLst>
                    <a:ext uri="{FF2B5EF4-FFF2-40B4-BE49-F238E27FC236}">
                      <a16:creationId xmlns:a16="http://schemas.microsoft.com/office/drawing/2014/main" id="{B37A32DB-8119-5447-A58C-87AD1FDF0EB7}"/>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Freeform 524">
                  <a:extLst>
                    <a:ext uri="{FF2B5EF4-FFF2-40B4-BE49-F238E27FC236}">
                      <a16:creationId xmlns:a16="http://schemas.microsoft.com/office/drawing/2014/main" id="{58EF4D92-6D83-864D-92A9-A1264053688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Freeform 525">
                  <a:extLst>
                    <a:ext uri="{FF2B5EF4-FFF2-40B4-BE49-F238E27FC236}">
                      <a16:creationId xmlns:a16="http://schemas.microsoft.com/office/drawing/2014/main" id="{79E03014-7882-0546-B7FE-50715AB53593}"/>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Freeform 526">
                  <a:extLst>
                    <a:ext uri="{FF2B5EF4-FFF2-40B4-BE49-F238E27FC236}">
                      <a16:creationId xmlns:a16="http://schemas.microsoft.com/office/drawing/2014/main" id="{530508B2-B7B9-B347-8151-5F7967C6BEDA}"/>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79" name="Group 478">
              <a:extLst>
                <a:ext uri="{FF2B5EF4-FFF2-40B4-BE49-F238E27FC236}">
                  <a16:creationId xmlns:a16="http://schemas.microsoft.com/office/drawing/2014/main" id="{11A03BFE-097D-3B42-AA2B-11FFEA70FF5B}"/>
                </a:ext>
              </a:extLst>
            </p:cNvPr>
            <p:cNvGrpSpPr/>
            <p:nvPr/>
          </p:nvGrpSpPr>
          <p:grpSpPr>
            <a:xfrm>
              <a:off x="8681775" y="4962318"/>
              <a:ext cx="393760" cy="218578"/>
              <a:chOff x="7493876" y="2774731"/>
              <a:chExt cx="1481958" cy="894622"/>
            </a:xfrm>
          </p:grpSpPr>
          <p:sp>
            <p:nvSpPr>
              <p:cNvPr id="480" name="Freeform 479">
                <a:extLst>
                  <a:ext uri="{FF2B5EF4-FFF2-40B4-BE49-F238E27FC236}">
                    <a16:creationId xmlns:a16="http://schemas.microsoft.com/office/drawing/2014/main" id="{89B10910-D4AF-3246-860A-25F1D908938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81" name="Oval 480">
                <a:extLst>
                  <a:ext uri="{FF2B5EF4-FFF2-40B4-BE49-F238E27FC236}">
                    <a16:creationId xmlns:a16="http://schemas.microsoft.com/office/drawing/2014/main" id="{F9BAB47F-DDD3-BE44-9A9E-FC2F6705193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482" name="Group 481">
                <a:extLst>
                  <a:ext uri="{FF2B5EF4-FFF2-40B4-BE49-F238E27FC236}">
                    <a16:creationId xmlns:a16="http://schemas.microsoft.com/office/drawing/2014/main" id="{753018A5-48AB-6D40-BB99-E6281192F8DD}"/>
                  </a:ext>
                </a:extLst>
              </p:cNvPr>
              <p:cNvGrpSpPr/>
              <p:nvPr/>
            </p:nvGrpSpPr>
            <p:grpSpPr>
              <a:xfrm>
                <a:off x="7713663" y="2848339"/>
                <a:ext cx="1042107" cy="425543"/>
                <a:chOff x="7786941" y="2884917"/>
                <a:chExt cx="897649" cy="353919"/>
              </a:xfrm>
            </p:grpSpPr>
            <p:sp>
              <p:nvSpPr>
                <p:cNvPr id="483" name="Freeform 482">
                  <a:extLst>
                    <a:ext uri="{FF2B5EF4-FFF2-40B4-BE49-F238E27FC236}">
                      <a16:creationId xmlns:a16="http://schemas.microsoft.com/office/drawing/2014/main" id="{BD7DB5A0-40AC-504F-93F8-89A5617E2AE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Freeform 483">
                  <a:extLst>
                    <a:ext uri="{FF2B5EF4-FFF2-40B4-BE49-F238E27FC236}">
                      <a16:creationId xmlns:a16="http://schemas.microsoft.com/office/drawing/2014/main" id="{DBEBB83D-40BF-8849-BAAA-59AB22EA085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Freeform 484">
                  <a:extLst>
                    <a:ext uri="{FF2B5EF4-FFF2-40B4-BE49-F238E27FC236}">
                      <a16:creationId xmlns:a16="http://schemas.microsoft.com/office/drawing/2014/main" id="{18930CC0-2525-0C49-9555-463122A4FBB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Freeform 485">
                  <a:extLst>
                    <a:ext uri="{FF2B5EF4-FFF2-40B4-BE49-F238E27FC236}">
                      <a16:creationId xmlns:a16="http://schemas.microsoft.com/office/drawing/2014/main" id="{0C651989-7B8A-F043-A1B6-F47D8764FCE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29" name="Group 528">
              <a:extLst>
                <a:ext uri="{FF2B5EF4-FFF2-40B4-BE49-F238E27FC236}">
                  <a16:creationId xmlns:a16="http://schemas.microsoft.com/office/drawing/2014/main" id="{DE45D3AB-47E3-364E-81D6-324D69CE101C}"/>
                </a:ext>
              </a:extLst>
            </p:cNvPr>
            <p:cNvGrpSpPr/>
            <p:nvPr/>
          </p:nvGrpSpPr>
          <p:grpSpPr>
            <a:xfrm>
              <a:off x="8316676" y="5189331"/>
              <a:ext cx="309740" cy="190838"/>
              <a:chOff x="3668110" y="2448910"/>
              <a:chExt cx="3794234" cy="2165130"/>
            </a:xfrm>
          </p:grpSpPr>
          <p:sp>
            <p:nvSpPr>
              <p:cNvPr id="530" name="Rectangle 529">
                <a:extLst>
                  <a:ext uri="{FF2B5EF4-FFF2-40B4-BE49-F238E27FC236}">
                    <a16:creationId xmlns:a16="http://schemas.microsoft.com/office/drawing/2014/main" id="{72425686-3D93-0646-A923-6ADF75485CDC}"/>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Freeform 530">
                <a:extLst>
                  <a:ext uri="{FF2B5EF4-FFF2-40B4-BE49-F238E27FC236}">
                    <a16:creationId xmlns:a16="http://schemas.microsoft.com/office/drawing/2014/main" id="{6ADFF160-CF04-7049-A6D4-1C789FDD39AE}"/>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32" name="Group 531">
                <a:extLst>
                  <a:ext uri="{FF2B5EF4-FFF2-40B4-BE49-F238E27FC236}">
                    <a16:creationId xmlns:a16="http://schemas.microsoft.com/office/drawing/2014/main" id="{AFDD9D33-8D17-F840-A9A5-3807DD3BA314}"/>
                  </a:ext>
                </a:extLst>
              </p:cNvPr>
              <p:cNvGrpSpPr/>
              <p:nvPr/>
            </p:nvGrpSpPr>
            <p:grpSpPr>
              <a:xfrm>
                <a:off x="3941378" y="2603243"/>
                <a:ext cx="3202061" cy="1066110"/>
                <a:chOff x="7939341" y="3037317"/>
                <a:chExt cx="897649" cy="353919"/>
              </a:xfrm>
            </p:grpSpPr>
            <p:sp>
              <p:nvSpPr>
                <p:cNvPr id="533" name="Freeform 532">
                  <a:extLst>
                    <a:ext uri="{FF2B5EF4-FFF2-40B4-BE49-F238E27FC236}">
                      <a16:creationId xmlns:a16="http://schemas.microsoft.com/office/drawing/2014/main" id="{3AF3452D-972F-6944-8123-ECA4288786D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Freeform 533">
                  <a:extLst>
                    <a:ext uri="{FF2B5EF4-FFF2-40B4-BE49-F238E27FC236}">
                      <a16:creationId xmlns:a16="http://schemas.microsoft.com/office/drawing/2014/main" id="{BA43E42C-CD9B-1744-BEEC-9E664114AC8E}"/>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Freeform 534">
                  <a:extLst>
                    <a:ext uri="{FF2B5EF4-FFF2-40B4-BE49-F238E27FC236}">
                      <a16:creationId xmlns:a16="http://schemas.microsoft.com/office/drawing/2014/main" id="{42EF7BB0-4257-F646-805E-AFBA92B62F9D}"/>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Freeform 535">
                  <a:extLst>
                    <a:ext uri="{FF2B5EF4-FFF2-40B4-BE49-F238E27FC236}">
                      <a16:creationId xmlns:a16="http://schemas.microsoft.com/office/drawing/2014/main" id="{95AEC175-56C0-C14B-9DC5-693400B124AB}"/>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07" name="Group 406">
              <a:extLst>
                <a:ext uri="{FF2B5EF4-FFF2-40B4-BE49-F238E27FC236}">
                  <a16:creationId xmlns:a16="http://schemas.microsoft.com/office/drawing/2014/main" id="{CBD7A282-C22D-714A-88F1-C7D4EDD107F8}"/>
                </a:ext>
              </a:extLst>
            </p:cNvPr>
            <p:cNvGrpSpPr/>
            <p:nvPr/>
          </p:nvGrpSpPr>
          <p:grpSpPr>
            <a:xfrm>
              <a:off x="8444983" y="2807207"/>
              <a:ext cx="353678" cy="168275"/>
              <a:chOff x="7493876" y="2774731"/>
              <a:chExt cx="1481958" cy="894622"/>
            </a:xfrm>
          </p:grpSpPr>
          <p:sp>
            <p:nvSpPr>
              <p:cNvPr id="408" name="Freeform 407">
                <a:extLst>
                  <a:ext uri="{FF2B5EF4-FFF2-40B4-BE49-F238E27FC236}">
                    <a16:creationId xmlns:a16="http://schemas.microsoft.com/office/drawing/2014/main" id="{3C206862-9269-EE48-877D-EE261101A44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09" name="Oval 408">
                <a:extLst>
                  <a:ext uri="{FF2B5EF4-FFF2-40B4-BE49-F238E27FC236}">
                    <a16:creationId xmlns:a16="http://schemas.microsoft.com/office/drawing/2014/main" id="{9B69A2C6-F31C-E749-B77A-1818B15E1B3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410" name="Group 409">
                <a:extLst>
                  <a:ext uri="{FF2B5EF4-FFF2-40B4-BE49-F238E27FC236}">
                    <a16:creationId xmlns:a16="http://schemas.microsoft.com/office/drawing/2014/main" id="{08BE9AB8-F5DA-4D4A-9621-9AB05D691F0C}"/>
                  </a:ext>
                </a:extLst>
              </p:cNvPr>
              <p:cNvGrpSpPr/>
              <p:nvPr/>
            </p:nvGrpSpPr>
            <p:grpSpPr>
              <a:xfrm>
                <a:off x="7713663" y="2848339"/>
                <a:ext cx="1042107" cy="425543"/>
                <a:chOff x="7786941" y="2884917"/>
                <a:chExt cx="897649" cy="353919"/>
              </a:xfrm>
            </p:grpSpPr>
            <p:sp>
              <p:nvSpPr>
                <p:cNvPr id="411" name="Freeform 410">
                  <a:extLst>
                    <a:ext uri="{FF2B5EF4-FFF2-40B4-BE49-F238E27FC236}">
                      <a16:creationId xmlns:a16="http://schemas.microsoft.com/office/drawing/2014/main" id="{56E730F0-5BB3-6446-9D5B-82D51B9EDAF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Freeform 411">
                  <a:extLst>
                    <a:ext uri="{FF2B5EF4-FFF2-40B4-BE49-F238E27FC236}">
                      <a16:creationId xmlns:a16="http://schemas.microsoft.com/office/drawing/2014/main" id="{5BA37E27-2FC6-BA43-8A97-14171CB51FD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Freeform 412">
                  <a:extLst>
                    <a:ext uri="{FF2B5EF4-FFF2-40B4-BE49-F238E27FC236}">
                      <a16:creationId xmlns:a16="http://schemas.microsoft.com/office/drawing/2014/main" id="{CCB37CB3-304F-6144-85D0-8B420BDD088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Freeform 413">
                  <a:extLst>
                    <a:ext uri="{FF2B5EF4-FFF2-40B4-BE49-F238E27FC236}">
                      <a16:creationId xmlns:a16="http://schemas.microsoft.com/office/drawing/2014/main" id="{BD0CA8E5-A033-834A-A402-E2EFB2FBBFC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15" name="Group 414">
              <a:extLst>
                <a:ext uri="{FF2B5EF4-FFF2-40B4-BE49-F238E27FC236}">
                  <a16:creationId xmlns:a16="http://schemas.microsoft.com/office/drawing/2014/main" id="{F0DE4078-0801-A244-9A82-F7502B8B24A0}"/>
                </a:ext>
              </a:extLst>
            </p:cNvPr>
            <p:cNvGrpSpPr/>
            <p:nvPr/>
          </p:nvGrpSpPr>
          <p:grpSpPr>
            <a:xfrm>
              <a:off x="8055226" y="3960892"/>
              <a:ext cx="354986" cy="175668"/>
              <a:chOff x="7493876" y="2774731"/>
              <a:chExt cx="1481958" cy="894622"/>
            </a:xfrm>
          </p:grpSpPr>
          <p:sp>
            <p:nvSpPr>
              <p:cNvPr id="416" name="Freeform 415">
                <a:extLst>
                  <a:ext uri="{FF2B5EF4-FFF2-40B4-BE49-F238E27FC236}">
                    <a16:creationId xmlns:a16="http://schemas.microsoft.com/office/drawing/2014/main" id="{EA784F43-D793-4342-92F3-EBC3632212A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17" name="Oval 416">
                <a:extLst>
                  <a:ext uri="{FF2B5EF4-FFF2-40B4-BE49-F238E27FC236}">
                    <a16:creationId xmlns:a16="http://schemas.microsoft.com/office/drawing/2014/main" id="{75841943-4184-5D4E-AAD4-8FEAC9D7330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418" name="Group 417">
                <a:extLst>
                  <a:ext uri="{FF2B5EF4-FFF2-40B4-BE49-F238E27FC236}">
                    <a16:creationId xmlns:a16="http://schemas.microsoft.com/office/drawing/2014/main" id="{23FBC748-DCBA-AA41-A6F7-895374D50CDF}"/>
                  </a:ext>
                </a:extLst>
              </p:cNvPr>
              <p:cNvGrpSpPr/>
              <p:nvPr/>
            </p:nvGrpSpPr>
            <p:grpSpPr>
              <a:xfrm>
                <a:off x="7713663" y="2848339"/>
                <a:ext cx="1042107" cy="425543"/>
                <a:chOff x="7786941" y="2884917"/>
                <a:chExt cx="897649" cy="353919"/>
              </a:xfrm>
            </p:grpSpPr>
            <p:sp>
              <p:nvSpPr>
                <p:cNvPr id="419" name="Freeform 418">
                  <a:extLst>
                    <a:ext uri="{FF2B5EF4-FFF2-40B4-BE49-F238E27FC236}">
                      <a16:creationId xmlns:a16="http://schemas.microsoft.com/office/drawing/2014/main" id="{96DA1F2B-2063-8C40-BF46-086C20D317A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Freeform 419">
                  <a:extLst>
                    <a:ext uri="{FF2B5EF4-FFF2-40B4-BE49-F238E27FC236}">
                      <a16:creationId xmlns:a16="http://schemas.microsoft.com/office/drawing/2014/main" id="{8A1EF987-02EE-DA4D-8224-02537D5034D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Freeform 420">
                  <a:extLst>
                    <a:ext uri="{FF2B5EF4-FFF2-40B4-BE49-F238E27FC236}">
                      <a16:creationId xmlns:a16="http://schemas.microsoft.com/office/drawing/2014/main" id="{1FC5854A-AF8F-6841-92AD-B18DDAF1E99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Freeform 421">
                  <a:extLst>
                    <a:ext uri="{FF2B5EF4-FFF2-40B4-BE49-F238E27FC236}">
                      <a16:creationId xmlns:a16="http://schemas.microsoft.com/office/drawing/2014/main" id="{A510FA68-BEB6-B54A-A1D4-984168F8571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55" name="Group 454">
              <a:extLst>
                <a:ext uri="{FF2B5EF4-FFF2-40B4-BE49-F238E27FC236}">
                  <a16:creationId xmlns:a16="http://schemas.microsoft.com/office/drawing/2014/main" id="{52B7B73B-1125-084D-8669-C68CC371DDC6}"/>
                </a:ext>
              </a:extLst>
            </p:cNvPr>
            <p:cNvGrpSpPr/>
            <p:nvPr/>
          </p:nvGrpSpPr>
          <p:grpSpPr>
            <a:xfrm>
              <a:off x="10889241" y="3596263"/>
              <a:ext cx="170989" cy="97052"/>
              <a:chOff x="7493876" y="2774731"/>
              <a:chExt cx="1481958" cy="894622"/>
            </a:xfrm>
          </p:grpSpPr>
          <p:sp>
            <p:nvSpPr>
              <p:cNvPr id="456" name="Freeform 455">
                <a:extLst>
                  <a:ext uri="{FF2B5EF4-FFF2-40B4-BE49-F238E27FC236}">
                    <a16:creationId xmlns:a16="http://schemas.microsoft.com/office/drawing/2014/main" id="{3196A4F9-B139-4D4B-B210-0318216604F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57" name="Oval 456">
                <a:extLst>
                  <a:ext uri="{FF2B5EF4-FFF2-40B4-BE49-F238E27FC236}">
                    <a16:creationId xmlns:a16="http://schemas.microsoft.com/office/drawing/2014/main" id="{1D1C7F3A-BE45-014B-AF9C-58CA77DA029D}"/>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458" name="Group 457">
                <a:extLst>
                  <a:ext uri="{FF2B5EF4-FFF2-40B4-BE49-F238E27FC236}">
                    <a16:creationId xmlns:a16="http://schemas.microsoft.com/office/drawing/2014/main" id="{83DFFE47-64E8-F54C-8ABC-E896DA957F0D}"/>
                  </a:ext>
                </a:extLst>
              </p:cNvPr>
              <p:cNvGrpSpPr/>
              <p:nvPr/>
            </p:nvGrpSpPr>
            <p:grpSpPr>
              <a:xfrm>
                <a:off x="7713663" y="2848339"/>
                <a:ext cx="1042107" cy="425543"/>
                <a:chOff x="7786941" y="2884917"/>
                <a:chExt cx="897649" cy="353919"/>
              </a:xfrm>
            </p:grpSpPr>
            <p:sp>
              <p:nvSpPr>
                <p:cNvPr id="459" name="Freeform 458">
                  <a:extLst>
                    <a:ext uri="{FF2B5EF4-FFF2-40B4-BE49-F238E27FC236}">
                      <a16:creationId xmlns:a16="http://schemas.microsoft.com/office/drawing/2014/main" id="{2A9F0EE2-8F99-EB4D-9331-7AE3BDCBE9C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Freeform 459">
                  <a:extLst>
                    <a:ext uri="{FF2B5EF4-FFF2-40B4-BE49-F238E27FC236}">
                      <a16:creationId xmlns:a16="http://schemas.microsoft.com/office/drawing/2014/main" id="{2E314A90-8DB8-2A49-8BB6-D51C2DAE9CF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Freeform 460">
                  <a:extLst>
                    <a:ext uri="{FF2B5EF4-FFF2-40B4-BE49-F238E27FC236}">
                      <a16:creationId xmlns:a16="http://schemas.microsoft.com/office/drawing/2014/main" id="{7D8C0277-204E-2B4D-B954-94739B9DE72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Freeform 461">
                  <a:extLst>
                    <a:ext uri="{FF2B5EF4-FFF2-40B4-BE49-F238E27FC236}">
                      <a16:creationId xmlns:a16="http://schemas.microsoft.com/office/drawing/2014/main" id="{69955D3C-6D1B-EA40-8228-73DF0156415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15" name="Group 614">
              <a:extLst>
                <a:ext uri="{FF2B5EF4-FFF2-40B4-BE49-F238E27FC236}">
                  <a16:creationId xmlns:a16="http://schemas.microsoft.com/office/drawing/2014/main" id="{E166183D-5423-4E4A-AD63-A361EDE184C0}"/>
                </a:ext>
              </a:extLst>
            </p:cNvPr>
            <p:cNvGrpSpPr/>
            <p:nvPr/>
          </p:nvGrpSpPr>
          <p:grpSpPr>
            <a:xfrm>
              <a:off x="10415765" y="3491036"/>
              <a:ext cx="353678" cy="198344"/>
              <a:chOff x="7493876" y="2774731"/>
              <a:chExt cx="1481958" cy="894622"/>
            </a:xfrm>
          </p:grpSpPr>
          <p:sp>
            <p:nvSpPr>
              <p:cNvPr id="616" name="Freeform 615">
                <a:extLst>
                  <a:ext uri="{FF2B5EF4-FFF2-40B4-BE49-F238E27FC236}">
                    <a16:creationId xmlns:a16="http://schemas.microsoft.com/office/drawing/2014/main" id="{8470D159-2329-7F46-9191-000B96A32C7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617" name="Oval 616">
                <a:extLst>
                  <a:ext uri="{FF2B5EF4-FFF2-40B4-BE49-F238E27FC236}">
                    <a16:creationId xmlns:a16="http://schemas.microsoft.com/office/drawing/2014/main" id="{825BDAE5-F4DB-9148-9BC8-0F6F2D1E653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618" name="Group 617">
                <a:extLst>
                  <a:ext uri="{FF2B5EF4-FFF2-40B4-BE49-F238E27FC236}">
                    <a16:creationId xmlns:a16="http://schemas.microsoft.com/office/drawing/2014/main" id="{237F0420-A845-064A-97A2-458F63D673CA}"/>
                  </a:ext>
                </a:extLst>
              </p:cNvPr>
              <p:cNvGrpSpPr/>
              <p:nvPr/>
            </p:nvGrpSpPr>
            <p:grpSpPr>
              <a:xfrm>
                <a:off x="7713663" y="2848339"/>
                <a:ext cx="1042107" cy="425543"/>
                <a:chOff x="7786941" y="2884917"/>
                <a:chExt cx="897649" cy="353919"/>
              </a:xfrm>
            </p:grpSpPr>
            <p:sp>
              <p:nvSpPr>
                <p:cNvPr id="619" name="Freeform 618">
                  <a:extLst>
                    <a:ext uri="{FF2B5EF4-FFF2-40B4-BE49-F238E27FC236}">
                      <a16:creationId xmlns:a16="http://schemas.microsoft.com/office/drawing/2014/main" id="{D11109B9-8A56-A945-BA04-5A564B10300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Freeform 619">
                  <a:extLst>
                    <a:ext uri="{FF2B5EF4-FFF2-40B4-BE49-F238E27FC236}">
                      <a16:creationId xmlns:a16="http://schemas.microsoft.com/office/drawing/2014/main" id="{170AB2AC-06DB-034E-A5C4-0C8F62E3BE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Freeform 620">
                  <a:extLst>
                    <a:ext uri="{FF2B5EF4-FFF2-40B4-BE49-F238E27FC236}">
                      <a16:creationId xmlns:a16="http://schemas.microsoft.com/office/drawing/2014/main" id="{E41AEAC2-F85C-4A4E-B0B9-D5C02217D60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Freeform 621">
                  <a:extLst>
                    <a:ext uri="{FF2B5EF4-FFF2-40B4-BE49-F238E27FC236}">
                      <a16:creationId xmlns:a16="http://schemas.microsoft.com/office/drawing/2014/main" id="{7955A7EE-741F-9740-8344-A2BC817675A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77" name="Group 576">
              <a:extLst>
                <a:ext uri="{FF2B5EF4-FFF2-40B4-BE49-F238E27FC236}">
                  <a16:creationId xmlns:a16="http://schemas.microsoft.com/office/drawing/2014/main" id="{C471E59B-7A0B-AE4F-95D6-F76514D2D55A}"/>
                </a:ext>
              </a:extLst>
            </p:cNvPr>
            <p:cNvGrpSpPr/>
            <p:nvPr/>
          </p:nvGrpSpPr>
          <p:grpSpPr>
            <a:xfrm>
              <a:off x="9953880" y="2197190"/>
              <a:ext cx="353678" cy="198344"/>
              <a:chOff x="7493876" y="2774731"/>
              <a:chExt cx="1481958" cy="894622"/>
            </a:xfrm>
          </p:grpSpPr>
          <p:sp>
            <p:nvSpPr>
              <p:cNvPr id="578" name="Freeform 577">
                <a:extLst>
                  <a:ext uri="{FF2B5EF4-FFF2-40B4-BE49-F238E27FC236}">
                    <a16:creationId xmlns:a16="http://schemas.microsoft.com/office/drawing/2014/main" id="{8CD016E7-5480-8E4E-94F7-201A1C6046D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79" name="Oval 578">
                <a:extLst>
                  <a:ext uri="{FF2B5EF4-FFF2-40B4-BE49-F238E27FC236}">
                    <a16:creationId xmlns:a16="http://schemas.microsoft.com/office/drawing/2014/main" id="{593A573C-B6D6-684E-BA73-8F7F7FA8D57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580" name="Group 579">
                <a:extLst>
                  <a:ext uri="{FF2B5EF4-FFF2-40B4-BE49-F238E27FC236}">
                    <a16:creationId xmlns:a16="http://schemas.microsoft.com/office/drawing/2014/main" id="{2C09AC60-D16C-A948-B25E-01CF60EAAD7B}"/>
                  </a:ext>
                </a:extLst>
              </p:cNvPr>
              <p:cNvGrpSpPr/>
              <p:nvPr/>
            </p:nvGrpSpPr>
            <p:grpSpPr>
              <a:xfrm>
                <a:off x="7713663" y="2848339"/>
                <a:ext cx="1042107" cy="425543"/>
                <a:chOff x="7786941" y="2884917"/>
                <a:chExt cx="897649" cy="353919"/>
              </a:xfrm>
            </p:grpSpPr>
            <p:sp>
              <p:nvSpPr>
                <p:cNvPr id="581" name="Freeform 580">
                  <a:extLst>
                    <a:ext uri="{FF2B5EF4-FFF2-40B4-BE49-F238E27FC236}">
                      <a16:creationId xmlns:a16="http://schemas.microsoft.com/office/drawing/2014/main" id="{D9A85682-B6A6-2344-B24D-66A792630B3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Freeform 581">
                  <a:extLst>
                    <a:ext uri="{FF2B5EF4-FFF2-40B4-BE49-F238E27FC236}">
                      <a16:creationId xmlns:a16="http://schemas.microsoft.com/office/drawing/2014/main" id="{52EBCF47-0621-B64C-B884-20683D14D92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Freeform 582">
                  <a:extLst>
                    <a:ext uri="{FF2B5EF4-FFF2-40B4-BE49-F238E27FC236}">
                      <a16:creationId xmlns:a16="http://schemas.microsoft.com/office/drawing/2014/main" id="{83AAD1CC-D818-A245-9CF9-C4877A62A5D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Freeform 583">
                  <a:extLst>
                    <a:ext uri="{FF2B5EF4-FFF2-40B4-BE49-F238E27FC236}">
                      <a16:creationId xmlns:a16="http://schemas.microsoft.com/office/drawing/2014/main" id="{51F55DD1-3A8F-0242-A470-690BE99AC68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93" name="Group 592">
              <a:extLst>
                <a:ext uri="{FF2B5EF4-FFF2-40B4-BE49-F238E27FC236}">
                  <a16:creationId xmlns:a16="http://schemas.microsoft.com/office/drawing/2014/main" id="{7BF36121-B4F6-2447-9F5B-F29B627F3B2A}"/>
                </a:ext>
              </a:extLst>
            </p:cNvPr>
            <p:cNvGrpSpPr/>
            <p:nvPr/>
          </p:nvGrpSpPr>
          <p:grpSpPr>
            <a:xfrm>
              <a:off x="10532370" y="2608265"/>
              <a:ext cx="353678" cy="198344"/>
              <a:chOff x="7493876" y="2774731"/>
              <a:chExt cx="1481958" cy="894622"/>
            </a:xfrm>
          </p:grpSpPr>
          <p:sp>
            <p:nvSpPr>
              <p:cNvPr id="594" name="Freeform 593">
                <a:extLst>
                  <a:ext uri="{FF2B5EF4-FFF2-40B4-BE49-F238E27FC236}">
                    <a16:creationId xmlns:a16="http://schemas.microsoft.com/office/drawing/2014/main" id="{D13949CD-BE6A-5744-98EE-61BE5EE60D4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95" name="Oval 594">
                <a:extLst>
                  <a:ext uri="{FF2B5EF4-FFF2-40B4-BE49-F238E27FC236}">
                    <a16:creationId xmlns:a16="http://schemas.microsoft.com/office/drawing/2014/main" id="{F3651F16-DD17-4D47-9A8D-8EFA601CA85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596" name="Group 595">
                <a:extLst>
                  <a:ext uri="{FF2B5EF4-FFF2-40B4-BE49-F238E27FC236}">
                    <a16:creationId xmlns:a16="http://schemas.microsoft.com/office/drawing/2014/main" id="{10CA9012-91B2-A449-8A2E-65BA6061B48F}"/>
                  </a:ext>
                </a:extLst>
              </p:cNvPr>
              <p:cNvGrpSpPr/>
              <p:nvPr/>
            </p:nvGrpSpPr>
            <p:grpSpPr>
              <a:xfrm>
                <a:off x="7713663" y="2848339"/>
                <a:ext cx="1042107" cy="425543"/>
                <a:chOff x="7786941" y="2884917"/>
                <a:chExt cx="897649" cy="353919"/>
              </a:xfrm>
            </p:grpSpPr>
            <p:sp>
              <p:nvSpPr>
                <p:cNvPr id="597" name="Freeform 596">
                  <a:extLst>
                    <a:ext uri="{FF2B5EF4-FFF2-40B4-BE49-F238E27FC236}">
                      <a16:creationId xmlns:a16="http://schemas.microsoft.com/office/drawing/2014/main" id="{964BBEA0-D220-6747-850B-459388ABF25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Freeform 597">
                  <a:extLst>
                    <a:ext uri="{FF2B5EF4-FFF2-40B4-BE49-F238E27FC236}">
                      <a16:creationId xmlns:a16="http://schemas.microsoft.com/office/drawing/2014/main" id="{ADEC5ED7-ED4C-584D-AB78-AA02A93E946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Freeform 598">
                  <a:extLst>
                    <a:ext uri="{FF2B5EF4-FFF2-40B4-BE49-F238E27FC236}">
                      <a16:creationId xmlns:a16="http://schemas.microsoft.com/office/drawing/2014/main" id="{F45598BF-44BC-354D-9020-97A874C585B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Freeform 599">
                  <a:extLst>
                    <a:ext uri="{FF2B5EF4-FFF2-40B4-BE49-F238E27FC236}">
                      <a16:creationId xmlns:a16="http://schemas.microsoft.com/office/drawing/2014/main" id="{3A2BDF5D-2CA0-2145-8059-D8F121D4D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01" name="Group 600">
              <a:extLst>
                <a:ext uri="{FF2B5EF4-FFF2-40B4-BE49-F238E27FC236}">
                  <a16:creationId xmlns:a16="http://schemas.microsoft.com/office/drawing/2014/main" id="{187A607B-CA61-BE46-8032-8E34596E7689}"/>
                </a:ext>
              </a:extLst>
            </p:cNvPr>
            <p:cNvGrpSpPr/>
            <p:nvPr/>
          </p:nvGrpSpPr>
          <p:grpSpPr>
            <a:xfrm>
              <a:off x="10648981" y="2102861"/>
              <a:ext cx="353678" cy="198344"/>
              <a:chOff x="7493876" y="2774731"/>
              <a:chExt cx="1481958" cy="894622"/>
            </a:xfrm>
          </p:grpSpPr>
          <p:sp>
            <p:nvSpPr>
              <p:cNvPr id="602" name="Freeform 601">
                <a:extLst>
                  <a:ext uri="{FF2B5EF4-FFF2-40B4-BE49-F238E27FC236}">
                    <a16:creationId xmlns:a16="http://schemas.microsoft.com/office/drawing/2014/main" id="{EB8C3753-6F83-F64B-9439-656B124AA3B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603" name="Oval 602">
                <a:extLst>
                  <a:ext uri="{FF2B5EF4-FFF2-40B4-BE49-F238E27FC236}">
                    <a16:creationId xmlns:a16="http://schemas.microsoft.com/office/drawing/2014/main" id="{F476EE06-2893-8D4D-AF54-92697A0FE8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604" name="Group 603">
                <a:extLst>
                  <a:ext uri="{FF2B5EF4-FFF2-40B4-BE49-F238E27FC236}">
                    <a16:creationId xmlns:a16="http://schemas.microsoft.com/office/drawing/2014/main" id="{5DED3EC9-29B0-8D48-BC37-13731DFE683F}"/>
                  </a:ext>
                </a:extLst>
              </p:cNvPr>
              <p:cNvGrpSpPr/>
              <p:nvPr/>
            </p:nvGrpSpPr>
            <p:grpSpPr>
              <a:xfrm>
                <a:off x="7713663" y="2848339"/>
                <a:ext cx="1042107" cy="425543"/>
                <a:chOff x="7786941" y="2884917"/>
                <a:chExt cx="897649" cy="353919"/>
              </a:xfrm>
            </p:grpSpPr>
            <p:sp>
              <p:nvSpPr>
                <p:cNvPr id="605" name="Freeform 604">
                  <a:extLst>
                    <a:ext uri="{FF2B5EF4-FFF2-40B4-BE49-F238E27FC236}">
                      <a16:creationId xmlns:a16="http://schemas.microsoft.com/office/drawing/2014/main" id="{D08D678C-613A-3543-B832-EE51616C693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Freeform 605">
                  <a:extLst>
                    <a:ext uri="{FF2B5EF4-FFF2-40B4-BE49-F238E27FC236}">
                      <a16:creationId xmlns:a16="http://schemas.microsoft.com/office/drawing/2014/main" id="{9EB7819C-4684-3347-AA14-421D743ECB9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Freeform 606">
                  <a:extLst>
                    <a:ext uri="{FF2B5EF4-FFF2-40B4-BE49-F238E27FC236}">
                      <a16:creationId xmlns:a16="http://schemas.microsoft.com/office/drawing/2014/main" id="{F23E654E-4CEA-E346-A508-15310ABC704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Freeform 607">
                  <a:extLst>
                    <a:ext uri="{FF2B5EF4-FFF2-40B4-BE49-F238E27FC236}">
                      <a16:creationId xmlns:a16="http://schemas.microsoft.com/office/drawing/2014/main" id="{EF443A10-9F41-BB4D-8E65-E94AEE09BDA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54" name="Group 553">
              <a:extLst>
                <a:ext uri="{FF2B5EF4-FFF2-40B4-BE49-F238E27FC236}">
                  <a16:creationId xmlns:a16="http://schemas.microsoft.com/office/drawing/2014/main" id="{7CCD8656-0FD3-B844-BC6C-33CE0577598D}"/>
                </a:ext>
              </a:extLst>
            </p:cNvPr>
            <p:cNvGrpSpPr/>
            <p:nvPr/>
          </p:nvGrpSpPr>
          <p:grpSpPr>
            <a:xfrm>
              <a:off x="9103944" y="3951522"/>
              <a:ext cx="367224" cy="240304"/>
              <a:chOff x="7493876" y="2774731"/>
              <a:chExt cx="1481958" cy="894622"/>
            </a:xfrm>
          </p:grpSpPr>
          <p:sp>
            <p:nvSpPr>
              <p:cNvPr id="555" name="Freeform 554">
                <a:extLst>
                  <a:ext uri="{FF2B5EF4-FFF2-40B4-BE49-F238E27FC236}">
                    <a16:creationId xmlns:a16="http://schemas.microsoft.com/office/drawing/2014/main" id="{7CF4B187-63BE-654E-852A-09C69503C97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56" name="Oval 555">
                <a:extLst>
                  <a:ext uri="{FF2B5EF4-FFF2-40B4-BE49-F238E27FC236}">
                    <a16:creationId xmlns:a16="http://schemas.microsoft.com/office/drawing/2014/main" id="{3B5270E4-3067-1643-B96C-CE5CEE09747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557" name="Group 556">
                <a:extLst>
                  <a:ext uri="{FF2B5EF4-FFF2-40B4-BE49-F238E27FC236}">
                    <a16:creationId xmlns:a16="http://schemas.microsoft.com/office/drawing/2014/main" id="{3BECC0F9-CE1F-254B-B04F-1EAA89C59C97}"/>
                  </a:ext>
                </a:extLst>
              </p:cNvPr>
              <p:cNvGrpSpPr/>
              <p:nvPr/>
            </p:nvGrpSpPr>
            <p:grpSpPr>
              <a:xfrm>
                <a:off x="7713663" y="2848339"/>
                <a:ext cx="1042107" cy="425543"/>
                <a:chOff x="7786941" y="2884917"/>
                <a:chExt cx="897649" cy="353919"/>
              </a:xfrm>
            </p:grpSpPr>
            <p:sp>
              <p:nvSpPr>
                <p:cNvPr id="558" name="Freeform 557">
                  <a:extLst>
                    <a:ext uri="{FF2B5EF4-FFF2-40B4-BE49-F238E27FC236}">
                      <a16:creationId xmlns:a16="http://schemas.microsoft.com/office/drawing/2014/main" id="{7C55C6EE-4672-4F4F-A2F8-2821804F594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Freeform 558">
                  <a:extLst>
                    <a:ext uri="{FF2B5EF4-FFF2-40B4-BE49-F238E27FC236}">
                      <a16:creationId xmlns:a16="http://schemas.microsoft.com/office/drawing/2014/main" id="{C3B242E2-FAA3-F340-B7F0-35D87BB6BAA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Freeform 559">
                  <a:extLst>
                    <a:ext uri="{FF2B5EF4-FFF2-40B4-BE49-F238E27FC236}">
                      <a16:creationId xmlns:a16="http://schemas.microsoft.com/office/drawing/2014/main" id="{87ED7762-177B-454C-AA37-EB518D75B66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Freeform 560">
                  <a:extLst>
                    <a:ext uri="{FF2B5EF4-FFF2-40B4-BE49-F238E27FC236}">
                      <a16:creationId xmlns:a16="http://schemas.microsoft.com/office/drawing/2014/main" id="{AD88A8A1-4E2B-154E-845D-5419478A1D2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85" name="Group 584">
              <a:extLst>
                <a:ext uri="{FF2B5EF4-FFF2-40B4-BE49-F238E27FC236}">
                  <a16:creationId xmlns:a16="http://schemas.microsoft.com/office/drawing/2014/main" id="{1A0C1583-3B4A-E44D-BB19-B20517502EBD}"/>
                </a:ext>
              </a:extLst>
            </p:cNvPr>
            <p:cNvGrpSpPr/>
            <p:nvPr/>
          </p:nvGrpSpPr>
          <p:grpSpPr>
            <a:xfrm>
              <a:off x="9985282" y="2656463"/>
              <a:ext cx="353678" cy="198344"/>
              <a:chOff x="7493876" y="2774731"/>
              <a:chExt cx="1481958" cy="894622"/>
            </a:xfrm>
          </p:grpSpPr>
          <p:sp>
            <p:nvSpPr>
              <p:cNvPr id="586" name="Freeform 585">
                <a:extLst>
                  <a:ext uri="{FF2B5EF4-FFF2-40B4-BE49-F238E27FC236}">
                    <a16:creationId xmlns:a16="http://schemas.microsoft.com/office/drawing/2014/main" id="{196997C3-A7DB-5041-AC08-10F980FB77E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87" name="Oval 586">
                <a:extLst>
                  <a:ext uri="{FF2B5EF4-FFF2-40B4-BE49-F238E27FC236}">
                    <a16:creationId xmlns:a16="http://schemas.microsoft.com/office/drawing/2014/main" id="{5F84A336-003F-D045-8717-1066774A69E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588" name="Group 587">
                <a:extLst>
                  <a:ext uri="{FF2B5EF4-FFF2-40B4-BE49-F238E27FC236}">
                    <a16:creationId xmlns:a16="http://schemas.microsoft.com/office/drawing/2014/main" id="{FF876992-AF96-3545-9CEA-A02174E11510}"/>
                  </a:ext>
                </a:extLst>
              </p:cNvPr>
              <p:cNvGrpSpPr/>
              <p:nvPr/>
            </p:nvGrpSpPr>
            <p:grpSpPr>
              <a:xfrm>
                <a:off x="7713663" y="2848339"/>
                <a:ext cx="1042107" cy="425543"/>
                <a:chOff x="7786941" y="2884917"/>
                <a:chExt cx="897649" cy="353919"/>
              </a:xfrm>
            </p:grpSpPr>
            <p:sp>
              <p:nvSpPr>
                <p:cNvPr id="589" name="Freeform 588">
                  <a:extLst>
                    <a:ext uri="{FF2B5EF4-FFF2-40B4-BE49-F238E27FC236}">
                      <a16:creationId xmlns:a16="http://schemas.microsoft.com/office/drawing/2014/main" id="{668E6E88-4A46-6C47-A59A-CB9D07441C1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Freeform 589">
                  <a:extLst>
                    <a:ext uri="{FF2B5EF4-FFF2-40B4-BE49-F238E27FC236}">
                      <a16:creationId xmlns:a16="http://schemas.microsoft.com/office/drawing/2014/main" id="{C179B4BA-1D8B-E542-8032-CCB2C08DB97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Freeform 590">
                  <a:extLst>
                    <a:ext uri="{FF2B5EF4-FFF2-40B4-BE49-F238E27FC236}">
                      <a16:creationId xmlns:a16="http://schemas.microsoft.com/office/drawing/2014/main" id="{DCACB29E-ABE8-BA42-AD55-DAF519C17BE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Freeform 591">
                  <a:extLst>
                    <a:ext uri="{FF2B5EF4-FFF2-40B4-BE49-F238E27FC236}">
                      <a16:creationId xmlns:a16="http://schemas.microsoft.com/office/drawing/2014/main" id="{FD35A0ED-997C-6D46-9D96-FA8D4339826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38" name="Group 537">
              <a:extLst>
                <a:ext uri="{FF2B5EF4-FFF2-40B4-BE49-F238E27FC236}">
                  <a16:creationId xmlns:a16="http://schemas.microsoft.com/office/drawing/2014/main" id="{158E5A4C-7065-8643-BDC2-3A235B56FEA4}"/>
                </a:ext>
              </a:extLst>
            </p:cNvPr>
            <p:cNvGrpSpPr/>
            <p:nvPr/>
          </p:nvGrpSpPr>
          <p:grpSpPr>
            <a:xfrm>
              <a:off x="9502294" y="3388930"/>
              <a:ext cx="367224" cy="240304"/>
              <a:chOff x="7493876" y="2774731"/>
              <a:chExt cx="1481958" cy="894622"/>
            </a:xfrm>
          </p:grpSpPr>
          <p:sp>
            <p:nvSpPr>
              <p:cNvPr id="539" name="Freeform 538">
                <a:extLst>
                  <a:ext uri="{FF2B5EF4-FFF2-40B4-BE49-F238E27FC236}">
                    <a16:creationId xmlns:a16="http://schemas.microsoft.com/office/drawing/2014/main" id="{CA8EFAEE-3EA1-2A49-A68E-588F301B692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40" name="Oval 539">
                <a:extLst>
                  <a:ext uri="{FF2B5EF4-FFF2-40B4-BE49-F238E27FC236}">
                    <a16:creationId xmlns:a16="http://schemas.microsoft.com/office/drawing/2014/main" id="{7A05A3F9-D6B9-D14C-83C8-6C79F0B6B2C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541" name="Group 540">
                <a:extLst>
                  <a:ext uri="{FF2B5EF4-FFF2-40B4-BE49-F238E27FC236}">
                    <a16:creationId xmlns:a16="http://schemas.microsoft.com/office/drawing/2014/main" id="{8AAC1FAD-B7BA-744A-8599-5670C6B0E776}"/>
                  </a:ext>
                </a:extLst>
              </p:cNvPr>
              <p:cNvGrpSpPr/>
              <p:nvPr/>
            </p:nvGrpSpPr>
            <p:grpSpPr>
              <a:xfrm>
                <a:off x="7713663" y="2848339"/>
                <a:ext cx="1042107" cy="425543"/>
                <a:chOff x="7786941" y="2884917"/>
                <a:chExt cx="897649" cy="353919"/>
              </a:xfrm>
            </p:grpSpPr>
            <p:sp>
              <p:nvSpPr>
                <p:cNvPr id="542" name="Freeform 541">
                  <a:extLst>
                    <a:ext uri="{FF2B5EF4-FFF2-40B4-BE49-F238E27FC236}">
                      <a16:creationId xmlns:a16="http://schemas.microsoft.com/office/drawing/2014/main" id="{A016DA82-50DC-224C-84FF-C492EDE01BC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Freeform 542">
                  <a:extLst>
                    <a:ext uri="{FF2B5EF4-FFF2-40B4-BE49-F238E27FC236}">
                      <a16:creationId xmlns:a16="http://schemas.microsoft.com/office/drawing/2014/main" id="{3D2D51D6-0AC0-9D43-A55C-E94B7DCA77F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Freeform 543">
                  <a:extLst>
                    <a:ext uri="{FF2B5EF4-FFF2-40B4-BE49-F238E27FC236}">
                      <a16:creationId xmlns:a16="http://schemas.microsoft.com/office/drawing/2014/main" id="{76C27F31-4CE4-1242-9801-166D4F66B5E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Freeform 544">
                  <a:extLst>
                    <a:ext uri="{FF2B5EF4-FFF2-40B4-BE49-F238E27FC236}">
                      <a16:creationId xmlns:a16="http://schemas.microsoft.com/office/drawing/2014/main" id="{9BC7E87F-2555-8D4C-80CB-0E2F5F4BB0F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46" name="Group 545">
              <a:extLst>
                <a:ext uri="{FF2B5EF4-FFF2-40B4-BE49-F238E27FC236}">
                  <a16:creationId xmlns:a16="http://schemas.microsoft.com/office/drawing/2014/main" id="{4DAC2AB4-F1E4-D740-A4AF-07EE55303854}"/>
                </a:ext>
              </a:extLst>
            </p:cNvPr>
            <p:cNvGrpSpPr/>
            <p:nvPr/>
          </p:nvGrpSpPr>
          <p:grpSpPr>
            <a:xfrm>
              <a:off x="9606710" y="3994661"/>
              <a:ext cx="367224" cy="240304"/>
              <a:chOff x="7493876" y="2774731"/>
              <a:chExt cx="1481958" cy="894622"/>
            </a:xfrm>
          </p:grpSpPr>
          <p:sp>
            <p:nvSpPr>
              <p:cNvPr id="547" name="Freeform 546">
                <a:extLst>
                  <a:ext uri="{FF2B5EF4-FFF2-40B4-BE49-F238E27FC236}">
                    <a16:creationId xmlns:a16="http://schemas.microsoft.com/office/drawing/2014/main" id="{23E59006-14B9-C64E-A05E-0BD7C00C4A6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548" name="Oval 547">
                <a:extLst>
                  <a:ext uri="{FF2B5EF4-FFF2-40B4-BE49-F238E27FC236}">
                    <a16:creationId xmlns:a16="http://schemas.microsoft.com/office/drawing/2014/main" id="{2AD17789-C54D-4948-95E6-741F42B1FB2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549" name="Group 548">
                <a:extLst>
                  <a:ext uri="{FF2B5EF4-FFF2-40B4-BE49-F238E27FC236}">
                    <a16:creationId xmlns:a16="http://schemas.microsoft.com/office/drawing/2014/main" id="{278D7FE0-D307-E941-967D-E4145732CEEA}"/>
                  </a:ext>
                </a:extLst>
              </p:cNvPr>
              <p:cNvGrpSpPr/>
              <p:nvPr/>
            </p:nvGrpSpPr>
            <p:grpSpPr>
              <a:xfrm>
                <a:off x="7713663" y="2848339"/>
                <a:ext cx="1042107" cy="425543"/>
                <a:chOff x="7786941" y="2884917"/>
                <a:chExt cx="897649" cy="353919"/>
              </a:xfrm>
            </p:grpSpPr>
            <p:sp>
              <p:nvSpPr>
                <p:cNvPr id="550" name="Freeform 549">
                  <a:extLst>
                    <a:ext uri="{FF2B5EF4-FFF2-40B4-BE49-F238E27FC236}">
                      <a16:creationId xmlns:a16="http://schemas.microsoft.com/office/drawing/2014/main" id="{1ADC6420-4AC2-F544-B940-D0A18615CA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Freeform 550">
                  <a:extLst>
                    <a:ext uri="{FF2B5EF4-FFF2-40B4-BE49-F238E27FC236}">
                      <a16:creationId xmlns:a16="http://schemas.microsoft.com/office/drawing/2014/main" id="{223E40C5-E2E3-3B42-A86A-26D2D130B73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Freeform 551">
                  <a:extLst>
                    <a:ext uri="{FF2B5EF4-FFF2-40B4-BE49-F238E27FC236}">
                      <a16:creationId xmlns:a16="http://schemas.microsoft.com/office/drawing/2014/main" id="{C6AA2152-8609-214A-AE62-E7DFD1A9E72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Freeform 552">
                  <a:extLst>
                    <a:ext uri="{FF2B5EF4-FFF2-40B4-BE49-F238E27FC236}">
                      <a16:creationId xmlns:a16="http://schemas.microsoft.com/office/drawing/2014/main" id="{7CB5E54A-6719-9747-80B7-8D19331BE78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23" name="Group 622">
              <a:extLst>
                <a:ext uri="{FF2B5EF4-FFF2-40B4-BE49-F238E27FC236}">
                  <a16:creationId xmlns:a16="http://schemas.microsoft.com/office/drawing/2014/main" id="{EA34A94C-D92D-084C-BFEA-F4C8DF0AD275}"/>
                </a:ext>
              </a:extLst>
            </p:cNvPr>
            <p:cNvGrpSpPr/>
            <p:nvPr/>
          </p:nvGrpSpPr>
          <p:grpSpPr>
            <a:xfrm>
              <a:off x="10380415" y="3987223"/>
              <a:ext cx="353678" cy="198344"/>
              <a:chOff x="7493876" y="2774731"/>
              <a:chExt cx="1481958" cy="894622"/>
            </a:xfrm>
          </p:grpSpPr>
          <p:sp>
            <p:nvSpPr>
              <p:cNvPr id="624" name="Freeform 623">
                <a:extLst>
                  <a:ext uri="{FF2B5EF4-FFF2-40B4-BE49-F238E27FC236}">
                    <a16:creationId xmlns:a16="http://schemas.microsoft.com/office/drawing/2014/main" id="{E1E1C6E8-4D60-7F43-BB0E-6D883F10D4A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625" name="Oval 624">
                <a:extLst>
                  <a:ext uri="{FF2B5EF4-FFF2-40B4-BE49-F238E27FC236}">
                    <a16:creationId xmlns:a16="http://schemas.microsoft.com/office/drawing/2014/main" id="{50975E36-0C2A-6844-A407-23F033DB4BD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626" name="Group 625">
                <a:extLst>
                  <a:ext uri="{FF2B5EF4-FFF2-40B4-BE49-F238E27FC236}">
                    <a16:creationId xmlns:a16="http://schemas.microsoft.com/office/drawing/2014/main" id="{3F7EBA29-30EF-C741-94EE-735398C6CFA2}"/>
                  </a:ext>
                </a:extLst>
              </p:cNvPr>
              <p:cNvGrpSpPr/>
              <p:nvPr/>
            </p:nvGrpSpPr>
            <p:grpSpPr>
              <a:xfrm>
                <a:off x="7713663" y="2848339"/>
                <a:ext cx="1042107" cy="425543"/>
                <a:chOff x="7786941" y="2884917"/>
                <a:chExt cx="897649" cy="353919"/>
              </a:xfrm>
            </p:grpSpPr>
            <p:sp>
              <p:nvSpPr>
                <p:cNvPr id="627" name="Freeform 626">
                  <a:extLst>
                    <a:ext uri="{FF2B5EF4-FFF2-40B4-BE49-F238E27FC236}">
                      <a16:creationId xmlns:a16="http://schemas.microsoft.com/office/drawing/2014/main" id="{B3AD45B5-1F4B-FF4A-843D-9D06293926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Freeform 627">
                  <a:extLst>
                    <a:ext uri="{FF2B5EF4-FFF2-40B4-BE49-F238E27FC236}">
                      <a16:creationId xmlns:a16="http://schemas.microsoft.com/office/drawing/2014/main" id="{A6F160FF-CBBD-9147-8D0B-92A36BEBF8A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Freeform 628">
                  <a:extLst>
                    <a:ext uri="{FF2B5EF4-FFF2-40B4-BE49-F238E27FC236}">
                      <a16:creationId xmlns:a16="http://schemas.microsoft.com/office/drawing/2014/main" id="{421F3589-EC70-074A-903F-D618ED6F78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Freeform 629">
                  <a:extLst>
                    <a:ext uri="{FF2B5EF4-FFF2-40B4-BE49-F238E27FC236}">
                      <a16:creationId xmlns:a16="http://schemas.microsoft.com/office/drawing/2014/main" id="{CEC8DEB8-8E24-2948-9AF6-0F3EF908CD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63" name="Group 462">
              <a:extLst>
                <a:ext uri="{FF2B5EF4-FFF2-40B4-BE49-F238E27FC236}">
                  <a16:creationId xmlns:a16="http://schemas.microsoft.com/office/drawing/2014/main" id="{A8C4B740-B92E-8942-8EF4-347710C32F2C}"/>
                </a:ext>
              </a:extLst>
            </p:cNvPr>
            <p:cNvGrpSpPr/>
            <p:nvPr/>
          </p:nvGrpSpPr>
          <p:grpSpPr>
            <a:xfrm>
              <a:off x="9253049" y="4770584"/>
              <a:ext cx="393760" cy="218578"/>
              <a:chOff x="7493876" y="2774731"/>
              <a:chExt cx="1481958" cy="894622"/>
            </a:xfrm>
          </p:grpSpPr>
          <p:sp>
            <p:nvSpPr>
              <p:cNvPr id="464" name="Freeform 463">
                <a:extLst>
                  <a:ext uri="{FF2B5EF4-FFF2-40B4-BE49-F238E27FC236}">
                    <a16:creationId xmlns:a16="http://schemas.microsoft.com/office/drawing/2014/main" id="{71A9C1C2-E4A0-D74C-8C05-2AD307E7B3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65" name="Oval 464">
                <a:extLst>
                  <a:ext uri="{FF2B5EF4-FFF2-40B4-BE49-F238E27FC236}">
                    <a16:creationId xmlns:a16="http://schemas.microsoft.com/office/drawing/2014/main" id="{0F366A03-D9E7-9F45-99D3-1CAC10EE2C7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466" name="Group 465">
                <a:extLst>
                  <a:ext uri="{FF2B5EF4-FFF2-40B4-BE49-F238E27FC236}">
                    <a16:creationId xmlns:a16="http://schemas.microsoft.com/office/drawing/2014/main" id="{10CB8A50-A713-2549-9F44-B792D2C30CA4}"/>
                  </a:ext>
                </a:extLst>
              </p:cNvPr>
              <p:cNvGrpSpPr/>
              <p:nvPr/>
            </p:nvGrpSpPr>
            <p:grpSpPr>
              <a:xfrm>
                <a:off x="7713663" y="2848339"/>
                <a:ext cx="1042107" cy="425543"/>
                <a:chOff x="7786941" y="2884917"/>
                <a:chExt cx="897649" cy="353919"/>
              </a:xfrm>
            </p:grpSpPr>
            <p:sp>
              <p:nvSpPr>
                <p:cNvPr id="467" name="Freeform 466">
                  <a:extLst>
                    <a:ext uri="{FF2B5EF4-FFF2-40B4-BE49-F238E27FC236}">
                      <a16:creationId xmlns:a16="http://schemas.microsoft.com/office/drawing/2014/main" id="{DC4E3153-8354-1145-82FC-C287EF5FE6C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Freeform 467">
                  <a:extLst>
                    <a:ext uri="{FF2B5EF4-FFF2-40B4-BE49-F238E27FC236}">
                      <a16:creationId xmlns:a16="http://schemas.microsoft.com/office/drawing/2014/main" id="{99B3C81B-87BA-1A4F-BCAD-DF0EF9C582C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Freeform 468">
                  <a:extLst>
                    <a:ext uri="{FF2B5EF4-FFF2-40B4-BE49-F238E27FC236}">
                      <a16:creationId xmlns:a16="http://schemas.microsoft.com/office/drawing/2014/main" id="{DEEA64E4-A29A-E742-B32E-C111E6BF422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Freeform 469">
                  <a:extLst>
                    <a:ext uri="{FF2B5EF4-FFF2-40B4-BE49-F238E27FC236}">
                      <a16:creationId xmlns:a16="http://schemas.microsoft.com/office/drawing/2014/main" id="{43676372-2E7B-9445-80AD-B31686FE67E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47" name="Group 446">
              <a:extLst>
                <a:ext uri="{FF2B5EF4-FFF2-40B4-BE49-F238E27FC236}">
                  <a16:creationId xmlns:a16="http://schemas.microsoft.com/office/drawing/2014/main" id="{314E0C43-2359-9440-BEF9-9E1924BED605}"/>
                </a:ext>
              </a:extLst>
            </p:cNvPr>
            <p:cNvGrpSpPr/>
            <p:nvPr/>
          </p:nvGrpSpPr>
          <p:grpSpPr>
            <a:xfrm>
              <a:off x="10931138" y="4364023"/>
              <a:ext cx="228295" cy="120400"/>
              <a:chOff x="7493876" y="2774731"/>
              <a:chExt cx="1481958" cy="894622"/>
            </a:xfrm>
          </p:grpSpPr>
          <p:sp>
            <p:nvSpPr>
              <p:cNvPr id="448" name="Freeform 447">
                <a:extLst>
                  <a:ext uri="{FF2B5EF4-FFF2-40B4-BE49-F238E27FC236}">
                    <a16:creationId xmlns:a16="http://schemas.microsoft.com/office/drawing/2014/main" id="{9737FFD7-2DCB-A148-A405-977351501C2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sp>
            <p:nvSpPr>
              <p:cNvPr id="449" name="Oval 448">
                <a:extLst>
                  <a:ext uri="{FF2B5EF4-FFF2-40B4-BE49-F238E27FC236}">
                    <a16:creationId xmlns:a16="http://schemas.microsoft.com/office/drawing/2014/main" id="{9739DB09-38E5-A347-93BF-13C80AD84539}"/>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grpSp>
            <p:nvGrpSpPr>
              <p:cNvPr id="450" name="Group 449">
                <a:extLst>
                  <a:ext uri="{FF2B5EF4-FFF2-40B4-BE49-F238E27FC236}">
                    <a16:creationId xmlns:a16="http://schemas.microsoft.com/office/drawing/2014/main" id="{04079280-378E-384D-9681-BF41B82BF6CB}"/>
                  </a:ext>
                </a:extLst>
              </p:cNvPr>
              <p:cNvGrpSpPr/>
              <p:nvPr/>
            </p:nvGrpSpPr>
            <p:grpSpPr>
              <a:xfrm>
                <a:off x="7713663" y="2848339"/>
                <a:ext cx="1042107" cy="425543"/>
                <a:chOff x="7786941" y="2884917"/>
                <a:chExt cx="897649" cy="353919"/>
              </a:xfrm>
            </p:grpSpPr>
            <p:sp>
              <p:nvSpPr>
                <p:cNvPr id="451" name="Freeform 450">
                  <a:extLst>
                    <a:ext uri="{FF2B5EF4-FFF2-40B4-BE49-F238E27FC236}">
                      <a16:creationId xmlns:a16="http://schemas.microsoft.com/office/drawing/2014/main" id="{914AA044-3657-1448-A5E9-2F003DC03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Freeform 451">
                  <a:extLst>
                    <a:ext uri="{FF2B5EF4-FFF2-40B4-BE49-F238E27FC236}">
                      <a16:creationId xmlns:a16="http://schemas.microsoft.com/office/drawing/2014/main" id="{29FDF0B8-7E9A-1F4D-8C99-CE1C68A134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Freeform 452">
                  <a:extLst>
                    <a:ext uri="{FF2B5EF4-FFF2-40B4-BE49-F238E27FC236}">
                      <a16:creationId xmlns:a16="http://schemas.microsoft.com/office/drawing/2014/main" id="{49A96193-2E73-4C43-843C-2C8C4DCEE47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Freeform 453">
                  <a:extLst>
                    <a:ext uri="{FF2B5EF4-FFF2-40B4-BE49-F238E27FC236}">
                      <a16:creationId xmlns:a16="http://schemas.microsoft.com/office/drawing/2014/main" id="{F5358318-953E-E249-9021-E0B5DF66E3B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032" name="Group 1031">
            <a:extLst>
              <a:ext uri="{FF2B5EF4-FFF2-40B4-BE49-F238E27FC236}">
                <a16:creationId xmlns:a16="http://schemas.microsoft.com/office/drawing/2014/main" id="{036990DA-17DD-924D-9A43-4A9775E07569}"/>
              </a:ext>
            </a:extLst>
          </p:cNvPr>
          <p:cNvGrpSpPr/>
          <p:nvPr/>
        </p:nvGrpSpPr>
        <p:grpSpPr>
          <a:xfrm>
            <a:off x="1728873" y="5539150"/>
            <a:ext cx="5446393" cy="1149445"/>
            <a:chOff x="1728873" y="5539150"/>
            <a:chExt cx="5446393" cy="1149445"/>
          </a:xfrm>
        </p:grpSpPr>
        <p:sp>
          <p:nvSpPr>
            <p:cNvPr id="838" name="Freeform 417">
              <a:extLst>
                <a:ext uri="{FF2B5EF4-FFF2-40B4-BE49-F238E27FC236}">
                  <a16:creationId xmlns:a16="http://schemas.microsoft.com/office/drawing/2014/main" id="{F705D6E8-49A7-AA46-A818-65E5953EC2BE}"/>
                </a:ext>
              </a:extLst>
            </p:cNvPr>
            <p:cNvSpPr>
              <a:spLocks/>
            </p:cNvSpPr>
            <p:nvPr/>
          </p:nvSpPr>
          <p:spPr bwMode="auto">
            <a:xfrm>
              <a:off x="1728873" y="5660145"/>
              <a:ext cx="1143514" cy="680533"/>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endParaRPr lang="en-US"/>
            </a:p>
          </p:txBody>
        </p:sp>
        <p:sp>
          <p:nvSpPr>
            <p:cNvPr id="872" name="Content Placeholder 2">
              <a:extLst>
                <a:ext uri="{FF2B5EF4-FFF2-40B4-BE49-F238E27FC236}">
                  <a16:creationId xmlns:a16="http://schemas.microsoft.com/office/drawing/2014/main" id="{5F6F3EFF-3938-B04A-9425-41262E778239}"/>
                </a:ext>
              </a:extLst>
            </p:cNvPr>
            <p:cNvSpPr txBox="1">
              <a:spLocks/>
            </p:cNvSpPr>
            <p:nvPr/>
          </p:nvSpPr>
          <p:spPr>
            <a:xfrm>
              <a:off x="3142713" y="5539150"/>
              <a:ext cx="4032553" cy="1149445"/>
            </a:xfrm>
            <a:prstGeom prst="rect">
              <a:avLst/>
            </a:prstGeom>
          </p:spPr>
          <p:txBody>
            <a:bodyPr>
              <a:normAutofit fontScale="92500" lnSpcReduction="10000"/>
            </a:bodyPr>
            <a:lstStyle>
              <a:lvl1pPr marL="347472" indent="-347472" algn="l" defTabSz="914400" rtl="0" eaLnBrk="1" latinLnBrk="0" hangingPunct="1">
                <a:lnSpc>
                  <a:spcPct val="90000"/>
                </a:lnSpc>
                <a:spcBef>
                  <a:spcPts val="672"/>
                </a:spcBef>
                <a:buClr>
                  <a:srgbClr val="002E8A"/>
                </a:buClr>
                <a:buSzPct val="100000"/>
                <a:buFont typeface="Wingdings" panose="05000000000000000000" pitchFamily="2" charset="2"/>
                <a:buChar char="§"/>
                <a:defRPr sz="2800" kern="1200">
                  <a:solidFill>
                    <a:schemeClr val="tx1"/>
                  </a:solidFill>
                  <a:latin typeface="Franklin Gothic Book" panose="020B0503020102020204" pitchFamily="34" charset="0"/>
                  <a:ea typeface="+mn-ea"/>
                  <a:cs typeface="+mn-cs"/>
                </a:defRPr>
              </a:lvl1pPr>
              <a:lvl2pPr marL="740664" indent="-283464" algn="l" defTabSz="914400" rtl="0" eaLnBrk="1" latinLnBrk="0" hangingPunct="1">
                <a:lnSpc>
                  <a:spcPct val="90000"/>
                </a:lnSpc>
                <a:spcBef>
                  <a:spcPts val="528"/>
                </a:spcBef>
                <a:buClr>
                  <a:srgbClr val="C00000"/>
                </a:buClr>
                <a:buSzPct val="100000"/>
                <a:buFont typeface="Wingdings" panose="05000000000000000000" pitchFamily="2" charset="2"/>
                <a:buChar char="§"/>
                <a:defRPr sz="2400" kern="1200">
                  <a:solidFill>
                    <a:srgbClr val="0070C0"/>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Clr>
                  <a:schemeClr val="accent2">
                    <a:lumMod val="75000"/>
                  </a:schemeClr>
                </a:buClr>
                <a:buSzPct val="100000"/>
                <a:buFont typeface="Wingdings" panose="05000000000000000000" pitchFamily="2" charset="2"/>
                <a:buChar char="§"/>
                <a:defRPr sz="2200" kern="1200">
                  <a:solidFill>
                    <a:schemeClr val="accent2"/>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Clr>
                  <a:srgbClr val="0070C0"/>
                </a:buClr>
                <a:buSzPct val="100000"/>
                <a:buFont typeface="Wingdings" panose="05000000000000000000" pitchFamily="2" charset="2"/>
                <a:buChar char="§"/>
                <a:defRPr sz="2000" kern="1200">
                  <a:solidFill>
                    <a:srgbClr val="7030A0"/>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Clr>
                  <a:srgbClr val="A27242"/>
                </a:buClr>
                <a:buSzPct val="100000"/>
                <a:buFont typeface="Wingdings" panose="05000000000000000000" pitchFamily="2" charset="2"/>
                <a:buChar char="§"/>
                <a:defRPr sz="1800" kern="1200">
                  <a:solidFill>
                    <a:schemeClr val="accent6">
                      <a:lumMod val="50000"/>
                    </a:schemeClr>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baseline="0">
                  <a:solidFill>
                    <a:schemeClr val="accent4">
                      <a:lumMod val="50000"/>
                    </a:schemeClr>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 indent="0">
                <a:buClr>
                  <a:srgbClr val="0000A8"/>
                </a:buClr>
                <a:buNone/>
              </a:pPr>
              <a:r>
                <a:rPr lang="en-US" altLang="en-US" sz="2400" i="1">
                  <a:solidFill>
                    <a:srgbClr val="C00000"/>
                  </a:solidFill>
                  <a:latin typeface="+mn-lt"/>
                  <a:ea typeface="Arial" panose="020B0604020202020204" pitchFamily="34" charset="0"/>
                </a:rPr>
                <a:t>Networks</a:t>
              </a:r>
            </a:p>
            <a:p>
              <a:pPr marL="346075" lvl="1" indent="-231775">
                <a:buClr>
                  <a:srgbClr val="0000A3"/>
                </a:buClr>
              </a:pPr>
              <a:r>
                <a:rPr lang="en-US" altLang="en-US" sz="2000">
                  <a:solidFill>
                    <a:schemeClr val="tx1"/>
                  </a:solidFill>
                  <a:latin typeface="+mn-lt"/>
                  <a:ea typeface="Arial" panose="020B0604020202020204" pitchFamily="34" charset="0"/>
                </a:rPr>
                <a:t>collection of devices, routers, links: managed by an organization</a:t>
              </a:r>
              <a:endParaRPr lang="en-US">
                <a:solidFill>
                  <a:schemeClr val="tx1"/>
                </a:solidFill>
                <a:latin typeface="+mn-lt"/>
              </a:endParaRPr>
            </a:p>
          </p:txBody>
        </p:sp>
      </p:grpSp>
      <p:sp>
        <p:nvSpPr>
          <p:cNvPr id="3" name="Freeform 2">
            <a:extLst>
              <a:ext uri="{FF2B5EF4-FFF2-40B4-BE49-F238E27FC236}">
                <a16:creationId xmlns:a16="http://schemas.microsoft.com/office/drawing/2014/main" id="{C27B58DA-1AEB-4740-B294-405BA04A628A}"/>
              </a:ext>
            </a:extLst>
          </p:cNvPr>
          <p:cNvSpPr/>
          <p:nvPr/>
        </p:nvSpPr>
        <p:spPr>
          <a:xfrm>
            <a:off x="7189291" y="1641975"/>
            <a:ext cx="4101062" cy="4254341"/>
          </a:xfrm>
          <a:custGeom>
            <a:avLst/>
            <a:gdLst>
              <a:gd name="connsiteX0" fmla="*/ 2112364 w 4107620"/>
              <a:gd name="connsiteY0" fmla="*/ 1261685 h 4330718"/>
              <a:gd name="connsiteX1" fmla="*/ 1712971 w 4107620"/>
              <a:gd name="connsiteY1" fmla="*/ 1293216 h 4330718"/>
              <a:gd name="connsiteX2" fmla="*/ 1387150 w 4107620"/>
              <a:gd name="connsiteY2" fmla="*/ 904333 h 4330718"/>
              <a:gd name="connsiteX3" fmla="*/ 1134902 w 4107620"/>
              <a:gd name="connsiteY3" fmla="*/ 568002 h 4330718"/>
              <a:gd name="connsiteX4" fmla="*/ 840612 w 4107620"/>
              <a:gd name="connsiteY4" fmla="*/ 851781 h 4330718"/>
              <a:gd name="connsiteX5" fmla="*/ 703978 w 4107620"/>
              <a:gd name="connsiteY5" fmla="*/ 1356278 h 4330718"/>
              <a:gd name="connsiteX6" fmla="*/ 1240006 w 4107620"/>
              <a:gd name="connsiteY6" fmla="*/ 1955368 h 4330718"/>
              <a:gd name="connsiteX7" fmla="*/ 1303068 w 4107620"/>
              <a:gd name="connsiteY7" fmla="*/ 2375781 h 4330718"/>
              <a:gd name="connsiteX8" fmla="*/ 220502 w 4107620"/>
              <a:gd name="connsiteY8" fmla="*/ 2302209 h 4330718"/>
              <a:gd name="connsiteX9" fmla="*/ 83868 w 4107620"/>
              <a:gd name="connsiteY9" fmla="*/ 2943340 h 4330718"/>
              <a:gd name="connsiteX10" fmla="*/ 1218985 w 4107620"/>
              <a:gd name="connsiteY10" fmla="*/ 3258650 h 4330718"/>
              <a:gd name="connsiteX11" fmla="*/ 1124392 w 4107620"/>
              <a:gd name="connsiteY11" fmla="*/ 3647533 h 4330718"/>
              <a:gd name="connsiteX12" fmla="*/ 924695 w 4107620"/>
              <a:gd name="connsiteY12" fmla="*/ 3763147 h 4330718"/>
              <a:gd name="connsiteX13" fmla="*/ 1324088 w 4107620"/>
              <a:gd name="connsiteY13" fmla="*/ 3962843 h 4330718"/>
              <a:gd name="connsiteX14" fmla="*/ 1576337 w 4107620"/>
              <a:gd name="connsiteY14" fmla="*/ 3899781 h 4330718"/>
              <a:gd name="connsiteX15" fmla="*/ 1818075 w 4107620"/>
              <a:gd name="connsiteY15" fmla="*/ 4036416 h 4330718"/>
              <a:gd name="connsiteX16" fmla="*/ 1996750 w 4107620"/>
              <a:gd name="connsiteY16" fmla="*/ 4299174 h 4330718"/>
              <a:gd name="connsiteX17" fmla="*/ 2448695 w 4107620"/>
              <a:gd name="connsiteY17" fmla="*/ 4299174 h 4330718"/>
              <a:gd name="connsiteX18" fmla="*/ 2764006 w 4107620"/>
              <a:gd name="connsiteY18" fmla="*/ 4057436 h 4330718"/>
              <a:gd name="connsiteX19" fmla="*/ 2995233 w 4107620"/>
              <a:gd name="connsiteY19" fmla="*/ 4025905 h 4330718"/>
              <a:gd name="connsiteX20" fmla="*/ 3016254 w 4107620"/>
              <a:gd name="connsiteY20" fmla="*/ 3731616 h 4330718"/>
              <a:gd name="connsiteX21" fmla="*/ 3194930 w 4107620"/>
              <a:gd name="connsiteY21" fmla="*/ 3300692 h 4330718"/>
              <a:gd name="connsiteX22" fmla="*/ 3972695 w 4107620"/>
              <a:gd name="connsiteY22" fmla="*/ 3122016 h 4330718"/>
              <a:gd name="connsiteX23" fmla="*/ 3909633 w 4107620"/>
              <a:gd name="connsiteY23" fmla="*/ 1818733 h 4330718"/>
              <a:gd name="connsiteX24" fmla="*/ 4046268 w 4107620"/>
              <a:gd name="connsiteY24" fmla="*/ 904333 h 4330718"/>
              <a:gd name="connsiteX25" fmla="*/ 3962185 w 4107620"/>
              <a:gd name="connsiteY25" fmla="*/ 147588 h 4330718"/>
              <a:gd name="connsiteX26" fmla="*/ 2480226 w 4107620"/>
              <a:gd name="connsiteY26" fmla="*/ 63505 h 4330718"/>
              <a:gd name="connsiteX27" fmla="*/ 2133385 w 4107620"/>
              <a:gd name="connsiteY27" fmla="*/ 872802 h 4330718"/>
              <a:gd name="connsiteX28" fmla="*/ 2238488 w 4107620"/>
              <a:gd name="connsiteY28" fmla="*/ 1230154 h 4330718"/>
              <a:gd name="connsiteX29" fmla="*/ 2112364 w 4107620"/>
              <a:gd name="connsiteY29" fmla="*/ 1261685 h 4330718"/>
              <a:gd name="connsiteX0" fmla="*/ 1996750 w 4107620"/>
              <a:gd name="connsiteY0" fmla="*/ 1366789 h 4330718"/>
              <a:gd name="connsiteX1" fmla="*/ 1712971 w 4107620"/>
              <a:gd name="connsiteY1" fmla="*/ 1293216 h 4330718"/>
              <a:gd name="connsiteX2" fmla="*/ 1387150 w 4107620"/>
              <a:gd name="connsiteY2" fmla="*/ 904333 h 4330718"/>
              <a:gd name="connsiteX3" fmla="*/ 1134902 w 4107620"/>
              <a:gd name="connsiteY3" fmla="*/ 568002 h 4330718"/>
              <a:gd name="connsiteX4" fmla="*/ 840612 w 4107620"/>
              <a:gd name="connsiteY4" fmla="*/ 851781 h 4330718"/>
              <a:gd name="connsiteX5" fmla="*/ 703978 w 4107620"/>
              <a:gd name="connsiteY5" fmla="*/ 1356278 h 4330718"/>
              <a:gd name="connsiteX6" fmla="*/ 1240006 w 4107620"/>
              <a:gd name="connsiteY6" fmla="*/ 1955368 h 4330718"/>
              <a:gd name="connsiteX7" fmla="*/ 1303068 w 4107620"/>
              <a:gd name="connsiteY7" fmla="*/ 2375781 h 4330718"/>
              <a:gd name="connsiteX8" fmla="*/ 220502 w 4107620"/>
              <a:gd name="connsiteY8" fmla="*/ 2302209 h 4330718"/>
              <a:gd name="connsiteX9" fmla="*/ 83868 w 4107620"/>
              <a:gd name="connsiteY9" fmla="*/ 2943340 h 4330718"/>
              <a:gd name="connsiteX10" fmla="*/ 1218985 w 4107620"/>
              <a:gd name="connsiteY10" fmla="*/ 3258650 h 4330718"/>
              <a:gd name="connsiteX11" fmla="*/ 1124392 w 4107620"/>
              <a:gd name="connsiteY11" fmla="*/ 3647533 h 4330718"/>
              <a:gd name="connsiteX12" fmla="*/ 924695 w 4107620"/>
              <a:gd name="connsiteY12" fmla="*/ 3763147 h 4330718"/>
              <a:gd name="connsiteX13" fmla="*/ 1324088 w 4107620"/>
              <a:gd name="connsiteY13" fmla="*/ 3962843 h 4330718"/>
              <a:gd name="connsiteX14" fmla="*/ 1576337 w 4107620"/>
              <a:gd name="connsiteY14" fmla="*/ 3899781 h 4330718"/>
              <a:gd name="connsiteX15" fmla="*/ 1818075 w 4107620"/>
              <a:gd name="connsiteY15" fmla="*/ 4036416 h 4330718"/>
              <a:gd name="connsiteX16" fmla="*/ 1996750 w 4107620"/>
              <a:gd name="connsiteY16" fmla="*/ 4299174 h 4330718"/>
              <a:gd name="connsiteX17" fmla="*/ 2448695 w 4107620"/>
              <a:gd name="connsiteY17" fmla="*/ 4299174 h 4330718"/>
              <a:gd name="connsiteX18" fmla="*/ 2764006 w 4107620"/>
              <a:gd name="connsiteY18" fmla="*/ 4057436 h 4330718"/>
              <a:gd name="connsiteX19" fmla="*/ 2995233 w 4107620"/>
              <a:gd name="connsiteY19" fmla="*/ 4025905 h 4330718"/>
              <a:gd name="connsiteX20" fmla="*/ 3016254 w 4107620"/>
              <a:gd name="connsiteY20" fmla="*/ 3731616 h 4330718"/>
              <a:gd name="connsiteX21" fmla="*/ 3194930 w 4107620"/>
              <a:gd name="connsiteY21" fmla="*/ 3300692 h 4330718"/>
              <a:gd name="connsiteX22" fmla="*/ 3972695 w 4107620"/>
              <a:gd name="connsiteY22" fmla="*/ 3122016 h 4330718"/>
              <a:gd name="connsiteX23" fmla="*/ 3909633 w 4107620"/>
              <a:gd name="connsiteY23" fmla="*/ 1818733 h 4330718"/>
              <a:gd name="connsiteX24" fmla="*/ 4046268 w 4107620"/>
              <a:gd name="connsiteY24" fmla="*/ 904333 h 4330718"/>
              <a:gd name="connsiteX25" fmla="*/ 3962185 w 4107620"/>
              <a:gd name="connsiteY25" fmla="*/ 147588 h 4330718"/>
              <a:gd name="connsiteX26" fmla="*/ 2480226 w 4107620"/>
              <a:gd name="connsiteY26" fmla="*/ 63505 h 4330718"/>
              <a:gd name="connsiteX27" fmla="*/ 2133385 w 4107620"/>
              <a:gd name="connsiteY27" fmla="*/ 872802 h 4330718"/>
              <a:gd name="connsiteX28" fmla="*/ 2238488 w 4107620"/>
              <a:gd name="connsiteY28" fmla="*/ 1230154 h 4330718"/>
              <a:gd name="connsiteX29" fmla="*/ 1996750 w 4107620"/>
              <a:gd name="connsiteY29" fmla="*/ 1366789 h 4330718"/>
              <a:gd name="connsiteX0" fmla="*/ 1996750 w 4107620"/>
              <a:gd name="connsiteY0" fmla="*/ 1339069 h 4302998"/>
              <a:gd name="connsiteX1" fmla="*/ 1712971 w 4107620"/>
              <a:gd name="connsiteY1" fmla="*/ 1265496 h 4302998"/>
              <a:gd name="connsiteX2" fmla="*/ 1387150 w 4107620"/>
              <a:gd name="connsiteY2" fmla="*/ 876613 h 4302998"/>
              <a:gd name="connsiteX3" fmla="*/ 1134902 w 4107620"/>
              <a:gd name="connsiteY3" fmla="*/ 540282 h 4302998"/>
              <a:gd name="connsiteX4" fmla="*/ 840612 w 4107620"/>
              <a:gd name="connsiteY4" fmla="*/ 824061 h 4302998"/>
              <a:gd name="connsiteX5" fmla="*/ 703978 w 4107620"/>
              <a:gd name="connsiteY5" fmla="*/ 1328558 h 4302998"/>
              <a:gd name="connsiteX6" fmla="*/ 1240006 w 4107620"/>
              <a:gd name="connsiteY6" fmla="*/ 1927648 h 4302998"/>
              <a:gd name="connsiteX7" fmla="*/ 1303068 w 4107620"/>
              <a:gd name="connsiteY7" fmla="*/ 2348061 h 4302998"/>
              <a:gd name="connsiteX8" fmla="*/ 220502 w 4107620"/>
              <a:gd name="connsiteY8" fmla="*/ 2274489 h 4302998"/>
              <a:gd name="connsiteX9" fmla="*/ 83868 w 4107620"/>
              <a:gd name="connsiteY9" fmla="*/ 2915620 h 4302998"/>
              <a:gd name="connsiteX10" fmla="*/ 1218985 w 4107620"/>
              <a:gd name="connsiteY10" fmla="*/ 3230930 h 4302998"/>
              <a:gd name="connsiteX11" fmla="*/ 1124392 w 4107620"/>
              <a:gd name="connsiteY11" fmla="*/ 3619813 h 4302998"/>
              <a:gd name="connsiteX12" fmla="*/ 924695 w 4107620"/>
              <a:gd name="connsiteY12" fmla="*/ 3735427 h 4302998"/>
              <a:gd name="connsiteX13" fmla="*/ 1324088 w 4107620"/>
              <a:gd name="connsiteY13" fmla="*/ 3935123 h 4302998"/>
              <a:gd name="connsiteX14" fmla="*/ 1576337 w 4107620"/>
              <a:gd name="connsiteY14" fmla="*/ 3872061 h 4302998"/>
              <a:gd name="connsiteX15" fmla="*/ 1818075 w 4107620"/>
              <a:gd name="connsiteY15" fmla="*/ 4008696 h 4302998"/>
              <a:gd name="connsiteX16" fmla="*/ 1996750 w 4107620"/>
              <a:gd name="connsiteY16" fmla="*/ 4271454 h 4302998"/>
              <a:gd name="connsiteX17" fmla="*/ 2448695 w 4107620"/>
              <a:gd name="connsiteY17" fmla="*/ 4271454 h 4302998"/>
              <a:gd name="connsiteX18" fmla="*/ 2764006 w 4107620"/>
              <a:gd name="connsiteY18" fmla="*/ 4029716 h 4302998"/>
              <a:gd name="connsiteX19" fmla="*/ 2995233 w 4107620"/>
              <a:gd name="connsiteY19" fmla="*/ 3998185 h 4302998"/>
              <a:gd name="connsiteX20" fmla="*/ 3016254 w 4107620"/>
              <a:gd name="connsiteY20" fmla="*/ 3703896 h 4302998"/>
              <a:gd name="connsiteX21" fmla="*/ 3194930 w 4107620"/>
              <a:gd name="connsiteY21" fmla="*/ 3272972 h 4302998"/>
              <a:gd name="connsiteX22" fmla="*/ 3972695 w 4107620"/>
              <a:gd name="connsiteY22" fmla="*/ 3094296 h 4302998"/>
              <a:gd name="connsiteX23" fmla="*/ 3909633 w 4107620"/>
              <a:gd name="connsiteY23" fmla="*/ 1791013 h 4302998"/>
              <a:gd name="connsiteX24" fmla="*/ 4046268 w 4107620"/>
              <a:gd name="connsiteY24" fmla="*/ 876613 h 4302998"/>
              <a:gd name="connsiteX25" fmla="*/ 3962185 w 4107620"/>
              <a:gd name="connsiteY25" fmla="*/ 119868 h 4302998"/>
              <a:gd name="connsiteX26" fmla="*/ 2480226 w 4107620"/>
              <a:gd name="connsiteY26" fmla="*/ 35785 h 4302998"/>
              <a:gd name="connsiteX27" fmla="*/ 2185936 w 4107620"/>
              <a:gd name="connsiteY27" fmla="*/ 466709 h 4302998"/>
              <a:gd name="connsiteX28" fmla="*/ 2238488 w 4107620"/>
              <a:gd name="connsiteY28" fmla="*/ 1202434 h 4302998"/>
              <a:gd name="connsiteX29" fmla="*/ 1996750 w 4107620"/>
              <a:gd name="connsiteY29" fmla="*/ 1339069 h 4302998"/>
              <a:gd name="connsiteX0" fmla="*/ 1996750 w 4107620"/>
              <a:gd name="connsiteY0" fmla="*/ 1339069 h 4302998"/>
              <a:gd name="connsiteX1" fmla="*/ 1712971 w 4107620"/>
              <a:gd name="connsiteY1" fmla="*/ 1265496 h 4302998"/>
              <a:gd name="connsiteX2" fmla="*/ 1387150 w 4107620"/>
              <a:gd name="connsiteY2" fmla="*/ 876613 h 4302998"/>
              <a:gd name="connsiteX3" fmla="*/ 1134902 w 4107620"/>
              <a:gd name="connsiteY3" fmla="*/ 540282 h 4302998"/>
              <a:gd name="connsiteX4" fmla="*/ 840612 w 4107620"/>
              <a:gd name="connsiteY4" fmla="*/ 824061 h 4302998"/>
              <a:gd name="connsiteX5" fmla="*/ 703978 w 4107620"/>
              <a:gd name="connsiteY5" fmla="*/ 1328558 h 4302998"/>
              <a:gd name="connsiteX6" fmla="*/ 1240006 w 4107620"/>
              <a:gd name="connsiteY6" fmla="*/ 1927648 h 4302998"/>
              <a:gd name="connsiteX7" fmla="*/ 1303068 w 4107620"/>
              <a:gd name="connsiteY7" fmla="*/ 2348061 h 4302998"/>
              <a:gd name="connsiteX8" fmla="*/ 220502 w 4107620"/>
              <a:gd name="connsiteY8" fmla="*/ 2274489 h 4302998"/>
              <a:gd name="connsiteX9" fmla="*/ 83868 w 4107620"/>
              <a:gd name="connsiteY9" fmla="*/ 2915620 h 4302998"/>
              <a:gd name="connsiteX10" fmla="*/ 1218985 w 4107620"/>
              <a:gd name="connsiteY10" fmla="*/ 3230930 h 4302998"/>
              <a:gd name="connsiteX11" fmla="*/ 1124392 w 4107620"/>
              <a:gd name="connsiteY11" fmla="*/ 3619813 h 4302998"/>
              <a:gd name="connsiteX12" fmla="*/ 924695 w 4107620"/>
              <a:gd name="connsiteY12" fmla="*/ 3735427 h 4302998"/>
              <a:gd name="connsiteX13" fmla="*/ 1324088 w 4107620"/>
              <a:gd name="connsiteY13" fmla="*/ 3935123 h 4302998"/>
              <a:gd name="connsiteX14" fmla="*/ 1576337 w 4107620"/>
              <a:gd name="connsiteY14" fmla="*/ 3872061 h 4302998"/>
              <a:gd name="connsiteX15" fmla="*/ 1818075 w 4107620"/>
              <a:gd name="connsiteY15" fmla="*/ 4008696 h 4302998"/>
              <a:gd name="connsiteX16" fmla="*/ 1996750 w 4107620"/>
              <a:gd name="connsiteY16" fmla="*/ 4271454 h 4302998"/>
              <a:gd name="connsiteX17" fmla="*/ 2448695 w 4107620"/>
              <a:gd name="connsiteY17" fmla="*/ 4271454 h 4302998"/>
              <a:gd name="connsiteX18" fmla="*/ 2764006 w 4107620"/>
              <a:gd name="connsiteY18" fmla="*/ 4029716 h 4302998"/>
              <a:gd name="connsiteX19" fmla="*/ 2995233 w 4107620"/>
              <a:gd name="connsiteY19" fmla="*/ 3998185 h 4302998"/>
              <a:gd name="connsiteX20" fmla="*/ 3016254 w 4107620"/>
              <a:gd name="connsiteY20" fmla="*/ 3703896 h 4302998"/>
              <a:gd name="connsiteX21" fmla="*/ 3194930 w 4107620"/>
              <a:gd name="connsiteY21" fmla="*/ 3272972 h 4302998"/>
              <a:gd name="connsiteX22" fmla="*/ 3972695 w 4107620"/>
              <a:gd name="connsiteY22" fmla="*/ 3094296 h 4302998"/>
              <a:gd name="connsiteX23" fmla="*/ 3909633 w 4107620"/>
              <a:gd name="connsiteY23" fmla="*/ 1791013 h 4302998"/>
              <a:gd name="connsiteX24" fmla="*/ 4046268 w 4107620"/>
              <a:gd name="connsiteY24" fmla="*/ 876613 h 4302998"/>
              <a:gd name="connsiteX25" fmla="*/ 3962185 w 4107620"/>
              <a:gd name="connsiteY25" fmla="*/ 119868 h 4302998"/>
              <a:gd name="connsiteX26" fmla="*/ 2480226 w 4107620"/>
              <a:gd name="connsiteY26" fmla="*/ 35785 h 4302998"/>
              <a:gd name="connsiteX27" fmla="*/ 2270019 w 4107620"/>
              <a:gd name="connsiteY27" fmla="*/ 466709 h 4302998"/>
              <a:gd name="connsiteX28" fmla="*/ 2238488 w 4107620"/>
              <a:gd name="connsiteY28" fmla="*/ 1202434 h 4302998"/>
              <a:gd name="connsiteX29" fmla="*/ 1996750 w 4107620"/>
              <a:gd name="connsiteY29" fmla="*/ 1339069 h 4302998"/>
              <a:gd name="connsiteX0" fmla="*/ 1996750 w 4101062"/>
              <a:gd name="connsiteY0" fmla="*/ 1290412 h 4254341"/>
              <a:gd name="connsiteX1" fmla="*/ 1712971 w 4101062"/>
              <a:gd name="connsiteY1" fmla="*/ 1216839 h 4254341"/>
              <a:gd name="connsiteX2" fmla="*/ 1387150 w 4101062"/>
              <a:gd name="connsiteY2" fmla="*/ 827956 h 4254341"/>
              <a:gd name="connsiteX3" fmla="*/ 1134902 w 4101062"/>
              <a:gd name="connsiteY3" fmla="*/ 491625 h 4254341"/>
              <a:gd name="connsiteX4" fmla="*/ 840612 w 4101062"/>
              <a:gd name="connsiteY4" fmla="*/ 775404 h 4254341"/>
              <a:gd name="connsiteX5" fmla="*/ 703978 w 4101062"/>
              <a:gd name="connsiteY5" fmla="*/ 1279901 h 4254341"/>
              <a:gd name="connsiteX6" fmla="*/ 1240006 w 4101062"/>
              <a:gd name="connsiteY6" fmla="*/ 1878991 h 4254341"/>
              <a:gd name="connsiteX7" fmla="*/ 1303068 w 4101062"/>
              <a:gd name="connsiteY7" fmla="*/ 2299404 h 4254341"/>
              <a:gd name="connsiteX8" fmla="*/ 220502 w 4101062"/>
              <a:gd name="connsiteY8" fmla="*/ 2225832 h 4254341"/>
              <a:gd name="connsiteX9" fmla="*/ 83868 w 4101062"/>
              <a:gd name="connsiteY9" fmla="*/ 2866963 h 4254341"/>
              <a:gd name="connsiteX10" fmla="*/ 1218985 w 4101062"/>
              <a:gd name="connsiteY10" fmla="*/ 3182273 h 4254341"/>
              <a:gd name="connsiteX11" fmla="*/ 1124392 w 4101062"/>
              <a:gd name="connsiteY11" fmla="*/ 3571156 h 4254341"/>
              <a:gd name="connsiteX12" fmla="*/ 924695 w 4101062"/>
              <a:gd name="connsiteY12" fmla="*/ 3686770 h 4254341"/>
              <a:gd name="connsiteX13" fmla="*/ 1324088 w 4101062"/>
              <a:gd name="connsiteY13" fmla="*/ 3886466 h 4254341"/>
              <a:gd name="connsiteX14" fmla="*/ 1576337 w 4101062"/>
              <a:gd name="connsiteY14" fmla="*/ 3823404 h 4254341"/>
              <a:gd name="connsiteX15" fmla="*/ 1818075 w 4101062"/>
              <a:gd name="connsiteY15" fmla="*/ 3960039 h 4254341"/>
              <a:gd name="connsiteX16" fmla="*/ 1996750 w 4101062"/>
              <a:gd name="connsiteY16" fmla="*/ 4222797 h 4254341"/>
              <a:gd name="connsiteX17" fmla="*/ 2448695 w 4101062"/>
              <a:gd name="connsiteY17" fmla="*/ 4222797 h 4254341"/>
              <a:gd name="connsiteX18" fmla="*/ 2764006 w 4101062"/>
              <a:gd name="connsiteY18" fmla="*/ 3981059 h 4254341"/>
              <a:gd name="connsiteX19" fmla="*/ 2995233 w 4101062"/>
              <a:gd name="connsiteY19" fmla="*/ 3949528 h 4254341"/>
              <a:gd name="connsiteX20" fmla="*/ 3016254 w 4101062"/>
              <a:gd name="connsiteY20" fmla="*/ 3655239 h 4254341"/>
              <a:gd name="connsiteX21" fmla="*/ 3194930 w 4101062"/>
              <a:gd name="connsiteY21" fmla="*/ 3224315 h 4254341"/>
              <a:gd name="connsiteX22" fmla="*/ 3972695 w 4101062"/>
              <a:gd name="connsiteY22" fmla="*/ 3045639 h 4254341"/>
              <a:gd name="connsiteX23" fmla="*/ 3909633 w 4101062"/>
              <a:gd name="connsiteY23" fmla="*/ 1742356 h 4254341"/>
              <a:gd name="connsiteX24" fmla="*/ 4046268 w 4101062"/>
              <a:gd name="connsiteY24" fmla="*/ 827956 h 4254341"/>
              <a:gd name="connsiteX25" fmla="*/ 3962185 w 4101062"/>
              <a:gd name="connsiteY25" fmla="*/ 71211 h 4254341"/>
              <a:gd name="connsiteX26" fmla="*/ 2574819 w 4101062"/>
              <a:gd name="connsiteY26" fmla="*/ 71211 h 4254341"/>
              <a:gd name="connsiteX27" fmla="*/ 2270019 w 4101062"/>
              <a:gd name="connsiteY27" fmla="*/ 418052 h 4254341"/>
              <a:gd name="connsiteX28" fmla="*/ 2238488 w 4101062"/>
              <a:gd name="connsiteY28" fmla="*/ 1153777 h 4254341"/>
              <a:gd name="connsiteX29" fmla="*/ 1996750 w 4101062"/>
              <a:gd name="connsiteY29" fmla="*/ 1290412 h 4254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01062" h="4254341">
                <a:moveTo>
                  <a:pt x="1996750" y="1290412"/>
                </a:moveTo>
                <a:cubicBezTo>
                  <a:pt x="1909164" y="1300922"/>
                  <a:pt x="1814571" y="1293915"/>
                  <a:pt x="1712971" y="1216839"/>
                </a:cubicBezTo>
                <a:cubicBezTo>
                  <a:pt x="1611371" y="1139763"/>
                  <a:pt x="1483495" y="948825"/>
                  <a:pt x="1387150" y="827956"/>
                </a:cubicBezTo>
                <a:cubicBezTo>
                  <a:pt x="1290805" y="707087"/>
                  <a:pt x="1225992" y="500384"/>
                  <a:pt x="1134902" y="491625"/>
                </a:cubicBezTo>
                <a:cubicBezTo>
                  <a:pt x="1043812" y="482866"/>
                  <a:pt x="912433" y="644025"/>
                  <a:pt x="840612" y="775404"/>
                </a:cubicBezTo>
                <a:cubicBezTo>
                  <a:pt x="768791" y="906783"/>
                  <a:pt x="637412" y="1095970"/>
                  <a:pt x="703978" y="1279901"/>
                </a:cubicBezTo>
                <a:cubicBezTo>
                  <a:pt x="770544" y="1463832"/>
                  <a:pt x="1140158" y="1709074"/>
                  <a:pt x="1240006" y="1878991"/>
                </a:cubicBezTo>
                <a:cubicBezTo>
                  <a:pt x="1339854" y="2048908"/>
                  <a:pt x="1472985" y="2241597"/>
                  <a:pt x="1303068" y="2299404"/>
                </a:cubicBezTo>
                <a:cubicBezTo>
                  <a:pt x="1133151" y="2357211"/>
                  <a:pt x="423702" y="2131239"/>
                  <a:pt x="220502" y="2225832"/>
                </a:cubicBezTo>
                <a:cubicBezTo>
                  <a:pt x="17302" y="2320425"/>
                  <a:pt x="-82546" y="2707556"/>
                  <a:pt x="83868" y="2866963"/>
                </a:cubicBezTo>
                <a:cubicBezTo>
                  <a:pt x="250282" y="3026370"/>
                  <a:pt x="1045564" y="3064908"/>
                  <a:pt x="1218985" y="3182273"/>
                </a:cubicBezTo>
                <a:cubicBezTo>
                  <a:pt x="1392406" y="3299638"/>
                  <a:pt x="1173440" y="3487073"/>
                  <a:pt x="1124392" y="3571156"/>
                </a:cubicBezTo>
                <a:cubicBezTo>
                  <a:pt x="1075344" y="3655239"/>
                  <a:pt x="891412" y="3634218"/>
                  <a:pt x="924695" y="3686770"/>
                </a:cubicBezTo>
                <a:cubicBezTo>
                  <a:pt x="957978" y="3739322"/>
                  <a:pt x="1215481" y="3863694"/>
                  <a:pt x="1324088" y="3886466"/>
                </a:cubicBezTo>
                <a:cubicBezTo>
                  <a:pt x="1432695" y="3909238"/>
                  <a:pt x="1494006" y="3811142"/>
                  <a:pt x="1576337" y="3823404"/>
                </a:cubicBezTo>
                <a:cubicBezTo>
                  <a:pt x="1658668" y="3835666"/>
                  <a:pt x="1748006" y="3893474"/>
                  <a:pt x="1818075" y="3960039"/>
                </a:cubicBezTo>
                <a:cubicBezTo>
                  <a:pt x="1888144" y="4026604"/>
                  <a:pt x="1891647" y="4179004"/>
                  <a:pt x="1996750" y="4222797"/>
                </a:cubicBezTo>
                <a:cubicBezTo>
                  <a:pt x="2101853" y="4266590"/>
                  <a:pt x="2320819" y="4263087"/>
                  <a:pt x="2448695" y="4222797"/>
                </a:cubicBezTo>
                <a:cubicBezTo>
                  <a:pt x="2576571" y="4182507"/>
                  <a:pt x="2672916" y="4026604"/>
                  <a:pt x="2764006" y="3981059"/>
                </a:cubicBezTo>
                <a:cubicBezTo>
                  <a:pt x="2855096" y="3935514"/>
                  <a:pt x="2953192" y="4003831"/>
                  <a:pt x="2995233" y="3949528"/>
                </a:cubicBezTo>
                <a:cubicBezTo>
                  <a:pt x="3037274" y="3895225"/>
                  <a:pt x="2982971" y="3776108"/>
                  <a:pt x="3016254" y="3655239"/>
                </a:cubicBezTo>
                <a:cubicBezTo>
                  <a:pt x="3049537" y="3534370"/>
                  <a:pt x="3035523" y="3325915"/>
                  <a:pt x="3194930" y="3224315"/>
                </a:cubicBezTo>
                <a:cubicBezTo>
                  <a:pt x="3354337" y="3122715"/>
                  <a:pt x="3853578" y="3292632"/>
                  <a:pt x="3972695" y="3045639"/>
                </a:cubicBezTo>
                <a:cubicBezTo>
                  <a:pt x="4091812" y="2798646"/>
                  <a:pt x="3897371" y="2111970"/>
                  <a:pt x="3909633" y="1742356"/>
                </a:cubicBezTo>
                <a:cubicBezTo>
                  <a:pt x="3921895" y="1372742"/>
                  <a:pt x="4037509" y="1106480"/>
                  <a:pt x="4046268" y="827956"/>
                </a:cubicBezTo>
                <a:cubicBezTo>
                  <a:pt x="4055027" y="549432"/>
                  <a:pt x="4207426" y="197335"/>
                  <a:pt x="3962185" y="71211"/>
                </a:cubicBezTo>
                <a:cubicBezTo>
                  <a:pt x="3716944" y="-54913"/>
                  <a:pt x="2856847" y="13404"/>
                  <a:pt x="2574819" y="71211"/>
                </a:cubicBezTo>
                <a:cubicBezTo>
                  <a:pt x="2292791" y="129018"/>
                  <a:pt x="2310309" y="223611"/>
                  <a:pt x="2270019" y="418052"/>
                </a:cubicBezTo>
                <a:cubicBezTo>
                  <a:pt x="2229729" y="612493"/>
                  <a:pt x="2284033" y="1008384"/>
                  <a:pt x="2238488" y="1153777"/>
                </a:cubicBezTo>
                <a:cubicBezTo>
                  <a:pt x="2192943" y="1299170"/>
                  <a:pt x="2084336" y="1279902"/>
                  <a:pt x="1996750" y="1290412"/>
                </a:cubicBezTo>
                <a:close/>
              </a:path>
            </a:pathLst>
          </a:custGeom>
          <a:noFill/>
          <a:ln>
            <a:solidFill>
              <a:schemeClr val="accent1">
                <a:shade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177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97"/>
                                        </p:tgtEl>
                                        <p:attrNameLst>
                                          <p:attrName>style.visibility</p:attrName>
                                        </p:attrNameLst>
                                      </p:cBhvr>
                                      <p:to>
                                        <p:strVal val="visible"/>
                                      </p:to>
                                    </p:set>
                                    <p:animEffect transition="in" filter="dissolve">
                                      <p:cBhvr>
                                        <p:cTn id="7" dur="500"/>
                                        <p:tgtEl>
                                          <p:spTgt spid="797"/>
                                        </p:tgtEl>
                                      </p:cBhvr>
                                    </p:animEffect>
                                  </p:childTnLst>
                                </p:cTn>
                              </p:par>
                              <p:par>
                                <p:cTn id="8" presetID="9" presetClass="entr" presetSubtype="0" fill="hold" nodeType="withEffect">
                                  <p:stCondLst>
                                    <p:cond delay="0"/>
                                  </p:stCondLst>
                                  <p:childTnLst>
                                    <p:set>
                                      <p:cBhvr>
                                        <p:cTn id="9" dur="1" fill="hold">
                                          <p:stCondLst>
                                            <p:cond delay="0"/>
                                          </p:stCondLst>
                                        </p:cTn>
                                        <p:tgtEl>
                                          <p:spTgt spid="1033"/>
                                        </p:tgtEl>
                                        <p:attrNameLst>
                                          <p:attrName>style.visibility</p:attrName>
                                        </p:attrNameLst>
                                      </p:cBhvr>
                                      <p:to>
                                        <p:strVal val="visible"/>
                                      </p:to>
                                    </p:set>
                                    <p:animEffect transition="in" filter="dissolve">
                                      <p:cBhvr>
                                        <p:cTn id="10" dur="500"/>
                                        <p:tgtEl>
                                          <p:spTgt spid="1033"/>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par>
                                <p:cTn id="14" presetID="9" presetClass="exit" presetSubtype="0" fill="hold" grpId="0" nodeType="withEffect">
                                  <p:stCondLst>
                                    <p:cond delay="0"/>
                                  </p:stCondLst>
                                  <p:childTnLst>
                                    <p:animEffect transition="out" filter="dissolve">
                                      <p:cBhvr>
                                        <p:cTn id="15" dur="500"/>
                                        <p:tgtEl>
                                          <p:spTgt spid="5"/>
                                        </p:tgtEl>
                                      </p:cBhvr>
                                    </p:animEffect>
                                    <p:set>
                                      <p:cBhvr>
                                        <p:cTn id="16" dur="1" fill="hold">
                                          <p:stCondLst>
                                            <p:cond delay="499"/>
                                          </p:stCondLst>
                                        </p:cTn>
                                        <p:tgtEl>
                                          <p:spTgt spid="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024"/>
                                        </p:tgtEl>
                                        <p:attrNameLst>
                                          <p:attrName>style.visibility</p:attrName>
                                        </p:attrNameLst>
                                      </p:cBhvr>
                                      <p:to>
                                        <p:strVal val="visible"/>
                                      </p:to>
                                    </p:set>
                                    <p:animEffect transition="in" filter="dissolve">
                                      <p:cBhvr>
                                        <p:cTn id="21" dur="500"/>
                                        <p:tgtEl>
                                          <p:spTgt spid="1024"/>
                                        </p:tgtEl>
                                      </p:cBhvr>
                                    </p:animEffect>
                                  </p:childTnLst>
                                </p:cTn>
                              </p:par>
                              <p:par>
                                <p:cTn id="22" presetID="9" presetClass="entr" presetSubtype="0" fill="hold" nodeType="withEffect">
                                  <p:stCondLst>
                                    <p:cond delay="0"/>
                                  </p:stCondLst>
                                  <p:childTnLst>
                                    <p:set>
                                      <p:cBhvr>
                                        <p:cTn id="23" dur="1" fill="hold">
                                          <p:stCondLst>
                                            <p:cond delay="0"/>
                                          </p:stCondLst>
                                        </p:cTn>
                                        <p:tgtEl>
                                          <p:spTgt spid="1030"/>
                                        </p:tgtEl>
                                        <p:attrNameLst>
                                          <p:attrName>style.visibility</p:attrName>
                                        </p:attrNameLst>
                                      </p:cBhvr>
                                      <p:to>
                                        <p:strVal val="visible"/>
                                      </p:to>
                                    </p:set>
                                    <p:animEffect transition="in" filter="dissolve">
                                      <p:cBhvr>
                                        <p:cTn id="24" dur="500"/>
                                        <p:tgtEl>
                                          <p:spTgt spid="1030"/>
                                        </p:tgtEl>
                                      </p:cBhvr>
                                    </p:animEffect>
                                  </p:childTnLst>
                                </p:cTn>
                              </p:par>
                              <p:par>
                                <p:cTn id="25" presetID="9" presetClass="entr" presetSubtype="0" fill="hold" grpId="1"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025"/>
                                        </p:tgtEl>
                                        <p:attrNameLst>
                                          <p:attrName>style.visibility</p:attrName>
                                        </p:attrNameLst>
                                      </p:cBhvr>
                                      <p:to>
                                        <p:strVal val="visible"/>
                                      </p:to>
                                    </p:set>
                                    <p:animEffect transition="in" filter="dissolve">
                                      <p:cBhvr>
                                        <p:cTn id="32" dur="500"/>
                                        <p:tgtEl>
                                          <p:spTgt spid="1025"/>
                                        </p:tgtEl>
                                      </p:cBhvr>
                                    </p:animEffect>
                                  </p:childTnLst>
                                </p:cTn>
                              </p:par>
                              <p:par>
                                <p:cTn id="33" presetID="9" presetClass="entr" presetSubtype="0" fill="hold" nodeType="withEffect">
                                  <p:stCondLst>
                                    <p:cond delay="0"/>
                                  </p:stCondLst>
                                  <p:childTnLst>
                                    <p:set>
                                      <p:cBhvr>
                                        <p:cTn id="34" dur="1" fill="hold">
                                          <p:stCondLst>
                                            <p:cond delay="0"/>
                                          </p:stCondLst>
                                        </p:cTn>
                                        <p:tgtEl>
                                          <p:spTgt spid="1031"/>
                                        </p:tgtEl>
                                        <p:attrNameLst>
                                          <p:attrName>style.visibility</p:attrName>
                                        </p:attrNameLst>
                                      </p:cBhvr>
                                      <p:to>
                                        <p:strVal val="visible"/>
                                      </p:to>
                                    </p:set>
                                    <p:animEffect transition="in" filter="dissolve">
                                      <p:cBhvr>
                                        <p:cTn id="35" dur="500"/>
                                        <p:tgtEl>
                                          <p:spTgt spid="103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801"/>
                                        </p:tgtEl>
                                        <p:attrNameLst>
                                          <p:attrName>style.visibility</p:attrName>
                                        </p:attrNameLst>
                                      </p:cBhvr>
                                      <p:to>
                                        <p:strVal val="visible"/>
                                      </p:to>
                                    </p:set>
                                    <p:animEffect transition="in" filter="dissolve">
                                      <p:cBhvr>
                                        <p:cTn id="40" dur="500"/>
                                        <p:tgtEl>
                                          <p:spTgt spid="801"/>
                                        </p:tgtEl>
                                      </p:cBhvr>
                                    </p:animEffect>
                                  </p:childTnLst>
                                </p:cTn>
                              </p:par>
                              <p:par>
                                <p:cTn id="41" presetID="9" presetClass="exit" presetSubtype="0" fill="hold" grpId="1" nodeType="withEffect">
                                  <p:stCondLst>
                                    <p:cond delay="0"/>
                                  </p:stCondLst>
                                  <p:childTnLst>
                                    <p:animEffect transition="out" filter="dissolve">
                                      <p:cBhvr>
                                        <p:cTn id="42" dur="500"/>
                                        <p:tgtEl>
                                          <p:spTgt spid="3"/>
                                        </p:tgtEl>
                                      </p:cBhvr>
                                    </p:animEffect>
                                    <p:set>
                                      <p:cBhvr>
                                        <p:cTn id="43" dur="1" fill="hold">
                                          <p:stCondLst>
                                            <p:cond delay="499"/>
                                          </p:stCondLst>
                                        </p:cTn>
                                        <p:tgtEl>
                                          <p:spTgt spid="3"/>
                                        </p:tgtEl>
                                        <p:attrNameLst>
                                          <p:attrName>style.visibility</p:attrName>
                                        </p:attrNameLst>
                                      </p:cBhvr>
                                      <p:to>
                                        <p:strVal val="hidden"/>
                                      </p:to>
                                    </p:set>
                                  </p:childTnLst>
                                </p:cTn>
                              </p:par>
                              <p:par>
                                <p:cTn id="44" presetID="9" presetClass="entr" presetSubtype="0" fill="hold" nodeType="withEffect">
                                  <p:stCondLst>
                                    <p:cond delay="0"/>
                                  </p:stCondLst>
                                  <p:childTnLst>
                                    <p:set>
                                      <p:cBhvr>
                                        <p:cTn id="45" dur="1" fill="hold">
                                          <p:stCondLst>
                                            <p:cond delay="0"/>
                                          </p:stCondLst>
                                        </p:cTn>
                                        <p:tgtEl>
                                          <p:spTgt spid="1032"/>
                                        </p:tgtEl>
                                        <p:attrNameLst>
                                          <p:attrName>style.visibility</p:attrName>
                                        </p:attrNameLst>
                                      </p:cBhvr>
                                      <p:to>
                                        <p:strVal val="visible"/>
                                      </p:to>
                                    </p:set>
                                    <p:animEffect transition="in" filter="dissolve">
                                      <p:cBhvr>
                                        <p:cTn id="46"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3" grpId="0" animBg="1"/>
      <p:bldP spid="3"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2B4A">
            <a:alpha val="100000"/>
          </a:srgbClr>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09C0E64-F772-DA40-ABC2-A03490FE2D2B}"/>
              </a:ext>
            </a:extLst>
          </p:cNvPr>
          <p:cNvSpPr txBox="1"/>
          <p:nvPr/>
        </p:nvSpPr>
        <p:spPr>
          <a:xfrm>
            <a:off x="342900" y="4191000"/>
            <a:ext cx="11074200" cy="571500"/>
          </a:xfrm>
          <a:prstGeom prst="rect">
            <a:avLst/>
          </a:prstGeom>
          <a:noFill/>
          <a:ln>
            <a:noFill/>
          </a:ln>
        </p:spPr>
        <p:txBody>
          <a:bodyPr vertOverflow="overflow" vert="horz" wrap="square" rtlCol="0" anchor="ctr" anchorCtr="0">
            <a:noAutofit/>
          </a:bodyPr>
          <a:lstStyle/>
          <a:p>
            <a:pPr algn="ctr"/>
            <a:r>
              <a:rPr lang="en-US" sz="2800">
                <a:solidFill>
                  <a:srgbClr val="FFFFFF"/>
                </a:solidFill>
              </a:rPr>
              <a:t>5 minutes</a:t>
            </a:r>
          </a:p>
        </p:txBody>
      </p:sp>
      <p:sp>
        <p:nvSpPr>
          <p:cNvPr id="3" name="TextBox 2">
            <a:extLst>
              <a:ext uri="{FF2B5EF4-FFF2-40B4-BE49-F238E27FC236}">
                <a16:creationId xmlns:a16="http://schemas.microsoft.com/office/drawing/2014/main" id="{4A12E579-3571-2F4F-8AAD-A8669D02733A}"/>
              </a:ext>
            </a:extLst>
          </p:cNvPr>
          <p:cNvSpPr txBox="1"/>
          <p:nvPr/>
        </p:nvSpPr>
        <p:spPr>
          <a:xfrm>
            <a:off x="571500" y="3403600"/>
            <a:ext cx="11049000" cy="889000"/>
          </a:xfrm>
          <a:prstGeom prst="rect">
            <a:avLst/>
          </a:prstGeom>
          <a:noFill/>
          <a:ln>
            <a:noFill/>
          </a:ln>
        </p:spPr>
        <p:txBody>
          <a:bodyPr vertOverflow="overflow" vert="horz" wrap="square" rtlCol="0" anchor="ctr" anchorCtr="0">
            <a:noAutofit/>
          </a:bodyPr>
          <a:lstStyle/>
          <a:p>
            <a:pPr algn="ctr"/>
            <a:r>
              <a:rPr lang="en-US" sz="4000" b="1">
                <a:solidFill>
                  <a:srgbClr val="FFFFFF"/>
                </a:solidFill>
              </a:rPr>
              <a:t>Break</a:t>
            </a:r>
          </a:p>
        </p:txBody>
      </p:sp>
      <p:pic>
        <p:nvPicPr>
          <p:cNvPr id="7" name="Graphic 7" descr="Coffee cup break icon"/>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486400" y="1905000"/>
            <a:ext cx="1219200" cy="1219200"/>
          </a:xfrm>
          <a:prstGeom prst="rect">
            <a:avLst/>
          </a:prstGeom>
        </p:spPr>
      </p:pic>
    </p:spTree>
    <p:extLst>
      <p:ext uri="{BB962C8B-B14F-4D97-AF65-F5344CB8AC3E}">
        <p14:creationId xmlns:p14="http://schemas.microsoft.com/office/powerpoint/2010/main" val="765037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D262-4F6A-4E7F-5C25-636BFEDDE2B5}"/>
              </a:ext>
            </a:extLst>
          </p:cNvPr>
          <p:cNvSpPr>
            <a:spLocks noGrp="1"/>
          </p:cNvSpPr>
          <p:nvPr>
            <p:ph type="title"/>
          </p:nvPr>
        </p:nvSpPr>
        <p:spPr/>
        <p:txBody>
          <a:bodyPr/>
          <a:lstStyle/>
          <a:p>
            <a:r>
              <a:rPr lang="en-US" dirty="0"/>
              <a:t>Structure of the Internet</a:t>
            </a:r>
          </a:p>
        </p:txBody>
      </p:sp>
      <p:sp>
        <p:nvSpPr>
          <p:cNvPr id="3" name="Text Placeholder 2">
            <a:extLst>
              <a:ext uri="{FF2B5EF4-FFF2-40B4-BE49-F238E27FC236}">
                <a16:creationId xmlns:a16="http://schemas.microsoft.com/office/drawing/2014/main" id="{8E43E00A-2CA0-7618-7124-7365B986B1F5}"/>
              </a:ext>
            </a:extLst>
          </p:cNvPr>
          <p:cNvSpPr>
            <a:spLocks noGrp="1"/>
          </p:cNvSpPr>
          <p:nvPr>
            <p:ph type="body" idx="1"/>
          </p:nvPr>
        </p:nvSpPr>
        <p:spPr>
          <a:xfrm>
            <a:off x="415600" y="1143891"/>
            <a:ext cx="11360800" cy="4555200"/>
          </a:xfrm>
        </p:spPr>
        <p:txBody>
          <a:bodyPr/>
          <a:lstStyle/>
          <a:p>
            <a:pPr marL="0" indent="0">
              <a:lnSpc>
                <a:spcPct val="120000"/>
              </a:lnSpc>
              <a:spcBef>
                <a:spcPts val="600"/>
              </a:spcBef>
              <a:spcAft>
                <a:spcPts val="600"/>
              </a:spcAft>
              <a:buNone/>
            </a:pPr>
            <a:r>
              <a:rPr lang="en-US" sz="2400" b="1" dirty="0"/>
              <a:t>Given millions of access networks, how do we connect them?</a:t>
            </a:r>
          </a:p>
          <a:p>
            <a:pPr marL="0" indent="0">
              <a:lnSpc>
                <a:spcPct val="120000"/>
              </a:lnSpc>
              <a:spcBef>
                <a:spcPts val="300"/>
              </a:spcBef>
              <a:spcAft>
                <a:spcPts val="300"/>
              </a:spcAft>
              <a:buNone/>
            </a:pPr>
            <a:r>
              <a:rPr lang="en-US" sz="2000" dirty="0"/>
              <a:t>Evolution driven by </a:t>
            </a:r>
            <a:r>
              <a:rPr lang="en-US" sz="2000" b="1" dirty="0">
                <a:solidFill>
                  <a:srgbClr val="C00000"/>
                </a:solidFill>
              </a:rPr>
              <a:t>economics</a:t>
            </a:r>
            <a:r>
              <a:rPr lang="en-US" sz="2000" dirty="0"/>
              <a:t> and </a:t>
            </a:r>
            <a:r>
              <a:rPr lang="en-US" sz="2000" b="1" dirty="0">
                <a:solidFill>
                  <a:srgbClr val="C00000"/>
                </a:solidFill>
              </a:rPr>
              <a:t>national policies</a:t>
            </a:r>
          </a:p>
        </p:txBody>
      </p:sp>
      <p:grpSp>
        <p:nvGrpSpPr>
          <p:cNvPr id="4" name="Group 5">
            <a:extLst>
              <a:ext uri="{FF2B5EF4-FFF2-40B4-BE49-F238E27FC236}">
                <a16:creationId xmlns:a16="http://schemas.microsoft.com/office/drawing/2014/main" id="{E8B9134A-9903-7C26-DBF6-B6B86D5D330A}"/>
              </a:ext>
            </a:extLst>
          </p:cNvPr>
          <p:cNvGrpSpPr>
            <a:grpSpLocks/>
          </p:cNvGrpSpPr>
          <p:nvPr/>
        </p:nvGrpSpPr>
        <p:grpSpPr bwMode="auto">
          <a:xfrm>
            <a:off x="2960311" y="2743200"/>
            <a:ext cx="6195178" cy="3771190"/>
            <a:chOff x="154891" y="1905681"/>
            <a:chExt cx="8436427" cy="4559651"/>
          </a:xfrm>
        </p:grpSpPr>
        <p:grpSp>
          <p:nvGrpSpPr>
            <p:cNvPr id="5" name="Group 2">
              <a:extLst>
                <a:ext uri="{FF2B5EF4-FFF2-40B4-BE49-F238E27FC236}">
                  <a16:creationId xmlns:a16="http://schemas.microsoft.com/office/drawing/2014/main" id="{38A1CB6D-DE98-1A55-055A-86C912954A19}"/>
                </a:ext>
              </a:extLst>
            </p:cNvPr>
            <p:cNvGrpSpPr>
              <a:grpSpLocks/>
            </p:cNvGrpSpPr>
            <p:nvPr/>
          </p:nvGrpSpPr>
          <p:grpSpPr bwMode="auto">
            <a:xfrm>
              <a:off x="1529396" y="2297655"/>
              <a:ext cx="648422" cy="418253"/>
              <a:chOff x="3053396" y="4304255"/>
              <a:chExt cx="648422" cy="418253"/>
            </a:xfrm>
          </p:grpSpPr>
          <p:sp>
            <p:nvSpPr>
              <p:cNvPr id="57" name="Freeform 84">
                <a:extLst>
                  <a:ext uri="{FF2B5EF4-FFF2-40B4-BE49-F238E27FC236}">
                    <a16:creationId xmlns:a16="http://schemas.microsoft.com/office/drawing/2014/main" id="{AEDAEA48-77D6-FBE7-7D3A-F635DC2A082D}"/>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Box 1">
                <a:extLst>
                  <a:ext uri="{FF2B5EF4-FFF2-40B4-BE49-F238E27FC236}">
                    <a16:creationId xmlns:a16="http://schemas.microsoft.com/office/drawing/2014/main" id="{B10EDAC6-509B-FBD5-AEEC-14A09272750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6" name="Group 131">
              <a:extLst>
                <a:ext uri="{FF2B5EF4-FFF2-40B4-BE49-F238E27FC236}">
                  <a16:creationId xmlns:a16="http://schemas.microsoft.com/office/drawing/2014/main" id="{0EA80AF3-53BF-7772-76EE-5184BA6FBF2B}"/>
                </a:ext>
              </a:extLst>
            </p:cNvPr>
            <p:cNvGrpSpPr>
              <a:grpSpLocks/>
            </p:cNvGrpSpPr>
            <p:nvPr/>
          </p:nvGrpSpPr>
          <p:grpSpPr bwMode="auto">
            <a:xfrm>
              <a:off x="373696" y="3097755"/>
              <a:ext cx="648422" cy="418253"/>
              <a:chOff x="3053396" y="4304255"/>
              <a:chExt cx="648422" cy="418253"/>
            </a:xfrm>
          </p:grpSpPr>
          <p:sp>
            <p:nvSpPr>
              <p:cNvPr id="55" name="Freeform 84">
                <a:extLst>
                  <a:ext uri="{FF2B5EF4-FFF2-40B4-BE49-F238E27FC236}">
                    <a16:creationId xmlns:a16="http://schemas.microsoft.com/office/drawing/2014/main" id="{B45A6577-B9E5-2199-F317-FF392B3A3848}"/>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Box 133">
                <a:extLst>
                  <a:ext uri="{FF2B5EF4-FFF2-40B4-BE49-F238E27FC236}">
                    <a16:creationId xmlns:a16="http://schemas.microsoft.com/office/drawing/2014/main" id="{FF70B0C8-19A2-24AE-A948-550A732E7DF1}"/>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7" name="Group 135">
              <a:extLst>
                <a:ext uri="{FF2B5EF4-FFF2-40B4-BE49-F238E27FC236}">
                  <a16:creationId xmlns:a16="http://schemas.microsoft.com/office/drawing/2014/main" id="{B20298BA-F435-AF23-B066-CA42663CBF78}"/>
                </a:ext>
              </a:extLst>
            </p:cNvPr>
            <p:cNvGrpSpPr>
              <a:grpSpLocks/>
            </p:cNvGrpSpPr>
            <p:nvPr/>
          </p:nvGrpSpPr>
          <p:grpSpPr bwMode="auto">
            <a:xfrm>
              <a:off x="6037896" y="2551655"/>
              <a:ext cx="648422" cy="418253"/>
              <a:chOff x="3053396" y="4304255"/>
              <a:chExt cx="648422" cy="418253"/>
            </a:xfrm>
          </p:grpSpPr>
          <p:sp>
            <p:nvSpPr>
              <p:cNvPr id="53" name="Freeform 84">
                <a:extLst>
                  <a:ext uri="{FF2B5EF4-FFF2-40B4-BE49-F238E27FC236}">
                    <a16:creationId xmlns:a16="http://schemas.microsoft.com/office/drawing/2014/main" id="{B5FEADB0-D197-EE11-851D-DD023C7C01A6}"/>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Box 137">
                <a:extLst>
                  <a:ext uri="{FF2B5EF4-FFF2-40B4-BE49-F238E27FC236}">
                    <a16:creationId xmlns:a16="http://schemas.microsoft.com/office/drawing/2014/main" id="{F62A40AA-2C07-F38F-3EA3-9B07C21CEDDC}"/>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8" name="Group 138">
              <a:extLst>
                <a:ext uri="{FF2B5EF4-FFF2-40B4-BE49-F238E27FC236}">
                  <a16:creationId xmlns:a16="http://schemas.microsoft.com/office/drawing/2014/main" id="{069AFF00-9778-7BB7-994A-2658BD8985A7}"/>
                </a:ext>
              </a:extLst>
            </p:cNvPr>
            <p:cNvGrpSpPr>
              <a:grpSpLocks/>
            </p:cNvGrpSpPr>
            <p:nvPr/>
          </p:nvGrpSpPr>
          <p:grpSpPr bwMode="auto">
            <a:xfrm>
              <a:off x="945196" y="5409155"/>
              <a:ext cx="648422" cy="418253"/>
              <a:chOff x="3053396" y="4304255"/>
              <a:chExt cx="648422" cy="418253"/>
            </a:xfrm>
          </p:grpSpPr>
          <p:sp>
            <p:nvSpPr>
              <p:cNvPr id="51" name="Freeform 84">
                <a:extLst>
                  <a:ext uri="{FF2B5EF4-FFF2-40B4-BE49-F238E27FC236}">
                    <a16:creationId xmlns:a16="http://schemas.microsoft.com/office/drawing/2014/main" id="{8E6DB952-BF0D-37C5-22F4-CF9AFAC3704A}"/>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Box 140">
                <a:extLst>
                  <a:ext uri="{FF2B5EF4-FFF2-40B4-BE49-F238E27FC236}">
                    <a16:creationId xmlns:a16="http://schemas.microsoft.com/office/drawing/2014/main" id="{5EE1C03D-3A18-CEDC-5D57-B89C23A8899E}"/>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9" name="Group 141">
              <a:extLst>
                <a:ext uri="{FF2B5EF4-FFF2-40B4-BE49-F238E27FC236}">
                  <a16:creationId xmlns:a16="http://schemas.microsoft.com/office/drawing/2014/main" id="{A637A980-9F89-5F35-8A4C-EFF99667AB19}"/>
                </a:ext>
              </a:extLst>
            </p:cNvPr>
            <p:cNvGrpSpPr>
              <a:grpSpLocks/>
            </p:cNvGrpSpPr>
            <p:nvPr/>
          </p:nvGrpSpPr>
          <p:grpSpPr bwMode="auto">
            <a:xfrm>
              <a:off x="526096" y="4786855"/>
              <a:ext cx="648422" cy="418253"/>
              <a:chOff x="3053396" y="4304255"/>
              <a:chExt cx="648422" cy="418253"/>
            </a:xfrm>
          </p:grpSpPr>
          <p:sp>
            <p:nvSpPr>
              <p:cNvPr id="49" name="Freeform 84">
                <a:extLst>
                  <a:ext uri="{FF2B5EF4-FFF2-40B4-BE49-F238E27FC236}">
                    <a16:creationId xmlns:a16="http://schemas.microsoft.com/office/drawing/2014/main" id="{19241910-1A53-2F5F-C1E5-82A686CE196A}"/>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Box 143">
                <a:extLst>
                  <a:ext uri="{FF2B5EF4-FFF2-40B4-BE49-F238E27FC236}">
                    <a16:creationId xmlns:a16="http://schemas.microsoft.com/office/drawing/2014/main" id="{C57BCB82-77AF-95C1-E0F5-0FBA67B4BF6B}"/>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0" name="Group 144">
              <a:extLst>
                <a:ext uri="{FF2B5EF4-FFF2-40B4-BE49-F238E27FC236}">
                  <a16:creationId xmlns:a16="http://schemas.microsoft.com/office/drawing/2014/main" id="{486F4CC4-1999-6728-CF14-433B944D08CE}"/>
                </a:ext>
              </a:extLst>
            </p:cNvPr>
            <p:cNvGrpSpPr>
              <a:grpSpLocks/>
            </p:cNvGrpSpPr>
            <p:nvPr/>
          </p:nvGrpSpPr>
          <p:grpSpPr bwMode="auto">
            <a:xfrm>
              <a:off x="297496" y="4126455"/>
              <a:ext cx="648422" cy="418253"/>
              <a:chOff x="3053396" y="4304255"/>
              <a:chExt cx="648422" cy="418253"/>
            </a:xfrm>
          </p:grpSpPr>
          <p:sp>
            <p:nvSpPr>
              <p:cNvPr id="47" name="Freeform 84">
                <a:extLst>
                  <a:ext uri="{FF2B5EF4-FFF2-40B4-BE49-F238E27FC236}">
                    <a16:creationId xmlns:a16="http://schemas.microsoft.com/office/drawing/2014/main" id="{921CB752-D971-7321-69BF-18130F818EE7}"/>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Box 146">
                <a:extLst>
                  <a:ext uri="{FF2B5EF4-FFF2-40B4-BE49-F238E27FC236}">
                    <a16:creationId xmlns:a16="http://schemas.microsoft.com/office/drawing/2014/main" id="{3FFD219C-7584-C60D-0A65-C08BB2AB84EF}"/>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1" name="Group 147">
              <a:extLst>
                <a:ext uri="{FF2B5EF4-FFF2-40B4-BE49-F238E27FC236}">
                  <a16:creationId xmlns:a16="http://schemas.microsoft.com/office/drawing/2014/main" id="{3A3F38F3-8C4B-EBCA-4F36-81A49D923E28}"/>
                </a:ext>
              </a:extLst>
            </p:cNvPr>
            <p:cNvGrpSpPr>
              <a:grpSpLocks/>
            </p:cNvGrpSpPr>
            <p:nvPr/>
          </p:nvGrpSpPr>
          <p:grpSpPr bwMode="auto">
            <a:xfrm>
              <a:off x="6787196" y="2983455"/>
              <a:ext cx="648422" cy="418253"/>
              <a:chOff x="3053396" y="4304255"/>
              <a:chExt cx="648422" cy="418253"/>
            </a:xfrm>
          </p:grpSpPr>
          <p:sp>
            <p:nvSpPr>
              <p:cNvPr id="45" name="Freeform 84">
                <a:extLst>
                  <a:ext uri="{FF2B5EF4-FFF2-40B4-BE49-F238E27FC236}">
                    <a16:creationId xmlns:a16="http://schemas.microsoft.com/office/drawing/2014/main" id="{03BB6AFF-FCE2-C361-5114-7E7D46A39AF8}"/>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Box 149">
                <a:extLst>
                  <a:ext uri="{FF2B5EF4-FFF2-40B4-BE49-F238E27FC236}">
                    <a16:creationId xmlns:a16="http://schemas.microsoft.com/office/drawing/2014/main" id="{52910616-5A00-BF12-16A7-5AD3CEEF1D61}"/>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2" name="Group 150">
              <a:extLst>
                <a:ext uri="{FF2B5EF4-FFF2-40B4-BE49-F238E27FC236}">
                  <a16:creationId xmlns:a16="http://schemas.microsoft.com/office/drawing/2014/main" id="{ED61D90D-74E9-3593-5B46-01B51698D0DB}"/>
                </a:ext>
              </a:extLst>
            </p:cNvPr>
            <p:cNvGrpSpPr>
              <a:grpSpLocks/>
            </p:cNvGrpSpPr>
            <p:nvPr/>
          </p:nvGrpSpPr>
          <p:grpSpPr bwMode="auto">
            <a:xfrm>
              <a:off x="3129596" y="2056355"/>
              <a:ext cx="648422" cy="418253"/>
              <a:chOff x="3053396" y="4304255"/>
              <a:chExt cx="648422" cy="418253"/>
            </a:xfrm>
          </p:grpSpPr>
          <p:sp>
            <p:nvSpPr>
              <p:cNvPr id="43" name="Freeform 84">
                <a:extLst>
                  <a:ext uri="{FF2B5EF4-FFF2-40B4-BE49-F238E27FC236}">
                    <a16:creationId xmlns:a16="http://schemas.microsoft.com/office/drawing/2014/main" id="{8F31CD39-B2BC-2C2D-9AFB-8DEB8F8D16D5}"/>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Box 152">
                <a:extLst>
                  <a:ext uri="{FF2B5EF4-FFF2-40B4-BE49-F238E27FC236}">
                    <a16:creationId xmlns:a16="http://schemas.microsoft.com/office/drawing/2014/main" id="{06548641-BF31-99A2-7380-ED2D6AAB00CD}"/>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3" name="Group 153">
              <a:extLst>
                <a:ext uri="{FF2B5EF4-FFF2-40B4-BE49-F238E27FC236}">
                  <a16:creationId xmlns:a16="http://schemas.microsoft.com/office/drawing/2014/main" id="{0C0534C8-643B-0393-63B9-19B4232EC079}"/>
                </a:ext>
              </a:extLst>
            </p:cNvPr>
            <p:cNvGrpSpPr>
              <a:grpSpLocks/>
            </p:cNvGrpSpPr>
            <p:nvPr/>
          </p:nvGrpSpPr>
          <p:grpSpPr bwMode="auto">
            <a:xfrm>
              <a:off x="754696" y="2704055"/>
              <a:ext cx="648422" cy="418253"/>
              <a:chOff x="3053396" y="4304255"/>
              <a:chExt cx="648422" cy="418253"/>
            </a:xfrm>
          </p:grpSpPr>
          <p:sp>
            <p:nvSpPr>
              <p:cNvPr id="41" name="Freeform 84">
                <a:extLst>
                  <a:ext uri="{FF2B5EF4-FFF2-40B4-BE49-F238E27FC236}">
                    <a16:creationId xmlns:a16="http://schemas.microsoft.com/office/drawing/2014/main" id="{C51CE3E5-3FAF-E2CC-7540-F77746B122AE}"/>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Box 155">
                <a:extLst>
                  <a:ext uri="{FF2B5EF4-FFF2-40B4-BE49-F238E27FC236}">
                    <a16:creationId xmlns:a16="http://schemas.microsoft.com/office/drawing/2014/main" id="{6E2100A5-6D97-83D9-D2BF-CF026947A4DE}"/>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4" name="Group 156">
              <a:extLst>
                <a:ext uri="{FF2B5EF4-FFF2-40B4-BE49-F238E27FC236}">
                  <a16:creationId xmlns:a16="http://schemas.microsoft.com/office/drawing/2014/main" id="{0D87D262-F45A-9BF6-630A-FDDBBA7C0159}"/>
                </a:ext>
              </a:extLst>
            </p:cNvPr>
            <p:cNvGrpSpPr>
              <a:grpSpLocks/>
            </p:cNvGrpSpPr>
            <p:nvPr/>
          </p:nvGrpSpPr>
          <p:grpSpPr bwMode="auto">
            <a:xfrm>
              <a:off x="4043996" y="2030955"/>
              <a:ext cx="648422" cy="418253"/>
              <a:chOff x="3053396" y="4304255"/>
              <a:chExt cx="648422" cy="418253"/>
            </a:xfrm>
          </p:grpSpPr>
          <p:sp>
            <p:nvSpPr>
              <p:cNvPr id="39" name="Freeform 84">
                <a:extLst>
                  <a:ext uri="{FF2B5EF4-FFF2-40B4-BE49-F238E27FC236}">
                    <a16:creationId xmlns:a16="http://schemas.microsoft.com/office/drawing/2014/main" id="{3228614F-0697-11DC-2651-DD7E4E7C623F}"/>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Box 158">
                <a:extLst>
                  <a:ext uri="{FF2B5EF4-FFF2-40B4-BE49-F238E27FC236}">
                    <a16:creationId xmlns:a16="http://schemas.microsoft.com/office/drawing/2014/main" id="{23825274-F488-6CBF-192C-8300417D293C}"/>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5" name="Group 160">
              <a:extLst>
                <a:ext uri="{FF2B5EF4-FFF2-40B4-BE49-F238E27FC236}">
                  <a16:creationId xmlns:a16="http://schemas.microsoft.com/office/drawing/2014/main" id="{9725D6FF-B259-42D8-28C4-C2A299F7ED1E}"/>
                </a:ext>
              </a:extLst>
            </p:cNvPr>
            <p:cNvGrpSpPr>
              <a:grpSpLocks/>
            </p:cNvGrpSpPr>
            <p:nvPr/>
          </p:nvGrpSpPr>
          <p:grpSpPr bwMode="auto">
            <a:xfrm>
              <a:off x="7104696" y="5663155"/>
              <a:ext cx="648422" cy="418253"/>
              <a:chOff x="3053396" y="4304255"/>
              <a:chExt cx="648422" cy="418253"/>
            </a:xfrm>
          </p:grpSpPr>
          <p:sp>
            <p:nvSpPr>
              <p:cNvPr id="37" name="Freeform 84">
                <a:extLst>
                  <a:ext uri="{FF2B5EF4-FFF2-40B4-BE49-F238E27FC236}">
                    <a16:creationId xmlns:a16="http://schemas.microsoft.com/office/drawing/2014/main" id="{8488E64F-F120-4CB6-56C4-BAB41BAC9BBD}"/>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Box 162">
                <a:extLst>
                  <a:ext uri="{FF2B5EF4-FFF2-40B4-BE49-F238E27FC236}">
                    <a16:creationId xmlns:a16="http://schemas.microsoft.com/office/drawing/2014/main" id="{2A68D157-5C7D-C56F-62F5-FE86E909CAB1}"/>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6" name="Group 163">
              <a:extLst>
                <a:ext uri="{FF2B5EF4-FFF2-40B4-BE49-F238E27FC236}">
                  <a16:creationId xmlns:a16="http://schemas.microsoft.com/office/drawing/2014/main" id="{0CB81874-831B-DD2C-6C22-2759F0B38506}"/>
                </a:ext>
              </a:extLst>
            </p:cNvPr>
            <p:cNvGrpSpPr>
              <a:grpSpLocks/>
            </p:cNvGrpSpPr>
            <p:nvPr/>
          </p:nvGrpSpPr>
          <p:grpSpPr bwMode="auto">
            <a:xfrm>
              <a:off x="7942896" y="5015455"/>
              <a:ext cx="648422" cy="418253"/>
              <a:chOff x="3053396" y="4304255"/>
              <a:chExt cx="648422" cy="418253"/>
            </a:xfrm>
          </p:grpSpPr>
          <p:sp>
            <p:nvSpPr>
              <p:cNvPr id="35" name="Freeform 84">
                <a:extLst>
                  <a:ext uri="{FF2B5EF4-FFF2-40B4-BE49-F238E27FC236}">
                    <a16:creationId xmlns:a16="http://schemas.microsoft.com/office/drawing/2014/main" id="{BB9E8DF5-7293-0A8A-3697-080B0D4DE0AD}"/>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Box 165">
                <a:extLst>
                  <a:ext uri="{FF2B5EF4-FFF2-40B4-BE49-F238E27FC236}">
                    <a16:creationId xmlns:a16="http://schemas.microsoft.com/office/drawing/2014/main" id="{6866854B-6689-7ABE-4014-315670A1507E}"/>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7" name="Group 166">
              <a:extLst>
                <a:ext uri="{FF2B5EF4-FFF2-40B4-BE49-F238E27FC236}">
                  <a16:creationId xmlns:a16="http://schemas.microsoft.com/office/drawing/2014/main" id="{0BEFD237-3868-A31E-D9E3-EB1F5F090633}"/>
                </a:ext>
              </a:extLst>
            </p:cNvPr>
            <p:cNvGrpSpPr>
              <a:grpSpLocks/>
            </p:cNvGrpSpPr>
            <p:nvPr/>
          </p:nvGrpSpPr>
          <p:grpSpPr bwMode="auto">
            <a:xfrm>
              <a:off x="7714296" y="4101055"/>
              <a:ext cx="648422" cy="418253"/>
              <a:chOff x="3053396" y="4304255"/>
              <a:chExt cx="648422" cy="418253"/>
            </a:xfrm>
          </p:grpSpPr>
          <p:sp>
            <p:nvSpPr>
              <p:cNvPr id="33" name="Freeform 84">
                <a:extLst>
                  <a:ext uri="{FF2B5EF4-FFF2-40B4-BE49-F238E27FC236}">
                    <a16:creationId xmlns:a16="http://schemas.microsoft.com/office/drawing/2014/main" id="{63650016-E28E-C513-7AAE-68716C45C868}"/>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Box 168">
                <a:extLst>
                  <a:ext uri="{FF2B5EF4-FFF2-40B4-BE49-F238E27FC236}">
                    <a16:creationId xmlns:a16="http://schemas.microsoft.com/office/drawing/2014/main" id="{0F8D07E1-49D8-A5D4-04C8-F32ED47C2E76}"/>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8" name="Group 169">
              <a:extLst>
                <a:ext uri="{FF2B5EF4-FFF2-40B4-BE49-F238E27FC236}">
                  <a16:creationId xmlns:a16="http://schemas.microsoft.com/office/drawing/2014/main" id="{C31A6380-501B-70BE-E1B9-C0F53A56299E}"/>
                </a:ext>
              </a:extLst>
            </p:cNvPr>
            <p:cNvGrpSpPr>
              <a:grpSpLocks/>
            </p:cNvGrpSpPr>
            <p:nvPr/>
          </p:nvGrpSpPr>
          <p:grpSpPr bwMode="auto">
            <a:xfrm>
              <a:off x="4869496" y="5904455"/>
              <a:ext cx="648422" cy="418253"/>
              <a:chOff x="3053396" y="4304255"/>
              <a:chExt cx="648422" cy="418253"/>
            </a:xfrm>
          </p:grpSpPr>
          <p:sp>
            <p:nvSpPr>
              <p:cNvPr id="31" name="Freeform 84">
                <a:extLst>
                  <a:ext uri="{FF2B5EF4-FFF2-40B4-BE49-F238E27FC236}">
                    <a16:creationId xmlns:a16="http://schemas.microsoft.com/office/drawing/2014/main" id="{A41462B4-FAC0-C995-6291-876EF34F100B}"/>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Box 171">
                <a:extLst>
                  <a:ext uri="{FF2B5EF4-FFF2-40B4-BE49-F238E27FC236}">
                    <a16:creationId xmlns:a16="http://schemas.microsoft.com/office/drawing/2014/main" id="{363DCE8F-E40A-08F5-4799-28E0AFDB26FC}"/>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9" name="Group 172">
              <a:extLst>
                <a:ext uri="{FF2B5EF4-FFF2-40B4-BE49-F238E27FC236}">
                  <a16:creationId xmlns:a16="http://schemas.microsoft.com/office/drawing/2014/main" id="{91A7E7AD-4F00-27BE-E920-DF7B339AA5F3}"/>
                </a:ext>
              </a:extLst>
            </p:cNvPr>
            <p:cNvGrpSpPr>
              <a:grpSpLocks/>
            </p:cNvGrpSpPr>
            <p:nvPr/>
          </p:nvGrpSpPr>
          <p:grpSpPr bwMode="auto">
            <a:xfrm>
              <a:off x="3955096" y="6044155"/>
              <a:ext cx="648422" cy="418253"/>
              <a:chOff x="3053396" y="4304255"/>
              <a:chExt cx="648422" cy="418253"/>
            </a:xfrm>
          </p:grpSpPr>
          <p:sp>
            <p:nvSpPr>
              <p:cNvPr id="29" name="Freeform 84">
                <a:extLst>
                  <a:ext uri="{FF2B5EF4-FFF2-40B4-BE49-F238E27FC236}">
                    <a16:creationId xmlns:a16="http://schemas.microsoft.com/office/drawing/2014/main" id="{8BF59E9F-A1A6-4EB0-908A-3F98D046A28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Box 174">
                <a:extLst>
                  <a:ext uri="{FF2B5EF4-FFF2-40B4-BE49-F238E27FC236}">
                    <a16:creationId xmlns:a16="http://schemas.microsoft.com/office/drawing/2014/main" id="{EBA5C30A-4687-14D9-85F6-BBAE7649E671}"/>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0" name="Group 175">
              <a:extLst>
                <a:ext uri="{FF2B5EF4-FFF2-40B4-BE49-F238E27FC236}">
                  <a16:creationId xmlns:a16="http://schemas.microsoft.com/office/drawing/2014/main" id="{6B138B31-CB12-4177-B707-FFD5D29C9978}"/>
                </a:ext>
              </a:extLst>
            </p:cNvPr>
            <p:cNvGrpSpPr>
              <a:grpSpLocks/>
            </p:cNvGrpSpPr>
            <p:nvPr/>
          </p:nvGrpSpPr>
          <p:grpSpPr bwMode="auto">
            <a:xfrm>
              <a:off x="2735896" y="5891755"/>
              <a:ext cx="648422" cy="418253"/>
              <a:chOff x="3053396" y="4304255"/>
              <a:chExt cx="648422" cy="418253"/>
            </a:xfrm>
          </p:grpSpPr>
          <p:sp>
            <p:nvSpPr>
              <p:cNvPr id="27" name="Freeform 84">
                <a:extLst>
                  <a:ext uri="{FF2B5EF4-FFF2-40B4-BE49-F238E27FC236}">
                    <a16:creationId xmlns:a16="http://schemas.microsoft.com/office/drawing/2014/main" id="{8E60CFA9-C1A8-FFF4-B74A-17E9F9371222}"/>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Box 177">
                <a:extLst>
                  <a:ext uri="{FF2B5EF4-FFF2-40B4-BE49-F238E27FC236}">
                    <a16:creationId xmlns:a16="http://schemas.microsoft.com/office/drawing/2014/main" id="{EE4D9B00-6013-93EB-6BAC-BEBBE9A7A27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sp>
          <p:nvSpPr>
            <p:cNvPr id="21" name="TextBox 4">
              <a:extLst>
                <a:ext uri="{FF2B5EF4-FFF2-40B4-BE49-F238E27FC236}">
                  <a16:creationId xmlns:a16="http://schemas.microsoft.com/office/drawing/2014/main" id="{549AD268-48BB-59AC-C17C-5F410027F3AA}"/>
                </a:ext>
              </a:extLst>
            </p:cNvPr>
            <p:cNvSpPr txBox="1">
              <a:spLocks noChangeArrowheads="1"/>
            </p:cNvSpPr>
            <p:nvPr/>
          </p:nvSpPr>
          <p:spPr bwMode="auto">
            <a:xfrm rot="1053502">
              <a:off x="5143500" y="19558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2" name="TextBox 179">
              <a:extLst>
                <a:ext uri="{FF2B5EF4-FFF2-40B4-BE49-F238E27FC236}">
                  <a16:creationId xmlns:a16="http://schemas.microsoft.com/office/drawing/2014/main" id="{7F1F666E-600D-E8DE-F69F-22BDDD79A089}"/>
                </a:ext>
              </a:extLst>
            </p:cNvPr>
            <p:cNvSpPr txBox="1">
              <a:spLocks noChangeArrowheads="1"/>
            </p:cNvSpPr>
            <p:nvPr/>
          </p:nvSpPr>
          <p:spPr bwMode="auto">
            <a:xfrm rot="2829263">
              <a:off x="7429500" y="34290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3" name="TextBox 180">
              <a:extLst>
                <a:ext uri="{FF2B5EF4-FFF2-40B4-BE49-F238E27FC236}">
                  <a16:creationId xmlns:a16="http://schemas.microsoft.com/office/drawing/2014/main" id="{2A1CE4A6-3665-DBC1-D7F6-3DB01BF5F235}"/>
                </a:ext>
              </a:extLst>
            </p:cNvPr>
            <p:cNvSpPr txBox="1">
              <a:spLocks noChangeArrowheads="1"/>
            </p:cNvSpPr>
            <p:nvPr/>
          </p:nvSpPr>
          <p:spPr bwMode="auto">
            <a:xfrm rot="9845918">
              <a:off x="6098241" y="5942112"/>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4" name="TextBox 181">
              <a:extLst>
                <a:ext uri="{FF2B5EF4-FFF2-40B4-BE49-F238E27FC236}">
                  <a16:creationId xmlns:a16="http://schemas.microsoft.com/office/drawing/2014/main" id="{ABFBBB7D-9AC4-EE8E-09A8-0E4054222CAA}"/>
                </a:ext>
              </a:extLst>
            </p:cNvPr>
            <p:cNvSpPr txBox="1">
              <a:spLocks noChangeArrowheads="1"/>
            </p:cNvSpPr>
            <p:nvPr/>
          </p:nvSpPr>
          <p:spPr bwMode="auto">
            <a:xfrm rot="-9948738">
              <a:off x="1730786" y="5845469"/>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5" name="TextBox 182">
              <a:extLst>
                <a:ext uri="{FF2B5EF4-FFF2-40B4-BE49-F238E27FC236}">
                  <a16:creationId xmlns:a16="http://schemas.microsoft.com/office/drawing/2014/main" id="{F618E824-61EA-9E77-FF24-3D1A1BAE4335}"/>
                </a:ext>
              </a:extLst>
            </p:cNvPr>
            <p:cNvSpPr txBox="1">
              <a:spLocks noChangeArrowheads="1"/>
            </p:cNvSpPr>
            <p:nvPr/>
          </p:nvSpPr>
          <p:spPr bwMode="auto">
            <a:xfrm rot="-4992697">
              <a:off x="144631" y="3539025"/>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6" name="TextBox 183">
              <a:extLst>
                <a:ext uri="{FF2B5EF4-FFF2-40B4-BE49-F238E27FC236}">
                  <a16:creationId xmlns:a16="http://schemas.microsoft.com/office/drawing/2014/main" id="{88AB2B15-F930-04D2-E83F-52000F05082D}"/>
                </a:ext>
              </a:extLst>
            </p:cNvPr>
            <p:cNvSpPr txBox="1">
              <a:spLocks noChangeArrowheads="1"/>
            </p:cNvSpPr>
            <p:nvPr/>
          </p:nvSpPr>
          <p:spPr bwMode="auto">
            <a:xfrm rot="-1017263">
              <a:off x="2330376" y="1905681"/>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grpSp>
      <mc:AlternateContent xmlns:mc="http://schemas.openxmlformats.org/markup-compatibility/2006">
        <mc:Choice xmlns:p14="http://schemas.microsoft.com/office/powerpoint/2010/main" Requires="p14">
          <p:contentPart p14:bwMode="auto" r:id="rId3">
            <p14:nvContentPartPr>
              <p14:cNvPr id="59" name="Ink 58">
                <a:extLst>
                  <a:ext uri="{FF2B5EF4-FFF2-40B4-BE49-F238E27FC236}">
                    <a16:creationId xmlns:a16="http://schemas.microsoft.com/office/drawing/2014/main" id="{B2D4CB03-BCF2-18D8-282C-ED42D5D3D706}"/>
                  </a:ext>
                </a:extLst>
              </p14:cNvPr>
              <p14:cNvContentPartPr/>
              <p14:nvPr/>
            </p14:nvContentPartPr>
            <p14:xfrm>
              <a:off x="360720" y="1074600"/>
              <a:ext cx="11719080" cy="5241240"/>
            </p14:xfrm>
          </p:contentPart>
        </mc:Choice>
        <mc:Fallback>
          <p:pic>
            <p:nvPicPr>
              <p:cNvPr id="59" name="Ink 58">
                <a:extLst>
                  <a:ext uri="{FF2B5EF4-FFF2-40B4-BE49-F238E27FC236}">
                    <a16:creationId xmlns:a16="http://schemas.microsoft.com/office/drawing/2014/main" id="{B2D4CB03-BCF2-18D8-282C-ED42D5D3D706}"/>
                  </a:ext>
                </a:extLst>
              </p:cNvPr>
              <p:cNvPicPr/>
              <p:nvPr/>
            </p:nvPicPr>
            <p:blipFill>
              <a:blip r:embed="rId4"/>
              <a:stretch>
                <a:fillRect/>
              </a:stretch>
            </p:blipFill>
            <p:spPr>
              <a:xfrm>
                <a:off x="351360" y="1065240"/>
                <a:ext cx="11737800" cy="5259960"/>
              </a:xfrm>
              <a:prstGeom prst="rect">
                <a:avLst/>
              </a:prstGeom>
            </p:spPr>
          </p:pic>
        </mc:Fallback>
      </mc:AlternateContent>
    </p:spTree>
    <p:extLst>
      <p:ext uri="{BB962C8B-B14F-4D97-AF65-F5344CB8AC3E}">
        <p14:creationId xmlns:p14="http://schemas.microsoft.com/office/powerpoint/2010/main" val="2632267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E4054-EECD-7A9F-52F3-E6DCD8B592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86DEF5-91F7-0708-F732-23ADE1EA23C3}"/>
              </a:ext>
            </a:extLst>
          </p:cNvPr>
          <p:cNvSpPr>
            <a:spLocks noGrp="1"/>
          </p:cNvSpPr>
          <p:nvPr>
            <p:ph type="title"/>
          </p:nvPr>
        </p:nvSpPr>
        <p:spPr/>
        <p:txBody>
          <a:bodyPr/>
          <a:lstStyle/>
          <a:p>
            <a:r>
              <a:rPr lang="en-US" dirty="0"/>
              <a:t>Structure of the Internet</a:t>
            </a:r>
          </a:p>
        </p:txBody>
      </p:sp>
      <p:sp>
        <p:nvSpPr>
          <p:cNvPr id="3" name="Text Placeholder 2">
            <a:extLst>
              <a:ext uri="{FF2B5EF4-FFF2-40B4-BE49-F238E27FC236}">
                <a16:creationId xmlns:a16="http://schemas.microsoft.com/office/drawing/2014/main" id="{F32C6962-005C-7B2C-0DC4-E3844C4A4D51}"/>
              </a:ext>
            </a:extLst>
          </p:cNvPr>
          <p:cNvSpPr>
            <a:spLocks noGrp="1"/>
          </p:cNvSpPr>
          <p:nvPr>
            <p:ph type="body" idx="1"/>
          </p:nvPr>
        </p:nvSpPr>
        <p:spPr>
          <a:xfrm>
            <a:off x="385125" y="1111546"/>
            <a:ext cx="11360800" cy="4555200"/>
          </a:xfrm>
        </p:spPr>
        <p:txBody>
          <a:bodyPr/>
          <a:lstStyle/>
          <a:p>
            <a:pPr marL="152396" indent="0">
              <a:buNone/>
            </a:pPr>
            <a:r>
              <a:rPr lang="en-US" dirty="0"/>
              <a:t>Given millions of access networks, how to connect them?</a:t>
            </a:r>
          </a:p>
        </p:txBody>
      </p:sp>
      <p:grpSp>
        <p:nvGrpSpPr>
          <p:cNvPr id="206" name="Group 205">
            <a:extLst>
              <a:ext uri="{FF2B5EF4-FFF2-40B4-BE49-F238E27FC236}">
                <a16:creationId xmlns:a16="http://schemas.microsoft.com/office/drawing/2014/main" id="{DB3B3055-7216-3019-C89E-FBFCA56A375D}"/>
              </a:ext>
            </a:extLst>
          </p:cNvPr>
          <p:cNvGrpSpPr/>
          <p:nvPr/>
        </p:nvGrpSpPr>
        <p:grpSpPr>
          <a:xfrm>
            <a:off x="2298267" y="2965003"/>
            <a:ext cx="5694886" cy="3102086"/>
            <a:chOff x="2298266" y="2316723"/>
            <a:chExt cx="7177087" cy="3750366"/>
          </a:xfrm>
        </p:grpSpPr>
        <p:sp>
          <p:nvSpPr>
            <p:cNvPr id="207" name="Oval 3">
              <a:extLst>
                <a:ext uri="{FF2B5EF4-FFF2-40B4-BE49-F238E27FC236}">
                  <a16:creationId xmlns:a16="http://schemas.microsoft.com/office/drawing/2014/main" id="{34120CE4-0CDE-808E-6D89-D65E354D293F}"/>
                </a:ext>
              </a:extLst>
            </p:cNvPr>
            <p:cNvSpPr>
              <a:spLocks noChangeArrowheads="1"/>
            </p:cNvSpPr>
            <p:nvPr/>
          </p:nvSpPr>
          <p:spPr bwMode="auto">
            <a:xfrm>
              <a:off x="3774557" y="3143854"/>
              <a:ext cx="3864121" cy="1970736"/>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208" name="Straight Connector 10">
              <a:extLst>
                <a:ext uri="{FF2B5EF4-FFF2-40B4-BE49-F238E27FC236}">
                  <a16:creationId xmlns:a16="http://schemas.microsoft.com/office/drawing/2014/main" id="{1B40BD84-570F-B51D-4372-24785062020E}"/>
                </a:ext>
              </a:extLst>
            </p:cNvPr>
            <p:cNvCxnSpPr>
              <a:cxnSpLocks noChangeShapeType="1"/>
            </p:cNvCxnSpPr>
            <p:nvPr/>
          </p:nvCxnSpPr>
          <p:spPr bwMode="auto">
            <a:xfrm>
              <a:off x="5154178" y="3581064"/>
              <a:ext cx="1223963" cy="96838"/>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cxnSp>
          <p:nvCxnSpPr>
            <p:cNvPr id="209" name="Straight Connector 297">
              <a:extLst>
                <a:ext uri="{FF2B5EF4-FFF2-40B4-BE49-F238E27FC236}">
                  <a16:creationId xmlns:a16="http://schemas.microsoft.com/office/drawing/2014/main" id="{E3B6B6D8-ADFE-2E42-B7A5-7A6EB2618058}"/>
                </a:ext>
              </a:extLst>
            </p:cNvPr>
            <p:cNvCxnSpPr>
              <a:cxnSpLocks noChangeShapeType="1"/>
            </p:cNvCxnSpPr>
            <p:nvPr/>
          </p:nvCxnSpPr>
          <p:spPr bwMode="auto">
            <a:xfrm>
              <a:off x="5787591" y="3984289"/>
              <a:ext cx="139700" cy="112713"/>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cxnSp>
          <p:nvCxnSpPr>
            <p:cNvPr id="210" name="Straight Connector 298">
              <a:extLst>
                <a:ext uri="{FF2B5EF4-FFF2-40B4-BE49-F238E27FC236}">
                  <a16:creationId xmlns:a16="http://schemas.microsoft.com/office/drawing/2014/main" id="{5337341C-7594-8FB4-7679-898C51CC5D51}"/>
                </a:ext>
              </a:extLst>
            </p:cNvPr>
            <p:cNvCxnSpPr>
              <a:cxnSpLocks noChangeShapeType="1"/>
            </p:cNvCxnSpPr>
            <p:nvPr/>
          </p:nvCxnSpPr>
          <p:spPr bwMode="auto">
            <a:xfrm flipV="1">
              <a:off x="5557403" y="4260514"/>
              <a:ext cx="280988" cy="61913"/>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cxnSp>
          <p:nvCxnSpPr>
            <p:cNvPr id="211" name="Straight Connector 299">
              <a:extLst>
                <a:ext uri="{FF2B5EF4-FFF2-40B4-BE49-F238E27FC236}">
                  <a16:creationId xmlns:a16="http://schemas.microsoft.com/office/drawing/2014/main" id="{8BD1D175-EC05-E2AD-17E8-98071AE9F62C}"/>
                </a:ext>
              </a:extLst>
            </p:cNvPr>
            <p:cNvCxnSpPr>
              <a:cxnSpLocks noChangeShapeType="1"/>
            </p:cNvCxnSpPr>
            <p:nvPr/>
          </p:nvCxnSpPr>
          <p:spPr bwMode="auto">
            <a:xfrm flipV="1">
              <a:off x="5214503" y="4022389"/>
              <a:ext cx="223838" cy="14922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cxnSp>
          <p:nvCxnSpPr>
            <p:cNvPr id="212" name="Straight Connector 300">
              <a:extLst>
                <a:ext uri="{FF2B5EF4-FFF2-40B4-BE49-F238E27FC236}">
                  <a16:creationId xmlns:a16="http://schemas.microsoft.com/office/drawing/2014/main" id="{0573F6DD-B46E-2514-0B91-D813A6B4290D}"/>
                </a:ext>
              </a:extLst>
            </p:cNvPr>
            <p:cNvCxnSpPr>
              <a:cxnSpLocks noChangeShapeType="1"/>
            </p:cNvCxnSpPr>
            <p:nvPr/>
          </p:nvCxnSpPr>
          <p:spPr bwMode="auto">
            <a:xfrm flipV="1">
              <a:off x="4854141" y="4427202"/>
              <a:ext cx="238125" cy="13335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cxnSp>
          <p:nvCxnSpPr>
            <p:cNvPr id="213" name="Straight Connector 301">
              <a:extLst>
                <a:ext uri="{FF2B5EF4-FFF2-40B4-BE49-F238E27FC236}">
                  <a16:creationId xmlns:a16="http://schemas.microsoft.com/office/drawing/2014/main" id="{5C65E4D7-FFB3-C3EB-C848-DC27383C3FEB}"/>
                </a:ext>
              </a:extLst>
            </p:cNvPr>
            <p:cNvCxnSpPr>
              <a:cxnSpLocks noChangeShapeType="1"/>
            </p:cNvCxnSpPr>
            <p:nvPr/>
          </p:nvCxnSpPr>
          <p:spPr bwMode="auto">
            <a:xfrm flipV="1">
              <a:off x="5806641" y="4327189"/>
              <a:ext cx="292100" cy="3429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cxnSp>
          <p:nvCxnSpPr>
            <p:cNvPr id="214" name="Straight Connector 302">
              <a:extLst>
                <a:ext uri="{FF2B5EF4-FFF2-40B4-BE49-F238E27FC236}">
                  <a16:creationId xmlns:a16="http://schemas.microsoft.com/office/drawing/2014/main" id="{68B87998-95F7-8E51-5A18-DE81F1264CEE}"/>
                </a:ext>
              </a:extLst>
            </p:cNvPr>
            <p:cNvCxnSpPr>
              <a:cxnSpLocks noChangeShapeType="1"/>
            </p:cNvCxnSpPr>
            <p:nvPr/>
          </p:nvCxnSpPr>
          <p:spPr bwMode="auto">
            <a:xfrm flipH="1" flipV="1">
              <a:off x="6374966" y="4308139"/>
              <a:ext cx="412750" cy="168275"/>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cxnSp>
          <p:nvCxnSpPr>
            <p:cNvPr id="215" name="Straight Connector 303">
              <a:extLst>
                <a:ext uri="{FF2B5EF4-FFF2-40B4-BE49-F238E27FC236}">
                  <a16:creationId xmlns:a16="http://schemas.microsoft.com/office/drawing/2014/main" id="{37E05D64-33AD-9805-8281-A6058B54B7E4}"/>
                </a:ext>
              </a:extLst>
            </p:cNvPr>
            <p:cNvCxnSpPr>
              <a:cxnSpLocks noChangeShapeType="1"/>
            </p:cNvCxnSpPr>
            <p:nvPr/>
          </p:nvCxnSpPr>
          <p:spPr bwMode="auto">
            <a:xfrm flipV="1">
              <a:off x="6359091" y="3836652"/>
              <a:ext cx="328612" cy="2667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cxnSp>
          <p:nvCxnSpPr>
            <p:cNvPr id="216" name="Straight Connector 304">
              <a:extLst>
                <a:ext uri="{FF2B5EF4-FFF2-40B4-BE49-F238E27FC236}">
                  <a16:creationId xmlns:a16="http://schemas.microsoft.com/office/drawing/2014/main" id="{3A3E6360-3A0D-0F3C-6A7C-D25B2C4D5988}"/>
                </a:ext>
              </a:extLst>
            </p:cNvPr>
            <p:cNvCxnSpPr>
              <a:cxnSpLocks noChangeShapeType="1"/>
            </p:cNvCxnSpPr>
            <p:nvPr/>
          </p:nvCxnSpPr>
          <p:spPr bwMode="auto">
            <a:xfrm flipH="1" flipV="1">
              <a:off x="5155766" y="3660439"/>
              <a:ext cx="261937" cy="119063"/>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cxnSp>
        <p:sp>
          <p:nvSpPr>
            <p:cNvPr id="217" name="TextBox 39958">
              <a:extLst>
                <a:ext uri="{FF2B5EF4-FFF2-40B4-BE49-F238E27FC236}">
                  <a16:creationId xmlns:a16="http://schemas.microsoft.com/office/drawing/2014/main" id="{6F60FC5D-1C24-2E8D-F893-B9D45791EFDB}"/>
                </a:ext>
              </a:extLst>
            </p:cNvPr>
            <p:cNvSpPr txBox="1">
              <a:spLocks noChangeArrowheads="1"/>
            </p:cNvSpPr>
            <p:nvPr/>
          </p:nvSpPr>
          <p:spPr bwMode="auto">
            <a:xfrm>
              <a:off x="4019116" y="3644564"/>
              <a:ext cx="96051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global</a:t>
              </a:r>
              <a:br>
                <a:rPr kumimoji="0" lang="en-US" altLang="en-US" sz="2400" b="0" i="1"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br>
              <a:r>
                <a:rPr kumimoji="0" lang="en-US" altLang="en-US" sz="2400" b="0" i="1"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ISP</a:t>
              </a:r>
            </a:p>
          </p:txBody>
        </p:sp>
        <p:cxnSp>
          <p:nvCxnSpPr>
            <p:cNvPr id="218" name="Straight Connector 307">
              <a:extLst>
                <a:ext uri="{FF2B5EF4-FFF2-40B4-BE49-F238E27FC236}">
                  <a16:creationId xmlns:a16="http://schemas.microsoft.com/office/drawing/2014/main" id="{4C1E69B8-ECA8-7371-BE67-755AB651FCB6}"/>
                </a:ext>
              </a:extLst>
            </p:cNvPr>
            <p:cNvCxnSpPr>
              <a:cxnSpLocks noChangeShapeType="1"/>
            </p:cNvCxnSpPr>
            <p:nvPr/>
          </p:nvCxnSpPr>
          <p:spPr bwMode="auto">
            <a:xfrm>
              <a:off x="2298266" y="4320839"/>
              <a:ext cx="1971675" cy="211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19" name="Straight Connector 308">
              <a:extLst>
                <a:ext uri="{FF2B5EF4-FFF2-40B4-BE49-F238E27FC236}">
                  <a16:creationId xmlns:a16="http://schemas.microsoft.com/office/drawing/2014/main" id="{51F3ABFC-C741-C36A-0733-9EA51E87A666}"/>
                </a:ext>
              </a:extLst>
            </p:cNvPr>
            <p:cNvCxnSpPr>
              <a:cxnSpLocks noChangeShapeType="1"/>
            </p:cNvCxnSpPr>
            <p:nvPr/>
          </p:nvCxnSpPr>
          <p:spPr bwMode="auto">
            <a:xfrm flipV="1">
              <a:off x="2525278" y="4633577"/>
              <a:ext cx="1744663" cy="411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0" name="Straight Connector 309">
              <a:extLst>
                <a:ext uri="{FF2B5EF4-FFF2-40B4-BE49-F238E27FC236}">
                  <a16:creationId xmlns:a16="http://schemas.microsoft.com/office/drawing/2014/main" id="{72BBEEED-3B35-02C0-94CD-960D1DEC0478}"/>
                </a:ext>
              </a:extLst>
            </p:cNvPr>
            <p:cNvCxnSpPr>
              <a:cxnSpLocks noChangeShapeType="1"/>
            </p:cNvCxnSpPr>
            <p:nvPr/>
          </p:nvCxnSpPr>
          <p:spPr bwMode="auto">
            <a:xfrm flipV="1">
              <a:off x="2928503" y="4682789"/>
              <a:ext cx="1431925" cy="7556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1" name="Straight Connector 310">
              <a:extLst>
                <a:ext uri="{FF2B5EF4-FFF2-40B4-BE49-F238E27FC236}">
                  <a16:creationId xmlns:a16="http://schemas.microsoft.com/office/drawing/2014/main" id="{BF1DC8D1-D9F1-0E31-0EE3-51AB1B1C1066}"/>
                </a:ext>
              </a:extLst>
            </p:cNvPr>
            <p:cNvCxnSpPr>
              <a:cxnSpLocks noChangeShapeType="1"/>
            </p:cNvCxnSpPr>
            <p:nvPr/>
          </p:nvCxnSpPr>
          <p:spPr bwMode="auto">
            <a:xfrm flipV="1">
              <a:off x="4520766" y="4703427"/>
              <a:ext cx="57150" cy="12112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2" name="Straight Connector 311">
              <a:extLst>
                <a:ext uri="{FF2B5EF4-FFF2-40B4-BE49-F238E27FC236}">
                  <a16:creationId xmlns:a16="http://schemas.microsoft.com/office/drawing/2014/main" id="{C6889468-9A71-37F4-EF93-ED4071ACCCF0}"/>
                </a:ext>
              </a:extLst>
            </p:cNvPr>
            <p:cNvCxnSpPr>
              <a:cxnSpLocks noChangeShapeType="1"/>
            </p:cNvCxnSpPr>
            <p:nvPr/>
          </p:nvCxnSpPr>
          <p:spPr bwMode="auto">
            <a:xfrm flipV="1">
              <a:off x="5747903" y="4932027"/>
              <a:ext cx="6350" cy="11350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3" name="Straight Connector 312">
              <a:extLst>
                <a:ext uri="{FF2B5EF4-FFF2-40B4-BE49-F238E27FC236}">
                  <a16:creationId xmlns:a16="http://schemas.microsoft.com/office/drawing/2014/main" id="{57096C2A-B1DB-6F4D-9F82-7A5C27C7A60E}"/>
                </a:ext>
              </a:extLst>
            </p:cNvPr>
            <p:cNvCxnSpPr>
              <a:cxnSpLocks noChangeShapeType="1"/>
            </p:cNvCxnSpPr>
            <p:nvPr/>
          </p:nvCxnSpPr>
          <p:spPr bwMode="auto">
            <a:xfrm flipH="1" flipV="1">
              <a:off x="6055878" y="4881227"/>
              <a:ext cx="506413" cy="1058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4" name="Straight Connector 313">
              <a:extLst>
                <a:ext uri="{FF2B5EF4-FFF2-40B4-BE49-F238E27FC236}">
                  <a16:creationId xmlns:a16="http://schemas.microsoft.com/office/drawing/2014/main" id="{1C850D07-8A5A-9184-5046-6C042CB0D3CB}"/>
                </a:ext>
              </a:extLst>
            </p:cNvPr>
            <p:cNvCxnSpPr>
              <a:cxnSpLocks noChangeShapeType="1"/>
            </p:cNvCxnSpPr>
            <p:nvPr/>
          </p:nvCxnSpPr>
          <p:spPr bwMode="auto">
            <a:xfrm flipH="1" flipV="1">
              <a:off x="7173478" y="4646277"/>
              <a:ext cx="1512888" cy="1082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5" name="Straight Connector 314">
              <a:extLst>
                <a:ext uri="{FF2B5EF4-FFF2-40B4-BE49-F238E27FC236}">
                  <a16:creationId xmlns:a16="http://schemas.microsoft.com/office/drawing/2014/main" id="{522A36FD-177F-ACF3-0258-E7F375123B52}"/>
                </a:ext>
              </a:extLst>
            </p:cNvPr>
            <p:cNvCxnSpPr>
              <a:cxnSpLocks noChangeShapeType="1"/>
            </p:cNvCxnSpPr>
            <p:nvPr/>
          </p:nvCxnSpPr>
          <p:spPr bwMode="auto">
            <a:xfrm flipH="1" flipV="1">
              <a:off x="7230628" y="4524039"/>
              <a:ext cx="2244725"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6" name="Straight Connector 315">
              <a:extLst>
                <a:ext uri="{FF2B5EF4-FFF2-40B4-BE49-F238E27FC236}">
                  <a16:creationId xmlns:a16="http://schemas.microsoft.com/office/drawing/2014/main" id="{EB0A7FC5-95A0-146D-31DD-56953F396B48}"/>
                </a:ext>
              </a:extLst>
            </p:cNvPr>
            <p:cNvCxnSpPr>
              <a:cxnSpLocks noChangeShapeType="1"/>
            </p:cNvCxnSpPr>
            <p:nvPr/>
          </p:nvCxnSpPr>
          <p:spPr bwMode="auto">
            <a:xfrm flipH="1">
              <a:off x="7171891" y="4219239"/>
              <a:ext cx="2076450" cy="193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7" name="Straight Connector 316">
              <a:extLst>
                <a:ext uri="{FF2B5EF4-FFF2-40B4-BE49-F238E27FC236}">
                  <a16:creationId xmlns:a16="http://schemas.microsoft.com/office/drawing/2014/main" id="{302D53A8-A904-459D-30AF-361094B1797A}"/>
                </a:ext>
              </a:extLst>
            </p:cNvPr>
            <p:cNvCxnSpPr>
              <a:cxnSpLocks noChangeShapeType="1"/>
            </p:cNvCxnSpPr>
            <p:nvPr/>
          </p:nvCxnSpPr>
          <p:spPr bwMode="auto">
            <a:xfrm flipH="1">
              <a:off x="6992503" y="3287377"/>
              <a:ext cx="1422400" cy="4540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8" name="Straight Connector 317">
              <a:extLst>
                <a:ext uri="{FF2B5EF4-FFF2-40B4-BE49-F238E27FC236}">
                  <a16:creationId xmlns:a16="http://schemas.microsoft.com/office/drawing/2014/main" id="{2EBCC0B0-786E-ECEF-7BFB-179D9FA8E8E3}"/>
                </a:ext>
              </a:extLst>
            </p:cNvPr>
            <p:cNvCxnSpPr>
              <a:cxnSpLocks noChangeShapeType="1"/>
            </p:cNvCxnSpPr>
            <p:nvPr/>
          </p:nvCxnSpPr>
          <p:spPr bwMode="auto">
            <a:xfrm flipH="1">
              <a:off x="6816291" y="2863514"/>
              <a:ext cx="898525" cy="7286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29" name="Straight Connector 318">
              <a:extLst>
                <a:ext uri="{FF2B5EF4-FFF2-40B4-BE49-F238E27FC236}">
                  <a16:creationId xmlns:a16="http://schemas.microsoft.com/office/drawing/2014/main" id="{9896C45D-0210-13BB-0B7D-D6FE9A34F05F}"/>
                </a:ext>
              </a:extLst>
            </p:cNvPr>
            <p:cNvCxnSpPr>
              <a:cxnSpLocks noChangeShapeType="1"/>
            </p:cNvCxnSpPr>
            <p:nvPr/>
          </p:nvCxnSpPr>
          <p:spPr bwMode="auto">
            <a:xfrm>
              <a:off x="5981266" y="2441239"/>
              <a:ext cx="555625" cy="11255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0" name="Straight Connector 22">
              <a:extLst>
                <a:ext uri="{FF2B5EF4-FFF2-40B4-BE49-F238E27FC236}">
                  <a16:creationId xmlns:a16="http://schemas.microsoft.com/office/drawing/2014/main" id="{D20FA3C6-50A5-E8D4-1883-9789027B0604}"/>
                </a:ext>
              </a:extLst>
            </p:cNvPr>
            <p:cNvCxnSpPr>
              <a:cxnSpLocks noChangeShapeType="1"/>
            </p:cNvCxnSpPr>
            <p:nvPr/>
          </p:nvCxnSpPr>
          <p:spPr bwMode="auto">
            <a:xfrm>
              <a:off x="3493653" y="2638089"/>
              <a:ext cx="1230313" cy="796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1" name="Straight Connector 305">
              <a:extLst>
                <a:ext uri="{FF2B5EF4-FFF2-40B4-BE49-F238E27FC236}">
                  <a16:creationId xmlns:a16="http://schemas.microsoft.com/office/drawing/2014/main" id="{F9DFC95A-709C-6B6B-BBCB-3AC819F513AA}"/>
                </a:ext>
              </a:extLst>
            </p:cNvPr>
            <p:cNvCxnSpPr>
              <a:cxnSpLocks noChangeShapeType="1"/>
            </p:cNvCxnSpPr>
            <p:nvPr/>
          </p:nvCxnSpPr>
          <p:spPr bwMode="auto">
            <a:xfrm>
              <a:off x="2749116" y="2969877"/>
              <a:ext cx="1885950" cy="5191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32" name="Straight Connector 306">
              <a:extLst>
                <a:ext uri="{FF2B5EF4-FFF2-40B4-BE49-F238E27FC236}">
                  <a16:creationId xmlns:a16="http://schemas.microsoft.com/office/drawing/2014/main" id="{52C42C49-CF90-8FFF-EB09-1926E92077F5}"/>
                </a:ext>
              </a:extLst>
            </p:cNvPr>
            <p:cNvCxnSpPr>
              <a:cxnSpLocks noChangeShapeType="1"/>
            </p:cNvCxnSpPr>
            <p:nvPr/>
          </p:nvCxnSpPr>
          <p:spPr bwMode="auto">
            <a:xfrm>
              <a:off x="2361766" y="3338177"/>
              <a:ext cx="2273300" cy="260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33" name="Group 232">
              <a:extLst>
                <a:ext uri="{FF2B5EF4-FFF2-40B4-BE49-F238E27FC236}">
                  <a16:creationId xmlns:a16="http://schemas.microsoft.com/office/drawing/2014/main" id="{62B70BD6-75A0-4C12-6BF1-99C7AA96415E}"/>
                </a:ext>
              </a:extLst>
            </p:cNvPr>
            <p:cNvGrpSpPr/>
            <p:nvPr/>
          </p:nvGrpSpPr>
          <p:grpSpPr>
            <a:xfrm>
              <a:off x="4279891" y="4448623"/>
              <a:ext cx="626338" cy="344849"/>
              <a:chOff x="7493876" y="2774731"/>
              <a:chExt cx="1481958" cy="894622"/>
            </a:xfrm>
          </p:grpSpPr>
          <p:sp>
            <p:nvSpPr>
              <p:cNvPr id="291" name="Freeform 290">
                <a:extLst>
                  <a:ext uri="{FF2B5EF4-FFF2-40B4-BE49-F238E27FC236}">
                    <a16:creationId xmlns:a16="http://schemas.microsoft.com/office/drawing/2014/main" id="{31F296A3-2CF6-50E3-BE67-61035CBFA70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92" name="Oval 291">
                <a:extLst>
                  <a:ext uri="{FF2B5EF4-FFF2-40B4-BE49-F238E27FC236}">
                    <a16:creationId xmlns:a16="http://schemas.microsoft.com/office/drawing/2014/main" id="{917A9AFD-83FF-76B5-20BC-3944398839E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93" name="Group 292">
                <a:extLst>
                  <a:ext uri="{FF2B5EF4-FFF2-40B4-BE49-F238E27FC236}">
                    <a16:creationId xmlns:a16="http://schemas.microsoft.com/office/drawing/2014/main" id="{FA84300D-D8AA-4282-54FB-A9752B096975}"/>
                  </a:ext>
                </a:extLst>
              </p:cNvPr>
              <p:cNvGrpSpPr/>
              <p:nvPr/>
            </p:nvGrpSpPr>
            <p:grpSpPr>
              <a:xfrm>
                <a:off x="7713663" y="2848339"/>
                <a:ext cx="1042107" cy="425543"/>
                <a:chOff x="7786941" y="2884917"/>
                <a:chExt cx="897649" cy="353919"/>
              </a:xfrm>
            </p:grpSpPr>
            <p:sp>
              <p:nvSpPr>
                <p:cNvPr id="294" name="Freeform 293">
                  <a:extLst>
                    <a:ext uri="{FF2B5EF4-FFF2-40B4-BE49-F238E27FC236}">
                      <a16:creationId xmlns:a16="http://schemas.microsoft.com/office/drawing/2014/main" id="{1D5F6B5F-0A8A-6270-61EC-33FAB2C0F99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5" name="Freeform 294">
                  <a:extLst>
                    <a:ext uri="{FF2B5EF4-FFF2-40B4-BE49-F238E27FC236}">
                      <a16:creationId xmlns:a16="http://schemas.microsoft.com/office/drawing/2014/main" id="{F629F1E7-313C-45C5-0107-93CEDA1B10E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6" name="Freeform 295">
                  <a:extLst>
                    <a:ext uri="{FF2B5EF4-FFF2-40B4-BE49-F238E27FC236}">
                      <a16:creationId xmlns:a16="http://schemas.microsoft.com/office/drawing/2014/main" id="{49A3A4FE-C310-6900-8DF9-14842872AFF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7" name="Freeform 296">
                  <a:extLst>
                    <a:ext uri="{FF2B5EF4-FFF2-40B4-BE49-F238E27FC236}">
                      <a16:creationId xmlns:a16="http://schemas.microsoft.com/office/drawing/2014/main" id="{9A7A7F11-7D1F-1980-ACFF-0D4585BE347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4" name="Group 233">
              <a:extLst>
                <a:ext uri="{FF2B5EF4-FFF2-40B4-BE49-F238E27FC236}">
                  <a16:creationId xmlns:a16="http://schemas.microsoft.com/office/drawing/2014/main" id="{AA5B8C73-414A-F342-647A-57AE22BBBC33}"/>
                </a:ext>
              </a:extLst>
            </p:cNvPr>
            <p:cNvGrpSpPr/>
            <p:nvPr/>
          </p:nvGrpSpPr>
          <p:grpSpPr>
            <a:xfrm>
              <a:off x="6344372" y="3546134"/>
              <a:ext cx="626338" cy="344849"/>
              <a:chOff x="7493876" y="2774731"/>
              <a:chExt cx="1481958" cy="894622"/>
            </a:xfrm>
          </p:grpSpPr>
          <p:sp>
            <p:nvSpPr>
              <p:cNvPr id="284" name="Freeform 283">
                <a:extLst>
                  <a:ext uri="{FF2B5EF4-FFF2-40B4-BE49-F238E27FC236}">
                    <a16:creationId xmlns:a16="http://schemas.microsoft.com/office/drawing/2014/main" id="{F42221B8-E7DA-FA0A-D457-9AA931FCECD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85" name="Oval 284">
                <a:extLst>
                  <a:ext uri="{FF2B5EF4-FFF2-40B4-BE49-F238E27FC236}">
                    <a16:creationId xmlns:a16="http://schemas.microsoft.com/office/drawing/2014/main" id="{F838EDFF-666F-3A89-9F9B-F78D215161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86" name="Group 285">
                <a:extLst>
                  <a:ext uri="{FF2B5EF4-FFF2-40B4-BE49-F238E27FC236}">
                    <a16:creationId xmlns:a16="http://schemas.microsoft.com/office/drawing/2014/main" id="{51F37A0A-FA85-EDBE-AD86-DB6274C2583D}"/>
                  </a:ext>
                </a:extLst>
              </p:cNvPr>
              <p:cNvGrpSpPr/>
              <p:nvPr/>
            </p:nvGrpSpPr>
            <p:grpSpPr>
              <a:xfrm>
                <a:off x="7713663" y="2848339"/>
                <a:ext cx="1042107" cy="425543"/>
                <a:chOff x="7786941" y="2884917"/>
                <a:chExt cx="897649" cy="353919"/>
              </a:xfrm>
            </p:grpSpPr>
            <p:sp>
              <p:nvSpPr>
                <p:cNvPr id="287" name="Freeform 286">
                  <a:extLst>
                    <a:ext uri="{FF2B5EF4-FFF2-40B4-BE49-F238E27FC236}">
                      <a16:creationId xmlns:a16="http://schemas.microsoft.com/office/drawing/2014/main" id="{E87D0A96-7491-0F8D-9657-FCBC9567D5F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8" name="Freeform 287">
                  <a:extLst>
                    <a:ext uri="{FF2B5EF4-FFF2-40B4-BE49-F238E27FC236}">
                      <a16:creationId xmlns:a16="http://schemas.microsoft.com/office/drawing/2014/main" id="{C4E3C5B5-4FED-2DE7-C1F3-0D4856218CB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9" name="Freeform 288">
                  <a:extLst>
                    <a:ext uri="{FF2B5EF4-FFF2-40B4-BE49-F238E27FC236}">
                      <a16:creationId xmlns:a16="http://schemas.microsoft.com/office/drawing/2014/main" id="{7CD19F75-3EB4-2361-8B74-9FD9EAA92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0" name="Freeform 289">
                  <a:extLst>
                    <a:ext uri="{FF2B5EF4-FFF2-40B4-BE49-F238E27FC236}">
                      <a16:creationId xmlns:a16="http://schemas.microsoft.com/office/drawing/2014/main" id="{ED91257E-9774-45A6-C25F-34ECE15B4D3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5" name="Group 234">
              <a:extLst>
                <a:ext uri="{FF2B5EF4-FFF2-40B4-BE49-F238E27FC236}">
                  <a16:creationId xmlns:a16="http://schemas.microsoft.com/office/drawing/2014/main" id="{5D433F0B-CCA0-A7B1-2778-B286E1413ABA}"/>
                </a:ext>
              </a:extLst>
            </p:cNvPr>
            <p:cNvGrpSpPr/>
            <p:nvPr/>
          </p:nvGrpSpPr>
          <p:grpSpPr>
            <a:xfrm>
              <a:off x="6727154" y="4298718"/>
              <a:ext cx="626338" cy="344849"/>
              <a:chOff x="7493876" y="2774731"/>
              <a:chExt cx="1481958" cy="894622"/>
            </a:xfrm>
          </p:grpSpPr>
          <p:sp>
            <p:nvSpPr>
              <p:cNvPr id="277" name="Freeform 276">
                <a:extLst>
                  <a:ext uri="{FF2B5EF4-FFF2-40B4-BE49-F238E27FC236}">
                    <a16:creationId xmlns:a16="http://schemas.microsoft.com/office/drawing/2014/main" id="{B858A80C-9B60-7E90-8BAC-B7B2052FF4E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78" name="Oval 277">
                <a:extLst>
                  <a:ext uri="{FF2B5EF4-FFF2-40B4-BE49-F238E27FC236}">
                    <a16:creationId xmlns:a16="http://schemas.microsoft.com/office/drawing/2014/main" id="{C230E9C9-1855-8DF3-CDF3-9DF1C80900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79" name="Group 278">
                <a:extLst>
                  <a:ext uri="{FF2B5EF4-FFF2-40B4-BE49-F238E27FC236}">
                    <a16:creationId xmlns:a16="http://schemas.microsoft.com/office/drawing/2014/main" id="{FBA4926A-4529-D890-D2EF-31D54A90347C}"/>
                  </a:ext>
                </a:extLst>
              </p:cNvPr>
              <p:cNvGrpSpPr/>
              <p:nvPr/>
            </p:nvGrpSpPr>
            <p:grpSpPr>
              <a:xfrm>
                <a:off x="7713663" y="2848339"/>
                <a:ext cx="1042107" cy="425543"/>
                <a:chOff x="7786941" y="2884917"/>
                <a:chExt cx="897649" cy="353919"/>
              </a:xfrm>
            </p:grpSpPr>
            <p:sp>
              <p:nvSpPr>
                <p:cNvPr id="280" name="Freeform 279">
                  <a:extLst>
                    <a:ext uri="{FF2B5EF4-FFF2-40B4-BE49-F238E27FC236}">
                      <a16:creationId xmlns:a16="http://schemas.microsoft.com/office/drawing/2014/main" id="{F6F8554A-FEF3-62CD-9D6E-15C9E4CE51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1" name="Freeform 280">
                  <a:extLst>
                    <a:ext uri="{FF2B5EF4-FFF2-40B4-BE49-F238E27FC236}">
                      <a16:creationId xmlns:a16="http://schemas.microsoft.com/office/drawing/2014/main" id="{DB25250C-9BA5-8FA3-6906-7C5F2304DC4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2" name="Freeform 281">
                  <a:extLst>
                    <a:ext uri="{FF2B5EF4-FFF2-40B4-BE49-F238E27FC236}">
                      <a16:creationId xmlns:a16="http://schemas.microsoft.com/office/drawing/2014/main" id="{85C42C82-95D4-616D-F6A0-3FC12005071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3" name="Freeform 282">
                  <a:extLst>
                    <a:ext uri="{FF2B5EF4-FFF2-40B4-BE49-F238E27FC236}">
                      <a16:creationId xmlns:a16="http://schemas.microsoft.com/office/drawing/2014/main" id="{634A7E16-4BDA-8FF3-D43F-5C20BBBE1E5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6" name="Group 235">
              <a:extLst>
                <a:ext uri="{FF2B5EF4-FFF2-40B4-BE49-F238E27FC236}">
                  <a16:creationId xmlns:a16="http://schemas.microsoft.com/office/drawing/2014/main" id="{9EE165F5-4213-A063-37C0-86B0D4F38AC3}"/>
                </a:ext>
              </a:extLst>
            </p:cNvPr>
            <p:cNvGrpSpPr/>
            <p:nvPr/>
          </p:nvGrpSpPr>
          <p:grpSpPr>
            <a:xfrm>
              <a:off x="5837682" y="4055837"/>
              <a:ext cx="626338" cy="344849"/>
              <a:chOff x="7493876" y="2774731"/>
              <a:chExt cx="1481958" cy="894622"/>
            </a:xfrm>
          </p:grpSpPr>
          <p:sp>
            <p:nvSpPr>
              <p:cNvPr id="270" name="Freeform 269">
                <a:extLst>
                  <a:ext uri="{FF2B5EF4-FFF2-40B4-BE49-F238E27FC236}">
                    <a16:creationId xmlns:a16="http://schemas.microsoft.com/office/drawing/2014/main" id="{4258D5C1-0850-E8B3-2298-F210C69A4A3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71" name="Oval 270">
                <a:extLst>
                  <a:ext uri="{FF2B5EF4-FFF2-40B4-BE49-F238E27FC236}">
                    <a16:creationId xmlns:a16="http://schemas.microsoft.com/office/drawing/2014/main" id="{78ED3DAC-C5B4-2B13-F591-9F2CF20B542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72" name="Group 271">
                <a:extLst>
                  <a:ext uri="{FF2B5EF4-FFF2-40B4-BE49-F238E27FC236}">
                    <a16:creationId xmlns:a16="http://schemas.microsoft.com/office/drawing/2014/main" id="{851429E4-6134-F549-35CF-B24E7C80DCCD}"/>
                  </a:ext>
                </a:extLst>
              </p:cNvPr>
              <p:cNvGrpSpPr/>
              <p:nvPr/>
            </p:nvGrpSpPr>
            <p:grpSpPr>
              <a:xfrm>
                <a:off x="7713663" y="2848339"/>
                <a:ext cx="1042107" cy="425543"/>
                <a:chOff x="7786941" y="2884917"/>
                <a:chExt cx="897649" cy="353919"/>
              </a:xfrm>
            </p:grpSpPr>
            <p:sp>
              <p:nvSpPr>
                <p:cNvPr id="273" name="Freeform 272">
                  <a:extLst>
                    <a:ext uri="{FF2B5EF4-FFF2-40B4-BE49-F238E27FC236}">
                      <a16:creationId xmlns:a16="http://schemas.microsoft.com/office/drawing/2014/main" id="{0F664161-79DB-5DC5-C092-7CF01E84089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4" name="Freeform 273">
                  <a:extLst>
                    <a:ext uri="{FF2B5EF4-FFF2-40B4-BE49-F238E27FC236}">
                      <a16:creationId xmlns:a16="http://schemas.microsoft.com/office/drawing/2014/main" id="{881FC012-0557-140C-9983-2FC58B7F79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5" name="Freeform 274">
                  <a:extLst>
                    <a:ext uri="{FF2B5EF4-FFF2-40B4-BE49-F238E27FC236}">
                      <a16:creationId xmlns:a16="http://schemas.microsoft.com/office/drawing/2014/main" id="{3AC95F32-4344-3AAE-26B9-9FC1A616784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6" name="Freeform 275">
                  <a:extLst>
                    <a:ext uri="{FF2B5EF4-FFF2-40B4-BE49-F238E27FC236}">
                      <a16:creationId xmlns:a16="http://schemas.microsoft.com/office/drawing/2014/main" id="{37594D8C-170A-E0C1-4F18-1E2EEC885AF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7" name="Group 236">
              <a:extLst>
                <a:ext uri="{FF2B5EF4-FFF2-40B4-BE49-F238E27FC236}">
                  <a16:creationId xmlns:a16="http://schemas.microsoft.com/office/drawing/2014/main" id="{158A0CC8-492A-F667-2433-4D68095E64BB}"/>
                </a:ext>
              </a:extLst>
            </p:cNvPr>
            <p:cNvGrpSpPr/>
            <p:nvPr/>
          </p:nvGrpSpPr>
          <p:grpSpPr>
            <a:xfrm>
              <a:off x="5550814" y="4588885"/>
              <a:ext cx="626338" cy="344849"/>
              <a:chOff x="7493876" y="2774731"/>
              <a:chExt cx="1481958" cy="894622"/>
            </a:xfrm>
          </p:grpSpPr>
          <p:sp>
            <p:nvSpPr>
              <p:cNvPr id="263" name="Freeform 262">
                <a:extLst>
                  <a:ext uri="{FF2B5EF4-FFF2-40B4-BE49-F238E27FC236}">
                    <a16:creationId xmlns:a16="http://schemas.microsoft.com/office/drawing/2014/main" id="{9BB8878D-36E1-1C15-4333-96C6A503BB2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64" name="Oval 263">
                <a:extLst>
                  <a:ext uri="{FF2B5EF4-FFF2-40B4-BE49-F238E27FC236}">
                    <a16:creationId xmlns:a16="http://schemas.microsoft.com/office/drawing/2014/main" id="{73C7C3FE-23BD-D52C-5CF2-A73325F9978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65" name="Group 264">
                <a:extLst>
                  <a:ext uri="{FF2B5EF4-FFF2-40B4-BE49-F238E27FC236}">
                    <a16:creationId xmlns:a16="http://schemas.microsoft.com/office/drawing/2014/main" id="{A444FB6D-45C6-D73F-34D7-633FB38F9319}"/>
                  </a:ext>
                </a:extLst>
              </p:cNvPr>
              <p:cNvGrpSpPr/>
              <p:nvPr/>
            </p:nvGrpSpPr>
            <p:grpSpPr>
              <a:xfrm>
                <a:off x="7713663" y="2848339"/>
                <a:ext cx="1042107" cy="425543"/>
                <a:chOff x="7786941" y="2884917"/>
                <a:chExt cx="897649" cy="353919"/>
              </a:xfrm>
            </p:grpSpPr>
            <p:sp>
              <p:nvSpPr>
                <p:cNvPr id="266" name="Freeform 265">
                  <a:extLst>
                    <a:ext uri="{FF2B5EF4-FFF2-40B4-BE49-F238E27FC236}">
                      <a16:creationId xmlns:a16="http://schemas.microsoft.com/office/drawing/2014/main" id="{8FC7F02C-542B-50F5-B16A-B60C7921213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7" name="Freeform 266">
                  <a:extLst>
                    <a:ext uri="{FF2B5EF4-FFF2-40B4-BE49-F238E27FC236}">
                      <a16:creationId xmlns:a16="http://schemas.microsoft.com/office/drawing/2014/main" id="{41658B93-7F2E-F177-793B-2324533146D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8" name="Freeform 267">
                  <a:extLst>
                    <a:ext uri="{FF2B5EF4-FFF2-40B4-BE49-F238E27FC236}">
                      <a16:creationId xmlns:a16="http://schemas.microsoft.com/office/drawing/2014/main" id="{DCE02638-79A8-47A2-F96B-672F0135D3B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9" name="Freeform 268">
                  <a:extLst>
                    <a:ext uri="{FF2B5EF4-FFF2-40B4-BE49-F238E27FC236}">
                      <a16:creationId xmlns:a16="http://schemas.microsoft.com/office/drawing/2014/main" id="{E540CA86-E1D4-3FEF-B96A-58F6FCE7E2D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8" name="Group 237">
              <a:extLst>
                <a:ext uri="{FF2B5EF4-FFF2-40B4-BE49-F238E27FC236}">
                  <a16:creationId xmlns:a16="http://schemas.microsoft.com/office/drawing/2014/main" id="{8538F420-1613-D4C6-5D15-89A64F490052}"/>
                </a:ext>
              </a:extLst>
            </p:cNvPr>
            <p:cNvGrpSpPr/>
            <p:nvPr/>
          </p:nvGrpSpPr>
          <p:grpSpPr>
            <a:xfrm>
              <a:off x="4962853" y="4139117"/>
              <a:ext cx="626338" cy="344849"/>
              <a:chOff x="7493876" y="2774731"/>
              <a:chExt cx="1481958" cy="894622"/>
            </a:xfrm>
          </p:grpSpPr>
          <p:sp>
            <p:nvSpPr>
              <p:cNvPr id="256" name="Freeform 255">
                <a:extLst>
                  <a:ext uri="{FF2B5EF4-FFF2-40B4-BE49-F238E27FC236}">
                    <a16:creationId xmlns:a16="http://schemas.microsoft.com/office/drawing/2014/main" id="{14058AAA-4300-0FA1-4058-676D9C37917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57" name="Oval 256">
                <a:extLst>
                  <a:ext uri="{FF2B5EF4-FFF2-40B4-BE49-F238E27FC236}">
                    <a16:creationId xmlns:a16="http://schemas.microsoft.com/office/drawing/2014/main" id="{5F3D0073-F21C-A3DE-7F87-838B1AEEF52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58" name="Group 257">
                <a:extLst>
                  <a:ext uri="{FF2B5EF4-FFF2-40B4-BE49-F238E27FC236}">
                    <a16:creationId xmlns:a16="http://schemas.microsoft.com/office/drawing/2014/main" id="{01CEEB5F-CD12-3690-5403-1650B1481D25}"/>
                  </a:ext>
                </a:extLst>
              </p:cNvPr>
              <p:cNvGrpSpPr/>
              <p:nvPr/>
            </p:nvGrpSpPr>
            <p:grpSpPr>
              <a:xfrm>
                <a:off x="7713663" y="2848339"/>
                <a:ext cx="1042107" cy="425543"/>
                <a:chOff x="7786941" y="2884917"/>
                <a:chExt cx="897649" cy="353919"/>
              </a:xfrm>
            </p:grpSpPr>
            <p:sp>
              <p:nvSpPr>
                <p:cNvPr id="259" name="Freeform 258">
                  <a:extLst>
                    <a:ext uri="{FF2B5EF4-FFF2-40B4-BE49-F238E27FC236}">
                      <a16:creationId xmlns:a16="http://schemas.microsoft.com/office/drawing/2014/main" id="{230040A1-4BBA-35D7-C416-3210D0823A5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0" name="Freeform 259">
                  <a:extLst>
                    <a:ext uri="{FF2B5EF4-FFF2-40B4-BE49-F238E27FC236}">
                      <a16:creationId xmlns:a16="http://schemas.microsoft.com/office/drawing/2014/main" id="{04B8A1E0-8EE8-675E-B803-51FAD04F480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1" name="Freeform 260">
                  <a:extLst>
                    <a:ext uri="{FF2B5EF4-FFF2-40B4-BE49-F238E27FC236}">
                      <a16:creationId xmlns:a16="http://schemas.microsoft.com/office/drawing/2014/main" id="{9FF7D48C-1354-5132-2E9F-2E56381A376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2" name="Freeform 261">
                  <a:extLst>
                    <a:ext uri="{FF2B5EF4-FFF2-40B4-BE49-F238E27FC236}">
                      <a16:creationId xmlns:a16="http://schemas.microsoft.com/office/drawing/2014/main" id="{7A64A1EF-E2BF-66E0-4285-861B694E836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9" name="Group 238">
              <a:extLst>
                <a:ext uri="{FF2B5EF4-FFF2-40B4-BE49-F238E27FC236}">
                  <a16:creationId xmlns:a16="http://schemas.microsoft.com/office/drawing/2014/main" id="{87E60AD6-DEE8-E94E-835D-7DA6DDBAECA4}"/>
                </a:ext>
              </a:extLst>
            </p:cNvPr>
            <p:cNvGrpSpPr/>
            <p:nvPr/>
          </p:nvGrpSpPr>
          <p:grpSpPr>
            <a:xfrm>
              <a:off x="5243803" y="3734721"/>
              <a:ext cx="626338" cy="344849"/>
              <a:chOff x="7493876" y="2774731"/>
              <a:chExt cx="1481958" cy="894622"/>
            </a:xfrm>
          </p:grpSpPr>
          <p:sp>
            <p:nvSpPr>
              <p:cNvPr id="249" name="Freeform 248">
                <a:extLst>
                  <a:ext uri="{FF2B5EF4-FFF2-40B4-BE49-F238E27FC236}">
                    <a16:creationId xmlns:a16="http://schemas.microsoft.com/office/drawing/2014/main" id="{2AB744ED-B2E7-F1E9-3F97-660212921CC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50" name="Oval 249">
                <a:extLst>
                  <a:ext uri="{FF2B5EF4-FFF2-40B4-BE49-F238E27FC236}">
                    <a16:creationId xmlns:a16="http://schemas.microsoft.com/office/drawing/2014/main" id="{2CC86CD2-1706-86A9-DFDA-74FEDD95467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51" name="Group 250">
                <a:extLst>
                  <a:ext uri="{FF2B5EF4-FFF2-40B4-BE49-F238E27FC236}">
                    <a16:creationId xmlns:a16="http://schemas.microsoft.com/office/drawing/2014/main" id="{DACD69BC-DB05-16F7-827F-14639F7F1D63}"/>
                  </a:ext>
                </a:extLst>
              </p:cNvPr>
              <p:cNvGrpSpPr/>
              <p:nvPr/>
            </p:nvGrpSpPr>
            <p:grpSpPr>
              <a:xfrm>
                <a:off x="7713663" y="2848339"/>
                <a:ext cx="1042107" cy="425543"/>
                <a:chOff x="7786941" y="2884917"/>
                <a:chExt cx="897649" cy="353919"/>
              </a:xfrm>
            </p:grpSpPr>
            <p:sp>
              <p:nvSpPr>
                <p:cNvPr id="252" name="Freeform 251">
                  <a:extLst>
                    <a:ext uri="{FF2B5EF4-FFF2-40B4-BE49-F238E27FC236}">
                      <a16:creationId xmlns:a16="http://schemas.microsoft.com/office/drawing/2014/main" id="{D018F922-2BC0-59B6-727B-F7C8965E8D3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3" name="Freeform 252">
                  <a:extLst>
                    <a:ext uri="{FF2B5EF4-FFF2-40B4-BE49-F238E27FC236}">
                      <a16:creationId xmlns:a16="http://schemas.microsoft.com/office/drawing/2014/main" id="{9C145490-872D-AFC3-C254-52330FA0177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4" name="Freeform 253">
                  <a:extLst>
                    <a:ext uri="{FF2B5EF4-FFF2-40B4-BE49-F238E27FC236}">
                      <a16:creationId xmlns:a16="http://schemas.microsoft.com/office/drawing/2014/main" id="{CF24D1E4-D83F-6217-9F07-EDA258D1B0E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5" name="Freeform 254">
                  <a:extLst>
                    <a:ext uri="{FF2B5EF4-FFF2-40B4-BE49-F238E27FC236}">
                      <a16:creationId xmlns:a16="http://schemas.microsoft.com/office/drawing/2014/main" id="{7521B633-5033-5515-1EB5-40BEA92C205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240" name="Straight Connector 318">
              <a:extLst>
                <a:ext uri="{FF2B5EF4-FFF2-40B4-BE49-F238E27FC236}">
                  <a16:creationId xmlns:a16="http://schemas.microsoft.com/office/drawing/2014/main" id="{9B78669D-92A7-4168-C9EE-C0B8AD892CB8}"/>
                </a:ext>
              </a:extLst>
            </p:cNvPr>
            <p:cNvCxnSpPr>
              <a:cxnSpLocks noChangeShapeType="1"/>
              <a:endCxn id="245" idx="9"/>
            </p:cNvCxnSpPr>
            <p:nvPr/>
          </p:nvCxnSpPr>
          <p:spPr bwMode="auto">
            <a:xfrm flipH="1">
              <a:off x="4883204" y="2316723"/>
              <a:ext cx="105898" cy="11266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41" name="Group 240">
              <a:extLst>
                <a:ext uri="{FF2B5EF4-FFF2-40B4-BE49-F238E27FC236}">
                  <a16:creationId xmlns:a16="http://schemas.microsoft.com/office/drawing/2014/main" id="{2F8657C5-69F7-7E1B-B0B8-30472A951D26}"/>
                </a:ext>
              </a:extLst>
            </p:cNvPr>
            <p:cNvGrpSpPr/>
            <p:nvPr/>
          </p:nvGrpSpPr>
          <p:grpSpPr>
            <a:xfrm>
              <a:off x="4570926" y="3361080"/>
              <a:ext cx="626338" cy="344849"/>
              <a:chOff x="7493876" y="2774731"/>
              <a:chExt cx="1481958" cy="894622"/>
            </a:xfrm>
          </p:grpSpPr>
          <p:sp>
            <p:nvSpPr>
              <p:cNvPr id="242" name="Freeform 241">
                <a:extLst>
                  <a:ext uri="{FF2B5EF4-FFF2-40B4-BE49-F238E27FC236}">
                    <a16:creationId xmlns:a16="http://schemas.microsoft.com/office/drawing/2014/main" id="{418D368A-3629-CF7F-2497-CDADD848065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id="{BC734880-9E3B-195E-2A78-8BC7C402382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id="{8346E988-F3D9-DE0D-A4F7-0CAE7DB02C8A}"/>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EF56CBC7-9FBC-E9F9-1199-34830253E26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id="{809E8855-1C0E-9DF9-5DAF-FD4438675FA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id="{28D7A935-6F17-384C-BFE4-DF9EAE52DD6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id="{74901E4D-815A-7613-C323-5FA60B14B86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grpSp>
        <p:nvGrpSpPr>
          <p:cNvPr id="298" name="Group 5">
            <a:extLst>
              <a:ext uri="{FF2B5EF4-FFF2-40B4-BE49-F238E27FC236}">
                <a16:creationId xmlns:a16="http://schemas.microsoft.com/office/drawing/2014/main" id="{3C1A26B0-0FFA-9BCE-E71F-6F715ACF7514}"/>
              </a:ext>
            </a:extLst>
          </p:cNvPr>
          <p:cNvGrpSpPr>
            <a:grpSpLocks/>
          </p:cNvGrpSpPr>
          <p:nvPr/>
        </p:nvGrpSpPr>
        <p:grpSpPr bwMode="auto">
          <a:xfrm>
            <a:off x="1619895" y="2706624"/>
            <a:ext cx="6695050" cy="3771190"/>
            <a:chOff x="154891" y="1905681"/>
            <a:chExt cx="8436427" cy="4559651"/>
          </a:xfrm>
        </p:grpSpPr>
        <p:grpSp>
          <p:nvGrpSpPr>
            <p:cNvPr id="299" name="Group 2">
              <a:extLst>
                <a:ext uri="{FF2B5EF4-FFF2-40B4-BE49-F238E27FC236}">
                  <a16:creationId xmlns:a16="http://schemas.microsoft.com/office/drawing/2014/main" id="{D4A4CCBB-151F-BD53-3DC1-69A85A0855F8}"/>
                </a:ext>
              </a:extLst>
            </p:cNvPr>
            <p:cNvGrpSpPr>
              <a:grpSpLocks/>
            </p:cNvGrpSpPr>
            <p:nvPr/>
          </p:nvGrpSpPr>
          <p:grpSpPr bwMode="auto">
            <a:xfrm>
              <a:off x="1529396" y="2297655"/>
              <a:ext cx="648422" cy="418253"/>
              <a:chOff x="3053396" y="4304255"/>
              <a:chExt cx="648422" cy="418253"/>
            </a:xfrm>
          </p:grpSpPr>
          <p:sp>
            <p:nvSpPr>
              <p:cNvPr id="351" name="Freeform 84">
                <a:extLst>
                  <a:ext uri="{FF2B5EF4-FFF2-40B4-BE49-F238E27FC236}">
                    <a16:creationId xmlns:a16="http://schemas.microsoft.com/office/drawing/2014/main" id="{A23B47CF-7601-6431-5670-B29841585E4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2" name="TextBox 1">
                <a:extLst>
                  <a:ext uri="{FF2B5EF4-FFF2-40B4-BE49-F238E27FC236}">
                    <a16:creationId xmlns:a16="http://schemas.microsoft.com/office/drawing/2014/main" id="{97197E37-A36D-92AE-DA1A-7DACD92F865F}"/>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0" name="Group 131">
              <a:extLst>
                <a:ext uri="{FF2B5EF4-FFF2-40B4-BE49-F238E27FC236}">
                  <a16:creationId xmlns:a16="http://schemas.microsoft.com/office/drawing/2014/main" id="{00617597-4474-49F0-09DE-717E9B757A81}"/>
                </a:ext>
              </a:extLst>
            </p:cNvPr>
            <p:cNvGrpSpPr>
              <a:grpSpLocks/>
            </p:cNvGrpSpPr>
            <p:nvPr/>
          </p:nvGrpSpPr>
          <p:grpSpPr bwMode="auto">
            <a:xfrm>
              <a:off x="373696" y="3097755"/>
              <a:ext cx="648422" cy="418253"/>
              <a:chOff x="3053396" y="4304255"/>
              <a:chExt cx="648422" cy="418253"/>
            </a:xfrm>
          </p:grpSpPr>
          <p:sp>
            <p:nvSpPr>
              <p:cNvPr id="349" name="Freeform 84">
                <a:extLst>
                  <a:ext uri="{FF2B5EF4-FFF2-40B4-BE49-F238E27FC236}">
                    <a16:creationId xmlns:a16="http://schemas.microsoft.com/office/drawing/2014/main" id="{CD73BF3B-57BB-3CEA-5EF6-8AB34E5268EC}"/>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0" name="TextBox 133">
                <a:extLst>
                  <a:ext uri="{FF2B5EF4-FFF2-40B4-BE49-F238E27FC236}">
                    <a16:creationId xmlns:a16="http://schemas.microsoft.com/office/drawing/2014/main" id="{F92CDDC2-77C9-7FDB-AD1A-1F2912E8A70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1" name="Group 135">
              <a:extLst>
                <a:ext uri="{FF2B5EF4-FFF2-40B4-BE49-F238E27FC236}">
                  <a16:creationId xmlns:a16="http://schemas.microsoft.com/office/drawing/2014/main" id="{7881C183-B023-B2F9-B462-D152A5F0DA7C}"/>
                </a:ext>
              </a:extLst>
            </p:cNvPr>
            <p:cNvGrpSpPr>
              <a:grpSpLocks/>
            </p:cNvGrpSpPr>
            <p:nvPr/>
          </p:nvGrpSpPr>
          <p:grpSpPr bwMode="auto">
            <a:xfrm>
              <a:off x="6037896" y="2551655"/>
              <a:ext cx="648422" cy="418253"/>
              <a:chOff x="3053396" y="4304255"/>
              <a:chExt cx="648422" cy="418253"/>
            </a:xfrm>
          </p:grpSpPr>
          <p:sp>
            <p:nvSpPr>
              <p:cNvPr id="347" name="Freeform 84">
                <a:extLst>
                  <a:ext uri="{FF2B5EF4-FFF2-40B4-BE49-F238E27FC236}">
                    <a16:creationId xmlns:a16="http://schemas.microsoft.com/office/drawing/2014/main" id="{45204AB7-E580-370C-5B00-47C99521CBF1}"/>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8" name="TextBox 137">
                <a:extLst>
                  <a:ext uri="{FF2B5EF4-FFF2-40B4-BE49-F238E27FC236}">
                    <a16:creationId xmlns:a16="http://schemas.microsoft.com/office/drawing/2014/main" id="{C3BBEFAF-9887-1D01-8FEE-36D514C8010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2" name="Group 138">
              <a:extLst>
                <a:ext uri="{FF2B5EF4-FFF2-40B4-BE49-F238E27FC236}">
                  <a16:creationId xmlns:a16="http://schemas.microsoft.com/office/drawing/2014/main" id="{C22D2C17-26F6-D11B-64B0-0447FF45163C}"/>
                </a:ext>
              </a:extLst>
            </p:cNvPr>
            <p:cNvGrpSpPr>
              <a:grpSpLocks/>
            </p:cNvGrpSpPr>
            <p:nvPr/>
          </p:nvGrpSpPr>
          <p:grpSpPr bwMode="auto">
            <a:xfrm>
              <a:off x="945196" y="5409155"/>
              <a:ext cx="648422" cy="418253"/>
              <a:chOff x="3053396" y="4304255"/>
              <a:chExt cx="648422" cy="418253"/>
            </a:xfrm>
          </p:grpSpPr>
          <p:sp>
            <p:nvSpPr>
              <p:cNvPr id="345" name="Freeform 84">
                <a:extLst>
                  <a:ext uri="{FF2B5EF4-FFF2-40B4-BE49-F238E27FC236}">
                    <a16:creationId xmlns:a16="http://schemas.microsoft.com/office/drawing/2014/main" id="{920A2D48-E2D0-BBAE-D771-BF14DB1A0C0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6" name="TextBox 140">
                <a:extLst>
                  <a:ext uri="{FF2B5EF4-FFF2-40B4-BE49-F238E27FC236}">
                    <a16:creationId xmlns:a16="http://schemas.microsoft.com/office/drawing/2014/main" id="{3DDAFBE7-442A-8CBF-5102-86CD06629632}"/>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3" name="Group 141">
              <a:extLst>
                <a:ext uri="{FF2B5EF4-FFF2-40B4-BE49-F238E27FC236}">
                  <a16:creationId xmlns:a16="http://schemas.microsoft.com/office/drawing/2014/main" id="{B759A21D-AD10-2FF9-0516-029D8DDB0FEC}"/>
                </a:ext>
              </a:extLst>
            </p:cNvPr>
            <p:cNvGrpSpPr>
              <a:grpSpLocks/>
            </p:cNvGrpSpPr>
            <p:nvPr/>
          </p:nvGrpSpPr>
          <p:grpSpPr bwMode="auto">
            <a:xfrm>
              <a:off x="526096" y="4786855"/>
              <a:ext cx="648422" cy="418253"/>
              <a:chOff x="3053396" y="4304255"/>
              <a:chExt cx="648422" cy="418253"/>
            </a:xfrm>
          </p:grpSpPr>
          <p:sp>
            <p:nvSpPr>
              <p:cNvPr id="343" name="Freeform 84">
                <a:extLst>
                  <a:ext uri="{FF2B5EF4-FFF2-40B4-BE49-F238E27FC236}">
                    <a16:creationId xmlns:a16="http://schemas.microsoft.com/office/drawing/2014/main" id="{E85C82FB-F1A4-854B-97AA-E8ED4F3C6B49}"/>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4" name="TextBox 143">
                <a:extLst>
                  <a:ext uri="{FF2B5EF4-FFF2-40B4-BE49-F238E27FC236}">
                    <a16:creationId xmlns:a16="http://schemas.microsoft.com/office/drawing/2014/main" id="{428BB194-68D8-3DD7-F77B-52AA31153533}"/>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4" name="Group 144">
              <a:extLst>
                <a:ext uri="{FF2B5EF4-FFF2-40B4-BE49-F238E27FC236}">
                  <a16:creationId xmlns:a16="http://schemas.microsoft.com/office/drawing/2014/main" id="{0C2DE250-FCC4-3CDD-29BC-98569DD87EC4}"/>
                </a:ext>
              </a:extLst>
            </p:cNvPr>
            <p:cNvGrpSpPr>
              <a:grpSpLocks/>
            </p:cNvGrpSpPr>
            <p:nvPr/>
          </p:nvGrpSpPr>
          <p:grpSpPr bwMode="auto">
            <a:xfrm>
              <a:off x="297496" y="4126455"/>
              <a:ext cx="648422" cy="418253"/>
              <a:chOff x="3053396" y="4304255"/>
              <a:chExt cx="648422" cy="418253"/>
            </a:xfrm>
          </p:grpSpPr>
          <p:sp>
            <p:nvSpPr>
              <p:cNvPr id="341" name="Freeform 84">
                <a:extLst>
                  <a:ext uri="{FF2B5EF4-FFF2-40B4-BE49-F238E27FC236}">
                    <a16:creationId xmlns:a16="http://schemas.microsoft.com/office/drawing/2014/main" id="{FD9BFD70-B875-08B8-C16E-C73B8F7A0F3C}"/>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TextBox 146">
                <a:extLst>
                  <a:ext uri="{FF2B5EF4-FFF2-40B4-BE49-F238E27FC236}">
                    <a16:creationId xmlns:a16="http://schemas.microsoft.com/office/drawing/2014/main" id="{A0014326-FB2E-E8DA-C787-F725913DE346}"/>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5" name="Group 147">
              <a:extLst>
                <a:ext uri="{FF2B5EF4-FFF2-40B4-BE49-F238E27FC236}">
                  <a16:creationId xmlns:a16="http://schemas.microsoft.com/office/drawing/2014/main" id="{B693DC60-F83A-4B23-975E-D5605121BC07}"/>
                </a:ext>
              </a:extLst>
            </p:cNvPr>
            <p:cNvGrpSpPr>
              <a:grpSpLocks/>
            </p:cNvGrpSpPr>
            <p:nvPr/>
          </p:nvGrpSpPr>
          <p:grpSpPr bwMode="auto">
            <a:xfrm>
              <a:off x="6787196" y="2983455"/>
              <a:ext cx="648422" cy="418253"/>
              <a:chOff x="3053396" y="4304255"/>
              <a:chExt cx="648422" cy="418253"/>
            </a:xfrm>
          </p:grpSpPr>
          <p:sp>
            <p:nvSpPr>
              <p:cNvPr id="339" name="Freeform 84">
                <a:extLst>
                  <a:ext uri="{FF2B5EF4-FFF2-40B4-BE49-F238E27FC236}">
                    <a16:creationId xmlns:a16="http://schemas.microsoft.com/office/drawing/2014/main" id="{35ED1835-555B-5C50-516D-E04DD4D87D03}"/>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TextBox 149">
                <a:extLst>
                  <a:ext uri="{FF2B5EF4-FFF2-40B4-BE49-F238E27FC236}">
                    <a16:creationId xmlns:a16="http://schemas.microsoft.com/office/drawing/2014/main" id="{8FC2D4A5-4D70-5561-6DD6-837CD522489F}"/>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6" name="Group 150">
              <a:extLst>
                <a:ext uri="{FF2B5EF4-FFF2-40B4-BE49-F238E27FC236}">
                  <a16:creationId xmlns:a16="http://schemas.microsoft.com/office/drawing/2014/main" id="{AC901679-9AA3-B211-4AD4-FECD50178A2A}"/>
                </a:ext>
              </a:extLst>
            </p:cNvPr>
            <p:cNvGrpSpPr>
              <a:grpSpLocks/>
            </p:cNvGrpSpPr>
            <p:nvPr/>
          </p:nvGrpSpPr>
          <p:grpSpPr bwMode="auto">
            <a:xfrm>
              <a:off x="3129596" y="2056355"/>
              <a:ext cx="648422" cy="418253"/>
              <a:chOff x="3053396" y="4304255"/>
              <a:chExt cx="648422" cy="418253"/>
            </a:xfrm>
          </p:grpSpPr>
          <p:sp>
            <p:nvSpPr>
              <p:cNvPr id="337" name="Freeform 84">
                <a:extLst>
                  <a:ext uri="{FF2B5EF4-FFF2-40B4-BE49-F238E27FC236}">
                    <a16:creationId xmlns:a16="http://schemas.microsoft.com/office/drawing/2014/main" id="{7B41A0F4-9856-451E-6FAA-4A09B881D3F3}"/>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8" name="TextBox 152">
                <a:extLst>
                  <a:ext uri="{FF2B5EF4-FFF2-40B4-BE49-F238E27FC236}">
                    <a16:creationId xmlns:a16="http://schemas.microsoft.com/office/drawing/2014/main" id="{BF2383EE-E1C4-1C8C-88BC-44C3E89FD46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7" name="Group 153">
              <a:extLst>
                <a:ext uri="{FF2B5EF4-FFF2-40B4-BE49-F238E27FC236}">
                  <a16:creationId xmlns:a16="http://schemas.microsoft.com/office/drawing/2014/main" id="{DDFF1D59-0CF1-416E-47B9-B14117CF3E21}"/>
                </a:ext>
              </a:extLst>
            </p:cNvPr>
            <p:cNvGrpSpPr>
              <a:grpSpLocks/>
            </p:cNvGrpSpPr>
            <p:nvPr/>
          </p:nvGrpSpPr>
          <p:grpSpPr bwMode="auto">
            <a:xfrm>
              <a:off x="754696" y="2704055"/>
              <a:ext cx="648422" cy="418253"/>
              <a:chOff x="3053396" y="4304255"/>
              <a:chExt cx="648422" cy="418253"/>
            </a:xfrm>
          </p:grpSpPr>
          <p:sp>
            <p:nvSpPr>
              <p:cNvPr id="335" name="Freeform 84">
                <a:extLst>
                  <a:ext uri="{FF2B5EF4-FFF2-40B4-BE49-F238E27FC236}">
                    <a16:creationId xmlns:a16="http://schemas.microsoft.com/office/drawing/2014/main" id="{A541CE58-FB40-0D57-5F2F-5F642B1470CB}"/>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6" name="TextBox 155">
                <a:extLst>
                  <a:ext uri="{FF2B5EF4-FFF2-40B4-BE49-F238E27FC236}">
                    <a16:creationId xmlns:a16="http://schemas.microsoft.com/office/drawing/2014/main" id="{FE379FB8-BAC1-F453-3278-43DA4812BFD3}"/>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8" name="Group 156">
              <a:extLst>
                <a:ext uri="{FF2B5EF4-FFF2-40B4-BE49-F238E27FC236}">
                  <a16:creationId xmlns:a16="http://schemas.microsoft.com/office/drawing/2014/main" id="{18F98DE7-12EB-3A9D-8EA8-ABF0BA88DE51}"/>
                </a:ext>
              </a:extLst>
            </p:cNvPr>
            <p:cNvGrpSpPr>
              <a:grpSpLocks/>
            </p:cNvGrpSpPr>
            <p:nvPr/>
          </p:nvGrpSpPr>
          <p:grpSpPr bwMode="auto">
            <a:xfrm>
              <a:off x="4043996" y="2030955"/>
              <a:ext cx="648422" cy="418253"/>
              <a:chOff x="3053396" y="4304255"/>
              <a:chExt cx="648422" cy="418253"/>
            </a:xfrm>
          </p:grpSpPr>
          <p:sp>
            <p:nvSpPr>
              <p:cNvPr id="333" name="Freeform 84">
                <a:extLst>
                  <a:ext uri="{FF2B5EF4-FFF2-40B4-BE49-F238E27FC236}">
                    <a16:creationId xmlns:a16="http://schemas.microsoft.com/office/drawing/2014/main" id="{2FD4EE33-86E3-E3E5-6376-DAA819685C2A}"/>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4" name="TextBox 158">
                <a:extLst>
                  <a:ext uri="{FF2B5EF4-FFF2-40B4-BE49-F238E27FC236}">
                    <a16:creationId xmlns:a16="http://schemas.microsoft.com/office/drawing/2014/main" id="{2866DC77-821F-832B-AD7E-FF385BDBCD8C}"/>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9" name="Group 160">
              <a:extLst>
                <a:ext uri="{FF2B5EF4-FFF2-40B4-BE49-F238E27FC236}">
                  <a16:creationId xmlns:a16="http://schemas.microsoft.com/office/drawing/2014/main" id="{1264FDA5-BB05-B290-D2A3-71172CF1B17F}"/>
                </a:ext>
              </a:extLst>
            </p:cNvPr>
            <p:cNvGrpSpPr>
              <a:grpSpLocks/>
            </p:cNvGrpSpPr>
            <p:nvPr/>
          </p:nvGrpSpPr>
          <p:grpSpPr bwMode="auto">
            <a:xfrm>
              <a:off x="7104696" y="5663155"/>
              <a:ext cx="648422" cy="418253"/>
              <a:chOff x="3053396" y="4304255"/>
              <a:chExt cx="648422" cy="418253"/>
            </a:xfrm>
          </p:grpSpPr>
          <p:sp>
            <p:nvSpPr>
              <p:cNvPr id="331" name="Freeform 84">
                <a:extLst>
                  <a:ext uri="{FF2B5EF4-FFF2-40B4-BE49-F238E27FC236}">
                    <a16:creationId xmlns:a16="http://schemas.microsoft.com/office/drawing/2014/main" id="{C7104A7C-04AC-07EE-DCA6-D52B1A7C693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2" name="TextBox 162">
                <a:extLst>
                  <a:ext uri="{FF2B5EF4-FFF2-40B4-BE49-F238E27FC236}">
                    <a16:creationId xmlns:a16="http://schemas.microsoft.com/office/drawing/2014/main" id="{3F8A4740-37D8-6DED-860C-5C2D671D9AFE}"/>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10" name="Group 163">
              <a:extLst>
                <a:ext uri="{FF2B5EF4-FFF2-40B4-BE49-F238E27FC236}">
                  <a16:creationId xmlns:a16="http://schemas.microsoft.com/office/drawing/2014/main" id="{49030C00-A777-6D8D-9690-E5033BD0AFD9}"/>
                </a:ext>
              </a:extLst>
            </p:cNvPr>
            <p:cNvGrpSpPr>
              <a:grpSpLocks/>
            </p:cNvGrpSpPr>
            <p:nvPr/>
          </p:nvGrpSpPr>
          <p:grpSpPr bwMode="auto">
            <a:xfrm>
              <a:off x="7942896" y="5015455"/>
              <a:ext cx="648422" cy="418253"/>
              <a:chOff x="3053396" y="4304255"/>
              <a:chExt cx="648422" cy="418253"/>
            </a:xfrm>
          </p:grpSpPr>
          <p:sp>
            <p:nvSpPr>
              <p:cNvPr id="329" name="Freeform 84">
                <a:extLst>
                  <a:ext uri="{FF2B5EF4-FFF2-40B4-BE49-F238E27FC236}">
                    <a16:creationId xmlns:a16="http://schemas.microsoft.com/office/drawing/2014/main" id="{18EB0C9D-EE2D-885B-9A0B-347CF78A09C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0" name="TextBox 165">
                <a:extLst>
                  <a:ext uri="{FF2B5EF4-FFF2-40B4-BE49-F238E27FC236}">
                    <a16:creationId xmlns:a16="http://schemas.microsoft.com/office/drawing/2014/main" id="{B9309BC6-32C5-BEEE-4D2D-6263947E999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11" name="Group 166">
              <a:extLst>
                <a:ext uri="{FF2B5EF4-FFF2-40B4-BE49-F238E27FC236}">
                  <a16:creationId xmlns:a16="http://schemas.microsoft.com/office/drawing/2014/main" id="{08ABB819-0B1D-EA5A-119B-833EE1DDBCA1}"/>
                </a:ext>
              </a:extLst>
            </p:cNvPr>
            <p:cNvGrpSpPr>
              <a:grpSpLocks/>
            </p:cNvGrpSpPr>
            <p:nvPr/>
          </p:nvGrpSpPr>
          <p:grpSpPr bwMode="auto">
            <a:xfrm>
              <a:off x="7714296" y="4101055"/>
              <a:ext cx="648422" cy="418253"/>
              <a:chOff x="3053396" y="4304255"/>
              <a:chExt cx="648422" cy="418253"/>
            </a:xfrm>
          </p:grpSpPr>
          <p:sp>
            <p:nvSpPr>
              <p:cNvPr id="327" name="Freeform 84">
                <a:extLst>
                  <a:ext uri="{FF2B5EF4-FFF2-40B4-BE49-F238E27FC236}">
                    <a16:creationId xmlns:a16="http://schemas.microsoft.com/office/drawing/2014/main" id="{C6A165F0-3B04-32B5-CC3E-5ED27441CE9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TextBox 168">
                <a:extLst>
                  <a:ext uri="{FF2B5EF4-FFF2-40B4-BE49-F238E27FC236}">
                    <a16:creationId xmlns:a16="http://schemas.microsoft.com/office/drawing/2014/main" id="{219E3DA0-1541-C43D-B469-DBA55D11019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12" name="Group 169">
              <a:extLst>
                <a:ext uri="{FF2B5EF4-FFF2-40B4-BE49-F238E27FC236}">
                  <a16:creationId xmlns:a16="http://schemas.microsoft.com/office/drawing/2014/main" id="{4FE01908-EEA1-989A-A0D0-586D09FF59BF}"/>
                </a:ext>
              </a:extLst>
            </p:cNvPr>
            <p:cNvGrpSpPr>
              <a:grpSpLocks/>
            </p:cNvGrpSpPr>
            <p:nvPr/>
          </p:nvGrpSpPr>
          <p:grpSpPr bwMode="auto">
            <a:xfrm>
              <a:off x="4869496" y="5904455"/>
              <a:ext cx="648422" cy="418253"/>
              <a:chOff x="3053396" y="4304255"/>
              <a:chExt cx="648422" cy="418253"/>
            </a:xfrm>
          </p:grpSpPr>
          <p:sp>
            <p:nvSpPr>
              <p:cNvPr id="325" name="Freeform 84">
                <a:extLst>
                  <a:ext uri="{FF2B5EF4-FFF2-40B4-BE49-F238E27FC236}">
                    <a16:creationId xmlns:a16="http://schemas.microsoft.com/office/drawing/2014/main" id="{58619978-B7F1-1500-FE36-BB27B30146E5}"/>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6" name="TextBox 171">
                <a:extLst>
                  <a:ext uri="{FF2B5EF4-FFF2-40B4-BE49-F238E27FC236}">
                    <a16:creationId xmlns:a16="http://schemas.microsoft.com/office/drawing/2014/main" id="{39AA0E2F-4E88-D938-50BA-09AAAA91EFC4}"/>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13" name="Group 172">
              <a:extLst>
                <a:ext uri="{FF2B5EF4-FFF2-40B4-BE49-F238E27FC236}">
                  <a16:creationId xmlns:a16="http://schemas.microsoft.com/office/drawing/2014/main" id="{FD62FF52-1DD8-BAE4-B31C-892D24D4B85A}"/>
                </a:ext>
              </a:extLst>
            </p:cNvPr>
            <p:cNvGrpSpPr>
              <a:grpSpLocks/>
            </p:cNvGrpSpPr>
            <p:nvPr/>
          </p:nvGrpSpPr>
          <p:grpSpPr bwMode="auto">
            <a:xfrm>
              <a:off x="3955096" y="6044155"/>
              <a:ext cx="648422" cy="418253"/>
              <a:chOff x="3053396" y="4304255"/>
              <a:chExt cx="648422" cy="418253"/>
            </a:xfrm>
          </p:grpSpPr>
          <p:sp>
            <p:nvSpPr>
              <p:cNvPr id="323" name="Freeform 84">
                <a:extLst>
                  <a:ext uri="{FF2B5EF4-FFF2-40B4-BE49-F238E27FC236}">
                    <a16:creationId xmlns:a16="http://schemas.microsoft.com/office/drawing/2014/main" id="{9D4A8AB5-127F-2A31-8830-F45162BF865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4" name="TextBox 174">
                <a:extLst>
                  <a:ext uri="{FF2B5EF4-FFF2-40B4-BE49-F238E27FC236}">
                    <a16:creationId xmlns:a16="http://schemas.microsoft.com/office/drawing/2014/main" id="{26CB5209-E167-341A-3305-EFB37723B93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14" name="Group 175">
              <a:extLst>
                <a:ext uri="{FF2B5EF4-FFF2-40B4-BE49-F238E27FC236}">
                  <a16:creationId xmlns:a16="http://schemas.microsoft.com/office/drawing/2014/main" id="{50227248-0304-C23B-FB94-5042C0BFA296}"/>
                </a:ext>
              </a:extLst>
            </p:cNvPr>
            <p:cNvGrpSpPr>
              <a:grpSpLocks/>
            </p:cNvGrpSpPr>
            <p:nvPr/>
          </p:nvGrpSpPr>
          <p:grpSpPr bwMode="auto">
            <a:xfrm>
              <a:off x="2735896" y="5891755"/>
              <a:ext cx="648422" cy="418253"/>
              <a:chOff x="3053396" y="4304255"/>
              <a:chExt cx="648422" cy="418253"/>
            </a:xfrm>
          </p:grpSpPr>
          <p:sp>
            <p:nvSpPr>
              <p:cNvPr id="321" name="Freeform 84">
                <a:extLst>
                  <a:ext uri="{FF2B5EF4-FFF2-40B4-BE49-F238E27FC236}">
                    <a16:creationId xmlns:a16="http://schemas.microsoft.com/office/drawing/2014/main" id="{565C20BB-7D65-8CD2-96CC-BCF71A49E016}"/>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2" name="TextBox 177">
                <a:extLst>
                  <a:ext uri="{FF2B5EF4-FFF2-40B4-BE49-F238E27FC236}">
                    <a16:creationId xmlns:a16="http://schemas.microsoft.com/office/drawing/2014/main" id="{C03AC903-FF3A-0E13-F3FD-4FA8C90E02AB}"/>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sp>
          <p:nvSpPr>
            <p:cNvPr id="315" name="TextBox 4">
              <a:extLst>
                <a:ext uri="{FF2B5EF4-FFF2-40B4-BE49-F238E27FC236}">
                  <a16:creationId xmlns:a16="http://schemas.microsoft.com/office/drawing/2014/main" id="{2D929544-729D-EDC5-E8D0-52C6879E7877}"/>
                </a:ext>
              </a:extLst>
            </p:cNvPr>
            <p:cNvSpPr txBox="1">
              <a:spLocks noChangeArrowheads="1"/>
            </p:cNvSpPr>
            <p:nvPr/>
          </p:nvSpPr>
          <p:spPr bwMode="auto">
            <a:xfrm rot="1053502">
              <a:off x="5143500" y="19558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316" name="TextBox 179">
              <a:extLst>
                <a:ext uri="{FF2B5EF4-FFF2-40B4-BE49-F238E27FC236}">
                  <a16:creationId xmlns:a16="http://schemas.microsoft.com/office/drawing/2014/main" id="{DBBDAD60-535D-FB65-EE58-3B1DD0377C1C}"/>
                </a:ext>
              </a:extLst>
            </p:cNvPr>
            <p:cNvSpPr txBox="1">
              <a:spLocks noChangeArrowheads="1"/>
            </p:cNvSpPr>
            <p:nvPr/>
          </p:nvSpPr>
          <p:spPr bwMode="auto">
            <a:xfrm rot="2829263">
              <a:off x="7429500" y="34290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317" name="TextBox 180">
              <a:extLst>
                <a:ext uri="{FF2B5EF4-FFF2-40B4-BE49-F238E27FC236}">
                  <a16:creationId xmlns:a16="http://schemas.microsoft.com/office/drawing/2014/main" id="{CBCC9E0F-FB61-9B60-8415-EB5D02836FEC}"/>
                </a:ext>
              </a:extLst>
            </p:cNvPr>
            <p:cNvSpPr txBox="1">
              <a:spLocks noChangeArrowheads="1"/>
            </p:cNvSpPr>
            <p:nvPr/>
          </p:nvSpPr>
          <p:spPr bwMode="auto">
            <a:xfrm rot="9845918">
              <a:off x="6098241" y="5942112"/>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318" name="TextBox 181">
              <a:extLst>
                <a:ext uri="{FF2B5EF4-FFF2-40B4-BE49-F238E27FC236}">
                  <a16:creationId xmlns:a16="http://schemas.microsoft.com/office/drawing/2014/main" id="{2EA09CB1-A58C-2ACB-41B3-7CA9AAA7A547}"/>
                </a:ext>
              </a:extLst>
            </p:cNvPr>
            <p:cNvSpPr txBox="1">
              <a:spLocks noChangeArrowheads="1"/>
            </p:cNvSpPr>
            <p:nvPr/>
          </p:nvSpPr>
          <p:spPr bwMode="auto">
            <a:xfrm rot="-9948738">
              <a:off x="1730786" y="5845469"/>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319" name="TextBox 182">
              <a:extLst>
                <a:ext uri="{FF2B5EF4-FFF2-40B4-BE49-F238E27FC236}">
                  <a16:creationId xmlns:a16="http://schemas.microsoft.com/office/drawing/2014/main" id="{E2B871A1-1740-BF2B-4124-523A0FFC5420}"/>
                </a:ext>
              </a:extLst>
            </p:cNvPr>
            <p:cNvSpPr txBox="1">
              <a:spLocks noChangeArrowheads="1"/>
            </p:cNvSpPr>
            <p:nvPr/>
          </p:nvSpPr>
          <p:spPr bwMode="auto">
            <a:xfrm rot="-4992697">
              <a:off x="144631" y="3539025"/>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320" name="TextBox 183">
              <a:extLst>
                <a:ext uri="{FF2B5EF4-FFF2-40B4-BE49-F238E27FC236}">
                  <a16:creationId xmlns:a16="http://schemas.microsoft.com/office/drawing/2014/main" id="{29D337B7-6A1B-6883-7753-1E82C82A49E5}"/>
                </a:ext>
              </a:extLst>
            </p:cNvPr>
            <p:cNvSpPr txBox="1">
              <a:spLocks noChangeArrowheads="1"/>
            </p:cNvSpPr>
            <p:nvPr/>
          </p:nvSpPr>
          <p:spPr bwMode="auto">
            <a:xfrm rot="-1017263">
              <a:off x="2330376" y="1905681"/>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grpSp>
      <p:sp>
        <p:nvSpPr>
          <p:cNvPr id="354" name="TextBox 353">
            <a:extLst>
              <a:ext uri="{FF2B5EF4-FFF2-40B4-BE49-F238E27FC236}">
                <a16:creationId xmlns:a16="http://schemas.microsoft.com/office/drawing/2014/main" id="{0D950B69-752D-CC57-6A24-21FDF45C7D78}"/>
              </a:ext>
            </a:extLst>
          </p:cNvPr>
          <p:cNvSpPr txBox="1"/>
          <p:nvPr/>
        </p:nvSpPr>
        <p:spPr>
          <a:xfrm>
            <a:off x="514087" y="1720026"/>
            <a:ext cx="6096000" cy="620683"/>
          </a:xfrm>
          <a:prstGeom prst="rect">
            <a:avLst/>
          </a:prstGeom>
          <a:noFill/>
        </p:spPr>
        <p:txBody>
          <a:bodyPr wrap="square">
            <a:spAutoFit/>
          </a:bodyPr>
          <a:lstStyle/>
          <a:p>
            <a:pPr marL="0" marR="0" lvl="0" indent="0" algn="l" defTabSz="914400" rtl="0" eaLnBrk="1" fontAlgn="auto" latinLnBrk="0" hangingPunct="1">
              <a:lnSpc>
                <a:spcPct val="85000"/>
              </a:lnSpc>
              <a:spcBef>
                <a:spcPct val="20000"/>
              </a:spcBef>
              <a:spcAft>
                <a:spcPts val="0"/>
              </a:spcAft>
              <a:buClr>
                <a:srgbClr val="000099"/>
              </a:buClr>
              <a:buSzPct val="75000"/>
              <a:buFont typeface="Wingdings" charset="0"/>
              <a:buNone/>
              <a:tabLst/>
              <a:defRPr/>
            </a:pPr>
            <a:r>
              <a:rPr kumimoji="0" lang="en-US" sz="1800" b="0" i="1" u="none" strike="noStrike" kern="1200" cap="none" spc="0" normalizeH="0" baseline="0" noProof="0" dirty="0">
                <a:ln>
                  <a:noFill/>
                </a:ln>
                <a:solidFill>
                  <a:srgbClr val="CC0000"/>
                </a:solidFill>
                <a:effectLst/>
                <a:uLnTx/>
                <a:uFillTx/>
                <a:latin typeface="Calibri" panose="020F0502020204030204"/>
                <a:ea typeface="ＭＳ Ｐゴシック" charset="0"/>
              </a:rPr>
              <a:t>Option: </a:t>
            </a:r>
            <a:r>
              <a:rPr kumimoji="0" lang="en-US" sz="1800" b="0" i="1" u="none" strike="noStrike" kern="1200" cap="none" spc="0" normalizeH="0" baseline="0" noProof="0" dirty="0">
                <a:ln>
                  <a:noFill/>
                </a:ln>
                <a:solidFill>
                  <a:prstClr val="black"/>
                </a:solidFill>
                <a:effectLst/>
                <a:uLnTx/>
                <a:uFillTx/>
                <a:latin typeface="Calibri" panose="020F0502020204030204"/>
                <a:ea typeface="ＭＳ Ｐゴシック" charset="0"/>
              </a:rPr>
              <a:t>connect each access ISP to one global transit ISP? </a:t>
            </a:r>
          </a:p>
          <a:p>
            <a:pPr marL="0" marR="0" lvl="0" indent="0" algn="l" defTabSz="914400" rtl="0" eaLnBrk="1" fontAlgn="auto" latinLnBrk="0" hangingPunct="1">
              <a:lnSpc>
                <a:spcPct val="85000"/>
              </a:lnSpc>
              <a:spcBef>
                <a:spcPct val="20000"/>
              </a:spcBef>
              <a:spcAft>
                <a:spcPts val="0"/>
              </a:spcAft>
              <a:buClr>
                <a:srgbClr val="000099"/>
              </a:buClr>
              <a:buSzPct val="75000"/>
              <a:buFont typeface="Wingdings" charset="0"/>
              <a:buNone/>
              <a:tabLst/>
              <a:defRPr/>
            </a:pPr>
            <a:r>
              <a:rPr kumimoji="0" lang="en-US" sz="1800" b="0" i="1" u="none" strike="noStrike" kern="1200" cap="none" spc="0" normalizeH="0" baseline="0" noProof="0" dirty="0">
                <a:ln>
                  <a:noFill/>
                </a:ln>
                <a:solidFill>
                  <a:srgbClr val="C00000"/>
                </a:solidFill>
                <a:effectLst/>
                <a:uLnTx/>
                <a:uFillTx/>
                <a:latin typeface="Calibri" panose="020F0502020204030204"/>
                <a:ea typeface="ＭＳ Ｐゴシック" charset="0"/>
              </a:rPr>
              <a:t>Customer</a:t>
            </a:r>
            <a:r>
              <a:rPr kumimoji="0" lang="en-US" sz="1800" b="0" i="1" u="none" strike="noStrike" kern="1200" cap="none" spc="0" normalizeH="0" baseline="0" noProof="0" dirty="0">
                <a:ln>
                  <a:noFill/>
                </a:ln>
                <a:solidFill>
                  <a:prstClr val="black"/>
                </a:solidFill>
                <a:effectLst/>
                <a:uLnTx/>
                <a:uFillTx/>
                <a:latin typeface="Calibri" panose="020F0502020204030204"/>
                <a:ea typeface="ＭＳ Ｐゴシック" charset="0"/>
              </a:rPr>
              <a:t> and </a:t>
            </a:r>
            <a:r>
              <a:rPr kumimoji="0" lang="en-US" sz="1800" b="0" i="1" u="none" strike="noStrike" kern="1200" cap="none" spc="0" normalizeH="0" baseline="0" noProof="0" dirty="0">
                <a:ln>
                  <a:noFill/>
                </a:ln>
                <a:solidFill>
                  <a:srgbClr val="C00000"/>
                </a:solidFill>
                <a:effectLst/>
                <a:uLnTx/>
                <a:uFillTx/>
                <a:latin typeface="Calibri" panose="020F0502020204030204"/>
                <a:ea typeface="ＭＳ Ｐゴシック" charset="0"/>
              </a:rPr>
              <a:t>provider </a:t>
            </a:r>
            <a:r>
              <a:rPr kumimoji="0" lang="en-US" sz="1800" b="0" i="1" u="none" strike="noStrike" kern="1200" cap="none" spc="0" normalizeH="0" baseline="0" noProof="0" dirty="0">
                <a:ln>
                  <a:noFill/>
                </a:ln>
                <a:solidFill>
                  <a:prstClr val="black"/>
                </a:solidFill>
                <a:effectLst/>
                <a:uLnTx/>
                <a:uFillTx/>
                <a:latin typeface="Calibri" panose="020F0502020204030204"/>
                <a:ea typeface="ＭＳ Ｐゴシック" charset="0"/>
              </a:rPr>
              <a:t>ISPs have economic agreement.</a:t>
            </a:r>
            <a:endParaRPr kumimoji="0" lang="en-US" sz="1800" b="0" i="0" u="none" strike="noStrike" kern="1200" cap="none" spc="0" normalizeH="0" baseline="0" noProof="0" dirty="0">
              <a:ln>
                <a:noFill/>
              </a:ln>
              <a:solidFill>
                <a:prstClr val="black"/>
              </a:solidFill>
              <a:effectLst/>
              <a:uLnTx/>
              <a:uFillTx/>
              <a:latin typeface="Calibri" panose="020F0502020204030204"/>
              <a:ea typeface="ＭＳ Ｐゴシック" charset="0"/>
            </a:endParaRPr>
          </a:p>
        </p:txBody>
      </p:sp>
    </p:spTree>
    <p:extLst>
      <p:ext uri="{BB962C8B-B14F-4D97-AF65-F5344CB8AC3E}">
        <p14:creationId xmlns:p14="http://schemas.microsoft.com/office/powerpoint/2010/main" val="247127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dissolve">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Oval 3">
            <a:extLst>
              <a:ext uri="{FF2B5EF4-FFF2-40B4-BE49-F238E27FC236}">
                <a16:creationId xmlns:a16="http://schemas.microsoft.com/office/drawing/2014/main" id="{C1E39CEB-C65D-764B-966A-D7A25B07575D}"/>
              </a:ext>
            </a:extLst>
          </p:cNvPr>
          <p:cNvSpPr>
            <a:spLocks noChangeArrowheads="1"/>
          </p:cNvSpPr>
          <p:nvPr/>
        </p:nvSpPr>
        <p:spPr bwMode="auto">
          <a:xfrm>
            <a:off x="2884400" y="2782791"/>
            <a:ext cx="3475038" cy="138112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805" name="Straight Connector 10">
            <a:extLst>
              <a:ext uri="{FF2B5EF4-FFF2-40B4-BE49-F238E27FC236}">
                <a16:creationId xmlns:a16="http://schemas.microsoft.com/office/drawing/2014/main" id="{93EBD03F-9A41-A545-84E9-9F7C7586256D}"/>
              </a:ext>
            </a:extLst>
          </p:cNvPr>
          <p:cNvCxnSpPr>
            <a:cxnSpLocks noChangeShapeType="1"/>
          </p:cNvCxnSpPr>
          <p:nvPr/>
        </p:nvCxnSpPr>
        <p:spPr bwMode="auto">
          <a:xfrm>
            <a:off x="4108363" y="3025678"/>
            <a:ext cx="1146175" cy="730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6" name="Straight Connector 297">
            <a:extLst>
              <a:ext uri="{FF2B5EF4-FFF2-40B4-BE49-F238E27FC236}">
                <a16:creationId xmlns:a16="http://schemas.microsoft.com/office/drawing/2014/main" id="{7676F8BB-118B-B64A-92D8-85283640E5D9}"/>
              </a:ext>
            </a:extLst>
          </p:cNvPr>
          <p:cNvCxnSpPr>
            <a:cxnSpLocks noChangeShapeType="1"/>
          </p:cNvCxnSpPr>
          <p:nvPr/>
        </p:nvCxnSpPr>
        <p:spPr bwMode="auto">
          <a:xfrm>
            <a:off x="4702088" y="3325716"/>
            <a:ext cx="130175" cy="841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7" name="Straight Connector 298">
            <a:extLst>
              <a:ext uri="{FF2B5EF4-FFF2-40B4-BE49-F238E27FC236}">
                <a16:creationId xmlns:a16="http://schemas.microsoft.com/office/drawing/2014/main" id="{A2DEF96B-86EE-7144-BD4A-23065D792A93}"/>
              </a:ext>
            </a:extLst>
          </p:cNvPr>
          <p:cNvCxnSpPr>
            <a:cxnSpLocks noChangeShapeType="1"/>
          </p:cNvCxnSpPr>
          <p:nvPr/>
        </p:nvCxnSpPr>
        <p:spPr bwMode="auto">
          <a:xfrm flipV="1">
            <a:off x="4486188" y="3530503"/>
            <a:ext cx="263525"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8" name="Straight Connector 299">
            <a:extLst>
              <a:ext uri="{FF2B5EF4-FFF2-40B4-BE49-F238E27FC236}">
                <a16:creationId xmlns:a16="http://schemas.microsoft.com/office/drawing/2014/main" id="{555BA90C-F55F-9A4F-9697-475AB2129606}"/>
              </a:ext>
            </a:extLst>
          </p:cNvPr>
          <p:cNvCxnSpPr>
            <a:cxnSpLocks noChangeShapeType="1"/>
          </p:cNvCxnSpPr>
          <p:nvPr/>
        </p:nvCxnSpPr>
        <p:spPr bwMode="auto">
          <a:xfrm flipV="1">
            <a:off x="4165513" y="3354291"/>
            <a:ext cx="209550" cy="1095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9" name="Straight Connector 300">
            <a:extLst>
              <a:ext uri="{FF2B5EF4-FFF2-40B4-BE49-F238E27FC236}">
                <a16:creationId xmlns:a16="http://schemas.microsoft.com/office/drawing/2014/main" id="{06CA7B3A-E066-F645-A065-DE454C32D980}"/>
              </a:ext>
            </a:extLst>
          </p:cNvPr>
          <p:cNvCxnSpPr>
            <a:cxnSpLocks noChangeShapeType="1"/>
          </p:cNvCxnSpPr>
          <p:nvPr/>
        </p:nvCxnSpPr>
        <p:spPr bwMode="auto">
          <a:xfrm flipV="1">
            <a:off x="3827375" y="3654328"/>
            <a:ext cx="222250" cy="984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0" name="Straight Connector 301">
            <a:extLst>
              <a:ext uri="{FF2B5EF4-FFF2-40B4-BE49-F238E27FC236}">
                <a16:creationId xmlns:a16="http://schemas.microsoft.com/office/drawing/2014/main" id="{BACA8AA4-CF1D-5F48-933F-B11117821D9A}"/>
              </a:ext>
            </a:extLst>
          </p:cNvPr>
          <p:cNvCxnSpPr>
            <a:cxnSpLocks noChangeShapeType="1"/>
          </p:cNvCxnSpPr>
          <p:nvPr/>
        </p:nvCxnSpPr>
        <p:spPr bwMode="auto">
          <a:xfrm flipV="1">
            <a:off x="4719550" y="3579716"/>
            <a:ext cx="273050" cy="254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1" name="Straight Connector 302">
            <a:extLst>
              <a:ext uri="{FF2B5EF4-FFF2-40B4-BE49-F238E27FC236}">
                <a16:creationId xmlns:a16="http://schemas.microsoft.com/office/drawing/2014/main" id="{DCD16DCF-19C7-244F-A0A1-9DB175274AC6}"/>
              </a:ext>
            </a:extLst>
          </p:cNvPr>
          <p:cNvCxnSpPr>
            <a:cxnSpLocks noChangeShapeType="1"/>
          </p:cNvCxnSpPr>
          <p:nvPr/>
        </p:nvCxnSpPr>
        <p:spPr bwMode="auto">
          <a:xfrm flipH="1" flipV="1">
            <a:off x="5251363" y="3565428"/>
            <a:ext cx="387350" cy="1254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2" name="Straight Connector 303">
            <a:extLst>
              <a:ext uri="{FF2B5EF4-FFF2-40B4-BE49-F238E27FC236}">
                <a16:creationId xmlns:a16="http://schemas.microsoft.com/office/drawing/2014/main" id="{5D4D6C28-B196-BF48-A9D5-692E12992F1C}"/>
              </a:ext>
            </a:extLst>
          </p:cNvPr>
          <p:cNvCxnSpPr>
            <a:cxnSpLocks noChangeShapeType="1"/>
          </p:cNvCxnSpPr>
          <p:nvPr/>
        </p:nvCxnSpPr>
        <p:spPr bwMode="auto">
          <a:xfrm flipV="1">
            <a:off x="5237075" y="3216178"/>
            <a:ext cx="307975" cy="1984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3" name="Straight Connector 304">
            <a:extLst>
              <a:ext uri="{FF2B5EF4-FFF2-40B4-BE49-F238E27FC236}">
                <a16:creationId xmlns:a16="http://schemas.microsoft.com/office/drawing/2014/main" id="{838A4044-BFFD-4A45-BC18-5752B0840588}"/>
              </a:ext>
            </a:extLst>
          </p:cNvPr>
          <p:cNvCxnSpPr>
            <a:cxnSpLocks noChangeShapeType="1"/>
          </p:cNvCxnSpPr>
          <p:nvPr/>
        </p:nvCxnSpPr>
        <p:spPr bwMode="auto">
          <a:xfrm flipH="1" flipV="1">
            <a:off x="4109950" y="3086003"/>
            <a:ext cx="246063" cy="873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814" name="TextBox 39958">
            <a:extLst>
              <a:ext uri="{FF2B5EF4-FFF2-40B4-BE49-F238E27FC236}">
                <a16:creationId xmlns:a16="http://schemas.microsoft.com/office/drawing/2014/main" id="{6F6B1677-D08C-6A47-B407-042662BB76A0}"/>
              </a:ext>
            </a:extLst>
          </p:cNvPr>
          <p:cNvSpPr txBox="1">
            <a:spLocks noChangeArrowheads="1"/>
          </p:cNvSpPr>
          <p:nvPr/>
        </p:nvSpPr>
        <p:spPr bwMode="auto">
          <a:xfrm>
            <a:off x="3044738" y="3127278"/>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A</a:t>
            </a:r>
          </a:p>
        </p:txBody>
      </p:sp>
      <p:grpSp>
        <p:nvGrpSpPr>
          <p:cNvPr id="815" name="Group 814">
            <a:extLst>
              <a:ext uri="{FF2B5EF4-FFF2-40B4-BE49-F238E27FC236}">
                <a16:creationId xmlns:a16="http://schemas.microsoft.com/office/drawing/2014/main" id="{47996727-7119-574B-8617-ECC07818FEDD}"/>
              </a:ext>
            </a:extLst>
          </p:cNvPr>
          <p:cNvGrpSpPr/>
          <p:nvPr/>
        </p:nvGrpSpPr>
        <p:grpSpPr>
          <a:xfrm>
            <a:off x="4779875" y="3395180"/>
            <a:ext cx="541338" cy="223023"/>
            <a:chOff x="7493876" y="2774731"/>
            <a:chExt cx="1481958" cy="894622"/>
          </a:xfrm>
        </p:grpSpPr>
        <p:sp>
          <p:nvSpPr>
            <p:cNvPr id="1038" name="Freeform 1037">
              <a:extLst>
                <a:ext uri="{FF2B5EF4-FFF2-40B4-BE49-F238E27FC236}">
                  <a16:creationId xmlns:a16="http://schemas.microsoft.com/office/drawing/2014/main" id="{3EDFEF2E-E8B6-3841-B07D-9D0CA292425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39" name="Oval 1038">
              <a:extLst>
                <a:ext uri="{FF2B5EF4-FFF2-40B4-BE49-F238E27FC236}">
                  <a16:creationId xmlns:a16="http://schemas.microsoft.com/office/drawing/2014/main" id="{EBF872C2-5DB2-1143-8057-32D36F4F7DE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40" name="Group 1039">
              <a:extLst>
                <a:ext uri="{FF2B5EF4-FFF2-40B4-BE49-F238E27FC236}">
                  <a16:creationId xmlns:a16="http://schemas.microsoft.com/office/drawing/2014/main" id="{E45C82B8-7745-8345-80DF-E1551574C0B5}"/>
                </a:ext>
              </a:extLst>
            </p:cNvPr>
            <p:cNvGrpSpPr/>
            <p:nvPr/>
          </p:nvGrpSpPr>
          <p:grpSpPr>
            <a:xfrm>
              <a:off x="7713663" y="2848339"/>
              <a:ext cx="1042107" cy="425543"/>
              <a:chOff x="7786941" y="2884917"/>
              <a:chExt cx="897649" cy="353919"/>
            </a:xfrm>
          </p:grpSpPr>
          <p:sp>
            <p:nvSpPr>
              <p:cNvPr id="1041" name="Freeform 1040">
                <a:extLst>
                  <a:ext uri="{FF2B5EF4-FFF2-40B4-BE49-F238E27FC236}">
                    <a16:creationId xmlns:a16="http://schemas.microsoft.com/office/drawing/2014/main" id="{AADF328D-9F75-D443-B009-78195511DE0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2" name="Freeform 1041">
                <a:extLst>
                  <a:ext uri="{FF2B5EF4-FFF2-40B4-BE49-F238E27FC236}">
                    <a16:creationId xmlns:a16="http://schemas.microsoft.com/office/drawing/2014/main" id="{CABE0F12-0414-E047-9D94-A57A4F3F8B1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3" name="Freeform 1042">
                <a:extLst>
                  <a:ext uri="{FF2B5EF4-FFF2-40B4-BE49-F238E27FC236}">
                    <a16:creationId xmlns:a16="http://schemas.microsoft.com/office/drawing/2014/main" id="{61DB4664-2DC3-D243-A319-728D82FDC8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4" name="Freeform 1043">
                <a:extLst>
                  <a:ext uri="{FF2B5EF4-FFF2-40B4-BE49-F238E27FC236}">
                    <a16:creationId xmlns:a16="http://schemas.microsoft.com/office/drawing/2014/main" id="{3A39F596-0CEB-FB44-8298-3CCA7A8E5D8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7" name="Group 816">
            <a:extLst>
              <a:ext uri="{FF2B5EF4-FFF2-40B4-BE49-F238E27FC236}">
                <a16:creationId xmlns:a16="http://schemas.microsoft.com/office/drawing/2014/main" id="{FF12777F-B030-4549-A7FC-82449D14AB56}"/>
              </a:ext>
            </a:extLst>
          </p:cNvPr>
          <p:cNvGrpSpPr/>
          <p:nvPr/>
        </p:nvGrpSpPr>
        <p:grpSpPr>
          <a:xfrm>
            <a:off x="4228292" y="3150704"/>
            <a:ext cx="541338" cy="223023"/>
            <a:chOff x="7493876" y="2774731"/>
            <a:chExt cx="1481958" cy="894622"/>
          </a:xfrm>
        </p:grpSpPr>
        <p:sp>
          <p:nvSpPr>
            <p:cNvPr id="1024" name="Freeform 1023">
              <a:extLst>
                <a:ext uri="{FF2B5EF4-FFF2-40B4-BE49-F238E27FC236}">
                  <a16:creationId xmlns:a16="http://schemas.microsoft.com/office/drawing/2014/main" id="{99010B44-64C2-AB4E-A534-5DD841F54CC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25" name="Oval 1024">
              <a:extLst>
                <a:ext uri="{FF2B5EF4-FFF2-40B4-BE49-F238E27FC236}">
                  <a16:creationId xmlns:a16="http://schemas.microsoft.com/office/drawing/2014/main" id="{F609C7A8-5C64-1E46-89AE-A8782A6AB2A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26" name="Group 1025">
              <a:extLst>
                <a:ext uri="{FF2B5EF4-FFF2-40B4-BE49-F238E27FC236}">
                  <a16:creationId xmlns:a16="http://schemas.microsoft.com/office/drawing/2014/main" id="{467733F2-A942-984D-951B-4FC5E9704E12}"/>
                </a:ext>
              </a:extLst>
            </p:cNvPr>
            <p:cNvGrpSpPr/>
            <p:nvPr/>
          </p:nvGrpSpPr>
          <p:grpSpPr>
            <a:xfrm>
              <a:off x="7713663" y="2848339"/>
              <a:ext cx="1042107" cy="425543"/>
              <a:chOff x="7786941" y="2884917"/>
              <a:chExt cx="897649" cy="353919"/>
            </a:xfrm>
          </p:grpSpPr>
          <p:sp>
            <p:nvSpPr>
              <p:cNvPr id="1027" name="Freeform 1026">
                <a:extLst>
                  <a:ext uri="{FF2B5EF4-FFF2-40B4-BE49-F238E27FC236}">
                    <a16:creationId xmlns:a16="http://schemas.microsoft.com/office/drawing/2014/main" id="{9C762EC2-20E2-E34D-BF85-6154BC77A20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8" name="Freeform 1027">
                <a:extLst>
                  <a:ext uri="{FF2B5EF4-FFF2-40B4-BE49-F238E27FC236}">
                    <a16:creationId xmlns:a16="http://schemas.microsoft.com/office/drawing/2014/main" id="{816CB66E-9C37-534A-85AC-84C51BA8D57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9" name="Freeform 1028">
                <a:extLst>
                  <a:ext uri="{FF2B5EF4-FFF2-40B4-BE49-F238E27FC236}">
                    <a16:creationId xmlns:a16="http://schemas.microsoft.com/office/drawing/2014/main" id="{E4DE6B81-6776-9B45-B52B-E80CB62D179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Freeform 1029">
                <a:extLst>
                  <a:ext uri="{FF2B5EF4-FFF2-40B4-BE49-F238E27FC236}">
                    <a16:creationId xmlns:a16="http://schemas.microsoft.com/office/drawing/2014/main" id="{EAF14958-EE5D-3742-8285-298B3270B75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8" name="Group 817">
            <a:extLst>
              <a:ext uri="{FF2B5EF4-FFF2-40B4-BE49-F238E27FC236}">
                <a16:creationId xmlns:a16="http://schemas.microsoft.com/office/drawing/2014/main" id="{1EC3981A-429A-8B48-A3A4-3F38950EE426}"/>
              </a:ext>
            </a:extLst>
          </p:cNvPr>
          <p:cNvGrpSpPr/>
          <p:nvPr/>
        </p:nvGrpSpPr>
        <p:grpSpPr>
          <a:xfrm>
            <a:off x="3972632" y="3451642"/>
            <a:ext cx="541338" cy="223023"/>
            <a:chOff x="7493876" y="2774731"/>
            <a:chExt cx="1481958" cy="894622"/>
          </a:xfrm>
        </p:grpSpPr>
        <p:sp>
          <p:nvSpPr>
            <p:cNvPr id="1017" name="Freeform 1016">
              <a:extLst>
                <a:ext uri="{FF2B5EF4-FFF2-40B4-BE49-F238E27FC236}">
                  <a16:creationId xmlns:a16="http://schemas.microsoft.com/office/drawing/2014/main" id="{4AD6CA35-9890-0743-96D1-73AC7E92080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18" name="Oval 1017">
              <a:extLst>
                <a:ext uri="{FF2B5EF4-FFF2-40B4-BE49-F238E27FC236}">
                  <a16:creationId xmlns:a16="http://schemas.microsoft.com/office/drawing/2014/main" id="{9C75BC85-7B77-844A-A090-98B72437D10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19" name="Group 1018">
              <a:extLst>
                <a:ext uri="{FF2B5EF4-FFF2-40B4-BE49-F238E27FC236}">
                  <a16:creationId xmlns:a16="http://schemas.microsoft.com/office/drawing/2014/main" id="{BB68491C-B2BC-5F4D-8E2D-9B5AF1FF9752}"/>
                </a:ext>
              </a:extLst>
            </p:cNvPr>
            <p:cNvGrpSpPr/>
            <p:nvPr/>
          </p:nvGrpSpPr>
          <p:grpSpPr>
            <a:xfrm>
              <a:off x="7713663" y="2848339"/>
              <a:ext cx="1042107" cy="425543"/>
              <a:chOff x="7786941" y="2884917"/>
              <a:chExt cx="897649" cy="353919"/>
            </a:xfrm>
          </p:grpSpPr>
          <p:sp>
            <p:nvSpPr>
              <p:cNvPr id="1020" name="Freeform 1019">
                <a:extLst>
                  <a:ext uri="{FF2B5EF4-FFF2-40B4-BE49-F238E27FC236}">
                    <a16:creationId xmlns:a16="http://schemas.microsoft.com/office/drawing/2014/main" id="{6A1C4FC8-1F5B-5C45-82B9-CE47B968AF4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1" name="Freeform 1020">
                <a:extLst>
                  <a:ext uri="{FF2B5EF4-FFF2-40B4-BE49-F238E27FC236}">
                    <a16:creationId xmlns:a16="http://schemas.microsoft.com/office/drawing/2014/main" id="{726EAB2B-C360-BB43-9D51-609E86D205B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2" name="Freeform 1021">
                <a:extLst>
                  <a:ext uri="{FF2B5EF4-FFF2-40B4-BE49-F238E27FC236}">
                    <a16:creationId xmlns:a16="http://schemas.microsoft.com/office/drawing/2014/main" id="{6DC07A6D-089D-B644-A213-63263AEE673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3" name="Freeform 1022">
                <a:extLst>
                  <a:ext uri="{FF2B5EF4-FFF2-40B4-BE49-F238E27FC236}">
                    <a16:creationId xmlns:a16="http://schemas.microsoft.com/office/drawing/2014/main" id="{32E701D2-9EC5-3C41-9EF1-B1EDD98324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821" name="Oval 3">
            <a:extLst>
              <a:ext uri="{FF2B5EF4-FFF2-40B4-BE49-F238E27FC236}">
                <a16:creationId xmlns:a16="http://schemas.microsoft.com/office/drawing/2014/main" id="{175C21D2-17F4-1C48-AD8B-3CA2017D329F}"/>
              </a:ext>
            </a:extLst>
          </p:cNvPr>
          <p:cNvSpPr>
            <a:spLocks noChangeArrowheads="1"/>
          </p:cNvSpPr>
          <p:nvPr/>
        </p:nvSpPr>
        <p:spPr bwMode="auto">
          <a:xfrm>
            <a:off x="2671675" y="4260753"/>
            <a:ext cx="2941638" cy="132397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822" name="Straight Connector 10">
            <a:extLst>
              <a:ext uri="{FF2B5EF4-FFF2-40B4-BE49-F238E27FC236}">
                <a16:creationId xmlns:a16="http://schemas.microsoft.com/office/drawing/2014/main" id="{7DC3F383-B8A6-0D47-AA14-533688BAAE4D}"/>
              </a:ext>
            </a:extLst>
          </p:cNvPr>
          <p:cNvCxnSpPr>
            <a:cxnSpLocks noChangeShapeType="1"/>
          </p:cNvCxnSpPr>
          <p:nvPr/>
        </p:nvCxnSpPr>
        <p:spPr bwMode="auto">
          <a:xfrm>
            <a:off x="3706725" y="4494116"/>
            <a:ext cx="969963" cy="682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3" name="Straight Connector 297">
            <a:extLst>
              <a:ext uri="{FF2B5EF4-FFF2-40B4-BE49-F238E27FC236}">
                <a16:creationId xmlns:a16="http://schemas.microsoft.com/office/drawing/2014/main" id="{FA2FCD93-6174-FC43-97E3-B56BA29EFE98}"/>
              </a:ext>
            </a:extLst>
          </p:cNvPr>
          <p:cNvCxnSpPr>
            <a:cxnSpLocks noChangeShapeType="1"/>
          </p:cNvCxnSpPr>
          <p:nvPr/>
        </p:nvCxnSpPr>
        <p:spPr bwMode="auto">
          <a:xfrm>
            <a:off x="4209963" y="4781453"/>
            <a:ext cx="109537" cy="793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4" name="Straight Connector 298">
            <a:extLst>
              <a:ext uri="{FF2B5EF4-FFF2-40B4-BE49-F238E27FC236}">
                <a16:creationId xmlns:a16="http://schemas.microsoft.com/office/drawing/2014/main" id="{FBA241B7-1D0B-3446-B887-DF2A60562C63}"/>
              </a:ext>
            </a:extLst>
          </p:cNvPr>
          <p:cNvCxnSpPr>
            <a:cxnSpLocks noChangeShapeType="1"/>
          </p:cNvCxnSpPr>
          <p:nvPr/>
        </p:nvCxnSpPr>
        <p:spPr bwMode="auto">
          <a:xfrm flipV="1">
            <a:off x="4027400" y="4976716"/>
            <a:ext cx="222250"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5" name="Straight Connector 299">
            <a:extLst>
              <a:ext uri="{FF2B5EF4-FFF2-40B4-BE49-F238E27FC236}">
                <a16:creationId xmlns:a16="http://schemas.microsoft.com/office/drawing/2014/main" id="{9EF281DF-1EAB-9642-86CE-67F25A55ACBF}"/>
              </a:ext>
            </a:extLst>
          </p:cNvPr>
          <p:cNvCxnSpPr>
            <a:cxnSpLocks noChangeShapeType="1"/>
          </p:cNvCxnSpPr>
          <p:nvPr/>
        </p:nvCxnSpPr>
        <p:spPr bwMode="auto">
          <a:xfrm flipV="1">
            <a:off x="3754350" y="4808441"/>
            <a:ext cx="177800" cy="1063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6" name="Straight Connector 300">
            <a:extLst>
              <a:ext uri="{FF2B5EF4-FFF2-40B4-BE49-F238E27FC236}">
                <a16:creationId xmlns:a16="http://schemas.microsoft.com/office/drawing/2014/main" id="{CF0B6ED5-64C1-F64C-B490-65D8887CD46F}"/>
              </a:ext>
            </a:extLst>
          </p:cNvPr>
          <p:cNvCxnSpPr>
            <a:cxnSpLocks noChangeShapeType="1"/>
          </p:cNvCxnSpPr>
          <p:nvPr/>
        </p:nvCxnSpPr>
        <p:spPr bwMode="auto">
          <a:xfrm flipV="1">
            <a:off x="3468600" y="5095778"/>
            <a:ext cx="188913" cy="952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7" name="Straight Connector 301">
            <a:extLst>
              <a:ext uri="{FF2B5EF4-FFF2-40B4-BE49-F238E27FC236}">
                <a16:creationId xmlns:a16="http://schemas.microsoft.com/office/drawing/2014/main" id="{6F25A2AA-9AAF-7545-A621-843340E23A8A}"/>
              </a:ext>
            </a:extLst>
          </p:cNvPr>
          <p:cNvCxnSpPr>
            <a:cxnSpLocks noChangeShapeType="1"/>
          </p:cNvCxnSpPr>
          <p:nvPr/>
        </p:nvCxnSpPr>
        <p:spPr bwMode="auto">
          <a:xfrm flipV="1">
            <a:off x="4224250" y="5024341"/>
            <a:ext cx="231775" cy="2444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8" name="Straight Connector 302">
            <a:extLst>
              <a:ext uri="{FF2B5EF4-FFF2-40B4-BE49-F238E27FC236}">
                <a16:creationId xmlns:a16="http://schemas.microsoft.com/office/drawing/2014/main" id="{A85DF839-8C92-7C4C-9E4F-95253E4F64D1}"/>
              </a:ext>
            </a:extLst>
          </p:cNvPr>
          <p:cNvCxnSpPr>
            <a:cxnSpLocks noChangeShapeType="1"/>
          </p:cNvCxnSpPr>
          <p:nvPr/>
        </p:nvCxnSpPr>
        <p:spPr bwMode="auto">
          <a:xfrm flipH="1" flipV="1">
            <a:off x="4675100" y="5011641"/>
            <a:ext cx="327025" cy="1190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9" name="Straight Connector 303">
            <a:extLst>
              <a:ext uri="{FF2B5EF4-FFF2-40B4-BE49-F238E27FC236}">
                <a16:creationId xmlns:a16="http://schemas.microsoft.com/office/drawing/2014/main" id="{F434154C-8D83-9441-B097-3BBC275FD9C7}"/>
              </a:ext>
            </a:extLst>
          </p:cNvPr>
          <p:cNvCxnSpPr>
            <a:cxnSpLocks noChangeShapeType="1"/>
          </p:cNvCxnSpPr>
          <p:nvPr/>
        </p:nvCxnSpPr>
        <p:spPr bwMode="auto">
          <a:xfrm flipV="1">
            <a:off x="4662400" y="4676678"/>
            <a:ext cx="260350" cy="1889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0" name="Straight Connector 304">
            <a:extLst>
              <a:ext uri="{FF2B5EF4-FFF2-40B4-BE49-F238E27FC236}">
                <a16:creationId xmlns:a16="http://schemas.microsoft.com/office/drawing/2014/main" id="{B524947B-DB9F-7D40-A706-4C17DE2A5010}"/>
              </a:ext>
            </a:extLst>
          </p:cNvPr>
          <p:cNvCxnSpPr>
            <a:cxnSpLocks noChangeShapeType="1"/>
          </p:cNvCxnSpPr>
          <p:nvPr/>
        </p:nvCxnSpPr>
        <p:spPr bwMode="auto">
          <a:xfrm flipH="1" flipV="1">
            <a:off x="3708313" y="4551266"/>
            <a:ext cx="207962" cy="841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831" name="TextBox 39958">
            <a:extLst>
              <a:ext uri="{FF2B5EF4-FFF2-40B4-BE49-F238E27FC236}">
                <a16:creationId xmlns:a16="http://schemas.microsoft.com/office/drawing/2014/main" id="{E2B94A9A-0F9D-2848-A0CF-4BF11CF94A72}"/>
              </a:ext>
            </a:extLst>
          </p:cNvPr>
          <p:cNvSpPr txBox="1">
            <a:spLocks noChangeArrowheads="1"/>
          </p:cNvSpPr>
          <p:nvPr/>
        </p:nvSpPr>
        <p:spPr bwMode="auto">
          <a:xfrm>
            <a:off x="2806613" y="4590953"/>
            <a:ext cx="788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C</a:t>
            </a:r>
          </a:p>
        </p:txBody>
      </p:sp>
      <p:sp>
        <p:nvSpPr>
          <p:cNvPr id="832" name="Oval 3">
            <a:extLst>
              <a:ext uri="{FF2B5EF4-FFF2-40B4-BE49-F238E27FC236}">
                <a16:creationId xmlns:a16="http://schemas.microsoft.com/office/drawing/2014/main" id="{A702DE6F-D4A0-8F44-AA63-D6E15375CD8E}"/>
              </a:ext>
            </a:extLst>
          </p:cNvPr>
          <p:cNvSpPr>
            <a:spLocks noChangeArrowheads="1"/>
          </p:cNvSpPr>
          <p:nvPr/>
        </p:nvSpPr>
        <p:spPr bwMode="auto">
          <a:xfrm>
            <a:off x="5765713" y="3706716"/>
            <a:ext cx="3219450" cy="134302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833" name="Straight Connector 10">
            <a:extLst>
              <a:ext uri="{FF2B5EF4-FFF2-40B4-BE49-F238E27FC236}">
                <a16:creationId xmlns:a16="http://schemas.microsoft.com/office/drawing/2014/main" id="{3F8196DF-0888-8E49-98D7-DA224C7BE9E9}"/>
              </a:ext>
            </a:extLst>
          </p:cNvPr>
          <p:cNvCxnSpPr>
            <a:cxnSpLocks noChangeShapeType="1"/>
          </p:cNvCxnSpPr>
          <p:nvPr/>
        </p:nvCxnSpPr>
        <p:spPr bwMode="auto">
          <a:xfrm>
            <a:off x="6899188" y="3943253"/>
            <a:ext cx="1062037" cy="698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4" name="Straight Connector 297">
            <a:extLst>
              <a:ext uri="{FF2B5EF4-FFF2-40B4-BE49-F238E27FC236}">
                <a16:creationId xmlns:a16="http://schemas.microsoft.com/office/drawing/2014/main" id="{1B258AC6-D04D-9E42-938E-20E66E809546}"/>
              </a:ext>
            </a:extLst>
          </p:cNvPr>
          <p:cNvCxnSpPr>
            <a:cxnSpLocks noChangeShapeType="1"/>
          </p:cNvCxnSpPr>
          <p:nvPr/>
        </p:nvCxnSpPr>
        <p:spPr bwMode="auto">
          <a:xfrm>
            <a:off x="7450050" y="4233766"/>
            <a:ext cx="120650" cy="825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5" name="Straight Connector 298">
            <a:extLst>
              <a:ext uri="{FF2B5EF4-FFF2-40B4-BE49-F238E27FC236}">
                <a16:creationId xmlns:a16="http://schemas.microsoft.com/office/drawing/2014/main" id="{413995ED-2F60-8B4D-8D7F-93AD98A8938C}"/>
              </a:ext>
            </a:extLst>
          </p:cNvPr>
          <p:cNvCxnSpPr>
            <a:cxnSpLocks noChangeShapeType="1"/>
          </p:cNvCxnSpPr>
          <p:nvPr/>
        </p:nvCxnSpPr>
        <p:spPr bwMode="auto">
          <a:xfrm flipV="1">
            <a:off x="7250025" y="4433791"/>
            <a:ext cx="242888"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6" name="Straight Connector 299">
            <a:extLst>
              <a:ext uri="{FF2B5EF4-FFF2-40B4-BE49-F238E27FC236}">
                <a16:creationId xmlns:a16="http://schemas.microsoft.com/office/drawing/2014/main" id="{25EF67BD-6045-D34A-B976-7E209CEE56CE}"/>
              </a:ext>
            </a:extLst>
          </p:cNvPr>
          <p:cNvCxnSpPr>
            <a:cxnSpLocks noChangeShapeType="1"/>
          </p:cNvCxnSpPr>
          <p:nvPr/>
        </p:nvCxnSpPr>
        <p:spPr bwMode="auto">
          <a:xfrm flipV="1">
            <a:off x="6951575" y="4262341"/>
            <a:ext cx="195263" cy="1063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7" name="Straight Connector 300">
            <a:extLst>
              <a:ext uri="{FF2B5EF4-FFF2-40B4-BE49-F238E27FC236}">
                <a16:creationId xmlns:a16="http://schemas.microsoft.com/office/drawing/2014/main" id="{36B4AB57-694E-3A49-B3F1-69CBFBA7E4FF}"/>
              </a:ext>
            </a:extLst>
          </p:cNvPr>
          <p:cNvCxnSpPr>
            <a:cxnSpLocks noChangeShapeType="1"/>
          </p:cNvCxnSpPr>
          <p:nvPr/>
        </p:nvCxnSpPr>
        <p:spPr bwMode="auto">
          <a:xfrm flipV="1">
            <a:off x="6638838" y="4554441"/>
            <a:ext cx="206375" cy="952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8" name="Straight Connector 301">
            <a:extLst>
              <a:ext uri="{FF2B5EF4-FFF2-40B4-BE49-F238E27FC236}">
                <a16:creationId xmlns:a16="http://schemas.microsoft.com/office/drawing/2014/main" id="{327866EC-442B-E449-A507-1ADB2897607E}"/>
              </a:ext>
            </a:extLst>
          </p:cNvPr>
          <p:cNvCxnSpPr>
            <a:cxnSpLocks noChangeShapeType="1"/>
          </p:cNvCxnSpPr>
          <p:nvPr/>
        </p:nvCxnSpPr>
        <p:spPr bwMode="auto">
          <a:xfrm flipV="1">
            <a:off x="7465925" y="4481416"/>
            <a:ext cx="254000" cy="2476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9" name="Straight Connector 302">
            <a:extLst>
              <a:ext uri="{FF2B5EF4-FFF2-40B4-BE49-F238E27FC236}">
                <a16:creationId xmlns:a16="http://schemas.microsoft.com/office/drawing/2014/main" id="{0B9882C7-E94F-0A47-A7DE-70A6E795938B}"/>
              </a:ext>
            </a:extLst>
          </p:cNvPr>
          <p:cNvCxnSpPr>
            <a:cxnSpLocks noChangeShapeType="1"/>
          </p:cNvCxnSpPr>
          <p:nvPr/>
        </p:nvCxnSpPr>
        <p:spPr bwMode="auto">
          <a:xfrm flipH="1" flipV="1">
            <a:off x="7929475" y="4460778"/>
            <a:ext cx="358775" cy="1206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40" name="Straight Connector 303">
            <a:extLst>
              <a:ext uri="{FF2B5EF4-FFF2-40B4-BE49-F238E27FC236}">
                <a16:creationId xmlns:a16="http://schemas.microsoft.com/office/drawing/2014/main" id="{07F3D5AB-917A-3646-B73E-0784162E7E10}"/>
              </a:ext>
            </a:extLst>
          </p:cNvPr>
          <p:cNvCxnSpPr>
            <a:cxnSpLocks noChangeShapeType="1"/>
          </p:cNvCxnSpPr>
          <p:nvPr/>
        </p:nvCxnSpPr>
        <p:spPr bwMode="auto">
          <a:xfrm flipV="1">
            <a:off x="7945350" y="4127403"/>
            <a:ext cx="285750" cy="1920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41" name="Straight Connector 304">
            <a:extLst>
              <a:ext uri="{FF2B5EF4-FFF2-40B4-BE49-F238E27FC236}">
                <a16:creationId xmlns:a16="http://schemas.microsoft.com/office/drawing/2014/main" id="{7EE99713-0073-4441-B515-ACBBCD81E0FB}"/>
              </a:ext>
            </a:extLst>
          </p:cNvPr>
          <p:cNvCxnSpPr>
            <a:cxnSpLocks noChangeShapeType="1"/>
          </p:cNvCxnSpPr>
          <p:nvPr/>
        </p:nvCxnSpPr>
        <p:spPr bwMode="auto">
          <a:xfrm flipH="1" flipV="1">
            <a:off x="6900775" y="4000403"/>
            <a:ext cx="227013" cy="857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842" name="TextBox 39958">
            <a:extLst>
              <a:ext uri="{FF2B5EF4-FFF2-40B4-BE49-F238E27FC236}">
                <a16:creationId xmlns:a16="http://schemas.microsoft.com/office/drawing/2014/main" id="{9B066AAE-482E-0B40-BE56-8CA80740394E}"/>
              </a:ext>
            </a:extLst>
          </p:cNvPr>
          <p:cNvSpPr txBox="1">
            <a:spLocks noChangeArrowheads="1"/>
          </p:cNvSpPr>
          <p:nvPr/>
        </p:nvSpPr>
        <p:spPr bwMode="auto">
          <a:xfrm>
            <a:off x="5914938" y="4040091"/>
            <a:ext cx="7954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B</a:t>
            </a:r>
          </a:p>
        </p:txBody>
      </p:sp>
      <p:cxnSp>
        <p:nvCxnSpPr>
          <p:cNvPr id="843" name="Straight Connector 12">
            <a:extLst>
              <a:ext uri="{FF2B5EF4-FFF2-40B4-BE49-F238E27FC236}">
                <a16:creationId xmlns:a16="http://schemas.microsoft.com/office/drawing/2014/main" id="{F300F1C8-847A-BE41-8774-57B1DCD8D5D3}"/>
              </a:ext>
            </a:extLst>
          </p:cNvPr>
          <p:cNvCxnSpPr>
            <a:cxnSpLocks noChangeShapeType="1"/>
          </p:cNvCxnSpPr>
          <p:nvPr/>
        </p:nvCxnSpPr>
        <p:spPr bwMode="auto">
          <a:xfrm>
            <a:off x="3533688" y="2666903"/>
            <a:ext cx="238125" cy="2619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4" name="Straight Connector 500">
            <a:extLst>
              <a:ext uri="{FF2B5EF4-FFF2-40B4-BE49-F238E27FC236}">
                <a16:creationId xmlns:a16="http://schemas.microsoft.com/office/drawing/2014/main" id="{1B992F92-593B-A846-BD86-3EA9B3B7BADD}"/>
              </a:ext>
            </a:extLst>
          </p:cNvPr>
          <p:cNvCxnSpPr>
            <a:cxnSpLocks noChangeShapeType="1"/>
          </p:cNvCxnSpPr>
          <p:nvPr/>
        </p:nvCxnSpPr>
        <p:spPr bwMode="auto">
          <a:xfrm>
            <a:off x="2789150" y="2906616"/>
            <a:ext cx="831850" cy="619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5" name="Straight Connector 501">
            <a:extLst>
              <a:ext uri="{FF2B5EF4-FFF2-40B4-BE49-F238E27FC236}">
                <a16:creationId xmlns:a16="http://schemas.microsoft.com/office/drawing/2014/main" id="{56296F92-1F9C-784A-A6FD-76A4CAC7D08E}"/>
              </a:ext>
            </a:extLst>
          </p:cNvPr>
          <p:cNvCxnSpPr>
            <a:cxnSpLocks noChangeShapeType="1"/>
          </p:cNvCxnSpPr>
          <p:nvPr/>
        </p:nvCxnSpPr>
        <p:spPr bwMode="auto">
          <a:xfrm flipV="1">
            <a:off x="2385925" y="3030441"/>
            <a:ext cx="1303338" cy="2778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6" name="Straight Connector 502">
            <a:extLst>
              <a:ext uri="{FF2B5EF4-FFF2-40B4-BE49-F238E27FC236}">
                <a16:creationId xmlns:a16="http://schemas.microsoft.com/office/drawing/2014/main" id="{3F67B9C4-4FEC-1240-9C01-EB8A6EE3CDEB}"/>
              </a:ext>
            </a:extLst>
          </p:cNvPr>
          <p:cNvCxnSpPr>
            <a:cxnSpLocks noChangeShapeType="1"/>
          </p:cNvCxnSpPr>
          <p:nvPr/>
        </p:nvCxnSpPr>
        <p:spPr bwMode="auto">
          <a:xfrm>
            <a:off x="5067213" y="2468466"/>
            <a:ext cx="307975" cy="5730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7" name="Straight Connector 503">
            <a:extLst>
              <a:ext uri="{FF2B5EF4-FFF2-40B4-BE49-F238E27FC236}">
                <a16:creationId xmlns:a16="http://schemas.microsoft.com/office/drawing/2014/main" id="{545AD480-9636-0E4B-B4B9-9B4ADC620A03}"/>
              </a:ext>
            </a:extLst>
          </p:cNvPr>
          <p:cNvCxnSpPr>
            <a:cxnSpLocks noChangeShapeType="1"/>
          </p:cNvCxnSpPr>
          <p:nvPr/>
        </p:nvCxnSpPr>
        <p:spPr bwMode="auto">
          <a:xfrm flipH="1">
            <a:off x="5576800" y="2446241"/>
            <a:ext cx="384175" cy="579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8" name="Straight Connector 504">
            <a:extLst>
              <a:ext uri="{FF2B5EF4-FFF2-40B4-BE49-F238E27FC236}">
                <a16:creationId xmlns:a16="http://schemas.microsoft.com/office/drawing/2014/main" id="{71581065-B12B-1A4E-BE8D-55FA0FB7720E}"/>
              </a:ext>
            </a:extLst>
          </p:cNvPr>
          <p:cNvCxnSpPr>
            <a:cxnSpLocks noChangeShapeType="1"/>
          </p:cNvCxnSpPr>
          <p:nvPr/>
        </p:nvCxnSpPr>
        <p:spPr bwMode="auto">
          <a:xfrm>
            <a:off x="7921538" y="2957416"/>
            <a:ext cx="215900" cy="10461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9" name="Straight Connector 505">
            <a:extLst>
              <a:ext uri="{FF2B5EF4-FFF2-40B4-BE49-F238E27FC236}">
                <a16:creationId xmlns:a16="http://schemas.microsoft.com/office/drawing/2014/main" id="{73C31C58-B4CF-814A-A3FD-55A6563CEF48}"/>
              </a:ext>
            </a:extLst>
          </p:cNvPr>
          <p:cNvCxnSpPr>
            <a:cxnSpLocks noChangeShapeType="1"/>
          </p:cNvCxnSpPr>
          <p:nvPr/>
        </p:nvCxnSpPr>
        <p:spPr bwMode="auto">
          <a:xfrm flipH="1">
            <a:off x="8288250" y="3308253"/>
            <a:ext cx="241300" cy="692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0" name="Straight Connector 507">
            <a:extLst>
              <a:ext uri="{FF2B5EF4-FFF2-40B4-BE49-F238E27FC236}">
                <a16:creationId xmlns:a16="http://schemas.microsoft.com/office/drawing/2014/main" id="{EC7E8528-0B6D-CF4D-8A94-85AA80C4CC8F}"/>
              </a:ext>
            </a:extLst>
          </p:cNvPr>
          <p:cNvCxnSpPr>
            <a:cxnSpLocks noChangeShapeType="1"/>
          </p:cNvCxnSpPr>
          <p:nvPr/>
        </p:nvCxnSpPr>
        <p:spPr bwMode="auto">
          <a:xfrm flipH="1" flipV="1">
            <a:off x="8605750" y="4630641"/>
            <a:ext cx="796925" cy="614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1" name="Straight Connector 509">
            <a:extLst>
              <a:ext uri="{FF2B5EF4-FFF2-40B4-BE49-F238E27FC236}">
                <a16:creationId xmlns:a16="http://schemas.microsoft.com/office/drawing/2014/main" id="{711A581A-76D7-8A4E-B14E-08BFC2886934}"/>
              </a:ext>
            </a:extLst>
          </p:cNvPr>
          <p:cNvCxnSpPr>
            <a:cxnSpLocks noChangeShapeType="1"/>
          </p:cNvCxnSpPr>
          <p:nvPr/>
        </p:nvCxnSpPr>
        <p:spPr bwMode="auto">
          <a:xfrm flipH="1" flipV="1">
            <a:off x="6470563" y="4751291"/>
            <a:ext cx="285750" cy="11604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2" name="Straight Connector 510">
            <a:extLst>
              <a:ext uri="{FF2B5EF4-FFF2-40B4-BE49-F238E27FC236}">
                <a16:creationId xmlns:a16="http://schemas.microsoft.com/office/drawing/2014/main" id="{9625A981-0B96-9844-866B-6519CD7ED418}"/>
              </a:ext>
            </a:extLst>
          </p:cNvPr>
          <p:cNvCxnSpPr>
            <a:cxnSpLocks noChangeShapeType="1"/>
          </p:cNvCxnSpPr>
          <p:nvPr/>
        </p:nvCxnSpPr>
        <p:spPr bwMode="auto">
          <a:xfrm flipH="1" flipV="1">
            <a:off x="5219613" y="5102128"/>
            <a:ext cx="371475" cy="9731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3" name="Straight Connector 511">
            <a:extLst>
              <a:ext uri="{FF2B5EF4-FFF2-40B4-BE49-F238E27FC236}">
                <a16:creationId xmlns:a16="http://schemas.microsoft.com/office/drawing/2014/main" id="{6746459F-2A00-6149-8E52-E5B91018DC08}"/>
              </a:ext>
            </a:extLst>
          </p:cNvPr>
          <p:cNvCxnSpPr>
            <a:cxnSpLocks noChangeShapeType="1"/>
          </p:cNvCxnSpPr>
          <p:nvPr/>
        </p:nvCxnSpPr>
        <p:spPr bwMode="auto">
          <a:xfrm flipH="1" flipV="1">
            <a:off x="4295688" y="5249766"/>
            <a:ext cx="244475" cy="6619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4" name="Straight Connector 512">
            <a:extLst>
              <a:ext uri="{FF2B5EF4-FFF2-40B4-BE49-F238E27FC236}">
                <a16:creationId xmlns:a16="http://schemas.microsoft.com/office/drawing/2014/main" id="{3894D9DF-7CD2-5E46-A639-24D288F83334}"/>
              </a:ext>
            </a:extLst>
          </p:cNvPr>
          <p:cNvCxnSpPr>
            <a:cxnSpLocks noChangeShapeType="1"/>
          </p:cNvCxnSpPr>
          <p:nvPr/>
        </p:nvCxnSpPr>
        <p:spPr bwMode="auto">
          <a:xfrm flipV="1">
            <a:off x="2941550" y="5218016"/>
            <a:ext cx="401638" cy="2095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5" name="Straight Connector 513">
            <a:extLst>
              <a:ext uri="{FF2B5EF4-FFF2-40B4-BE49-F238E27FC236}">
                <a16:creationId xmlns:a16="http://schemas.microsoft.com/office/drawing/2014/main" id="{89BD6F64-A1F9-A841-8EE8-ACECF372CCCB}"/>
              </a:ext>
            </a:extLst>
          </p:cNvPr>
          <p:cNvCxnSpPr>
            <a:cxnSpLocks noChangeShapeType="1"/>
          </p:cNvCxnSpPr>
          <p:nvPr/>
        </p:nvCxnSpPr>
        <p:spPr bwMode="auto">
          <a:xfrm>
            <a:off x="2535150" y="5075141"/>
            <a:ext cx="450850" cy="1158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6" name="Straight Connector 514">
            <a:extLst>
              <a:ext uri="{FF2B5EF4-FFF2-40B4-BE49-F238E27FC236}">
                <a16:creationId xmlns:a16="http://schemas.microsoft.com/office/drawing/2014/main" id="{B47AA23F-334E-EE4A-AD28-304C351DF1A9}"/>
              </a:ext>
            </a:extLst>
          </p:cNvPr>
          <p:cNvCxnSpPr>
            <a:cxnSpLocks noChangeShapeType="1"/>
          </p:cNvCxnSpPr>
          <p:nvPr/>
        </p:nvCxnSpPr>
        <p:spPr bwMode="auto">
          <a:xfrm>
            <a:off x="2306550" y="4433791"/>
            <a:ext cx="996950" cy="47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7" name="Straight Connector 508">
            <a:extLst>
              <a:ext uri="{FF2B5EF4-FFF2-40B4-BE49-F238E27FC236}">
                <a16:creationId xmlns:a16="http://schemas.microsoft.com/office/drawing/2014/main" id="{CBDBB96A-3635-3D49-964A-A9C290E5CAD0}"/>
              </a:ext>
            </a:extLst>
          </p:cNvPr>
          <p:cNvCxnSpPr>
            <a:cxnSpLocks noChangeShapeType="1"/>
          </p:cNvCxnSpPr>
          <p:nvPr/>
        </p:nvCxnSpPr>
        <p:spPr bwMode="auto">
          <a:xfrm flipH="1" flipV="1">
            <a:off x="7646900" y="4779866"/>
            <a:ext cx="1047750" cy="9667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8" name="Straight Connector 506">
            <a:extLst>
              <a:ext uri="{FF2B5EF4-FFF2-40B4-BE49-F238E27FC236}">
                <a16:creationId xmlns:a16="http://schemas.microsoft.com/office/drawing/2014/main" id="{AA94DB72-B450-7842-B04E-DCFB91821FC1}"/>
              </a:ext>
            </a:extLst>
          </p:cNvPr>
          <p:cNvCxnSpPr>
            <a:cxnSpLocks noChangeShapeType="1"/>
          </p:cNvCxnSpPr>
          <p:nvPr/>
        </p:nvCxnSpPr>
        <p:spPr bwMode="auto">
          <a:xfrm flipH="1">
            <a:off x="8716875" y="4368703"/>
            <a:ext cx="541338" cy="2492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859" name="Group 858">
            <a:extLst>
              <a:ext uri="{FF2B5EF4-FFF2-40B4-BE49-F238E27FC236}">
                <a16:creationId xmlns:a16="http://schemas.microsoft.com/office/drawing/2014/main" id="{90216148-AEBB-D045-BC04-2476960CEEA7}"/>
              </a:ext>
            </a:extLst>
          </p:cNvPr>
          <p:cNvGrpSpPr/>
          <p:nvPr/>
        </p:nvGrpSpPr>
        <p:grpSpPr>
          <a:xfrm>
            <a:off x="5192625" y="3007829"/>
            <a:ext cx="541338" cy="223023"/>
            <a:chOff x="7493876" y="2774731"/>
            <a:chExt cx="1481958" cy="894622"/>
          </a:xfrm>
        </p:grpSpPr>
        <p:sp>
          <p:nvSpPr>
            <p:cNvPr id="996" name="Freeform 995">
              <a:extLst>
                <a:ext uri="{FF2B5EF4-FFF2-40B4-BE49-F238E27FC236}">
                  <a16:creationId xmlns:a16="http://schemas.microsoft.com/office/drawing/2014/main" id="{7C739FBE-036D-994B-85E2-4440DD53038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97" name="Oval 996">
              <a:extLst>
                <a:ext uri="{FF2B5EF4-FFF2-40B4-BE49-F238E27FC236}">
                  <a16:creationId xmlns:a16="http://schemas.microsoft.com/office/drawing/2014/main" id="{33BC4048-43F2-884D-8016-9AF95DABE2C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98" name="Group 997">
              <a:extLst>
                <a:ext uri="{FF2B5EF4-FFF2-40B4-BE49-F238E27FC236}">
                  <a16:creationId xmlns:a16="http://schemas.microsoft.com/office/drawing/2014/main" id="{130BCC6D-B09E-1C41-A8CF-04A2A9638267}"/>
                </a:ext>
              </a:extLst>
            </p:cNvPr>
            <p:cNvGrpSpPr/>
            <p:nvPr/>
          </p:nvGrpSpPr>
          <p:grpSpPr>
            <a:xfrm>
              <a:off x="7713663" y="2848339"/>
              <a:ext cx="1042107" cy="425543"/>
              <a:chOff x="7786941" y="2884917"/>
              <a:chExt cx="897649" cy="353919"/>
            </a:xfrm>
          </p:grpSpPr>
          <p:sp>
            <p:nvSpPr>
              <p:cNvPr id="999" name="Freeform 998">
                <a:extLst>
                  <a:ext uri="{FF2B5EF4-FFF2-40B4-BE49-F238E27FC236}">
                    <a16:creationId xmlns:a16="http://schemas.microsoft.com/office/drawing/2014/main" id="{0FA93124-8744-5D4F-9E8A-8660696E5BF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0" name="Freeform 999">
                <a:extLst>
                  <a:ext uri="{FF2B5EF4-FFF2-40B4-BE49-F238E27FC236}">
                    <a16:creationId xmlns:a16="http://schemas.microsoft.com/office/drawing/2014/main" id="{17571ADC-29EF-004D-A61B-676F21C86B5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1" name="Freeform 1000">
                <a:extLst>
                  <a:ext uri="{FF2B5EF4-FFF2-40B4-BE49-F238E27FC236}">
                    <a16:creationId xmlns:a16="http://schemas.microsoft.com/office/drawing/2014/main" id="{36F070DE-197E-7F4B-AA78-582124C37FA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2" name="Freeform 1001">
                <a:extLst>
                  <a:ext uri="{FF2B5EF4-FFF2-40B4-BE49-F238E27FC236}">
                    <a16:creationId xmlns:a16="http://schemas.microsoft.com/office/drawing/2014/main" id="{3B0B317D-7F53-E348-81C1-4EE7DBCD590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0" name="Group 859">
            <a:extLst>
              <a:ext uri="{FF2B5EF4-FFF2-40B4-BE49-F238E27FC236}">
                <a16:creationId xmlns:a16="http://schemas.microsoft.com/office/drawing/2014/main" id="{7C41A419-299B-7A4A-A2A5-F2262956EE0F}"/>
              </a:ext>
            </a:extLst>
          </p:cNvPr>
          <p:cNvGrpSpPr/>
          <p:nvPr/>
        </p:nvGrpSpPr>
        <p:grpSpPr>
          <a:xfrm>
            <a:off x="3621872" y="2908203"/>
            <a:ext cx="541338" cy="223023"/>
            <a:chOff x="7493876" y="2774731"/>
            <a:chExt cx="1481958" cy="894622"/>
          </a:xfrm>
        </p:grpSpPr>
        <p:sp>
          <p:nvSpPr>
            <p:cNvPr id="989" name="Freeform 988">
              <a:extLst>
                <a:ext uri="{FF2B5EF4-FFF2-40B4-BE49-F238E27FC236}">
                  <a16:creationId xmlns:a16="http://schemas.microsoft.com/office/drawing/2014/main" id="{E9155573-B861-144A-AA4A-0F52588679C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90" name="Oval 989">
              <a:extLst>
                <a:ext uri="{FF2B5EF4-FFF2-40B4-BE49-F238E27FC236}">
                  <a16:creationId xmlns:a16="http://schemas.microsoft.com/office/drawing/2014/main" id="{4F83F884-BBF3-CA40-927E-3CE279B6EDF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91" name="Group 990">
              <a:extLst>
                <a:ext uri="{FF2B5EF4-FFF2-40B4-BE49-F238E27FC236}">
                  <a16:creationId xmlns:a16="http://schemas.microsoft.com/office/drawing/2014/main" id="{0753217D-6DD5-164C-ADEE-1458B0AC16AF}"/>
                </a:ext>
              </a:extLst>
            </p:cNvPr>
            <p:cNvGrpSpPr/>
            <p:nvPr/>
          </p:nvGrpSpPr>
          <p:grpSpPr>
            <a:xfrm>
              <a:off x="7713663" y="2848339"/>
              <a:ext cx="1042107" cy="425543"/>
              <a:chOff x="7786941" y="2884917"/>
              <a:chExt cx="897649" cy="353919"/>
            </a:xfrm>
          </p:grpSpPr>
          <p:sp>
            <p:nvSpPr>
              <p:cNvPr id="992" name="Freeform 991">
                <a:extLst>
                  <a:ext uri="{FF2B5EF4-FFF2-40B4-BE49-F238E27FC236}">
                    <a16:creationId xmlns:a16="http://schemas.microsoft.com/office/drawing/2014/main" id="{B8A25917-7DC6-5444-9682-410BA073678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3" name="Freeform 992">
                <a:extLst>
                  <a:ext uri="{FF2B5EF4-FFF2-40B4-BE49-F238E27FC236}">
                    <a16:creationId xmlns:a16="http://schemas.microsoft.com/office/drawing/2014/main" id="{CABFF5B5-945B-6C4A-890D-ACDA82006C6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4" name="Freeform 993">
                <a:extLst>
                  <a:ext uri="{FF2B5EF4-FFF2-40B4-BE49-F238E27FC236}">
                    <a16:creationId xmlns:a16="http://schemas.microsoft.com/office/drawing/2014/main" id="{8AB92421-736D-4A47-8B5A-1ACC7756D5A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5" name="Freeform 994">
                <a:extLst>
                  <a:ext uri="{FF2B5EF4-FFF2-40B4-BE49-F238E27FC236}">
                    <a16:creationId xmlns:a16="http://schemas.microsoft.com/office/drawing/2014/main" id="{F3DCCAE7-3191-354E-90E8-A6C735BF937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3" name="Group 862">
            <a:extLst>
              <a:ext uri="{FF2B5EF4-FFF2-40B4-BE49-F238E27FC236}">
                <a16:creationId xmlns:a16="http://schemas.microsoft.com/office/drawing/2014/main" id="{493E10B9-C866-154D-940F-1FA669A54572}"/>
              </a:ext>
            </a:extLst>
          </p:cNvPr>
          <p:cNvGrpSpPr/>
          <p:nvPr/>
        </p:nvGrpSpPr>
        <p:grpSpPr>
          <a:xfrm>
            <a:off x="8182681" y="4501444"/>
            <a:ext cx="541338" cy="223023"/>
            <a:chOff x="7493876" y="2774731"/>
            <a:chExt cx="1481958" cy="894622"/>
          </a:xfrm>
        </p:grpSpPr>
        <p:sp>
          <p:nvSpPr>
            <p:cNvPr id="968" name="Freeform 967">
              <a:extLst>
                <a:ext uri="{FF2B5EF4-FFF2-40B4-BE49-F238E27FC236}">
                  <a16:creationId xmlns:a16="http://schemas.microsoft.com/office/drawing/2014/main" id="{BF32E820-0FBE-E847-8B3C-9F2876D92E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69" name="Oval 968">
              <a:extLst>
                <a:ext uri="{FF2B5EF4-FFF2-40B4-BE49-F238E27FC236}">
                  <a16:creationId xmlns:a16="http://schemas.microsoft.com/office/drawing/2014/main" id="{B3A55633-56F4-AC42-945D-1875A96B677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70" name="Group 969">
              <a:extLst>
                <a:ext uri="{FF2B5EF4-FFF2-40B4-BE49-F238E27FC236}">
                  <a16:creationId xmlns:a16="http://schemas.microsoft.com/office/drawing/2014/main" id="{E4AB8815-1B1F-544F-9602-FE11A09FB354}"/>
                </a:ext>
              </a:extLst>
            </p:cNvPr>
            <p:cNvGrpSpPr/>
            <p:nvPr/>
          </p:nvGrpSpPr>
          <p:grpSpPr>
            <a:xfrm>
              <a:off x="7713663" y="2848339"/>
              <a:ext cx="1042107" cy="425543"/>
              <a:chOff x="7786941" y="2884917"/>
              <a:chExt cx="897649" cy="353919"/>
            </a:xfrm>
          </p:grpSpPr>
          <p:sp>
            <p:nvSpPr>
              <p:cNvPr id="971" name="Freeform 970">
                <a:extLst>
                  <a:ext uri="{FF2B5EF4-FFF2-40B4-BE49-F238E27FC236}">
                    <a16:creationId xmlns:a16="http://schemas.microsoft.com/office/drawing/2014/main" id="{25FA3B90-FE77-9D46-BA40-38A873C159B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2" name="Freeform 971">
                <a:extLst>
                  <a:ext uri="{FF2B5EF4-FFF2-40B4-BE49-F238E27FC236}">
                    <a16:creationId xmlns:a16="http://schemas.microsoft.com/office/drawing/2014/main" id="{0F8E8660-4197-E24F-B9E2-EFC996926F2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3" name="Freeform 972">
                <a:extLst>
                  <a:ext uri="{FF2B5EF4-FFF2-40B4-BE49-F238E27FC236}">
                    <a16:creationId xmlns:a16="http://schemas.microsoft.com/office/drawing/2014/main" id="{640090A1-376A-5A4C-8EBA-6CB5B79BB44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4" name="Freeform 973">
                <a:extLst>
                  <a:ext uri="{FF2B5EF4-FFF2-40B4-BE49-F238E27FC236}">
                    <a16:creationId xmlns:a16="http://schemas.microsoft.com/office/drawing/2014/main" id="{95591564-5458-114D-85FD-A7003062250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4" name="Group 863">
            <a:extLst>
              <a:ext uri="{FF2B5EF4-FFF2-40B4-BE49-F238E27FC236}">
                <a16:creationId xmlns:a16="http://schemas.microsoft.com/office/drawing/2014/main" id="{614BEF92-8E4F-D346-A4B6-7E2EA0C9DE59}"/>
              </a:ext>
            </a:extLst>
          </p:cNvPr>
          <p:cNvGrpSpPr/>
          <p:nvPr/>
        </p:nvGrpSpPr>
        <p:grpSpPr>
          <a:xfrm>
            <a:off x="7469673" y="4278623"/>
            <a:ext cx="541338" cy="223023"/>
            <a:chOff x="7493876" y="2774731"/>
            <a:chExt cx="1481958" cy="894622"/>
          </a:xfrm>
        </p:grpSpPr>
        <p:sp>
          <p:nvSpPr>
            <p:cNvPr id="961" name="Freeform 960">
              <a:extLst>
                <a:ext uri="{FF2B5EF4-FFF2-40B4-BE49-F238E27FC236}">
                  <a16:creationId xmlns:a16="http://schemas.microsoft.com/office/drawing/2014/main" id="{8EF1D860-B711-3743-A475-0C6DB2BAB38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62" name="Oval 961">
              <a:extLst>
                <a:ext uri="{FF2B5EF4-FFF2-40B4-BE49-F238E27FC236}">
                  <a16:creationId xmlns:a16="http://schemas.microsoft.com/office/drawing/2014/main" id="{37A0AB5E-D9CC-724B-855A-A8218863578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63" name="Group 962">
              <a:extLst>
                <a:ext uri="{FF2B5EF4-FFF2-40B4-BE49-F238E27FC236}">
                  <a16:creationId xmlns:a16="http://schemas.microsoft.com/office/drawing/2014/main" id="{8F6005C9-9B60-8748-86C0-D3E6A0803606}"/>
                </a:ext>
              </a:extLst>
            </p:cNvPr>
            <p:cNvGrpSpPr/>
            <p:nvPr/>
          </p:nvGrpSpPr>
          <p:grpSpPr>
            <a:xfrm>
              <a:off x="7713663" y="2848339"/>
              <a:ext cx="1042107" cy="425543"/>
              <a:chOff x="7786941" y="2884917"/>
              <a:chExt cx="897649" cy="353919"/>
            </a:xfrm>
          </p:grpSpPr>
          <p:sp>
            <p:nvSpPr>
              <p:cNvPr id="964" name="Freeform 963">
                <a:extLst>
                  <a:ext uri="{FF2B5EF4-FFF2-40B4-BE49-F238E27FC236}">
                    <a16:creationId xmlns:a16="http://schemas.microsoft.com/office/drawing/2014/main" id="{DE0F8D72-5786-D54F-93E4-C3C9C54159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5" name="Freeform 964">
                <a:extLst>
                  <a:ext uri="{FF2B5EF4-FFF2-40B4-BE49-F238E27FC236}">
                    <a16:creationId xmlns:a16="http://schemas.microsoft.com/office/drawing/2014/main" id="{5464F08B-BD83-8A44-BBFA-F4EE1966C45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6" name="Freeform 965">
                <a:extLst>
                  <a:ext uri="{FF2B5EF4-FFF2-40B4-BE49-F238E27FC236}">
                    <a16:creationId xmlns:a16="http://schemas.microsoft.com/office/drawing/2014/main" id="{09ECF1C0-ACB1-8540-969F-7EA711FE858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7" name="Freeform 966">
                <a:extLst>
                  <a:ext uri="{FF2B5EF4-FFF2-40B4-BE49-F238E27FC236}">
                    <a16:creationId xmlns:a16="http://schemas.microsoft.com/office/drawing/2014/main" id="{F98EB79D-440D-CA4F-A9C3-BD9212D3EDD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5" name="Group 864">
            <a:extLst>
              <a:ext uri="{FF2B5EF4-FFF2-40B4-BE49-F238E27FC236}">
                <a16:creationId xmlns:a16="http://schemas.microsoft.com/office/drawing/2014/main" id="{B7E7D103-F268-674F-B3C3-92EA88673276}"/>
              </a:ext>
            </a:extLst>
          </p:cNvPr>
          <p:cNvGrpSpPr/>
          <p:nvPr/>
        </p:nvGrpSpPr>
        <p:grpSpPr>
          <a:xfrm>
            <a:off x="6979356" y="4059569"/>
            <a:ext cx="541338" cy="223023"/>
            <a:chOff x="7493876" y="2774731"/>
            <a:chExt cx="1481958" cy="894622"/>
          </a:xfrm>
        </p:grpSpPr>
        <p:sp>
          <p:nvSpPr>
            <p:cNvPr id="954" name="Freeform 953">
              <a:extLst>
                <a:ext uri="{FF2B5EF4-FFF2-40B4-BE49-F238E27FC236}">
                  <a16:creationId xmlns:a16="http://schemas.microsoft.com/office/drawing/2014/main" id="{EB728D85-B436-E54F-874C-34B0042A866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55" name="Oval 954">
              <a:extLst>
                <a:ext uri="{FF2B5EF4-FFF2-40B4-BE49-F238E27FC236}">
                  <a16:creationId xmlns:a16="http://schemas.microsoft.com/office/drawing/2014/main" id="{946A835F-BA3F-764B-B186-F72E0110BE6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56" name="Group 955">
              <a:extLst>
                <a:ext uri="{FF2B5EF4-FFF2-40B4-BE49-F238E27FC236}">
                  <a16:creationId xmlns:a16="http://schemas.microsoft.com/office/drawing/2014/main" id="{BE4F084A-E9A5-3044-A2FF-F78EBF4D712B}"/>
                </a:ext>
              </a:extLst>
            </p:cNvPr>
            <p:cNvGrpSpPr/>
            <p:nvPr/>
          </p:nvGrpSpPr>
          <p:grpSpPr>
            <a:xfrm>
              <a:off x="7713663" y="2848339"/>
              <a:ext cx="1042107" cy="425543"/>
              <a:chOff x="7786941" y="2884917"/>
              <a:chExt cx="897649" cy="353919"/>
            </a:xfrm>
          </p:grpSpPr>
          <p:sp>
            <p:nvSpPr>
              <p:cNvPr id="957" name="Freeform 956">
                <a:extLst>
                  <a:ext uri="{FF2B5EF4-FFF2-40B4-BE49-F238E27FC236}">
                    <a16:creationId xmlns:a16="http://schemas.microsoft.com/office/drawing/2014/main" id="{3731CD43-1F76-FC4C-B577-47908AE83FD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8" name="Freeform 957">
                <a:extLst>
                  <a:ext uri="{FF2B5EF4-FFF2-40B4-BE49-F238E27FC236}">
                    <a16:creationId xmlns:a16="http://schemas.microsoft.com/office/drawing/2014/main" id="{E5922D92-CE3B-F444-BBBB-094EE443F8B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9" name="Freeform 958">
                <a:extLst>
                  <a:ext uri="{FF2B5EF4-FFF2-40B4-BE49-F238E27FC236}">
                    <a16:creationId xmlns:a16="http://schemas.microsoft.com/office/drawing/2014/main" id="{FFCCE373-6CD7-CF42-892E-CA621687B58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0" name="Freeform 959">
                <a:extLst>
                  <a:ext uri="{FF2B5EF4-FFF2-40B4-BE49-F238E27FC236}">
                    <a16:creationId xmlns:a16="http://schemas.microsoft.com/office/drawing/2014/main" id="{E3119A7D-B722-F548-9954-AA327EFAED7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6" name="Group 865">
            <a:extLst>
              <a:ext uri="{FF2B5EF4-FFF2-40B4-BE49-F238E27FC236}">
                <a16:creationId xmlns:a16="http://schemas.microsoft.com/office/drawing/2014/main" id="{25847F9D-CFF7-5643-B6B5-34AC8A619763}"/>
              </a:ext>
            </a:extLst>
          </p:cNvPr>
          <p:cNvGrpSpPr/>
          <p:nvPr/>
        </p:nvGrpSpPr>
        <p:grpSpPr>
          <a:xfrm>
            <a:off x="6723616" y="4366729"/>
            <a:ext cx="541338" cy="223023"/>
            <a:chOff x="7493876" y="2774731"/>
            <a:chExt cx="1481958" cy="894622"/>
          </a:xfrm>
        </p:grpSpPr>
        <p:sp>
          <p:nvSpPr>
            <p:cNvPr id="947" name="Freeform 946">
              <a:extLst>
                <a:ext uri="{FF2B5EF4-FFF2-40B4-BE49-F238E27FC236}">
                  <a16:creationId xmlns:a16="http://schemas.microsoft.com/office/drawing/2014/main" id="{4A82214C-8C1F-BB49-8FC4-CFEE6481F4E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48" name="Oval 947">
              <a:extLst>
                <a:ext uri="{FF2B5EF4-FFF2-40B4-BE49-F238E27FC236}">
                  <a16:creationId xmlns:a16="http://schemas.microsoft.com/office/drawing/2014/main" id="{C6DB8AC9-820A-504A-9670-7CEE5BB4E00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49" name="Group 948">
              <a:extLst>
                <a:ext uri="{FF2B5EF4-FFF2-40B4-BE49-F238E27FC236}">
                  <a16:creationId xmlns:a16="http://schemas.microsoft.com/office/drawing/2014/main" id="{A0C3804C-D799-0B4C-89DF-FC0B44C2096C}"/>
                </a:ext>
              </a:extLst>
            </p:cNvPr>
            <p:cNvGrpSpPr/>
            <p:nvPr/>
          </p:nvGrpSpPr>
          <p:grpSpPr>
            <a:xfrm>
              <a:off x="7713663" y="2848339"/>
              <a:ext cx="1042107" cy="425543"/>
              <a:chOff x="7786941" y="2884917"/>
              <a:chExt cx="897649" cy="353919"/>
            </a:xfrm>
          </p:grpSpPr>
          <p:sp>
            <p:nvSpPr>
              <p:cNvPr id="950" name="Freeform 949">
                <a:extLst>
                  <a:ext uri="{FF2B5EF4-FFF2-40B4-BE49-F238E27FC236}">
                    <a16:creationId xmlns:a16="http://schemas.microsoft.com/office/drawing/2014/main" id="{00F71241-1388-C540-9F11-AA43DC1BD9C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1" name="Freeform 950">
                <a:extLst>
                  <a:ext uri="{FF2B5EF4-FFF2-40B4-BE49-F238E27FC236}">
                    <a16:creationId xmlns:a16="http://schemas.microsoft.com/office/drawing/2014/main" id="{B892CC6B-D497-9946-B2FE-18A16FA7524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2" name="Freeform 951">
                <a:extLst>
                  <a:ext uri="{FF2B5EF4-FFF2-40B4-BE49-F238E27FC236}">
                    <a16:creationId xmlns:a16="http://schemas.microsoft.com/office/drawing/2014/main" id="{DAA7BCA0-C4BF-774A-9DB8-B5D24C8A02E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3" name="Freeform 952">
                <a:extLst>
                  <a:ext uri="{FF2B5EF4-FFF2-40B4-BE49-F238E27FC236}">
                    <a16:creationId xmlns:a16="http://schemas.microsoft.com/office/drawing/2014/main" id="{7D6DF0F5-5284-2048-85DC-C4B7C1D0C85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8" name="Group 867">
            <a:extLst>
              <a:ext uri="{FF2B5EF4-FFF2-40B4-BE49-F238E27FC236}">
                <a16:creationId xmlns:a16="http://schemas.microsoft.com/office/drawing/2014/main" id="{1E439E8A-6D0D-A947-88AE-13F395EF741B}"/>
              </a:ext>
            </a:extLst>
          </p:cNvPr>
          <p:cNvGrpSpPr/>
          <p:nvPr/>
        </p:nvGrpSpPr>
        <p:grpSpPr>
          <a:xfrm>
            <a:off x="7291037" y="4658009"/>
            <a:ext cx="541338" cy="223023"/>
            <a:chOff x="7493876" y="2774731"/>
            <a:chExt cx="1481958" cy="894622"/>
          </a:xfrm>
        </p:grpSpPr>
        <p:sp>
          <p:nvSpPr>
            <p:cNvPr id="933" name="Freeform 932">
              <a:extLst>
                <a:ext uri="{FF2B5EF4-FFF2-40B4-BE49-F238E27FC236}">
                  <a16:creationId xmlns:a16="http://schemas.microsoft.com/office/drawing/2014/main" id="{20642CDD-5807-E440-80BD-4914CEF640C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34" name="Oval 933">
              <a:extLst>
                <a:ext uri="{FF2B5EF4-FFF2-40B4-BE49-F238E27FC236}">
                  <a16:creationId xmlns:a16="http://schemas.microsoft.com/office/drawing/2014/main" id="{5B2D41A3-738C-DE4B-95B1-D98C150F0D7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35" name="Group 934">
              <a:extLst>
                <a:ext uri="{FF2B5EF4-FFF2-40B4-BE49-F238E27FC236}">
                  <a16:creationId xmlns:a16="http://schemas.microsoft.com/office/drawing/2014/main" id="{72893B92-0783-094B-9B06-5B15CE5E8FC1}"/>
                </a:ext>
              </a:extLst>
            </p:cNvPr>
            <p:cNvGrpSpPr/>
            <p:nvPr/>
          </p:nvGrpSpPr>
          <p:grpSpPr>
            <a:xfrm>
              <a:off x="7713663" y="2848339"/>
              <a:ext cx="1042107" cy="425543"/>
              <a:chOff x="7786941" y="2884917"/>
              <a:chExt cx="897649" cy="353919"/>
            </a:xfrm>
          </p:grpSpPr>
          <p:sp>
            <p:nvSpPr>
              <p:cNvPr id="936" name="Freeform 935">
                <a:extLst>
                  <a:ext uri="{FF2B5EF4-FFF2-40B4-BE49-F238E27FC236}">
                    <a16:creationId xmlns:a16="http://schemas.microsoft.com/office/drawing/2014/main" id="{A6B26209-5A79-9B49-9A4A-3D3FDEBD6B5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7" name="Freeform 936">
                <a:extLst>
                  <a:ext uri="{FF2B5EF4-FFF2-40B4-BE49-F238E27FC236}">
                    <a16:creationId xmlns:a16="http://schemas.microsoft.com/office/drawing/2014/main" id="{5ABE6455-D1B0-6049-AB8E-5B81D3C447D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8" name="Freeform 937">
                <a:extLst>
                  <a:ext uri="{FF2B5EF4-FFF2-40B4-BE49-F238E27FC236}">
                    <a16:creationId xmlns:a16="http://schemas.microsoft.com/office/drawing/2014/main" id="{C314A57D-E8A9-DA4B-9456-521A28BDBB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9" name="Freeform 938">
                <a:extLst>
                  <a:ext uri="{FF2B5EF4-FFF2-40B4-BE49-F238E27FC236}">
                    <a16:creationId xmlns:a16="http://schemas.microsoft.com/office/drawing/2014/main" id="{88E5CA8C-8B97-3347-8938-C5B63B3D849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1" name="Group 870">
            <a:extLst>
              <a:ext uri="{FF2B5EF4-FFF2-40B4-BE49-F238E27FC236}">
                <a16:creationId xmlns:a16="http://schemas.microsoft.com/office/drawing/2014/main" id="{EBB68360-CFEF-9545-B290-C95BF47B5ABD}"/>
              </a:ext>
            </a:extLst>
          </p:cNvPr>
          <p:cNvGrpSpPr/>
          <p:nvPr/>
        </p:nvGrpSpPr>
        <p:grpSpPr>
          <a:xfrm>
            <a:off x="4220281" y="4826836"/>
            <a:ext cx="541338" cy="223023"/>
            <a:chOff x="7493876" y="2774731"/>
            <a:chExt cx="1481958" cy="894622"/>
          </a:xfrm>
        </p:grpSpPr>
        <p:sp>
          <p:nvSpPr>
            <p:cNvPr id="912" name="Freeform 911">
              <a:extLst>
                <a:ext uri="{FF2B5EF4-FFF2-40B4-BE49-F238E27FC236}">
                  <a16:creationId xmlns:a16="http://schemas.microsoft.com/office/drawing/2014/main" id="{C31E65F7-C8D0-2148-AE16-6639E37F6C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13" name="Oval 912">
              <a:extLst>
                <a:ext uri="{FF2B5EF4-FFF2-40B4-BE49-F238E27FC236}">
                  <a16:creationId xmlns:a16="http://schemas.microsoft.com/office/drawing/2014/main" id="{24C01524-664D-0B42-A170-7AA7DFCD481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14" name="Group 913">
              <a:extLst>
                <a:ext uri="{FF2B5EF4-FFF2-40B4-BE49-F238E27FC236}">
                  <a16:creationId xmlns:a16="http://schemas.microsoft.com/office/drawing/2014/main" id="{69D00E7B-FD92-574B-9D44-DD864E2B55BA}"/>
                </a:ext>
              </a:extLst>
            </p:cNvPr>
            <p:cNvGrpSpPr/>
            <p:nvPr/>
          </p:nvGrpSpPr>
          <p:grpSpPr>
            <a:xfrm>
              <a:off x="7713663" y="2848339"/>
              <a:ext cx="1042107" cy="425543"/>
              <a:chOff x="7786941" y="2884917"/>
              <a:chExt cx="897649" cy="353919"/>
            </a:xfrm>
          </p:grpSpPr>
          <p:sp>
            <p:nvSpPr>
              <p:cNvPr id="915" name="Freeform 914">
                <a:extLst>
                  <a:ext uri="{FF2B5EF4-FFF2-40B4-BE49-F238E27FC236}">
                    <a16:creationId xmlns:a16="http://schemas.microsoft.com/office/drawing/2014/main" id="{98518A8B-3C13-A346-87DA-94216CD9FC3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6" name="Freeform 915">
                <a:extLst>
                  <a:ext uri="{FF2B5EF4-FFF2-40B4-BE49-F238E27FC236}">
                    <a16:creationId xmlns:a16="http://schemas.microsoft.com/office/drawing/2014/main" id="{C4C44228-65B5-564C-B1D9-63A0904BA48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7" name="Freeform 916">
                <a:extLst>
                  <a:ext uri="{FF2B5EF4-FFF2-40B4-BE49-F238E27FC236}">
                    <a16:creationId xmlns:a16="http://schemas.microsoft.com/office/drawing/2014/main" id="{B5DCAEA1-0E67-2B47-8939-3B96B10806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8" name="Freeform 917">
                <a:extLst>
                  <a:ext uri="{FF2B5EF4-FFF2-40B4-BE49-F238E27FC236}">
                    <a16:creationId xmlns:a16="http://schemas.microsoft.com/office/drawing/2014/main" id="{0BF12852-261D-6142-8DC4-CA6078C2CEE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3" name="Group 872">
            <a:extLst>
              <a:ext uri="{FF2B5EF4-FFF2-40B4-BE49-F238E27FC236}">
                <a16:creationId xmlns:a16="http://schemas.microsoft.com/office/drawing/2014/main" id="{C54AB713-5B88-EF45-B0D1-C4B00F726693}"/>
              </a:ext>
            </a:extLst>
          </p:cNvPr>
          <p:cNvGrpSpPr/>
          <p:nvPr/>
        </p:nvGrpSpPr>
        <p:grpSpPr>
          <a:xfrm>
            <a:off x="3740086" y="4631455"/>
            <a:ext cx="541338" cy="223023"/>
            <a:chOff x="7493876" y="2774731"/>
            <a:chExt cx="1481958" cy="894622"/>
          </a:xfrm>
        </p:grpSpPr>
        <p:sp>
          <p:nvSpPr>
            <p:cNvPr id="898" name="Freeform 897">
              <a:extLst>
                <a:ext uri="{FF2B5EF4-FFF2-40B4-BE49-F238E27FC236}">
                  <a16:creationId xmlns:a16="http://schemas.microsoft.com/office/drawing/2014/main" id="{DFDAEE8A-153F-F148-ACED-DCB6523146D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99" name="Oval 898">
              <a:extLst>
                <a:ext uri="{FF2B5EF4-FFF2-40B4-BE49-F238E27FC236}">
                  <a16:creationId xmlns:a16="http://schemas.microsoft.com/office/drawing/2014/main" id="{12E9968E-6A5D-1D49-87AD-9360D941AF5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00" name="Group 899">
              <a:extLst>
                <a:ext uri="{FF2B5EF4-FFF2-40B4-BE49-F238E27FC236}">
                  <a16:creationId xmlns:a16="http://schemas.microsoft.com/office/drawing/2014/main" id="{C96DB30C-CB79-ED4D-990A-79FB83582D7D}"/>
                </a:ext>
              </a:extLst>
            </p:cNvPr>
            <p:cNvGrpSpPr/>
            <p:nvPr/>
          </p:nvGrpSpPr>
          <p:grpSpPr>
            <a:xfrm>
              <a:off x="7713663" y="2848339"/>
              <a:ext cx="1042107" cy="425543"/>
              <a:chOff x="7786941" y="2884917"/>
              <a:chExt cx="897649" cy="353919"/>
            </a:xfrm>
          </p:grpSpPr>
          <p:sp>
            <p:nvSpPr>
              <p:cNvPr id="901" name="Freeform 900">
                <a:extLst>
                  <a:ext uri="{FF2B5EF4-FFF2-40B4-BE49-F238E27FC236}">
                    <a16:creationId xmlns:a16="http://schemas.microsoft.com/office/drawing/2014/main" id="{2A2BB217-A5F6-F142-B4CF-398F9DAFFC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2" name="Freeform 901">
                <a:extLst>
                  <a:ext uri="{FF2B5EF4-FFF2-40B4-BE49-F238E27FC236}">
                    <a16:creationId xmlns:a16="http://schemas.microsoft.com/office/drawing/2014/main" id="{098B3B92-C926-1C43-A24C-B12286D8230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3" name="Freeform 902">
                <a:extLst>
                  <a:ext uri="{FF2B5EF4-FFF2-40B4-BE49-F238E27FC236}">
                    <a16:creationId xmlns:a16="http://schemas.microsoft.com/office/drawing/2014/main" id="{7A699073-99D7-F145-AF5D-6000D9E7893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4" name="Freeform 903">
                <a:extLst>
                  <a:ext uri="{FF2B5EF4-FFF2-40B4-BE49-F238E27FC236}">
                    <a16:creationId xmlns:a16="http://schemas.microsoft.com/office/drawing/2014/main" id="{9DF6CA8B-C8D2-0649-92B0-D39407735BD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4" name="Group 873">
            <a:extLst>
              <a:ext uri="{FF2B5EF4-FFF2-40B4-BE49-F238E27FC236}">
                <a16:creationId xmlns:a16="http://schemas.microsoft.com/office/drawing/2014/main" id="{BB4F8064-75E6-4148-A080-7FE6F41A0BDD}"/>
              </a:ext>
            </a:extLst>
          </p:cNvPr>
          <p:cNvGrpSpPr/>
          <p:nvPr/>
        </p:nvGrpSpPr>
        <p:grpSpPr>
          <a:xfrm>
            <a:off x="3500746" y="4902845"/>
            <a:ext cx="541338" cy="223023"/>
            <a:chOff x="7493876" y="2774731"/>
            <a:chExt cx="1481958" cy="894622"/>
          </a:xfrm>
        </p:grpSpPr>
        <p:sp>
          <p:nvSpPr>
            <p:cNvPr id="891" name="Freeform 890">
              <a:extLst>
                <a:ext uri="{FF2B5EF4-FFF2-40B4-BE49-F238E27FC236}">
                  <a16:creationId xmlns:a16="http://schemas.microsoft.com/office/drawing/2014/main" id="{3450A9CF-C953-C045-9C98-C67E566E1D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92" name="Oval 891">
              <a:extLst>
                <a:ext uri="{FF2B5EF4-FFF2-40B4-BE49-F238E27FC236}">
                  <a16:creationId xmlns:a16="http://schemas.microsoft.com/office/drawing/2014/main" id="{1C10C7D2-78B6-5244-AEDC-999C61D0E17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93" name="Group 892">
              <a:extLst>
                <a:ext uri="{FF2B5EF4-FFF2-40B4-BE49-F238E27FC236}">
                  <a16:creationId xmlns:a16="http://schemas.microsoft.com/office/drawing/2014/main" id="{C348A6F0-8B18-E549-942A-B4BA0E4351C2}"/>
                </a:ext>
              </a:extLst>
            </p:cNvPr>
            <p:cNvGrpSpPr/>
            <p:nvPr/>
          </p:nvGrpSpPr>
          <p:grpSpPr>
            <a:xfrm>
              <a:off x="7713663" y="2848339"/>
              <a:ext cx="1042107" cy="425543"/>
              <a:chOff x="7786941" y="2884917"/>
              <a:chExt cx="897649" cy="353919"/>
            </a:xfrm>
          </p:grpSpPr>
          <p:sp>
            <p:nvSpPr>
              <p:cNvPr id="894" name="Freeform 893">
                <a:extLst>
                  <a:ext uri="{FF2B5EF4-FFF2-40B4-BE49-F238E27FC236}">
                    <a16:creationId xmlns:a16="http://schemas.microsoft.com/office/drawing/2014/main" id="{50BF416E-5E10-9E42-BF67-C438CBDE37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5" name="Freeform 894">
                <a:extLst>
                  <a:ext uri="{FF2B5EF4-FFF2-40B4-BE49-F238E27FC236}">
                    <a16:creationId xmlns:a16="http://schemas.microsoft.com/office/drawing/2014/main" id="{301F7374-9853-7146-9A47-25C0E033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6" name="Freeform 895">
                <a:extLst>
                  <a:ext uri="{FF2B5EF4-FFF2-40B4-BE49-F238E27FC236}">
                    <a16:creationId xmlns:a16="http://schemas.microsoft.com/office/drawing/2014/main" id="{0164ECE1-B718-B34A-8EDE-D4D0DB3D0D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7" name="Freeform 896">
                <a:extLst>
                  <a:ext uri="{FF2B5EF4-FFF2-40B4-BE49-F238E27FC236}">
                    <a16:creationId xmlns:a16="http://schemas.microsoft.com/office/drawing/2014/main" id="{C96E24B3-51EE-4841-AC48-02977D922FE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5" name="Group 874">
            <a:extLst>
              <a:ext uri="{FF2B5EF4-FFF2-40B4-BE49-F238E27FC236}">
                <a16:creationId xmlns:a16="http://schemas.microsoft.com/office/drawing/2014/main" id="{A27592D6-B4A5-A942-80A1-4D78584A3729}"/>
              </a:ext>
            </a:extLst>
          </p:cNvPr>
          <p:cNvGrpSpPr/>
          <p:nvPr/>
        </p:nvGrpSpPr>
        <p:grpSpPr>
          <a:xfrm>
            <a:off x="2989969" y="5089246"/>
            <a:ext cx="541338" cy="223023"/>
            <a:chOff x="7493876" y="2774731"/>
            <a:chExt cx="1481958" cy="894622"/>
          </a:xfrm>
        </p:grpSpPr>
        <p:sp>
          <p:nvSpPr>
            <p:cNvPr id="884" name="Freeform 883">
              <a:extLst>
                <a:ext uri="{FF2B5EF4-FFF2-40B4-BE49-F238E27FC236}">
                  <a16:creationId xmlns:a16="http://schemas.microsoft.com/office/drawing/2014/main" id="{4392C382-3B33-664B-9F30-2368CB74357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85" name="Oval 884">
              <a:extLst>
                <a:ext uri="{FF2B5EF4-FFF2-40B4-BE49-F238E27FC236}">
                  <a16:creationId xmlns:a16="http://schemas.microsoft.com/office/drawing/2014/main" id="{E90301FC-FA81-3446-843A-1157E8F0D1A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86" name="Group 885">
              <a:extLst>
                <a:ext uri="{FF2B5EF4-FFF2-40B4-BE49-F238E27FC236}">
                  <a16:creationId xmlns:a16="http://schemas.microsoft.com/office/drawing/2014/main" id="{8F48D118-A375-7442-B7A1-D3B3C92259BF}"/>
                </a:ext>
              </a:extLst>
            </p:cNvPr>
            <p:cNvGrpSpPr/>
            <p:nvPr/>
          </p:nvGrpSpPr>
          <p:grpSpPr>
            <a:xfrm>
              <a:off x="7713663" y="2848339"/>
              <a:ext cx="1042107" cy="425543"/>
              <a:chOff x="7786941" y="2884917"/>
              <a:chExt cx="897649" cy="353919"/>
            </a:xfrm>
          </p:grpSpPr>
          <p:sp>
            <p:nvSpPr>
              <p:cNvPr id="887" name="Freeform 886">
                <a:extLst>
                  <a:ext uri="{FF2B5EF4-FFF2-40B4-BE49-F238E27FC236}">
                    <a16:creationId xmlns:a16="http://schemas.microsoft.com/office/drawing/2014/main" id="{E429E113-061A-8D4E-A711-8433BE2D779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8" name="Freeform 887">
                <a:extLst>
                  <a:ext uri="{FF2B5EF4-FFF2-40B4-BE49-F238E27FC236}">
                    <a16:creationId xmlns:a16="http://schemas.microsoft.com/office/drawing/2014/main" id="{E0359472-260A-464A-8A61-1822736A767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9" name="Freeform 888">
                <a:extLst>
                  <a:ext uri="{FF2B5EF4-FFF2-40B4-BE49-F238E27FC236}">
                    <a16:creationId xmlns:a16="http://schemas.microsoft.com/office/drawing/2014/main" id="{B379B8F8-0A7B-E648-8635-FC0E2853619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0" name="Freeform 889">
                <a:extLst>
                  <a:ext uri="{FF2B5EF4-FFF2-40B4-BE49-F238E27FC236}">
                    <a16:creationId xmlns:a16="http://schemas.microsoft.com/office/drawing/2014/main" id="{F43281EA-3AA2-6846-BFA5-C6871369B73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6" name="Group 875">
            <a:extLst>
              <a:ext uri="{FF2B5EF4-FFF2-40B4-BE49-F238E27FC236}">
                <a16:creationId xmlns:a16="http://schemas.microsoft.com/office/drawing/2014/main" id="{77B1D9FD-DA0A-6F46-AF57-F32DAF022A6D}"/>
              </a:ext>
            </a:extLst>
          </p:cNvPr>
          <p:cNvGrpSpPr/>
          <p:nvPr/>
        </p:nvGrpSpPr>
        <p:grpSpPr>
          <a:xfrm>
            <a:off x="4023882" y="5178456"/>
            <a:ext cx="541338" cy="223023"/>
            <a:chOff x="7493876" y="2774731"/>
            <a:chExt cx="1481958" cy="894622"/>
          </a:xfrm>
        </p:grpSpPr>
        <p:sp>
          <p:nvSpPr>
            <p:cNvPr id="877" name="Freeform 876">
              <a:extLst>
                <a:ext uri="{FF2B5EF4-FFF2-40B4-BE49-F238E27FC236}">
                  <a16:creationId xmlns:a16="http://schemas.microsoft.com/office/drawing/2014/main" id="{38DD07A8-F151-D74A-B9B0-150EF89A609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78" name="Oval 877">
              <a:extLst>
                <a:ext uri="{FF2B5EF4-FFF2-40B4-BE49-F238E27FC236}">
                  <a16:creationId xmlns:a16="http://schemas.microsoft.com/office/drawing/2014/main" id="{CE2FED6D-7123-A44C-A27D-AC4E5E5A7A1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79" name="Group 878">
              <a:extLst>
                <a:ext uri="{FF2B5EF4-FFF2-40B4-BE49-F238E27FC236}">
                  <a16:creationId xmlns:a16="http://schemas.microsoft.com/office/drawing/2014/main" id="{AF4FC758-360F-9143-BBCE-5314F170B3C9}"/>
                </a:ext>
              </a:extLst>
            </p:cNvPr>
            <p:cNvGrpSpPr/>
            <p:nvPr/>
          </p:nvGrpSpPr>
          <p:grpSpPr>
            <a:xfrm>
              <a:off x="7713663" y="2848339"/>
              <a:ext cx="1042107" cy="425543"/>
              <a:chOff x="7786941" y="2884917"/>
              <a:chExt cx="897649" cy="353919"/>
            </a:xfrm>
          </p:grpSpPr>
          <p:sp>
            <p:nvSpPr>
              <p:cNvPr id="880" name="Freeform 879">
                <a:extLst>
                  <a:ext uri="{FF2B5EF4-FFF2-40B4-BE49-F238E27FC236}">
                    <a16:creationId xmlns:a16="http://schemas.microsoft.com/office/drawing/2014/main" id="{15710929-DD09-6847-973F-95DA58E5CDE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1" name="Freeform 880">
                <a:extLst>
                  <a:ext uri="{FF2B5EF4-FFF2-40B4-BE49-F238E27FC236}">
                    <a16:creationId xmlns:a16="http://schemas.microsoft.com/office/drawing/2014/main" id="{6BF30287-E1A0-3044-AA63-03344380454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2" name="Freeform 881">
                <a:extLst>
                  <a:ext uri="{FF2B5EF4-FFF2-40B4-BE49-F238E27FC236}">
                    <a16:creationId xmlns:a16="http://schemas.microsoft.com/office/drawing/2014/main" id="{7CBC1677-B55C-7446-B5B2-60FEAAD50D2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3" name="Freeform 882">
                <a:extLst>
                  <a:ext uri="{FF2B5EF4-FFF2-40B4-BE49-F238E27FC236}">
                    <a16:creationId xmlns:a16="http://schemas.microsoft.com/office/drawing/2014/main" id="{2689907A-654D-7246-93EC-6F1DEB7F9B7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25267" y="336191"/>
            <a:ext cx="10515600" cy="894622"/>
          </a:xfrm>
        </p:spPr>
        <p:txBody>
          <a:bodyPr>
            <a:normAutofit/>
          </a:bodyPr>
          <a:lstStyle/>
          <a:p>
            <a:r>
              <a:rPr lang="en-US" altLang="en-US">
                <a:ea typeface="ＭＳ Ｐゴシック" panose="020B0600070205080204" pitchFamily="34" charset="-128"/>
              </a:rPr>
              <a:t>Internet structure: a “network of networks”</a:t>
            </a:r>
            <a:endParaRPr lang="en-US"/>
          </a:p>
        </p:txBody>
      </p:sp>
      <p:grpSp>
        <p:nvGrpSpPr>
          <p:cNvPr id="8" name="Group 5">
            <a:extLst>
              <a:ext uri="{FF2B5EF4-FFF2-40B4-BE49-F238E27FC236}">
                <a16:creationId xmlns:a16="http://schemas.microsoft.com/office/drawing/2014/main" id="{46642623-D12F-244E-880B-721FA1B9DBED}"/>
              </a:ext>
            </a:extLst>
          </p:cNvPr>
          <p:cNvGrpSpPr>
            <a:grpSpLocks/>
          </p:cNvGrpSpPr>
          <p:nvPr/>
        </p:nvGrpSpPr>
        <p:grpSpPr bwMode="auto">
          <a:xfrm>
            <a:off x="1619894" y="1918514"/>
            <a:ext cx="8437563" cy="4559300"/>
            <a:chOff x="154891" y="1905681"/>
            <a:chExt cx="8436427" cy="4559651"/>
          </a:xfrm>
        </p:grpSpPr>
        <p:grpSp>
          <p:nvGrpSpPr>
            <p:cNvPr id="9" name="Group 2">
              <a:extLst>
                <a:ext uri="{FF2B5EF4-FFF2-40B4-BE49-F238E27FC236}">
                  <a16:creationId xmlns:a16="http://schemas.microsoft.com/office/drawing/2014/main" id="{30BB6B1D-0B22-BA43-AA01-2EC5643695A5}"/>
                </a:ext>
              </a:extLst>
            </p:cNvPr>
            <p:cNvGrpSpPr>
              <a:grpSpLocks/>
            </p:cNvGrpSpPr>
            <p:nvPr/>
          </p:nvGrpSpPr>
          <p:grpSpPr bwMode="auto">
            <a:xfrm>
              <a:off x="1529396" y="2297655"/>
              <a:ext cx="648422" cy="418253"/>
              <a:chOff x="3053396" y="4304255"/>
              <a:chExt cx="648422" cy="418253"/>
            </a:xfrm>
          </p:grpSpPr>
          <p:sp>
            <p:nvSpPr>
              <p:cNvPr id="61" name="Freeform 84">
                <a:extLst>
                  <a:ext uri="{FF2B5EF4-FFF2-40B4-BE49-F238E27FC236}">
                    <a16:creationId xmlns:a16="http://schemas.microsoft.com/office/drawing/2014/main" id="{B60A3DA3-256B-8E43-9575-8F1327BC53F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Box 1">
                <a:extLst>
                  <a:ext uri="{FF2B5EF4-FFF2-40B4-BE49-F238E27FC236}">
                    <a16:creationId xmlns:a16="http://schemas.microsoft.com/office/drawing/2014/main" id="{F1EBE77F-A331-1B49-AD54-E7C5C36B2A4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0" name="Group 131">
              <a:extLst>
                <a:ext uri="{FF2B5EF4-FFF2-40B4-BE49-F238E27FC236}">
                  <a16:creationId xmlns:a16="http://schemas.microsoft.com/office/drawing/2014/main" id="{15FE5D2D-CFDD-2545-AD30-9375E330E58E}"/>
                </a:ext>
              </a:extLst>
            </p:cNvPr>
            <p:cNvGrpSpPr>
              <a:grpSpLocks/>
            </p:cNvGrpSpPr>
            <p:nvPr/>
          </p:nvGrpSpPr>
          <p:grpSpPr bwMode="auto">
            <a:xfrm>
              <a:off x="373696" y="3097755"/>
              <a:ext cx="648422" cy="418253"/>
              <a:chOff x="3053396" y="4304255"/>
              <a:chExt cx="648422" cy="418253"/>
            </a:xfrm>
          </p:grpSpPr>
          <p:sp>
            <p:nvSpPr>
              <p:cNvPr id="59" name="Freeform 84">
                <a:extLst>
                  <a:ext uri="{FF2B5EF4-FFF2-40B4-BE49-F238E27FC236}">
                    <a16:creationId xmlns:a16="http://schemas.microsoft.com/office/drawing/2014/main" id="{0C318F62-493F-244E-9A3D-74FDA424F01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Box 133">
                <a:extLst>
                  <a:ext uri="{FF2B5EF4-FFF2-40B4-BE49-F238E27FC236}">
                    <a16:creationId xmlns:a16="http://schemas.microsoft.com/office/drawing/2014/main" id="{45ED4CFD-305F-FD49-AB6C-BC96E8D76DD4}"/>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1" name="Group 135">
              <a:extLst>
                <a:ext uri="{FF2B5EF4-FFF2-40B4-BE49-F238E27FC236}">
                  <a16:creationId xmlns:a16="http://schemas.microsoft.com/office/drawing/2014/main" id="{0041D52F-4091-A944-8003-ED442384CB16}"/>
                </a:ext>
              </a:extLst>
            </p:cNvPr>
            <p:cNvGrpSpPr>
              <a:grpSpLocks/>
            </p:cNvGrpSpPr>
            <p:nvPr/>
          </p:nvGrpSpPr>
          <p:grpSpPr bwMode="auto">
            <a:xfrm>
              <a:off x="6037896" y="2551655"/>
              <a:ext cx="648422" cy="418253"/>
              <a:chOff x="3053396" y="4304255"/>
              <a:chExt cx="648422" cy="418253"/>
            </a:xfrm>
          </p:grpSpPr>
          <p:sp>
            <p:nvSpPr>
              <p:cNvPr id="57" name="Freeform 84">
                <a:extLst>
                  <a:ext uri="{FF2B5EF4-FFF2-40B4-BE49-F238E27FC236}">
                    <a16:creationId xmlns:a16="http://schemas.microsoft.com/office/drawing/2014/main" id="{078145B8-5D76-7B44-95E4-711130D9707F}"/>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Box 137">
                <a:extLst>
                  <a:ext uri="{FF2B5EF4-FFF2-40B4-BE49-F238E27FC236}">
                    <a16:creationId xmlns:a16="http://schemas.microsoft.com/office/drawing/2014/main" id="{5CA3BADE-216F-2843-9D81-CE5E9D20BE8D}"/>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2" name="Group 138">
              <a:extLst>
                <a:ext uri="{FF2B5EF4-FFF2-40B4-BE49-F238E27FC236}">
                  <a16:creationId xmlns:a16="http://schemas.microsoft.com/office/drawing/2014/main" id="{F1C6BD9A-0B39-B244-94E8-678C50D1ECD9}"/>
                </a:ext>
              </a:extLst>
            </p:cNvPr>
            <p:cNvGrpSpPr>
              <a:grpSpLocks/>
            </p:cNvGrpSpPr>
            <p:nvPr/>
          </p:nvGrpSpPr>
          <p:grpSpPr bwMode="auto">
            <a:xfrm>
              <a:off x="945196" y="5409155"/>
              <a:ext cx="648422" cy="418253"/>
              <a:chOff x="3053396" y="4304255"/>
              <a:chExt cx="648422" cy="418253"/>
            </a:xfrm>
          </p:grpSpPr>
          <p:sp>
            <p:nvSpPr>
              <p:cNvPr id="55" name="Freeform 84">
                <a:extLst>
                  <a:ext uri="{FF2B5EF4-FFF2-40B4-BE49-F238E27FC236}">
                    <a16:creationId xmlns:a16="http://schemas.microsoft.com/office/drawing/2014/main" id="{7E729DEF-3587-F14B-AE03-C52CF3B0162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Box 140">
                <a:extLst>
                  <a:ext uri="{FF2B5EF4-FFF2-40B4-BE49-F238E27FC236}">
                    <a16:creationId xmlns:a16="http://schemas.microsoft.com/office/drawing/2014/main" id="{DA418C0A-2209-A942-A859-5ECE8083B05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3" name="Group 141">
              <a:extLst>
                <a:ext uri="{FF2B5EF4-FFF2-40B4-BE49-F238E27FC236}">
                  <a16:creationId xmlns:a16="http://schemas.microsoft.com/office/drawing/2014/main" id="{F1A8927C-3AF4-D742-848C-35E15D25BFB5}"/>
                </a:ext>
              </a:extLst>
            </p:cNvPr>
            <p:cNvGrpSpPr>
              <a:grpSpLocks/>
            </p:cNvGrpSpPr>
            <p:nvPr/>
          </p:nvGrpSpPr>
          <p:grpSpPr bwMode="auto">
            <a:xfrm>
              <a:off x="526096" y="4786855"/>
              <a:ext cx="648422" cy="418253"/>
              <a:chOff x="3053396" y="4304255"/>
              <a:chExt cx="648422" cy="418253"/>
            </a:xfrm>
          </p:grpSpPr>
          <p:sp>
            <p:nvSpPr>
              <p:cNvPr id="53" name="Freeform 84">
                <a:extLst>
                  <a:ext uri="{FF2B5EF4-FFF2-40B4-BE49-F238E27FC236}">
                    <a16:creationId xmlns:a16="http://schemas.microsoft.com/office/drawing/2014/main" id="{E8F8A0DF-7843-7E4A-8EBF-A24CA907C109}"/>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Box 143">
                <a:extLst>
                  <a:ext uri="{FF2B5EF4-FFF2-40B4-BE49-F238E27FC236}">
                    <a16:creationId xmlns:a16="http://schemas.microsoft.com/office/drawing/2014/main" id="{D97DC0BC-584A-AC4F-835D-B981DD67CCF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4" name="Group 144">
              <a:extLst>
                <a:ext uri="{FF2B5EF4-FFF2-40B4-BE49-F238E27FC236}">
                  <a16:creationId xmlns:a16="http://schemas.microsoft.com/office/drawing/2014/main" id="{937AB14A-1B92-0C4D-9DB7-3A65A35F708F}"/>
                </a:ext>
              </a:extLst>
            </p:cNvPr>
            <p:cNvGrpSpPr>
              <a:grpSpLocks/>
            </p:cNvGrpSpPr>
            <p:nvPr/>
          </p:nvGrpSpPr>
          <p:grpSpPr bwMode="auto">
            <a:xfrm>
              <a:off x="297496" y="4126455"/>
              <a:ext cx="648422" cy="418253"/>
              <a:chOff x="3053396" y="4304255"/>
              <a:chExt cx="648422" cy="418253"/>
            </a:xfrm>
          </p:grpSpPr>
          <p:sp>
            <p:nvSpPr>
              <p:cNvPr id="51" name="Freeform 84">
                <a:extLst>
                  <a:ext uri="{FF2B5EF4-FFF2-40B4-BE49-F238E27FC236}">
                    <a16:creationId xmlns:a16="http://schemas.microsoft.com/office/drawing/2014/main" id="{72BD96B2-8C8B-A34A-A0B1-8A56E080B3EB}"/>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Box 146">
                <a:extLst>
                  <a:ext uri="{FF2B5EF4-FFF2-40B4-BE49-F238E27FC236}">
                    <a16:creationId xmlns:a16="http://schemas.microsoft.com/office/drawing/2014/main" id="{2E687D8E-E3CE-F949-BB94-C8F32F433905}"/>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5" name="Group 147">
              <a:extLst>
                <a:ext uri="{FF2B5EF4-FFF2-40B4-BE49-F238E27FC236}">
                  <a16:creationId xmlns:a16="http://schemas.microsoft.com/office/drawing/2014/main" id="{417DAC5F-2573-4743-9127-36524340FED9}"/>
                </a:ext>
              </a:extLst>
            </p:cNvPr>
            <p:cNvGrpSpPr>
              <a:grpSpLocks/>
            </p:cNvGrpSpPr>
            <p:nvPr/>
          </p:nvGrpSpPr>
          <p:grpSpPr bwMode="auto">
            <a:xfrm>
              <a:off x="6787196" y="2983455"/>
              <a:ext cx="648422" cy="418253"/>
              <a:chOff x="3053396" y="4304255"/>
              <a:chExt cx="648422" cy="418253"/>
            </a:xfrm>
          </p:grpSpPr>
          <p:sp>
            <p:nvSpPr>
              <p:cNvPr id="49" name="Freeform 84">
                <a:extLst>
                  <a:ext uri="{FF2B5EF4-FFF2-40B4-BE49-F238E27FC236}">
                    <a16:creationId xmlns:a16="http://schemas.microsoft.com/office/drawing/2014/main" id="{E9F7E8C6-F700-614F-9F9F-0A88C85D70E9}"/>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Box 149">
                <a:extLst>
                  <a:ext uri="{FF2B5EF4-FFF2-40B4-BE49-F238E27FC236}">
                    <a16:creationId xmlns:a16="http://schemas.microsoft.com/office/drawing/2014/main" id="{59E18F13-5C5C-4049-B258-FAF65F9B26B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6" name="Group 150">
              <a:extLst>
                <a:ext uri="{FF2B5EF4-FFF2-40B4-BE49-F238E27FC236}">
                  <a16:creationId xmlns:a16="http://schemas.microsoft.com/office/drawing/2014/main" id="{B1724044-B1C6-934B-8868-30D0FD03826E}"/>
                </a:ext>
              </a:extLst>
            </p:cNvPr>
            <p:cNvGrpSpPr>
              <a:grpSpLocks/>
            </p:cNvGrpSpPr>
            <p:nvPr/>
          </p:nvGrpSpPr>
          <p:grpSpPr bwMode="auto">
            <a:xfrm>
              <a:off x="3129596" y="2056355"/>
              <a:ext cx="648422" cy="418253"/>
              <a:chOff x="3053396" y="4304255"/>
              <a:chExt cx="648422" cy="418253"/>
            </a:xfrm>
          </p:grpSpPr>
          <p:sp>
            <p:nvSpPr>
              <p:cNvPr id="47" name="Freeform 84">
                <a:extLst>
                  <a:ext uri="{FF2B5EF4-FFF2-40B4-BE49-F238E27FC236}">
                    <a16:creationId xmlns:a16="http://schemas.microsoft.com/office/drawing/2014/main" id="{44CA58B7-16C9-C241-8F79-C6964EA2BAE7}"/>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Box 152">
                <a:extLst>
                  <a:ext uri="{FF2B5EF4-FFF2-40B4-BE49-F238E27FC236}">
                    <a16:creationId xmlns:a16="http://schemas.microsoft.com/office/drawing/2014/main" id="{766583C3-B9DB-094A-A09E-A4BC2FBDE89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7" name="Group 153">
              <a:extLst>
                <a:ext uri="{FF2B5EF4-FFF2-40B4-BE49-F238E27FC236}">
                  <a16:creationId xmlns:a16="http://schemas.microsoft.com/office/drawing/2014/main" id="{D3F39309-4CCA-1346-A4B3-93C528C3A3F3}"/>
                </a:ext>
              </a:extLst>
            </p:cNvPr>
            <p:cNvGrpSpPr>
              <a:grpSpLocks/>
            </p:cNvGrpSpPr>
            <p:nvPr/>
          </p:nvGrpSpPr>
          <p:grpSpPr bwMode="auto">
            <a:xfrm>
              <a:off x="754696" y="2704055"/>
              <a:ext cx="648422" cy="418253"/>
              <a:chOff x="3053396" y="4304255"/>
              <a:chExt cx="648422" cy="418253"/>
            </a:xfrm>
          </p:grpSpPr>
          <p:sp>
            <p:nvSpPr>
              <p:cNvPr id="45" name="Freeform 84">
                <a:extLst>
                  <a:ext uri="{FF2B5EF4-FFF2-40B4-BE49-F238E27FC236}">
                    <a16:creationId xmlns:a16="http://schemas.microsoft.com/office/drawing/2014/main" id="{07DE4F60-83A5-0341-A9C1-1548C4278E2E}"/>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Box 155">
                <a:extLst>
                  <a:ext uri="{FF2B5EF4-FFF2-40B4-BE49-F238E27FC236}">
                    <a16:creationId xmlns:a16="http://schemas.microsoft.com/office/drawing/2014/main" id="{661C5E06-AA77-3D42-A208-2104FCC9BB39}"/>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8" name="Group 156">
              <a:extLst>
                <a:ext uri="{FF2B5EF4-FFF2-40B4-BE49-F238E27FC236}">
                  <a16:creationId xmlns:a16="http://schemas.microsoft.com/office/drawing/2014/main" id="{DE67CACE-BA9C-4F49-9CCC-2A95DDABF7BC}"/>
                </a:ext>
              </a:extLst>
            </p:cNvPr>
            <p:cNvGrpSpPr>
              <a:grpSpLocks/>
            </p:cNvGrpSpPr>
            <p:nvPr/>
          </p:nvGrpSpPr>
          <p:grpSpPr bwMode="auto">
            <a:xfrm>
              <a:off x="4043996" y="2030955"/>
              <a:ext cx="648422" cy="418253"/>
              <a:chOff x="3053396" y="4304255"/>
              <a:chExt cx="648422" cy="418253"/>
            </a:xfrm>
          </p:grpSpPr>
          <p:sp>
            <p:nvSpPr>
              <p:cNvPr id="43" name="Freeform 84">
                <a:extLst>
                  <a:ext uri="{FF2B5EF4-FFF2-40B4-BE49-F238E27FC236}">
                    <a16:creationId xmlns:a16="http://schemas.microsoft.com/office/drawing/2014/main" id="{8AD1749B-4C4E-DE45-96BC-98F1585D4D9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Box 158">
                <a:extLst>
                  <a:ext uri="{FF2B5EF4-FFF2-40B4-BE49-F238E27FC236}">
                    <a16:creationId xmlns:a16="http://schemas.microsoft.com/office/drawing/2014/main" id="{0ADF884B-3F6F-8145-B641-9A429A34A181}"/>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9" name="Group 160">
              <a:extLst>
                <a:ext uri="{FF2B5EF4-FFF2-40B4-BE49-F238E27FC236}">
                  <a16:creationId xmlns:a16="http://schemas.microsoft.com/office/drawing/2014/main" id="{CF0A8E3D-09B1-214E-99FD-B5570442C39E}"/>
                </a:ext>
              </a:extLst>
            </p:cNvPr>
            <p:cNvGrpSpPr>
              <a:grpSpLocks/>
            </p:cNvGrpSpPr>
            <p:nvPr/>
          </p:nvGrpSpPr>
          <p:grpSpPr bwMode="auto">
            <a:xfrm>
              <a:off x="7104696" y="5663155"/>
              <a:ext cx="648422" cy="418253"/>
              <a:chOff x="3053396" y="4304255"/>
              <a:chExt cx="648422" cy="418253"/>
            </a:xfrm>
          </p:grpSpPr>
          <p:sp>
            <p:nvSpPr>
              <p:cNvPr id="41" name="Freeform 84">
                <a:extLst>
                  <a:ext uri="{FF2B5EF4-FFF2-40B4-BE49-F238E27FC236}">
                    <a16:creationId xmlns:a16="http://schemas.microsoft.com/office/drawing/2014/main" id="{EDDB4269-F7AA-7240-B093-B37270418A6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Box 162">
                <a:extLst>
                  <a:ext uri="{FF2B5EF4-FFF2-40B4-BE49-F238E27FC236}">
                    <a16:creationId xmlns:a16="http://schemas.microsoft.com/office/drawing/2014/main" id="{0403D7D4-9E2C-F94E-924D-8574777C74EB}"/>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0" name="Group 163">
              <a:extLst>
                <a:ext uri="{FF2B5EF4-FFF2-40B4-BE49-F238E27FC236}">
                  <a16:creationId xmlns:a16="http://schemas.microsoft.com/office/drawing/2014/main" id="{4FD3E459-AF79-0B45-B5D3-3CA1740A2701}"/>
                </a:ext>
              </a:extLst>
            </p:cNvPr>
            <p:cNvGrpSpPr>
              <a:grpSpLocks/>
            </p:cNvGrpSpPr>
            <p:nvPr/>
          </p:nvGrpSpPr>
          <p:grpSpPr bwMode="auto">
            <a:xfrm>
              <a:off x="7942896" y="5015455"/>
              <a:ext cx="648422" cy="418253"/>
              <a:chOff x="3053396" y="4304255"/>
              <a:chExt cx="648422" cy="418253"/>
            </a:xfrm>
          </p:grpSpPr>
          <p:sp>
            <p:nvSpPr>
              <p:cNvPr id="39" name="Freeform 84">
                <a:extLst>
                  <a:ext uri="{FF2B5EF4-FFF2-40B4-BE49-F238E27FC236}">
                    <a16:creationId xmlns:a16="http://schemas.microsoft.com/office/drawing/2014/main" id="{3CAEF347-FE90-E949-A631-0171A060E05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Box 165">
                <a:extLst>
                  <a:ext uri="{FF2B5EF4-FFF2-40B4-BE49-F238E27FC236}">
                    <a16:creationId xmlns:a16="http://schemas.microsoft.com/office/drawing/2014/main" id="{0B914A90-A394-6F45-B155-CCE12CEFEC5E}"/>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1" name="Group 166">
              <a:extLst>
                <a:ext uri="{FF2B5EF4-FFF2-40B4-BE49-F238E27FC236}">
                  <a16:creationId xmlns:a16="http://schemas.microsoft.com/office/drawing/2014/main" id="{5FECB796-EB1A-6941-942C-2C77B9305400}"/>
                </a:ext>
              </a:extLst>
            </p:cNvPr>
            <p:cNvGrpSpPr>
              <a:grpSpLocks/>
            </p:cNvGrpSpPr>
            <p:nvPr/>
          </p:nvGrpSpPr>
          <p:grpSpPr bwMode="auto">
            <a:xfrm>
              <a:off x="7714296" y="4101055"/>
              <a:ext cx="648422" cy="418253"/>
              <a:chOff x="3053396" y="4304255"/>
              <a:chExt cx="648422" cy="418253"/>
            </a:xfrm>
          </p:grpSpPr>
          <p:sp>
            <p:nvSpPr>
              <p:cNvPr id="37" name="Freeform 84">
                <a:extLst>
                  <a:ext uri="{FF2B5EF4-FFF2-40B4-BE49-F238E27FC236}">
                    <a16:creationId xmlns:a16="http://schemas.microsoft.com/office/drawing/2014/main" id="{583D705A-27D6-7742-A076-4DD3D0002E48}"/>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Box 168">
                <a:extLst>
                  <a:ext uri="{FF2B5EF4-FFF2-40B4-BE49-F238E27FC236}">
                    <a16:creationId xmlns:a16="http://schemas.microsoft.com/office/drawing/2014/main" id="{B52DEC78-1030-A54E-8A0F-BCB9B6D6B0B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2" name="Group 169">
              <a:extLst>
                <a:ext uri="{FF2B5EF4-FFF2-40B4-BE49-F238E27FC236}">
                  <a16:creationId xmlns:a16="http://schemas.microsoft.com/office/drawing/2014/main" id="{188C2074-F159-A84A-BA68-5AB5304751BC}"/>
                </a:ext>
              </a:extLst>
            </p:cNvPr>
            <p:cNvGrpSpPr>
              <a:grpSpLocks/>
            </p:cNvGrpSpPr>
            <p:nvPr/>
          </p:nvGrpSpPr>
          <p:grpSpPr bwMode="auto">
            <a:xfrm>
              <a:off x="4869496" y="5904455"/>
              <a:ext cx="648422" cy="418253"/>
              <a:chOff x="3053396" y="4304255"/>
              <a:chExt cx="648422" cy="418253"/>
            </a:xfrm>
          </p:grpSpPr>
          <p:sp>
            <p:nvSpPr>
              <p:cNvPr id="35" name="Freeform 84">
                <a:extLst>
                  <a:ext uri="{FF2B5EF4-FFF2-40B4-BE49-F238E27FC236}">
                    <a16:creationId xmlns:a16="http://schemas.microsoft.com/office/drawing/2014/main" id="{BDC6D0EF-413A-9E4D-9647-D0D2FE4442C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Box 171">
                <a:extLst>
                  <a:ext uri="{FF2B5EF4-FFF2-40B4-BE49-F238E27FC236}">
                    <a16:creationId xmlns:a16="http://schemas.microsoft.com/office/drawing/2014/main" id="{FE5336A0-2A38-3C4B-B598-A66CCCFD5709}"/>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3" name="Group 172">
              <a:extLst>
                <a:ext uri="{FF2B5EF4-FFF2-40B4-BE49-F238E27FC236}">
                  <a16:creationId xmlns:a16="http://schemas.microsoft.com/office/drawing/2014/main" id="{7C2A35D0-56CA-3641-A6F1-6B3B15ECC563}"/>
                </a:ext>
              </a:extLst>
            </p:cNvPr>
            <p:cNvGrpSpPr>
              <a:grpSpLocks/>
            </p:cNvGrpSpPr>
            <p:nvPr/>
          </p:nvGrpSpPr>
          <p:grpSpPr bwMode="auto">
            <a:xfrm>
              <a:off x="3955096" y="6044155"/>
              <a:ext cx="648422" cy="418253"/>
              <a:chOff x="3053396" y="4304255"/>
              <a:chExt cx="648422" cy="418253"/>
            </a:xfrm>
          </p:grpSpPr>
          <p:sp>
            <p:nvSpPr>
              <p:cNvPr id="33" name="Freeform 84">
                <a:extLst>
                  <a:ext uri="{FF2B5EF4-FFF2-40B4-BE49-F238E27FC236}">
                    <a16:creationId xmlns:a16="http://schemas.microsoft.com/office/drawing/2014/main" id="{8AAD2739-378D-9246-AF78-87DAEF7F2F23}"/>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Box 174">
                <a:extLst>
                  <a:ext uri="{FF2B5EF4-FFF2-40B4-BE49-F238E27FC236}">
                    <a16:creationId xmlns:a16="http://schemas.microsoft.com/office/drawing/2014/main" id="{E7F13F8B-3A00-D34F-9D41-965BF84584A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4" name="Group 175">
              <a:extLst>
                <a:ext uri="{FF2B5EF4-FFF2-40B4-BE49-F238E27FC236}">
                  <a16:creationId xmlns:a16="http://schemas.microsoft.com/office/drawing/2014/main" id="{134DD520-7978-5747-B557-6216C572DFE6}"/>
                </a:ext>
              </a:extLst>
            </p:cNvPr>
            <p:cNvGrpSpPr>
              <a:grpSpLocks/>
            </p:cNvGrpSpPr>
            <p:nvPr/>
          </p:nvGrpSpPr>
          <p:grpSpPr bwMode="auto">
            <a:xfrm>
              <a:off x="2735896" y="5891755"/>
              <a:ext cx="648422" cy="418253"/>
              <a:chOff x="3053396" y="4304255"/>
              <a:chExt cx="648422" cy="418253"/>
            </a:xfrm>
          </p:grpSpPr>
          <p:sp>
            <p:nvSpPr>
              <p:cNvPr id="31" name="Freeform 84">
                <a:extLst>
                  <a:ext uri="{FF2B5EF4-FFF2-40B4-BE49-F238E27FC236}">
                    <a16:creationId xmlns:a16="http://schemas.microsoft.com/office/drawing/2014/main" id="{C577F5FD-5D66-CF43-8149-2A5429C8940A}"/>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Box 177">
                <a:extLst>
                  <a:ext uri="{FF2B5EF4-FFF2-40B4-BE49-F238E27FC236}">
                    <a16:creationId xmlns:a16="http://schemas.microsoft.com/office/drawing/2014/main" id="{AA8FB1A9-24AA-6944-82EC-BE9D926267BD}"/>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sp>
          <p:nvSpPr>
            <p:cNvPr id="25" name="TextBox 4">
              <a:extLst>
                <a:ext uri="{FF2B5EF4-FFF2-40B4-BE49-F238E27FC236}">
                  <a16:creationId xmlns:a16="http://schemas.microsoft.com/office/drawing/2014/main" id="{4EBE302E-6B07-964E-B474-2379BF38E56E}"/>
                </a:ext>
              </a:extLst>
            </p:cNvPr>
            <p:cNvSpPr txBox="1">
              <a:spLocks noChangeArrowheads="1"/>
            </p:cNvSpPr>
            <p:nvPr/>
          </p:nvSpPr>
          <p:spPr bwMode="auto">
            <a:xfrm rot="1053502">
              <a:off x="5143500" y="19558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6" name="TextBox 179">
              <a:extLst>
                <a:ext uri="{FF2B5EF4-FFF2-40B4-BE49-F238E27FC236}">
                  <a16:creationId xmlns:a16="http://schemas.microsoft.com/office/drawing/2014/main" id="{5687370B-669A-6440-92DE-16AFFBA3FBDE}"/>
                </a:ext>
              </a:extLst>
            </p:cNvPr>
            <p:cNvSpPr txBox="1">
              <a:spLocks noChangeArrowheads="1"/>
            </p:cNvSpPr>
            <p:nvPr/>
          </p:nvSpPr>
          <p:spPr bwMode="auto">
            <a:xfrm rot="2829263">
              <a:off x="7429500" y="3429000"/>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7" name="TextBox 180">
              <a:extLst>
                <a:ext uri="{FF2B5EF4-FFF2-40B4-BE49-F238E27FC236}">
                  <a16:creationId xmlns:a16="http://schemas.microsoft.com/office/drawing/2014/main" id="{DDCB7942-CF63-0E41-965D-4990C91E38C2}"/>
                </a:ext>
              </a:extLst>
            </p:cNvPr>
            <p:cNvSpPr txBox="1">
              <a:spLocks noChangeArrowheads="1"/>
            </p:cNvSpPr>
            <p:nvPr/>
          </p:nvSpPr>
          <p:spPr bwMode="auto">
            <a:xfrm rot="9845918">
              <a:off x="6098241" y="5942112"/>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8" name="TextBox 181">
              <a:extLst>
                <a:ext uri="{FF2B5EF4-FFF2-40B4-BE49-F238E27FC236}">
                  <a16:creationId xmlns:a16="http://schemas.microsoft.com/office/drawing/2014/main" id="{14DD3F3C-E274-2D4E-83D9-E679452E9927}"/>
                </a:ext>
              </a:extLst>
            </p:cNvPr>
            <p:cNvSpPr txBox="1">
              <a:spLocks noChangeArrowheads="1"/>
            </p:cNvSpPr>
            <p:nvPr/>
          </p:nvSpPr>
          <p:spPr bwMode="auto">
            <a:xfrm rot="-9948738">
              <a:off x="1730786" y="5845469"/>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9" name="TextBox 182">
              <a:extLst>
                <a:ext uri="{FF2B5EF4-FFF2-40B4-BE49-F238E27FC236}">
                  <a16:creationId xmlns:a16="http://schemas.microsoft.com/office/drawing/2014/main" id="{99FAE186-77C6-3F42-AB05-E0FF7C6CB0A1}"/>
                </a:ext>
              </a:extLst>
            </p:cNvPr>
            <p:cNvSpPr txBox="1">
              <a:spLocks noChangeArrowheads="1"/>
            </p:cNvSpPr>
            <p:nvPr/>
          </p:nvSpPr>
          <p:spPr bwMode="auto">
            <a:xfrm rot="-4992697">
              <a:off x="144631" y="3539025"/>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30" name="TextBox 183">
              <a:extLst>
                <a:ext uri="{FF2B5EF4-FFF2-40B4-BE49-F238E27FC236}">
                  <a16:creationId xmlns:a16="http://schemas.microsoft.com/office/drawing/2014/main" id="{1CE3A2E2-820D-D645-BBA3-0C3089DE6461}"/>
                </a:ext>
              </a:extLst>
            </p:cNvPr>
            <p:cNvSpPr txBox="1">
              <a:spLocks noChangeArrowheads="1"/>
            </p:cNvSpPr>
            <p:nvPr/>
          </p:nvSpPr>
          <p:spPr bwMode="auto">
            <a:xfrm rot="-1017263">
              <a:off x="2330376" y="1905681"/>
              <a:ext cx="5437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grpSp>
      <p:sp>
        <p:nvSpPr>
          <p:cNvPr id="802" name="Rectangle 3">
            <a:extLst>
              <a:ext uri="{FF2B5EF4-FFF2-40B4-BE49-F238E27FC236}">
                <a16:creationId xmlns:a16="http://schemas.microsoft.com/office/drawing/2014/main" id="{883B8B7C-52E4-7C4B-8F8D-C53D3AF05B50}"/>
              </a:ext>
            </a:extLst>
          </p:cNvPr>
          <p:cNvSpPr txBox="1">
            <a:spLocks noChangeArrowheads="1"/>
          </p:cNvSpPr>
          <p:nvPr/>
        </p:nvSpPr>
        <p:spPr bwMode="auto">
          <a:xfrm>
            <a:off x="1499042" y="1163204"/>
            <a:ext cx="972079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75000"/>
              <a:buFont typeface="Wingdings" pitchFamily="2" charset="2"/>
              <a:buNone/>
              <a:tabLst/>
              <a:defRPr/>
            </a:pPr>
            <a:r>
              <a:rPr kumimoji="0" lang="en-US" altLang="en-US" sz="24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But if one global ISP is viable business, there will be competitors …. who will want to be connected</a:t>
            </a:r>
          </a:p>
        </p:txBody>
      </p:sp>
      <p:grpSp>
        <p:nvGrpSpPr>
          <p:cNvPr id="302" name="Group 20">
            <a:extLst>
              <a:ext uri="{FF2B5EF4-FFF2-40B4-BE49-F238E27FC236}">
                <a16:creationId xmlns:a16="http://schemas.microsoft.com/office/drawing/2014/main" id="{2E65E034-15F8-4544-9A88-3C6F87D79608}"/>
              </a:ext>
            </a:extLst>
          </p:cNvPr>
          <p:cNvGrpSpPr>
            <a:grpSpLocks/>
          </p:cNvGrpSpPr>
          <p:nvPr/>
        </p:nvGrpSpPr>
        <p:grpSpPr bwMode="auto">
          <a:xfrm>
            <a:off x="5736579" y="2899825"/>
            <a:ext cx="2272389" cy="1061009"/>
            <a:chOff x="4696844" y="2871032"/>
            <a:chExt cx="2272673" cy="1061114"/>
          </a:xfrm>
        </p:grpSpPr>
        <p:grpSp>
          <p:nvGrpSpPr>
            <p:cNvPr id="303" name="Group 16">
              <a:extLst>
                <a:ext uri="{FF2B5EF4-FFF2-40B4-BE49-F238E27FC236}">
                  <a16:creationId xmlns:a16="http://schemas.microsoft.com/office/drawing/2014/main" id="{AE7FAC14-602F-5840-95C2-10B4B1F3F93B}"/>
                </a:ext>
              </a:extLst>
            </p:cNvPr>
            <p:cNvGrpSpPr>
              <a:grpSpLocks/>
            </p:cNvGrpSpPr>
            <p:nvPr/>
          </p:nvGrpSpPr>
          <p:grpSpPr bwMode="auto">
            <a:xfrm>
              <a:off x="5677190" y="2871032"/>
              <a:ext cx="530938" cy="338554"/>
              <a:chOff x="5573768" y="2726239"/>
              <a:chExt cx="530938" cy="338554"/>
            </a:xfrm>
          </p:grpSpPr>
          <p:sp>
            <p:nvSpPr>
              <p:cNvPr id="306" name="Oval 14">
                <a:extLst>
                  <a:ext uri="{FF2B5EF4-FFF2-40B4-BE49-F238E27FC236}">
                    <a16:creationId xmlns:a16="http://schemas.microsoft.com/office/drawing/2014/main" id="{0540692A-C81C-724C-B821-D711DAE7176F}"/>
                  </a:ext>
                </a:extLst>
              </p:cNvPr>
              <p:cNvSpPr>
                <a:spLocks noChangeArrowheads="1"/>
              </p:cNvSpPr>
              <p:nvPr/>
            </p:nvSpPr>
            <p:spPr bwMode="auto">
              <a:xfrm>
                <a:off x="5573768" y="2751297"/>
                <a:ext cx="528092" cy="304800"/>
              </a:xfrm>
              <a:prstGeom prst="ellipse">
                <a:avLst/>
              </a:prstGeom>
              <a:solidFill>
                <a:srgbClr val="0000FF"/>
              </a:solidFill>
              <a:ln w="9525">
                <a:solidFill>
                  <a:schemeClr val="tx1"/>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07" name="TextBox 15">
                <a:extLst>
                  <a:ext uri="{FF2B5EF4-FFF2-40B4-BE49-F238E27FC236}">
                    <a16:creationId xmlns:a16="http://schemas.microsoft.com/office/drawing/2014/main" id="{B7EC47D0-A46E-E246-960E-89C0F218ED7B}"/>
                  </a:ext>
                </a:extLst>
              </p:cNvPr>
              <p:cNvSpPr txBox="1">
                <a:spLocks noChangeArrowheads="1"/>
              </p:cNvSpPr>
              <p:nvPr/>
            </p:nvSpPr>
            <p:spPr bwMode="auto">
              <a:xfrm>
                <a:off x="5593027" y="2726239"/>
                <a:ext cx="5116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IXP</a:t>
                </a:r>
              </a:p>
            </p:txBody>
          </p:sp>
        </p:grpSp>
        <p:cxnSp>
          <p:nvCxnSpPr>
            <p:cNvPr id="304" name="Straight Connector 18">
              <a:extLst>
                <a:ext uri="{FF2B5EF4-FFF2-40B4-BE49-F238E27FC236}">
                  <a16:creationId xmlns:a16="http://schemas.microsoft.com/office/drawing/2014/main" id="{6DC2A61E-B493-9841-A8B3-1C17E6A8ED01}"/>
                </a:ext>
              </a:extLst>
            </p:cNvPr>
            <p:cNvCxnSpPr>
              <a:cxnSpLocks noChangeShapeType="1"/>
            </p:cNvCxnSpPr>
            <p:nvPr/>
          </p:nvCxnSpPr>
          <p:spPr bwMode="auto">
            <a:xfrm>
              <a:off x="4696844" y="3073933"/>
              <a:ext cx="980347" cy="351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05" name="Straight Connector 516">
              <a:extLst>
                <a:ext uri="{FF2B5EF4-FFF2-40B4-BE49-F238E27FC236}">
                  <a16:creationId xmlns:a16="http://schemas.microsoft.com/office/drawing/2014/main" id="{ED5D0B03-04A8-4A40-9C0F-4EA56D9810E8}"/>
                </a:ext>
              </a:extLst>
            </p:cNvPr>
            <p:cNvCxnSpPr>
              <a:cxnSpLocks noChangeShapeType="1"/>
              <a:endCxn id="976" idx="1"/>
            </p:cNvCxnSpPr>
            <p:nvPr/>
          </p:nvCxnSpPr>
          <p:spPr bwMode="auto">
            <a:xfrm>
              <a:off x="6137160" y="3146858"/>
              <a:ext cx="832357" cy="78528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grpSp>
        <p:nvGrpSpPr>
          <p:cNvPr id="308" name="Group 39939">
            <a:extLst>
              <a:ext uri="{FF2B5EF4-FFF2-40B4-BE49-F238E27FC236}">
                <a16:creationId xmlns:a16="http://schemas.microsoft.com/office/drawing/2014/main" id="{17CCBDCA-CC15-454D-A26D-AA4BB11DE0FB}"/>
              </a:ext>
            </a:extLst>
          </p:cNvPr>
          <p:cNvGrpSpPr>
            <a:grpSpLocks/>
          </p:cNvGrpSpPr>
          <p:nvPr/>
        </p:nvGrpSpPr>
        <p:grpSpPr bwMode="auto">
          <a:xfrm>
            <a:off x="3570155" y="3762887"/>
            <a:ext cx="2938536" cy="1357499"/>
            <a:chOff x="2746064" y="3733000"/>
            <a:chExt cx="2937094" cy="1359583"/>
          </a:xfrm>
        </p:grpSpPr>
        <p:cxnSp>
          <p:nvCxnSpPr>
            <p:cNvPr id="309" name="Straight Connector 7">
              <a:extLst>
                <a:ext uri="{FF2B5EF4-FFF2-40B4-BE49-F238E27FC236}">
                  <a16:creationId xmlns:a16="http://schemas.microsoft.com/office/drawing/2014/main" id="{415ABF4C-9DC7-3E48-8D47-77091F596BBC}"/>
                </a:ext>
              </a:extLst>
            </p:cNvPr>
            <p:cNvCxnSpPr>
              <a:cxnSpLocks noChangeShapeType="1"/>
              <a:stCxn id="1032" idx="5"/>
              <a:endCxn id="983" idx="3"/>
            </p:cNvCxnSpPr>
            <p:nvPr/>
          </p:nvCxnSpPr>
          <p:spPr bwMode="auto">
            <a:xfrm>
              <a:off x="5094305" y="3733002"/>
              <a:ext cx="588852" cy="21276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10" name="Straight Connector 415">
              <a:extLst>
                <a:ext uri="{FF2B5EF4-FFF2-40B4-BE49-F238E27FC236}">
                  <a16:creationId xmlns:a16="http://schemas.microsoft.com/office/drawing/2014/main" id="{5C73DBFB-D008-3643-BC55-DC0EB59EE06A}"/>
                </a:ext>
              </a:extLst>
            </p:cNvPr>
            <p:cNvCxnSpPr>
              <a:cxnSpLocks noChangeShapeType="1"/>
              <a:stCxn id="1010" idx="5"/>
            </p:cNvCxnSpPr>
            <p:nvPr/>
          </p:nvCxnSpPr>
          <p:spPr bwMode="auto">
            <a:xfrm flipH="1">
              <a:off x="2746064" y="3789080"/>
              <a:ext cx="54551" cy="601922"/>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11" name="Straight Connector 523">
              <a:extLst>
                <a:ext uri="{FF2B5EF4-FFF2-40B4-BE49-F238E27FC236}">
                  <a16:creationId xmlns:a16="http://schemas.microsoft.com/office/drawing/2014/main" id="{FABFBABF-764F-F24E-92BB-9E89BDA24ADC}"/>
                </a:ext>
              </a:extLst>
            </p:cNvPr>
            <p:cNvCxnSpPr>
              <a:cxnSpLocks noChangeShapeType="1"/>
              <a:endCxn id="941" idx="3"/>
            </p:cNvCxnSpPr>
            <p:nvPr/>
          </p:nvCxnSpPr>
          <p:spPr bwMode="auto">
            <a:xfrm flipV="1">
              <a:off x="4424422" y="4701846"/>
              <a:ext cx="1074473" cy="39073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grpSp>
        <p:nvGrpSpPr>
          <p:cNvPr id="312" name="Group 39945">
            <a:extLst>
              <a:ext uri="{FF2B5EF4-FFF2-40B4-BE49-F238E27FC236}">
                <a16:creationId xmlns:a16="http://schemas.microsoft.com/office/drawing/2014/main" id="{4F08D3C4-6595-F647-9CFE-E885FE9A560B}"/>
              </a:ext>
            </a:extLst>
          </p:cNvPr>
          <p:cNvGrpSpPr>
            <a:grpSpLocks/>
          </p:cNvGrpSpPr>
          <p:nvPr/>
        </p:nvGrpSpPr>
        <p:grpSpPr bwMode="auto">
          <a:xfrm>
            <a:off x="5775500" y="5015078"/>
            <a:ext cx="1792625" cy="741248"/>
            <a:chOff x="4686300" y="4864100"/>
            <a:chExt cx="1792244" cy="740764"/>
          </a:xfrm>
        </p:grpSpPr>
        <p:sp>
          <p:nvSpPr>
            <p:cNvPr id="313" name="TextBox 39940">
              <a:extLst>
                <a:ext uri="{FF2B5EF4-FFF2-40B4-BE49-F238E27FC236}">
                  <a16:creationId xmlns:a16="http://schemas.microsoft.com/office/drawing/2014/main" id="{FD61504F-D5F3-AD41-A564-0F2130ECCC8D}"/>
                </a:ext>
              </a:extLst>
            </p:cNvPr>
            <p:cNvSpPr txBox="1">
              <a:spLocks noChangeArrowheads="1"/>
            </p:cNvSpPr>
            <p:nvPr/>
          </p:nvSpPr>
          <p:spPr bwMode="auto">
            <a:xfrm>
              <a:off x="4838700" y="5143500"/>
              <a:ext cx="1639844" cy="46136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rPr>
                <a:t>peering link</a:t>
              </a:r>
            </a:p>
          </p:txBody>
        </p:sp>
        <p:cxnSp>
          <p:nvCxnSpPr>
            <p:cNvPr id="314" name="Straight Connector 39943">
              <a:extLst>
                <a:ext uri="{FF2B5EF4-FFF2-40B4-BE49-F238E27FC236}">
                  <a16:creationId xmlns:a16="http://schemas.microsoft.com/office/drawing/2014/main" id="{662FE684-E2A5-2840-A5C2-6BFF91F3187F}"/>
                </a:ext>
              </a:extLst>
            </p:cNvPr>
            <p:cNvCxnSpPr>
              <a:cxnSpLocks noChangeShapeType="1"/>
            </p:cNvCxnSpPr>
            <p:nvPr/>
          </p:nvCxnSpPr>
          <p:spPr bwMode="auto">
            <a:xfrm>
              <a:off x="4686300" y="4864100"/>
              <a:ext cx="266700" cy="419100"/>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cxnSp>
      </p:grpSp>
      <p:grpSp>
        <p:nvGrpSpPr>
          <p:cNvPr id="315" name="Group 39950">
            <a:extLst>
              <a:ext uri="{FF2B5EF4-FFF2-40B4-BE49-F238E27FC236}">
                <a16:creationId xmlns:a16="http://schemas.microsoft.com/office/drawing/2014/main" id="{8A4AC5CF-4E2B-1A42-BCF8-69BC9F1FCC3D}"/>
              </a:ext>
            </a:extLst>
          </p:cNvPr>
          <p:cNvGrpSpPr>
            <a:grpSpLocks/>
          </p:cNvGrpSpPr>
          <p:nvPr/>
        </p:nvGrpSpPr>
        <p:grpSpPr bwMode="auto">
          <a:xfrm>
            <a:off x="6287088" y="1707261"/>
            <a:ext cx="3207609" cy="1166368"/>
            <a:chOff x="5270500" y="1701800"/>
            <a:chExt cx="3206604" cy="1165614"/>
          </a:xfrm>
        </p:grpSpPr>
        <p:sp>
          <p:nvSpPr>
            <p:cNvPr id="316" name="TextBox 39946">
              <a:extLst>
                <a:ext uri="{FF2B5EF4-FFF2-40B4-BE49-F238E27FC236}">
                  <a16:creationId xmlns:a16="http://schemas.microsoft.com/office/drawing/2014/main" id="{6D9EB3B8-2735-CD4C-87A2-ADB28AA9175E}"/>
                </a:ext>
              </a:extLst>
            </p:cNvPr>
            <p:cNvSpPr txBox="1">
              <a:spLocks noChangeArrowheads="1"/>
            </p:cNvSpPr>
            <p:nvPr/>
          </p:nvSpPr>
          <p:spPr bwMode="auto">
            <a:xfrm>
              <a:off x="5270500" y="1701800"/>
              <a:ext cx="3206604" cy="461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hlinkClick r:id="rId3"/>
                </a:rPr>
                <a:t>Internet exchange point </a:t>
              </a:r>
              <a:endParaRPr kumimoji="0" lang="en-US" altLang="en-US" sz="2400" b="0" i="1" u="none" strike="noStrike" kern="1200" cap="none" spc="0" normalizeH="0" baseline="0" noProof="0">
                <a:ln>
                  <a:noFill/>
                </a:ln>
                <a:solidFill>
                  <a:srgbClr val="CC0000"/>
                </a:solidFill>
                <a:effectLst/>
                <a:uLnTx/>
                <a:uFillTx/>
                <a:latin typeface="Calibri" panose="020F0502020204030204"/>
                <a:ea typeface="ＭＳ Ｐゴシック" panose="020B0600070205080204" pitchFamily="34" charset="-128"/>
                <a:cs typeface="+mn-cs"/>
              </a:endParaRPr>
            </a:p>
          </p:txBody>
        </p:sp>
        <p:cxnSp>
          <p:nvCxnSpPr>
            <p:cNvPr id="317" name="Straight Connector 39948">
              <a:extLst>
                <a:ext uri="{FF2B5EF4-FFF2-40B4-BE49-F238E27FC236}">
                  <a16:creationId xmlns:a16="http://schemas.microsoft.com/office/drawing/2014/main" id="{3960A6E5-1A89-A049-8806-7339A84D6F2F}"/>
                </a:ext>
              </a:extLst>
            </p:cNvPr>
            <p:cNvCxnSpPr>
              <a:cxnSpLocks noChangeShapeType="1"/>
            </p:cNvCxnSpPr>
            <p:nvPr/>
          </p:nvCxnSpPr>
          <p:spPr bwMode="auto">
            <a:xfrm flipH="1">
              <a:off x="6141884" y="2155382"/>
              <a:ext cx="219911" cy="712032"/>
            </a:xfrm>
            <a:prstGeom prst="line">
              <a:avLst/>
            </a:prstGeom>
            <a:noFill/>
            <a:ln w="9525">
              <a:solidFill>
                <a:srgbClr val="CC0000"/>
              </a:solidFill>
              <a:round/>
              <a:headEnd/>
              <a:tailEnd/>
            </a:ln>
            <a:extLst>
              <a:ext uri="{909E8E84-426E-40DD-AFC4-6F175D3DCCD1}">
                <a14:hiddenFill xmlns:a14="http://schemas.microsoft.com/office/drawing/2010/main">
                  <a:noFill/>
                </a14:hiddenFill>
              </a:ext>
            </a:extLst>
          </p:spPr>
        </p:cxnSp>
      </p:grpSp>
      <p:grpSp>
        <p:nvGrpSpPr>
          <p:cNvPr id="862" name="Group 861">
            <a:extLst>
              <a:ext uri="{FF2B5EF4-FFF2-40B4-BE49-F238E27FC236}">
                <a16:creationId xmlns:a16="http://schemas.microsoft.com/office/drawing/2014/main" id="{B86CF571-59B7-9040-88E6-ACE367964601}"/>
              </a:ext>
            </a:extLst>
          </p:cNvPr>
          <p:cNvGrpSpPr/>
          <p:nvPr/>
        </p:nvGrpSpPr>
        <p:grpSpPr>
          <a:xfrm>
            <a:off x="7929475" y="3939691"/>
            <a:ext cx="541338" cy="223023"/>
            <a:chOff x="7493876" y="2774731"/>
            <a:chExt cx="1481958" cy="894622"/>
          </a:xfrm>
        </p:grpSpPr>
        <p:sp>
          <p:nvSpPr>
            <p:cNvPr id="975" name="Freeform 974">
              <a:extLst>
                <a:ext uri="{FF2B5EF4-FFF2-40B4-BE49-F238E27FC236}">
                  <a16:creationId xmlns:a16="http://schemas.microsoft.com/office/drawing/2014/main" id="{1999BFB5-779F-7B4E-BCBF-9040592BFBD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76" name="Oval 975">
              <a:extLst>
                <a:ext uri="{FF2B5EF4-FFF2-40B4-BE49-F238E27FC236}">
                  <a16:creationId xmlns:a16="http://schemas.microsoft.com/office/drawing/2014/main" id="{61415BE9-66CA-0045-99BF-BA54F41E054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77" name="Group 976">
              <a:extLst>
                <a:ext uri="{FF2B5EF4-FFF2-40B4-BE49-F238E27FC236}">
                  <a16:creationId xmlns:a16="http://schemas.microsoft.com/office/drawing/2014/main" id="{390121EC-5020-DC41-8658-E7E4546EDD86}"/>
                </a:ext>
              </a:extLst>
            </p:cNvPr>
            <p:cNvGrpSpPr/>
            <p:nvPr/>
          </p:nvGrpSpPr>
          <p:grpSpPr>
            <a:xfrm>
              <a:off x="7713663" y="2848339"/>
              <a:ext cx="1042107" cy="425543"/>
              <a:chOff x="7786941" y="2884917"/>
              <a:chExt cx="897649" cy="353919"/>
            </a:xfrm>
          </p:grpSpPr>
          <p:sp>
            <p:nvSpPr>
              <p:cNvPr id="978" name="Freeform 977">
                <a:extLst>
                  <a:ext uri="{FF2B5EF4-FFF2-40B4-BE49-F238E27FC236}">
                    <a16:creationId xmlns:a16="http://schemas.microsoft.com/office/drawing/2014/main" id="{379AA28D-75A8-A345-B828-DEB6099EB1D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9" name="Freeform 978">
                <a:extLst>
                  <a:ext uri="{FF2B5EF4-FFF2-40B4-BE49-F238E27FC236}">
                    <a16:creationId xmlns:a16="http://schemas.microsoft.com/office/drawing/2014/main" id="{9DDC0BF3-00A0-7C46-A0BC-285C4E950A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0" name="Freeform 979">
                <a:extLst>
                  <a:ext uri="{FF2B5EF4-FFF2-40B4-BE49-F238E27FC236}">
                    <a16:creationId xmlns:a16="http://schemas.microsoft.com/office/drawing/2014/main" id="{DECB33A6-775B-1A42-95E8-73DA8B96513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1" name="Freeform 980">
                <a:extLst>
                  <a:ext uri="{FF2B5EF4-FFF2-40B4-BE49-F238E27FC236}">
                    <a16:creationId xmlns:a16="http://schemas.microsoft.com/office/drawing/2014/main" id="{2619AA7F-A92C-BA49-876D-4FE864A189C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1" name="Group 860">
            <a:extLst>
              <a:ext uri="{FF2B5EF4-FFF2-40B4-BE49-F238E27FC236}">
                <a16:creationId xmlns:a16="http://schemas.microsoft.com/office/drawing/2014/main" id="{D449FF35-FAF6-E449-9A22-F811CE472966}"/>
              </a:ext>
            </a:extLst>
          </p:cNvPr>
          <p:cNvGrpSpPr/>
          <p:nvPr/>
        </p:nvGrpSpPr>
        <p:grpSpPr>
          <a:xfrm>
            <a:off x="6429198" y="3852093"/>
            <a:ext cx="541338" cy="223023"/>
            <a:chOff x="7493876" y="2774731"/>
            <a:chExt cx="1481958" cy="894622"/>
          </a:xfrm>
        </p:grpSpPr>
        <p:sp>
          <p:nvSpPr>
            <p:cNvPr id="982" name="Freeform 981">
              <a:extLst>
                <a:ext uri="{FF2B5EF4-FFF2-40B4-BE49-F238E27FC236}">
                  <a16:creationId xmlns:a16="http://schemas.microsoft.com/office/drawing/2014/main" id="{C7B6FB0D-082A-3945-9A3E-A5F7186297E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83" name="Oval 982">
              <a:extLst>
                <a:ext uri="{FF2B5EF4-FFF2-40B4-BE49-F238E27FC236}">
                  <a16:creationId xmlns:a16="http://schemas.microsoft.com/office/drawing/2014/main" id="{4EF624E0-71DE-964A-8571-4D8C1996401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84" name="Group 983">
              <a:extLst>
                <a:ext uri="{FF2B5EF4-FFF2-40B4-BE49-F238E27FC236}">
                  <a16:creationId xmlns:a16="http://schemas.microsoft.com/office/drawing/2014/main" id="{30E6BF43-A210-1E4C-BAD2-D624181508AC}"/>
                </a:ext>
              </a:extLst>
            </p:cNvPr>
            <p:cNvGrpSpPr/>
            <p:nvPr/>
          </p:nvGrpSpPr>
          <p:grpSpPr>
            <a:xfrm>
              <a:off x="7713663" y="2848339"/>
              <a:ext cx="1042107" cy="425543"/>
              <a:chOff x="7786941" y="2884917"/>
              <a:chExt cx="897649" cy="353919"/>
            </a:xfrm>
          </p:grpSpPr>
          <p:sp>
            <p:nvSpPr>
              <p:cNvPr id="985" name="Freeform 984">
                <a:extLst>
                  <a:ext uri="{FF2B5EF4-FFF2-40B4-BE49-F238E27FC236}">
                    <a16:creationId xmlns:a16="http://schemas.microsoft.com/office/drawing/2014/main" id="{F4D1AD34-F02F-9941-970C-35B29683293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6" name="Freeform 985">
                <a:extLst>
                  <a:ext uri="{FF2B5EF4-FFF2-40B4-BE49-F238E27FC236}">
                    <a16:creationId xmlns:a16="http://schemas.microsoft.com/office/drawing/2014/main" id="{0F5A4911-FBD2-E540-9A2F-3E431D553D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7" name="Freeform 986">
                <a:extLst>
                  <a:ext uri="{FF2B5EF4-FFF2-40B4-BE49-F238E27FC236}">
                    <a16:creationId xmlns:a16="http://schemas.microsoft.com/office/drawing/2014/main" id="{DCAAD9B9-53E3-A344-9344-FD09758AEB0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8" name="Freeform 987">
                <a:extLst>
                  <a:ext uri="{FF2B5EF4-FFF2-40B4-BE49-F238E27FC236}">
                    <a16:creationId xmlns:a16="http://schemas.microsoft.com/office/drawing/2014/main" id="{7E121ADB-28BD-A34D-864D-CAE2965181F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6" name="Group 815">
            <a:extLst>
              <a:ext uri="{FF2B5EF4-FFF2-40B4-BE49-F238E27FC236}">
                <a16:creationId xmlns:a16="http://schemas.microsoft.com/office/drawing/2014/main" id="{5D57186B-96C6-4245-A5CD-2EC8F02FE2C5}"/>
              </a:ext>
            </a:extLst>
          </p:cNvPr>
          <p:cNvGrpSpPr/>
          <p:nvPr/>
        </p:nvGrpSpPr>
        <p:grpSpPr>
          <a:xfrm>
            <a:off x="5457737" y="3639654"/>
            <a:ext cx="541338" cy="223023"/>
            <a:chOff x="7493876" y="2774731"/>
            <a:chExt cx="1481958" cy="894622"/>
          </a:xfrm>
        </p:grpSpPr>
        <p:sp>
          <p:nvSpPr>
            <p:cNvPr id="1031" name="Freeform 1030">
              <a:extLst>
                <a:ext uri="{FF2B5EF4-FFF2-40B4-BE49-F238E27FC236}">
                  <a16:creationId xmlns:a16="http://schemas.microsoft.com/office/drawing/2014/main" id="{F884C67D-5359-0D4B-92F3-51236F5721A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32" name="Oval 1031">
              <a:extLst>
                <a:ext uri="{FF2B5EF4-FFF2-40B4-BE49-F238E27FC236}">
                  <a16:creationId xmlns:a16="http://schemas.microsoft.com/office/drawing/2014/main" id="{C3DDEC0B-9B46-6E40-AFA7-85DD71E00D8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33" name="Group 1032">
              <a:extLst>
                <a:ext uri="{FF2B5EF4-FFF2-40B4-BE49-F238E27FC236}">
                  <a16:creationId xmlns:a16="http://schemas.microsoft.com/office/drawing/2014/main" id="{AFA389A2-1145-6742-AFF5-BBE2D79E08E8}"/>
                </a:ext>
              </a:extLst>
            </p:cNvPr>
            <p:cNvGrpSpPr/>
            <p:nvPr/>
          </p:nvGrpSpPr>
          <p:grpSpPr>
            <a:xfrm>
              <a:off x="7713663" y="2848339"/>
              <a:ext cx="1042107" cy="425543"/>
              <a:chOff x="7786941" y="2884917"/>
              <a:chExt cx="897649" cy="353919"/>
            </a:xfrm>
          </p:grpSpPr>
          <p:sp>
            <p:nvSpPr>
              <p:cNvPr id="1034" name="Freeform 1033">
                <a:extLst>
                  <a:ext uri="{FF2B5EF4-FFF2-40B4-BE49-F238E27FC236}">
                    <a16:creationId xmlns:a16="http://schemas.microsoft.com/office/drawing/2014/main" id="{D4EB8805-ED69-3A4C-B790-5B0BE9CAFC7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5" name="Freeform 1034">
                <a:extLst>
                  <a:ext uri="{FF2B5EF4-FFF2-40B4-BE49-F238E27FC236}">
                    <a16:creationId xmlns:a16="http://schemas.microsoft.com/office/drawing/2014/main" id="{F9160B87-94D9-4746-9AB1-F94A2850C65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6" name="Freeform 1035">
                <a:extLst>
                  <a:ext uri="{FF2B5EF4-FFF2-40B4-BE49-F238E27FC236}">
                    <a16:creationId xmlns:a16="http://schemas.microsoft.com/office/drawing/2014/main" id="{AC514A69-8535-9F4F-9082-9C0664FDD7D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7" name="Freeform 1036">
                <a:extLst>
                  <a:ext uri="{FF2B5EF4-FFF2-40B4-BE49-F238E27FC236}">
                    <a16:creationId xmlns:a16="http://schemas.microsoft.com/office/drawing/2014/main" id="{16FAD8F4-5C16-3548-9F13-8A162DB18CB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051" name="Group 1050">
            <a:extLst>
              <a:ext uri="{FF2B5EF4-FFF2-40B4-BE49-F238E27FC236}">
                <a16:creationId xmlns:a16="http://schemas.microsoft.com/office/drawing/2014/main" id="{D733AA75-B994-7047-AE70-E6C857337635}"/>
              </a:ext>
            </a:extLst>
          </p:cNvPr>
          <p:cNvGrpSpPr/>
          <p:nvPr/>
        </p:nvGrpSpPr>
        <p:grpSpPr>
          <a:xfrm>
            <a:off x="4815073" y="3924252"/>
            <a:ext cx="1634942" cy="693432"/>
            <a:chOff x="4815073" y="3924252"/>
            <a:chExt cx="1634942" cy="693432"/>
          </a:xfrm>
        </p:grpSpPr>
        <p:cxnSp>
          <p:nvCxnSpPr>
            <p:cNvPr id="319" name="Straight Connector 515">
              <a:extLst>
                <a:ext uri="{FF2B5EF4-FFF2-40B4-BE49-F238E27FC236}">
                  <a16:creationId xmlns:a16="http://schemas.microsoft.com/office/drawing/2014/main" id="{E64B2F34-F5A2-0748-B519-596A0F2D52A9}"/>
                </a:ext>
              </a:extLst>
            </p:cNvPr>
            <p:cNvCxnSpPr>
              <a:cxnSpLocks noChangeShapeType="1"/>
              <a:stCxn id="930" idx="2"/>
            </p:cNvCxnSpPr>
            <p:nvPr/>
          </p:nvCxnSpPr>
          <p:spPr bwMode="auto">
            <a:xfrm flipV="1">
              <a:off x="4982880" y="4309966"/>
              <a:ext cx="309146" cy="30771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21" name="Straight Connector 519">
              <a:extLst>
                <a:ext uri="{FF2B5EF4-FFF2-40B4-BE49-F238E27FC236}">
                  <a16:creationId xmlns:a16="http://schemas.microsoft.com/office/drawing/2014/main" id="{A78B3472-4495-804D-9DE2-F7A93E5EED62}"/>
                </a:ext>
              </a:extLst>
            </p:cNvPr>
            <p:cNvCxnSpPr>
              <a:cxnSpLocks noChangeShapeType="1"/>
            </p:cNvCxnSpPr>
            <p:nvPr/>
          </p:nvCxnSpPr>
          <p:spPr bwMode="auto">
            <a:xfrm flipV="1">
              <a:off x="5520180" y="3924252"/>
              <a:ext cx="929835" cy="367084"/>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22" name="Straight Connector 520">
              <a:extLst>
                <a:ext uri="{FF2B5EF4-FFF2-40B4-BE49-F238E27FC236}">
                  <a16:creationId xmlns:a16="http://schemas.microsoft.com/office/drawing/2014/main" id="{B39E2778-53AB-7A47-8C24-A5C1BE87DA91}"/>
                </a:ext>
              </a:extLst>
            </p:cNvPr>
            <p:cNvCxnSpPr>
              <a:cxnSpLocks noChangeShapeType="1"/>
              <a:stCxn id="1007" idx="2"/>
            </p:cNvCxnSpPr>
            <p:nvPr/>
          </p:nvCxnSpPr>
          <p:spPr bwMode="auto">
            <a:xfrm>
              <a:off x="4815073" y="3947043"/>
              <a:ext cx="476953" cy="277502"/>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nvGrpSpPr>
            <p:cNvPr id="320" name="Group 518">
              <a:extLst>
                <a:ext uri="{FF2B5EF4-FFF2-40B4-BE49-F238E27FC236}">
                  <a16:creationId xmlns:a16="http://schemas.microsoft.com/office/drawing/2014/main" id="{5B45D9C6-3CE7-2041-98FA-CDA4548CA9EC}"/>
                </a:ext>
              </a:extLst>
            </p:cNvPr>
            <p:cNvGrpSpPr>
              <a:grpSpLocks/>
            </p:cNvGrpSpPr>
            <p:nvPr/>
          </p:nvGrpSpPr>
          <p:grpSpPr bwMode="auto">
            <a:xfrm>
              <a:off x="5119678" y="4119105"/>
              <a:ext cx="528442" cy="338554"/>
              <a:chOff x="5634518" y="2652249"/>
              <a:chExt cx="528092" cy="338174"/>
            </a:xfrm>
          </p:grpSpPr>
          <p:sp>
            <p:nvSpPr>
              <p:cNvPr id="323" name="Oval 521">
                <a:extLst>
                  <a:ext uri="{FF2B5EF4-FFF2-40B4-BE49-F238E27FC236}">
                    <a16:creationId xmlns:a16="http://schemas.microsoft.com/office/drawing/2014/main" id="{8C2B1233-55C2-9047-95E3-7365B78CC21B}"/>
                  </a:ext>
                </a:extLst>
              </p:cNvPr>
              <p:cNvSpPr>
                <a:spLocks noChangeArrowheads="1"/>
              </p:cNvSpPr>
              <p:nvPr/>
            </p:nvSpPr>
            <p:spPr bwMode="auto">
              <a:xfrm>
                <a:off x="5634518" y="2672371"/>
                <a:ext cx="528092" cy="304800"/>
              </a:xfrm>
              <a:prstGeom prst="ellipse">
                <a:avLst/>
              </a:prstGeom>
              <a:solidFill>
                <a:srgbClr val="0000FF"/>
              </a:solidFill>
              <a:ln w="9525">
                <a:solidFill>
                  <a:schemeClr val="tx1"/>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4" name="TextBox 522">
                <a:extLst>
                  <a:ext uri="{FF2B5EF4-FFF2-40B4-BE49-F238E27FC236}">
                    <a16:creationId xmlns:a16="http://schemas.microsoft.com/office/drawing/2014/main" id="{A334D512-2736-F84E-A319-19B29AF83D0F}"/>
                  </a:ext>
                </a:extLst>
              </p:cNvPr>
              <p:cNvSpPr txBox="1">
                <a:spLocks noChangeArrowheads="1"/>
              </p:cNvSpPr>
              <p:nvPr/>
            </p:nvSpPr>
            <p:spPr bwMode="auto">
              <a:xfrm>
                <a:off x="5685246" y="2652249"/>
                <a:ext cx="447262" cy="33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white"/>
                    </a:solidFill>
                    <a:effectLst/>
                    <a:uLnTx/>
                    <a:uFillTx/>
                    <a:latin typeface="Calibri" panose="020F0502020204030204"/>
                    <a:ea typeface="ＭＳ Ｐゴシック" panose="020B0600070205080204" pitchFamily="34" charset="-128"/>
                    <a:cs typeface="+mn-cs"/>
                  </a:rPr>
                  <a:t>IXP</a:t>
                </a:r>
              </a:p>
            </p:txBody>
          </p:sp>
        </p:grpSp>
      </p:grpSp>
      <p:grpSp>
        <p:nvGrpSpPr>
          <p:cNvPr id="867" name="Group 866">
            <a:extLst>
              <a:ext uri="{FF2B5EF4-FFF2-40B4-BE49-F238E27FC236}">
                <a16:creationId xmlns:a16="http://schemas.microsoft.com/office/drawing/2014/main" id="{58E5558D-3D33-544A-9618-E00C8D6923C7}"/>
              </a:ext>
            </a:extLst>
          </p:cNvPr>
          <p:cNvGrpSpPr/>
          <p:nvPr/>
        </p:nvGrpSpPr>
        <p:grpSpPr>
          <a:xfrm>
            <a:off x="6244846" y="4607015"/>
            <a:ext cx="541338" cy="223023"/>
            <a:chOff x="7493876" y="2774731"/>
            <a:chExt cx="1481958" cy="894622"/>
          </a:xfrm>
        </p:grpSpPr>
        <p:sp>
          <p:nvSpPr>
            <p:cNvPr id="940" name="Freeform 939">
              <a:extLst>
                <a:ext uri="{FF2B5EF4-FFF2-40B4-BE49-F238E27FC236}">
                  <a16:creationId xmlns:a16="http://schemas.microsoft.com/office/drawing/2014/main" id="{CE49F0E8-4CAB-264C-AC25-083099BD35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41" name="Oval 940">
              <a:extLst>
                <a:ext uri="{FF2B5EF4-FFF2-40B4-BE49-F238E27FC236}">
                  <a16:creationId xmlns:a16="http://schemas.microsoft.com/office/drawing/2014/main" id="{FDB92030-8F0D-8048-BA6F-8E94CCC52E4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42" name="Group 941">
              <a:extLst>
                <a:ext uri="{FF2B5EF4-FFF2-40B4-BE49-F238E27FC236}">
                  <a16:creationId xmlns:a16="http://schemas.microsoft.com/office/drawing/2014/main" id="{E584775B-EF39-E641-9296-62D0E98EBD1F}"/>
                </a:ext>
              </a:extLst>
            </p:cNvPr>
            <p:cNvGrpSpPr/>
            <p:nvPr/>
          </p:nvGrpSpPr>
          <p:grpSpPr>
            <a:xfrm>
              <a:off x="7713663" y="2848339"/>
              <a:ext cx="1042107" cy="425543"/>
              <a:chOff x="7786941" y="2884917"/>
              <a:chExt cx="897649" cy="353919"/>
            </a:xfrm>
          </p:grpSpPr>
          <p:sp>
            <p:nvSpPr>
              <p:cNvPr id="943" name="Freeform 942">
                <a:extLst>
                  <a:ext uri="{FF2B5EF4-FFF2-40B4-BE49-F238E27FC236}">
                    <a16:creationId xmlns:a16="http://schemas.microsoft.com/office/drawing/2014/main" id="{5FDEF6E3-E3EE-6C46-9470-4C6034153E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4" name="Freeform 943">
                <a:extLst>
                  <a:ext uri="{FF2B5EF4-FFF2-40B4-BE49-F238E27FC236}">
                    <a16:creationId xmlns:a16="http://schemas.microsoft.com/office/drawing/2014/main" id="{F09DCEA1-EA74-5942-A863-43EE3356891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5" name="Freeform 944">
                <a:extLst>
                  <a:ext uri="{FF2B5EF4-FFF2-40B4-BE49-F238E27FC236}">
                    <a16:creationId xmlns:a16="http://schemas.microsoft.com/office/drawing/2014/main" id="{7E4A31FF-3937-8145-99B6-C539859E71D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6" name="Freeform 945">
                <a:extLst>
                  <a:ext uri="{FF2B5EF4-FFF2-40B4-BE49-F238E27FC236}">
                    <a16:creationId xmlns:a16="http://schemas.microsoft.com/office/drawing/2014/main" id="{AE42ABD3-20A1-3A47-A5A0-6B9BD70524B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0" name="Group 869">
            <a:extLst>
              <a:ext uri="{FF2B5EF4-FFF2-40B4-BE49-F238E27FC236}">
                <a16:creationId xmlns:a16="http://schemas.microsoft.com/office/drawing/2014/main" id="{2201EDA2-F87D-BF47-BEA0-21B0A24F495A}"/>
              </a:ext>
            </a:extLst>
          </p:cNvPr>
          <p:cNvGrpSpPr/>
          <p:nvPr/>
        </p:nvGrpSpPr>
        <p:grpSpPr>
          <a:xfrm>
            <a:off x="4812419" y="5011641"/>
            <a:ext cx="541338" cy="223023"/>
            <a:chOff x="7493876" y="2774731"/>
            <a:chExt cx="1481958" cy="894622"/>
          </a:xfrm>
        </p:grpSpPr>
        <p:sp>
          <p:nvSpPr>
            <p:cNvPr id="919" name="Freeform 918">
              <a:extLst>
                <a:ext uri="{FF2B5EF4-FFF2-40B4-BE49-F238E27FC236}">
                  <a16:creationId xmlns:a16="http://schemas.microsoft.com/office/drawing/2014/main" id="{7BACFFDC-142B-174A-BFED-E6176627DB8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20" name="Oval 919">
              <a:extLst>
                <a:ext uri="{FF2B5EF4-FFF2-40B4-BE49-F238E27FC236}">
                  <a16:creationId xmlns:a16="http://schemas.microsoft.com/office/drawing/2014/main" id="{6B0BD693-1861-1344-9C54-9555107E799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21" name="Group 920">
              <a:extLst>
                <a:ext uri="{FF2B5EF4-FFF2-40B4-BE49-F238E27FC236}">
                  <a16:creationId xmlns:a16="http://schemas.microsoft.com/office/drawing/2014/main" id="{0019A1FA-0729-AB44-ACE4-09350E33F468}"/>
                </a:ext>
              </a:extLst>
            </p:cNvPr>
            <p:cNvGrpSpPr/>
            <p:nvPr/>
          </p:nvGrpSpPr>
          <p:grpSpPr>
            <a:xfrm>
              <a:off x="7713663" y="2848339"/>
              <a:ext cx="1042107" cy="425543"/>
              <a:chOff x="7786941" y="2884917"/>
              <a:chExt cx="897649" cy="353919"/>
            </a:xfrm>
          </p:grpSpPr>
          <p:sp>
            <p:nvSpPr>
              <p:cNvPr id="922" name="Freeform 921">
                <a:extLst>
                  <a:ext uri="{FF2B5EF4-FFF2-40B4-BE49-F238E27FC236}">
                    <a16:creationId xmlns:a16="http://schemas.microsoft.com/office/drawing/2014/main" id="{FA1FC1ED-CBBF-5F44-A7FA-778F742FE76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3" name="Freeform 922">
                <a:extLst>
                  <a:ext uri="{FF2B5EF4-FFF2-40B4-BE49-F238E27FC236}">
                    <a16:creationId xmlns:a16="http://schemas.microsoft.com/office/drawing/2014/main" id="{6C0ECFD1-933A-B74E-BFEE-72B00BC4C3A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4" name="Freeform 923">
                <a:extLst>
                  <a:ext uri="{FF2B5EF4-FFF2-40B4-BE49-F238E27FC236}">
                    <a16:creationId xmlns:a16="http://schemas.microsoft.com/office/drawing/2014/main" id="{FF559D91-8CE3-6E40-B135-CC54DC6069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5" name="Freeform 924">
                <a:extLst>
                  <a:ext uri="{FF2B5EF4-FFF2-40B4-BE49-F238E27FC236}">
                    <a16:creationId xmlns:a16="http://schemas.microsoft.com/office/drawing/2014/main" id="{4747411F-F0D6-A548-A80F-4ED08DE503B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9" name="Group 818">
            <a:extLst>
              <a:ext uri="{FF2B5EF4-FFF2-40B4-BE49-F238E27FC236}">
                <a16:creationId xmlns:a16="http://schemas.microsoft.com/office/drawing/2014/main" id="{BC079EE2-B5B9-1946-83CA-FB5D7C12BB3C}"/>
              </a:ext>
            </a:extLst>
          </p:cNvPr>
          <p:cNvGrpSpPr/>
          <p:nvPr/>
        </p:nvGrpSpPr>
        <p:grpSpPr>
          <a:xfrm>
            <a:off x="3355534" y="3674009"/>
            <a:ext cx="541338" cy="223023"/>
            <a:chOff x="7493876" y="2774731"/>
            <a:chExt cx="1481958" cy="894622"/>
          </a:xfrm>
        </p:grpSpPr>
        <p:sp>
          <p:nvSpPr>
            <p:cNvPr id="1010" name="Freeform 1009">
              <a:extLst>
                <a:ext uri="{FF2B5EF4-FFF2-40B4-BE49-F238E27FC236}">
                  <a16:creationId xmlns:a16="http://schemas.microsoft.com/office/drawing/2014/main" id="{92DD86F6-73AF-224B-B049-218E0EE4D53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11" name="Oval 1010">
              <a:extLst>
                <a:ext uri="{FF2B5EF4-FFF2-40B4-BE49-F238E27FC236}">
                  <a16:creationId xmlns:a16="http://schemas.microsoft.com/office/drawing/2014/main" id="{620B6D4B-4DE6-3F40-A4F5-C34D0B6BA0E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12" name="Group 1011">
              <a:extLst>
                <a:ext uri="{FF2B5EF4-FFF2-40B4-BE49-F238E27FC236}">
                  <a16:creationId xmlns:a16="http://schemas.microsoft.com/office/drawing/2014/main" id="{79E8750B-383B-4641-8E1B-82CF46F5FE0C}"/>
                </a:ext>
              </a:extLst>
            </p:cNvPr>
            <p:cNvGrpSpPr/>
            <p:nvPr/>
          </p:nvGrpSpPr>
          <p:grpSpPr>
            <a:xfrm>
              <a:off x="7713663" y="2848339"/>
              <a:ext cx="1042107" cy="425543"/>
              <a:chOff x="7786941" y="2884917"/>
              <a:chExt cx="897649" cy="353919"/>
            </a:xfrm>
          </p:grpSpPr>
          <p:sp>
            <p:nvSpPr>
              <p:cNvPr id="1013" name="Freeform 1012">
                <a:extLst>
                  <a:ext uri="{FF2B5EF4-FFF2-40B4-BE49-F238E27FC236}">
                    <a16:creationId xmlns:a16="http://schemas.microsoft.com/office/drawing/2014/main" id="{1A6B8441-BBF6-4A40-BA5C-5AA0E5DC708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4" name="Freeform 1013">
                <a:extLst>
                  <a:ext uri="{FF2B5EF4-FFF2-40B4-BE49-F238E27FC236}">
                    <a16:creationId xmlns:a16="http://schemas.microsoft.com/office/drawing/2014/main" id="{30818833-5C97-7548-9F55-3C0175E588E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5" name="Freeform 1014">
                <a:extLst>
                  <a:ext uri="{FF2B5EF4-FFF2-40B4-BE49-F238E27FC236}">
                    <a16:creationId xmlns:a16="http://schemas.microsoft.com/office/drawing/2014/main" id="{9E3C655D-3A7D-E14F-A7F2-F9D4BE59CF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6" name="Freeform 1015">
                <a:extLst>
                  <a:ext uri="{FF2B5EF4-FFF2-40B4-BE49-F238E27FC236}">
                    <a16:creationId xmlns:a16="http://schemas.microsoft.com/office/drawing/2014/main" id="{4F322FCA-51A6-1E49-B553-D74D173229A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2" name="Group 871">
            <a:extLst>
              <a:ext uri="{FF2B5EF4-FFF2-40B4-BE49-F238E27FC236}">
                <a16:creationId xmlns:a16="http://schemas.microsoft.com/office/drawing/2014/main" id="{A25E589D-842B-C047-A119-3D7A98414FB7}"/>
              </a:ext>
            </a:extLst>
          </p:cNvPr>
          <p:cNvGrpSpPr/>
          <p:nvPr/>
        </p:nvGrpSpPr>
        <p:grpSpPr>
          <a:xfrm>
            <a:off x="3292387" y="4376707"/>
            <a:ext cx="541338" cy="223023"/>
            <a:chOff x="7493876" y="2774731"/>
            <a:chExt cx="1481958" cy="894622"/>
          </a:xfrm>
        </p:grpSpPr>
        <p:sp>
          <p:nvSpPr>
            <p:cNvPr id="905" name="Freeform 904">
              <a:extLst>
                <a:ext uri="{FF2B5EF4-FFF2-40B4-BE49-F238E27FC236}">
                  <a16:creationId xmlns:a16="http://schemas.microsoft.com/office/drawing/2014/main" id="{81EA2F3C-5A7E-8343-AB35-2ABC44A9D32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06" name="Oval 905">
              <a:extLst>
                <a:ext uri="{FF2B5EF4-FFF2-40B4-BE49-F238E27FC236}">
                  <a16:creationId xmlns:a16="http://schemas.microsoft.com/office/drawing/2014/main" id="{5FDE10E8-50B3-BC4D-AC25-C68EBCF695D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07" name="Group 906">
              <a:extLst>
                <a:ext uri="{FF2B5EF4-FFF2-40B4-BE49-F238E27FC236}">
                  <a16:creationId xmlns:a16="http://schemas.microsoft.com/office/drawing/2014/main" id="{0B8FD6CA-C921-9744-A760-55D802E5FF48}"/>
                </a:ext>
              </a:extLst>
            </p:cNvPr>
            <p:cNvGrpSpPr/>
            <p:nvPr/>
          </p:nvGrpSpPr>
          <p:grpSpPr>
            <a:xfrm>
              <a:off x="7713663" y="2848339"/>
              <a:ext cx="1042107" cy="425543"/>
              <a:chOff x="7786941" y="2884917"/>
              <a:chExt cx="897649" cy="353919"/>
            </a:xfrm>
          </p:grpSpPr>
          <p:sp>
            <p:nvSpPr>
              <p:cNvPr id="908" name="Freeform 907">
                <a:extLst>
                  <a:ext uri="{FF2B5EF4-FFF2-40B4-BE49-F238E27FC236}">
                    <a16:creationId xmlns:a16="http://schemas.microsoft.com/office/drawing/2014/main" id="{4807C980-FDBE-794F-AD74-6D2BF0D484E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9" name="Freeform 908">
                <a:extLst>
                  <a:ext uri="{FF2B5EF4-FFF2-40B4-BE49-F238E27FC236}">
                    <a16:creationId xmlns:a16="http://schemas.microsoft.com/office/drawing/2014/main" id="{26F08AE6-E4B5-0D4B-815F-50BAD5E7146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0" name="Freeform 909">
                <a:extLst>
                  <a:ext uri="{FF2B5EF4-FFF2-40B4-BE49-F238E27FC236}">
                    <a16:creationId xmlns:a16="http://schemas.microsoft.com/office/drawing/2014/main" id="{3314964C-B1A5-6944-90A3-2DB49456024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1" name="Freeform 910">
                <a:extLst>
                  <a:ext uri="{FF2B5EF4-FFF2-40B4-BE49-F238E27FC236}">
                    <a16:creationId xmlns:a16="http://schemas.microsoft.com/office/drawing/2014/main" id="{52A2021F-EAC2-B84A-9171-8219D4BDC09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20" name="Group 819">
            <a:extLst>
              <a:ext uri="{FF2B5EF4-FFF2-40B4-BE49-F238E27FC236}">
                <a16:creationId xmlns:a16="http://schemas.microsoft.com/office/drawing/2014/main" id="{381985F4-0019-534F-8CE5-AE9A089DDF51}"/>
              </a:ext>
            </a:extLst>
          </p:cNvPr>
          <p:cNvGrpSpPr/>
          <p:nvPr/>
        </p:nvGrpSpPr>
        <p:grpSpPr>
          <a:xfrm>
            <a:off x="4400287" y="3826770"/>
            <a:ext cx="541338" cy="223023"/>
            <a:chOff x="7493876" y="2774731"/>
            <a:chExt cx="1481958" cy="894622"/>
          </a:xfrm>
        </p:grpSpPr>
        <p:sp>
          <p:nvSpPr>
            <p:cNvPr id="1003" name="Freeform 1002">
              <a:extLst>
                <a:ext uri="{FF2B5EF4-FFF2-40B4-BE49-F238E27FC236}">
                  <a16:creationId xmlns:a16="http://schemas.microsoft.com/office/drawing/2014/main" id="{4CE10CC8-8336-0245-950D-7D623D68111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04" name="Oval 1003">
              <a:extLst>
                <a:ext uri="{FF2B5EF4-FFF2-40B4-BE49-F238E27FC236}">
                  <a16:creationId xmlns:a16="http://schemas.microsoft.com/office/drawing/2014/main" id="{7D977A06-C0BE-1540-88E3-7929A84F788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05" name="Group 1004">
              <a:extLst>
                <a:ext uri="{FF2B5EF4-FFF2-40B4-BE49-F238E27FC236}">
                  <a16:creationId xmlns:a16="http://schemas.microsoft.com/office/drawing/2014/main" id="{19FDDE53-D84C-8442-9D8A-CCD581A35300}"/>
                </a:ext>
              </a:extLst>
            </p:cNvPr>
            <p:cNvGrpSpPr/>
            <p:nvPr/>
          </p:nvGrpSpPr>
          <p:grpSpPr>
            <a:xfrm>
              <a:off x="7713663" y="2848339"/>
              <a:ext cx="1042107" cy="425543"/>
              <a:chOff x="7786941" y="2884917"/>
              <a:chExt cx="897649" cy="353919"/>
            </a:xfrm>
          </p:grpSpPr>
          <p:sp>
            <p:nvSpPr>
              <p:cNvPr id="1006" name="Freeform 1005">
                <a:extLst>
                  <a:ext uri="{FF2B5EF4-FFF2-40B4-BE49-F238E27FC236}">
                    <a16:creationId xmlns:a16="http://schemas.microsoft.com/office/drawing/2014/main" id="{6F6E6FCB-EFD3-7540-AA59-096EB89F325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7" name="Freeform 1006">
                <a:extLst>
                  <a:ext uri="{FF2B5EF4-FFF2-40B4-BE49-F238E27FC236}">
                    <a16:creationId xmlns:a16="http://schemas.microsoft.com/office/drawing/2014/main" id="{2D261D66-4D24-274A-B7FF-FCB547B174B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8" name="Freeform 1007">
                <a:extLst>
                  <a:ext uri="{FF2B5EF4-FFF2-40B4-BE49-F238E27FC236}">
                    <a16:creationId xmlns:a16="http://schemas.microsoft.com/office/drawing/2014/main" id="{F563306F-33C6-A847-92E7-649E85912A9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9" name="Freeform 1008">
                <a:extLst>
                  <a:ext uri="{FF2B5EF4-FFF2-40B4-BE49-F238E27FC236}">
                    <a16:creationId xmlns:a16="http://schemas.microsoft.com/office/drawing/2014/main" id="{AEB4B7BE-FCC2-3F4D-8665-4275FF1FEBB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9" name="Group 868">
            <a:extLst>
              <a:ext uri="{FF2B5EF4-FFF2-40B4-BE49-F238E27FC236}">
                <a16:creationId xmlns:a16="http://schemas.microsoft.com/office/drawing/2014/main" id="{5524909D-92D6-CB46-8697-C9B8CAE6477E}"/>
              </a:ext>
            </a:extLst>
          </p:cNvPr>
          <p:cNvGrpSpPr/>
          <p:nvPr/>
        </p:nvGrpSpPr>
        <p:grpSpPr>
          <a:xfrm>
            <a:off x="4568094" y="4497411"/>
            <a:ext cx="541338" cy="223023"/>
            <a:chOff x="7493876" y="2774731"/>
            <a:chExt cx="1481958" cy="894622"/>
          </a:xfrm>
        </p:grpSpPr>
        <p:sp>
          <p:nvSpPr>
            <p:cNvPr id="926" name="Freeform 925">
              <a:extLst>
                <a:ext uri="{FF2B5EF4-FFF2-40B4-BE49-F238E27FC236}">
                  <a16:creationId xmlns:a16="http://schemas.microsoft.com/office/drawing/2014/main" id="{3B2D0726-1886-8A49-BDF6-9C8DECE04B5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27" name="Oval 926">
              <a:extLst>
                <a:ext uri="{FF2B5EF4-FFF2-40B4-BE49-F238E27FC236}">
                  <a16:creationId xmlns:a16="http://schemas.microsoft.com/office/drawing/2014/main" id="{C80EEA86-DEEC-D249-B401-35418DE0268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28" name="Group 927">
              <a:extLst>
                <a:ext uri="{FF2B5EF4-FFF2-40B4-BE49-F238E27FC236}">
                  <a16:creationId xmlns:a16="http://schemas.microsoft.com/office/drawing/2014/main" id="{D1E8DCDB-27F1-AA42-88DA-FD19F1C40287}"/>
                </a:ext>
              </a:extLst>
            </p:cNvPr>
            <p:cNvGrpSpPr/>
            <p:nvPr/>
          </p:nvGrpSpPr>
          <p:grpSpPr>
            <a:xfrm>
              <a:off x="7713663" y="2848339"/>
              <a:ext cx="1042107" cy="425543"/>
              <a:chOff x="7786941" y="2884917"/>
              <a:chExt cx="897649" cy="353919"/>
            </a:xfrm>
          </p:grpSpPr>
          <p:sp>
            <p:nvSpPr>
              <p:cNvPr id="929" name="Freeform 928">
                <a:extLst>
                  <a:ext uri="{FF2B5EF4-FFF2-40B4-BE49-F238E27FC236}">
                    <a16:creationId xmlns:a16="http://schemas.microsoft.com/office/drawing/2014/main" id="{9508B2E1-C7BF-9740-BE83-39DB94E1E7C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0" name="Freeform 929">
                <a:extLst>
                  <a:ext uri="{FF2B5EF4-FFF2-40B4-BE49-F238E27FC236}">
                    <a16:creationId xmlns:a16="http://schemas.microsoft.com/office/drawing/2014/main" id="{521758E3-0DD8-204F-A905-0354031EA03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1" name="Freeform 930">
                <a:extLst>
                  <a:ext uri="{FF2B5EF4-FFF2-40B4-BE49-F238E27FC236}">
                    <a16:creationId xmlns:a16="http://schemas.microsoft.com/office/drawing/2014/main" id="{7DAC71D7-383B-4540-A8A4-4AEA3CFAE88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2" name="Freeform 931">
                <a:extLst>
                  <a:ext uri="{FF2B5EF4-FFF2-40B4-BE49-F238E27FC236}">
                    <a16:creationId xmlns:a16="http://schemas.microsoft.com/office/drawing/2014/main" id="{890040AB-E90B-C742-90BE-0BDFCAC68D6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pic>
        <p:nvPicPr>
          <p:cNvPr id="3074" name="Picture 2" descr="How do I start an Internet Exchange Point? | APNIC Blog">
            <a:extLst>
              <a:ext uri="{FF2B5EF4-FFF2-40B4-BE49-F238E27FC236}">
                <a16:creationId xmlns:a16="http://schemas.microsoft.com/office/drawing/2014/main" id="{EA407FAE-3745-3777-624F-D1C596E4869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3433" y="2152262"/>
            <a:ext cx="4203043" cy="152975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16097C23-E5F6-5D7B-015A-FABD260B6154}"/>
                  </a:ext>
                </a:extLst>
              </p14:cNvPr>
              <p14:cNvContentPartPr/>
              <p14:nvPr/>
            </p14:nvContentPartPr>
            <p14:xfrm>
              <a:off x="302760" y="1893600"/>
              <a:ext cx="7733520" cy="3664800"/>
            </p14:xfrm>
          </p:contentPart>
        </mc:Choice>
        <mc:Fallback>
          <p:pic>
            <p:nvPicPr>
              <p:cNvPr id="3" name="Ink 2">
                <a:extLst>
                  <a:ext uri="{FF2B5EF4-FFF2-40B4-BE49-F238E27FC236}">
                    <a16:creationId xmlns:a16="http://schemas.microsoft.com/office/drawing/2014/main" id="{16097C23-E5F6-5D7B-015A-FABD260B6154}"/>
                  </a:ext>
                </a:extLst>
              </p:cNvPr>
              <p:cNvPicPr/>
              <p:nvPr/>
            </p:nvPicPr>
            <p:blipFill>
              <a:blip r:embed="rId6"/>
              <a:stretch>
                <a:fillRect/>
              </a:stretch>
            </p:blipFill>
            <p:spPr>
              <a:xfrm>
                <a:off x="293400" y="1884240"/>
                <a:ext cx="7752240" cy="3683520"/>
              </a:xfrm>
              <a:prstGeom prst="rect">
                <a:avLst/>
              </a:prstGeom>
            </p:spPr>
          </p:pic>
        </mc:Fallback>
      </mc:AlternateContent>
    </p:spTree>
    <p:extLst>
      <p:ext uri="{BB962C8B-B14F-4D97-AF65-F5344CB8AC3E}">
        <p14:creationId xmlns:p14="http://schemas.microsoft.com/office/powerpoint/2010/main" val="360836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51"/>
                                        </p:tgtEl>
                                        <p:attrNameLst>
                                          <p:attrName>style.visibility</p:attrName>
                                        </p:attrNameLst>
                                      </p:cBhvr>
                                      <p:to>
                                        <p:strVal val="visible"/>
                                      </p:to>
                                    </p:set>
                                    <p:animEffect transition="in" filter="dissolve">
                                      <p:cBhvr>
                                        <p:cTn id="7" dur="500"/>
                                        <p:tgtEl>
                                          <p:spTgt spid="1051"/>
                                        </p:tgtEl>
                                      </p:cBhvr>
                                    </p:animEffect>
                                  </p:childTnLst>
                                </p:cTn>
                              </p:par>
                              <p:par>
                                <p:cTn id="8" presetID="9" presetClass="entr" presetSubtype="0" fill="hold" nodeType="withEffect">
                                  <p:stCondLst>
                                    <p:cond delay="0"/>
                                  </p:stCondLst>
                                  <p:childTnLst>
                                    <p:set>
                                      <p:cBhvr>
                                        <p:cTn id="9" dur="1" fill="hold">
                                          <p:stCondLst>
                                            <p:cond delay="0"/>
                                          </p:stCondLst>
                                        </p:cTn>
                                        <p:tgtEl>
                                          <p:spTgt spid="302"/>
                                        </p:tgtEl>
                                        <p:attrNameLst>
                                          <p:attrName>style.visibility</p:attrName>
                                        </p:attrNameLst>
                                      </p:cBhvr>
                                      <p:to>
                                        <p:strVal val="visible"/>
                                      </p:to>
                                    </p:set>
                                    <p:animEffect transition="in" filter="dissolve">
                                      <p:cBhvr>
                                        <p:cTn id="10" dur="500"/>
                                        <p:tgtEl>
                                          <p:spTgt spid="302"/>
                                        </p:tgtEl>
                                      </p:cBhvr>
                                    </p:animEffect>
                                  </p:childTnLst>
                                </p:cTn>
                              </p:par>
                              <p:par>
                                <p:cTn id="11" presetID="9" presetClass="entr" presetSubtype="0" fill="hold" nodeType="withEffect">
                                  <p:stCondLst>
                                    <p:cond delay="0"/>
                                  </p:stCondLst>
                                  <p:childTnLst>
                                    <p:set>
                                      <p:cBhvr>
                                        <p:cTn id="12" dur="1" fill="hold">
                                          <p:stCondLst>
                                            <p:cond delay="0"/>
                                          </p:stCondLst>
                                        </p:cTn>
                                        <p:tgtEl>
                                          <p:spTgt spid="315"/>
                                        </p:tgtEl>
                                        <p:attrNameLst>
                                          <p:attrName>style.visibility</p:attrName>
                                        </p:attrNameLst>
                                      </p:cBhvr>
                                      <p:to>
                                        <p:strVal val="visible"/>
                                      </p:to>
                                    </p:set>
                                    <p:animEffect transition="in" filter="dissolve">
                                      <p:cBhvr>
                                        <p:cTn id="13" dur="500"/>
                                        <p:tgtEl>
                                          <p:spTgt spid="31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07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08"/>
                                        </p:tgtEl>
                                        <p:attrNameLst>
                                          <p:attrName>style.visibility</p:attrName>
                                        </p:attrNameLst>
                                      </p:cBhvr>
                                      <p:to>
                                        <p:strVal val="visible"/>
                                      </p:to>
                                    </p:set>
                                    <p:animEffect transition="in" filter="dissolve">
                                      <p:cBhvr>
                                        <p:cTn id="22" dur="500"/>
                                        <p:tgtEl>
                                          <p:spTgt spid="308"/>
                                        </p:tgtEl>
                                      </p:cBhvr>
                                    </p:animEffect>
                                  </p:childTnLst>
                                </p:cTn>
                              </p:par>
                              <p:par>
                                <p:cTn id="23" presetID="9" presetClass="entr" presetSubtype="0" fill="hold" nodeType="withEffect">
                                  <p:stCondLst>
                                    <p:cond delay="0"/>
                                  </p:stCondLst>
                                  <p:childTnLst>
                                    <p:set>
                                      <p:cBhvr>
                                        <p:cTn id="24" dur="1" fill="hold">
                                          <p:stCondLst>
                                            <p:cond delay="0"/>
                                          </p:stCondLst>
                                        </p:cTn>
                                        <p:tgtEl>
                                          <p:spTgt spid="312"/>
                                        </p:tgtEl>
                                        <p:attrNameLst>
                                          <p:attrName>style.visibility</p:attrName>
                                        </p:attrNameLst>
                                      </p:cBhvr>
                                      <p:to>
                                        <p:strVal val="visible"/>
                                      </p:to>
                                    </p:set>
                                    <p:animEffect transition="in" filter="dissolve">
                                      <p:cBhvr>
                                        <p:cTn id="25" dur="500"/>
                                        <p:tgtEl>
                                          <p:spTgt spid="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Oval 3">
            <a:extLst>
              <a:ext uri="{FF2B5EF4-FFF2-40B4-BE49-F238E27FC236}">
                <a16:creationId xmlns:a16="http://schemas.microsoft.com/office/drawing/2014/main" id="{C1E39CEB-C65D-764B-966A-D7A25B07575D}"/>
              </a:ext>
            </a:extLst>
          </p:cNvPr>
          <p:cNvSpPr>
            <a:spLocks noChangeArrowheads="1"/>
          </p:cNvSpPr>
          <p:nvPr/>
        </p:nvSpPr>
        <p:spPr bwMode="auto">
          <a:xfrm>
            <a:off x="2884400" y="2782791"/>
            <a:ext cx="3475038" cy="138112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805" name="Straight Connector 10">
            <a:extLst>
              <a:ext uri="{FF2B5EF4-FFF2-40B4-BE49-F238E27FC236}">
                <a16:creationId xmlns:a16="http://schemas.microsoft.com/office/drawing/2014/main" id="{93EBD03F-9A41-A545-84E9-9F7C7586256D}"/>
              </a:ext>
            </a:extLst>
          </p:cNvPr>
          <p:cNvCxnSpPr>
            <a:cxnSpLocks noChangeShapeType="1"/>
          </p:cNvCxnSpPr>
          <p:nvPr/>
        </p:nvCxnSpPr>
        <p:spPr bwMode="auto">
          <a:xfrm>
            <a:off x="4108363" y="3025678"/>
            <a:ext cx="1146175" cy="730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6" name="Straight Connector 297">
            <a:extLst>
              <a:ext uri="{FF2B5EF4-FFF2-40B4-BE49-F238E27FC236}">
                <a16:creationId xmlns:a16="http://schemas.microsoft.com/office/drawing/2014/main" id="{7676F8BB-118B-B64A-92D8-85283640E5D9}"/>
              </a:ext>
            </a:extLst>
          </p:cNvPr>
          <p:cNvCxnSpPr>
            <a:cxnSpLocks noChangeShapeType="1"/>
          </p:cNvCxnSpPr>
          <p:nvPr/>
        </p:nvCxnSpPr>
        <p:spPr bwMode="auto">
          <a:xfrm>
            <a:off x="4702088" y="3325716"/>
            <a:ext cx="130175" cy="841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7" name="Straight Connector 298">
            <a:extLst>
              <a:ext uri="{FF2B5EF4-FFF2-40B4-BE49-F238E27FC236}">
                <a16:creationId xmlns:a16="http://schemas.microsoft.com/office/drawing/2014/main" id="{A2DEF96B-86EE-7144-BD4A-23065D792A93}"/>
              </a:ext>
            </a:extLst>
          </p:cNvPr>
          <p:cNvCxnSpPr>
            <a:cxnSpLocks noChangeShapeType="1"/>
          </p:cNvCxnSpPr>
          <p:nvPr/>
        </p:nvCxnSpPr>
        <p:spPr bwMode="auto">
          <a:xfrm flipV="1">
            <a:off x="4486188" y="3530503"/>
            <a:ext cx="263525"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8" name="Straight Connector 299">
            <a:extLst>
              <a:ext uri="{FF2B5EF4-FFF2-40B4-BE49-F238E27FC236}">
                <a16:creationId xmlns:a16="http://schemas.microsoft.com/office/drawing/2014/main" id="{555BA90C-F55F-9A4F-9697-475AB2129606}"/>
              </a:ext>
            </a:extLst>
          </p:cNvPr>
          <p:cNvCxnSpPr>
            <a:cxnSpLocks noChangeShapeType="1"/>
          </p:cNvCxnSpPr>
          <p:nvPr/>
        </p:nvCxnSpPr>
        <p:spPr bwMode="auto">
          <a:xfrm flipV="1">
            <a:off x="4165513" y="3354291"/>
            <a:ext cx="209550" cy="1095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9" name="Straight Connector 300">
            <a:extLst>
              <a:ext uri="{FF2B5EF4-FFF2-40B4-BE49-F238E27FC236}">
                <a16:creationId xmlns:a16="http://schemas.microsoft.com/office/drawing/2014/main" id="{06CA7B3A-E066-F645-A065-DE454C32D980}"/>
              </a:ext>
            </a:extLst>
          </p:cNvPr>
          <p:cNvCxnSpPr>
            <a:cxnSpLocks noChangeShapeType="1"/>
          </p:cNvCxnSpPr>
          <p:nvPr/>
        </p:nvCxnSpPr>
        <p:spPr bwMode="auto">
          <a:xfrm flipV="1">
            <a:off x="3827375" y="3654328"/>
            <a:ext cx="222250" cy="984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0" name="Straight Connector 301">
            <a:extLst>
              <a:ext uri="{FF2B5EF4-FFF2-40B4-BE49-F238E27FC236}">
                <a16:creationId xmlns:a16="http://schemas.microsoft.com/office/drawing/2014/main" id="{BACA8AA4-CF1D-5F48-933F-B11117821D9A}"/>
              </a:ext>
            </a:extLst>
          </p:cNvPr>
          <p:cNvCxnSpPr>
            <a:cxnSpLocks noChangeShapeType="1"/>
          </p:cNvCxnSpPr>
          <p:nvPr/>
        </p:nvCxnSpPr>
        <p:spPr bwMode="auto">
          <a:xfrm flipV="1">
            <a:off x="4719550" y="3579716"/>
            <a:ext cx="273050" cy="254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1" name="Straight Connector 302">
            <a:extLst>
              <a:ext uri="{FF2B5EF4-FFF2-40B4-BE49-F238E27FC236}">
                <a16:creationId xmlns:a16="http://schemas.microsoft.com/office/drawing/2014/main" id="{DCD16DCF-19C7-244F-A0A1-9DB175274AC6}"/>
              </a:ext>
            </a:extLst>
          </p:cNvPr>
          <p:cNvCxnSpPr>
            <a:cxnSpLocks noChangeShapeType="1"/>
          </p:cNvCxnSpPr>
          <p:nvPr/>
        </p:nvCxnSpPr>
        <p:spPr bwMode="auto">
          <a:xfrm flipH="1" flipV="1">
            <a:off x="5251363" y="3565428"/>
            <a:ext cx="387350" cy="1254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2" name="Straight Connector 303">
            <a:extLst>
              <a:ext uri="{FF2B5EF4-FFF2-40B4-BE49-F238E27FC236}">
                <a16:creationId xmlns:a16="http://schemas.microsoft.com/office/drawing/2014/main" id="{5D4D6C28-B196-BF48-A9D5-692E12992F1C}"/>
              </a:ext>
            </a:extLst>
          </p:cNvPr>
          <p:cNvCxnSpPr>
            <a:cxnSpLocks noChangeShapeType="1"/>
          </p:cNvCxnSpPr>
          <p:nvPr/>
        </p:nvCxnSpPr>
        <p:spPr bwMode="auto">
          <a:xfrm flipV="1">
            <a:off x="5237075" y="3216178"/>
            <a:ext cx="307975" cy="1984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3" name="Straight Connector 304">
            <a:extLst>
              <a:ext uri="{FF2B5EF4-FFF2-40B4-BE49-F238E27FC236}">
                <a16:creationId xmlns:a16="http://schemas.microsoft.com/office/drawing/2014/main" id="{838A4044-BFFD-4A45-BC18-5752B0840588}"/>
              </a:ext>
            </a:extLst>
          </p:cNvPr>
          <p:cNvCxnSpPr>
            <a:cxnSpLocks noChangeShapeType="1"/>
          </p:cNvCxnSpPr>
          <p:nvPr/>
        </p:nvCxnSpPr>
        <p:spPr bwMode="auto">
          <a:xfrm flipH="1" flipV="1">
            <a:off x="4109950" y="3086003"/>
            <a:ext cx="246063" cy="873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814" name="TextBox 39958">
            <a:extLst>
              <a:ext uri="{FF2B5EF4-FFF2-40B4-BE49-F238E27FC236}">
                <a16:creationId xmlns:a16="http://schemas.microsoft.com/office/drawing/2014/main" id="{6F6B1677-D08C-6A47-B407-042662BB76A0}"/>
              </a:ext>
            </a:extLst>
          </p:cNvPr>
          <p:cNvSpPr txBox="1">
            <a:spLocks noChangeArrowheads="1"/>
          </p:cNvSpPr>
          <p:nvPr/>
        </p:nvSpPr>
        <p:spPr bwMode="auto">
          <a:xfrm>
            <a:off x="3044738" y="3127278"/>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A</a:t>
            </a:r>
          </a:p>
        </p:txBody>
      </p:sp>
      <p:grpSp>
        <p:nvGrpSpPr>
          <p:cNvPr id="815" name="Group 814">
            <a:extLst>
              <a:ext uri="{FF2B5EF4-FFF2-40B4-BE49-F238E27FC236}">
                <a16:creationId xmlns:a16="http://schemas.microsoft.com/office/drawing/2014/main" id="{47996727-7119-574B-8617-ECC07818FEDD}"/>
              </a:ext>
            </a:extLst>
          </p:cNvPr>
          <p:cNvGrpSpPr/>
          <p:nvPr/>
        </p:nvGrpSpPr>
        <p:grpSpPr>
          <a:xfrm>
            <a:off x="4779875" y="3395180"/>
            <a:ext cx="541338" cy="223023"/>
            <a:chOff x="7493876" y="2774731"/>
            <a:chExt cx="1481958" cy="894622"/>
          </a:xfrm>
        </p:grpSpPr>
        <p:sp>
          <p:nvSpPr>
            <p:cNvPr id="1038" name="Freeform 1037">
              <a:extLst>
                <a:ext uri="{FF2B5EF4-FFF2-40B4-BE49-F238E27FC236}">
                  <a16:creationId xmlns:a16="http://schemas.microsoft.com/office/drawing/2014/main" id="{3EDFEF2E-E8B6-3841-B07D-9D0CA292425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39" name="Oval 1038">
              <a:extLst>
                <a:ext uri="{FF2B5EF4-FFF2-40B4-BE49-F238E27FC236}">
                  <a16:creationId xmlns:a16="http://schemas.microsoft.com/office/drawing/2014/main" id="{EBF872C2-5DB2-1143-8057-32D36F4F7DE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40" name="Group 1039">
              <a:extLst>
                <a:ext uri="{FF2B5EF4-FFF2-40B4-BE49-F238E27FC236}">
                  <a16:creationId xmlns:a16="http://schemas.microsoft.com/office/drawing/2014/main" id="{E45C82B8-7745-8345-80DF-E1551574C0B5}"/>
                </a:ext>
              </a:extLst>
            </p:cNvPr>
            <p:cNvGrpSpPr/>
            <p:nvPr/>
          </p:nvGrpSpPr>
          <p:grpSpPr>
            <a:xfrm>
              <a:off x="7713663" y="2848339"/>
              <a:ext cx="1042107" cy="425543"/>
              <a:chOff x="7786941" y="2884917"/>
              <a:chExt cx="897649" cy="353919"/>
            </a:xfrm>
          </p:grpSpPr>
          <p:sp>
            <p:nvSpPr>
              <p:cNvPr id="1041" name="Freeform 1040">
                <a:extLst>
                  <a:ext uri="{FF2B5EF4-FFF2-40B4-BE49-F238E27FC236}">
                    <a16:creationId xmlns:a16="http://schemas.microsoft.com/office/drawing/2014/main" id="{AADF328D-9F75-D443-B009-78195511DE0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2" name="Freeform 1041">
                <a:extLst>
                  <a:ext uri="{FF2B5EF4-FFF2-40B4-BE49-F238E27FC236}">
                    <a16:creationId xmlns:a16="http://schemas.microsoft.com/office/drawing/2014/main" id="{CABE0F12-0414-E047-9D94-A57A4F3F8B1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3" name="Freeform 1042">
                <a:extLst>
                  <a:ext uri="{FF2B5EF4-FFF2-40B4-BE49-F238E27FC236}">
                    <a16:creationId xmlns:a16="http://schemas.microsoft.com/office/drawing/2014/main" id="{61DB4664-2DC3-D243-A319-728D82FDC8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4" name="Freeform 1043">
                <a:extLst>
                  <a:ext uri="{FF2B5EF4-FFF2-40B4-BE49-F238E27FC236}">
                    <a16:creationId xmlns:a16="http://schemas.microsoft.com/office/drawing/2014/main" id="{3A39F596-0CEB-FB44-8298-3CCA7A8E5D8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7" name="Group 816">
            <a:extLst>
              <a:ext uri="{FF2B5EF4-FFF2-40B4-BE49-F238E27FC236}">
                <a16:creationId xmlns:a16="http://schemas.microsoft.com/office/drawing/2014/main" id="{FF12777F-B030-4549-A7FC-82449D14AB56}"/>
              </a:ext>
            </a:extLst>
          </p:cNvPr>
          <p:cNvGrpSpPr/>
          <p:nvPr/>
        </p:nvGrpSpPr>
        <p:grpSpPr>
          <a:xfrm>
            <a:off x="4228292" y="3150704"/>
            <a:ext cx="541338" cy="223023"/>
            <a:chOff x="7493876" y="2774731"/>
            <a:chExt cx="1481958" cy="894622"/>
          </a:xfrm>
        </p:grpSpPr>
        <p:sp>
          <p:nvSpPr>
            <p:cNvPr id="1024" name="Freeform 1023">
              <a:extLst>
                <a:ext uri="{FF2B5EF4-FFF2-40B4-BE49-F238E27FC236}">
                  <a16:creationId xmlns:a16="http://schemas.microsoft.com/office/drawing/2014/main" id="{99010B44-64C2-AB4E-A534-5DD841F54CC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25" name="Oval 1024">
              <a:extLst>
                <a:ext uri="{FF2B5EF4-FFF2-40B4-BE49-F238E27FC236}">
                  <a16:creationId xmlns:a16="http://schemas.microsoft.com/office/drawing/2014/main" id="{F609C7A8-5C64-1E46-89AE-A8782A6AB2A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26" name="Group 1025">
              <a:extLst>
                <a:ext uri="{FF2B5EF4-FFF2-40B4-BE49-F238E27FC236}">
                  <a16:creationId xmlns:a16="http://schemas.microsoft.com/office/drawing/2014/main" id="{467733F2-A942-984D-951B-4FC5E9704E12}"/>
                </a:ext>
              </a:extLst>
            </p:cNvPr>
            <p:cNvGrpSpPr/>
            <p:nvPr/>
          </p:nvGrpSpPr>
          <p:grpSpPr>
            <a:xfrm>
              <a:off x="7713663" y="2848339"/>
              <a:ext cx="1042107" cy="425543"/>
              <a:chOff x="7786941" y="2884917"/>
              <a:chExt cx="897649" cy="353919"/>
            </a:xfrm>
          </p:grpSpPr>
          <p:sp>
            <p:nvSpPr>
              <p:cNvPr id="1027" name="Freeform 1026">
                <a:extLst>
                  <a:ext uri="{FF2B5EF4-FFF2-40B4-BE49-F238E27FC236}">
                    <a16:creationId xmlns:a16="http://schemas.microsoft.com/office/drawing/2014/main" id="{9C762EC2-20E2-E34D-BF85-6154BC77A20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8" name="Freeform 1027">
                <a:extLst>
                  <a:ext uri="{FF2B5EF4-FFF2-40B4-BE49-F238E27FC236}">
                    <a16:creationId xmlns:a16="http://schemas.microsoft.com/office/drawing/2014/main" id="{816CB66E-9C37-534A-85AC-84C51BA8D57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9" name="Freeform 1028">
                <a:extLst>
                  <a:ext uri="{FF2B5EF4-FFF2-40B4-BE49-F238E27FC236}">
                    <a16:creationId xmlns:a16="http://schemas.microsoft.com/office/drawing/2014/main" id="{E4DE6B81-6776-9B45-B52B-E80CB62D179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Freeform 1029">
                <a:extLst>
                  <a:ext uri="{FF2B5EF4-FFF2-40B4-BE49-F238E27FC236}">
                    <a16:creationId xmlns:a16="http://schemas.microsoft.com/office/drawing/2014/main" id="{EAF14958-EE5D-3742-8285-298B3270B75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8" name="Group 817">
            <a:extLst>
              <a:ext uri="{FF2B5EF4-FFF2-40B4-BE49-F238E27FC236}">
                <a16:creationId xmlns:a16="http://schemas.microsoft.com/office/drawing/2014/main" id="{1EC3981A-429A-8B48-A3A4-3F38950EE426}"/>
              </a:ext>
            </a:extLst>
          </p:cNvPr>
          <p:cNvGrpSpPr/>
          <p:nvPr/>
        </p:nvGrpSpPr>
        <p:grpSpPr>
          <a:xfrm>
            <a:off x="3972632" y="3451642"/>
            <a:ext cx="541338" cy="223023"/>
            <a:chOff x="7493876" y="2774731"/>
            <a:chExt cx="1481958" cy="894622"/>
          </a:xfrm>
        </p:grpSpPr>
        <p:sp>
          <p:nvSpPr>
            <p:cNvPr id="1017" name="Freeform 1016">
              <a:extLst>
                <a:ext uri="{FF2B5EF4-FFF2-40B4-BE49-F238E27FC236}">
                  <a16:creationId xmlns:a16="http://schemas.microsoft.com/office/drawing/2014/main" id="{4AD6CA35-9890-0743-96D1-73AC7E92080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18" name="Oval 1017">
              <a:extLst>
                <a:ext uri="{FF2B5EF4-FFF2-40B4-BE49-F238E27FC236}">
                  <a16:creationId xmlns:a16="http://schemas.microsoft.com/office/drawing/2014/main" id="{9C75BC85-7B77-844A-A090-98B72437D10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19" name="Group 1018">
              <a:extLst>
                <a:ext uri="{FF2B5EF4-FFF2-40B4-BE49-F238E27FC236}">
                  <a16:creationId xmlns:a16="http://schemas.microsoft.com/office/drawing/2014/main" id="{BB68491C-B2BC-5F4D-8E2D-9B5AF1FF9752}"/>
                </a:ext>
              </a:extLst>
            </p:cNvPr>
            <p:cNvGrpSpPr/>
            <p:nvPr/>
          </p:nvGrpSpPr>
          <p:grpSpPr>
            <a:xfrm>
              <a:off x="7713663" y="2848339"/>
              <a:ext cx="1042107" cy="425543"/>
              <a:chOff x="7786941" y="2884917"/>
              <a:chExt cx="897649" cy="353919"/>
            </a:xfrm>
          </p:grpSpPr>
          <p:sp>
            <p:nvSpPr>
              <p:cNvPr id="1020" name="Freeform 1019">
                <a:extLst>
                  <a:ext uri="{FF2B5EF4-FFF2-40B4-BE49-F238E27FC236}">
                    <a16:creationId xmlns:a16="http://schemas.microsoft.com/office/drawing/2014/main" id="{6A1C4FC8-1F5B-5C45-82B9-CE47B968AF4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1" name="Freeform 1020">
                <a:extLst>
                  <a:ext uri="{FF2B5EF4-FFF2-40B4-BE49-F238E27FC236}">
                    <a16:creationId xmlns:a16="http://schemas.microsoft.com/office/drawing/2014/main" id="{726EAB2B-C360-BB43-9D51-609E86D205B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2" name="Freeform 1021">
                <a:extLst>
                  <a:ext uri="{FF2B5EF4-FFF2-40B4-BE49-F238E27FC236}">
                    <a16:creationId xmlns:a16="http://schemas.microsoft.com/office/drawing/2014/main" id="{6DC07A6D-089D-B644-A213-63263AEE673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3" name="Freeform 1022">
                <a:extLst>
                  <a:ext uri="{FF2B5EF4-FFF2-40B4-BE49-F238E27FC236}">
                    <a16:creationId xmlns:a16="http://schemas.microsoft.com/office/drawing/2014/main" id="{32E701D2-9EC5-3C41-9EF1-B1EDD98324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821" name="Oval 3">
            <a:extLst>
              <a:ext uri="{FF2B5EF4-FFF2-40B4-BE49-F238E27FC236}">
                <a16:creationId xmlns:a16="http://schemas.microsoft.com/office/drawing/2014/main" id="{175C21D2-17F4-1C48-AD8B-3CA2017D329F}"/>
              </a:ext>
            </a:extLst>
          </p:cNvPr>
          <p:cNvSpPr>
            <a:spLocks noChangeArrowheads="1"/>
          </p:cNvSpPr>
          <p:nvPr/>
        </p:nvSpPr>
        <p:spPr bwMode="auto">
          <a:xfrm>
            <a:off x="2671675" y="4260753"/>
            <a:ext cx="2941638" cy="132397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822" name="Straight Connector 10">
            <a:extLst>
              <a:ext uri="{FF2B5EF4-FFF2-40B4-BE49-F238E27FC236}">
                <a16:creationId xmlns:a16="http://schemas.microsoft.com/office/drawing/2014/main" id="{7DC3F383-B8A6-0D47-AA14-533688BAAE4D}"/>
              </a:ext>
            </a:extLst>
          </p:cNvPr>
          <p:cNvCxnSpPr>
            <a:cxnSpLocks noChangeShapeType="1"/>
          </p:cNvCxnSpPr>
          <p:nvPr/>
        </p:nvCxnSpPr>
        <p:spPr bwMode="auto">
          <a:xfrm>
            <a:off x="3706725" y="4494116"/>
            <a:ext cx="969963" cy="682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3" name="Straight Connector 297">
            <a:extLst>
              <a:ext uri="{FF2B5EF4-FFF2-40B4-BE49-F238E27FC236}">
                <a16:creationId xmlns:a16="http://schemas.microsoft.com/office/drawing/2014/main" id="{FA2FCD93-6174-FC43-97E3-B56BA29EFE98}"/>
              </a:ext>
            </a:extLst>
          </p:cNvPr>
          <p:cNvCxnSpPr>
            <a:cxnSpLocks noChangeShapeType="1"/>
          </p:cNvCxnSpPr>
          <p:nvPr/>
        </p:nvCxnSpPr>
        <p:spPr bwMode="auto">
          <a:xfrm>
            <a:off x="4209963" y="4781453"/>
            <a:ext cx="109537" cy="793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4" name="Straight Connector 298">
            <a:extLst>
              <a:ext uri="{FF2B5EF4-FFF2-40B4-BE49-F238E27FC236}">
                <a16:creationId xmlns:a16="http://schemas.microsoft.com/office/drawing/2014/main" id="{FBA241B7-1D0B-3446-B887-DF2A60562C63}"/>
              </a:ext>
            </a:extLst>
          </p:cNvPr>
          <p:cNvCxnSpPr>
            <a:cxnSpLocks noChangeShapeType="1"/>
          </p:cNvCxnSpPr>
          <p:nvPr/>
        </p:nvCxnSpPr>
        <p:spPr bwMode="auto">
          <a:xfrm flipV="1">
            <a:off x="4027400" y="4976716"/>
            <a:ext cx="222250"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5" name="Straight Connector 299">
            <a:extLst>
              <a:ext uri="{FF2B5EF4-FFF2-40B4-BE49-F238E27FC236}">
                <a16:creationId xmlns:a16="http://schemas.microsoft.com/office/drawing/2014/main" id="{9EF281DF-1EAB-9642-86CE-67F25A55ACBF}"/>
              </a:ext>
            </a:extLst>
          </p:cNvPr>
          <p:cNvCxnSpPr>
            <a:cxnSpLocks noChangeShapeType="1"/>
          </p:cNvCxnSpPr>
          <p:nvPr/>
        </p:nvCxnSpPr>
        <p:spPr bwMode="auto">
          <a:xfrm flipV="1">
            <a:off x="3754350" y="4808441"/>
            <a:ext cx="177800" cy="1063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6" name="Straight Connector 300">
            <a:extLst>
              <a:ext uri="{FF2B5EF4-FFF2-40B4-BE49-F238E27FC236}">
                <a16:creationId xmlns:a16="http://schemas.microsoft.com/office/drawing/2014/main" id="{CF0B6ED5-64C1-F64C-B490-65D8887CD46F}"/>
              </a:ext>
            </a:extLst>
          </p:cNvPr>
          <p:cNvCxnSpPr>
            <a:cxnSpLocks noChangeShapeType="1"/>
          </p:cNvCxnSpPr>
          <p:nvPr/>
        </p:nvCxnSpPr>
        <p:spPr bwMode="auto">
          <a:xfrm flipV="1">
            <a:off x="3468600" y="5095778"/>
            <a:ext cx="188913" cy="952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7" name="Straight Connector 301">
            <a:extLst>
              <a:ext uri="{FF2B5EF4-FFF2-40B4-BE49-F238E27FC236}">
                <a16:creationId xmlns:a16="http://schemas.microsoft.com/office/drawing/2014/main" id="{6F25A2AA-9AAF-7545-A621-843340E23A8A}"/>
              </a:ext>
            </a:extLst>
          </p:cNvPr>
          <p:cNvCxnSpPr>
            <a:cxnSpLocks noChangeShapeType="1"/>
          </p:cNvCxnSpPr>
          <p:nvPr/>
        </p:nvCxnSpPr>
        <p:spPr bwMode="auto">
          <a:xfrm flipV="1">
            <a:off x="4224250" y="5024341"/>
            <a:ext cx="231775" cy="2444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8" name="Straight Connector 302">
            <a:extLst>
              <a:ext uri="{FF2B5EF4-FFF2-40B4-BE49-F238E27FC236}">
                <a16:creationId xmlns:a16="http://schemas.microsoft.com/office/drawing/2014/main" id="{A85DF839-8C92-7C4C-9E4F-95253E4F64D1}"/>
              </a:ext>
            </a:extLst>
          </p:cNvPr>
          <p:cNvCxnSpPr>
            <a:cxnSpLocks noChangeShapeType="1"/>
          </p:cNvCxnSpPr>
          <p:nvPr/>
        </p:nvCxnSpPr>
        <p:spPr bwMode="auto">
          <a:xfrm flipH="1" flipV="1">
            <a:off x="4675100" y="5011641"/>
            <a:ext cx="327025" cy="1190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9" name="Straight Connector 303">
            <a:extLst>
              <a:ext uri="{FF2B5EF4-FFF2-40B4-BE49-F238E27FC236}">
                <a16:creationId xmlns:a16="http://schemas.microsoft.com/office/drawing/2014/main" id="{F434154C-8D83-9441-B097-3BBC275FD9C7}"/>
              </a:ext>
            </a:extLst>
          </p:cNvPr>
          <p:cNvCxnSpPr>
            <a:cxnSpLocks noChangeShapeType="1"/>
          </p:cNvCxnSpPr>
          <p:nvPr/>
        </p:nvCxnSpPr>
        <p:spPr bwMode="auto">
          <a:xfrm flipV="1">
            <a:off x="4662400" y="4676678"/>
            <a:ext cx="260350" cy="1889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0" name="Straight Connector 304">
            <a:extLst>
              <a:ext uri="{FF2B5EF4-FFF2-40B4-BE49-F238E27FC236}">
                <a16:creationId xmlns:a16="http://schemas.microsoft.com/office/drawing/2014/main" id="{B524947B-DB9F-7D40-A706-4C17DE2A5010}"/>
              </a:ext>
            </a:extLst>
          </p:cNvPr>
          <p:cNvCxnSpPr>
            <a:cxnSpLocks noChangeShapeType="1"/>
          </p:cNvCxnSpPr>
          <p:nvPr/>
        </p:nvCxnSpPr>
        <p:spPr bwMode="auto">
          <a:xfrm flipH="1" flipV="1">
            <a:off x="3708313" y="4551266"/>
            <a:ext cx="207962" cy="841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831" name="TextBox 39958">
            <a:extLst>
              <a:ext uri="{FF2B5EF4-FFF2-40B4-BE49-F238E27FC236}">
                <a16:creationId xmlns:a16="http://schemas.microsoft.com/office/drawing/2014/main" id="{E2B94A9A-0F9D-2848-A0CF-4BF11CF94A72}"/>
              </a:ext>
            </a:extLst>
          </p:cNvPr>
          <p:cNvSpPr txBox="1">
            <a:spLocks noChangeArrowheads="1"/>
          </p:cNvSpPr>
          <p:nvPr/>
        </p:nvSpPr>
        <p:spPr bwMode="auto">
          <a:xfrm>
            <a:off x="2806613" y="4590953"/>
            <a:ext cx="788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C</a:t>
            </a:r>
          </a:p>
        </p:txBody>
      </p:sp>
      <p:sp>
        <p:nvSpPr>
          <p:cNvPr id="832" name="Oval 3">
            <a:extLst>
              <a:ext uri="{FF2B5EF4-FFF2-40B4-BE49-F238E27FC236}">
                <a16:creationId xmlns:a16="http://schemas.microsoft.com/office/drawing/2014/main" id="{A702DE6F-D4A0-8F44-AA63-D6E15375CD8E}"/>
              </a:ext>
            </a:extLst>
          </p:cNvPr>
          <p:cNvSpPr>
            <a:spLocks noChangeArrowheads="1"/>
          </p:cNvSpPr>
          <p:nvPr/>
        </p:nvSpPr>
        <p:spPr bwMode="auto">
          <a:xfrm>
            <a:off x="5765713" y="3706716"/>
            <a:ext cx="3219450" cy="134302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833" name="Straight Connector 10">
            <a:extLst>
              <a:ext uri="{FF2B5EF4-FFF2-40B4-BE49-F238E27FC236}">
                <a16:creationId xmlns:a16="http://schemas.microsoft.com/office/drawing/2014/main" id="{3F8196DF-0888-8E49-98D7-DA224C7BE9E9}"/>
              </a:ext>
            </a:extLst>
          </p:cNvPr>
          <p:cNvCxnSpPr>
            <a:cxnSpLocks noChangeShapeType="1"/>
          </p:cNvCxnSpPr>
          <p:nvPr/>
        </p:nvCxnSpPr>
        <p:spPr bwMode="auto">
          <a:xfrm>
            <a:off x="6899188" y="3943253"/>
            <a:ext cx="1062037" cy="698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4" name="Straight Connector 297">
            <a:extLst>
              <a:ext uri="{FF2B5EF4-FFF2-40B4-BE49-F238E27FC236}">
                <a16:creationId xmlns:a16="http://schemas.microsoft.com/office/drawing/2014/main" id="{1B258AC6-D04D-9E42-938E-20E66E809546}"/>
              </a:ext>
            </a:extLst>
          </p:cNvPr>
          <p:cNvCxnSpPr>
            <a:cxnSpLocks noChangeShapeType="1"/>
          </p:cNvCxnSpPr>
          <p:nvPr/>
        </p:nvCxnSpPr>
        <p:spPr bwMode="auto">
          <a:xfrm>
            <a:off x="7450050" y="4233766"/>
            <a:ext cx="120650" cy="825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5" name="Straight Connector 298">
            <a:extLst>
              <a:ext uri="{FF2B5EF4-FFF2-40B4-BE49-F238E27FC236}">
                <a16:creationId xmlns:a16="http://schemas.microsoft.com/office/drawing/2014/main" id="{413995ED-2F60-8B4D-8D7F-93AD98A8938C}"/>
              </a:ext>
            </a:extLst>
          </p:cNvPr>
          <p:cNvCxnSpPr>
            <a:cxnSpLocks noChangeShapeType="1"/>
          </p:cNvCxnSpPr>
          <p:nvPr/>
        </p:nvCxnSpPr>
        <p:spPr bwMode="auto">
          <a:xfrm flipV="1">
            <a:off x="7250025" y="4433791"/>
            <a:ext cx="242888"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6" name="Straight Connector 299">
            <a:extLst>
              <a:ext uri="{FF2B5EF4-FFF2-40B4-BE49-F238E27FC236}">
                <a16:creationId xmlns:a16="http://schemas.microsoft.com/office/drawing/2014/main" id="{25EF67BD-6045-D34A-B976-7E209CEE56CE}"/>
              </a:ext>
            </a:extLst>
          </p:cNvPr>
          <p:cNvCxnSpPr>
            <a:cxnSpLocks noChangeShapeType="1"/>
          </p:cNvCxnSpPr>
          <p:nvPr/>
        </p:nvCxnSpPr>
        <p:spPr bwMode="auto">
          <a:xfrm flipV="1">
            <a:off x="6951575" y="4262341"/>
            <a:ext cx="195263" cy="1063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7" name="Straight Connector 300">
            <a:extLst>
              <a:ext uri="{FF2B5EF4-FFF2-40B4-BE49-F238E27FC236}">
                <a16:creationId xmlns:a16="http://schemas.microsoft.com/office/drawing/2014/main" id="{36B4AB57-694E-3A49-B3F1-69CBFBA7E4FF}"/>
              </a:ext>
            </a:extLst>
          </p:cNvPr>
          <p:cNvCxnSpPr>
            <a:cxnSpLocks noChangeShapeType="1"/>
          </p:cNvCxnSpPr>
          <p:nvPr/>
        </p:nvCxnSpPr>
        <p:spPr bwMode="auto">
          <a:xfrm flipV="1">
            <a:off x="6638838" y="4554441"/>
            <a:ext cx="206375" cy="952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8" name="Straight Connector 301">
            <a:extLst>
              <a:ext uri="{FF2B5EF4-FFF2-40B4-BE49-F238E27FC236}">
                <a16:creationId xmlns:a16="http://schemas.microsoft.com/office/drawing/2014/main" id="{327866EC-442B-E449-A507-1ADB2897607E}"/>
              </a:ext>
            </a:extLst>
          </p:cNvPr>
          <p:cNvCxnSpPr>
            <a:cxnSpLocks noChangeShapeType="1"/>
          </p:cNvCxnSpPr>
          <p:nvPr/>
        </p:nvCxnSpPr>
        <p:spPr bwMode="auto">
          <a:xfrm flipV="1">
            <a:off x="7465925" y="4481416"/>
            <a:ext cx="254000" cy="2476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9" name="Straight Connector 302">
            <a:extLst>
              <a:ext uri="{FF2B5EF4-FFF2-40B4-BE49-F238E27FC236}">
                <a16:creationId xmlns:a16="http://schemas.microsoft.com/office/drawing/2014/main" id="{0B9882C7-E94F-0A47-A7DE-70A6E795938B}"/>
              </a:ext>
            </a:extLst>
          </p:cNvPr>
          <p:cNvCxnSpPr>
            <a:cxnSpLocks noChangeShapeType="1"/>
          </p:cNvCxnSpPr>
          <p:nvPr/>
        </p:nvCxnSpPr>
        <p:spPr bwMode="auto">
          <a:xfrm flipH="1" flipV="1">
            <a:off x="7929475" y="4460778"/>
            <a:ext cx="358775" cy="1206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40" name="Straight Connector 303">
            <a:extLst>
              <a:ext uri="{FF2B5EF4-FFF2-40B4-BE49-F238E27FC236}">
                <a16:creationId xmlns:a16="http://schemas.microsoft.com/office/drawing/2014/main" id="{07F3D5AB-917A-3646-B73E-0784162E7E10}"/>
              </a:ext>
            </a:extLst>
          </p:cNvPr>
          <p:cNvCxnSpPr>
            <a:cxnSpLocks noChangeShapeType="1"/>
          </p:cNvCxnSpPr>
          <p:nvPr/>
        </p:nvCxnSpPr>
        <p:spPr bwMode="auto">
          <a:xfrm flipV="1">
            <a:off x="7945350" y="4127403"/>
            <a:ext cx="285750" cy="1920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41" name="Straight Connector 304">
            <a:extLst>
              <a:ext uri="{FF2B5EF4-FFF2-40B4-BE49-F238E27FC236}">
                <a16:creationId xmlns:a16="http://schemas.microsoft.com/office/drawing/2014/main" id="{7EE99713-0073-4441-B515-ACBBCD81E0FB}"/>
              </a:ext>
            </a:extLst>
          </p:cNvPr>
          <p:cNvCxnSpPr>
            <a:cxnSpLocks noChangeShapeType="1"/>
          </p:cNvCxnSpPr>
          <p:nvPr/>
        </p:nvCxnSpPr>
        <p:spPr bwMode="auto">
          <a:xfrm flipH="1" flipV="1">
            <a:off x="6900775" y="4000403"/>
            <a:ext cx="227013" cy="857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842" name="TextBox 39958">
            <a:extLst>
              <a:ext uri="{FF2B5EF4-FFF2-40B4-BE49-F238E27FC236}">
                <a16:creationId xmlns:a16="http://schemas.microsoft.com/office/drawing/2014/main" id="{9B066AAE-482E-0B40-BE56-8CA80740394E}"/>
              </a:ext>
            </a:extLst>
          </p:cNvPr>
          <p:cNvSpPr txBox="1">
            <a:spLocks noChangeArrowheads="1"/>
          </p:cNvSpPr>
          <p:nvPr/>
        </p:nvSpPr>
        <p:spPr bwMode="auto">
          <a:xfrm>
            <a:off x="5914938" y="4040091"/>
            <a:ext cx="7954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B</a:t>
            </a:r>
          </a:p>
        </p:txBody>
      </p:sp>
      <p:cxnSp>
        <p:nvCxnSpPr>
          <p:cNvPr id="843" name="Straight Connector 12">
            <a:extLst>
              <a:ext uri="{FF2B5EF4-FFF2-40B4-BE49-F238E27FC236}">
                <a16:creationId xmlns:a16="http://schemas.microsoft.com/office/drawing/2014/main" id="{F300F1C8-847A-BE41-8774-57B1DCD8D5D3}"/>
              </a:ext>
            </a:extLst>
          </p:cNvPr>
          <p:cNvCxnSpPr>
            <a:cxnSpLocks noChangeShapeType="1"/>
          </p:cNvCxnSpPr>
          <p:nvPr/>
        </p:nvCxnSpPr>
        <p:spPr bwMode="auto">
          <a:xfrm>
            <a:off x="3533688" y="2666903"/>
            <a:ext cx="238125" cy="2619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6" name="Straight Connector 502">
            <a:extLst>
              <a:ext uri="{FF2B5EF4-FFF2-40B4-BE49-F238E27FC236}">
                <a16:creationId xmlns:a16="http://schemas.microsoft.com/office/drawing/2014/main" id="{3F67B9C4-4FEC-1240-9C01-EB8A6EE3CDEB}"/>
              </a:ext>
            </a:extLst>
          </p:cNvPr>
          <p:cNvCxnSpPr>
            <a:cxnSpLocks noChangeShapeType="1"/>
          </p:cNvCxnSpPr>
          <p:nvPr/>
        </p:nvCxnSpPr>
        <p:spPr bwMode="auto">
          <a:xfrm>
            <a:off x="5067213" y="2468466"/>
            <a:ext cx="307975" cy="5730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7" name="Straight Connector 503">
            <a:extLst>
              <a:ext uri="{FF2B5EF4-FFF2-40B4-BE49-F238E27FC236}">
                <a16:creationId xmlns:a16="http://schemas.microsoft.com/office/drawing/2014/main" id="{545AD480-9636-0E4B-B4B9-9B4ADC620A03}"/>
              </a:ext>
            </a:extLst>
          </p:cNvPr>
          <p:cNvCxnSpPr>
            <a:cxnSpLocks noChangeShapeType="1"/>
          </p:cNvCxnSpPr>
          <p:nvPr/>
        </p:nvCxnSpPr>
        <p:spPr bwMode="auto">
          <a:xfrm flipH="1">
            <a:off x="5576800" y="2446241"/>
            <a:ext cx="384175" cy="579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8" name="Straight Connector 504">
            <a:extLst>
              <a:ext uri="{FF2B5EF4-FFF2-40B4-BE49-F238E27FC236}">
                <a16:creationId xmlns:a16="http://schemas.microsoft.com/office/drawing/2014/main" id="{71581065-B12B-1A4E-BE8D-55FA0FB7720E}"/>
              </a:ext>
            </a:extLst>
          </p:cNvPr>
          <p:cNvCxnSpPr>
            <a:cxnSpLocks noChangeShapeType="1"/>
          </p:cNvCxnSpPr>
          <p:nvPr/>
        </p:nvCxnSpPr>
        <p:spPr bwMode="auto">
          <a:xfrm>
            <a:off x="7921538" y="2957416"/>
            <a:ext cx="215900" cy="10461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9" name="Straight Connector 505">
            <a:extLst>
              <a:ext uri="{FF2B5EF4-FFF2-40B4-BE49-F238E27FC236}">
                <a16:creationId xmlns:a16="http://schemas.microsoft.com/office/drawing/2014/main" id="{73C31C58-B4CF-814A-A3FD-55A6563CEF48}"/>
              </a:ext>
            </a:extLst>
          </p:cNvPr>
          <p:cNvCxnSpPr>
            <a:cxnSpLocks noChangeShapeType="1"/>
          </p:cNvCxnSpPr>
          <p:nvPr/>
        </p:nvCxnSpPr>
        <p:spPr bwMode="auto">
          <a:xfrm flipH="1">
            <a:off x="8288250" y="3308253"/>
            <a:ext cx="241300" cy="692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0" name="Straight Connector 507">
            <a:extLst>
              <a:ext uri="{FF2B5EF4-FFF2-40B4-BE49-F238E27FC236}">
                <a16:creationId xmlns:a16="http://schemas.microsoft.com/office/drawing/2014/main" id="{EC7E8528-0B6D-CF4D-8A94-85AA80C4CC8F}"/>
              </a:ext>
            </a:extLst>
          </p:cNvPr>
          <p:cNvCxnSpPr>
            <a:cxnSpLocks noChangeShapeType="1"/>
          </p:cNvCxnSpPr>
          <p:nvPr/>
        </p:nvCxnSpPr>
        <p:spPr bwMode="auto">
          <a:xfrm flipH="1" flipV="1">
            <a:off x="8605750" y="4630641"/>
            <a:ext cx="796925" cy="614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4" name="Straight Connector 512">
            <a:extLst>
              <a:ext uri="{FF2B5EF4-FFF2-40B4-BE49-F238E27FC236}">
                <a16:creationId xmlns:a16="http://schemas.microsoft.com/office/drawing/2014/main" id="{3894D9DF-7CD2-5E46-A639-24D288F83334}"/>
              </a:ext>
            </a:extLst>
          </p:cNvPr>
          <p:cNvCxnSpPr>
            <a:cxnSpLocks noChangeShapeType="1"/>
          </p:cNvCxnSpPr>
          <p:nvPr/>
        </p:nvCxnSpPr>
        <p:spPr bwMode="auto">
          <a:xfrm flipV="1">
            <a:off x="2941550" y="5218016"/>
            <a:ext cx="401638" cy="2095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5" name="Straight Connector 513">
            <a:extLst>
              <a:ext uri="{FF2B5EF4-FFF2-40B4-BE49-F238E27FC236}">
                <a16:creationId xmlns:a16="http://schemas.microsoft.com/office/drawing/2014/main" id="{89BD6F64-A1F9-A841-8EE8-ACECF372CCCB}"/>
              </a:ext>
            </a:extLst>
          </p:cNvPr>
          <p:cNvCxnSpPr>
            <a:cxnSpLocks noChangeShapeType="1"/>
          </p:cNvCxnSpPr>
          <p:nvPr/>
        </p:nvCxnSpPr>
        <p:spPr bwMode="auto">
          <a:xfrm>
            <a:off x="2535150" y="5075141"/>
            <a:ext cx="450850" cy="1158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7" name="Straight Connector 508">
            <a:extLst>
              <a:ext uri="{FF2B5EF4-FFF2-40B4-BE49-F238E27FC236}">
                <a16:creationId xmlns:a16="http://schemas.microsoft.com/office/drawing/2014/main" id="{CBDBB96A-3635-3D49-964A-A9C290E5CAD0}"/>
              </a:ext>
            </a:extLst>
          </p:cNvPr>
          <p:cNvCxnSpPr>
            <a:cxnSpLocks noChangeShapeType="1"/>
          </p:cNvCxnSpPr>
          <p:nvPr/>
        </p:nvCxnSpPr>
        <p:spPr bwMode="auto">
          <a:xfrm flipH="1" flipV="1">
            <a:off x="7646900" y="4779866"/>
            <a:ext cx="1047750" cy="9667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8" name="Straight Connector 506">
            <a:extLst>
              <a:ext uri="{FF2B5EF4-FFF2-40B4-BE49-F238E27FC236}">
                <a16:creationId xmlns:a16="http://schemas.microsoft.com/office/drawing/2014/main" id="{AA94DB72-B450-7842-B04E-DCFB91821FC1}"/>
              </a:ext>
            </a:extLst>
          </p:cNvPr>
          <p:cNvCxnSpPr>
            <a:cxnSpLocks noChangeShapeType="1"/>
          </p:cNvCxnSpPr>
          <p:nvPr/>
        </p:nvCxnSpPr>
        <p:spPr bwMode="auto">
          <a:xfrm flipH="1">
            <a:off x="8716875" y="4368703"/>
            <a:ext cx="541338" cy="2492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859" name="Group 858">
            <a:extLst>
              <a:ext uri="{FF2B5EF4-FFF2-40B4-BE49-F238E27FC236}">
                <a16:creationId xmlns:a16="http://schemas.microsoft.com/office/drawing/2014/main" id="{90216148-AEBB-D045-BC04-2476960CEEA7}"/>
              </a:ext>
            </a:extLst>
          </p:cNvPr>
          <p:cNvGrpSpPr/>
          <p:nvPr/>
        </p:nvGrpSpPr>
        <p:grpSpPr>
          <a:xfrm>
            <a:off x="5192625" y="3007829"/>
            <a:ext cx="541338" cy="223023"/>
            <a:chOff x="7493876" y="2774731"/>
            <a:chExt cx="1481958" cy="894622"/>
          </a:xfrm>
        </p:grpSpPr>
        <p:sp>
          <p:nvSpPr>
            <p:cNvPr id="996" name="Freeform 995">
              <a:extLst>
                <a:ext uri="{FF2B5EF4-FFF2-40B4-BE49-F238E27FC236}">
                  <a16:creationId xmlns:a16="http://schemas.microsoft.com/office/drawing/2014/main" id="{7C739FBE-036D-994B-85E2-4440DD53038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97" name="Oval 996">
              <a:extLst>
                <a:ext uri="{FF2B5EF4-FFF2-40B4-BE49-F238E27FC236}">
                  <a16:creationId xmlns:a16="http://schemas.microsoft.com/office/drawing/2014/main" id="{33BC4048-43F2-884D-8016-9AF95DABE2C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98" name="Group 997">
              <a:extLst>
                <a:ext uri="{FF2B5EF4-FFF2-40B4-BE49-F238E27FC236}">
                  <a16:creationId xmlns:a16="http://schemas.microsoft.com/office/drawing/2014/main" id="{130BCC6D-B09E-1C41-A8CF-04A2A9638267}"/>
                </a:ext>
              </a:extLst>
            </p:cNvPr>
            <p:cNvGrpSpPr/>
            <p:nvPr/>
          </p:nvGrpSpPr>
          <p:grpSpPr>
            <a:xfrm>
              <a:off x="7713663" y="2848339"/>
              <a:ext cx="1042107" cy="425543"/>
              <a:chOff x="7786941" y="2884917"/>
              <a:chExt cx="897649" cy="353919"/>
            </a:xfrm>
          </p:grpSpPr>
          <p:sp>
            <p:nvSpPr>
              <p:cNvPr id="999" name="Freeform 998">
                <a:extLst>
                  <a:ext uri="{FF2B5EF4-FFF2-40B4-BE49-F238E27FC236}">
                    <a16:creationId xmlns:a16="http://schemas.microsoft.com/office/drawing/2014/main" id="{0FA93124-8744-5D4F-9E8A-8660696E5BF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0" name="Freeform 999">
                <a:extLst>
                  <a:ext uri="{FF2B5EF4-FFF2-40B4-BE49-F238E27FC236}">
                    <a16:creationId xmlns:a16="http://schemas.microsoft.com/office/drawing/2014/main" id="{17571ADC-29EF-004D-A61B-676F21C86B5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1" name="Freeform 1000">
                <a:extLst>
                  <a:ext uri="{FF2B5EF4-FFF2-40B4-BE49-F238E27FC236}">
                    <a16:creationId xmlns:a16="http://schemas.microsoft.com/office/drawing/2014/main" id="{36F070DE-197E-7F4B-AA78-582124C37FA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2" name="Freeform 1001">
                <a:extLst>
                  <a:ext uri="{FF2B5EF4-FFF2-40B4-BE49-F238E27FC236}">
                    <a16:creationId xmlns:a16="http://schemas.microsoft.com/office/drawing/2014/main" id="{3B0B317D-7F53-E348-81C1-4EE7DBCD590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0" name="Group 859">
            <a:extLst>
              <a:ext uri="{FF2B5EF4-FFF2-40B4-BE49-F238E27FC236}">
                <a16:creationId xmlns:a16="http://schemas.microsoft.com/office/drawing/2014/main" id="{7C41A419-299B-7A4A-A2A5-F2262956EE0F}"/>
              </a:ext>
            </a:extLst>
          </p:cNvPr>
          <p:cNvGrpSpPr/>
          <p:nvPr/>
        </p:nvGrpSpPr>
        <p:grpSpPr>
          <a:xfrm>
            <a:off x="3621872" y="2908203"/>
            <a:ext cx="541338" cy="223023"/>
            <a:chOff x="7493876" y="2774731"/>
            <a:chExt cx="1481958" cy="894622"/>
          </a:xfrm>
        </p:grpSpPr>
        <p:sp>
          <p:nvSpPr>
            <p:cNvPr id="989" name="Freeform 988">
              <a:extLst>
                <a:ext uri="{FF2B5EF4-FFF2-40B4-BE49-F238E27FC236}">
                  <a16:creationId xmlns:a16="http://schemas.microsoft.com/office/drawing/2014/main" id="{E9155573-B861-144A-AA4A-0F52588679C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90" name="Oval 989">
              <a:extLst>
                <a:ext uri="{FF2B5EF4-FFF2-40B4-BE49-F238E27FC236}">
                  <a16:creationId xmlns:a16="http://schemas.microsoft.com/office/drawing/2014/main" id="{4F83F884-BBF3-CA40-927E-3CE279B6EDF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91" name="Group 990">
              <a:extLst>
                <a:ext uri="{FF2B5EF4-FFF2-40B4-BE49-F238E27FC236}">
                  <a16:creationId xmlns:a16="http://schemas.microsoft.com/office/drawing/2014/main" id="{0753217D-6DD5-164C-ADEE-1458B0AC16AF}"/>
                </a:ext>
              </a:extLst>
            </p:cNvPr>
            <p:cNvGrpSpPr/>
            <p:nvPr/>
          </p:nvGrpSpPr>
          <p:grpSpPr>
            <a:xfrm>
              <a:off x="7713663" y="2848339"/>
              <a:ext cx="1042107" cy="425543"/>
              <a:chOff x="7786941" y="2884917"/>
              <a:chExt cx="897649" cy="353919"/>
            </a:xfrm>
          </p:grpSpPr>
          <p:sp>
            <p:nvSpPr>
              <p:cNvPr id="992" name="Freeform 991">
                <a:extLst>
                  <a:ext uri="{FF2B5EF4-FFF2-40B4-BE49-F238E27FC236}">
                    <a16:creationId xmlns:a16="http://schemas.microsoft.com/office/drawing/2014/main" id="{B8A25917-7DC6-5444-9682-410BA073678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3" name="Freeform 992">
                <a:extLst>
                  <a:ext uri="{FF2B5EF4-FFF2-40B4-BE49-F238E27FC236}">
                    <a16:creationId xmlns:a16="http://schemas.microsoft.com/office/drawing/2014/main" id="{CABFF5B5-945B-6C4A-890D-ACDA82006C6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4" name="Freeform 993">
                <a:extLst>
                  <a:ext uri="{FF2B5EF4-FFF2-40B4-BE49-F238E27FC236}">
                    <a16:creationId xmlns:a16="http://schemas.microsoft.com/office/drawing/2014/main" id="{8AB92421-736D-4A47-8B5A-1ACC7756D5A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5" name="Freeform 994">
                <a:extLst>
                  <a:ext uri="{FF2B5EF4-FFF2-40B4-BE49-F238E27FC236}">
                    <a16:creationId xmlns:a16="http://schemas.microsoft.com/office/drawing/2014/main" id="{F3DCCAE7-3191-354E-90E8-A6C735BF937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3" name="Group 862">
            <a:extLst>
              <a:ext uri="{FF2B5EF4-FFF2-40B4-BE49-F238E27FC236}">
                <a16:creationId xmlns:a16="http://schemas.microsoft.com/office/drawing/2014/main" id="{493E10B9-C866-154D-940F-1FA669A54572}"/>
              </a:ext>
            </a:extLst>
          </p:cNvPr>
          <p:cNvGrpSpPr/>
          <p:nvPr/>
        </p:nvGrpSpPr>
        <p:grpSpPr>
          <a:xfrm>
            <a:off x="8182681" y="4501444"/>
            <a:ext cx="541338" cy="223023"/>
            <a:chOff x="7493876" y="2774731"/>
            <a:chExt cx="1481958" cy="894622"/>
          </a:xfrm>
        </p:grpSpPr>
        <p:sp>
          <p:nvSpPr>
            <p:cNvPr id="968" name="Freeform 967">
              <a:extLst>
                <a:ext uri="{FF2B5EF4-FFF2-40B4-BE49-F238E27FC236}">
                  <a16:creationId xmlns:a16="http://schemas.microsoft.com/office/drawing/2014/main" id="{BF32E820-0FBE-E847-8B3C-9F2876D92E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69" name="Oval 968">
              <a:extLst>
                <a:ext uri="{FF2B5EF4-FFF2-40B4-BE49-F238E27FC236}">
                  <a16:creationId xmlns:a16="http://schemas.microsoft.com/office/drawing/2014/main" id="{B3A55633-56F4-AC42-945D-1875A96B677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70" name="Group 969">
              <a:extLst>
                <a:ext uri="{FF2B5EF4-FFF2-40B4-BE49-F238E27FC236}">
                  <a16:creationId xmlns:a16="http://schemas.microsoft.com/office/drawing/2014/main" id="{E4AB8815-1B1F-544F-9602-FE11A09FB354}"/>
                </a:ext>
              </a:extLst>
            </p:cNvPr>
            <p:cNvGrpSpPr/>
            <p:nvPr/>
          </p:nvGrpSpPr>
          <p:grpSpPr>
            <a:xfrm>
              <a:off x="7713663" y="2848339"/>
              <a:ext cx="1042107" cy="425543"/>
              <a:chOff x="7786941" y="2884917"/>
              <a:chExt cx="897649" cy="353919"/>
            </a:xfrm>
          </p:grpSpPr>
          <p:sp>
            <p:nvSpPr>
              <p:cNvPr id="971" name="Freeform 970">
                <a:extLst>
                  <a:ext uri="{FF2B5EF4-FFF2-40B4-BE49-F238E27FC236}">
                    <a16:creationId xmlns:a16="http://schemas.microsoft.com/office/drawing/2014/main" id="{25FA3B90-FE77-9D46-BA40-38A873C159B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2" name="Freeform 971">
                <a:extLst>
                  <a:ext uri="{FF2B5EF4-FFF2-40B4-BE49-F238E27FC236}">
                    <a16:creationId xmlns:a16="http://schemas.microsoft.com/office/drawing/2014/main" id="{0F8E8660-4197-E24F-B9E2-EFC996926F2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3" name="Freeform 972">
                <a:extLst>
                  <a:ext uri="{FF2B5EF4-FFF2-40B4-BE49-F238E27FC236}">
                    <a16:creationId xmlns:a16="http://schemas.microsoft.com/office/drawing/2014/main" id="{640090A1-376A-5A4C-8EBA-6CB5B79BB44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4" name="Freeform 973">
                <a:extLst>
                  <a:ext uri="{FF2B5EF4-FFF2-40B4-BE49-F238E27FC236}">
                    <a16:creationId xmlns:a16="http://schemas.microsoft.com/office/drawing/2014/main" id="{95591564-5458-114D-85FD-A7003062250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4" name="Group 863">
            <a:extLst>
              <a:ext uri="{FF2B5EF4-FFF2-40B4-BE49-F238E27FC236}">
                <a16:creationId xmlns:a16="http://schemas.microsoft.com/office/drawing/2014/main" id="{614BEF92-8E4F-D346-A4B6-7E2EA0C9DE59}"/>
              </a:ext>
            </a:extLst>
          </p:cNvPr>
          <p:cNvGrpSpPr/>
          <p:nvPr/>
        </p:nvGrpSpPr>
        <p:grpSpPr>
          <a:xfrm>
            <a:off x="7469673" y="4278623"/>
            <a:ext cx="541338" cy="223023"/>
            <a:chOff x="7493876" y="2774731"/>
            <a:chExt cx="1481958" cy="894622"/>
          </a:xfrm>
        </p:grpSpPr>
        <p:sp>
          <p:nvSpPr>
            <p:cNvPr id="961" name="Freeform 960">
              <a:extLst>
                <a:ext uri="{FF2B5EF4-FFF2-40B4-BE49-F238E27FC236}">
                  <a16:creationId xmlns:a16="http://schemas.microsoft.com/office/drawing/2014/main" id="{8EF1D860-B711-3743-A475-0C6DB2BAB38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62" name="Oval 961">
              <a:extLst>
                <a:ext uri="{FF2B5EF4-FFF2-40B4-BE49-F238E27FC236}">
                  <a16:creationId xmlns:a16="http://schemas.microsoft.com/office/drawing/2014/main" id="{37A0AB5E-D9CC-724B-855A-A8218863578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63" name="Group 962">
              <a:extLst>
                <a:ext uri="{FF2B5EF4-FFF2-40B4-BE49-F238E27FC236}">
                  <a16:creationId xmlns:a16="http://schemas.microsoft.com/office/drawing/2014/main" id="{8F6005C9-9B60-8748-86C0-D3E6A0803606}"/>
                </a:ext>
              </a:extLst>
            </p:cNvPr>
            <p:cNvGrpSpPr/>
            <p:nvPr/>
          </p:nvGrpSpPr>
          <p:grpSpPr>
            <a:xfrm>
              <a:off x="7713663" y="2848339"/>
              <a:ext cx="1042107" cy="425543"/>
              <a:chOff x="7786941" y="2884917"/>
              <a:chExt cx="897649" cy="353919"/>
            </a:xfrm>
          </p:grpSpPr>
          <p:sp>
            <p:nvSpPr>
              <p:cNvPr id="964" name="Freeform 963">
                <a:extLst>
                  <a:ext uri="{FF2B5EF4-FFF2-40B4-BE49-F238E27FC236}">
                    <a16:creationId xmlns:a16="http://schemas.microsoft.com/office/drawing/2014/main" id="{DE0F8D72-5786-D54F-93E4-C3C9C54159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5" name="Freeform 964">
                <a:extLst>
                  <a:ext uri="{FF2B5EF4-FFF2-40B4-BE49-F238E27FC236}">
                    <a16:creationId xmlns:a16="http://schemas.microsoft.com/office/drawing/2014/main" id="{5464F08B-BD83-8A44-BBFA-F4EE1966C45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6" name="Freeform 965">
                <a:extLst>
                  <a:ext uri="{FF2B5EF4-FFF2-40B4-BE49-F238E27FC236}">
                    <a16:creationId xmlns:a16="http://schemas.microsoft.com/office/drawing/2014/main" id="{09ECF1C0-ACB1-8540-969F-7EA711FE858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7" name="Freeform 966">
                <a:extLst>
                  <a:ext uri="{FF2B5EF4-FFF2-40B4-BE49-F238E27FC236}">
                    <a16:creationId xmlns:a16="http://schemas.microsoft.com/office/drawing/2014/main" id="{F98EB79D-440D-CA4F-A9C3-BD9212D3EDD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5" name="Group 864">
            <a:extLst>
              <a:ext uri="{FF2B5EF4-FFF2-40B4-BE49-F238E27FC236}">
                <a16:creationId xmlns:a16="http://schemas.microsoft.com/office/drawing/2014/main" id="{B7E7D103-F268-674F-B3C3-92EA88673276}"/>
              </a:ext>
            </a:extLst>
          </p:cNvPr>
          <p:cNvGrpSpPr/>
          <p:nvPr/>
        </p:nvGrpSpPr>
        <p:grpSpPr>
          <a:xfrm>
            <a:off x="6979356" y="4059569"/>
            <a:ext cx="541338" cy="223023"/>
            <a:chOff x="7493876" y="2774731"/>
            <a:chExt cx="1481958" cy="894622"/>
          </a:xfrm>
        </p:grpSpPr>
        <p:sp>
          <p:nvSpPr>
            <p:cNvPr id="954" name="Freeform 953">
              <a:extLst>
                <a:ext uri="{FF2B5EF4-FFF2-40B4-BE49-F238E27FC236}">
                  <a16:creationId xmlns:a16="http://schemas.microsoft.com/office/drawing/2014/main" id="{EB728D85-B436-E54F-874C-34B0042A866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55" name="Oval 954">
              <a:extLst>
                <a:ext uri="{FF2B5EF4-FFF2-40B4-BE49-F238E27FC236}">
                  <a16:creationId xmlns:a16="http://schemas.microsoft.com/office/drawing/2014/main" id="{946A835F-BA3F-764B-B186-F72E0110BE6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56" name="Group 955">
              <a:extLst>
                <a:ext uri="{FF2B5EF4-FFF2-40B4-BE49-F238E27FC236}">
                  <a16:creationId xmlns:a16="http://schemas.microsoft.com/office/drawing/2014/main" id="{BE4F084A-E9A5-3044-A2FF-F78EBF4D712B}"/>
                </a:ext>
              </a:extLst>
            </p:cNvPr>
            <p:cNvGrpSpPr/>
            <p:nvPr/>
          </p:nvGrpSpPr>
          <p:grpSpPr>
            <a:xfrm>
              <a:off x="7713663" y="2848339"/>
              <a:ext cx="1042107" cy="425543"/>
              <a:chOff x="7786941" y="2884917"/>
              <a:chExt cx="897649" cy="353919"/>
            </a:xfrm>
          </p:grpSpPr>
          <p:sp>
            <p:nvSpPr>
              <p:cNvPr id="957" name="Freeform 956">
                <a:extLst>
                  <a:ext uri="{FF2B5EF4-FFF2-40B4-BE49-F238E27FC236}">
                    <a16:creationId xmlns:a16="http://schemas.microsoft.com/office/drawing/2014/main" id="{3731CD43-1F76-FC4C-B577-47908AE83FD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8" name="Freeform 957">
                <a:extLst>
                  <a:ext uri="{FF2B5EF4-FFF2-40B4-BE49-F238E27FC236}">
                    <a16:creationId xmlns:a16="http://schemas.microsoft.com/office/drawing/2014/main" id="{E5922D92-CE3B-F444-BBBB-094EE443F8B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9" name="Freeform 958">
                <a:extLst>
                  <a:ext uri="{FF2B5EF4-FFF2-40B4-BE49-F238E27FC236}">
                    <a16:creationId xmlns:a16="http://schemas.microsoft.com/office/drawing/2014/main" id="{FFCCE373-6CD7-CF42-892E-CA621687B58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0" name="Freeform 959">
                <a:extLst>
                  <a:ext uri="{FF2B5EF4-FFF2-40B4-BE49-F238E27FC236}">
                    <a16:creationId xmlns:a16="http://schemas.microsoft.com/office/drawing/2014/main" id="{E3119A7D-B722-F548-9954-AA327EFAED7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6" name="Group 865">
            <a:extLst>
              <a:ext uri="{FF2B5EF4-FFF2-40B4-BE49-F238E27FC236}">
                <a16:creationId xmlns:a16="http://schemas.microsoft.com/office/drawing/2014/main" id="{25847F9D-CFF7-5643-B6B5-34AC8A619763}"/>
              </a:ext>
            </a:extLst>
          </p:cNvPr>
          <p:cNvGrpSpPr/>
          <p:nvPr/>
        </p:nvGrpSpPr>
        <p:grpSpPr>
          <a:xfrm>
            <a:off x="6723616" y="4366729"/>
            <a:ext cx="541338" cy="223023"/>
            <a:chOff x="7493876" y="2774731"/>
            <a:chExt cx="1481958" cy="894622"/>
          </a:xfrm>
        </p:grpSpPr>
        <p:sp>
          <p:nvSpPr>
            <p:cNvPr id="947" name="Freeform 946">
              <a:extLst>
                <a:ext uri="{FF2B5EF4-FFF2-40B4-BE49-F238E27FC236}">
                  <a16:creationId xmlns:a16="http://schemas.microsoft.com/office/drawing/2014/main" id="{4A82214C-8C1F-BB49-8FC4-CFEE6481F4E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48" name="Oval 947">
              <a:extLst>
                <a:ext uri="{FF2B5EF4-FFF2-40B4-BE49-F238E27FC236}">
                  <a16:creationId xmlns:a16="http://schemas.microsoft.com/office/drawing/2014/main" id="{C6DB8AC9-820A-504A-9670-7CEE5BB4E00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49" name="Group 948">
              <a:extLst>
                <a:ext uri="{FF2B5EF4-FFF2-40B4-BE49-F238E27FC236}">
                  <a16:creationId xmlns:a16="http://schemas.microsoft.com/office/drawing/2014/main" id="{A0C3804C-D799-0B4C-89DF-FC0B44C2096C}"/>
                </a:ext>
              </a:extLst>
            </p:cNvPr>
            <p:cNvGrpSpPr/>
            <p:nvPr/>
          </p:nvGrpSpPr>
          <p:grpSpPr>
            <a:xfrm>
              <a:off x="7713663" y="2848339"/>
              <a:ext cx="1042107" cy="425543"/>
              <a:chOff x="7786941" y="2884917"/>
              <a:chExt cx="897649" cy="353919"/>
            </a:xfrm>
          </p:grpSpPr>
          <p:sp>
            <p:nvSpPr>
              <p:cNvPr id="950" name="Freeform 949">
                <a:extLst>
                  <a:ext uri="{FF2B5EF4-FFF2-40B4-BE49-F238E27FC236}">
                    <a16:creationId xmlns:a16="http://schemas.microsoft.com/office/drawing/2014/main" id="{00F71241-1388-C540-9F11-AA43DC1BD9C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1" name="Freeform 950">
                <a:extLst>
                  <a:ext uri="{FF2B5EF4-FFF2-40B4-BE49-F238E27FC236}">
                    <a16:creationId xmlns:a16="http://schemas.microsoft.com/office/drawing/2014/main" id="{B892CC6B-D497-9946-B2FE-18A16FA7524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2" name="Freeform 951">
                <a:extLst>
                  <a:ext uri="{FF2B5EF4-FFF2-40B4-BE49-F238E27FC236}">
                    <a16:creationId xmlns:a16="http://schemas.microsoft.com/office/drawing/2014/main" id="{DAA7BCA0-C4BF-774A-9DB8-B5D24C8A02E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3" name="Freeform 952">
                <a:extLst>
                  <a:ext uri="{FF2B5EF4-FFF2-40B4-BE49-F238E27FC236}">
                    <a16:creationId xmlns:a16="http://schemas.microsoft.com/office/drawing/2014/main" id="{7D6DF0F5-5284-2048-85DC-C4B7C1D0C85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8" name="Group 867">
            <a:extLst>
              <a:ext uri="{FF2B5EF4-FFF2-40B4-BE49-F238E27FC236}">
                <a16:creationId xmlns:a16="http://schemas.microsoft.com/office/drawing/2014/main" id="{1E439E8A-6D0D-A947-88AE-13F395EF741B}"/>
              </a:ext>
            </a:extLst>
          </p:cNvPr>
          <p:cNvGrpSpPr/>
          <p:nvPr/>
        </p:nvGrpSpPr>
        <p:grpSpPr>
          <a:xfrm>
            <a:off x="7291037" y="4658009"/>
            <a:ext cx="541338" cy="223023"/>
            <a:chOff x="7493876" y="2774731"/>
            <a:chExt cx="1481958" cy="894622"/>
          </a:xfrm>
        </p:grpSpPr>
        <p:sp>
          <p:nvSpPr>
            <p:cNvPr id="933" name="Freeform 932">
              <a:extLst>
                <a:ext uri="{FF2B5EF4-FFF2-40B4-BE49-F238E27FC236}">
                  <a16:creationId xmlns:a16="http://schemas.microsoft.com/office/drawing/2014/main" id="{20642CDD-5807-E440-80BD-4914CEF640C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34" name="Oval 933">
              <a:extLst>
                <a:ext uri="{FF2B5EF4-FFF2-40B4-BE49-F238E27FC236}">
                  <a16:creationId xmlns:a16="http://schemas.microsoft.com/office/drawing/2014/main" id="{5B2D41A3-738C-DE4B-95B1-D98C150F0D7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35" name="Group 934">
              <a:extLst>
                <a:ext uri="{FF2B5EF4-FFF2-40B4-BE49-F238E27FC236}">
                  <a16:creationId xmlns:a16="http://schemas.microsoft.com/office/drawing/2014/main" id="{72893B92-0783-094B-9B06-5B15CE5E8FC1}"/>
                </a:ext>
              </a:extLst>
            </p:cNvPr>
            <p:cNvGrpSpPr/>
            <p:nvPr/>
          </p:nvGrpSpPr>
          <p:grpSpPr>
            <a:xfrm>
              <a:off x="7713663" y="2848339"/>
              <a:ext cx="1042107" cy="425543"/>
              <a:chOff x="7786941" y="2884917"/>
              <a:chExt cx="897649" cy="353919"/>
            </a:xfrm>
          </p:grpSpPr>
          <p:sp>
            <p:nvSpPr>
              <p:cNvPr id="936" name="Freeform 935">
                <a:extLst>
                  <a:ext uri="{FF2B5EF4-FFF2-40B4-BE49-F238E27FC236}">
                    <a16:creationId xmlns:a16="http://schemas.microsoft.com/office/drawing/2014/main" id="{A6B26209-5A79-9B49-9A4A-3D3FDEBD6B5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7" name="Freeform 936">
                <a:extLst>
                  <a:ext uri="{FF2B5EF4-FFF2-40B4-BE49-F238E27FC236}">
                    <a16:creationId xmlns:a16="http://schemas.microsoft.com/office/drawing/2014/main" id="{5ABE6455-D1B0-6049-AB8E-5B81D3C447D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8" name="Freeform 937">
                <a:extLst>
                  <a:ext uri="{FF2B5EF4-FFF2-40B4-BE49-F238E27FC236}">
                    <a16:creationId xmlns:a16="http://schemas.microsoft.com/office/drawing/2014/main" id="{C314A57D-E8A9-DA4B-9456-521A28BDBB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9" name="Freeform 938">
                <a:extLst>
                  <a:ext uri="{FF2B5EF4-FFF2-40B4-BE49-F238E27FC236}">
                    <a16:creationId xmlns:a16="http://schemas.microsoft.com/office/drawing/2014/main" id="{88E5CA8C-8B97-3347-8938-C5B63B3D849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1" name="Group 870">
            <a:extLst>
              <a:ext uri="{FF2B5EF4-FFF2-40B4-BE49-F238E27FC236}">
                <a16:creationId xmlns:a16="http://schemas.microsoft.com/office/drawing/2014/main" id="{EBB68360-CFEF-9545-B290-C95BF47B5ABD}"/>
              </a:ext>
            </a:extLst>
          </p:cNvPr>
          <p:cNvGrpSpPr/>
          <p:nvPr/>
        </p:nvGrpSpPr>
        <p:grpSpPr>
          <a:xfrm>
            <a:off x="4220281" y="4826836"/>
            <a:ext cx="541338" cy="223023"/>
            <a:chOff x="7493876" y="2774731"/>
            <a:chExt cx="1481958" cy="894622"/>
          </a:xfrm>
        </p:grpSpPr>
        <p:sp>
          <p:nvSpPr>
            <p:cNvPr id="912" name="Freeform 911">
              <a:extLst>
                <a:ext uri="{FF2B5EF4-FFF2-40B4-BE49-F238E27FC236}">
                  <a16:creationId xmlns:a16="http://schemas.microsoft.com/office/drawing/2014/main" id="{C31E65F7-C8D0-2148-AE16-6639E37F6C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13" name="Oval 912">
              <a:extLst>
                <a:ext uri="{FF2B5EF4-FFF2-40B4-BE49-F238E27FC236}">
                  <a16:creationId xmlns:a16="http://schemas.microsoft.com/office/drawing/2014/main" id="{24C01524-664D-0B42-A170-7AA7DFCD481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14" name="Group 913">
              <a:extLst>
                <a:ext uri="{FF2B5EF4-FFF2-40B4-BE49-F238E27FC236}">
                  <a16:creationId xmlns:a16="http://schemas.microsoft.com/office/drawing/2014/main" id="{69D00E7B-FD92-574B-9D44-DD864E2B55BA}"/>
                </a:ext>
              </a:extLst>
            </p:cNvPr>
            <p:cNvGrpSpPr/>
            <p:nvPr/>
          </p:nvGrpSpPr>
          <p:grpSpPr>
            <a:xfrm>
              <a:off x="7713663" y="2848339"/>
              <a:ext cx="1042107" cy="425543"/>
              <a:chOff x="7786941" y="2884917"/>
              <a:chExt cx="897649" cy="353919"/>
            </a:xfrm>
          </p:grpSpPr>
          <p:sp>
            <p:nvSpPr>
              <p:cNvPr id="915" name="Freeform 914">
                <a:extLst>
                  <a:ext uri="{FF2B5EF4-FFF2-40B4-BE49-F238E27FC236}">
                    <a16:creationId xmlns:a16="http://schemas.microsoft.com/office/drawing/2014/main" id="{98518A8B-3C13-A346-87DA-94216CD9FC3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6" name="Freeform 915">
                <a:extLst>
                  <a:ext uri="{FF2B5EF4-FFF2-40B4-BE49-F238E27FC236}">
                    <a16:creationId xmlns:a16="http://schemas.microsoft.com/office/drawing/2014/main" id="{C4C44228-65B5-564C-B1D9-63A0904BA48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7" name="Freeform 916">
                <a:extLst>
                  <a:ext uri="{FF2B5EF4-FFF2-40B4-BE49-F238E27FC236}">
                    <a16:creationId xmlns:a16="http://schemas.microsoft.com/office/drawing/2014/main" id="{B5DCAEA1-0E67-2B47-8939-3B96B10806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8" name="Freeform 917">
                <a:extLst>
                  <a:ext uri="{FF2B5EF4-FFF2-40B4-BE49-F238E27FC236}">
                    <a16:creationId xmlns:a16="http://schemas.microsoft.com/office/drawing/2014/main" id="{0BF12852-261D-6142-8DC4-CA6078C2CEE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3" name="Group 872">
            <a:extLst>
              <a:ext uri="{FF2B5EF4-FFF2-40B4-BE49-F238E27FC236}">
                <a16:creationId xmlns:a16="http://schemas.microsoft.com/office/drawing/2014/main" id="{C54AB713-5B88-EF45-B0D1-C4B00F726693}"/>
              </a:ext>
            </a:extLst>
          </p:cNvPr>
          <p:cNvGrpSpPr/>
          <p:nvPr/>
        </p:nvGrpSpPr>
        <p:grpSpPr>
          <a:xfrm>
            <a:off x="3740086" y="4631455"/>
            <a:ext cx="541338" cy="223023"/>
            <a:chOff x="7493876" y="2774731"/>
            <a:chExt cx="1481958" cy="894622"/>
          </a:xfrm>
        </p:grpSpPr>
        <p:sp>
          <p:nvSpPr>
            <p:cNvPr id="898" name="Freeform 897">
              <a:extLst>
                <a:ext uri="{FF2B5EF4-FFF2-40B4-BE49-F238E27FC236}">
                  <a16:creationId xmlns:a16="http://schemas.microsoft.com/office/drawing/2014/main" id="{DFDAEE8A-153F-F148-ACED-DCB6523146D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99" name="Oval 898">
              <a:extLst>
                <a:ext uri="{FF2B5EF4-FFF2-40B4-BE49-F238E27FC236}">
                  <a16:creationId xmlns:a16="http://schemas.microsoft.com/office/drawing/2014/main" id="{12E9968E-6A5D-1D49-87AD-9360D941AF5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00" name="Group 899">
              <a:extLst>
                <a:ext uri="{FF2B5EF4-FFF2-40B4-BE49-F238E27FC236}">
                  <a16:creationId xmlns:a16="http://schemas.microsoft.com/office/drawing/2014/main" id="{C96DB30C-CB79-ED4D-990A-79FB83582D7D}"/>
                </a:ext>
              </a:extLst>
            </p:cNvPr>
            <p:cNvGrpSpPr/>
            <p:nvPr/>
          </p:nvGrpSpPr>
          <p:grpSpPr>
            <a:xfrm>
              <a:off x="7713663" y="2848339"/>
              <a:ext cx="1042107" cy="425543"/>
              <a:chOff x="7786941" y="2884917"/>
              <a:chExt cx="897649" cy="353919"/>
            </a:xfrm>
          </p:grpSpPr>
          <p:sp>
            <p:nvSpPr>
              <p:cNvPr id="901" name="Freeform 900">
                <a:extLst>
                  <a:ext uri="{FF2B5EF4-FFF2-40B4-BE49-F238E27FC236}">
                    <a16:creationId xmlns:a16="http://schemas.microsoft.com/office/drawing/2014/main" id="{2A2BB217-A5F6-F142-B4CF-398F9DAFFC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2" name="Freeform 901">
                <a:extLst>
                  <a:ext uri="{FF2B5EF4-FFF2-40B4-BE49-F238E27FC236}">
                    <a16:creationId xmlns:a16="http://schemas.microsoft.com/office/drawing/2014/main" id="{098B3B92-C926-1C43-A24C-B12286D8230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3" name="Freeform 902">
                <a:extLst>
                  <a:ext uri="{FF2B5EF4-FFF2-40B4-BE49-F238E27FC236}">
                    <a16:creationId xmlns:a16="http://schemas.microsoft.com/office/drawing/2014/main" id="{7A699073-99D7-F145-AF5D-6000D9E7893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4" name="Freeform 903">
                <a:extLst>
                  <a:ext uri="{FF2B5EF4-FFF2-40B4-BE49-F238E27FC236}">
                    <a16:creationId xmlns:a16="http://schemas.microsoft.com/office/drawing/2014/main" id="{9DF6CA8B-C8D2-0649-92B0-D39407735BD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4" name="Group 873">
            <a:extLst>
              <a:ext uri="{FF2B5EF4-FFF2-40B4-BE49-F238E27FC236}">
                <a16:creationId xmlns:a16="http://schemas.microsoft.com/office/drawing/2014/main" id="{BB4F8064-75E6-4148-A080-7FE6F41A0BDD}"/>
              </a:ext>
            </a:extLst>
          </p:cNvPr>
          <p:cNvGrpSpPr/>
          <p:nvPr/>
        </p:nvGrpSpPr>
        <p:grpSpPr>
          <a:xfrm>
            <a:off x="3500746" y="4902845"/>
            <a:ext cx="541338" cy="223023"/>
            <a:chOff x="7493876" y="2774731"/>
            <a:chExt cx="1481958" cy="894622"/>
          </a:xfrm>
        </p:grpSpPr>
        <p:sp>
          <p:nvSpPr>
            <p:cNvPr id="891" name="Freeform 890">
              <a:extLst>
                <a:ext uri="{FF2B5EF4-FFF2-40B4-BE49-F238E27FC236}">
                  <a16:creationId xmlns:a16="http://schemas.microsoft.com/office/drawing/2014/main" id="{3450A9CF-C953-C045-9C98-C67E566E1D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92" name="Oval 891">
              <a:extLst>
                <a:ext uri="{FF2B5EF4-FFF2-40B4-BE49-F238E27FC236}">
                  <a16:creationId xmlns:a16="http://schemas.microsoft.com/office/drawing/2014/main" id="{1C10C7D2-78B6-5244-AEDC-999C61D0E17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93" name="Group 892">
              <a:extLst>
                <a:ext uri="{FF2B5EF4-FFF2-40B4-BE49-F238E27FC236}">
                  <a16:creationId xmlns:a16="http://schemas.microsoft.com/office/drawing/2014/main" id="{C348A6F0-8B18-E549-942A-B4BA0E4351C2}"/>
                </a:ext>
              </a:extLst>
            </p:cNvPr>
            <p:cNvGrpSpPr/>
            <p:nvPr/>
          </p:nvGrpSpPr>
          <p:grpSpPr>
            <a:xfrm>
              <a:off x="7713663" y="2848339"/>
              <a:ext cx="1042107" cy="425543"/>
              <a:chOff x="7786941" y="2884917"/>
              <a:chExt cx="897649" cy="353919"/>
            </a:xfrm>
          </p:grpSpPr>
          <p:sp>
            <p:nvSpPr>
              <p:cNvPr id="894" name="Freeform 893">
                <a:extLst>
                  <a:ext uri="{FF2B5EF4-FFF2-40B4-BE49-F238E27FC236}">
                    <a16:creationId xmlns:a16="http://schemas.microsoft.com/office/drawing/2014/main" id="{50BF416E-5E10-9E42-BF67-C438CBDE37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5" name="Freeform 894">
                <a:extLst>
                  <a:ext uri="{FF2B5EF4-FFF2-40B4-BE49-F238E27FC236}">
                    <a16:creationId xmlns:a16="http://schemas.microsoft.com/office/drawing/2014/main" id="{301F7374-9853-7146-9A47-25C0E033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6" name="Freeform 895">
                <a:extLst>
                  <a:ext uri="{FF2B5EF4-FFF2-40B4-BE49-F238E27FC236}">
                    <a16:creationId xmlns:a16="http://schemas.microsoft.com/office/drawing/2014/main" id="{0164ECE1-B718-B34A-8EDE-D4D0DB3D0D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7" name="Freeform 896">
                <a:extLst>
                  <a:ext uri="{FF2B5EF4-FFF2-40B4-BE49-F238E27FC236}">
                    <a16:creationId xmlns:a16="http://schemas.microsoft.com/office/drawing/2014/main" id="{C96E24B3-51EE-4841-AC48-02977D922FE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5" name="Group 874">
            <a:extLst>
              <a:ext uri="{FF2B5EF4-FFF2-40B4-BE49-F238E27FC236}">
                <a16:creationId xmlns:a16="http://schemas.microsoft.com/office/drawing/2014/main" id="{A27592D6-B4A5-A942-80A1-4D78584A3729}"/>
              </a:ext>
            </a:extLst>
          </p:cNvPr>
          <p:cNvGrpSpPr/>
          <p:nvPr/>
        </p:nvGrpSpPr>
        <p:grpSpPr>
          <a:xfrm>
            <a:off x="2989969" y="5089246"/>
            <a:ext cx="541338" cy="223023"/>
            <a:chOff x="7493876" y="2774731"/>
            <a:chExt cx="1481958" cy="894622"/>
          </a:xfrm>
        </p:grpSpPr>
        <p:sp>
          <p:nvSpPr>
            <p:cNvPr id="884" name="Freeform 883">
              <a:extLst>
                <a:ext uri="{FF2B5EF4-FFF2-40B4-BE49-F238E27FC236}">
                  <a16:creationId xmlns:a16="http://schemas.microsoft.com/office/drawing/2014/main" id="{4392C382-3B33-664B-9F30-2368CB74357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85" name="Oval 884">
              <a:extLst>
                <a:ext uri="{FF2B5EF4-FFF2-40B4-BE49-F238E27FC236}">
                  <a16:creationId xmlns:a16="http://schemas.microsoft.com/office/drawing/2014/main" id="{E90301FC-FA81-3446-843A-1157E8F0D1A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86" name="Group 885">
              <a:extLst>
                <a:ext uri="{FF2B5EF4-FFF2-40B4-BE49-F238E27FC236}">
                  <a16:creationId xmlns:a16="http://schemas.microsoft.com/office/drawing/2014/main" id="{8F48D118-A375-7442-B7A1-D3B3C92259BF}"/>
                </a:ext>
              </a:extLst>
            </p:cNvPr>
            <p:cNvGrpSpPr/>
            <p:nvPr/>
          </p:nvGrpSpPr>
          <p:grpSpPr>
            <a:xfrm>
              <a:off x="7713663" y="2848339"/>
              <a:ext cx="1042107" cy="425543"/>
              <a:chOff x="7786941" y="2884917"/>
              <a:chExt cx="897649" cy="353919"/>
            </a:xfrm>
          </p:grpSpPr>
          <p:sp>
            <p:nvSpPr>
              <p:cNvPr id="887" name="Freeform 886">
                <a:extLst>
                  <a:ext uri="{FF2B5EF4-FFF2-40B4-BE49-F238E27FC236}">
                    <a16:creationId xmlns:a16="http://schemas.microsoft.com/office/drawing/2014/main" id="{E429E113-061A-8D4E-A711-8433BE2D779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8" name="Freeform 887">
                <a:extLst>
                  <a:ext uri="{FF2B5EF4-FFF2-40B4-BE49-F238E27FC236}">
                    <a16:creationId xmlns:a16="http://schemas.microsoft.com/office/drawing/2014/main" id="{E0359472-260A-464A-8A61-1822736A767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9" name="Freeform 888">
                <a:extLst>
                  <a:ext uri="{FF2B5EF4-FFF2-40B4-BE49-F238E27FC236}">
                    <a16:creationId xmlns:a16="http://schemas.microsoft.com/office/drawing/2014/main" id="{B379B8F8-0A7B-E648-8635-FC0E2853619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0" name="Freeform 889">
                <a:extLst>
                  <a:ext uri="{FF2B5EF4-FFF2-40B4-BE49-F238E27FC236}">
                    <a16:creationId xmlns:a16="http://schemas.microsoft.com/office/drawing/2014/main" id="{F43281EA-3AA2-6846-BFA5-C6871369B73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6" name="Group 875">
            <a:extLst>
              <a:ext uri="{FF2B5EF4-FFF2-40B4-BE49-F238E27FC236}">
                <a16:creationId xmlns:a16="http://schemas.microsoft.com/office/drawing/2014/main" id="{77B1D9FD-DA0A-6F46-AF57-F32DAF022A6D}"/>
              </a:ext>
            </a:extLst>
          </p:cNvPr>
          <p:cNvGrpSpPr/>
          <p:nvPr/>
        </p:nvGrpSpPr>
        <p:grpSpPr>
          <a:xfrm>
            <a:off x="4023882" y="5178456"/>
            <a:ext cx="541338" cy="223023"/>
            <a:chOff x="7493876" y="2774731"/>
            <a:chExt cx="1481958" cy="894622"/>
          </a:xfrm>
        </p:grpSpPr>
        <p:sp>
          <p:nvSpPr>
            <p:cNvPr id="877" name="Freeform 876">
              <a:extLst>
                <a:ext uri="{FF2B5EF4-FFF2-40B4-BE49-F238E27FC236}">
                  <a16:creationId xmlns:a16="http://schemas.microsoft.com/office/drawing/2014/main" id="{38DD07A8-F151-D74A-B9B0-150EF89A609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78" name="Oval 877">
              <a:extLst>
                <a:ext uri="{FF2B5EF4-FFF2-40B4-BE49-F238E27FC236}">
                  <a16:creationId xmlns:a16="http://schemas.microsoft.com/office/drawing/2014/main" id="{CE2FED6D-7123-A44C-A27D-AC4E5E5A7A1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79" name="Group 878">
              <a:extLst>
                <a:ext uri="{FF2B5EF4-FFF2-40B4-BE49-F238E27FC236}">
                  <a16:creationId xmlns:a16="http://schemas.microsoft.com/office/drawing/2014/main" id="{AF4FC758-360F-9143-BBCE-5314F170B3C9}"/>
                </a:ext>
              </a:extLst>
            </p:cNvPr>
            <p:cNvGrpSpPr/>
            <p:nvPr/>
          </p:nvGrpSpPr>
          <p:grpSpPr>
            <a:xfrm>
              <a:off x="7713663" y="2848339"/>
              <a:ext cx="1042107" cy="425543"/>
              <a:chOff x="7786941" y="2884917"/>
              <a:chExt cx="897649" cy="353919"/>
            </a:xfrm>
          </p:grpSpPr>
          <p:sp>
            <p:nvSpPr>
              <p:cNvPr id="880" name="Freeform 879">
                <a:extLst>
                  <a:ext uri="{FF2B5EF4-FFF2-40B4-BE49-F238E27FC236}">
                    <a16:creationId xmlns:a16="http://schemas.microsoft.com/office/drawing/2014/main" id="{15710929-DD09-6847-973F-95DA58E5CDE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1" name="Freeform 880">
                <a:extLst>
                  <a:ext uri="{FF2B5EF4-FFF2-40B4-BE49-F238E27FC236}">
                    <a16:creationId xmlns:a16="http://schemas.microsoft.com/office/drawing/2014/main" id="{6BF30287-E1A0-3044-AA63-03344380454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2" name="Freeform 881">
                <a:extLst>
                  <a:ext uri="{FF2B5EF4-FFF2-40B4-BE49-F238E27FC236}">
                    <a16:creationId xmlns:a16="http://schemas.microsoft.com/office/drawing/2014/main" id="{7CBC1677-B55C-7446-B5B2-60FEAAD50D2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3" name="Freeform 882">
                <a:extLst>
                  <a:ext uri="{FF2B5EF4-FFF2-40B4-BE49-F238E27FC236}">
                    <a16:creationId xmlns:a16="http://schemas.microsoft.com/office/drawing/2014/main" id="{2689907A-654D-7246-93EC-6F1DEB7F9B7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25267" y="336191"/>
            <a:ext cx="10515600" cy="894622"/>
          </a:xfrm>
        </p:spPr>
        <p:txBody>
          <a:bodyPr>
            <a:normAutofit/>
          </a:bodyPr>
          <a:lstStyle/>
          <a:p>
            <a:r>
              <a:rPr lang="en-US" altLang="en-US">
                <a:ea typeface="ＭＳ Ｐゴシック" panose="020B0600070205080204" pitchFamily="34" charset="-128"/>
              </a:rPr>
              <a:t>Internet structure: a “network of networks”</a:t>
            </a:r>
            <a:endParaRPr lang="en-US"/>
          </a:p>
        </p:txBody>
      </p:sp>
      <p:grpSp>
        <p:nvGrpSpPr>
          <p:cNvPr id="9" name="Group 2">
            <a:extLst>
              <a:ext uri="{FF2B5EF4-FFF2-40B4-BE49-F238E27FC236}">
                <a16:creationId xmlns:a16="http://schemas.microsoft.com/office/drawing/2014/main" id="{30BB6B1D-0B22-BA43-AA01-2EC5643695A5}"/>
              </a:ext>
            </a:extLst>
          </p:cNvPr>
          <p:cNvGrpSpPr>
            <a:grpSpLocks/>
          </p:cNvGrpSpPr>
          <p:nvPr/>
        </p:nvGrpSpPr>
        <p:grpSpPr bwMode="auto">
          <a:xfrm>
            <a:off x="2994584" y="2310458"/>
            <a:ext cx="648509" cy="418221"/>
            <a:chOff x="3053396" y="4304255"/>
            <a:chExt cx="648422" cy="418253"/>
          </a:xfrm>
        </p:grpSpPr>
        <p:sp>
          <p:nvSpPr>
            <p:cNvPr id="61" name="Freeform 84">
              <a:extLst>
                <a:ext uri="{FF2B5EF4-FFF2-40B4-BE49-F238E27FC236}">
                  <a16:creationId xmlns:a16="http://schemas.microsoft.com/office/drawing/2014/main" id="{B60A3DA3-256B-8E43-9575-8F1327BC53F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Box 1">
              <a:extLst>
                <a:ext uri="{FF2B5EF4-FFF2-40B4-BE49-F238E27FC236}">
                  <a16:creationId xmlns:a16="http://schemas.microsoft.com/office/drawing/2014/main" id="{F1EBE77F-A331-1B49-AD54-E7C5C36B2A4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1" name="Group 135">
            <a:extLst>
              <a:ext uri="{FF2B5EF4-FFF2-40B4-BE49-F238E27FC236}">
                <a16:creationId xmlns:a16="http://schemas.microsoft.com/office/drawing/2014/main" id="{0041D52F-4091-A944-8003-ED442384CB16}"/>
              </a:ext>
            </a:extLst>
          </p:cNvPr>
          <p:cNvGrpSpPr>
            <a:grpSpLocks/>
          </p:cNvGrpSpPr>
          <p:nvPr/>
        </p:nvGrpSpPr>
        <p:grpSpPr bwMode="auto">
          <a:xfrm>
            <a:off x="7503691" y="2564438"/>
            <a:ext cx="648509" cy="418221"/>
            <a:chOff x="3053396" y="4304255"/>
            <a:chExt cx="648422" cy="418253"/>
          </a:xfrm>
        </p:grpSpPr>
        <p:sp>
          <p:nvSpPr>
            <p:cNvPr id="57" name="Freeform 84">
              <a:extLst>
                <a:ext uri="{FF2B5EF4-FFF2-40B4-BE49-F238E27FC236}">
                  <a16:creationId xmlns:a16="http://schemas.microsoft.com/office/drawing/2014/main" id="{078145B8-5D76-7B44-95E4-711130D9707F}"/>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Box 137">
              <a:extLst>
                <a:ext uri="{FF2B5EF4-FFF2-40B4-BE49-F238E27FC236}">
                  <a16:creationId xmlns:a16="http://schemas.microsoft.com/office/drawing/2014/main" id="{5CA3BADE-216F-2843-9D81-CE5E9D20BE8D}"/>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2" name="Group 138">
            <a:extLst>
              <a:ext uri="{FF2B5EF4-FFF2-40B4-BE49-F238E27FC236}">
                <a16:creationId xmlns:a16="http://schemas.microsoft.com/office/drawing/2014/main" id="{F1C6BD9A-0B39-B244-94E8-678C50D1ECD9}"/>
              </a:ext>
            </a:extLst>
          </p:cNvPr>
          <p:cNvGrpSpPr>
            <a:grpSpLocks/>
          </p:cNvGrpSpPr>
          <p:nvPr/>
        </p:nvGrpSpPr>
        <p:grpSpPr bwMode="auto">
          <a:xfrm>
            <a:off x="2410305" y="5421718"/>
            <a:ext cx="648509" cy="418221"/>
            <a:chOff x="3053396" y="4304255"/>
            <a:chExt cx="648422" cy="418253"/>
          </a:xfrm>
        </p:grpSpPr>
        <p:sp>
          <p:nvSpPr>
            <p:cNvPr id="55" name="Freeform 84">
              <a:extLst>
                <a:ext uri="{FF2B5EF4-FFF2-40B4-BE49-F238E27FC236}">
                  <a16:creationId xmlns:a16="http://schemas.microsoft.com/office/drawing/2014/main" id="{7E729DEF-3587-F14B-AE03-C52CF3B0162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Box 140">
              <a:extLst>
                <a:ext uri="{FF2B5EF4-FFF2-40B4-BE49-F238E27FC236}">
                  <a16:creationId xmlns:a16="http://schemas.microsoft.com/office/drawing/2014/main" id="{DA418C0A-2209-A942-A859-5ECE8083B05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3" name="Group 141">
            <a:extLst>
              <a:ext uri="{FF2B5EF4-FFF2-40B4-BE49-F238E27FC236}">
                <a16:creationId xmlns:a16="http://schemas.microsoft.com/office/drawing/2014/main" id="{F1A8927C-3AF4-D742-848C-35E15D25BFB5}"/>
              </a:ext>
            </a:extLst>
          </p:cNvPr>
          <p:cNvGrpSpPr>
            <a:grpSpLocks/>
          </p:cNvGrpSpPr>
          <p:nvPr/>
        </p:nvGrpSpPr>
        <p:grpSpPr bwMode="auto">
          <a:xfrm>
            <a:off x="1991149" y="4799466"/>
            <a:ext cx="648509" cy="418221"/>
            <a:chOff x="3053396" y="4304255"/>
            <a:chExt cx="648422" cy="418253"/>
          </a:xfrm>
        </p:grpSpPr>
        <p:sp>
          <p:nvSpPr>
            <p:cNvPr id="53" name="Freeform 84">
              <a:extLst>
                <a:ext uri="{FF2B5EF4-FFF2-40B4-BE49-F238E27FC236}">
                  <a16:creationId xmlns:a16="http://schemas.microsoft.com/office/drawing/2014/main" id="{E8F8A0DF-7843-7E4A-8EBF-A24CA907C109}"/>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Box 143">
              <a:extLst>
                <a:ext uri="{FF2B5EF4-FFF2-40B4-BE49-F238E27FC236}">
                  <a16:creationId xmlns:a16="http://schemas.microsoft.com/office/drawing/2014/main" id="{D97DC0BC-584A-AC4F-835D-B981DD67CCF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4" name="Group 144">
            <a:extLst>
              <a:ext uri="{FF2B5EF4-FFF2-40B4-BE49-F238E27FC236}">
                <a16:creationId xmlns:a16="http://schemas.microsoft.com/office/drawing/2014/main" id="{937AB14A-1B92-0C4D-9DB7-3A65A35F708F}"/>
              </a:ext>
            </a:extLst>
          </p:cNvPr>
          <p:cNvGrpSpPr>
            <a:grpSpLocks/>
          </p:cNvGrpSpPr>
          <p:nvPr/>
        </p:nvGrpSpPr>
        <p:grpSpPr bwMode="auto">
          <a:xfrm>
            <a:off x="1762518" y="4139117"/>
            <a:ext cx="648509" cy="418221"/>
            <a:chOff x="3053396" y="4304255"/>
            <a:chExt cx="648422" cy="418253"/>
          </a:xfrm>
        </p:grpSpPr>
        <p:sp>
          <p:nvSpPr>
            <p:cNvPr id="51" name="Freeform 84">
              <a:extLst>
                <a:ext uri="{FF2B5EF4-FFF2-40B4-BE49-F238E27FC236}">
                  <a16:creationId xmlns:a16="http://schemas.microsoft.com/office/drawing/2014/main" id="{72BD96B2-8C8B-A34A-A0B1-8A56E080B3EB}"/>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Box 146">
              <a:extLst>
                <a:ext uri="{FF2B5EF4-FFF2-40B4-BE49-F238E27FC236}">
                  <a16:creationId xmlns:a16="http://schemas.microsoft.com/office/drawing/2014/main" id="{2E687D8E-E3CE-F949-BB94-C8F32F433905}"/>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5" name="Group 147">
            <a:extLst>
              <a:ext uri="{FF2B5EF4-FFF2-40B4-BE49-F238E27FC236}">
                <a16:creationId xmlns:a16="http://schemas.microsoft.com/office/drawing/2014/main" id="{417DAC5F-2573-4743-9127-36524340FED9}"/>
              </a:ext>
            </a:extLst>
          </p:cNvPr>
          <p:cNvGrpSpPr>
            <a:grpSpLocks/>
          </p:cNvGrpSpPr>
          <p:nvPr/>
        </p:nvGrpSpPr>
        <p:grpSpPr bwMode="auto">
          <a:xfrm>
            <a:off x="8253092" y="2996205"/>
            <a:ext cx="648509" cy="418221"/>
            <a:chOff x="3053396" y="4304255"/>
            <a:chExt cx="648422" cy="418253"/>
          </a:xfrm>
        </p:grpSpPr>
        <p:sp>
          <p:nvSpPr>
            <p:cNvPr id="49" name="Freeform 84">
              <a:extLst>
                <a:ext uri="{FF2B5EF4-FFF2-40B4-BE49-F238E27FC236}">
                  <a16:creationId xmlns:a16="http://schemas.microsoft.com/office/drawing/2014/main" id="{E9F7E8C6-F700-614F-9F9F-0A88C85D70E9}"/>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Box 149">
              <a:extLst>
                <a:ext uri="{FF2B5EF4-FFF2-40B4-BE49-F238E27FC236}">
                  <a16:creationId xmlns:a16="http://schemas.microsoft.com/office/drawing/2014/main" id="{59E18F13-5C5C-4049-B258-FAF65F9B26B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6" name="Group 150">
            <a:extLst>
              <a:ext uri="{FF2B5EF4-FFF2-40B4-BE49-F238E27FC236}">
                <a16:creationId xmlns:a16="http://schemas.microsoft.com/office/drawing/2014/main" id="{B1724044-B1C6-934B-8868-30D0FD03826E}"/>
              </a:ext>
            </a:extLst>
          </p:cNvPr>
          <p:cNvGrpSpPr>
            <a:grpSpLocks/>
          </p:cNvGrpSpPr>
          <p:nvPr/>
        </p:nvGrpSpPr>
        <p:grpSpPr bwMode="auto">
          <a:xfrm>
            <a:off x="4595000" y="2069176"/>
            <a:ext cx="648509" cy="418221"/>
            <a:chOff x="3053396" y="4304255"/>
            <a:chExt cx="648422" cy="418253"/>
          </a:xfrm>
        </p:grpSpPr>
        <p:sp>
          <p:nvSpPr>
            <p:cNvPr id="47" name="Freeform 84">
              <a:extLst>
                <a:ext uri="{FF2B5EF4-FFF2-40B4-BE49-F238E27FC236}">
                  <a16:creationId xmlns:a16="http://schemas.microsoft.com/office/drawing/2014/main" id="{44CA58B7-16C9-C241-8F79-C6964EA2BAE7}"/>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Box 152">
              <a:extLst>
                <a:ext uri="{FF2B5EF4-FFF2-40B4-BE49-F238E27FC236}">
                  <a16:creationId xmlns:a16="http://schemas.microsoft.com/office/drawing/2014/main" id="{766583C3-B9DB-094A-A09E-A4BC2FBDE89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8" name="Group 156">
            <a:extLst>
              <a:ext uri="{FF2B5EF4-FFF2-40B4-BE49-F238E27FC236}">
                <a16:creationId xmlns:a16="http://schemas.microsoft.com/office/drawing/2014/main" id="{DE67CACE-BA9C-4F49-9CCC-2A95DDABF7BC}"/>
              </a:ext>
            </a:extLst>
          </p:cNvPr>
          <p:cNvGrpSpPr>
            <a:grpSpLocks/>
          </p:cNvGrpSpPr>
          <p:nvPr/>
        </p:nvGrpSpPr>
        <p:grpSpPr bwMode="auto">
          <a:xfrm>
            <a:off x="5509523" y="2043778"/>
            <a:ext cx="648509" cy="418221"/>
            <a:chOff x="3053396" y="4304255"/>
            <a:chExt cx="648422" cy="418253"/>
          </a:xfrm>
        </p:grpSpPr>
        <p:sp>
          <p:nvSpPr>
            <p:cNvPr id="43" name="Freeform 84">
              <a:extLst>
                <a:ext uri="{FF2B5EF4-FFF2-40B4-BE49-F238E27FC236}">
                  <a16:creationId xmlns:a16="http://schemas.microsoft.com/office/drawing/2014/main" id="{8AD1749B-4C4E-DE45-96BC-98F1585D4D9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Box 158">
              <a:extLst>
                <a:ext uri="{FF2B5EF4-FFF2-40B4-BE49-F238E27FC236}">
                  <a16:creationId xmlns:a16="http://schemas.microsoft.com/office/drawing/2014/main" id="{0ADF884B-3F6F-8145-B641-9A429A34A181}"/>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9" name="Group 160">
            <a:extLst>
              <a:ext uri="{FF2B5EF4-FFF2-40B4-BE49-F238E27FC236}">
                <a16:creationId xmlns:a16="http://schemas.microsoft.com/office/drawing/2014/main" id="{CF0A8E3D-09B1-214E-99FD-B5570442C39E}"/>
              </a:ext>
            </a:extLst>
          </p:cNvPr>
          <p:cNvGrpSpPr>
            <a:grpSpLocks/>
          </p:cNvGrpSpPr>
          <p:nvPr/>
        </p:nvGrpSpPr>
        <p:grpSpPr bwMode="auto">
          <a:xfrm>
            <a:off x="8570635" y="5675699"/>
            <a:ext cx="648509" cy="418221"/>
            <a:chOff x="3053396" y="4304255"/>
            <a:chExt cx="648422" cy="418253"/>
          </a:xfrm>
        </p:grpSpPr>
        <p:sp>
          <p:nvSpPr>
            <p:cNvPr id="41" name="Freeform 84">
              <a:extLst>
                <a:ext uri="{FF2B5EF4-FFF2-40B4-BE49-F238E27FC236}">
                  <a16:creationId xmlns:a16="http://schemas.microsoft.com/office/drawing/2014/main" id="{EDDB4269-F7AA-7240-B093-B37270418A6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Box 162">
              <a:extLst>
                <a:ext uri="{FF2B5EF4-FFF2-40B4-BE49-F238E27FC236}">
                  <a16:creationId xmlns:a16="http://schemas.microsoft.com/office/drawing/2014/main" id="{0403D7D4-9E2C-F94E-924D-8574777C74EB}"/>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0" name="Group 163">
            <a:extLst>
              <a:ext uri="{FF2B5EF4-FFF2-40B4-BE49-F238E27FC236}">
                <a16:creationId xmlns:a16="http://schemas.microsoft.com/office/drawing/2014/main" id="{4FD3E459-AF79-0B45-B5D3-3CA1740A2701}"/>
              </a:ext>
            </a:extLst>
          </p:cNvPr>
          <p:cNvGrpSpPr>
            <a:grpSpLocks/>
          </p:cNvGrpSpPr>
          <p:nvPr/>
        </p:nvGrpSpPr>
        <p:grpSpPr bwMode="auto">
          <a:xfrm>
            <a:off x="9408948" y="5028049"/>
            <a:ext cx="648509" cy="418221"/>
            <a:chOff x="3053396" y="4304255"/>
            <a:chExt cx="648422" cy="418253"/>
          </a:xfrm>
        </p:grpSpPr>
        <p:sp>
          <p:nvSpPr>
            <p:cNvPr id="39" name="Freeform 84">
              <a:extLst>
                <a:ext uri="{FF2B5EF4-FFF2-40B4-BE49-F238E27FC236}">
                  <a16:creationId xmlns:a16="http://schemas.microsoft.com/office/drawing/2014/main" id="{3CAEF347-FE90-E949-A631-0171A060E05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Box 165">
              <a:extLst>
                <a:ext uri="{FF2B5EF4-FFF2-40B4-BE49-F238E27FC236}">
                  <a16:creationId xmlns:a16="http://schemas.microsoft.com/office/drawing/2014/main" id="{0B914A90-A394-6F45-B155-CCE12CEFEC5E}"/>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1" name="Group 166">
            <a:extLst>
              <a:ext uri="{FF2B5EF4-FFF2-40B4-BE49-F238E27FC236}">
                <a16:creationId xmlns:a16="http://schemas.microsoft.com/office/drawing/2014/main" id="{5FECB796-EB1A-6941-942C-2C77B9305400}"/>
              </a:ext>
            </a:extLst>
          </p:cNvPr>
          <p:cNvGrpSpPr>
            <a:grpSpLocks/>
          </p:cNvGrpSpPr>
          <p:nvPr/>
        </p:nvGrpSpPr>
        <p:grpSpPr bwMode="auto">
          <a:xfrm>
            <a:off x="9180317" y="4113719"/>
            <a:ext cx="648509" cy="418221"/>
            <a:chOff x="3053396" y="4304255"/>
            <a:chExt cx="648422" cy="418253"/>
          </a:xfrm>
        </p:grpSpPr>
        <p:sp>
          <p:nvSpPr>
            <p:cNvPr id="37" name="Freeform 84">
              <a:extLst>
                <a:ext uri="{FF2B5EF4-FFF2-40B4-BE49-F238E27FC236}">
                  <a16:creationId xmlns:a16="http://schemas.microsoft.com/office/drawing/2014/main" id="{583D705A-27D6-7742-A076-4DD3D0002E48}"/>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Box 168">
              <a:extLst>
                <a:ext uri="{FF2B5EF4-FFF2-40B4-BE49-F238E27FC236}">
                  <a16:creationId xmlns:a16="http://schemas.microsoft.com/office/drawing/2014/main" id="{B52DEC78-1030-A54E-8A0F-BCB9B6D6B0B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sp>
        <p:nvSpPr>
          <p:cNvPr id="25" name="TextBox 4">
            <a:extLst>
              <a:ext uri="{FF2B5EF4-FFF2-40B4-BE49-F238E27FC236}">
                <a16:creationId xmlns:a16="http://schemas.microsoft.com/office/drawing/2014/main" id="{4EBE302E-6B07-964E-B474-2379BF38E56E}"/>
              </a:ext>
            </a:extLst>
          </p:cNvPr>
          <p:cNvSpPr txBox="1">
            <a:spLocks noChangeArrowheads="1"/>
          </p:cNvSpPr>
          <p:nvPr/>
        </p:nvSpPr>
        <p:spPr bwMode="auto">
          <a:xfrm rot="1053502">
            <a:off x="6609175" y="1968629"/>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6" name="TextBox 179">
            <a:extLst>
              <a:ext uri="{FF2B5EF4-FFF2-40B4-BE49-F238E27FC236}">
                <a16:creationId xmlns:a16="http://schemas.microsoft.com/office/drawing/2014/main" id="{5687370B-669A-6440-92DE-16AFFBA3FBDE}"/>
              </a:ext>
            </a:extLst>
          </p:cNvPr>
          <p:cNvSpPr txBox="1">
            <a:spLocks noChangeArrowheads="1"/>
          </p:cNvSpPr>
          <p:nvPr/>
        </p:nvSpPr>
        <p:spPr bwMode="auto">
          <a:xfrm rot="2829263">
            <a:off x="8895540" y="3441660"/>
            <a:ext cx="543697" cy="5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7" name="TextBox 180">
            <a:extLst>
              <a:ext uri="{FF2B5EF4-FFF2-40B4-BE49-F238E27FC236}">
                <a16:creationId xmlns:a16="http://schemas.microsoft.com/office/drawing/2014/main" id="{DDCB7942-CF63-0E41-965D-4990C91E38C2}"/>
              </a:ext>
            </a:extLst>
          </p:cNvPr>
          <p:cNvSpPr txBox="1">
            <a:spLocks noChangeArrowheads="1"/>
          </p:cNvSpPr>
          <p:nvPr/>
        </p:nvSpPr>
        <p:spPr bwMode="auto">
          <a:xfrm rot="9845918">
            <a:off x="7564044" y="5954634"/>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8" name="TextBox 181">
            <a:extLst>
              <a:ext uri="{FF2B5EF4-FFF2-40B4-BE49-F238E27FC236}">
                <a16:creationId xmlns:a16="http://schemas.microsoft.com/office/drawing/2014/main" id="{14DD3F3C-E274-2D4E-83D9-E679452E9927}"/>
              </a:ext>
            </a:extLst>
          </p:cNvPr>
          <p:cNvSpPr txBox="1">
            <a:spLocks noChangeArrowheads="1"/>
          </p:cNvSpPr>
          <p:nvPr/>
        </p:nvSpPr>
        <p:spPr bwMode="auto">
          <a:xfrm rot="11651262">
            <a:off x="3196001" y="5857999"/>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9" name="TextBox 182">
            <a:extLst>
              <a:ext uri="{FF2B5EF4-FFF2-40B4-BE49-F238E27FC236}">
                <a16:creationId xmlns:a16="http://schemas.microsoft.com/office/drawing/2014/main" id="{99FAE186-77C6-3F42-AB05-E0FF7C6CB0A1}"/>
              </a:ext>
            </a:extLst>
          </p:cNvPr>
          <p:cNvSpPr txBox="1">
            <a:spLocks noChangeArrowheads="1"/>
          </p:cNvSpPr>
          <p:nvPr/>
        </p:nvSpPr>
        <p:spPr bwMode="auto">
          <a:xfrm rot="16607303">
            <a:off x="1609690" y="3551677"/>
            <a:ext cx="543697" cy="5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30" name="TextBox 183">
            <a:extLst>
              <a:ext uri="{FF2B5EF4-FFF2-40B4-BE49-F238E27FC236}">
                <a16:creationId xmlns:a16="http://schemas.microsoft.com/office/drawing/2014/main" id="{1CE3A2E2-820D-D645-BBA3-0C3089DE6461}"/>
              </a:ext>
            </a:extLst>
          </p:cNvPr>
          <p:cNvSpPr txBox="1">
            <a:spLocks noChangeArrowheads="1"/>
          </p:cNvSpPr>
          <p:nvPr/>
        </p:nvSpPr>
        <p:spPr bwMode="auto">
          <a:xfrm rot="20582737">
            <a:off x="3795672" y="1918514"/>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802" name="Rectangle 3">
            <a:extLst>
              <a:ext uri="{FF2B5EF4-FFF2-40B4-BE49-F238E27FC236}">
                <a16:creationId xmlns:a16="http://schemas.microsoft.com/office/drawing/2014/main" id="{883B8B7C-52E4-7C4B-8F8D-C53D3AF05B50}"/>
              </a:ext>
            </a:extLst>
          </p:cNvPr>
          <p:cNvSpPr txBox="1">
            <a:spLocks noChangeArrowheads="1"/>
          </p:cNvSpPr>
          <p:nvPr/>
        </p:nvSpPr>
        <p:spPr bwMode="auto">
          <a:xfrm>
            <a:off x="1499042" y="1197749"/>
            <a:ext cx="972079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75000"/>
              <a:buFontTx/>
              <a:buNone/>
              <a:tabLst/>
              <a:defRPr/>
            </a:pPr>
            <a:r>
              <a:rPr kumimoji="0" lang="en-US" altLang="en-US" sz="2800" b="0" i="0" u="none" strike="noStrike" kern="1200" cap="none" spc="0" normalizeH="0" baseline="0" noProof="0">
                <a:ln>
                  <a:noFill/>
                </a:ln>
                <a:solidFill>
                  <a:prstClr val="black"/>
                </a:solidFill>
                <a:effectLst/>
                <a:uLnTx/>
                <a:uFillTx/>
                <a:latin typeface="Calibri" panose="020F0502020204030204" pitchFamily="34" charset="0"/>
                <a:ea typeface="ＭＳ Ｐゴシック" panose="020B0600070205080204" pitchFamily="34" charset="-128"/>
                <a:cs typeface="Calibri" panose="020F0502020204030204" pitchFamily="34" charset="0"/>
              </a:rPr>
              <a:t>… and regional networks may arise to connect access nets to ISPs </a:t>
            </a:r>
          </a:p>
        </p:txBody>
      </p:sp>
      <p:grpSp>
        <p:nvGrpSpPr>
          <p:cNvPr id="302" name="Group 20">
            <a:extLst>
              <a:ext uri="{FF2B5EF4-FFF2-40B4-BE49-F238E27FC236}">
                <a16:creationId xmlns:a16="http://schemas.microsoft.com/office/drawing/2014/main" id="{2E65E034-15F8-4544-9A88-3C6F87D79608}"/>
              </a:ext>
            </a:extLst>
          </p:cNvPr>
          <p:cNvGrpSpPr>
            <a:grpSpLocks/>
          </p:cNvGrpSpPr>
          <p:nvPr/>
        </p:nvGrpSpPr>
        <p:grpSpPr bwMode="auto">
          <a:xfrm>
            <a:off x="5736579" y="2899825"/>
            <a:ext cx="2272389" cy="1061009"/>
            <a:chOff x="4696844" y="2871032"/>
            <a:chExt cx="2272671" cy="1061113"/>
          </a:xfrm>
        </p:grpSpPr>
        <p:grpSp>
          <p:nvGrpSpPr>
            <p:cNvPr id="303" name="Group 16">
              <a:extLst>
                <a:ext uri="{FF2B5EF4-FFF2-40B4-BE49-F238E27FC236}">
                  <a16:creationId xmlns:a16="http://schemas.microsoft.com/office/drawing/2014/main" id="{AE7FAC14-602F-5840-95C2-10B4B1F3F93B}"/>
                </a:ext>
              </a:extLst>
            </p:cNvPr>
            <p:cNvGrpSpPr>
              <a:grpSpLocks/>
            </p:cNvGrpSpPr>
            <p:nvPr/>
          </p:nvGrpSpPr>
          <p:grpSpPr bwMode="auto">
            <a:xfrm>
              <a:off x="5677190" y="2871032"/>
              <a:ext cx="530938" cy="338554"/>
              <a:chOff x="5573768" y="2726239"/>
              <a:chExt cx="530938" cy="338554"/>
            </a:xfrm>
          </p:grpSpPr>
          <p:sp>
            <p:nvSpPr>
              <p:cNvPr id="306" name="Oval 14">
                <a:extLst>
                  <a:ext uri="{FF2B5EF4-FFF2-40B4-BE49-F238E27FC236}">
                    <a16:creationId xmlns:a16="http://schemas.microsoft.com/office/drawing/2014/main" id="{0540692A-C81C-724C-B821-D711DAE7176F}"/>
                  </a:ext>
                </a:extLst>
              </p:cNvPr>
              <p:cNvSpPr>
                <a:spLocks noChangeArrowheads="1"/>
              </p:cNvSpPr>
              <p:nvPr/>
            </p:nvSpPr>
            <p:spPr bwMode="auto">
              <a:xfrm>
                <a:off x="5573768" y="2751297"/>
                <a:ext cx="528092" cy="304800"/>
              </a:xfrm>
              <a:prstGeom prst="ellipse">
                <a:avLst/>
              </a:prstGeom>
              <a:solidFill>
                <a:srgbClr val="0000FF"/>
              </a:solidFill>
              <a:ln w="9525">
                <a:solidFill>
                  <a:schemeClr val="tx1"/>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07" name="TextBox 15">
                <a:extLst>
                  <a:ext uri="{FF2B5EF4-FFF2-40B4-BE49-F238E27FC236}">
                    <a16:creationId xmlns:a16="http://schemas.microsoft.com/office/drawing/2014/main" id="{B7EC47D0-A46E-E246-960E-89C0F218ED7B}"/>
                  </a:ext>
                </a:extLst>
              </p:cNvPr>
              <p:cNvSpPr txBox="1">
                <a:spLocks noChangeArrowheads="1"/>
              </p:cNvSpPr>
              <p:nvPr/>
            </p:nvSpPr>
            <p:spPr bwMode="auto">
              <a:xfrm>
                <a:off x="5593027" y="2726239"/>
                <a:ext cx="5116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IXP</a:t>
                </a:r>
              </a:p>
            </p:txBody>
          </p:sp>
        </p:grpSp>
        <p:cxnSp>
          <p:nvCxnSpPr>
            <p:cNvPr id="304" name="Straight Connector 18">
              <a:extLst>
                <a:ext uri="{FF2B5EF4-FFF2-40B4-BE49-F238E27FC236}">
                  <a16:creationId xmlns:a16="http://schemas.microsoft.com/office/drawing/2014/main" id="{6DC2A61E-B493-9841-A8B3-1C17E6A8ED01}"/>
                </a:ext>
              </a:extLst>
            </p:cNvPr>
            <p:cNvCxnSpPr>
              <a:cxnSpLocks noChangeShapeType="1"/>
            </p:cNvCxnSpPr>
            <p:nvPr/>
          </p:nvCxnSpPr>
          <p:spPr bwMode="auto">
            <a:xfrm>
              <a:off x="4696844" y="3073933"/>
              <a:ext cx="980347" cy="351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05" name="Straight Connector 516">
              <a:extLst>
                <a:ext uri="{FF2B5EF4-FFF2-40B4-BE49-F238E27FC236}">
                  <a16:creationId xmlns:a16="http://schemas.microsoft.com/office/drawing/2014/main" id="{ED5D0B03-04A8-4A40-9C0F-4EA56D9810E8}"/>
                </a:ext>
              </a:extLst>
            </p:cNvPr>
            <p:cNvCxnSpPr>
              <a:cxnSpLocks noChangeShapeType="1"/>
              <a:endCxn id="976" idx="1"/>
            </p:cNvCxnSpPr>
            <p:nvPr/>
          </p:nvCxnSpPr>
          <p:spPr bwMode="auto">
            <a:xfrm>
              <a:off x="6137159" y="3146857"/>
              <a:ext cx="832356" cy="78528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grpSp>
        <p:nvGrpSpPr>
          <p:cNvPr id="308" name="Group 39939">
            <a:extLst>
              <a:ext uri="{FF2B5EF4-FFF2-40B4-BE49-F238E27FC236}">
                <a16:creationId xmlns:a16="http://schemas.microsoft.com/office/drawing/2014/main" id="{17CCBDCA-CC15-454D-A26D-AA4BB11DE0FB}"/>
              </a:ext>
            </a:extLst>
          </p:cNvPr>
          <p:cNvGrpSpPr>
            <a:grpSpLocks/>
          </p:cNvGrpSpPr>
          <p:nvPr/>
        </p:nvGrpSpPr>
        <p:grpSpPr bwMode="auto">
          <a:xfrm>
            <a:off x="3570155" y="3762887"/>
            <a:ext cx="2938536" cy="1357499"/>
            <a:chOff x="2746064" y="3733002"/>
            <a:chExt cx="2937093" cy="1359582"/>
          </a:xfrm>
        </p:grpSpPr>
        <p:cxnSp>
          <p:nvCxnSpPr>
            <p:cNvPr id="309" name="Straight Connector 7">
              <a:extLst>
                <a:ext uri="{FF2B5EF4-FFF2-40B4-BE49-F238E27FC236}">
                  <a16:creationId xmlns:a16="http://schemas.microsoft.com/office/drawing/2014/main" id="{415ABF4C-9DC7-3E48-8D47-77091F596BBC}"/>
                </a:ext>
              </a:extLst>
            </p:cNvPr>
            <p:cNvCxnSpPr>
              <a:cxnSpLocks noChangeShapeType="1"/>
              <a:stCxn id="1032" idx="5"/>
              <a:endCxn id="983" idx="3"/>
            </p:cNvCxnSpPr>
            <p:nvPr/>
          </p:nvCxnSpPr>
          <p:spPr bwMode="auto">
            <a:xfrm>
              <a:off x="5094305" y="3733002"/>
              <a:ext cx="588852" cy="21276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10" name="Straight Connector 415">
              <a:extLst>
                <a:ext uri="{FF2B5EF4-FFF2-40B4-BE49-F238E27FC236}">
                  <a16:creationId xmlns:a16="http://schemas.microsoft.com/office/drawing/2014/main" id="{5C73DBFB-D008-3643-BC55-DC0EB59EE06A}"/>
                </a:ext>
              </a:extLst>
            </p:cNvPr>
            <p:cNvCxnSpPr>
              <a:cxnSpLocks noChangeShapeType="1"/>
              <a:stCxn id="1010" idx="5"/>
            </p:cNvCxnSpPr>
            <p:nvPr/>
          </p:nvCxnSpPr>
          <p:spPr bwMode="auto">
            <a:xfrm flipH="1">
              <a:off x="2746064" y="3789080"/>
              <a:ext cx="54551" cy="601922"/>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11" name="Straight Connector 523">
              <a:extLst>
                <a:ext uri="{FF2B5EF4-FFF2-40B4-BE49-F238E27FC236}">
                  <a16:creationId xmlns:a16="http://schemas.microsoft.com/office/drawing/2014/main" id="{FABFBABF-764F-F24E-92BB-9E89BDA24ADC}"/>
                </a:ext>
              </a:extLst>
            </p:cNvPr>
            <p:cNvCxnSpPr>
              <a:cxnSpLocks noChangeShapeType="1"/>
              <a:endCxn id="941" idx="3"/>
            </p:cNvCxnSpPr>
            <p:nvPr/>
          </p:nvCxnSpPr>
          <p:spPr bwMode="auto">
            <a:xfrm flipV="1">
              <a:off x="4424422" y="4701847"/>
              <a:ext cx="1074473" cy="39073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cxnSp>
        <p:nvCxnSpPr>
          <p:cNvPr id="319" name="Straight Connector 515">
            <a:extLst>
              <a:ext uri="{FF2B5EF4-FFF2-40B4-BE49-F238E27FC236}">
                <a16:creationId xmlns:a16="http://schemas.microsoft.com/office/drawing/2014/main" id="{E64B2F34-F5A2-0748-B519-596A0F2D52A9}"/>
              </a:ext>
            </a:extLst>
          </p:cNvPr>
          <p:cNvCxnSpPr>
            <a:cxnSpLocks noChangeShapeType="1"/>
            <a:stCxn id="930" idx="2"/>
          </p:cNvCxnSpPr>
          <p:nvPr/>
        </p:nvCxnSpPr>
        <p:spPr bwMode="auto">
          <a:xfrm flipV="1">
            <a:off x="4982880" y="4309966"/>
            <a:ext cx="309146" cy="30771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21" name="Straight Connector 519">
            <a:extLst>
              <a:ext uri="{FF2B5EF4-FFF2-40B4-BE49-F238E27FC236}">
                <a16:creationId xmlns:a16="http://schemas.microsoft.com/office/drawing/2014/main" id="{A78B3472-4495-804D-9DE2-F7A93E5EED62}"/>
              </a:ext>
            </a:extLst>
          </p:cNvPr>
          <p:cNvCxnSpPr>
            <a:cxnSpLocks noChangeShapeType="1"/>
          </p:cNvCxnSpPr>
          <p:nvPr/>
        </p:nvCxnSpPr>
        <p:spPr bwMode="auto">
          <a:xfrm flipV="1">
            <a:off x="5520180" y="3924252"/>
            <a:ext cx="929835" cy="367084"/>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22" name="Straight Connector 520">
            <a:extLst>
              <a:ext uri="{FF2B5EF4-FFF2-40B4-BE49-F238E27FC236}">
                <a16:creationId xmlns:a16="http://schemas.microsoft.com/office/drawing/2014/main" id="{B39E2778-53AB-7A47-8C24-A5C1BE87DA91}"/>
              </a:ext>
            </a:extLst>
          </p:cNvPr>
          <p:cNvCxnSpPr>
            <a:cxnSpLocks noChangeShapeType="1"/>
            <a:stCxn id="1007" idx="2"/>
          </p:cNvCxnSpPr>
          <p:nvPr/>
        </p:nvCxnSpPr>
        <p:spPr bwMode="auto">
          <a:xfrm>
            <a:off x="4815073" y="3947043"/>
            <a:ext cx="476953" cy="277502"/>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nvGrpSpPr>
          <p:cNvPr id="862" name="Group 861">
            <a:extLst>
              <a:ext uri="{FF2B5EF4-FFF2-40B4-BE49-F238E27FC236}">
                <a16:creationId xmlns:a16="http://schemas.microsoft.com/office/drawing/2014/main" id="{B86CF571-59B7-9040-88E6-ACE367964601}"/>
              </a:ext>
            </a:extLst>
          </p:cNvPr>
          <p:cNvGrpSpPr/>
          <p:nvPr/>
        </p:nvGrpSpPr>
        <p:grpSpPr>
          <a:xfrm>
            <a:off x="7929475" y="3939691"/>
            <a:ext cx="541338" cy="223023"/>
            <a:chOff x="7493876" y="2774731"/>
            <a:chExt cx="1481958" cy="894622"/>
          </a:xfrm>
        </p:grpSpPr>
        <p:sp>
          <p:nvSpPr>
            <p:cNvPr id="975" name="Freeform 974">
              <a:extLst>
                <a:ext uri="{FF2B5EF4-FFF2-40B4-BE49-F238E27FC236}">
                  <a16:creationId xmlns:a16="http://schemas.microsoft.com/office/drawing/2014/main" id="{1999BFB5-779F-7B4E-BCBF-9040592BFBD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76" name="Oval 975">
              <a:extLst>
                <a:ext uri="{FF2B5EF4-FFF2-40B4-BE49-F238E27FC236}">
                  <a16:creationId xmlns:a16="http://schemas.microsoft.com/office/drawing/2014/main" id="{61415BE9-66CA-0045-99BF-BA54F41E054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77" name="Group 976">
              <a:extLst>
                <a:ext uri="{FF2B5EF4-FFF2-40B4-BE49-F238E27FC236}">
                  <a16:creationId xmlns:a16="http://schemas.microsoft.com/office/drawing/2014/main" id="{390121EC-5020-DC41-8658-E7E4546EDD86}"/>
                </a:ext>
              </a:extLst>
            </p:cNvPr>
            <p:cNvGrpSpPr/>
            <p:nvPr/>
          </p:nvGrpSpPr>
          <p:grpSpPr>
            <a:xfrm>
              <a:off x="7713663" y="2848339"/>
              <a:ext cx="1042107" cy="425543"/>
              <a:chOff x="7786941" y="2884917"/>
              <a:chExt cx="897649" cy="353919"/>
            </a:xfrm>
          </p:grpSpPr>
          <p:sp>
            <p:nvSpPr>
              <p:cNvPr id="978" name="Freeform 977">
                <a:extLst>
                  <a:ext uri="{FF2B5EF4-FFF2-40B4-BE49-F238E27FC236}">
                    <a16:creationId xmlns:a16="http://schemas.microsoft.com/office/drawing/2014/main" id="{379AA28D-75A8-A345-B828-DEB6099EB1D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9" name="Freeform 978">
                <a:extLst>
                  <a:ext uri="{FF2B5EF4-FFF2-40B4-BE49-F238E27FC236}">
                    <a16:creationId xmlns:a16="http://schemas.microsoft.com/office/drawing/2014/main" id="{9DDC0BF3-00A0-7C46-A0BC-285C4E950A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0" name="Freeform 979">
                <a:extLst>
                  <a:ext uri="{FF2B5EF4-FFF2-40B4-BE49-F238E27FC236}">
                    <a16:creationId xmlns:a16="http://schemas.microsoft.com/office/drawing/2014/main" id="{DECB33A6-775B-1A42-95E8-73DA8B96513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1" name="Freeform 980">
                <a:extLst>
                  <a:ext uri="{FF2B5EF4-FFF2-40B4-BE49-F238E27FC236}">
                    <a16:creationId xmlns:a16="http://schemas.microsoft.com/office/drawing/2014/main" id="{2619AA7F-A92C-BA49-876D-4FE864A189C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20" name="Group 819">
            <a:extLst>
              <a:ext uri="{FF2B5EF4-FFF2-40B4-BE49-F238E27FC236}">
                <a16:creationId xmlns:a16="http://schemas.microsoft.com/office/drawing/2014/main" id="{381985F4-0019-534F-8CE5-AE9A089DDF51}"/>
              </a:ext>
            </a:extLst>
          </p:cNvPr>
          <p:cNvGrpSpPr/>
          <p:nvPr/>
        </p:nvGrpSpPr>
        <p:grpSpPr>
          <a:xfrm>
            <a:off x="4400287" y="3826770"/>
            <a:ext cx="541338" cy="223023"/>
            <a:chOff x="7493876" y="2774731"/>
            <a:chExt cx="1481958" cy="894622"/>
          </a:xfrm>
        </p:grpSpPr>
        <p:sp>
          <p:nvSpPr>
            <p:cNvPr id="1003" name="Freeform 1002">
              <a:extLst>
                <a:ext uri="{FF2B5EF4-FFF2-40B4-BE49-F238E27FC236}">
                  <a16:creationId xmlns:a16="http://schemas.microsoft.com/office/drawing/2014/main" id="{4CE10CC8-8336-0245-950D-7D623D68111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04" name="Oval 1003">
              <a:extLst>
                <a:ext uri="{FF2B5EF4-FFF2-40B4-BE49-F238E27FC236}">
                  <a16:creationId xmlns:a16="http://schemas.microsoft.com/office/drawing/2014/main" id="{7D977A06-C0BE-1540-88E3-7929A84F788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05" name="Group 1004">
              <a:extLst>
                <a:ext uri="{FF2B5EF4-FFF2-40B4-BE49-F238E27FC236}">
                  <a16:creationId xmlns:a16="http://schemas.microsoft.com/office/drawing/2014/main" id="{19FDDE53-D84C-8442-9D8A-CCD581A35300}"/>
                </a:ext>
              </a:extLst>
            </p:cNvPr>
            <p:cNvGrpSpPr/>
            <p:nvPr/>
          </p:nvGrpSpPr>
          <p:grpSpPr>
            <a:xfrm>
              <a:off x="7713663" y="2848339"/>
              <a:ext cx="1042107" cy="425543"/>
              <a:chOff x="7786941" y="2884917"/>
              <a:chExt cx="897649" cy="353919"/>
            </a:xfrm>
          </p:grpSpPr>
          <p:sp>
            <p:nvSpPr>
              <p:cNvPr id="1006" name="Freeform 1005">
                <a:extLst>
                  <a:ext uri="{FF2B5EF4-FFF2-40B4-BE49-F238E27FC236}">
                    <a16:creationId xmlns:a16="http://schemas.microsoft.com/office/drawing/2014/main" id="{6F6E6FCB-EFD3-7540-AA59-096EB89F325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7" name="Freeform 1006">
                <a:extLst>
                  <a:ext uri="{FF2B5EF4-FFF2-40B4-BE49-F238E27FC236}">
                    <a16:creationId xmlns:a16="http://schemas.microsoft.com/office/drawing/2014/main" id="{2D261D66-4D24-274A-B7FF-FCB547B174B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8" name="Freeform 1007">
                <a:extLst>
                  <a:ext uri="{FF2B5EF4-FFF2-40B4-BE49-F238E27FC236}">
                    <a16:creationId xmlns:a16="http://schemas.microsoft.com/office/drawing/2014/main" id="{F563306F-33C6-A847-92E7-649E85912A9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9" name="Freeform 1008">
                <a:extLst>
                  <a:ext uri="{FF2B5EF4-FFF2-40B4-BE49-F238E27FC236}">
                    <a16:creationId xmlns:a16="http://schemas.microsoft.com/office/drawing/2014/main" id="{AEB4B7BE-FCC2-3F4D-8665-4275FF1FEBB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9" name="Group 868">
            <a:extLst>
              <a:ext uri="{FF2B5EF4-FFF2-40B4-BE49-F238E27FC236}">
                <a16:creationId xmlns:a16="http://schemas.microsoft.com/office/drawing/2014/main" id="{5524909D-92D6-CB46-8697-C9B8CAE6477E}"/>
              </a:ext>
            </a:extLst>
          </p:cNvPr>
          <p:cNvGrpSpPr/>
          <p:nvPr/>
        </p:nvGrpSpPr>
        <p:grpSpPr>
          <a:xfrm>
            <a:off x="4568094" y="4497411"/>
            <a:ext cx="541338" cy="223023"/>
            <a:chOff x="7493876" y="2774731"/>
            <a:chExt cx="1481958" cy="894622"/>
          </a:xfrm>
        </p:grpSpPr>
        <p:sp>
          <p:nvSpPr>
            <p:cNvPr id="926" name="Freeform 925">
              <a:extLst>
                <a:ext uri="{FF2B5EF4-FFF2-40B4-BE49-F238E27FC236}">
                  <a16:creationId xmlns:a16="http://schemas.microsoft.com/office/drawing/2014/main" id="{3B2D0726-1886-8A49-BDF6-9C8DECE04B5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27" name="Oval 926">
              <a:extLst>
                <a:ext uri="{FF2B5EF4-FFF2-40B4-BE49-F238E27FC236}">
                  <a16:creationId xmlns:a16="http://schemas.microsoft.com/office/drawing/2014/main" id="{C80EEA86-DEEC-D249-B401-35418DE0268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28" name="Group 927">
              <a:extLst>
                <a:ext uri="{FF2B5EF4-FFF2-40B4-BE49-F238E27FC236}">
                  <a16:creationId xmlns:a16="http://schemas.microsoft.com/office/drawing/2014/main" id="{D1E8DCDB-27F1-AA42-88DA-FD19F1C40287}"/>
                </a:ext>
              </a:extLst>
            </p:cNvPr>
            <p:cNvGrpSpPr/>
            <p:nvPr/>
          </p:nvGrpSpPr>
          <p:grpSpPr>
            <a:xfrm>
              <a:off x="7713663" y="2848339"/>
              <a:ext cx="1042107" cy="425543"/>
              <a:chOff x="7786941" y="2884917"/>
              <a:chExt cx="897649" cy="353919"/>
            </a:xfrm>
          </p:grpSpPr>
          <p:sp>
            <p:nvSpPr>
              <p:cNvPr id="929" name="Freeform 928">
                <a:extLst>
                  <a:ext uri="{FF2B5EF4-FFF2-40B4-BE49-F238E27FC236}">
                    <a16:creationId xmlns:a16="http://schemas.microsoft.com/office/drawing/2014/main" id="{9508B2E1-C7BF-9740-BE83-39DB94E1E7C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0" name="Freeform 929">
                <a:extLst>
                  <a:ext uri="{FF2B5EF4-FFF2-40B4-BE49-F238E27FC236}">
                    <a16:creationId xmlns:a16="http://schemas.microsoft.com/office/drawing/2014/main" id="{521758E3-0DD8-204F-A905-0354031EA03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1" name="Freeform 930">
                <a:extLst>
                  <a:ext uri="{FF2B5EF4-FFF2-40B4-BE49-F238E27FC236}">
                    <a16:creationId xmlns:a16="http://schemas.microsoft.com/office/drawing/2014/main" id="{7DAC71D7-383B-4540-A8A4-4AEA3CFAE88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2" name="Freeform 931">
                <a:extLst>
                  <a:ext uri="{FF2B5EF4-FFF2-40B4-BE49-F238E27FC236}">
                    <a16:creationId xmlns:a16="http://schemas.microsoft.com/office/drawing/2014/main" id="{890040AB-E90B-C742-90BE-0BDFCAC68D6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1" name="Group 860">
            <a:extLst>
              <a:ext uri="{FF2B5EF4-FFF2-40B4-BE49-F238E27FC236}">
                <a16:creationId xmlns:a16="http://schemas.microsoft.com/office/drawing/2014/main" id="{D449FF35-FAF6-E449-9A22-F811CE472966}"/>
              </a:ext>
            </a:extLst>
          </p:cNvPr>
          <p:cNvGrpSpPr/>
          <p:nvPr/>
        </p:nvGrpSpPr>
        <p:grpSpPr>
          <a:xfrm>
            <a:off x="6429198" y="3852093"/>
            <a:ext cx="541338" cy="223023"/>
            <a:chOff x="7493876" y="2774731"/>
            <a:chExt cx="1481958" cy="894622"/>
          </a:xfrm>
        </p:grpSpPr>
        <p:sp>
          <p:nvSpPr>
            <p:cNvPr id="982" name="Freeform 981">
              <a:extLst>
                <a:ext uri="{FF2B5EF4-FFF2-40B4-BE49-F238E27FC236}">
                  <a16:creationId xmlns:a16="http://schemas.microsoft.com/office/drawing/2014/main" id="{C7B6FB0D-082A-3945-9A3E-A5F7186297E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83" name="Oval 982">
              <a:extLst>
                <a:ext uri="{FF2B5EF4-FFF2-40B4-BE49-F238E27FC236}">
                  <a16:creationId xmlns:a16="http://schemas.microsoft.com/office/drawing/2014/main" id="{4EF624E0-71DE-964A-8571-4D8C1996401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84" name="Group 983">
              <a:extLst>
                <a:ext uri="{FF2B5EF4-FFF2-40B4-BE49-F238E27FC236}">
                  <a16:creationId xmlns:a16="http://schemas.microsoft.com/office/drawing/2014/main" id="{30E6BF43-A210-1E4C-BAD2-D624181508AC}"/>
                </a:ext>
              </a:extLst>
            </p:cNvPr>
            <p:cNvGrpSpPr/>
            <p:nvPr/>
          </p:nvGrpSpPr>
          <p:grpSpPr>
            <a:xfrm>
              <a:off x="7713663" y="2848339"/>
              <a:ext cx="1042107" cy="425543"/>
              <a:chOff x="7786941" y="2884917"/>
              <a:chExt cx="897649" cy="353919"/>
            </a:xfrm>
          </p:grpSpPr>
          <p:sp>
            <p:nvSpPr>
              <p:cNvPr id="985" name="Freeform 984">
                <a:extLst>
                  <a:ext uri="{FF2B5EF4-FFF2-40B4-BE49-F238E27FC236}">
                    <a16:creationId xmlns:a16="http://schemas.microsoft.com/office/drawing/2014/main" id="{F4D1AD34-F02F-9941-970C-35B29683293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6" name="Freeform 985">
                <a:extLst>
                  <a:ext uri="{FF2B5EF4-FFF2-40B4-BE49-F238E27FC236}">
                    <a16:creationId xmlns:a16="http://schemas.microsoft.com/office/drawing/2014/main" id="{0F5A4911-FBD2-E540-9A2F-3E431D553D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7" name="Freeform 986">
                <a:extLst>
                  <a:ext uri="{FF2B5EF4-FFF2-40B4-BE49-F238E27FC236}">
                    <a16:creationId xmlns:a16="http://schemas.microsoft.com/office/drawing/2014/main" id="{DCAAD9B9-53E3-A344-9344-FD09758AEB0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8" name="Freeform 987">
                <a:extLst>
                  <a:ext uri="{FF2B5EF4-FFF2-40B4-BE49-F238E27FC236}">
                    <a16:creationId xmlns:a16="http://schemas.microsoft.com/office/drawing/2014/main" id="{7E121ADB-28BD-A34D-864D-CAE2965181F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6" name="Group 815">
            <a:extLst>
              <a:ext uri="{FF2B5EF4-FFF2-40B4-BE49-F238E27FC236}">
                <a16:creationId xmlns:a16="http://schemas.microsoft.com/office/drawing/2014/main" id="{5D57186B-96C6-4245-A5CD-2EC8F02FE2C5}"/>
              </a:ext>
            </a:extLst>
          </p:cNvPr>
          <p:cNvGrpSpPr/>
          <p:nvPr/>
        </p:nvGrpSpPr>
        <p:grpSpPr>
          <a:xfrm>
            <a:off x="5457737" y="3639654"/>
            <a:ext cx="541338" cy="223023"/>
            <a:chOff x="7493876" y="2774731"/>
            <a:chExt cx="1481958" cy="894622"/>
          </a:xfrm>
        </p:grpSpPr>
        <p:sp>
          <p:nvSpPr>
            <p:cNvPr id="1031" name="Freeform 1030">
              <a:extLst>
                <a:ext uri="{FF2B5EF4-FFF2-40B4-BE49-F238E27FC236}">
                  <a16:creationId xmlns:a16="http://schemas.microsoft.com/office/drawing/2014/main" id="{F884C67D-5359-0D4B-92F3-51236F5721A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32" name="Oval 1031">
              <a:extLst>
                <a:ext uri="{FF2B5EF4-FFF2-40B4-BE49-F238E27FC236}">
                  <a16:creationId xmlns:a16="http://schemas.microsoft.com/office/drawing/2014/main" id="{C3DDEC0B-9B46-6E40-AFA7-85DD71E00D8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33" name="Group 1032">
              <a:extLst>
                <a:ext uri="{FF2B5EF4-FFF2-40B4-BE49-F238E27FC236}">
                  <a16:creationId xmlns:a16="http://schemas.microsoft.com/office/drawing/2014/main" id="{AFA389A2-1145-6742-AFF5-BBE2D79E08E8}"/>
                </a:ext>
              </a:extLst>
            </p:cNvPr>
            <p:cNvGrpSpPr/>
            <p:nvPr/>
          </p:nvGrpSpPr>
          <p:grpSpPr>
            <a:xfrm>
              <a:off x="7713663" y="2848339"/>
              <a:ext cx="1042107" cy="425543"/>
              <a:chOff x="7786941" y="2884917"/>
              <a:chExt cx="897649" cy="353919"/>
            </a:xfrm>
          </p:grpSpPr>
          <p:sp>
            <p:nvSpPr>
              <p:cNvPr id="1034" name="Freeform 1033">
                <a:extLst>
                  <a:ext uri="{FF2B5EF4-FFF2-40B4-BE49-F238E27FC236}">
                    <a16:creationId xmlns:a16="http://schemas.microsoft.com/office/drawing/2014/main" id="{D4EB8805-ED69-3A4C-B790-5B0BE9CAFC7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5" name="Freeform 1034">
                <a:extLst>
                  <a:ext uri="{FF2B5EF4-FFF2-40B4-BE49-F238E27FC236}">
                    <a16:creationId xmlns:a16="http://schemas.microsoft.com/office/drawing/2014/main" id="{F9160B87-94D9-4746-9AB1-F94A2850C65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6" name="Freeform 1035">
                <a:extLst>
                  <a:ext uri="{FF2B5EF4-FFF2-40B4-BE49-F238E27FC236}">
                    <a16:creationId xmlns:a16="http://schemas.microsoft.com/office/drawing/2014/main" id="{AC514A69-8535-9F4F-9082-9C0664FDD7D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7" name="Freeform 1036">
                <a:extLst>
                  <a:ext uri="{FF2B5EF4-FFF2-40B4-BE49-F238E27FC236}">
                    <a16:creationId xmlns:a16="http://schemas.microsoft.com/office/drawing/2014/main" id="{16FAD8F4-5C16-3548-9F13-8A162DB18CB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20" name="Group 518">
            <a:extLst>
              <a:ext uri="{FF2B5EF4-FFF2-40B4-BE49-F238E27FC236}">
                <a16:creationId xmlns:a16="http://schemas.microsoft.com/office/drawing/2014/main" id="{5B45D9C6-3CE7-2041-98FA-CDA4548CA9EC}"/>
              </a:ext>
            </a:extLst>
          </p:cNvPr>
          <p:cNvGrpSpPr>
            <a:grpSpLocks/>
          </p:cNvGrpSpPr>
          <p:nvPr/>
        </p:nvGrpSpPr>
        <p:grpSpPr bwMode="auto">
          <a:xfrm>
            <a:off x="5119678" y="4119105"/>
            <a:ext cx="528442" cy="338554"/>
            <a:chOff x="5634518" y="2652249"/>
            <a:chExt cx="528092" cy="338174"/>
          </a:xfrm>
        </p:grpSpPr>
        <p:sp>
          <p:nvSpPr>
            <p:cNvPr id="323" name="Oval 521">
              <a:extLst>
                <a:ext uri="{FF2B5EF4-FFF2-40B4-BE49-F238E27FC236}">
                  <a16:creationId xmlns:a16="http://schemas.microsoft.com/office/drawing/2014/main" id="{8C2B1233-55C2-9047-95E3-7365B78CC21B}"/>
                </a:ext>
              </a:extLst>
            </p:cNvPr>
            <p:cNvSpPr>
              <a:spLocks noChangeArrowheads="1"/>
            </p:cNvSpPr>
            <p:nvPr/>
          </p:nvSpPr>
          <p:spPr bwMode="auto">
            <a:xfrm>
              <a:off x="5634518" y="2672371"/>
              <a:ext cx="528092" cy="304800"/>
            </a:xfrm>
            <a:prstGeom prst="ellipse">
              <a:avLst/>
            </a:prstGeom>
            <a:solidFill>
              <a:srgbClr val="0000FF"/>
            </a:solidFill>
            <a:ln w="9525">
              <a:solidFill>
                <a:schemeClr val="tx1"/>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4" name="TextBox 522">
              <a:extLst>
                <a:ext uri="{FF2B5EF4-FFF2-40B4-BE49-F238E27FC236}">
                  <a16:creationId xmlns:a16="http://schemas.microsoft.com/office/drawing/2014/main" id="{A334D512-2736-F84E-A319-19B29AF83D0F}"/>
                </a:ext>
              </a:extLst>
            </p:cNvPr>
            <p:cNvSpPr txBox="1">
              <a:spLocks noChangeArrowheads="1"/>
            </p:cNvSpPr>
            <p:nvPr/>
          </p:nvSpPr>
          <p:spPr bwMode="auto">
            <a:xfrm>
              <a:off x="5685246" y="2652249"/>
              <a:ext cx="447262" cy="33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white"/>
                  </a:solidFill>
                  <a:effectLst/>
                  <a:uLnTx/>
                  <a:uFillTx/>
                  <a:latin typeface="Calibri" panose="020F0502020204030204"/>
                  <a:ea typeface="ＭＳ Ｐゴシック" panose="020B0600070205080204" pitchFamily="34" charset="-128"/>
                  <a:cs typeface="+mn-cs"/>
                </a:rPr>
                <a:t>IXP</a:t>
              </a:r>
            </a:p>
          </p:txBody>
        </p:sp>
      </p:grpSp>
      <p:grpSp>
        <p:nvGrpSpPr>
          <p:cNvPr id="867" name="Group 866">
            <a:extLst>
              <a:ext uri="{FF2B5EF4-FFF2-40B4-BE49-F238E27FC236}">
                <a16:creationId xmlns:a16="http://schemas.microsoft.com/office/drawing/2014/main" id="{58E5558D-3D33-544A-9618-E00C8D6923C7}"/>
              </a:ext>
            </a:extLst>
          </p:cNvPr>
          <p:cNvGrpSpPr/>
          <p:nvPr/>
        </p:nvGrpSpPr>
        <p:grpSpPr>
          <a:xfrm>
            <a:off x="6244846" y="4607015"/>
            <a:ext cx="541338" cy="223023"/>
            <a:chOff x="7493876" y="2774731"/>
            <a:chExt cx="1481958" cy="894622"/>
          </a:xfrm>
        </p:grpSpPr>
        <p:sp>
          <p:nvSpPr>
            <p:cNvPr id="940" name="Freeform 939">
              <a:extLst>
                <a:ext uri="{FF2B5EF4-FFF2-40B4-BE49-F238E27FC236}">
                  <a16:creationId xmlns:a16="http://schemas.microsoft.com/office/drawing/2014/main" id="{CE49F0E8-4CAB-264C-AC25-083099BD35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41" name="Oval 940">
              <a:extLst>
                <a:ext uri="{FF2B5EF4-FFF2-40B4-BE49-F238E27FC236}">
                  <a16:creationId xmlns:a16="http://schemas.microsoft.com/office/drawing/2014/main" id="{FDB92030-8F0D-8048-BA6F-8E94CCC52E4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42" name="Group 941">
              <a:extLst>
                <a:ext uri="{FF2B5EF4-FFF2-40B4-BE49-F238E27FC236}">
                  <a16:creationId xmlns:a16="http://schemas.microsoft.com/office/drawing/2014/main" id="{E584775B-EF39-E641-9296-62D0E98EBD1F}"/>
                </a:ext>
              </a:extLst>
            </p:cNvPr>
            <p:cNvGrpSpPr/>
            <p:nvPr/>
          </p:nvGrpSpPr>
          <p:grpSpPr>
            <a:xfrm>
              <a:off x="7713663" y="2848339"/>
              <a:ext cx="1042107" cy="425543"/>
              <a:chOff x="7786941" y="2884917"/>
              <a:chExt cx="897649" cy="353919"/>
            </a:xfrm>
          </p:grpSpPr>
          <p:sp>
            <p:nvSpPr>
              <p:cNvPr id="943" name="Freeform 942">
                <a:extLst>
                  <a:ext uri="{FF2B5EF4-FFF2-40B4-BE49-F238E27FC236}">
                    <a16:creationId xmlns:a16="http://schemas.microsoft.com/office/drawing/2014/main" id="{5FDEF6E3-E3EE-6C46-9470-4C6034153E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4" name="Freeform 943">
                <a:extLst>
                  <a:ext uri="{FF2B5EF4-FFF2-40B4-BE49-F238E27FC236}">
                    <a16:creationId xmlns:a16="http://schemas.microsoft.com/office/drawing/2014/main" id="{F09DCEA1-EA74-5942-A863-43EE3356891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5" name="Freeform 944">
                <a:extLst>
                  <a:ext uri="{FF2B5EF4-FFF2-40B4-BE49-F238E27FC236}">
                    <a16:creationId xmlns:a16="http://schemas.microsoft.com/office/drawing/2014/main" id="{7E4A31FF-3937-8145-99B6-C539859E71D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6" name="Freeform 945">
                <a:extLst>
                  <a:ext uri="{FF2B5EF4-FFF2-40B4-BE49-F238E27FC236}">
                    <a16:creationId xmlns:a16="http://schemas.microsoft.com/office/drawing/2014/main" id="{AE42ABD3-20A1-3A47-A5A0-6B9BD70524B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9" name="Group 818">
            <a:extLst>
              <a:ext uri="{FF2B5EF4-FFF2-40B4-BE49-F238E27FC236}">
                <a16:creationId xmlns:a16="http://schemas.microsoft.com/office/drawing/2014/main" id="{BC079EE2-B5B9-1946-83CA-FB5D7C12BB3C}"/>
              </a:ext>
            </a:extLst>
          </p:cNvPr>
          <p:cNvGrpSpPr/>
          <p:nvPr/>
        </p:nvGrpSpPr>
        <p:grpSpPr>
          <a:xfrm>
            <a:off x="3355534" y="3674009"/>
            <a:ext cx="541338" cy="223023"/>
            <a:chOff x="7493876" y="2774731"/>
            <a:chExt cx="1481958" cy="894622"/>
          </a:xfrm>
        </p:grpSpPr>
        <p:sp>
          <p:nvSpPr>
            <p:cNvPr id="1010" name="Freeform 1009">
              <a:extLst>
                <a:ext uri="{FF2B5EF4-FFF2-40B4-BE49-F238E27FC236}">
                  <a16:creationId xmlns:a16="http://schemas.microsoft.com/office/drawing/2014/main" id="{92DD86F6-73AF-224B-B049-218E0EE4D53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11" name="Oval 1010">
              <a:extLst>
                <a:ext uri="{FF2B5EF4-FFF2-40B4-BE49-F238E27FC236}">
                  <a16:creationId xmlns:a16="http://schemas.microsoft.com/office/drawing/2014/main" id="{620B6D4B-4DE6-3F40-A4F5-C34D0B6BA0E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12" name="Group 1011">
              <a:extLst>
                <a:ext uri="{FF2B5EF4-FFF2-40B4-BE49-F238E27FC236}">
                  <a16:creationId xmlns:a16="http://schemas.microsoft.com/office/drawing/2014/main" id="{79E8750B-383B-4641-8E1B-82CF46F5FE0C}"/>
                </a:ext>
              </a:extLst>
            </p:cNvPr>
            <p:cNvGrpSpPr/>
            <p:nvPr/>
          </p:nvGrpSpPr>
          <p:grpSpPr>
            <a:xfrm>
              <a:off x="7713663" y="2848339"/>
              <a:ext cx="1042107" cy="425543"/>
              <a:chOff x="7786941" y="2884917"/>
              <a:chExt cx="897649" cy="353919"/>
            </a:xfrm>
          </p:grpSpPr>
          <p:sp>
            <p:nvSpPr>
              <p:cNvPr id="1013" name="Freeform 1012">
                <a:extLst>
                  <a:ext uri="{FF2B5EF4-FFF2-40B4-BE49-F238E27FC236}">
                    <a16:creationId xmlns:a16="http://schemas.microsoft.com/office/drawing/2014/main" id="{1A6B8441-BBF6-4A40-BA5C-5AA0E5DC708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4" name="Freeform 1013">
                <a:extLst>
                  <a:ext uri="{FF2B5EF4-FFF2-40B4-BE49-F238E27FC236}">
                    <a16:creationId xmlns:a16="http://schemas.microsoft.com/office/drawing/2014/main" id="{30818833-5C97-7548-9F55-3C0175E588E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5" name="Freeform 1014">
                <a:extLst>
                  <a:ext uri="{FF2B5EF4-FFF2-40B4-BE49-F238E27FC236}">
                    <a16:creationId xmlns:a16="http://schemas.microsoft.com/office/drawing/2014/main" id="{9E3C655D-3A7D-E14F-A7F2-F9D4BE59CF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6" name="Freeform 1015">
                <a:extLst>
                  <a:ext uri="{FF2B5EF4-FFF2-40B4-BE49-F238E27FC236}">
                    <a16:creationId xmlns:a16="http://schemas.microsoft.com/office/drawing/2014/main" id="{4F322FCA-51A6-1E49-B553-D74D173229A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325" name="Straight Connector 500">
            <a:extLst>
              <a:ext uri="{FF2B5EF4-FFF2-40B4-BE49-F238E27FC236}">
                <a16:creationId xmlns:a16="http://schemas.microsoft.com/office/drawing/2014/main" id="{EF8338AF-209E-814B-90EA-03D0FD1B42CD}"/>
              </a:ext>
            </a:extLst>
          </p:cNvPr>
          <p:cNvCxnSpPr>
            <a:cxnSpLocks noChangeShapeType="1"/>
          </p:cNvCxnSpPr>
          <p:nvPr/>
        </p:nvCxnSpPr>
        <p:spPr bwMode="auto">
          <a:xfrm>
            <a:off x="2622407" y="3016153"/>
            <a:ext cx="38100" cy="309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6" name="Straight Connector 501">
            <a:extLst>
              <a:ext uri="{FF2B5EF4-FFF2-40B4-BE49-F238E27FC236}">
                <a16:creationId xmlns:a16="http://schemas.microsoft.com/office/drawing/2014/main" id="{A4EF59C7-39D5-A64B-9E1B-7D8DD234CDB9}"/>
              </a:ext>
            </a:extLst>
          </p:cNvPr>
          <p:cNvCxnSpPr>
            <a:cxnSpLocks noChangeShapeType="1"/>
          </p:cNvCxnSpPr>
          <p:nvPr/>
        </p:nvCxnSpPr>
        <p:spPr bwMode="auto">
          <a:xfrm>
            <a:off x="2401745" y="3297141"/>
            <a:ext cx="123825" cy="212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 name="Straight Connector 514">
            <a:extLst>
              <a:ext uri="{FF2B5EF4-FFF2-40B4-BE49-F238E27FC236}">
                <a16:creationId xmlns:a16="http://schemas.microsoft.com/office/drawing/2014/main" id="{9AB43EDB-FC7A-3149-8AC7-F57E5F976FFB}"/>
              </a:ext>
            </a:extLst>
          </p:cNvPr>
          <p:cNvCxnSpPr>
            <a:cxnSpLocks noChangeShapeType="1"/>
          </p:cNvCxnSpPr>
          <p:nvPr/>
        </p:nvCxnSpPr>
        <p:spPr bwMode="auto">
          <a:xfrm flipV="1">
            <a:off x="2322370" y="4394103"/>
            <a:ext cx="203200" cy="7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9" name="Straight Connector 39941">
            <a:extLst>
              <a:ext uri="{FF2B5EF4-FFF2-40B4-BE49-F238E27FC236}">
                <a16:creationId xmlns:a16="http://schemas.microsoft.com/office/drawing/2014/main" id="{CB780043-4D09-4C44-814E-EA66A3A23545}"/>
              </a:ext>
            </a:extLst>
          </p:cNvPr>
          <p:cNvCxnSpPr>
            <a:cxnSpLocks noChangeShapeType="1"/>
          </p:cNvCxnSpPr>
          <p:nvPr/>
        </p:nvCxnSpPr>
        <p:spPr bwMode="auto">
          <a:xfrm flipV="1">
            <a:off x="2851007" y="3849591"/>
            <a:ext cx="430213" cy="10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17" name="Group 153">
            <a:extLst>
              <a:ext uri="{FF2B5EF4-FFF2-40B4-BE49-F238E27FC236}">
                <a16:creationId xmlns:a16="http://schemas.microsoft.com/office/drawing/2014/main" id="{D3F39309-4CCA-1346-A4B3-93C528C3A3F3}"/>
              </a:ext>
            </a:extLst>
          </p:cNvPr>
          <p:cNvGrpSpPr>
            <a:grpSpLocks/>
          </p:cNvGrpSpPr>
          <p:nvPr/>
        </p:nvGrpSpPr>
        <p:grpSpPr bwMode="auto">
          <a:xfrm>
            <a:off x="2219780" y="2716827"/>
            <a:ext cx="648509" cy="418221"/>
            <a:chOff x="3053396" y="4304255"/>
            <a:chExt cx="648422" cy="418253"/>
          </a:xfrm>
        </p:grpSpPr>
        <p:sp>
          <p:nvSpPr>
            <p:cNvPr id="45" name="Freeform 84">
              <a:extLst>
                <a:ext uri="{FF2B5EF4-FFF2-40B4-BE49-F238E27FC236}">
                  <a16:creationId xmlns:a16="http://schemas.microsoft.com/office/drawing/2014/main" id="{07DE4F60-83A5-0341-A9C1-1548C4278E2E}"/>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Box 155">
              <a:extLst>
                <a:ext uri="{FF2B5EF4-FFF2-40B4-BE49-F238E27FC236}">
                  <a16:creationId xmlns:a16="http://schemas.microsoft.com/office/drawing/2014/main" id="{661C5E06-AA77-3D42-A208-2104FCC9BB39}"/>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0" name="Group 131">
            <a:extLst>
              <a:ext uri="{FF2B5EF4-FFF2-40B4-BE49-F238E27FC236}">
                <a16:creationId xmlns:a16="http://schemas.microsoft.com/office/drawing/2014/main" id="{15FE5D2D-CFDD-2545-AD30-9375E330E58E}"/>
              </a:ext>
            </a:extLst>
          </p:cNvPr>
          <p:cNvGrpSpPr>
            <a:grpSpLocks/>
          </p:cNvGrpSpPr>
          <p:nvPr/>
        </p:nvGrpSpPr>
        <p:grpSpPr bwMode="auto">
          <a:xfrm>
            <a:off x="1838728" y="3110496"/>
            <a:ext cx="648509" cy="418221"/>
            <a:chOff x="3053396" y="4304255"/>
            <a:chExt cx="648422" cy="418253"/>
          </a:xfrm>
        </p:grpSpPr>
        <p:sp>
          <p:nvSpPr>
            <p:cNvPr id="59" name="Freeform 84">
              <a:extLst>
                <a:ext uri="{FF2B5EF4-FFF2-40B4-BE49-F238E27FC236}">
                  <a16:creationId xmlns:a16="http://schemas.microsoft.com/office/drawing/2014/main" id="{0C318F62-493F-244E-9A3D-74FDA424F01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Box 133">
              <a:extLst>
                <a:ext uri="{FF2B5EF4-FFF2-40B4-BE49-F238E27FC236}">
                  <a16:creationId xmlns:a16="http://schemas.microsoft.com/office/drawing/2014/main" id="{45ED4CFD-305F-FD49-AB6C-BC96E8D76DD4}"/>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cxnSp>
        <p:nvCxnSpPr>
          <p:cNvPr id="330" name="Straight Connector 524">
            <a:extLst>
              <a:ext uri="{FF2B5EF4-FFF2-40B4-BE49-F238E27FC236}">
                <a16:creationId xmlns:a16="http://schemas.microsoft.com/office/drawing/2014/main" id="{25B43DB6-52F3-DE4C-9BA6-B2A747C4C9A5}"/>
              </a:ext>
            </a:extLst>
          </p:cNvPr>
          <p:cNvCxnSpPr>
            <a:cxnSpLocks noChangeShapeType="1"/>
          </p:cNvCxnSpPr>
          <p:nvPr/>
        </p:nvCxnSpPr>
        <p:spPr bwMode="auto">
          <a:xfrm>
            <a:off x="2801850" y="4156772"/>
            <a:ext cx="560912" cy="2987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872" name="Group 871">
            <a:extLst>
              <a:ext uri="{FF2B5EF4-FFF2-40B4-BE49-F238E27FC236}">
                <a16:creationId xmlns:a16="http://schemas.microsoft.com/office/drawing/2014/main" id="{A25E589D-842B-C047-A119-3D7A98414FB7}"/>
              </a:ext>
            </a:extLst>
          </p:cNvPr>
          <p:cNvGrpSpPr/>
          <p:nvPr/>
        </p:nvGrpSpPr>
        <p:grpSpPr>
          <a:xfrm>
            <a:off x="3292387" y="4376707"/>
            <a:ext cx="541338" cy="223023"/>
            <a:chOff x="7493876" y="2774731"/>
            <a:chExt cx="1481958" cy="894622"/>
          </a:xfrm>
        </p:grpSpPr>
        <p:sp>
          <p:nvSpPr>
            <p:cNvPr id="905" name="Freeform 904">
              <a:extLst>
                <a:ext uri="{FF2B5EF4-FFF2-40B4-BE49-F238E27FC236}">
                  <a16:creationId xmlns:a16="http://schemas.microsoft.com/office/drawing/2014/main" id="{81EA2F3C-5A7E-8343-AB35-2ABC44A9D32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06" name="Oval 905">
              <a:extLst>
                <a:ext uri="{FF2B5EF4-FFF2-40B4-BE49-F238E27FC236}">
                  <a16:creationId xmlns:a16="http://schemas.microsoft.com/office/drawing/2014/main" id="{5FDE10E8-50B3-BC4D-AC25-C68EBCF695D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07" name="Group 906">
              <a:extLst>
                <a:ext uri="{FF2B5EF4-FFF2-40B4-BE49-F238E27FC236}">
                  <a16:creationId xmlns:a16="http://schemas.microsoft.com/office/drawing/2014/main" id="{0B8FD6CA-C921-9744-A760-55D802E5FF48}"/>
                </a:ext>
              </a:extLst>
            </p:cNvPr>
            <p:cNvGrpSpPr/>
            <p:nvPr/>
          </p:nvGrpSpPr>
          <p:grpSpPr>
            <a:xfrm>
              <a:off x="7713663" y="2848339"/>
              <a:ext cx="1042107" cy="425543"/>
              <a:chOff x="7786941" y="2884917"/>
              <a:chExt cx="897649" cy="353919"/>
            </a:xfrm>
          </p:grpSpPr>
          <p:sp>
            <p:nvSpPr>
              <p:cNvPr id="908" name="Freeform 907">
                <a:extLst>
                  <a:ext uri="{FF2B5EF4-FFF2-40B4-BE49-F238E27FC236}">
                    <a16:creationId xmlns:a16="http://schemas.microsoft.com/office/drawing/2014/main" id="{4807C980-FDBE-794F-AD74-6D2BF0D484E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9" name="Freeform 908">
                <a:extLst>
                  <a:ext uri="{FF2B5EF4-FFF2-40B4-BE49-F238E27FC236}">
                    <a16:creationId xmlns:a16="http://schemas.microsoft.com/office/drawing/2014/main" id="{26F08AE6-E4B5-0D4B-815F-50BAD5E7146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0" name="Freeform 909">
                <a:extLst>
                  <a:ext uri="{FF2B5EF4-FFF2-40B4-BE49-F238E27FC236}">
                    <a16:creationId xmlns:a16="http://schemas.microsoft.com/office/drawing/2014/main" id="{3314964C-B1A5-6944-90A3-2DB49456024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1" name="Freeform 910">
                <a:extLst>
                  <a:ext uri="{FF2B5EF4-FFF2-40B4-BE49-F238E27FC236}">
                    <a16:creationId xmlns:a16="http://schemas.microsoft.com/office/drawing/2014/main" id="{52A2021F-EAC2-B84A-9171-8219D4BDC09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349" name="Straight Connector 510">
            <a:extLst>
              <a:ext uri="{FF2B5EF4-FFF2-40B4-BE49-F238E27FC236}">
                <a16:creationId xmlns:a16="http://schemas.microsoft.com/office/drawing/2014/main" id="{B29E275D-8845-6E40-A08F-12FF3311E17D}"/>
              </a:ext>
            </a:extLst>
          </p:cNvPr>
          <p:cNvCxnSpPr>
            <a:cxnSpLocks noChangeShapeType="1"/>
          </p:cNvCxnSpPr>
          <p:nvPr/>
        </p:nvCxnSpPr>
        <p:spPr bwMode="auto">
          <a:xfrm flipH="1" flipV="1">
            <a:off x="5179131" y="5171184"/>
            <a:ext cx="371475" cy="973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5" name="Group 4">
            <a:extLst>
              <a:ext uri="{FF2B5EF4-FFF2-40B4-BE49-F238E27FC236}">
                <a16:creationId xmlns:a16="http://schemas.microsoft.com/office/drawing/2014/main" id="{FC0DD398-57C2-EB4A-A85E-E41AD8F8225D}"/>
              </a:ext>
            </a:extLst>
          </p:cNvPr>
          <p:cNvGrpSpPr/>
          <p:nvPr/>
        </p:nvGrpSpPr>
        <p:grpSpPr>
          <a:xfrm>
            <a:off x="4461581" y="5447247"/>
            <a:ext cx="2216150" cy="533562"/>
            <a:chOff x="4461581" y="5447247"/>
            <a:chExt cx="2216150" cy="533562"/>
          </a:xfrm>
        </p:grpSpPr>
        <p:cxnSp>
          <p:nvCxnSpPr>
            <p:cNvPr id="350" name="Straight Connector 509">
              <a:extLst>
                <a:ext uri="{FF2B5EF4-FFF2-40B4-BE49-F238E27FC236}">
                  <a16:creationId xmlns:a16="http://schemas.microsoft.com/office/drawing/2014/main" id="{15E7E8CE-D231-0443-8237-9CDCCE543251}"/>
                </a:ext>
              </a:extLst>
            </p:cNvPr>
            <p:cNvCxnSpPr>
              <a:cxnSpLocks noChangeShapeType="1"/>
            </p:cNvCxnSpPr>
            <p:nvPr/>
          </p:nvCxnSpPr>
          <p:spPr bwMode="auto">
            <a:xfrm flipH="1" flipV="1">
              <a:off x="6157031" y="5810947"/>
              <a:ext cx="520700" cy="169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5" name="Oval 33">
              <a:extLst>
                <a:ext uri="{FF2B5EF4-FFF2-40B4-BE49-F238E27FC236}">
                  <a16:creationId xmlns:a16="http://schemas.microsoft.com/office/drawing/2014/main" id="{1711CC92-9E02-C94A-94D1-57C565B262DE}"/>
                </a:ext>
              </a:extLst>
            </p:cNvPr>
            <p:cNvSpPr>
              <a:spLocks noChangeArrowheads="1"/>
            </p:cNvSpPr>
            <p:nvPr/>
          </p:nvSpPr>
          <p:spPr bwMode="auto">
            <a:xfrm rot="10800000">
              <a:off x="4545099" y="5447247"/>
              <a:ext cx="1807203" cy="495366"/>
            </a:xfrm>
            <a:prstGeom prst="ellipse">
              <a:avLst/>
            </a:prstGeom>
            <a:solidFill>
              <a:srgbClr val="CCCCFF"/>
            </a:solidFill>
            <a:ln w="9525">
              <a:no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prstClr val="black">
                    <a:lumMod val="65000"/>
                    <a:lumOff val="35000"/>
                  </a:prstClr>
                </a:solidFill>
                <a:effectLst/>
                <a:uLnTx/>
                <a:uFillTx/>
                <a:latin typeface="Arial" panose="020B0604020202020204" pitchFamily="34" charset="0"/>
                <a:ea typeface="ＭＳ Ｐゴシック" panose="020B0600070205080204" pitchFamily="34" charset="-128"/>
                <a:cs typeface="Arial"/>
              </a:endParaRPr>
            </a:p>
          </p:txBody>
        </p:sp>
        <p:cxnSp>
          <p:nvCxnSpPr>
            <p:cNvPr id="351" name="Straight Connector 511">
              <a:extLst>
                <a:ext uri="{FF2B5EF4-FFF2-40B4-BE49-F238E27FC236}">
                  <a16:creationId xmlns:a16="http://schemas.microsoft.com/office/drawing/2014/main" id="{DDF17605-AB1A-CD4B-919C-6D6D051BCF04}"/>
                </a:ext>
              </a:extLst>
            </p:cNvPr>
            <p:cNvCxnSpPr>
              <a:cxnSpLocks noChangeShapeType="1"/>
            </p:cNvCxnSpPr>
            <p:nvPr/>
          </p:nvCxnSpPr>
          <p:spPr bwMode="auto">
            <a:xfrm flipV="1">
              <a:off x="4461581" y="5815709"/>
              <a:ext cx="306387" cy="165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53" name="TextBox 9">
              <a:extLst>
                <a:ext uri="{FF2B5EF4-FFF2-40B4-BE49-F238E27FC236}">
                  <a16:creationId xmlns:a16="http://schemas.microsoft.com/office/drawing/2014/main" id="{419FEDC2-503D-FD43-B58C-4D0CA969F6AA}"/>
                </a:ext>
              </a:extLst>
            </p:cNvPr>
            <p:cNvSpPr txBox="1">
              <a:spLocks noChangeArrowheads="1"/>
            </p:cNvSpPr>
            <p:nvPr/>
          </p:nvSpPr>
          <p:spPr bwMode="auto">
            <a:xfrm>
              <a:off x="4662400" y="5488195"/>
              <a:ext cx="15824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regional ISP</a:t>
              </a:r>
            </a:p>
          </p:txBody>
        </p:sp>
      </p:grpSp>
      <p:grpSp>
        <p:nvGrpSpPr>
          <p:cNvPr id="24" name="Group 175">
            <a:extLst>
              <a:ext uri="{FF2B5EF4-FFF2-40B4-BE49-F238E27FC236}">
                <a16:creationId xmlns:a16="http://schemas.microsoft.com/office/drawing/2014/main" id="{134DD520-7978-5747-B557-6216C572DFE6}"/>
              </a:ext>
            </a:extLst>
          </p:cNvPr>
          <p:cNvGrpSpPr>
            <a:grpSpLocks/>
          </p:cNvGrpSpPr>
          <p:nvPr/>
        </p:nvGrpSpPr>
        <p:grpSpPr bwMode="auto">
          <a:xfrm>
            <a:off x="4201247" y="5904281"/>
            <a:ext cx="648509" cy="418221"/>
            <a:chOff x="3053396" y="4304255"/>
            <a:chExt cx="648422" cy="418253"/>
          </a:xfrm>
        </p:grpSpPr>
        <p:sp>
          <p:nvSpPr>
            <p:cNvPr id="31" name="Freeform 84">
              <a:extLst>
                <a:ext uri="{FF2B5EF4-FFF2-40B4-BE49-F238E27FC236}">
                  <a16:creationId xmlns:a16="http://schemas.microsoft.com/office/drawing/2014/main" id="{C577F5FD-5D66-CF43-8149-2A5429C8940A}"/>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Box 177">
              <a:extLst>
                <a:ext uri="{FF2B5EF4-FFF2-40B4-BE49-F238E27FC236}">
                  <a16:creationId xmlns:a16="http://schemas.microsoft.com/office/drawing/2014/main" id="{AA8FB1A9-24AA-6944-82EC-BE9D926267BD}"/>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3" name="Group 172">
            <a:extLst>
              <a:ext uri="{FF2B5EF4-FFF2-40B4-BE49-F238E27FC236}">
                <a16:creationId xmlns:a16="http://schemas.microsoft.com/office/drawing/2014/main" id="{7C2A35D0-56CA-3641-A6F1-6B3B15ECC563}"/>
              </a:ext>
            </a:extLst>
          </p:cNvPr>
          <p:cNvGrpSpPr>
            <a:grpSpLocks/>
          </p:cNvGrpSpPr>
          <p:nvPr/>
        </p:nvGrpSpPr>
        <p:grpSpPr bwMode="auto">
          <a:xfrm>
            <a:off x="5420611" y="6056669"/>
            <a:ext cx="648509" cy="418221"/>
            <a:chOff x="3053396" y="4304255"/>
            <a:chExt cx="648422" cy="418253"/>
          </a:xfrm>
        </p:grpSpPr>
        <p:sp>
          <p:nvSpPr>
            <p:cNvPr id="33" name="Freeform 84">
              <a:extLst>
                <a:ext uri="{FF2B5EF4-FFF2-40B4-BE49-F238E27FC236}">
                  <a16:creationId xmlns:a16="http://schemas.microsoft.com/office/drawing/2014/main" id="{8AAD2739-378D-9246-AF78-87DAEF7F2F23}"/>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Box 174">
              <a:extLst>
                <a:ext uri="{FF2B5EF4-FFF2-40B4-BE49-F238E27FC236}">
                  <a16:creationId xmlns:a16="http://schemas.microsoft.com/office/drawing/2014/main" id="{E7F13F8B-3A00-D34F-9D41-965BF84584A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2" name="Group 169">
            <a:extLst>
              <a:ext uri="{FF2B5EF4-FFF2-40B4-BE49-F238E27FC236}">
                <a16:creationId xmlns:a16="http://schemas.microsoft.com/office/drawing/2014/main" id="{188C2074-F159-A84A-BA68-5AB5304751BC}"/>
              </a:ext>
            </a:extLst>
          </p:cNvPr>
          <p:cNvGrpSpPr>
            <a:grpSpLocks/>
          </p:cNvGrpSpPr>
          <p:nvPr/>
        </p:nvGrpSpPr>
        <p:grpSpPr bwMode="auto">
          <a:xfrm>
            <a:off x="6335134" y="5916980"/>
            <a:ext cx="648509" cy="418221"/>
            <a:chOff x="3053396" y="4304255"/>
            <a:chExt cx="648422" cy="418253"/>
          </a:xfrm>
        </p:grpSpPr>
        <p:sp>
          <p:nvSpPr>
            <p:cNvPr id="35" name="Freeform 84">
              <a:extLst>
                <a:ext uri="{FF2B5EF4-FFF2-40B4-BE49-F238E27FC236}">
                  <a16:creationId xmlns:a16="http://schemas.microsoft.com/office/drawing/2014/main" id="{BDC6D0EF-413A-9E4D-9647-D0D2FE4442C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Box 171">
              <a:extLst>
                <a:ext uri="{FF2B5EF4-FFF2-40B4-BE49-F238E27FC236}">
                  <a16:creationId xmlns:a16="http://schemas.microsoft.com/office/drawing/2014/main" id="{FE5336A0-2A38-3C4B-B598-A66CCCFD5709}"/>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870" name="Group 869">
            <a:extLst>
              <a:ext uri="{FF2B5EF4-FFF2-40B4-BE49-F238E27FC236}">
                <a16:creationId xmlns:a16="http://schemas.microsoft.com/office/drawing/2014/main" id="{2201EDA2-F87D-BF47-BEA0-21B0A24F495A}"/>
              </a:ext>
            </a:extLst>
          </p:cNvPr>
          <p:cNvGrpSpPr/>
          <p:nvPr/>
        </p:nvGrpSpPr>
        <p:grpSpPr>
          <a:xfrm>
            <a:off x="4812419" y="5011641"/>
            <a:ext cx="541338" cy="223023"/>
            <a:chOff x="7493876" y="2774731"/>
            <a:chExt cx="1481958" cy="894622"/>
          </a:xfrm>
        </p:grpSpPr>
        <p:sp>
          <p:nvSpPr>
            <p:cNvPr id="919" name="Freeform 918">
              <a:extLst>
                <a:ext uri="{FF2B5EF4-FFF2-40B4-BE49-F238E27FC236}">
                  <a16:creationId xmlns:a16="http://schemas.microsoft.com/office/drawing/2014/main" id="{7BACFFDC-142B-174A-BFED-E6176627DB8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20" name="Oval 919">
              <a:extLst>
                <a:ext uri="{FF2B5EF4-FFF2-40B4-BE49-F238E27FC236}">
                  <a16:creationId xmlns:a16="http://schemas.microsoft.com/office/drawing/2014/main" id="{6B0BD693-1861-1344-9C54-9555107E799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21" name="Group 920">
              <a:extLst>
                <a:ext uri="{FF2B5EF4-FFF2-40B4-BE49-F238E27FC236}">
                  <a16:creationId xmlns:a16="http://schemas.microsoft.com/office/drawing/2014/main" id="{0019A1FA-0729-AB44-ACE4-09350E33F468}"/>
                </a:ext>
              </a:extLst>
            </p:cNvPr>
            <p:cNvGrpSpPr/>
            <p:nvPr/>
          </p:nvGrpSpPr>
          <p:grpSpPr>
            <a:xfrm>
              <a:off x="7713663" y="2848339"/>
              <a:ext cx="1042107" cy="425543"/>
              <a:chOff x="7786941" y="2884917"/>
              <a:chExt cx="897649" cy="353919"/>
            </a:xfrm>
          </p:grpSpPr>
          <p:sp>
            <p:nvSpPr>
              <p:cNvPr id="922" name="Freeform 921">
                <a:extLst>
                  <a:ext uri="{FF2B5EF4-FFF2-40B4-BE49-F238E27FC236}">
                    <a16:creationId xmlns:a16="http://schemas.microsoft.com/office/drawing/2014/main" id="{FA1FC1ED-CBBF-5F44-A7FA-778F742FE76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3" name="Freeform 922">
                <a:extLst>
                  <a:ext uri="{FF2B5EF4-FFF2-40B4-BE49-F238E27FC236}">
                    <a16:creationId xmlns:a16="http://schemas.microsoft.com/office/drawing/2014/main" id="{6C0ECFD1-933A-B74E-BFEE-72B00BC4C3A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4" name="Freeform 923">
                <a:extLst>
                  <a:ext uri="{FF2B5EF4-FFF2-40B4-BE49-F238E27FC236}">
                    <a16:creationId xmlns:a16="http://schemas.microsoft.com/office/drawing/2014/main" id="{FF559D91-8CE3-6E40-B135-CC54DC6069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5" name="Freeform 924">
                <a:extLst>
                  <a:ext uri="{FF2B5EF4-FFF2-40B4-BE49-F238E27FC236}">
                    <a16:creationId xmlns:a16="http://schemas.microsoft.com/office/drawing/2014/main" id="{4747411F-F0D6-A548-A80F-4ED08DE503B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54" name="Oval 33">
            <a:extLst>
              <a:ext uri="{FF2B5EF4-FFF2-40B4-BE49-F238E27FC236}">
                <a16:creationId xmlns:a16="http://schemas.microsoft.com/office/drawing/2014/main" id="{4311CB3E-A4EB-DB44-B228-0B362E348AFC}"/>
              </a:ext>
            </a:extLst>
          </p:cNvPr>
          <p:cNvSpPr>
            <a:spLocks noChangeArrowheads="1"/>
          </p:cNvSpPr>
          <p:nvPr/>
        </p:nvSpPr>
        <p:spPr bwMode="auto">
          <a:xfrm rot="5400000">
            <a:off x="2030588" y="3754605"/>
            <a:ext cx="1252537" cy="381000"/>
          </a:xfrm>
          <a:prstGeom prst="ellipse">
            <a:avLst/>
          </a:prstGeom>
          <a:solidFill>
            <a:srgbClr val="CCCCFF"/>
          </a:solidFill>
          <a:ln w="9525">
            <a:no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prstClr val="black">
                  <a:lumMod val="65000"/>
                  <a:lumOff val="35000"/>
                </a:prstClr>
              </a:solidFill>
              <a:effectLst/>
              <a:uLnTx/>
              <a:uFillTx/>
              <a:latin typeface="Arial" panose="020B0604020202020204" pitchFamily="34" charset="0"/>
              <a:ea typeface="ＭＳ Ｐゴシック" panose="020B0600070205080204" pitchFamily="34" charset="-128"/>
              <a:cs typeface="Arial"/>
            </a:endParaRPr>
          </a:p>
        </p:txBody>
      </p:sp>
      <p:sp>
        <p:nvSpPr>
          <p:cNvPr id="328" name="Slide Number Placeholder 5">
            <a:extLst>
              <a:ext uri="{FF2B5EF4-FFF2-40B4-BE49-F238E27FC236}">
                <a16:creationId xmlns:a16="http://schemas.microsoft.com/office/drawing/2014/main" id="{7BDE0A7B-94CE-FC4F-BFEA-CC6E8E15F53F}"/>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lumMod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Introduction: 1-</a:t>
            </a:r>
            <a:fld id="{C4204591-24BD-A542-B9D5-F8D8A88D2FEE}" type="slidenum">
              <a:rPr lang="en-US" smtClean="0"/>
              <a:pPr/>
              <a:t>23</a:t>
            </a:fld>
            <a:endParaRPr lang="en-US"/>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19C9D4A1-1E38-3C07-D66A-876F704F2403}"/>
                  </a:ext>
                </a:extLst>
              </p14:cNvPr>
              <p14:cNvContentPartPr/>
              <p14:nvPr/>
            </p14:nvContentPartPr>
            <p14:xfrm>
              <a:off x="3993120" y="5097600"/>
              <a:ext cx="3628800" cy="1489680"/>
            </p14:xfrm>
          </p:contentPart>
        </mc:Choice>
        <mc:Fallback>
          <p:pic>
            <p:nvPicPr>
              <p:cNvPr id="3" name="Ink 2">
                <a:extLst>
                  <a:ext uri="{FF2B5EF4-FFF2-40B4-BE49-F238E27FC236}">
                    <a16:creationId xmlns:a16="http://schemas.microsoft.com/office/drawing/2014/main" id="{19C9D4A1-1E38-3C07-D66A-876F704F2403}"/>
                  </a:ext>
                </a:extLst>
              </p:cNvPr>
              <p:cNvPicPr/>
              <p:nvPr/>
            </p:nvPicPr>
            <p:blipFill>
              <a:blip r:embed="rId4"/>
              <a:stretch>
                <a:fillRect/>
              </a:stretch>
            </p:blipFill>
            <p:spPr>
              <a:xfrm>
                <a:off x="3983760" y="5088240"/>
                <a:ext cx="3647520" cy="1508400"/>
              </a:xfrm>
              <a:prstGeom prst="rect">
                <a:avLst/>
              </a:prstGeom>
            </p:spPr>
          </p:pic>
        </mc:Fallback>
      </mc:AlternateContent>
    </p:spTree>
    <p:extLst>
      <p:ext uri="{BB962C8B-B14F-4D97-AF65-F5344CB8AC3E}">
        <p14:creationId xmlns:p14="http://schemas.microsoft.com/office/powerpoint/2010/main" val="3475713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AF6577-EEBA-2F1A-5DF7-C704DDC9FD8E}"/>
              </a:ext>
            </a:extLst>
          </p:cNvPr>
          <p:cNvSpPr>
            <a:spLocks noGrp="1"/>
          </p:cNvSpPr>
          <p:nvPr>
            <p:ph type="title"/>
          </p:nvPr>
        </p:nvSpPr>
        <p:spPr/>
        <p:txBody>
          <a:bodyPr/>
          <a:lstStyle/>
          <a:p>
            <a:r>
              <a:rPr lang="en-US" dirty="0"/>
              <a:t>3-tier Internet Architecture</a:t>
            </a:r>
          </a:p>
        </p:txBody>
      </p:sp>
      <p:sp>
        <p:nvSpPr>
          <p:cNvPr id="7" name="Content Placeholder 6">
            <a:extLst>
              <a:ext uri="{FF2B5EF4-FFF2-40B4-BE49-F238E27FC236}">
                <a16:creationId xmlns:a16="http://schemas.microsoft.com/office/drawing/2014/main" id="{E4FB5E72-F00C-AAE7-A8F2-FBEC30EEA06E}"/>
              </a:ext>
            </a:extLst>
          </p:cNvPr>
          <p:cNvSpPr>
            <a:spLocks noGrp="1"/>
          </p:cNvSpPr>
          <p:nvPr>
            <p:ph sz="half" idx="1"/>
          </p:nvPr>
        </p:nvSpPr>
        <p:spPr/>
        <p:txBody>
          <a:bodyPr/>
          <a:lstStyle/>
          <a:p>
            <a:pPr marL="0" indent="0">
              <a:lnSpc>
                <a:spcPct val="120000"/>
              </a:lnSpc>
              <a:spcBef>
                <a:spcPts val="600"/>
              </a:spcBef>
              <a:spcAft>
                <a:spcPts val="300"/>
              </a:spcAft>
              <a:buNone/>
            </a:pPr>
            <a:r>
              <a:rPr lang="en-US" sz="2400" b="1" dirty="0"/>
              <a:t>Tier-1 ISP</a:t>
            </a:r>
          </a:p>
          <a:p>
            <a:pPr marL="457200" indent="-457200">
              <a:lnSpc>
                <a:spcPct val="120000"/>
              </a:lnSpc>
              <a:spcBef>
                <a:spcPts val="300"/>
              </a:spcBef>
              <a:buFont typeface="Arial"/>
              <a:buChar char="•"/>
            </a:pPr>
            <a:r>
              <a:rPr lang="en-US" sz="2000" dirty="0"/>
              <a:t>Global reach; doesn't pay for transit</a:t>
            </a:r>
          </a:p>
          <a:p>
            <a:pPr marL="457200" indent="-457200">
              <a:lnSpc>
                <a:spcPct val="120000"/>
              </a:lnSpc>
              <a:spcBef>
                <a:spcPts val="300"/>
              </a:spcBef>
              <a:buFont typeface="Arial"/>
              <a:buChar char="•"/>
            </a:pPr>
            <a:r>
              <a:rPr lang="en-US" sz="2000" dirty="0"/>
              <a:t>E.g., TATA Communications, AT&amp;T</a:t>
            </a:r>
          </a:p>
          <a:p>
            <a:pPr marL="0" indent="0">
              <a:lnSpc>
                <a:spcPct val="120000"/>
              </a:lnSpc>
              <a:spcBef>
                <a:spcPts val="900"/>
              </a:spcBef>
              <a:spcAft>
                <a:spcPts val="300"/>
              </a:spcAft>
              <a:buNone/>
            </a:pPr>
            <a:r>
              <a:rPr lang="en-US" sz="2400" b="1" dirty="0"/>
              <a:t>Tier-2 ISP</a:t>
            </a:r>
          </a:p>
          <a:p>
            <a:pPr marL="457200" indent="-457200">
              <a:lnSpc>
                <a:spcPct val="120000"/>
              </a:lnSpc>
              <a:spcBef>
                <a:spcPts val="300"/>
              </a:spcBef>
              <a:buFont typeface="Arial"/>
              <a:buChar char="•"/>
            </a:pPr>
            <a:r>
              <a:rPr lang="en-US" sz="2000" dirty="0"/>
              <a:t>Customer to some, provider/peer to others</a:t>
            </a:r>
          </a:p>
          <a:p>
            <a:pPr marL="0" indent="0">
              <a:lnSpc>
                <a:spcPct val="120000"/>
              </a:lnSpc>
              <a:spcBef>
                <a:spcPts val="900"/>
              </a:spcBef>
              <a:spcAft>
                <a:spcPts val="300"/>
              </a:spcAft>
              <a:buNone/>
            </a:pPr>
            <a:r>
              <a:rPr lang="en-US" sz="2400" b="1" dirty="0"/>
              <a:t>Tier-3 ISP</a:t>
            </a:r>
          </a:p>
          <a:p>
            <a:pPr marL="457200" indent="-457200">
              <a:lnSpc>
                <a:spcPct val="120000"/>
              </a:lnSpc>
              <a:spcBef>
                <a:spcPts val="300"/>
              </a:spcBef>
              <a:buFont typeface="Arial"/>
              <a:buChar char="•"/>
            </a:pPr>
            <a:r>
              <a:rPr lang="en-US" sz="2000" dirty="0"/>
              <a:t>Acts only as customer (no downstream networks)</a:t>
            </a:r>
          </a:p>
        </p:txBody>
      </p:sp>
      <p:grpSp>
        <p:nvGrpSpPr>
          <p:cNvPr id="323" name="Group 322">
            <a:extLst>
              <a:ext uri="{FF2B5EF4-FFF2-40B4-BE49-F238E27FC236}">
                <a16:creationId xmlns:a16="http://schemas.microsoft.com/office/drawing/2014/main" id="{5F64EE07-0F08-FE82-A946-8E07BA6217D8}"/>
              </a:ext>
            </a:extLst>
          </p:cNvPr>
          <p:cNvGrpSpPr/>
          <p:nvPr/>
        </p:nvGrpSpPr>
        <p:grpSpPr>
          <a:xfrm>
            <a:off x="5636632" y="1739216"/>
            <a:ext cx="6555368" cy="3379567"/>
            <a:chOff x="1619894" y="2043778"/>
            <a:chExt cx="8437563" cy="4434036"/>
          </a:xfrm>
        </p:grpSpPr>
        <p:sp>
          <p:nvSpPr>
            <p:cNvPr id="8" name="Oval 3">
              <a:extLst>
                <a:ext uri="{FF2B5EF4-FFF2-40B4-BE49-F238E27FC236}">
                  <a16:creationId xmlns:a16="http://schemas.microsoft.com/office/drawing/2014/main" id="{21094BE9-0916-BE3D-65C4-34ED13EC7CF4}"/>
                </a:ext>
              </a:extLst>
            </p:cNvPr>
            <p:cNvSpPr>
              <a:spLocks noChangeArrowheads="1"/>
            </p:cNvSpPr>
            <p:nvPr/>
          </p:nvSpPr>
          <p:spPr bwMode="auto">
            <a:xfrm>
              <a:off x="2884399" y="2782792"/>
              <a:ext cx="3475038" cy="138112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9" name="Straight Connector 10">
              <a:extLst>
                <a:ext uri="{FF2B5EF4-FFF2-40B4-BE49-F238E27FC236}">
                  <a16:creationId xmlns:a16="http://schemas.microsoft.com/office/drawing/2014/main" id="{2513DE24-5B78-73DD-503B-7BE1DB342B38}"/>
                </a:ext>
              </a:extLst>
            </p:cNvPr>
            <p:cNvCxnSpPr>
              <a:cxnSpLocks noChangeShapeType="1"/>
            </p:cNvCxnSpPr>
            <p:nvPr/>
          </p:nvCxnSpPr>
          <p:spPr bwMode="auto">
            <a:xfrm>
              <a:off x="4108363" y="3025678"/>
              <a:ext cx="1146175" cy="730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10" name="Straight Connector 297">
              <a:extLst>
                <a:ext uri="{FF2B5EF4-FFF2-40B4-BE49-F238E27FC236}">
                  <a16:creationId xmlns:a16="http://schemas.microsoft.com/office/drawing/2014/main" id="{CE55F2AC-C4F0-91DB-8116-0B803B84D97C}"/>
                </a:ext>
              </a:extLst>
            </p:cNvPr>
            <p:cNvCxnSpPr>
              <a:cxnSpLocks noChangeShapeType="1"/>
            </p:cNvCxnSpPr>
            <p:nvPr/>
          </p:nvCxnSpPr>
          <p:spPr bwMode="auto">
            <a:xfrm>
              <a:off x="4702088" y="3325716"/>
              <a:ext cx="130175" cy="841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11" name="Straight Connector 298">
              <a:extLst>
                <a:ext uri="{FF2B5EF4-FFF2-40B4-BE49-F238E27FC236}">
                  <a16:creationId xmlns:a16="http://schemas.microsoft.com/office/drawing/2014/main" id="{FA31D2BA-623D-9E45-17CA-6B721EBF496C}"/>
                </a:ext>
              </a:extLst>
            </p:cNvPr>
            <p:cNvCxnSpPr>
              <a:cxnSpLocks noChangeShapeType="1"/>
            </p:cNvCxnSpPr>
            <p:nvPr/>
          </p:nvCxnSpPr>
          <p:spPr bwMode="auto">
            <a:xfrm flipV="1">
              <a:off x="4486188" y="3530503"/>
              <a:ext cx="263525"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12" name="Straight Connector 299">
              <a:extLst>
                <a:ext uri="{FF2B5EF4-FFF2-40B4-BE49-F238E27FC236}">
                  <a16:creationId xmlns:a16="http://schemas.microsoft.com/office/drawing/2014/main" id="{97BDB3B1-CCFC-B19F-0483-A9D9EA600A0D}"/>
                </a:ext>
              </a:extLst>
            </p:cNvPr>
            <p:cNvCxnSpPr>
              <a:cxnSpLocks noChangeShapeType="1"/>
            </p:cNvCxnSpPr>
            <p:nvPr/>
          </p:nvCxnSpPr>
          <p:spPr bwMode="auto">
            <a:xfrm flipV="1">
              <a:off x="4165513" y="3354291"/>
              <a:ext cx="209550" cy="1095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13" name="Straight Connector 300">
              <a:extLst>
                <a:ext uri="{FF2B5EF4-FFF2-40B4-BE49-F238E27FC236}">
                  <a16:creationId xmlns:a16="http://schemas.microsoft.com/office/drawing/2014/main" id="{8ACA11E2-FFDA-A320-555C-7FF0EFB769CE}"/>
                </a:ext>
              </a:extLst>
            </p:cNvPr>
            <p:cNvCxnSpPr>
              <a:cxnSpLocks noChangeShapeType="1"/>
            </p:cNvCxnSpPr>
            <p:nvPr/>
          </p:nvCxnSpPr>
          <p:spPr bwMode="auto">
            <a:xfrm flipV="1">
              <a:off x="3827375" y="3654328"/>
              <a:ext cx="222250" cy="984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14" name="Straight Connector 301">
              <a:extLst>
                <a:ext uri="{FF2B5EF4-FFF2-40B4-BE49-F238E27FC236}">
                  <a16:creationId xmlns:a16="http://schemas.microsoft.com/office/drawing/2014/main" id="{FDFA559D-DBBA-1830-DDDB-ABE0263F2F3C}"/>
                </a:ext>
              </a:extLst>
            </p:cNvPr>
            <p:cNvCxnSpPr>
              <a:cxnSpLocks noChangeShapeType="1"/>
            </p:cNvCxnSpPr>
            <p:nvPr/>
          </p:nvCxnSpPr>
          <p:spPr bwMode="auto">
            <a:xfrm flipV="1">
              <a:off x="4719550" y="3579716"/>
              <a:ext cx="273050" cy="254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15" name="Straight Connector 302">
              <a:extLst>
                <a:ext uri="{FF2B5EF4-FFF2-40B4-BE49-F238E27FC236}">
                  <a16:creationId xmlns:a16="http://schemas.microsoft.com/office/drawing/2014/main" id="{EC856C8F-8F24-D14F-FF0D-340BBDBB72B1}"/>
                </a:ext>
              </a:extLst>
            </p:cNvPr>
            <p:cNvCxnSpPr>
              <a:cxnSpLocks noChangeShapeType="1"/>
            </p:cNvCxnSpPr>
            <p:nvPr/>
          </p:nvCxnSpPr>
          <p:spPr bwMode="auto">
            <a:xfrm flipH="1" flipV="1">
              <a:off x="5251363" y="3565428"/>
              <a:ext cx="387350" cy="1254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16" name="Straight Connector 303">
              <a:extLst>
                <a:ext uri="{FF2B5EF4-FFF2-40B4-BE49-F238E27FC236}">
                  <a16:creationId xmlns:a16="http://schemas.microsoft.com/office/drawing/2014/main" id="{6519EEDB-D581-4F6D-44D1-BE0E4FE25ACC}"/>
                </a:ext>
              </a:extLst>
            </p:cNvPr>
            <p:cNvCxnSpPr>
              <a:cxnSpLocks noChangeShapeType="1"/>
            </p:cNvCxnSpPr>
            <p:nvPr/>
          </p:nvCxnSpPr>
          <p:spPr bwMode="auto">
            <a:xfrm flipV="1">
              <a:off x="5237075" y="3216178"/>
              <a:ext cx="307975" cy="1984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17" name="Straight Connector 304">
              <a:extLst>
                <a:ext uri="{FF2B5EF4-FFF2-40B4-BE49-F238E27FC236}">
                  <a16:creationId xmlns:a16="http://schemas.microsoft.com/office/drawing/2014/main" id="{C1486B8D-0C61-8159-D9B2-1ED6DF38E34E}"/>
                </a:ext>
              </a:extLst>
            </p:cNvPr>
            <p:cNvCxnSpPr>
              <a:cxnSpLocks noChangeShapeType="1"/>
            </p:cNvCxnSpPr>
            <p:nvPr/>
          </p:nvCxnSpPr>
          <p:spPr bwMode="auto">
            <a:xfrm flipH="1" flipV="1">
              <a:off x="4109950" y="3086003"/>
              <a:ext cx="246063" cy="873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18" name="TextBox 39958">
              <a:extLst>
                <a:ext uri="{FF2B5EF4-FFF2-40B4-BE49-F238E27FC236}">
                  <a16:creationId xmlns:a16="http://schemas.microsoft.com/office/drawing/2014/main" id="{3B6CDD5B-24EC-5157-200F-370712A68368}"/>
                </a:ext>
              </a:extLst>
            </p:cNvPr>
            <p:cNvSpPr txBox="1">
              <a:spLocks noChangeArrowheads="1"/>
            </p:cNvSpPr>
            <p:nvPr/>
          </p:nvSpPr>
          <p:spPr bwMode="auto">
            <a:xfrm>
              <a:off x="3044738" y="3127278"/>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A</a:t>
              </a:r>
            </a:p>
          </p:txBody>
        </p:sp>
        <p:grpSp>
          <p:nvGrpSpPr>
            <p:cNvPr id="19" name="Group 18">
              <a:extLst>
                <a:ext uri="{FF2B5EF4-FFF2-40B4-BE49-F238E27FC236}">
                  <a16:creationId xmlns:a16="http://schemas.microsoft.com/office/drawing/2014/main" id="{1014A011-3696-2158-C3B6-A9AC3C6EA213}"/>
                </a:ext>
              </a:extLst>
            </p:cNvPr>
            <p:cNvGrpSpPr/>
            <p:nvPr/>
          </p:nvGrpSpPr>
          <p:grpSpPr>
            <a:xfrm>
              <a:off x="4779875" y="3395180"/>
              <a:ext cx="541338" cy="223023"/>
              <a:chOff x="7493876" y="2774731"/>
              <a:chExt cx="1481958" cy="894622"/>
            </a:xfrm>
          </p:grpSpPr>
          <p:sp>
            <p:nvSpPr>
              <p:cNvPr id="20" name="Freeform 19">
                <a:extLst>
                  <a:ext uri="{FF2B5EF4-FFF2-40B4-BE49-F238E27FC236}">
                    <a16:creationId xmlns:a16="http://schemas.microsoft.com/office/drawing/2014/main" id="{8B1DC8BB-959A-74F4-1B40-089387FC04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1" name="Oval 20">
                <a:extLst>
                  <a:ext uri="{FF2B5EF4-FFF2-40B4-BE49-F238E27FC236}">
                    <a16:creationId xmlns:a16="http://schemas.microsoft.com/office/drawing/2014/main" id="{B8FF61FC-0704-192F-540F-67BD83F578E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2" name="Group 21">
                <a:extLst>
                  <a:ext uri="{FF2B5EF4-FFF2-40B4-BE49-F238E27FC236}">
                    <a16:creationId xmlns:a16="http://schemas.microsoft.com/office/drawing/2014/main" id="{9A46CBA1-7C9A-3228-82CB-0BB5B6796D33}"/>
                  </a:ext>
                </a:extLst>
              </p:cNvPr>
              <p:cNvGrpSpPr/>
              <p:nvPr/>
            </p:nvGrpSpPr>
            <p:grpSpPr>
              <a:xfrm>
                <a:off x="7713663" y="2848339"/>
                <a:ext cx="1042107" cy="425543"/>
                <a:chOff x="7786941" y="2884917"/>
                <a:chExt cx="897649" cy="353919"/>
              </a:xfrm>
            </p:grpSpPr>
            <p:sp>
              <p:nvSpPr>
                <p:cNvPr id="23" name="Freeform 22">
                  <a:extLst>
                    <a:ext uri="{FF2B5EF4-FFF2-40B4-BE49-F238E27FC236}">
                      <a16:creationId xmlns:a16="http://schemas.microsoft.com/office/drawing/2014/main" id="{9EF2C4CC-82F9-D525-3245-1210B7A486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Freeform 23">
                  <a:extLst>
                    <a:ext uri="{FF2B5EF4-FFF2-40B4-BE49-F238E27FC236}">
                      <a16:creationId xmlns:a16="http://schemas.microsoft.com/office/drawing/2014/main" id="{35C8476F-9E96-C835-2D5A-CA102243B52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Freeform 24">
                  <a:extLst>
                    <a:ext uri="{FF2B5EF4-FFF2-40B4-BE49-F238E27FC236}">
                      <a16:creationId xmlns:a16="http://schemas.microsoft.com/office/drawing/2014/main" id="{85D8380C-FE39-F008-E5A0-8581CA15791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Freeform 25">
                  <a:extLst>
                    <a:ext uri="{FF2B5EF4-FFF2-40B4-BE49-F238E27FC236}">
                      <a16:creationId xmlns:a16="http://schemas.microsoft.com/office/drawing/2014/main" id="{E3F9123A-3C4A-A2B6-EDEF-A63B5480461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7" name="Group 26">
              <a:extLst>
                <a:ext uri="{FF2B5EF4-FFF2-40B4-BE49-F238E27FC236}">
                  <a16:creationId xmlns:a16="http://schemas.microsoft.com/office/drawing/2014/main" id="{D74184C2-E28C-5624-50E0-74ECC75D4F61}"/>
                </a:ext>
              </a:extLst>
            </p:cNvPr>
            <p:cNvGrpSpPr/>
            <p:nvPr/>
          </p:nvGrpSpPr>
          <p:grpSpPr>
            <a:xfrm>
              <a:off x="4228292" y="3150704"/>
              <a:ext cx="541338" cy="223023"/>
              <a:chOff x="7493876" y="2774731"/>
              <a:chExt cx="1481958" cy="894622"/>
            </a:xfrm>
          </p:grpSpPr>
          <p:sp>
            <p:nvSpPr>
              <p:cNvPr id="28" name="Freeform 27">
                <a:extLst>
                  <a:ext uri="{FF2B5EF4-FFF2-40B4-BE49-F238E27FC236}">
                    <a16:creationId xmlns:a16="http://schemas.microsoft.com/office/drawing/2014/main" id="{538D5F6A-56BF-C9D7-69A7-AB8B7F56F4E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9" name="Oval 28">
                <a:extLst>
                  <a:ext uri="{FF2B5EF4-FFF2-40B4-BE49-F238E27FC236}">
                    <a16:creationId xmlns:a16="http://schemas.microsoft.com/office/drawing/2014/main" id="{FB2587D3-806A-F046-DE45-DD927C1236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0" name="Group 29">
                <a:extLst>
                  <a:ext uri="{FF2B5EF4-FFF2-40B4-BE49-F238E27FC236}">
                    <a16:creationId xmlns:a16="http://schemas.microsoft.com/office/drawing/2014/main" id="{5077DEE7-E010-81E4-1119-6BC4B4E01438}"/>
                  </a:ext>
                </a:extLst>
              </p:cNvPr>
              <p:cNvGrpSpPr/>
              <p:nvPr/>
            </p:nvGrpSpPr>
            <p:grpSpPr>
              <a:xfrm>
                <a:off x="7713663" y="2848339"/>
                <a:ext cx="1042107" cy="425543"/>
                <a:chOff x="7786941" y="2884917"/>
                <a:chExt cx="897649" cy="353919"/>
              </a:xfrm>
            </p:grpSpPr>
            <p:sp>
              <p:nvSpPr>
                <p:cNvPr id="31" name="Freeform 30">
                  <a:extLst>
                    <a:ext uri="{FF2B5EF4-FFF2-40B4-BE49-F238E27FC236}">
                      <a16:creationId xmlns:a16="http://schemas.microsoft.com/office/drawing/2014/main" id="{44D90C73-2819-AA0C-4F25-4DA6493356E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E9A873A-0786-B11D-7C37-B1AB2165E28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Freeform 32">
                  <a:extLst>
                    <a:ext uri="{FF2B5EF4-FFF2-40B4-BE49-F238E27FC236}">
                      <a16:creationId xmlns:a16="http://schemas.microsoft.com/office/drawing/2014/main" id="{CEC781FD-4A12-A353-7A35-2AED31AF426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Freeform 33">
                  <a:extLst>
                    <a:ext uri="{FF2B5EF4-FFF2-40B4-BE49-F238E27FC236}">
                      <a16:creationId xmlns:a16="http://schemas.microsoft.com/office/drawing/2014/main" id="{FB20F0EC-2FBE-9B28-DC64-FD8D9A67A50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5" name="Group 34">
              <a:extLst>
                <a:ext uri="{FF2B5EF4-FFF2-40B4-BE49-F238E27FC236}">
                  <a16:creationId xmlns:a16="http://schemas.microsoft.com/office/drawing/2014/main" id="{67101BB4-0627-63EB-5507-A41DB63BBE44}"/>
                </a:ext>
              </a:extLst>
            </p:cNvPr>
            <p:cNvGrpSpPr/>
            <p:nvPr/>
          </p:nvGrpSpPr>
          <p:grpSpPr>
            <a:xfrm>
              <a:off x="3972632" y="3451642"/>
              <a:ext cx="541338" cy="223023"/>
              <a:chOff x="7493876" y="2774731"/>
              <a:chExt cx="1481958" cy="894622"/>
            </a:xfrm>
          </p:grpSpPr>
          <p:sp>
            <p:nvSpPr>
              <p:cNvPr id="36" name="Freeform 35">
                <a:extLst>
                  <a:ext uri="{FF2B5EF4-FFF2-40B4-BE49-F238E27FC236}">
                    <a16:creationId xmlns:a16="http://schemas.microsoft.com/office/drawing/2014/main" id="{28D5BC27-562F-D169-A755-3B99F78E2F9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7" name="Oval 36">
                <a:extLst>
                  <a:ext uri="{FF2B5EF4-FFF2-40B4-BE49-F238E27FC236}">
                    <a16:creationId xmlns:a16="http://schemas.microsoft.com/office/drawing/2014/main" id="{3A739D26-30B4-BEAE-CDB1-710D720DC43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8" name="Group 37">
                <a:extLst>
                  <a:ext uri="{FF2B5EF4-FFF2-40B4-BE49-F238E27FC236}">
                    <a16:creationId xmlns:a16="http://schemas.microsoft.com/office/drawing/2014/main" id="{54D8AB20-4125-7ECF-401B-250A0D86E2AC}"/>
                  </a:ext>
                </a:extLst>
              </p:cNvPr>
              <p:cNvGrpSpPr/>
              <p:nvPr/>
            </p:nvGrpSpPr>
            <p:grpSpPr>
              <a:xfrm>
                <a:off x="7713663" y="2848339"/>
                <a:ext cx="1042107" cy="425543"/>
                <a:chOff x="7786941" y="2884917"/>
                <a:chExt cx="897649" cy="353919"/>
              </a:xfrm>
            </p:grpSpPr>
            <p:sp>
              <p:nvSpPr>
                <p:cNvPr id="39" name="Freeform 38">
                  <a:extLst>
                    <a:ext uri="{FF2B5EF4-FFF2-40B4-BE49-F238E27FC236}">
                      <a16:creationId xmlns:a16="http://schemas.microsoft.com/office/drawing/2014/main" id="{6A57C413-9768-B5AC-28B2-DEFD8E9217F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Freeform 39">
                  <a:extLst>
                    <a:ext uri="{FF2B5EF4-FFF2-40B4-BE49-F238E27FC236}">
                      <a16:creationId xmlns:a16="http://schemas.microsoft.com/office/drawing/2014/main" id="{AD361EC8-3CFD-5CB5-1B65-14E1DB711AF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Freeform 40">
                  <a:extLst>
                    <a:ext uri="{FF2B5EF4-FFF2-40B4-BE49-F238E27FC236}">
                      <a16:creationId xmlns:a16="http://schemas.microsoft.com/office/drawing/2014/main" id="{82A1BE97-7E82-1871-389E-4EAB9692A7C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 name="Freeform 41">
                  <a:extLst>
                    <a:ext uri="{FF2B5EF4-FFF2-40B4-BE49-F238E27FC236}">
                      <a16:creationId xmlns:a16="http://schemas.microsoft.com/office/drawing/2014/main" id="{6641B283-9448-971E-1F24-C394713FFFE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3" name="Oval 3">
              <a:extLst>
                <a:ext uri="{FF2B5EF4-FFF2-40B4-BE49-F238E27FC236}">
                  <a16:creationId xmlns:a16="http://schemas.microsoft.com/office/drawing/2014/main" id="{CD19876E-FC3C-EEEB-16D6-B19B53E869E1}"/>
                </a:ext>
              </a:extLst>
            </p:cNvPr>
            <p:cNvSpPr>
              <a:spLocks noChangeArrowheads="1"/>
            </p:cNvSpPr>
            <p:nvPr/>
          </p:nvSpPr>
          <p:spPr bwMode="auto">
            <a:xfrm>
              <a:off x="2671675" y="4260753"/>
              <a:ext cx="2941638" cy="132397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44" name="Straight Connector 10">
              <a:extLst>
                <a:ext uri="{FF2B5EF4-FFF2-40B4-BE49-F238E27FC236}">
                  <a16:creationId xmlns:a16="http://schemas.microsoft.com/office/drawing/2014/main" id="{2A4C81D7-CE4A-763C-F37F-D57A024900BF}"/>
                </a:ext>
              </a:extLst>
            </p:cNvPr>
            <p:cNvCxnSpPr>
              <a:cxnSpLocks noChangeShapeType="1"/>
            </p:cNvCxnSpPr>
            <p:nvPr/>
          </p:nvCxnSpPr>
          <p:spPr bwMode="auto">
            <a:xfrm>
              <a:off x="3706725" y="4494116"/>
              <a:ext cx="969963" cy="682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45" name="Straight Connector 297">
              <a:extLst>
                <a:ext uri="{FF2B5EF4-FFF2-40B4-BE49-F238E27FC236}">
                  <a16:creationId xmlns:a16="http://schemas.microsoft.com/office/drawing/2014/main" id="{DA9A510F-35A2-4BC9-D9F9-9A9E3BCB6A98}"/>
                </a:ext>
              </a:extLst>
            </p:cNvPr>
            <p:cNvCxnSpPr>
              <a:cxnSpLocks noChangeShapeType="1"/>
            </p:cNvCxnSpPr>
            <p:nvPr/>
          </p:nvCxnSpPr>
          <p:spPr bwMode="auto">
            <a:xfrm>
              <a:off x="4209963" y="4781453"/>
              <a:ext cx="109537" cy="793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46" name="Straight Connector 298">
              <a:extLst>
                <a:ext uri="{FF2B5EF4-FFF2-40B4-BE49-F238E27FC236}">
                  <a16:creationId xmlns:a16="http://schemas.microsoft.com/office/drawing/2014/main" id="{BC97FAF7-E236-6CFE-2B84-C394AB1775CF}"/>
                </a:ext>
              </a:extLst>
            </p:cNvPr>
            <p:cNvCxnSpPr>
              <a:cxnSpLocks noChangeShapeType="1"/>
            </p:cNvCxnSpPr>
            <p:nvPr/>
          </p:nvCxnSpPr>
          <p:spPr bwMode="auto">
            <a:xfrm flipV="1">
              <a:off x="4027400" y="4976716"/>
              <a:ext cx="222250"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47" name="Straight Connector 299">
              <a:extLst>
                <a:ext uri="{FF2B5EF4-FFF2-40B4-BE49-F238E27FC236}">
                  <a16:creationId xmlns:a16="http://schemas.microsoft.com/office/drawing/2014/main" id="{83D6545C-5F2E-7F18-CFBC-1DD0012118FB}"/>
                </a:ext>
              </a:extLst>
            </p:cNvPr>
            <p:cNvCxnSpPr>
              <a:cxnSpLocks noChangeShapeType="1"/>
            </p:cNvCxnSpPr>
            <p:nvPr/>
          </p:nvCxnSpPr>
          <p:spPr bwMode="auto">
            <a:xfrm flipV="1">
              <a:off x="3754350" y="4808441"/>
              <a:ext cx="177800" cy="1063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48" name="Straight Connector 300">
              <a:extLst>
                <a:ext uri="{FF2B5EF4-FFF2-40B4-BE49-F238E27FC236}">
                  <a16:creationId xmlns:a16="http://schemas.microsoft.com/office/drawing/2014/main" id="{69DAE87C-2F47-316F-FC0B-7CAAC4377BBC}"/>
                </a:ext>
              </a:extLst>
            </p:cNvPr>
            <p:cNvCxnSpPr>
              <a:cxnSpLocks noChangeShapeType="1"/>
            </p:cNvCxnSpPr>
            <p:nvPr/>
          </p:nvCxnSpPr>
          <p:spPr bwMode="auto">
            <a:xfrm flipV="1">
              <a:off x="3468600" y="5095778"/>
              <a:ext cx="188913" cy="952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49" name="Straight Connector 301">
              <a:extLst>
                <a:ext uri="{FF2B5EF4-FFF2-40B4-BE49-F238E27FC236}">
                  <a16:creationId xmlns:a16="http://schemas.microsoft.com/office/drawing/2014/main" id="{4EFFE56A-F2CE-87A2-E870-E44153A5AB74}"/>
                </a:ext>
              </a:extLst>
            </p:cNvPr>
            <p:cNvCxnSpPr>
              <a:cxnSpLocks noChangeShapeType="1"/>
            </p:cNvCxnSpPr>
            <p:nvPr/>
          </p:nvCxnSpPr>
          <p:spPr bwMode="auto">
            <a:xfrm flipV="1">
              <a:off x="4224250" y="5024341"/>
              <a:ext cx="231775" cy="2444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50" name="Straight Connector 302">
              <a:extLst>
                <a:ext uri="{FF2B5EF4-FFF2-40B4-BE49-F238E27FC236}">
                  <a16:creationId xmlns:a16="http://schemas.microsoft.com/office/drawing/2014/main" id="{BD494986-83E9-8AE6-48C3-67F4850ADC40}"/>
                </a:ext>
              </a:extLst>
            </p:cNvPr>
            <p:cNvCxnSpPr>
              <a:cxnSpLocks noChangeShapeType="1"/>
            </p:cNvCxnSpPr>
            <p:nvPr/>
          </p:nvCxnSpPr>
          <p:spPr bwMode="auto">
            <a:xfrm flipH="1" flipV="1">
              <a:off x="4675100" y="5011641"/>
              <a:ext cx="327025" cy="1190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51" name="Straight Connector 303">
              <a:extLst>
                <a:ext uri="{FF2B5EF4-FFF2-40B4-BE49-F238E27FC236}">
                  <a16:creationId xmlns:a16="http://schemas.microsoft.com/office/drawing/2014/main" id="{B31DC333-601B-C67B-752C-48AFEC25D8FD}"/>
                </a:ext>
              </a:extLst>
            </p:cNvPr>
            <p:cNvCxnSpPr>
              <a:cxnSpLocks noChangeShapeType="1"/>
            </p:cNvCxnSpPr>
            <p:nvPr/>
          </p:nvCxnSpPr>
          <p:spPr bwMode="auto">
            <a:xfrm flipV="1">
              <a:off x="4662400" y="4676678"/>
              <a:ext cx="260350" cy="1889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52" name="Straight Connector 304">
              <a:extLst>
                <a:ext uri="{FF2B5EF4-FFF2-40B4-BE49-F238E27FC236}">
                  <a16:creationId xmlns:a16="http://schemas.microsoft.com/office/drawing/2014/main" id="{CD7318FA-D1BB-B5B5-574D-31902A4ECEAD}"/>
                </a:ext>
              </a:extLst>
            </p:cNvPr>
            <p:cNvCxnSpPr>
              <a:cxnSpLocks noChangeShapeType="1"/>
            </p:cNvCxnSpPr>
            <p:nvPr/>
          </p:nvCxnSpPr>
          <p:spPr bwMode="auto">
            <a:xfrm flipH="1" flipV="1">
              <a:off x="3708313" y="4551266"/>
              <a:ext cx="207962" cy="841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53" name="TextBox 39958">
              <a:extLst>
                <a:ext uri="{FF2B5EF4-FFF2-40B4-BE49-F238E27FC236}">
                  <a16:creationId xmlns:a16="http://schemas.microsoft.com/office/drawing/2014/main" id="{60E27C3B-33C6-DF66-F94F-D099DBD1FA1D}"/>
                </a:ext>
              </a:extLst>
            </p:cNvPr>
            <p:cNvSpPr txBox="1">
              <a:spLocks noChangeArrowheads="1"/>
            </p:cNvSpPr>
            <p:nvPr/>
          </p:nvSpPr>
          <p:spPr bwMode="auto">
            <a:xfrm>
              <a:off x="2806613" y="4590953"/>
              <a:ext cx="788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C</a:t>
              </a:r>
            </a:p>
          </p:txBody>
        </p:sp>
        <p:sp>
          <p:nvSpPr>
            <p:cNvPr id="54" name="Oval 3">
              <a:extLst>
                <a:ext uri="{FF2B5EF4-FFF2-40B4-BE49-F238E27FC236}">
                  <a16:creationId xmlns:a16="http://schemas.microsoft.com/office/drawing/2014/main" id="{09F72CD2-05C8-2ED0-851B-C395E13A8F3B}"/>
                </a:ext>
              </a:extLst>
            </p:cNvPr>
            <p:cNvSpPr>
              <a:spLocks noChangeArrowheads="1"/>
            </p:cNvSpPr>
            <p:nvPr/>
          </p:nvSpPr>
          <p:spPr bwMode="auto">
            <a:xfrm>
              <a:off x="5765713" y="3706716"/>
              <a:ext cx="3219450" cy="134302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55" name="Straight Connector 10">
              <a:extLst>
                <a:ext uri="{FF2B5EF4-FFF2-40B4-BE49-F238E27FC236}">
                  <a16:creationId xmlns:a16="http://schemas.microsoft.com/office/drawing/2014/main" id="{73D26634-2CAC-E7D2-DEAF-81BB31112843}"/>
                </a:ext>
              </a:extLst>
            </p:cNvPr>
            <p:cNvCxnSpPr>
              <a:cxnSpLocks noChangeShapeType="1"/>
            </p:cNvCxnSpPr>
            <p:nvPr/>
          </p:nvCxnSpPr>
          <p:spPr bwMode="auto">
            <a:xfrm>
              <a:off x="6899188" y="3943253"/>
              <a:ext cx="1062037" cy="698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56" name="Straight Connector 297">
              <a:extLst>
                <a:ext uri="{FF2B5EF4-FFF2-40B4-BE49-F238E27FC236}">
                  <a16:creationId xmlns:a16="http://schemas.microsoft.com/office/drawing/2014/main" id="{816EF9E6-3815-9D0B-9C4C-5F2210E579BA}"/>
                </a:ext>
              </a:extLst>
            </p:cNvPr>
            <p:cNvCxnSpPr>
              <a:cxnSpLocks noChangeShapeType="1"/>
            </p:cNvCxnSpPr>
            <p:nvPr/>
          </p:nvCxnSpPr>
          <p:spPr bwMode="auto">
            <a:xfrm>
              <a:off x="7450050" y="4233766"/>
              <a:ext cx="120650" cy="825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57" name="Straight Connector 298">
              <a:extLst>
                <a:ext uri="{FF2B5EF4-FFF2-40B4-BE49-F238E27FC236}">
                  <a16:creationId xmlns:a16="http://schemas.microsoft.com/office/drawing/2014/main" id="{C2148704-4C2D-4297-3763-BD60B6B2DC8E}"/>
                </a:ext>
              </a:extLst>
            </p:cNvPr>
            <p:cNvCxnSpPr>
              <a:cxnSpLocks noChangeShapeType="1"/>
            </p:cNvCxnSpPr>
            <p:nvPr/>
          </p:nvCxnSpPr>
          <p:spPr bwMode="auto">
            <a:xfrm flipV="1">
              <a:off x="7250025" y="4433791"/>
              <a:ext cx="242888"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58" name="Straight Connector 299">
              <a:extLst>
                <a:ext uri="{FF2B5EF4-FFF2-40B4-BE49-F238E27FC236}">
                  <a16:creationId xmlns:a16="http://schemas.microsoft.com/office/drawing/2014/main" id="{4EA8D5FC-3D00-2AF3-C458-8DA64CBEC89F}"/>
                </a:ext>
              </a:extLst>
            </p:cNvPr>
            <p:cNvCxnSpPr>
              <a:cxnSpLocks noChangeShapeType="1"/>
            </p:cNvCxnSpPr>
            <p:nvPr/>
          </p:nvCxnSpPr>
          <p:spPr bwMode="auto">
            <a:xfrm flipV="1">
              <a:off x="6951575" y="4262341"/>
              <a:ext cx="195263" cy="1063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59" name="Straight Connector 300">
              <a:extLst>
                <a:ext uri="{FF2B5EF4-FFF2-40B4-BE49-F238E27FC236}">
                  <a16:creationId xmlns:a16="http://schemas.microsoft.com/office/drawing/2014/main" id="{55CBB687-480C-8D84-2688-D0E70F733B47}"/>
                </a:ext>
              </a:extLst>
            </p:cNvPr>
            <p:cNvCxnSpPr>
              <a:cxnSpLocks noChangeShapeType="1"/>
            </p:cNvCxnSpPr>
            <p:nvPr/>
          </p:nvCxnSpPr>
          <p:spPr bwMode="auto">
            <a:xfrm flipV="1">
              <a:off x="6638838" y="4554441"/>
              <a:ext cx="206375" cy="952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60" name="Straight Connector 301">
              <a:extLst>
                <a:ext uri="{FF2B5EF4-FFF2-40B4-BE49-F238E27FC236}">
                  <a16:creationId xmlns:a16="http://schemas.microsoft.com/office/drawing/2014/main" id="{7E53EC6D-BE88-86E3-F255-F3948307AD3D}"/>
                </a:ext>
              </a:extLst>
            </p:cNvPr>
            <p:cNvCxnSpPr>
              <a:cxnSpLocks noChangeShapeType="1"/>
            </p:cNvCxnSpPr>
            <p:nvPr/>
          </p:nvCxnSpPr>
          <p:spPr bwMode="auto">
            <a:xfrm flipV="1">
              <a:off x="7465925" y="4481416"/>
              <a:ext cx="254000" cy="2476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61" name="Straight Connector 302">
              <a:extLst>
                <a:ext uri="{FF2B5EF4-FFF2-40B4-BE49-F238E27FC236}">
                  <a16:creationId xmlns:a16="http://schemas.microsoft.com/office/drawing/2014/main" id="{376823CE-87BF-B2D6-4C36-FDE15D9CB17B}"/>
                </a:ext>
              </a:extLst>
            </p:cNvPr>
            <p:cNvCxnSpPr>
              <a:cxnSpLocks noChangeShapeType="1"/>
            </p:cNvCxnSpPr>
            <p:nvPr/>
          </p:nvCxnSpPr>
          <p:spPr bwMode="auto">
            <a:xfrm flipH="1" flipV="1">
              <a:off x="7929475" y="4460778"/>
              <a:ext cx="358775" cy="1206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62" name="Straight Connector 303">
              <a:extLst>
                <a:ext uri="{FF2B5EF4-FFF2-40B4-BE49-F238E27FC236}">
                  <a16:creationId xmlns:a16="http://schemas.microsoft.com/office/drawing/2014/main" id="{14BC04FA-4D9F-4593-4912-6AB6A7E0B018}"/>
                </a:ext>
              </a:extLst>
            </p:cNvPr>
            <p:cNvCxnSpPr>
              <a:cxnSpLocks noChangeShapeType="1"/>
            </p:cNvCxnSpPr>
            <p:nvPr/>
          </p:nvCxnSpPr>
          <p:spPr bwMode="auto">
            <a:xfrm flipV="1">
              <a:off x="7945350" y="4127403"/>
              <a:ext cx="285750" cy="1920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63" name="Straight Connector 304">
              <a:extLst>
                <a:ext uri="{FF2B5EF4-FFF2-40B4-BE49-F238E27FC236}">
                  <a16:creationId xmlns:a16="http://schemas.microsoft.com/office/drawing/2014/main" id="{4F247621-F606-3A0A-8CC5-0FEE91BD27EF}"/>
                </a:ext>
              </a:extLst>
            </p:cNvPr>
            <p:cNvCxnSpPr>
              <a:cxnSpLocks noChangeShapeType="1"/>
            </p:cNvCxnSpPr>
            <p:nvPr/>
          </p:nvCxnSpPr>
          <p:spPr bwMode="auto">
            <a:xfrm flipH="1" flipV="1">
              <a:off x="6900775" y="4000403"/>
              <a:ext cx="227013" cy="857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64" name="TextBox 39958">
              <a:extLst>
                <a:ext uri="{FF2B5EF4-FFF2-40B4-BE49-F238E27FC236}">
                  <a16:creationId xmlns:a16="http://schemas.microsoft.com/office/drawing/2014/main" id="{0C2EB82C-1B98-AA21-CC36-06686E129322}"/>
                </a:ext>
              </a:extLst>
            </p:cNvPr>
            <p:cNvSpPr txBox="1">
              <a:spLocks noChangeArrowheads="1"/>
            </p:cNvSpPr>
            <p:nvPr/>
          </p:nvSpPr>
          <p:spPr bwMode="auto">
            <a:xfrm>
              <a:off x="5914938" y="4040091"/>
              <a:ext cx="7954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B</a:t>
              </a:r>
            </a:p>
          </p:txBody>
        </p:sp>
        <p:cxnSp>
          <p:nvCxnSpPr>
            <p:cNvPr id="65" name="Straight Connector 12">
              <a:extLst>
                <a:ext uri="{FF2B5EF4-FFF2-40B4-BE49-F238E27FC236}">
                  <a16:creationId xmlns:a16="http://schemas.microsoft.com/office/drawing/2014/main" id="{5FB358B2-370F-8130-E48B-B55173536001}"/>
                </a:ext>
              </a:extLst>
            </p:cNvPr>
            <p:cNvCxnSpPr>
              <a:cxnSpLocks noChangeShapeType="1"/>
            </p:cNvCxnSpPr>
            <p:nvPr/>
          </p:nvCxnSpPr>
          <p:spPr bwMode="auto">
            <a:xfrm>
              <a:off x="3533688" y="2666903"/>
              <a:ext cx="238125" cy="2619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66" name="Straight Connector 502">
              <a:extLst>
                <a:ext uri="{FF2B5EF4-FFF2-40B4-BE49-F238E27FC236}">
                  <a16:creationId xmlns:a16="http://schemas.microsoft.com/office/drawing/2014/main" id="{86F5509D-C125-5F4B-8F7A-21C84866E4F0}"/>
                </a:ext>
              </a:extLst>
            </p:cNvPr>
            <p:cNvCxnSpPr>
              <a:cxnSpLocks noChangeShapeType="1"/>
            </p:cNvCxnSpPr>
            <p:nvPr/>
          </p:nvCxnSpPr>
          <p:spPr bwMode="auto">
            <a:xfrm>
              <a:off x="5067213" y="2468466"/>
              <a:ext cx="307975" cy="5730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67" name="Straight Connector 503">
              <a:extLst>
                <a:ext uri="{FF2B5EF4-FFF2-40B4-BE49-F238E27FC236}">
                  <a16:creationId xmlns:a16="http://schemas.microsoft.com/office/drawing/2014/main" id="{49417B23-E9CB-B32E-B777-B3EAC861E7DB}"/>
                </a:ext>
              </a:extLst>
            </p:cNvPr>
            <p:cNvCxnSpPr>
              <a:cxnSpLocks noChangeShapeType="1"/>
            </p:cNvCxnSpPr>
            <p:nvPr/>
          </p:nvCxnSpPr>
          <p:spPr bwMode="auto">
            <a:xfrm flipH="1">
              <a:off x="5576800" y="2446241"/>
              <a:ext cx="384175" cy="579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68" name="Straight Connector 504">
              <a:extLst>
                <a:ext uri="{FF2B5EF4-FFF2-40B4-BE49-F238E27FC236}">
                  <a16:creationId xmlns:a16="http://schemas.microsoft.com/office/drawing/2014/main" id="{800CE37C-8910-7E9A-5728-E5A41A129519}"/>
                </a:ext>
              </a:extLst>
            </p:cNvPr>
            <p:cNvCxnSpPr>
              <a:cxnSpLocks noChangeShapeType="1"/>
            </p:cNvCxnSpPr>
            <p:nvPr/>
          </p:nvCxnSpPr>
          <p:spPr bwMode="auto">
            <a:xfrm>
              <a:off x="7921538" y="2957416"/>
              <a:ext cx="215900" cy="10461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69" name="Straight Connector 505">
              <a:extLst>
                <a:ext uri="{FF2B5EF4-FFF2-40B4-BE49-F238E27FC236}">
                  <a16:creationId xmlns:a16="http://schemas.microsoft.com/office/drawing/2014/main" id="{26372183-DCDB-5DC0-C897-693FDD76B386}"/>
                </a:ext>
              </a:extLst>
            </p:cNvPr>
            <p:cNvCxnSpPr>
              <a:cxnSpLocks noChangeShapeType="1"/>
            </p:cNvCxnSpPr>
            <p:nvPr/>
          </p:nvCxnSpPr>
          <p:spPr bwMode="auto">
            <a:xfrm flipH="1">
              <a:off x="8288250" y="3308253"/>
              <a:ext cx="241300" cy="692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70" name="Straight Connector 507">
              <a:extLst>
                <a:ext uri="{FF2B5EF4-FFF2-40B4-BE49-F238E27FC236}">
                  <a16:creationId xmlns:a16="http://schemas.microsoft.com/office/drawing/2014/main" id="{48FD2775-EAEE-B68F-0F42-191301DA8170}"/>
                </a:ext>
              </a:extLst>
            </p:cNvPr>
            <p:cNvCxnSpPr>
              <a:cxnSpLocks noChangeShapeType="1"/>
            </p:cNvCxnSpPr>
            <p:nvPr/>
          </p:nvCxnSpPr>
          <p:spPr bwMode="auto">
            <a:xfrm flipH="1" flipV="1">
              <a:off x="8605750" y="4630641"/>
              <a:ext cx="796925" cy="614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71" name="Straight Connector 512">
              <a:extLst>
                <a:ext uri="{FF2B5EF4-FFF2-40B4-BE49-F238E27FC236}">
                  <a16:creationId xmlns:a16="http://schemas.microsoft.com/office/drawing/2014/main" id="{0BC263F1-45FB-53DB-EADC-CB2EE52190C6}"/>
                </a:ext>
              </a:extLst>
            </p:cNvPr>
            <p:cNvCxnSpPr>
              <a:cxnSpLocks noChangeShapeType="1"/>
            </p:cNvCxnSpPr>
            <p:nvPr/>
          </p:nvCxnSpPr>
          <p:spPr bwMode="auto">
            <a:xfrm flipV="1">
              <a:off x="2941550" y="5218016"/>
              <a:ext cx="401638" cy="2095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72" name="Straight Connector 513">
              <a:extLst>
                <a:ext uri="{FF2B5EF4-FFF2-40B4-BE49-F238E27FC236}">
                  <a16:creationId xmlns:a16="http://schemas.microsoft.com/office/drawing/2014/main" id="{D875B2A6-ECEA-1110-054C-C0F5AAA8BB06}"/>
                </a:ext>
              </a:extLst>
            </p:cNvPr>
            <p:cNvCxnSpPr>
              <a:cxnSpLocks noChangeShapeType="1"/>
            </p:cNvCxnSpPr>
            <p:nvPr/>
          </p:nvCxnSpPr>
          <p:spPr bwMode="auto">
            <a:xfrm>
              <a:off x="2535150" y="5075141"/>
              <a:ext cx="450850" cy="1158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73" name="Straight Connector 508">
              <a:extLst>
                <a:ext uri="{FF2B5EF4-FFF2-40B4-BE49-F238E27FC236}">
                  <a16:creationId xmlns:a16="http://schemas.microsoft.com/office/drawing/2014/main" id="{C876ACF8-FECF-E865-D5AB-0639470FF5CE}"/>
                </a:ext>
              </a:extLst>
            </p:cNvPr>
            <p:cNvCxnSpPr>
              <a:cxnSpLocks noChangeShapeType="1"/>
            </p:cNvCxnSpPr>
            <p:nvPr/>
          </p:nvCxnSpPr>
          <p:spPr bwMode="auto">
            <a:xfrm flipH="1" flipV="1">
              <a:off x="7646900" y="4779866"/>
              <a:ext cx="1047750" cy="9667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74" name="Straight Connector 506">
              <a:extLst>
                <a:ext uri="{FF2B5EF4-FFF2-40B4-BE49-F238E27FC236}">
                  <a16:creationId xmlns:a16="http://schemas.microsoft.com/office/drawing/2014/main" id="{F086EB33-2CC4-12E6-F46F-446BDBD2FD45}"/>
                </a:ext>
              </a:extLst>
            </p:cNvPr>
            <p:cNvCxnSpPr>
              <a:cxnSpLocks noChangeShapeType="1"/>
            </p:cNvCxnSpPr>
            <p:nvPr/>
          </p:nvCxnSpPr>
          <p:spPr bwMode="auto">
            <a:xfrm flipH="1">
              <a:off x="8716875" y="4368703"/>
              <a:ext cx="541338" cy="2492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75" name="Group 74">
              <a:extLst>
                <a:ext uri="{FF2B5EF4-FFF2-40B4-BE49-F238E27FC236}">
                  <a16:creationId xmlns:a16="http://schemas.microsoft.com/office/drawing/2014/main" id="{16E11773-D5FB-5670-E30A-F4F52B08B25C}"/>
                </a:ext>
              </a:extLst>
            </p:cNvPr>
            <p:cNvGrpSpPr/>
            <p:nvPr/>
          </p:nvGrpSpPr>
          <p:grpSpPr>
            <a:xfrm>
              <a:off x="5192625" y="3007829"/>
              <a:ext cx="541338" cy="223023"/>
              <a:chOff x="7493876" y="2774731"/>
              <a:chExt cx="1481958" cy="894622"/>
            </a:xfrm>
          </p:grpSpPr>
          <p:sp>
            <p:nvSpPr>
              <p:cNvPr id="76" name="Freeform 75">
                <a:extLst>
                  <a:ext uri="{FF2B5EF4-FFF2-40B4-BE49-F238E27FC236}">
                    <a16:creationId xmlns:a16="http://schemas.microsoft.com/office/drawing/2014/main" id="{3ABCC240-7047-A359-578F-8E1A725DD77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77" name="Oval 76">
                <a:extLst>
                  <a:ext uri="{FF2B5EF4-FFF2-40B4-BE49-F238E27FC236}">
                    <a16:creationId xmlns:a16="http://schemas.microsoft.com/office/drawing/2014/main" id="{8C47CBC7-AF76-6663-D448-9332E44FCDF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78" name="Group 77">
                <a:extLst>
                  <a:ext uri="{FF2B5EF4-FFF2-40B4-BE49-F238E27FC236}">
                    <a16:creationId xmlns:a16="http://schemas.microsoft.com/office/drawing/2014/main" id="{67FE48EE-EA46-6093-CB18-C0FFA5D6FCBE}"/>
                  </a:ext>
                </a:extLst>
              </p:cNvPr>
              <p:cNvGrpSpPr/>
              <p:nvPr/>
            </p:nvGrpSpPr>
            <p:grpSpPr>
              <a:xfrm>
                <a:off x="7713663" y="2848339"/>
                <a:ext cx="1042107" cy="425543"/>
                <a:chOff x="7786941" y="2884917"/>
                <a:chExt cx="897649" cy="353919"/>
              </a:xfrm>
            </p:grpSpPr>
            <p:sp>
              <p:nvSpPr>
                <p:cNvPr id="79" name="Freeform 78">
                  <a:extLst>
                    <a:ext uri="{FF2B5EF4-FFF2-40B4-BE49-F238E27FC236}">
                      <a16:creationId xmlns:a16="http://schemas.microsoft.com/office/drawing/2014/main" id="{900B6767-53D4-0C04-B978-ED3AB4E2F1F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Freeform 79">
                  <a:extLst>
                    <a:ext uri="{FF2B5EF4-FFF2-40B4-BE49-F238E27FC236}">
                      <a16:creationId xmlns:a16="http://schemas.microsoft.com/office/drawing/2014/main" id="{69A96D3A-74E8-BBC0-8B68-E0B92F40D09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Freeform 80">
                  <a:extLst>
                    <a:ext uri="{FF2B5EF4-FFF2-40B4-BE49-F238E27FC236}">
                      <a16:creationId xmlns:a16="http://schemas.microsoft.com/office/drawing/2014/main" id="{CFF6D155-85A9-BBA7-164C-B177A494A55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Freeform 81">
                  <a:extLst>
                    <a:ext uri="{FF2B5EF4-FFF2-40B4-BE49-F238E27FC236}">
                      <a16:creationId xmlns:a16="http://schemas.microsoft.com/office/drawing/2014/main" id="{7EAF2342-BBED-4DE1-7740-1045CDFD465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3" name="Group 82">
              <a:extLst>
                <a:ext uri="{FF2B5EF4-FFF2-40B4-BE49-F238E27FC236}">
                  <a16:creationId xmlns:a16="http://schemas.microsoft.com/office/drawing/2014/main" id="{F166BB55-DE2B-8BFB-A968-82F6A6B8CFA1}"/>
                </a:ext>
              </a:extLst>
            </p:cNvPr>
            <p:cNvGrpSpPr/>
            <p:nvPr/>
          </p:nvGrpSpPr>
          <p:grpSpPr>
            <a:xfrm>
              <a:off x="3621872" y="2908203"/>
              <a:ext cx="541338" cy="223023"/>
              <a:chOff x="7493876" y="2774731"/>
              <a:chExt cx="1481958" cy="894622"/>
            </a:xfrm>
          </p:grpSpPr>
          <p:sp>
            <p:nvSpPr>
              <p:cNvPr id="84" name="Freeform 83">
                <a:extLst>
                  <a:ext uri="{FF2B5EF4-FFF2-40B4-BE49-F238E27FC236}">
                    <a16:creationId xmlns:a16="http://schemas.microsoft.com/office/drawing/2014/main" id="{D6AB5A2C-EA9F-0AD7-4090-49E7F3FC008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5" name="Oval 84">
                <a:extLst>
                  <a:ext uri="{FF2B5EF4-FFF2-40B4-BE49-F238E27FC236}">
                    <a16:creationId xmlns:a16="http://schemas.microsoft.com/office/drawing/2014/main" id="{6E38C967-C60C-EBC4-2F7D-9732BE2A432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6" name="Group 85">
                <a:extLst>
                  <a:ext uri="{FF2B5EF4-FFF2-40B4-BE49-F238E27FC236}">
                    <a16:creationId xmlns:a16="http://schemas.microsoft.com/office/drawing/2014/main" id="{2F0B5232-C0A9-9855-63D8-F6C0EC25CEE2}"/>
                  </a:ext>
                </a:extLst>
              </p:cNvPr>
              <p:cNvGrpSpPr/>
              <p:nvPr/>
            </p:nvGrpSpPr>
            <p:grpSpPr>
              <a:xfrm>
                <a:off x="7713663" y="2848339"/>
                <a:ext cx="1042107" cy="425543"/>
                <a:chOff x="7786941" y="2884917"/>
                <a:chExt cx="897649" cy="353919"/>
              </a:xfrm>
            </p:grpSpPr>
            <p:sp>
              <p:nvSpPr>
                <p:cNvPr id="87" name="Freeform 86">
                  <a:extLst>
                    <a:ext uri="{FF2B5EF4-FFF2-40B4-BE49-F238E27FC236}">
                      <a16:creationId xmlns:a16="http://schemas.microsoft.com/office/drawing/2014/main" id="{44678DBE-2DDE-940D-1DE0-089033B740C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Freeform 87">
                  <a:extLst>
                    <a:ext uri="{FF2B5EF4-FFF2-40B4-BE49-F238E27FC236}">
                      <a16:creationId xmlns:a16="http://schemas.microsoft.com/office/drawing/2014/main" id="{1C8AD84D-9767-E571-08D7-78D1DC09540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Freeform 88">
                  <a:extLst>
                    <a:ext uri="{FF2B5EF4-FFF2-40B4-BE49-F238E27FC236}">
                      <a16:creationId xmlns:a16="http://schemas.microsoft.com/office/drawing/2014/main" id="{B9F17B5C-E98C-C4BD-8684-89F5A0336B9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Freeform 89">
                  <a:extLst>
                    <a:ext uri="{FF2B5EF4-FFF2-40B4-BE49-F238E27FC236}">
                      <a16:creationId xmlns:a16="http://schemas.microsoft.com/office/drawing/2014/main" id="{30F95CB4-3E54-5A29-7B76-B7679DC92E9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1" name="Group 90">
              <a:extLst>
                <a:ext uri="{FF2B5EF4-FFF2-40B4-BE49-F238E27FC236}">
                  <a16:creationId xmlns:a16="http://schemas.microsoft.com/office/drawing/2014/main" id="{9DC1A031-6505-012D-2FB6-E7F85A312EA1}"/>
                </a:ext>
              </a:extLst>
            </p:cNvPr>
            <p:cNvGrpSpPr/>
            <p:nvPr/>
          </p:nvGrpSpPr>
          <p:grpSpPr>
            <a:xfrm>
              <a:off x="8182681" y="4501444"/>
              <a:ext cx="541338" cy="223023"/>
              <a:chOff x="7493876" y="2774731"/>
              <a:chExt cx="1481958" cy="894622"/>
            </a:xfrm>
          </p:grpSpPr>
          <p:sp>
            <p:nvSpPr>
              <p:cNvPr id="92" name="Freeform 91">
                <a:extLst>
                  <a:ext uri="{FF2B5EF4-FFF2-40B4-BE49-F238E27FC236}">
                    <a16:creationId xmlns:a16="http://schemas.microsoft.com/office/drawing/2014/main" id="{DD792269-96E9-0875-9CE0-C945C9AB5E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3" name="Oval 92">
                <a:extLst>
                  <a:ext uri="{FF2B5EF4-FFF2-40B4-BE49-F238E27FC236}">
                    <a16:creationId xmlns:a16="http://schemas.microsoft.com/office/drawing/2014/main" id="{76F38F51-E5C0-C6EE-9A0B-BD9F509C10A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4" name="Group 93">
                <a:extLst>
                  <a:ext uri="{FF2B5EF4-FFF2-40B4-BE49-F238E27FC236}">
                    <a16:creationId xmlns:a16="http://schemas.microsoft.com/office/drawing/2014/main" id="{0B9656B0-7BFF-2D47-1630-AC67D11601F8}"/>
                  </a:ext>
                </a:extLst>
              </p:cNvPr>
              <p:cNvGrpSpPr/>
              <p:nvPr/>
            </p:nvGrpSpPr>
            <p:grpSpPr>
              <a:xfrm>
                <a:off x="7713663" y="2848339"/>
                <a:ext cx="1042107" cy="425543"/>
                <a:chOff x="7786941" y="2884917"/>
                <a:chExt cx="897649" cy="353919"/>
              </a:xfrm>
            </p:grpSpPr>
            <p:sp>
              <p:nvSpPr>
                <p:cNvPr id="95" name="Freeform 94">
                  <a:extLst>
                    <a:ext uri="{FF2B5EF4-FFF2-40B4-BE49-F238E27FC236}">
                      <a16:creationId xmlns:a16="http://schemas.microsoft.com/office/drawing/2014/main" id="{FCA70F00-8FDB-986D-F3A9-D9F770DD19F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Freeform 95">
                  <a:extLst>
                    <a:ext uri="{FF2B5EF4-FFF2-40B4-BE49-F238E27FC236}">
                      <a16:creationId xmlns:a16="http://schemas.microsoft.com/office/drawing/2014/main" id="{B54ECBA4-A6A0-053A-EC67-CB93D570A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 name="Freeform 96">
                  <a:extLst>
                    <a:ext uri="{FF2B5EF4-FFF2-40B4-BE49-F238E27FC236}">
                      <a16:creationId xmlns:a16="http://schemas.microsoft.com/office/drawing/2014/main" id="{21E47146-8C6A-902B-4BA7-56AB5229F03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 name="Freeform 97">
                  <a:extLst>
                    <a:ext uri="{FF2B5EF4-FFF2-40B4-BE49-F238E27FC236}">
                      <a16:creationId xmlns:a16="http://schemas.microsoft.com/office/drawing/2014/main" id="{65FD671C-33CD-E26A-3E65-245F5C44D55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9" name="Group 98">
              <a:extLst>
                <a:ext uri="{FF2B5EF4-FFF2-40B4-BE49-F238E27FC236}">
                  <a16:creationId xmlns:a16="http://schemas.microsoft.com/office/drawing/2014/main" id="{FC5BC594-B4B9-8EBB-6360-ED8C71F89C60}"/>
                </a:ext>
              </a:extLst>
            </p:cNvPr>
            <p:cNvGrpSpPr/>
            <p:nvPr/>
          </p:nvGrpSpPr>
          <p:grpSpPr>
            <a:xfrm>
              <a:off x="7469673" y="4278623"/>
              <a:ext cx="541338" cy="223023"/>
              <a:chOff x="7493876" y="2774731"/>
              <a:chExt cx="1481958" cy="894622"/>
            </a:xfrm>
          </p:grpSpPr>
          <p:sp>
            <p:nvSpPr>
              <p:cNvPr id="100" name="Freeform 99">
                <a:extLst>
                  <a:ext uri="{FF2B5EF4-FFF2-40B4-BE49-F238E27FC236}">
                    <a16:creationId xmlns:a16="http://schemas.microsoft.com/office/drawing/2014/main" id="{D32750C7-2BB4-541D-3CF2-1A069D24DCD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1" name="Oval 100">
                <a:extLst>
                  <a:ext uri="{FF2B5EF4-FFF2-40B4-BE49-F238E27FC236}">
                    <a16:creationId xmlns:a16="http://schemas.microsoft.com/office/drawing/2014/main" id="{B6291026-4ACE-4B0D-956B-6BAD1EFA2D2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2" name="Group 101">
                <a:extLst>
                  <a:ext uri="{FF2B5EF4-FFF2-40B4-BE49-F238E27FC236}">
                    <a16:creationId xmlns:a16="http://schemas.microsoft.com/office/drawing/2014/main" id="{BD5D4560-B9B5-7AED-0009-589012AAEDE2}"/>
                  </a:ext>
                </a:extLst>
              </p:cNvPr>
              <p:cNvGrpSpPr/>
              <p:nvPr/>
            </p:nvGrpSpPr>
            <p:grpSpPr>
              <a:xfrm>
                <a:off x="7713663" y="2848339"/>
                <a:ext cx="1042107" cy="425543"/>
                <a:chOff x="7786941" y="2884917"/>
                <a:chExt cx="897649" cy="353919"/>
              </a:xfrm>
            </p:grpSpPr>
            <p:sp>
              <p:nvSpPr>
                <p:cNvPr id="103" name="Freeform 102">
                  <a:extLst>
                    <a:ext uri="{FF2B5EF4-FFF2-40B4-BE49-F238E27FC236}">
                      <a16:creationId xmlns:a16="http://schemas.microsoft.com/office/drawing/2014/main" id="{7929376E-00E0-AB89-7337-185215B28A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 name="Freeform 103">
                  <a:extLst>
                    <a:ext uri="{FF2B5EF4-FFF2-40B4-BE49-F238E27FC236}">
                      <a16:creationId xmlns:a16="http://schemas.microsoft.com/office/drawing/2014/main" id="{C5D25EC7-DC93-0957-013C-9D98C1992D8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 name="Freeform 104">
                  <a:extLst>
                    <a:ext uri="{FF2B5EF4-FFF2-40B4-BE49-F238E27FC236}">
                      <a16:creationId xmlns:a16="http://schemas.microsoft.com/office/drawing/2014/main" id="{F5327FD2-7DB5-65FC-ED70-B24B6B1C3C7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 name="Freeform 105">
                  <a:extLst>
                    <a:ext uri="{FF2B5EF4-FFF2-40B4-BE49-F238E27FC236}">
                      <a16:creationId xmlns:a16="http://schemas.microsoft.com/office/drawing/2014/main" id="{D0202801-CB39-BCA3-8F00-2E1713A73A8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07" name="Group 106">
              <a:extLst>
                <a:ext uri="{FF2B5EF4-FFF2-40B4-BE49-F238E27FC236}">
                  <a16:creationId xmlns:a16="http://schemas.microsoft.com/office/drawing/2014/main" id="{FEA5CE7D-71F7-6D69-DD75-6A52F604530F}"/>
                </a:ext>
              </a:extLst>
            </p:cNvPr>
            <p:cNvGrpSpPr/>
            <p:nvPr/>
          </p:nvGrpSpPr>
          <p:grpSpPr>
            <a:xfrm>
              <a:off x="6979356" y="4059569"/>
              <a:ext cx="541338" cy="223023"/>
              <a:chOff x="7493876" y="2774731"/>
              <a:chExt cx="1481958" cy="894622"/>
            </a:xfrm>
          </p:grpSpPr>
          <p:sp>
            <p:nvSpPr>
              <p:cNvPr id="108" name="Freeform 107">
                <a:extLst>
                  <a:ext uri="{FF2B5EF4-FFF2-40B4-BE49-F238E27FC236}">
                    <a16:creationId xmlns:a16="http://schemas.microsoft.com/office/drawing/2014/main" id="{6F3341B9-F068-129D-E003-8814285C38F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9" name="Oval 108">
                <a:extLst>
                  <a:ext uri="{FF2B5EF4-FFF2-40B4-BE49-F238E27FC236}">
                    <a16:creationId xmlns:a16="http://schemas.microsoft.com/office/drawing/2014/main" id="{FC22103E-645F-EEB6-F48A-102EC77D4A0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10" name="Group 109">
                <a:extLst>
                  <a:ext uri="{FF2B5EF4-FFF2-40B4-BE49-F238E27FC236}">
                    <a16:creationId xmlns:a16="http://schemas.microsoft.com/office/drawing/2014/main" id="{CA82C7B6-CCF1-1472-8EDD-14465AF68002}"/>
                  </a:ext>
                </a:extLst>
              </p:cNvPr>
              <p:cNvGrpSpPr/>
              <p:nvPr/>
            </p:nvGrpSpPr>
            <p:grpSpPr>
              <a:xfrm>
                <a:off x="7713663" y="2848339"/>
                <a:ext cx="1042107" cy="425543"/>
                <a:chOff x="7786941" y="2884917"/>
                <a:chExt cx="897649" cy="353919"/>
              </a:xfrm>
            </p:grpSpPr>
            <p:sp>
              <p:nvSpPr>
                <p:cNvPr id="111" name="Freeform 110">
                  <a:extLst>
                    <a:ext uri="{FF2B5EF4-FFF2-40B4-BE49-F238E27FC236}">
                      <a16:creationId xmlns:a16="http://schemas.microsoft.com/office/drawing/2014/main" id="{F7BF3E6D-8D32-7F4C-D9CC-8DED3BD524C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id="{651B1061-6A38-888E-75AB-FFE5718BF22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3" name="Freeform 112">
                  <a:extLst>
                    <a:ext uri="{FF2B5EF4-FFF2-40B4-BE49-F238E27FC236}">
                      <a16:creationId xmlns:a16="http://schemas.microsoft.com/office/drawing/2014/main" id="{24AE7046-D59C-8360-D9E2-BE1F29F1ACE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4" name="Freeform 113">
                  <a:extLst>
                    <a:ext uri="{FF2B5EF4-FFF2-40B4-BE49-F238E27FC236}">
                      <a16:creationId xmlns:a16="http://schemas.microsoft.com/office/drawing/2014/main" id="{807025E4-CACA-3DE5-27C2-7791120C2C7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15" name="Group 114">
              <a:extLst>
                <a:ext uri="{FF2B5EF4-FFF2-40B4-BE49-F238E27FC236}">
                  <a16:creationId xmlns:a16="http://schemas.microsoft.com/office/drawing/2014/main" id="{36622799-1BBD-7BAE-5065-B7D271262C17}"/>
                </a:ext>
              </a:extLst>
            </p:cNvPr>
            <p:cNvGrpSpPr/>
            <p:nvPr/>
          </p:nvGrpSpPr>
          <p:grpSpPr>
            <a:xfrm>
              <a:off x="6723616" y="4366729"/>
              <a:ext cx="541338" cy="223023"/>
              <a:chOff x="7493876" y="2774731"/>
              <a:chExt cx="1481958" cy="894622"/>
            </a:xfrm>
          </p:grpSpPr>
          <p:sp>
            <p:nvSpPr>
              <p:cNvPr id="116" name="Freeform 115">
                <a:extLst>
                  <a:ext uri="{FF2B5EF4-FFF2-40B4-BE49-F238E27FC236}">
                    <a16:creationId xmlns:a16="http://schemas.microsoft.com/office/drawing/2014/main" id="{B3439DAE-FF14-577A-31E5-495264C08BB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17" name="Oval 116">
                <a:extLst>
                  <a:ext uri="{FF2B5EF4-FFF2-40B4-BE49-F238E27FC236}">
                    <a16:creationId xmlns:a16="http://schemas.microsoft.com/office/drawing/2014/main" id="{0A3AD629-3E73-B370-C947-9E7AC9ACDF7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18" name="Group 117">
                <a:extLst>
                  <a:ext uri="{FF2B5EF4-FFF2-40B4-BE49-F238E27FC236}">
                    <a16:creationId xmlns:a16="http://schemas.microsoft.com/office/drawing/2014/main" id="{20F80EC9-41A0-EC29-2D91-5A99C65D9AB7}"/>
                  </a:ext>
                </a:extLst>
              </p:cNvPr>
              <p:cNvGrpSpPr/>
              <p:nvPr/>
            </p:nvGrpSpPr>
            <p:grpSpPr>
              <a:xfrm>
                <a:off x="7713663" y="2848339"/>
                <a:ext cx="1042107" cy="425543"/>
                <a:chOff x="7786941" y="2884917"/>
                <a:chExt cx="897649" cy="353919"/>
              </a:xfrm>
            </p:grpSpPr>
            <p:sp>
              <p:nvSpPr>
                <p:cNvPr id="119" name="Freeform 118">
                  <a:extLst>
                    <a:ext uri="{FF2B5EF4-FFF2-40B4-BE49-F238E27FC236}">
                      <a16:creationId xmlns:a16="http://schemas.microsoft.com/office/drawing/2014/main" id="{F9CF52C5-A91B-CE99-A1D0-B863FD131C1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a16="http://schemas.microsoft.com/office/drawing/2014/main" id="{8AF72A88-507A-350E-C1A2-9839C61CC2F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1" name="Freeform 120">
                  <a:extLst>
                    <a:ext uri="{FF2B5EF4-FFF2-40B4-BE49-F238E27FC236}">
                      <a16:creationId xmlns:a16="http://schemas.microsoft.com/office/drawing/2014/main" id="{EEC698C6-4DE9-C64D-FFC7-39BA00E167F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 name="Freeform 121">
                  <a:extLst>
                    <a:ext uri="{FF2B5EF4-FFF2-40B4-BE49-F238E27FC236}">
                      <a16:creationId xmlns:a16="http://schemas.microsoft.com/office/drawing/2014/main" id="{E421B911-1136-F09E-9A68-7B449A9A4F3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3" name="Group 122">
              <a:extLst>
                <a:ext uri="{FF2B5EF4-FFF2-40B4-BE49-F238E27FC236}">
                  <a16:creationId xmlns:a16="http://schemas.microsoft.com/office/drawing/2014/main" id="{516A210D-6B91-1FCF-904B-A3714B9CA3E6}"/>
                </a:ext>
              </a:extLst>
            </p:cNvPr>
            <p:cNvGrpSpPr/>
            <p:nvPr/>
          </p:nvGrpSpPr>
          <p:grpSpPr>
            <a:xfrm>
              <a:off x="7291037" y="4658009"/>
              <a:ext cx="541338" cy="223023"/>
              <a:chOff x="7493876" y="2774731"/>
              <a:chExt cx="1481958" cy="894622"/>
            </a:xfrm>
          </p:grpSpPr>
          <p:sp>
            <p:nvSpPr>
              <p:cNvPr id="124" name="Freeform 123">
                <a:extLst>
                  <a:ext uri="{FF2B5EF4-FFF2-40B4-BE49-F238E27FC236}">
                    <a16:creationId xmlns:a16="http://schemas.microsoft.com/office/drawing/2014/main" id="{EA6F9537-16EB-DCA0-2ABD-A72D46288C6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25" name="Oval 124">
                <a:extLst>
                  <a:ext uri="{FF2B5EF4-FFF2-40B4-BE49-F238E27FC236}">
                    <a16:creationId xmlns:a16="http://schemas.microsoft.com/office/drawing/2014/main" id="{F4FDA130-D12D-FFC5-AB0F-17325C307C8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26" name="Group 125">
                <a:extLst>
                  <a:ext uri="{FF2B5EF4-FFF2-40B4-BE49-F238E27FC236}">
                    <a16:creationId xmlns:a16="http://schemas.microsoft.com/office/drawing/2014/main" id="{D0CD18CC-FBCE-BB84-6409-ED26677EB37C}"/>
                  </a:ext>
                </a:extLst>
              </p:cNvPr>
              <p:cNvGrpSpPr/>
              <p:nvPr/>
            </p:nvGrpSpPr>
            <p:grpSpPr>
              <a:xfrm>
                <a:off x="7713663" y="2848339"/>
                <a:ext cx="1042107" cy="425543"/>
                <a:chOff x="7786941" y="2884917"/>
                <a:chExt cx="897649" cy="353919"/>
              </a:xfrm>
            </p:grpSpPr>
            <p:sp>
              <p:nvSpPr>
                <p:cNvPr id="127" name="Freeform 126">
                  <a:extLst>
                    <a:ext uri="{FF2B5EF4-FFF2-40B4-BE49-F238E27FC236}">
                      <a16:creationId xmlns:a16="http://schemas.microsoft.com/office/drawing/2014/main" id="{150EB36B-DE18-0AA7-1721-3AEB55CD729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FAEA840B-444A-3107-B82E-61089EBB303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9" name="Freeform 128">
                  <a:extLst>
                    <a:ext uri="{FF2B5EF4-FFF2-40B4-BE49-F238E27FC236}">
                      <a16:creationId xmlns:a16="http://schemas.microsoft.com/office/drawing/2014/main" id="{50E9DA98-4DA4-0D3F-27ED-646619BCFBE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0" name="Freeform 129">
                  <a:extLst>
                    <a:ext uri="{FF2B5EF4-FFF2-40B4-BE49-F238E27FC236}">
                      <a16:creationId xmlns:a16="http://schemas.microsoft.com/office/drawing/2014/main" id="{1661A9BF-1EF0-D84B-9BD1-0F92627B4DE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1" name="Group 130">
              <a:extLst>
                <a:ext uri="{FF2B5EF4-FFF2-40B4-BE49-F238E27FC236}">
                  <a16:creationId xmlns:a16="http://schemas.microsoft.com/office/drawing/2014/main" id="{BFE62A4B-9BA1-FD67-C959-F1F75213C8EE}"/>
                </a:ext>
              </a:extLst>
            </p:cNvPr>
            <p:cNvGrpSpPr/>
            <p:nvPr/>
          </p:nvGrpSpPr>
          <p:grpSpPr>
            <a:xfrm>
              <a:off x="4220281" y="4826836"/>
              <a:ext cx="541338" cy="223023"/>
              <a:chOff x="7493876" y="2774731"/>
              <a:chExt cx="1481958" cy="894622"/>
            </a:xfrm>
          </p:grpSpPr>
          <p:sp>
            <p:nvSpPr>
              <p:cNvPr id="132" name="Freeform 131">
                <a:extLst>
                  <a:ext uri="{FF2B5EF4-FFF2-40B4-BE49-F238E27FC236}">
                    <a16:creationId xmlns:a16="http://schemas.microsoft.com/office/drawing/2014/main" id="{1DBF5422-9839-7B16-C8CA-CA1AE64521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33" name="Oval 132">
                <a:extLst>
                  <a:ext uri="{FF2B5EF4-FFF2-40B4-BE49-F238E27FC236}">
                    <a16:creationId xmlns:a16="http://schemas.microsoft.com/office/drawing/2014/main" id="{530DBB4D-F2CE-0773-B2E3-992D5B742CE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34" name="Group 133">
                <a:extLst>
                  <a:ext uri="{FF2B5EF4-FFF2-40B4-BE49-F238E27FC236}">
                    <a16:creationId xmlns:a16="http://schemas.microsoft.com/office/drawing/2014/main" id="{54645A4A-C6B6-E2E9-B164-22843BD4F330}"/>
                  </a:ext>
                </a:extLst>
              </p:cNvPr>
              <p:cNvGrpSpPr/>
              <p:nvPr/>
            </p:nvGrpSpPr>
            <p:grpSpPr>
              <a:xfrm>
                <a:off x="7713663" y="2848339"/>
                <a:ext cx="1042107" cy="425543"/>
                <a:chOff x="7786941" y="2884917"/>
                <a:chExt cx="897649" cy="353919"/>
              </a:xfrm>
            </p:grpSpPr>
            <p:sp>
              <p:nvSpPr>
                <p:cNvPr id="135" name="Freeform 134">
                  <a:extLst>
                    <a:ext uri="{FF2B5EF4-FFF2-40B4-BE49-F238E27FC236}">
                      <a16:creationId xmlns:a16="http://schemas.microsoft.com/office/drawing/2014/main" id="{1B3E29DA-8342-B9CF-A999-E7F7B096531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0B3EAB9B-048F-0920-2131-FB4C6D4EC3B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 name="Freeform 136">
                  <a:extLst>
                    <a:ext uri="{FF2B5EF4-FFF2-40B4-BE49-F238E27FC236}">
                      <a16:creationId xmlns:a16="http://schemas.microsoft.com/office/drawing/2014/main" id="{F1375E7C-0055-4E33-1ED5-EC7B67D250E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8" name="Freeform 137">
                  <a:extLst>
                    <a:ext uri="{FF2B5EF4-FFF2-40B4-BE49-F238E27FC236}">
                      <a16:creationId xmlns:a16="http://schemas.microsoft.com/office/drawing/2014/main" id="{825D4978-0196-1E63-E849-BD92B66B427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9" name="Group 138">
              <a:extLst>
                <a:ext uri="{FF2B5EF4-FFF2-40B4-BE49-F238E27FC236}">
                  <a16:creationId xmlns:a16="http://schemas.microsoft.com/office/drawing/2014/main" id="{E1255E9B-A2E9-BBA7-F60E-BE71CE50947B}"/>
                </a:ext>
              </a:extLst>
            </p:cNvPr>
            <p:cNvGrpSpPr/>
            <p:nvPr/>
          </p:nvGrpSpPr>
          <p:grpSpPr>
            <a:xfrm>
              <a:off x="3740086" y="4631455"/>
              <a:ext cx="541338" cy="223023"/>
              <a:chOff x="7493876" y="2774731"/>
              <a:chExt cx="1481958" cy="894622"/>
            </a:xfrm>
          </p:grpSpPr>
          <p:sp>
            <p:nvSpPr>
              <p:cNvPr id="140" name="Freeform 139">
                <a:extLst>
                  <a:ext uri="{FF2B5EF4-FFF2-40B4-BE49-F238E27FC236}">
                    <a16:creationId xmlns:a16="http://schemas.microsoft.com/office/drawing/2014/main" id="{FEDD4E9E-6A36-A193-A89C-B1515EDF7B3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41" name="Oval 140">
                <a:extLst>
                  <a:ext uri="{FF2B5EF4-FFF2-40B4-BE49-F238E27FC236}">
                    <a16:creationId xmlns:a16="http://schemas.microsoft.com/office/drawing/2014/main" id="{88D105EA-A5E2-DCAD-AFD9-46FFCC33CF2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42" name="Group 141">
                <a:extLst>
                  <a:ext uri="{FF2B5EF4-FFF2-40B4-BE49-F238E27FC236}">
                    <a16:creationId xmlns:a16="http://schemas.microsoft.com/office/drawing/2014/main" id="{64ABC4F3-4C1D-A0E9-898F-16540EDA0F13}"/>
                  </a:ext>
                </a:extLst>
              </p:cNvPr>
              <p:cNvGrpSpPr/>
              <p:nvPr/>
            </p:nvGrpSpPr>
            <p:grpSpPr>
              <a:xfrm>
                <a:off x="7713663" y="2848339"/>
                <a:ext cx="1042107" cy="425543"/>
                <a:chOff x="7786941" y="2884917"/>
                <a:chExt cx="897649" cy="353919"/>
              </a:xfrm>
            </p:grpSpPr>
            <p:sp>
              <p:nvSpPr>
                <p:cNvPr id="143" name="Freeform 142">
                  <a:extLst>
                    <a:ext uri="{FF2B5EF4-FFF2-40B4-BE49-F238E27FC236}">
                      <a16:creationId xmlns:a16="http://schemas.microsoft.com/office/drawing/2014/main" id="{F645BA06-24B0-1ACF-B492-5DE3020FA69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18A9364B-187B-4139-DA59-D915C2B3A0E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5" name="Freeform 144">
                  <a:extLst>
                    <a:ext uri="{FF2B5EF4-FFF2-40B4-BE49-F238E27FC236}">
                      <a16:creationId xmlns:a16="http://schemas.microsoft.com/office/drawing/2014/main" id="{7D910E52-C393-3F92-90E6-7977A99BF1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Freeform 145">
                  <a:extLst>
                    <a:ext uri="{FF2B5EF4-FFF2-40B4-BE49-F238E27FC236}">
                      <a16:creationId xmlns:a16="http://schemas.microsoft.com/office/drawing/2014/main" id="{F91DF3CC-E768-CD7F-CC8D-070D712F605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7" name="Group 146">
              <a:extLst>
                <a:ext uri="{FF2B5EF4-FFF2-40B4-BE49-F238E27FC236}">
                  <a16:creationId xmlns:a16="http://schemas.microsoft.com/office/drawing/2014/main" id="{6D604801-CB3C-8104-9A87-2E80EAA42861}"/>
                </a:ext>
              </a:extLst>
            </p:cNvPr>
            <p:cNvGrpSpPr/>
            <p:nvPr/>
          </p:nvGrpSpPr>
          <p:grpSpPr>
            <a:xfrm>
              <a:off x="3500746" y="4902845"/>
              <a:ext cx="541338" cy="223023"/>
              <a:chOff x="7493876" y="2774731"/>
              <a:chExt cx="1481958" cy="894622"/>
            </a:xfrm>
          </p:grpSpPr>
          <p:sp>
            <p:nvSpPr>
              <p:cNvPr id="148" name="Freeform 147">
                <a:extLst>
                  <a:ext uri="{FF2B5EF4-FFF2-40B4-BE49-F238E27FC236}">
                    <a16:creationId xmlns:a16="http://schemas.microsoft.com/office/drawing/2014/main" id="{F03D4C04-3DC0-B576-9E50-1F07442DE0B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49" name="Oval 148">
                <a:extLst>
                  <a:ext uri="{FF2B5EF4-FFF2-40B4-BE49-F238E27FC236}">
                    <a16:creationId xmlns:a16="http://schemas.microsoft.com/office/drawing/2014/main" id="{EED92C58-C1DF-3CC1-66C6-15A4D3E8C41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0" name="Group 149">
                <a:extLst>
                  <a:ext uri="{FF2B5EF4-FFF2-40B4-BE49-F238E27FC236}">
                    <a16:creationId xmlns:a16="http://schemas.microsoft.com/office/drawing/2014/main" id="{4B249CE2-15AF-178B-B784-11830CA0B15D}"/>
                  </a:ext>
                </a:extLst>
              </p:cNvPr>
              <p:cNvGrpSpPr/>
              <p:nvPr/>
            </p:nvGrpSpPr>
            <p:grpSpPr>
              <a:xfrm>
                <a:off x="7713663" y="2848339"/>
                <a:ext cx="1042107" cy="425543"/>
                <a:chOff x="7786941" y="2884917"/>
                <a:chExt cx="897649" cy="353919"/>
              </a:xfrm>
            </p:grpSpPr>
            <p:sp>
              <p:nvSpPr>
                <p:cNvPr id="151" name="Freeform 150">
                  <a:extLst>
                    <a:ext uri="{FF2B5EF4-FFF2-40B4-BE49-F238E27FC236}">
                      <a16:creationId xmlns:a16="http://schemas.microsoft.com/office/drawing/2014/main" id="{6B144B73-BD8C-D3EF-ED7D-DFE58C1626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4813F571-BF2A-0384-AD02-596D38F8814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3" name="Freeform 152">
                  <a:extLst>
                    <a:ext uri="{FF2B5EF4-FFF2-40B4-BE49-F238E27FC236}">
                      <a16:creationId xmlns:a16="http://schemas.microsoft.com/office/drawing/2014/main" id="{6C688AA5-5F1C-89DF-BD4C-28B8A217624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4" name="Freeform 153">
                  <a:extLst>
                    <a:ext uri="{FF2B5EF4-FFF2-40B4-BE49-F238E27FC236}">
                      <a16:creationId xmlns:a16="http://schemas.microsoft.com/office/drawing/2014/main" id="{B620F64F-1CB0-5AE5-78B6-F8AF6FD1CC3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5" name="Group 154">
              <a:extLst>
                <a:ext uri="{FF2B5EF4-FFF2-40B4-BE49-F238E27FC236}">
                  <a16:creationId xmlns:a16="http://schemas.microsoft.com/office/drawing/2014/main" id="{40696E6D-364D-C5F7-FFF1-45CE346998B6}"/>
                </a:ext>
              </a:extLst>
            </p:cNvPr>
            <p:cNvGrpSpPr/>
            <p:nvPr/>
          </p:nvGrpSpPr>
          <p:grpSpPr>
            <a:xfrm>
              <a:off x="2989969" y="5089246"/>
              <a:ext cx="541338" cy="223023"/>
              <a:chOff x="7493876" y="2774731"/>
              <a:chExt cx="1481958" cy="894622"/>
            </a:xfrm>
          </p:grpSpPr>
          <p:sp>
            <p:nvSpPr>
              <p:cNvPr id="156" name="Freeform 155">
                <a:extLst>
                  <a:ext uri="{FF2B5EF4-FFF2-40B4-BE49-F238E27FC236}">
                    <a16:creationId xmlns:a16="http://schemas.microsoft.com/office/drawing/2014/main" id="{540C74BB-C8AD-8FDF-9488-54A36A2A71C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57" name="Oval 156">
                <a:extLst>
                  <a:ext uri="{FF2B5EF4-FFF2-40B4-BE49-F238E27FC236}">
                    <a16:creationId xmlns:a16="http://schemas.microsoft.com/office/drawing/2014/main" id="{94CABCAE-22B9-1E55-31FB-FE3F04EC0DA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58" name="Group 157">
                <a:extLst>
                  <a:ext uri="{FF2B5EF4-FFF2-40B4-BE49-F238E27FC236}">
                    <a16:creationId xmlns:a16="http://schemas.microsoft.com/office/drawing/2014/main" id="{6BF33B86-1060-7046-7D14-CF37DD42D704}"/>
                  </a:ext>
                </a:extLst>
              </p:cNvPr>
              <p:cNvGrpSpPr/>
              <p:nvPr/>
            </p:nvGrpSpPr>
            <p:grpSpPr>
              <a:xfrm>
                <a:off x="7713663" y="2848339"/>
                <a:ext cx="1042107" cy="425543"/>
                <a:chOff x="7786941" y="2884917"/>
                <a:chExt cx="897649" cy="353919"/>
              </a:xfrm>
            </p:grpSpPr>
            <p:sp>
              <p:nvSpPr>
                <p:cNvPr id="159" name="Freeform 158">
                  <a:extLst>
                    <a:ext uri="{FF2B5EF4-FFF2-40B4-BE49-F238E27FC236}">
                      <a16:creationId xmlns:a16="http://schemas.microsoft.com/office/drawing/2014/main" id="{E2A98FD8-BA6B-DAFA-B351-C61CB2972AB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id="{47750226-FE3E-9565-527B-D760A52A544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F20EFDAD-C9CD-C2AD-0337-5A0C0A86728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D0CED039-86E4-8812-5AE3-F659C7CCCF2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3" name="Group 162">
              <a:extLst>
                <a:ext uri="{FF2B5EF4-FFF2-40B4-BE49-F238E27FC236}">
                  <a16:creationId xmlns:a16="http://schemas.microsoft.com/office/drawing/2014/main" id="{88CC92F6-0288-AB23-A336-4ABAADE66919}"/>
                </a:ext>
              </a:extLst>
            </p:cNvPr>
            <p:cNvGrpSpPr/>
            <p:nvPr/>
          </p:nvGrpSpPr>
          <p:grpSpPr>
            <a:xfrm>
              <a:off x="4023882" y="5178456"/>
              <a:ext cx="541338" cy="223023"/>
              <a:chOff x="7493876" y="2774731"/>
              <a:chExt cx="1481958" cy="894622"/>
            </a:xfrm>
          </p:grpSpPr>
          <p:sp>
            <p:nvSpPr>
              <p:cNvPr id="164" name="Freeform 163">
                <a:extLst>
                  <a:ext uri="{FF2B5EF4-FFF2-40B4-BE49-F238E27FC236}">
                    <a16:creationId xmlns:a16="http://schemas.microsoft.com/office/drawing/2014/main" id="{4410D15C-B9C5-00CE-68BD-9D6FED33DA6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65" name="Oval 164">
                <a:extLst>
                  <a:ext uri="{FF2B5EF4-FFF2-40B4-BE49-F238E27FC236}">
                    <a16:creationId xmlns:a16="http://schemas.microsoft.com/office/drawing/2014/main" id="{35DF5FBD-6ABD-6097-5872-CCE6F24F1FC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66" name="Group 165">
                <a:extLst>
                  <a:ext uri="{FF2B5EF4-FFF2-40B4-BE49-F238E27FC236}">
                    <a16:creationId xmlns:a16="http://schemas.microsoft.com/office/drawing/2014/main" id="{99D5CB25-6738-3FA3-0864-E9DD70A6B270}"/>
                  </a:ext>
                </a:extLst>
              </p:cNvPr>
              <p:cNvGrpSpPr/>
              <p:nvPr/>
            </p:nvGrpSpPr>
            <p:grpSpPr>
              <a:xfrm>
                <a:off x="7713663" y="2848339"/>
                <a:ext cx="1042107" cy="425543"/>
                <a:chOff x="7786941" y="2884917"/>
                <a:chExt cx="897649" cy="353919"/>
              </a:xfrm>
            </p:grpSpPr>
            <p:sp>
              <p:nvSpPr>
                <p:cNvPr id="167" name="Freeform 166">
                  <a:extLst>
                    <a:ext uri="{FF2B5EF4-FFF2-40B4-BE49-F238E27FC236}">
                      <a16:creationId xmlns:a16="http://schemas.microsoft.com/office/drawing/2014/main" id="{6D536DE0-2206-D50C-1D72-42318F8C4C2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id="{C556E562-2F7B-E71A-BCA1-D415C8CBADD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9" name="Freeform 168">
                  <a:extLst>
                    <a:ext uri="{FF2B5EF4-FFF2-40B4-BE49-F238E27FC236}">
                      <a16:creationId xmlns:a16="http://schemas.microsoft.com/office/drawing/2014/main" id="{A0D0F8E7-379D-346C-3012-0A79E5426FD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0" name="Freeform 169">
                  <a:extLst>
                    <a:ext uri="{FF2B5EF4-FFF2-40B4-BE49-F238E27FC236}">
                      <a16:creationId xmlns:a16="http://schemas.microsoft.com/office/drawing/2014/main" id="{64E403D4-CC2F-C6DB-1039-6747DA59D9C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1" name="Group 2">
              <a:extLst>
                <a:ext uri="{FF2B5EF4-FFF2-40B4-BE49-F238E27FC236}">
                  <a16:creationId xmlns:a16="http://schemas.microsoft.com/office/drawing/2014/main" id="{EBEBD013-8EBD-762F-D1BB-EEC7EB6330EE}"/>
                </a:ext>
              </a:extLst>
            </p:cNvPr>
            <p:cNvGrpSpPr>
              <a:grpSpLocks/>
            </p:cNvGrpSpPr>
            <p:nvPr/>
          </p:nvGrpSpPr>
          <p:grpSpPr bwMode="auto">
            <a:xfrm>
              <a:off x="2994584" y="2310458"/>
              <a:ext cx="648509" cy="418221"/>
              <a:chOff x="3053396" y="4304255"/>
              <a:chExt cx="648422" cy="418253"/>
            </a:xfrm>
          </p:grpSpPr>
          <p:sp>
            <p:nvSpPr>
              <p:cNvPr id="172" name="Freeform 84">
                <a:extLst>
                  <a:ext uri="{FF2B5EF4-FFF2-40B4-BE49-F238E27FC236}">
                    <a16:creationId xmlns:a16="http://schemas.microsoft.com/office/drawing/2014/main" id="{F4B623B2-B0E4-C445-56D0-D338A17B901D}"/>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TextBox 1">
                <a:extLst>
                  <a:ext uri="{FF2B5EF4-FFF2-40B4-BE49-F238E27FC236}">
                    <a16:creationId xmlns:a16="http://schemas.microsoft.com/office/drawing/2014/main" id="{0428C01F-A5F9-8BE0-43CC-FAC23A0CEF21}"/>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74" name="Group 135">
              <a:extLst>
                <a:ext uri="{FF2B5EF4-FFF2-40B4-BE49-F238E27FC236}">
                  <a16:creationId xmlns:a16="http://schemas.microsoft.com/office/drawing/2014/main" id="{FAE5E63C-271B-9DD9-E216-B24F8BB63701}"/>
                </a:ext>
              </a:extLst>
            </p:cNvPr>
            <p:cNvGrpSpPr>
              <a:grpSpLocks/>
            </p:cNvGrpSpPr>
            <p:nvPr/>
          </p:nvGrpSpPr>
          <p:grpSpPr bwMode="auto">
            <a:xfrm>
              <a:off x="7503691" y="2564438"/>
              <a:ext cx="648509" cy="418221"/>
              <a:chOff x="3053396" y="4304255"/>
              <a:chExt cx="648422" cy="418253"/>
            </a:xfrm>
          </p:grpSpPr>
          <p:sp>
            <p:nvSpPr>
              <p:cNvPr id="175" name="Freeform 84">
                <a:extLst>
                  <a:ext uri="{FF2B5EF4-FFF2-40B4-BE49-F238E27FC236}">
                    <a16:creationId xmlns:a16="http://schemas.microsoft.com/office/drawing/2014/main" id="{1D5ED2A0-B25D-5755-F3F9-4EC83E96B16D}"/>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TextBox 137">
                <a:extLst>
                  <a:ext uri="{FF2B5EF4-FFF2-40B4-BE49-F238E27FC236}">
                    <a16:creationId xmlns:a16="http://schemas.microsoft.com/office/drawing/2014/main" id="{C3C5E495-7E2E-0BF6-E52B-E08460B10CD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77" name="Group 138">
              <a:extLst>
                <a:ext uri="{FF2B5EF4-FFF2-40B4-BE49-F238E27FC236}">
                  <a16:creationId xmlns:a16="http://schemas.microsoft.com/office/drawing/2014/main" id="{06622986-15A7-76F6-2243-C0945CC86F0F}"/>
                </a:ext>
              </a:extLst>
            </p:cNvPr>
            <p:cNvGrpSpPr>
              <a:grpSpLocks/>
            </p:cNvGrpSpPr>
            <p:nvPr/>
          </p:nvGrpSpPr>
          <p:grpSpPr bwMode="auto">
            <a:xfrm>
              <a:off x="2410305" y="5421718"/>
              <a:ext cx="648509" cy="418221"/>
              <a:chOff x="3053396" y="4304255"/>
              <a:chExt cx="648422" cy="418253"/>
            </a:xfrm>
          </p:grpSpPr>
          <p:sp>
            <p:nvSpPr>
              <p:cNvPr id="178" name="Freeform 84">
                <a:extLst>
                  <a:ext uri="{FF2B5EF4-FFF2-40B4-BE49-F238E27FC236}">
                    <a16:creationId xmlns:a16="http://schemas.microsoft.com/office/drawing/2014/main" id="{9E8EAF2E-CDB1-0C14-A8A5-1048E1B437D5}"/>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TextBox 140">
                <a:extLst>
                  <a:ext uri="{FF2B5EF4-FFF2-40B4-BE49-F238E27FC236}">
                    <a16:creationId xmlns:a16="http://schemas.microsoft.com/office/drawing/2014/main" id="{88D42876-5FE2-735C-849F-257D0A02F311}"/>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80" name="Group 141">
              <a:extLst>
                <a:ext uri="{FF2B5EF4-FFF2-40B4-BE49-F238E27FC236}">
                  <a16:creationId xmlns:a16="http://schemas.microsoft.com/office/drawing/2014/main" id="{E453003E-2907-305B-6786-D0A336C35004}"/>
                </a:ext>
              </a:extLst>
            </p:cNvPr>
            <p:cNvGrpSpPr>
              <a:grpSpLocks/>
            </p:cNvGrpSpPr>
            <p:nvPr/>
          </p:nvGrpSpPr>
          <p:grpSpPr bwMode="auto">
            <a:xfrm>
              <a:off x="1991149" y="4799466"/>
              <a:ext cx="648509" cy="418221"/>
              <a:chOff x="3053396" y="4304255"/>
              <a:chExt cx="648422" cy="418253"/>
            </a:xfrm>
          </p:grpSpPr>
          <p:sp>
            <p:nvSpPr>
              <p:cNvPr id="181" name="Freeform 84">
                <a:extLst>
                  <a:ext uri="{FF2B5EF4-FFF2-40B4-BE49-F238E27FC236}">
                    <a16:creationId xmlns:a16="http://schemas.microsoft.com/office/drawing/2014/main" id="{5C8C5FA7-E548-B4A1-296C-D8AD9EBF8136}"/>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TextBox 143">
                <a:extLst>
                  <a:ext uri="{FF2B5EF4-FFF2-40B4-BE49-F238E27FC236}">
                    <a16:creationId xmlns:a16="http://schemas.microsoft.com/office/drawing/2014/main" id="{B83C1939-7165-0999-66BF-46649B312C59}"/>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83" name="Group 144">
              <a:extLst>
                <a:ext uri="{FF2B5EF4-FFF2-40B4-BE49-F238E27FC236}">
                  <a16:creationId xmlns:a16="http://schemas.microsoft.com/office/drawing/2014/main" id="{35401E01-9419-D3BE-8195-ABF8A6EBD5E5}"/>
                </a:ext>
              </a:extLst>
            </p:cNvPr>
            <p:cNvGrpSpPr>
              <a:grpSpLocks/>
            </p:cNvGrpSpPr>
            <p:nvPr/>
          </p:nvGrpSpPr>
          <p:grpSpPr bwMode="auto">
            <a:xfrm>
              <a:off x="1762518" y="4139117"/>
              <a:ext cx="648509" cy="418221"/>
              <a:chOff x="3053396" y="4304255"/>
              <a:chExt cx="648422" cy="418253"/>
            </a:xfrm>
          </p:grpSpPr>
          <p:sp>
            <p:nvSpPr>
              <p:cNvPr id="184" name="Freeform 84">
                <a:extLst>
                  <a:ext uri="{FF2B5EF4-FFF2-40B4-BE49-F238E27FC236}">
                    <a16:creationId xmlns:a16="http://schemas.microsoft.com/office/drawing/2014/main" id="{093B7CD7-3D2E-9A0A-B992-024E1BC51125}"/>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TextBox 146">
                <a:extLst>
                  <a:ext uri="{FF2B5EF4-FFF2-40B4-BE49-F238E27FC236}">
                    <a16:creationId xmlns:a16="http://schemas.microsoft.com/office/drawing/2014/main" id="{3237B1E4-17BB-ABB2-6054-7F4A7CCF18A9}"/>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86" name="Group 147">
              <a:extLst>
                <a:ext uri="{FF2B5EF4-FFF2-40B4-BE49-F238E27FC236}">
                  <a16:creationId xmlns:a16="http://schemas.microsoft.com/office/drawing/2014/main" id="{979A1D35-712A-B191-E8A8-4F3B7AF902E1}"/>
                </a:ext>
              </a:extLst>
            </p:cNvPr>
            <p:cNvGrpSpPr>
              <a:grpSpLocks/>
            </p:cNvGrpSpPr>
            <p:nvPr/>
          </p:nvGrpSpPr>
          <p:grpSpPr bwMode="auto">
            <a:xfrm>
              <a:off x="8253092" y="2996205"/>
              <a:ext cx="648509" cy="418221"/>
              <a:chOff x="3053396" y="4304255"/>
              <a:chExt cx="648422" cy="418253"/>
            </a:xfrm>
          </p:grpSpPr>
          <p:sp>
            <p:nvSpPr>
              <p:cNvPr id="187" name="Freeform 84">
                <a:extLst>
                  <a:ext uri="{FF2B5EF4-FFF2-40B4-BE49-F238E27FC236}">
                    <a16:creationId xmlns:a16="http://schemas.microsoft.com/office/drawing/2014/main" id="{96D4B4E8-0881-EAA4-6265-0D9A43A4F49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TextBox 149">
                <a:extLst>
                  <a:ext uri="{FF2B5EF4-FFF2-40B4-BE49-F238E27FC236}">
                    <a16:creationId xmlns:a16="http://schemas.microsoft.com/office/drawing/2014/main" id="{F7ADE5C9-5DDD-DFB0-B82C-5869EA781A5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89" name="Group 150">
              <a:extLst>
                <a:ext uri="{FF2B5EF4-FFF2-40B4-BE49-F238E27FC236}">
                  <a16:creationId xmlns:a16="http://schemas.microsoft.com/office/drawing/2014/main" id="{AF490017-295C-7A0C-131B-691EEB5FF8F2}"/>
                </a:ext>
              </a:extLst>
            </p:cNvPr>
            <p:cNvGrpSpPr>
              <a:grpSpLocks/>
            </p:cNvGrpSpPr>
            <p:nvPr/>
          </p:nvGrpSpPr>
          <p:grpSpPr bwMode="auto">
            <a:xfrm>
              <a:off x="4595000" y="2069176"/>
              <a:ext cx="648509" cy="418221"/>
              <a:chOff x="3053396" y="4304255"/>
              <a:chExt cx="648422" cy="418253"/>
            </a:xfrm>
          </p:grpSpPr>
          <p:sp>
            <p:nvSpPr>
              <p:cNvPr id="190" name="Freeform 84">
                <a:extLst>
                  <a:ext uri="{FF2B5EF4-FFF2-40B4-BE49-F238E27FC236}">
                    <a16:creationId xmlns:a16="http://schemas.microsoft.com/office/drawing/2014/main" id="{B6E4F83F-FC4D-B092-8063-0FD68B776FF3}"/>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TextBox 152">
                <a:extLst>
                  <a:ext uri="{FF2B5EF4-FFF2-40B4-BE49-F238E27FC236}">
                    <a16:creationId xmlns:a16="http://schemas.microsoft.com/office/drawing/2014/main" id="{08654720-1AAB-6674-8B04-92C3890113C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92" name="Group 156">
              <a:extLst>
                <a:ext uri="{FF2B5EF4-FFF2-40B4-BE49-F238E27FC236}">
                  <a16:creationId xmlns:a16="http://schemas.microsoft.com/office/drawing/2014/main" id="{482D5280-FCF8-DD86-E394-C3B6D6C4E735}"/>
                </a:ext>
              </a:extLst>
            </p:cNvPr>
            <p:cNvGrpSpPr>
              <a:grpSpLocks/>
            </p:cNvGrpSpPr>
            <p:nvPr/>
          </p:nvGrpSpPr>
          <p:grpSpPr bwMode="auto">
            <a:xfrm>
              <a:off x="5509523" y="2043778"/>
              <a:ext cx="648509" cy="418221"/>
              <a:chOff x="3053396" y="4304255"/>
              <a:chExt cx="648422" cy="418253"/>
            </a:xfrm>
          </p:grpSpPr>
          <p:sp>
            <p:nvSpPr>
              <p:cNvPr id="193" name="Freeform 84">
                <a:extLst>
                  <a:ext uri="{FF2B5EF4-FFF2-40B4-BE49-F238E27FC236}">
                    <a16:creationId xmlns:a16="http://schemas.microsoft.com/office/drawing/2014/main" id="{71280C87-F1D7-7128-DDA6-5635BE02000D}"/>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TextBox 158">
                <a:extLst>
                  <a:ext uri="{FF2B5EF4-FFF2-40B4-BE49-F238E27FC236}">
                    <a16:creationId xmlns:a16="http://schemas.microsoft.com/office/drawing/2014/main" id="{04BBA4EF-C63B-BF9C-CD16-8C46282EC64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95" name="Group 160">
              <a:extLst>
                <a:ext uri="{FF2B5EF4-FFF2-40B4-BE49-F238E27FC236}">
                  <a16:creationId xmlns:a16="http://schemas.microsoft.com/office/drawing/2014/main" id="{E3E47A7F-CA2F-CCD7-CDA0-EA7287755E70}"/>
                </a:ext>
              </a:extLst>
            </p:cNvPr>
            <p:cNvGrpSpPr>
              <a:grpSpLocks/>
            </p:cNvGrpSpPr>
            <p:nvPr/>
          </p:nvGrpSpPr>
          <p:grpSpPr bwMode="auto">
            <a:xfrm>
              <a:off x="8570635" y="5675699"/>
              <a:ext cx="648509" cy="418221"/>
              <a:chOff x="3053396" y="4304255"/>
              <a:chExt cx="648422" cy="418253"/>
            </a:xfrm>
          </p:grpSpPr>
          <p:sp>
            <p:nvSpPr>
              <p:cNvPr id="196" name="Freeform 84">
                <a:extLst>
                  <a:ext uri="{FF2B5EF4-FFF2-40B4-BE49-F238E27FC236}">
                    <a16:creationId xmlns:a16="http://schemas.microsoft.com/office/drawing/2014/main" id="{56915A85-2368-0497-3C4F-790130B8773C}"/>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TextBox 162">
                <a:extLst>
                  <a:ext uri="{FF2B5EF4-FFF2-40B4-BE49-F238E27FC236}">
                    <a16:creationId xmlns:a16="http://schemas.microsoft.com/office/drawing/2014/main" id="{B1410211-A9D7-14E4-7538-6AC4E60EA123}"/>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98" name="Group 163">
              <a:extLst>
                <a:ext uri="{FF2B5EF4-FFF2-40B4-BE49-F238E27FC236}">
                  <a16:creationId xmlns:a16="http://schemas.microsoft.com/office/drawing/2014/main" id="{D268654B-2A52-7015-525B-1133020B8936}"/>
                </a:ext>
              </a:extLst>
            </p:cNvPr>
            <p:cNvGrpSpPr>
              <a:grpSpLocks/>
            </p:cNvGrpSpPr>
            <p:nvPr/>
          </p:nvGrpSpPr>
          <p:grpSpPr bwMode="auto">
            <a:xfrm>
              <a:off x="9408948" y="5028049"/>
              <a:ext cx="648509" cy="418221"/>
              <a:chOff x="3053396" y="4304255"/>
              <a:chExt cx="648422" cy="418253"/>
            </a:xfrm>
          </p:grpSpPr>
          <p:sp>
            <p:nvSpPr>
              <p:cNvPr id="199" name="Freeform 84">
                <a:extLst>
                  <a:ext uri="{FF2B5EF4-FFF2-40B4-BE49-F238E27FC236}">
                    <a16:creationId xmlns:a16="http://schemas.microsoft.com/office/drawing/2014/main" id="{992127A0-5494-A83B-CC4A-8709C4E815E8}"/>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TextBox 165">
                <a:extLst>
                  <a:ext uri="{FF2B5EF4-FFF2-40B4-BE49-F238E27FC236}">
                    <a16:creationId xmlns:a16="http://schemas.microsoft.com/office/drawing/2014/main" id="{CFB811DB-E6F1-C4B9-27D4-E91F72910D6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01" name="Group 166">
              <a:extLst>
                <a:ext uri="{FF2B5EF4-FFF2-40B4-BE49-F238E27FC236}">
                  <a16:creationId xmlns:a16="http://schemas.microsoft.com/office/drawing/2014/main" id="{7212E67A-1EA3-23F7-966F-24990B0AE1C7}"/>
                </a:ext>
              </a:extLst>
            </p:cNvPr>
            <p:cNvGrpSpPr>
              <a:grpSpLocks/>
            </p:cNvGrpSpPr>
            <p:nvPr/>
          </p:nvGrpSpPr>
          <p:grpSpPr bwMode="auto">
            <a:xfrm>
              <a:off x="9180317" y="4113719"/>
              <a:ext cx="648509" cy="418221"/>
              <a:chOff x="3053396" y="4304255"/>
              <a:chExt cx="648422" cy="418253"/>
            </a:xfrm>
          </p:grpSpPr>
          <p:sp>
            <p:nvSpPr>
              <p:cNvPr id="202" name="Freeform 84">
                <a:extLst>
                  <a:ext uri="{FF2B5EF4-FFF2-40B4-BE49-F238E27FC236}">
                    <a16:creationId xmlns:a16="http://schemas.microsoft.com/office/drawing/2014/main" id="{DFCFB4B9-592C-39E6-FCAA-CEEA373C6548}"/>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TextBox 168">
                <a:extLst>
                  <a:ext uri="{FF2B5EF4-FFF2-40B4-BE49-F238E27FC236}">
                    <a16:creationId xmlns:a16="http://schemas.microsoft.com/office/drawing/2014/main" id="{9BC04325-AA6D-8099-DADC-02CB901144A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sp>
          <p:nvSpPr>
            <p:cNvPr id="204" name="TextBox 179">
              <a:extLst>
                <a:ext uri="{FF2B5EF4-FFF2-40B4-BE49-F238E27FC236}">
                  <a16:creationId xmlns:a16="http://schemas.microsoft.com/office/drawing/2014/main" id="{4777760F-1FCE-D727-D82D-9156234BEAA1}"/>
                </a:ext>
              </a:extLst>
            </p:cNvPr>
            <p:cNvSpPr txBox="1">
              <a:spLocks noChangeArrowheads="1"/>
            </p:cNvSpPr>
            <p:nvPr/>
          </p:nvSpPr>
          <p:spPr bwMode="auto">
            <a:xfrm rot="2829263">
              <a:off x="8895540" y="3441660"/>
              <a:ext cx="543697" cy="5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05" name="TextBox 180">
              <a:extLst>
                <a:ext uri="{FF2B5EF4-FFF2-40B4-BE49-F238E27FC236}">
                  <a16:creationId xmlns:a16="http://schemas.microsoft.com/office/drawing/2014/main" id="{B4F731E2-917B-05B1-70CC-ADA9FEEFC79E}"/>
                </a:ext>
              </a:extLst>
            </p:cNvPr>
            <p:cNvSpPr txBox="1">
              <a:spLocks noChangeArrowheads="1"/>
            </p:cNvSpPr>
            <p:nvPr/>
          </p:nvSpPr>
          <p:spPr bwMode="auto">
            <a:xfrm rot="9845918">
              <a:off x="7564044" y="5954634"/>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06" name="TextBox 181">
              <a:extLst>
                <a:ext uri="{FF2B5EF4-FFF2-40B4-BE49-F238E27FC236}">
                  <a16:creationId xmlns:a16="http://schemas.microsoft.com/office/drawing/2014/main" id="{4949511A-28A2-E763-B04E-8BC26B29597C}"/>
                </a:ext>
              </a:extLst>
            </p:cNvPr>
            <p:cNvSpPr txBox="1">
              <a:spLocks noChangeArrowheads="1"/>
            </p:cNvSpPr>
            <p:nvPr/>
          </p:nvSpPr>
          <p:spPr bwMode="auto">
            <a:xfrm rot="11651262">
              <a:off x="3196001" y="5857999"/>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07" name="TextBox 182">
              <a:extLst>
                <a:ext uri="{FF2B5EF4-FFF2-40B4-BE49-F238E27FC236}">
                  <a16:creationId xmlns:a16="http://schemas.microsoft.com/office/drawing/2014/main" id="{652B2EE0-DA2A-9698-6C78-3966BC97485F}"/>
                </a:ext>
              </a:extLst>
            </p:cNvPr>
            <p:cNvSpPr txBox="1">
              <a:spLocks noChangeArrowheads="1"/>
            </p:cNvSpPr>
            <p:nvPr/>
          </p:nvSpPr>
          <p:spPr bwMode="auto">
            <a:xfrm rot="16607303">
              <a:off x="1609690" y="3551677"/>
              <a:ext cx="543697" cy="5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grpSp>
          <p:nvGrpSpPr>
            <p:cNvPr id="208" name="Group 20">
              <a:extLst>
                <a:ext uri="{FF2B5EF4-FFF2-40B4-BE49-F238E27FC236}">
                  <a16:creationId xmlns:a16="http://schemas.microsoft.com/office/drawing/2014/main" id="{E6BC3989-73ED-D152-F737-A8D644137A7F}"/>
                </a:ext>
              </a:extLst>
            </p:cNvPr>
            <p:cNvGrpSpPr>
              <a:grpSpLocks/>
            </p:cNvGrpSpPr>
            <p:nvPr/>
          </p:nvGrpSpPr>
          <p:grpSpPr bwMode="auto">
            <a:xfrm>
              <a:off x="5736579" y="2899825"/>
              <a:ext cx="2272389" cy="1061009"/>
              <a:chOff x="4696844" y="2871032"/>
              <a:chExt cx="2272671" cy="1061113"/>
            </a:xfrm>
          </p:grpSpPr>
          <p:grpSp>
            <p:nvGrpSpPr>
              <p:cNvPr id="209" name="Group 16">
                <a:extLst>
                  <a:ext uri="{FF2B5EF4-FFF2-40B4-BE49-F238E27FC236}">
                    <a16:creationId xmlns:a16="http://schemas.microsoft.com/office/drawing/2014/main" id="{5A274983-2F3A-8E91-B279-2F137A72A5BD}"/>
                  </a:ext>
                </a:extLst>
              </p:cNvPr>
              <p:cNvGrpSpPr>
                <a:grpSpLocks/>
              </p:cNvGrpSpPr>
              <p:nvPr/>
            </p:nvGrpSpPr>
            <p:grpSpPr bwMode="auto">
              <a:xfrm>
                <a:off x="5677190" y="2871032"/>
                <a:ext cx="530938" cy="338554"/>
                <a:chOff x="5573768" y="2726239"/>
                <a:chExt cx="530938" cy="338554"/>
              </a:xfrm>
            </p:grpSpPr>
            <p:sp>
              <p:nvSpPr>
                <p:cNvPr id="212" name="Oval 14">
                  <a:extLst>
                    <a:ext uri="{FF2B5EF4-FFF2-40B4-BE49-F238E27FC236}">
                      <a16:creationId xmlns:a16="http://schemas.microsoft.com/office/drawing/2014/main" id="{AA178657-48CC-9F88-62B6-6329863AC3E4}"/>
                    </a:ext>
                  </a:extLst>
                </p:cNvPr>
                <p:cNvSpPr>
                  <a:spLocks noChangeArrowheads="1"/>
                </p:cNvSpPr>
                <p:nvPr/>
              </p:nvSpPr>
              <p:spPr bwMode="auto">
                <a:xfrm>
                  <a:off x="5573768" y="2751297"/>
                  <a:ext cx="528092" cy="304800"/>
                </a:xfrm>
                <a:prstGeom prst="ellipse">
                  <a:avLst/>
                </a:prstGeom>
                <a:solidFill>
                  <a:srgbClr val="0000FF"/>
                </a:solidFill>
                <a:ln w="9525">
                  <a:solidFill>
                    <a:schemeClr val="tx1"/>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3" name="TextBox 15">
                  <a:extLst>
                    <a:ext uri="{FF2B5EF4-FFF2-40B4-BE49-F238E27FC236}">
                      <a16:creationId xmlns:a16="http://schemas.microsoft.com/office/drawing/2014/main" id="{976E3870-DB27-A1C7-7560-92B2488BE96C}"/>
                    </a:ext>
                  </a:extLst>
                </p:cNvPr>
                <p:cNvSpPr txBox="1">
                  <a:spLocks noChangeArrowheads="1"/>
                </p:cNvSpPr>
                <p:nvPr/>
              </p:nvSpPr>
              <p:spPr bwMode="auto">
                <a:xfrm>
                  <a:off x="5593027" y="2726239"/>
                  <a:ext cx="5116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IXP</a:t>
                  </a:r>
                </a:p>
              </p:txBody>
            </p:sp>
          </p:grpSp>
          <p:cxnSp>
            <p:nvCxnSpPr>
              <p:cNvPr id="210" name="Straight Connector 18">
                <a:extLst>
                  <a:ext uri="{FF2B5EF4-FFF2-40B4-BE49-F238E27FC236}">
                    <a16:creationId xmlns:a16="http://schemas.microsoft.com/office/drawing/2014/main" id="{F1131E2D-936D-14A5-44D8-1FA2A895EBBF}"/>
                  </a:ext>
                </a:extLst>
              </p:cNvPr>
              <p:cNvCxnSpPr>
                <a:cxnSpLocks noChangeShapeType="1"/>
              </p:cNvCxnSpPr>
              <p:nvPr/>
            </p:nvCxnSpPr>
            <p:spPr bwMode="auto">
              <a:xfrm>
                <a:off x="4696844" y="3073933"/>
                <a:ext cx="980347" cy="351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211" name="Straight Connector 516">
                <a:extLst>
                  <a:ext uri="{FF2B5EF4-FFF2-40B4-BE49-F238E27FC236}">
                    <a16:creationId xmlns:a16="http://schemas.microsoft.com/office/drawing/2014/main" id="{FFFAFA08-1840-2F53-EF97-55C55863BA4D}"/>
                  </a:ext>
                </a:extLst>
              </p:cNvPr>
              <p:cNvCxnSpPr>
                <a:cxnSpLocks noChangeShapeType="1"/>
                <a:endCxn id="223" idx="1"/>
              </p:cNvCxnSpPr>
              <p:nvPr/>
            </p:nvCxnSpPr>
            <p:spPr bwMode="auto">
              <a:xfrm>
                <a:off x="6137159" y="3146857"/>
                <a:ext cx="832356" cy="78528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grpSp>
          <p:nvGrpSpPr>
            <p:cNvPr id="214" name="Group 39939">
              <a:extLst>
                <a:ext uri="{FF2B5EF4-FFF2-40B4-BE49-F238E27FC236}">
                  <a16:creationId xmlns:a16="http://schemas.microsoft.com/office/drawing/2014/main" id="{4EBAFF03-5EE8-74A5-B933-D887158595EE}"/>
                </a:ext>
              </a:extLst>
            </p:cNvPr>
            <p:cNvGrpSpPr>
              <a:grpSpLocks/>
            </p:cNvGrpSpPr>
            <p:nvPr/>
          </p:nvGrpSpPr>
          <p:grpSpPr bwMode="auto">
            <a:xfrm>
              <a:off x="3570155" y="3762887"/>
              <a:ext cx="2938536" cy="1357499"/>
              <a:chOff x="2746064" y="3733002"/>
              <a:chExt cx="2937093" cy="1359582"/>
            </a:xfrm>
          </p:grpSpPr>
          <p:cxnSp>
            <p:nvCxnSpPr>
              <p:cNvPr id="215" name="Straight Connector 7">
                <a:extLst>
                  <a:ext uri="{FF2B5EF4-FFF2-40B4-BE49-F238E27FC236}">
                    <a16:creationId xmlns:a16="http://schemas.microsoft.com/office/drawing/2014/main" id="{8395DD12-4958-2F45-8B87-F14AD8A2748E}"/>
                  </a:ext>
                </a:extLst>
              </p:cNvPr>
              <p:cNvCxnSpPr>
                <a:cxnSpLocks noChangeShapeType="1"/>
                <a:stCxn id="255" idx="5"/>
                <a:endCxn id="247" idx="3"/>
              </p:cNvCxnSpPr>
              <p:nvPr/>
            </p:nvCxnSpPr>
            <p:spPr bwMode="auto">
              <a:xfrm>
                <a:off x="5094305" y="3733002"/>
                <a:ext cx="588852" cy="21276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216" name="Straight Connector 415">
                <a:extLst>
                  <a:ext uri="{FF2B5EF4-FFF2-40B4-BE49-F238E27FC236}">
                    <a16:creationId xmlns:a16="http://schemas.microsoft.com/office/drawing/2014/main" id="{180E5DC9-F3BD-89AE-8463-459E01A51680}"/>
                  </a:ext>
                </a:extLst>
              </p:cNvPr>
              <p:cNvCxnSpPr>
                <a:cxnSpLocks noChangeShapeType="1"/>
                <a:stCxn id="273" idx="5"/>
              </p:cNvCxnSpPr>
              <p:nvPr/>
            </p:nvCxnSpPr>
            <p:spPr bwMode="auto">
              <a:xfrm flipH="1">
                <a:off x="2746064" y="3789080"/>
                <a:ext cx="54551" cy="601922"/>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217" name="Straight Connector 523">
                <a:extLst>
                  <a:ext uri="{FF2B5EF4-FFF2-40B4-BE49-F238E27FC236}">
                    <a16:creationId xmlns:a16="http://schemas.microsoft.com/office/drawing/2014/main" id="{6557AAC2-781F-42BD-BF2B-E18619F6B60E}"/>
                  </a:ext>
                </a:extLst>
              </p:cNvPr>
              <p:cNvCxnSpPr>
                <a:cxnSpLocks noChangeShapeType="1"/>
                <a:endCxn id="266" idx="3"/>
              </p:cNvCxnSpPr>
              <p:nvPr/>
            </p:nvCxnSpPr>
            <p:spPr bwMode="auto">
              <a:xfrm flipV="1">
                <a:off x="4424422" y="4701847"/>
                <a:ext cx="1074473" cy="39073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cxnSp>
          <p:nvCxnSpPr>
            <p:cNvPr id="218" name="Straight Connector 515">
              <a:extLst>
                <a:ext uri="{FF2B5EF4-FFF2-40B4-BE49-F238E27FC236}">
                  <a16:creationId xmlns:a16="http://schemas.microsoft.com/office/drawing/2014/main" id="{A75411D5-B754-13B4-B641-7200B76EF9E2}"/>
                </a:ext>
              </a:extLst>
            </p:cNvPr>
            <p:cNvCxnSpPr>
              <a:cxnSpLocks noChangeShapeType="1"/>
              <a:stCxn id="242" idx="2"/>
            </p:cNvCxnSpPr>
            <p:nvPr/>
          </p:nvCxnSpPr>
          <p:spPr bwMode="auto">
            <a:xfrm flipV="1">
              <a:off x="4982880" y="4309966"/>
              <a:ext cx="309146" cy="30771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219" name="Straight Connector 519">
              <a:extLst>
                <a:ext uri="{FF2B5EF4-FFF2-40B4-BE49-F238E27FC236}">
                  <a16:creationId xmlns:a16="http://schemas.microsoft.com/office/drawing/2014/main" id="{496CA301-943C-5C65-C930-D3F5D7416189}"/>
                </a:ext>
              </a:extLst>
            </p:cNvPr>
            <p:cNvCxnSpPr>
              <a:cxnSpLocks noChangeShapeType="1"/>
            </p:cNvCxnSpPr>
            <p:nvPr/>
          </p:nvCxnSpPr>
          <p:spPr bwMode="auto">
            <a:xfrm flipV="1">
              <a:off x="5520180" y="3924252"/>
              <a:ext cx="929835" cy="367084"/>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220" name="Straight Connector 520">
              <a:extLst>
                <a:ext uri="{FF2B5EF4-FFF2-40B4-BE49-F238E27FC236}">
                  <a16:creationId xmlns:a16="http://schemas.microsoft.com/office/drawing/2014/main" id="{1C6CEEB5-847E-A82E-99EF-798289602BE1}"/>
                </a:ext>
              </a:extLst>
            </p:cNvPr>
            <p:cNvCxnSpPr>
              <a:cxnSpLocks noChangeShapeType="1"/>
              <a:stCxn id="234" idx="2"/>
            </p:cNvCxnSpPr>
            <p:nvPr/>
          </p:nvCxnSpPr>
          <p:spPr bwMode="auto">
            <a:xfrm>
              <a:off x="4815073" y="3947043"/>
              <a:ext cx="476953" cy="277502"/>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nvGrpSpPr>
            <p:cNvPr id="221" name="Group 220">
              <a:extLst>
                <a:ext uri="{FF2B5EF4-FFF2-40B4-BE49-F238E27FC236}">
                  <a16:creationId xmlns:a16="http://schemas.microsoft.com/office/drawing/2014/main" id="{F7558849-B3CF-F2C7-C1CE-F5E53105AA05}"/>
                </a:ext>
              </a:extLst>
            </p:cNvPr>
            <p:cNvGrpSpPr/>
            <p:nvPr/>
          </p:nvGrpSpPr>
          <p:grpSpPr>
            <a:xfrm>
              <a:off x="7929475" y="3939691"/>
              <a:ext cx="541338" cy="223023"/>
              <a:chOff x="7493876" y="2774731"/>
              <a:chExt cx="1481958" cy="894622"/>
            </a:xfrm>
          </p:grpSpPr>
          <p:sp>
            <p:nvSpPr>
              <p:cNvPr id="222" name="Freeform 221">
                <a:extLst>
                  <a:ext uri="{FF2B5EF4-FFF2-40B4-BE49-F238E27FC236}">
                    <a16:creationId xmlns:a16="http://schemas.microsoft.com/office/drawing/2014/main" id="{681083BD-F671-C49F-FD34-0100959C70C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23" name="Oval 222">
                <a:extLst>
                  <a:ext uri="{FF2B5EF4-FFF2-40B4-BE49-F238E27FC236}">
                    <a16:creationId xmlns:a16="http://schemas.microsoft.com/office/drawing/2014/main" id="{BE00124D-3D9E-23F9-1F6D-FE8DE936178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24" name="Group 223">
                <a:extLst>
                  <a:ext uri="{FF2B5EF4-FFF2-40B4-BE49-F238E27FC236}">
                    <a16:creationId xmlns:a16="http://schemas.microsoft.com/office/drawing/2014/main" id="{CF3CBB30-CFC6-7A49-CD98-63A5B54D1178}"/>
                  </a:ext>
                </a:extLst>
              </p:cNvPr>
              <p:cNvGrpSpPr/>
              <p:nvPr/>
            </p:nvGrpSpPr>
            <p:grpSpPr>
              <a:xfrm>
                <a:off x="7713663" y="2848339"/>
                <a:ext cx="1042107" cy="425543"/>
                <a:chOff x="7786941" y="2884917"/>
                <a:chExt cx="897649" cy="353919"/>
              </a:xfrm>
            </p:grpSpPr>
            <p:sp>
              <p:nvSpPr>
                <p:cNvPr id="225" name="Freeform 224">
                  <a:extLst>
                    <a:ext uri="{FF2B5EF4-FFF2-40B4-BE49-F238E27FC236}">
                      <a16:creationId xmlns:a16="http://schemas.microsoft.com/office/drawing/2014/main" id="{D06378B1-3FAD-E722-A5C9-198CD7F75A6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6" name="Freeform 225">
                  <a:extLst>
                    <a:ext uri="{FF2B5EF4-FFF2-40B4-BE49-F238E27FC236}">
                      <a16:creationId xmlns:a16="http://schemas.microsoft.com/office/drawing/2014/main" id="{5904FAC9-EB61-ECFA-AD3B-9112EF70E0D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Freeform 226">
                  <a:extLst>
                    <a:ext uri="{FF2B5EF4-FFF2-40B4-BE49-F238E27FC236}">
                      <a16:creationId xmlns:a16="http://schemas.microsoft.com/office/drawing/2014/main" id="{1DD3C337-79A4-D62B-8962-2FECB1A5195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Freeform 227">
                  <a:extLst>
                    <a:ext uri="{FF2B5EF4-FFF2-40B4-BE49-F238E27FC236}">
                      <a16:creationId xmlns:a16="http://schemas.microsoft.com/office/drawing/2014/main" id="{9B33ACE3-61C6-97CB-7315-3CBC34033B6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9" name="Group 228">
              <a:extLst>
                <a:ext uri="{FF2B5EF4-FFF2-40B4-BE49-F238E27FC236}">
                  <a16:creationId xmlns:a16="http://schemas.microsoft.com/office/drawing/2014/main" id="{3F3E5185-DB80-2F88-7F0B-B30822805479}"/>
                </a:ext>
              </a:extLst>
            </p:cNvPr>
            <p:cNvGrpSpPr/>
            <p:nvPr/>
          </p:nvGrpSpPr>
          <p:grpSpPr>
            <a:xfrm>
              <a:off x="4400287" y="3826770"/>
              <a:ext cx="541338" cy="223023"/>
              <a:chOff x="7493876" y="2774731"/>
              <a:chExt cx="1481958" cy="894622"/>
            </a:xfrm>
          </p:grpSpPr>
          <p:sp>
            <p:nvSpPr>
              <p:cNvPr id="230" name="Freeform 229">
                <a:extLst>
                  <a:ext uri="{FF2B5EF4-FFF2-40B4-BE49-F238E27FC236}">
                    <a16:creationId xmlns:a16="http://schemas.microsoft.com/office/drawing/2014/main" id="{35D39FBE-9AAA-2F8E-F819-96DAE0F482F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31" name="Oval 230">
                <a:extLst>
                  <a:ext uri="{FF2B5EF4-FFF2-40B4-BE49-F238E27FC236}">
                    <a16:creationId xmlns:a16="http://schemas.microsoft.com/office/drawing/2014/main" id="{7A068D18-7CA8-C17B-5F11-FBFEA4A5E7B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32" name="Group 231">
                <a:extLst>
                  <a:ext uri="{FF2B5EF4-FFF2-40B4-BE49-F238E27FC236}">
                    <a16:creationId xmlns:a16="http://schemas.microsoft.com/office/drawing/2014/main" id="{D6746AED-2473-344B-381F-45ED3698031B}"/>
                  </a:ext>
                </a:extLst>
              </p:cNvPr>
              <p:cNvGrpSpPr/>
              <p:nvPr/>
            </p:nvGrpSpPr>
            <p:grpSpPr>
              <a:xfrm>
                <a:off x="7713663" y="2848339"/>
                <a:ext cx="1042107" cy="425543"/>
                <a:chOff x="7786941" y="2884917"/>
                <a:chExt cx="897649" cy="353919"/>
              </a:xfrm>
            </p:grpSpPr>
            <p:sp>
              <p:nvSpPr>
                <p:cNvPr id="233" name="Freeform 232">
                  <a:extLst>
                    <a:ext uri="{FF2B5EF4-FFF2-40B4-BE49-F238E27FC236}">
                      <a16:creationId xmlns:a16="http://schemas.microsoft.com/office/drawing/2014/main" id="{B55F5ED3-5C4C-1995-DF44-37E9851AB44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4" name="Freeform 233">
                  <a:extLst>
                    <a:ext uri="{FF2B5EF4-FFF2-40B4-BE49-F238E27FC236}">
                      <a16:creationId xmlns:a16="http://schemas.microsoft.com/office/drawing/2014/main" id="{6BB158FB-C0A6-E74C-C4E0-8FE44F11805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 name="Freeform 234">
                  <a:extLst>
                    <a:ext uri="{FF2B5EF4-FFF2-40B4-BE49-F238E27FC236}">
                      <a16:creationId xmlns:a16="http://schemas.microsoft.com/office/drawing/2014/main" id="{07F32EE2-DCAA-5490-1A98-8CB26B9DA73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Freeform 235">
                  <a:extLst>
                    <a:ext uri="{FF2B5EF4-FFF2-40B4-BE49-F238E27FC236}">
                      <a16:creationId xmlns:a16="http://schemas.microsoft.com/office/drawing/2014/main" id="{B12A05A3-7342-B7BA-9B22-6D4376D2357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7" name="Group 236">
              <a:extLst>
                <a:ext uri="{FF2B5EF4-FFF2-40B4-BE49-F238E27FC236}">
                  <a16:creationId xmlns:a16="http://schemas.microsoft.com/office/drawing/2014/main" id="{D98AE678-C395-A5FD-31B2-5B871AA9F917}"/>
                </a:ext>
              </a:extLst>
            </p:cNvPr>
            <p:cNvGrpSpPr/>
            <p:nvPr/>
          </p:nvGrpSpPr>
          <p:grpSpPr>
            <a:xfrm>
              <a:off x="4568094" y="4497411"/>
              <a:ext cx="541338" cy="223023"/>
              <a:chOff x="7493876" y="2774731"/>
              <a:chExt cx="1481958" cy="894622"/>
            </a:xfrm>
          </p:grpSpPr>
          <p:sp>
            <p:nvSpPr>
              <p:cNvPr id="238" name="Freeform 237">
                <a:extLst>
                  <a:ext uri="{FF2B5EF4-FFF2-40B4-BE49-F238E27FC236}">
                    <a16:creationId xmlns:a16="http://schemas.microsoft.com/office/drawing/2014/main" id="{876F526F-E8D7-1A18-D784-BB678A2F27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39" name="Oval 238">
                <a:extLst>
                  <a:ext uri="{FF2B5EF4-FFF2-40B4-BE49-F238E27FC236}">
                    <a16:creationId xmlns:a16="http://schemas.microsoft.com/office/drawing/2014/main" id="{668232FC-9DFE-9B3A-97C5-9860946D0D5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40" name="Group 239">
                <a:extLst>
                  <a:ext uri="{FF2B5EF4-FFF2-40B4-BE49-F238E27FC236}">
                    <a16:creationId xmlns:a16="http://schemas.microsoft.com/office/drawing/2014/main" id="{CC84DA84-F2B6-52E3-10F7-B86D6DA3961C}"/>
                  </a:ext>
                </a:extLst>
              </p:cNvPr>
              <p:cNvGrpSpPr/>
              <p:nvPr/>
            </p:nvGrpSpPr>
            <p:grpSpPr>
              <a:xfrm>
                <a:off x="7713663" y="2848339"/>
                <a:ext cx="1042107" cy="425543"/>
                <a:chOff x="7786941" y="2884917"/>
                <a:chExt cx="897649" cy="353919"/>
              </a:xfrm>
            </p:grpSpPr>
            <p:sp>
              <p:nvSpPr>
                <p:cNvPr id="241" name="Freeform 240">
                  <a:extLst>
                    <a:ext uri="{FF2B5EF4-FFF2-40B4-BE49-F238E27FC236}">
                      <a16:creationId xmlns:a16="http://schemas.microsoft.com/office/drawing/2014/main" id="{DFA69D4B-3B95-C3D3-159E-E683BA8154AE}"/>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2" name="Freeform 241">
                  <a:extLst>
                    <a:ext uri="{FF2B5EF4-FFF2-40B4-BE49-F238E27FC236}">
                      <a16:creationId xmlns:a16="http://schemas.microsoft.com/office/drawing/2014/main" id="{CA81BEE3-F372-071D-A69F-92B29BEA223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3" name="Freeform 242">
                  <a:extLst>
                    <a:ext uri="{FF2B5EF4-FFF2-40B4-BE49-F238E27FC236}">
                      <a16:creationId xmlns:a16="http://schemas.microsoft.com/office/drawing/2014/main" id="{92C5FDE6-00A8-BA47-0366-0A03AEB1706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4" name="Freeform 243">
                  <a:extLst>
                    <a:ext uri="{FF2B5EF4-FFF2-40B4-BE49-F238E27FC236}">
                      <a16:creationId xmlns:a16="http://schemas.microsoft.com/office/drawing/2014/main" id="{616C5BAA-4380-BDA7-CCE2-C55C24A59C8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5" name="Group 244">
              <a:extLst>
                <a:ext uri="{FF2B5EF4-FFF2-40B4-BE49-F238E27FC236}">
                  <a16:creationId xmlns:a16="http://schemas.microsoft.com/office/drawing/2014/main" id="{CF712333-E43F-3B95-C9BC-C73B86B0A2F7}"/>
                </a:ext>
              </a:extLst>
            </p:cNvPr>
            <p:cNvGrpSpPr/>
            <p:nvPr/>
          </p:nvGrpSpPr>
          <p:grpSpPr>
            <a:xfrm>
              <a:off x="6429198" y="3852093"/>
              <a:ext cx="541338" cy="223023"/>
              <a:chOff x="7493876" y="2774731"/>
              <a:chExt cx="1481958" cy="894622"/>
            </a:xfrm>
          </p:grpSpPr>
          <p:sp>
            <p:nvSpPr>
              <p:cNvPr id="246" name="Freeform 245">
                <a:extLst>
                  <a:ext uri="{FF2B5EF4-FFF2-40B4-BE49-F238E27FC236}">
                    <a16:creationId xmlns:a16="http://schemas.microsoft.com/office/drawing/2014/main" id="{DB67A7BD-0B21-4F1A-7973-704D663DDC0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47" name="Oval 246">
                <a:extLst>
                  <a:ext uri="{FF2B5EF4-FFF2-40B4-BE49-F238E27FC236}">
                    <a16:creationId xmlns:a16="http://schemas.microsoft.com/office/drawing/2014/main" id="{B131898D-1277-8E0B-A5B4-86572BA0D33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48" name="Group 247">
                <a:extLst>
                  <a:ext uri="{FF2B5EF4-FFF2-40B4-BE49-F238E27FC236}">
                    <a16:creationId xmlns:a16="http://schemas.microsoft.com/office/drawing/2014/main" id="{A7DD94E7-C049-7DBE-B49C-B2CFEC85ACCE}"/>
                  </a:ext>
                </a:extLst>
              </p:cNvPr>
              <p:cNvGrpSpPr/>
              <p:nvPr/>
            </p:nvGrpSpPr>
            <p:grpSpPr>
              <a:xfrm>
                <a:off x="7713663" y="2848339"/>
                <a:ext cx="1042107" cy="425543"/>
                <a:chOff x="7786941" y="2884917"/>
                <a:chExt cx="897649" cy="353919"/>
              </a:xfrm>
            </p:grpSpPr>
            <p:sp>
              <p:nvSpPr>
                <p:cNvPr id="249" name="Freeform 248">
                  <a:extLst>
                    <a:ext uri="{FF2B5EF4-FFF2-40B4-BE49-F238E27FC236}">
                      <a16:creationId xmlns:a16="http://schemas.microsoft.com/office/drawing/2014/main" id="{39489F36-4D03-1613-1730-41AA1FEB5EA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0" name="Freeform 249">
                  <a:extLst>
                    <a:ext uri="{FF2B5EF4-FFF2-40B4-BE49-F238E27FC236}">
                      <a16:creationId xmlns:a16="http://schemas.microsoft.com/office/drawing/2014/main" id="{62A6F3AC-ED40-D643-D94B-84839F41D42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1" name="Freeform 250">
                  <a:extLst>
                    <a:ext uri="{FF2B5EF4-FFF2-40B4-BE49-F238E27FC236}">
                      <a16:creationId xmlns:a16="http://schemas.microsoft.com/office/drawing/2014/main" id="{59FEE7B5-6432-46DD-FD52-58B606E9FE2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2" name="Freeform 251">
                  <a:extLst>
                    <a:ext uri="{FF2B5EF4-FFF2-40B4-BE49-F238E27FC236}">
                      <a16:creationId xmlns:a16="http://schemas.microsoft.com/office/drawing/2014/main" id="{D86EF529-5898-6560-EFD6-0DF32E9BEE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53" name="Group 252">
              <a:extLst>
                <a:ext uri="{FF2B5EF4-FFF2-40B4-BE49-F238E27FC236}">
                  <a16:creationId xmlns:a16="http://schemas.microsoft.com/office/drawing/2014/main" id="{06875ED9-480D-3D38-1BBE-939982EF1928}"/>
                </a:ext>
              </a:extLst>
            </p:cNvPr>
            <p:cNvGrpSpPr/>
            <p:nvPr/>
          </p:nvGrpSpPr>
          <p:grpSpPr>
            <a:xfrm>
              <a:off x="5457737" y="3639654"/>
              <a:ext cx="541338" cy="223023"/>
              <a:chOff x="7493876" y="2774731"/>
              <a:chExt cx="1481958" cy="894622"/>
            </a:xfrm>
          </p:grpSpPr>
          <p:sp>
            <p:nvSpPr>
              <p:cNvPr id="254" name="Freeform 253">
                <a:extLst>
                  <a:ext uri="{FF2B5EF4-FFF2-40B4-BE49-F238E27FC236}">
                    <a16:creationId xmlns:a16="http://schemas.microsoft.com/office/drawing/2014/main" id="{4CCAF83D-8117-C9EB-913E-7303B204725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55" name="Oval 254">
                <a:extLst>
                  <a:ext uri="{FF2B5EF4-FFF2-40B4-BE49-F238E27FC236}">
                    <a16:creationId xmlns:a16="http://schemas.microsoft.com/office/drawing/2014/main" id="{E7795672-7DC1-2297-9C48-1DC2E9C976D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56" name="Group 255">
                <a:extLst>
                  <a:ext uri="{FF2B5EF4-FFF2-40B4-BE49-F238E27FC236}">
                    <a16:creationId xmlns:a16="http://schemas.microsoft.com/office/drawing/2014/main" id="{39D85B24-DD5C-A3FF-BF11-4B7539A24FEA}"/>
                  </a:ext>
                </a:extLst>
              </p:cNvPr>
              <p:cNvGrpSpPr/>
              <p:nvPr/>
            </p:nvGrpSpPr>
            <p:grpSpPr>
              <a:xfrm>
                <a:off x="7713663" y="2848339"/>
                <a:ext cx="1042107" cy="425543"/>
                <a:chOff x="7786941" y="2884917"/>
                <a:chExt cx="897649" cy="353919"/>
              </a:xfrm>
            </p:grpSpPr>
            <p:sp>
              <p:nvSpPr>
                <p:cNvPr id="257" name="Freeform 256">
                  <a:extLst>
                    <a:ext uri="{FF2B5EF4-FFF2-40B4-BE49-F238E27FC236}">
                      <a16:creationId xmlns:a16="http://schemas.microsoft.com/office/drawing/2014/main" id="{0486C7F3-48F0-F572-2C8D-17E2CBC8BA1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8" name="Freeform 257">
                  <a:extLst>
                    <a:ext uri="{FF2B5EF4-FFF2-40B4-BE49-F238E27FC236}">
                      <a16:creationId xmlns:a16="http://schemas.microsoft.com/office/drawing/2014/main" id="{9529E24B-BF7F-811B-C8E6-0697FCD3C2B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9" name="Freeform 258">
                  <a:extLst>
                    <a:ext uri="{FF2B5EF4-FFF2-40B4-BE49-F238E27FC236}">
                      <a16:creationId xmlns:a16="http://schemas.microsoft.com/office/drawing/2014/main" id="{BD9D3DAA-EF1E-50A3-86BC-D7E3DB879A8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0" name="Freeform 259">
                  <a:extLst>
                    <a:ext uri="{FF2B5EF4-FFF2-40B4-BE49-F238E27FC236}">
                      <a16:creationId xmlns:a16="http://schemas.microsoft.com/office/drawing/2014/main" id="{F434821F-5A81-8B2B-BF77-42D46DA4826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61" name="Group 518">
              <a:extLst>
                <a:ext uri="{FF2B5EF4-FFF2-40B4-BE49-F238E27FC236}">
                  <a16:creationId xmlns:a16="http://schemas.microsoft.com/office/drawing/2014/main" id="{B89928B4-543F-D2A4-69BC-761979DE5B4D}"/>
                </a:ext>
              </a:extLst>
            </p:cNvPr>
            <p:cNvGrpSpPr>
              <a:grpSpLocks/>
            </p:cNvGrpSpPr>
            <p:nvPr/>
          </p:nvGrpSpPr>
          <p:grpSpPr bwMode="auto">
            <a:xfrm>
              <a:off x="5119678" y="4119105"/>
              <a:ext cx="528442" cy="338554"/>
              <a:chOff x="5634518" y="2652249"/>
              <a:chExt cx="528092" cy="338174"/>
            </a:xfrm>
          </p:grpSpPr>
          <p:sp>
            <p:nvSpPr>
              <p:cNvPr id="262" name="Oval 521">
                <a:extLst>
                  <a:ext uri="{FF2B5EF4-FFF2-40B4-BE49-F238E27FC236}">
                    <a16:creationId xmlns:a16="http://schemas.microsoft.com/office/drawing/2014/main" id="{FA934447-8312-28D0-F9CB-586F26570B85}"/>
                  </a:ext>
                </a:extLst>
              </p:cNvPr>
              <p:cNvSpPr>
                <a:spLocks noChangeArrowheads="1"/>
              </p:cNvSpPr>
              <p:nvPr/>
            </p:nvSpPr>
            <p:spPr bwMode="auto">
              <a:xfrm>
                <a:off x="5634518" y="2672371"/>
                <a:ext cx="528092" cy="304800"/>
              </a:xfrm>
              <a:prstGeom prst="ellipse">
                <a:avLst/>
              </a:prstGeom>
              <a:solidFill>
                <a:srgbClr val="0000FF"/>
              </a:solidFill>
              <a:ln w="9525">
                <a:solidFill>
                  <a:schemeClr val="tx1"/>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63" name="TextBox 522">
                <a:extLst>
                  <a:ext uri="{FF2B5EF4-FFF2-40B4-BE49-F238E27FC236}">
                    <a16:creationId xmlns:a16="http://schemas.microsoft.com/office/drawing/2014/main" id="{61063BE8-B1F4-78BE-3365-D15D731BEB57}"/>
                  </a:ext>
                </a:extLst>
              </p:cNvPr>
              <p:cNvSpPr txBox="1">
                <a:spLocks noChangeArrowheads="1"/>
              </p:cNvSpPr>
              <p:nvPr/>
            </p:nvSpPr>
            <p:spPr bwMode="auto">
              <a:xfrm>
                <a:off x="5685246" y="2652249"/>
                <a:ext cx="447262" cy="33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white"/>
                    </a:solidFill>
                    <a:effectLst/>
                    <a:uLnTx/>
                    <a:uFillTx/>
                    <a:latin typeface="Calibri" panose="020F0502020204030204"/>
                    <a:ea typeface="ＭＳ Ｐゴシック" panose="020B0600070205080204" pitchFamily="34" charset="-128"/>
                    <a:cs typeface="+mn-cs"/>
                  </a:rPr>
                  <a:t>IXP</a:t>
                </a:r>
              </a:p>
            </p:txBody>
          </p:sp>
        </p:grpSp>
        <p:grpSp>
          <p:nvGrpSpPr>
            <p:cNvPr id="264" name="Group 263">
              <a:extLst>
                <a:ext uri="{FF2B5EF4-FFF2-40B4-BE49-F238E27FC236}">
                  <a16:creationId xmlns:a16="http://schemas.microsoft.com/office/drawing/2014/main" id="{B53FCA07-84BE-7FB3-8045-6EF2368F1006}"/>
                </a:ext>
              </a:extLst>
            </p:cNvPr>
            <p:cNvGrpSpPr/>
            <p:nvPr/>
          </p:nvGrpSpPr>
          <p:grpSpPr>
            <a:xfrm>
              <a:off x="6244846" y="4607015"/>
              <a:ext cx="541338" cy="223023"/>
              <a:chOff x="7493876" y="2774731"/>
              <a:chExt cx="1481958" cy="894622"/>
            </a:xfrm>
          </p:grpSpPr>
          <p:sp>
            <p:nvSpPr>
              <p:cNvPr id="265" name="Freeform 264">
                <a:extLst>
                  <a:ext uri="{FF2B5EF4-FFF2-40B4-BE49-F238E27FC236}">
                    <a16:creationId xmlns:a16="http://schemas.microsoft.com/office/drawing/2014/main" id="{AD04E6CE-98A4-8A04-AF55-1F3A57312DE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66" name="Oval 265">
                <a:extLst>
                  <a:ext uri="{FF2B5EF4-FFF2-40B4-BE49-F238E27FC236}">
                    <a16:creationId xmlns:a16="http://schemas.microsoft.com/office/drawing/2014/main" id="{ED305486-6469-C0D2-C62D-57C6299CABA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67" name="Group 266">
                <a:extLst>
                  <a:ext uri="{FF2B5EF4-FFF2-40B4-BE49-F238E27FC236}">
                    <a16:creationId xmlns:a16="http://schemas.microsoft.com/office/drawing/2014/main" id="{7F558496-E874-F453-9645-F969F5536242}"/>
                  </a:ext>
                </a:extLst>
              </p:cNvPr>
              <p:cNvGrpSpPr/>
              <p:nvPr/>
            </p:nvGrpSpPr>
            <p:grpSpPr>
              <a:xfrm>
                <a:off x="7713663" y="2848339"/>
                <a:ext cx="1042107" cy="425543"/>
                <a:chOff x="7786941" y="2884917"/>
                <a:chExt cx="897649" cy="353919"/>
              </a:xfrm>
            </p:grpSpPr>
            <p:sp>
              <p:nvSpPr>
                <p:cNvPr id="268" name="Freeform 267">
                  <a:extLst>
                    <a:ext uri="{FF2B5EF4-FFF2-40B4-BE49-F238E27FC236}">
                      <a16:creationId xmlns:a16="http://schemas.microsoft.com/office/drawing/2014/main" id="{D42CA45C-6FDD-297A-3142-37C50EDA2F2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9" name="Freeform 268">
                  <a:extLst>
                    <a:ext uri="{FF2B5EF4-FFF2-40B4-BE49-F238E27FC236}">
                      <a16:creationId xmlns:a16="http://schemas.microsoft.com/office/drawing/2014/main" id="{08D0FA01-B073-F441-6FB2-ED03D91ABF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0" name="Freeform 269">
                  <a:extLst>
                    <a:ext uri="{FF2B5EF4-FFF2-40B4-BE49-F238E27FC236}">
                      <a16:creationId xmlns:a16="http://schemas.microsoft.com/office/drawing/2014/main" id="{435A5CF7-39C2-3340-4010-3D01B3104C4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1" name="Freeform 270">
                  <a:extLst>
                    <a:ext uri="{FF2B5EF4-FFF2-40B4-BE49-F238E27FC236}">
                      <a16:creationId xmlns:a16="http://schemas.microsoft.com/office/drawing/2014/main" id="{D0B3E80E-8A7E-7FF2-B9D7-D0B2A981D29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72" name="Group 271">
              <a:extLst>
                <a:ext uri="{FF2B5EF4-FFF2-40B4-BE49-F238E27FC236}">
                  <a16:creationId xmlns:a16="http://schemas.microsoft.com/office/drawing/2014/main" id="{8047FB02-DF94-7BAA-04E5-48948C7FAE24}"/>
                </a:ext>
              </a:extLst>
            </p:cNvPr>
            <p:cNvGrpSpPr/>
            <p:nvPr/>
          </p:nvGrpSpPr>
          <p:grpSpPr>
            <a:xfrm>
              <a:off x="3355534" y="3674009"/>
              <a:ext cx="541338" cy="223023"/>
              <a:chOff x="7493876" y="2774731"/>
              <a:chExt cx="1481958" cy="894622"/>
            </a:xfrm>
          </p:grpSpPr>
          <p:sp>
            <p:nvSpPr>
              <p:cNvPr id="273" name="Freeform 272">
                <a:extLst>
                  <a:ext uri="{FF2B5EF4-FFF2-40B4-BE49-F238E27FC236}">
                    <a16:creationId xmlns:a16="http://schemas.microsoft.com/office/drawing/2014/main" id="{ECD65508-E704-3282-1198-CC488DBDBCE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74" name="Oval 273">
                <a:extLst>
                  <a:ext uri="{FF2B5EF4-FFF2-40B4-BE49-F238E27FC236}">
                    <a16:creationId xmlns:a16="http://schemas.microsoft.com/office/drawing/2014/main" id="{D613D020-A8C4-5967-CDA5-A43D13C1FF0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75" name="Group 274">
                <a:extLst>
                  <a:ext uri="{FF2B5EF4-FFF2-40B4-BE49-F238E27FC236}">
                    <a16:creationId xmlns:a16="http://schemas.microsoft.com/office/drawing/2014/main" id="{E0385DF4-5E1A-EEB3-586B-188AA48D8ABA}"/>
                  </a:ext>
                </a:extLst>
              </p:cNvPr>
              <p:cNvGrpSpPr/>
              <p:nvPr/>
            </p:nvGrpSpPr>
            <p:grpSpPr>
              <a:xfrm>
                <a:off x="7713663" y="2848339"/>
                <a:ext cx="1042107" cy="425543"/>
                <a:chOff x="7786941" y="2884917"/>
                <a:chExt cx="897649" cy="353919"/>
              </a:xfrm>
            </p:grpSpPr>
            <p:sp>
              <p:nvSpPr>
                <p:cNvPr id="276" name="Freeform 275">
                  <a:extLst>
                    <a:ext uri="{FF2B5EF4-FFF2-40B4-BE49-F238E27FC236}">
                      <a16:creationId xmlns:a16="http://schemas.microsoft.com/office/drawing/2014/main" id="{BB3832CE-CD0D-2E43-2F37-A51AAE5D4C4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7" name="Freeform 276">
                  <a:extLst>
                    <a:ext uri="{FF2B5EF4-FFF2-40B4-BE49-F238E27FC236}">
                      <a16:creationId xmlns:a16="http://schemas.microsoft.com/office/drawing/2014/main" id="{F237217A-8571-FA69-2097-1C5C2AC23BC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8" name="Freeform 277">
                  <a:extLst>
                    <a:ext uri="{FF2B5EF4-FFF2-40B4-BE49-F238E27FC236}">
                      <a16:creationId xmlns:a16="http://schemas.microsoft.com/office/drawing/2014/main" id="{CCF5E4D3-0155-482E-2BAE-AF7D0195A02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9" name="Freeform 278">
                  <a:extLst>
                    <a:ext uri="{FF2B5EF4-FFF2-40B4-BE49-F238E27FC236}">
                      <a16:creationId xmlns:a16="http://schemas.microsoft.com/office/drawing/2014/main" id="{8B2EDC78-75E9-A867-8370-4AD13E32928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280" name="Straight Connector 500">
              <a:extLst>
                <a:ext uri="{FF2B5EF4-FFF2-40B4-BE49-F238E27FC236}">
                  <a16:creationId xmlns:a16="http://schemas.microsoft.com/office/drawing/2014/main" id="{D0FD3CDC-2060-DC15-FD33-CB3DA6F16950}"/>
                </a:ext>
              </a:extLst>
            </p:cNvPr>
            <p:cNvCxnSpPr>
              <a:cxnSpLocks noChangeShapeType="1"/>
            </p:cNvCxnSpPr>
            <p:nvPr/>
          </p:nvCxnSpPr>
          <p:spPr bwMode="auto">
            <a:xfrm>
              <a:off x="2622407" y="3016153"/>
              <a:ext cx="38100" cy="309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81" name="Straight Connector 501">
              <a:extLst>
                <a:ext uri="{FF2B5EF4-FFF2-40B4-BE49-F238E27FC236}">
                  <a16:creationId xmlns:a16="http://schemas.microsoft.com/office/drawing/2014/main" id="{7882F5B7-08E4-CF6E-8066-C21D0C85B06F}"/>
                </a:ext>
              </a:extLst>
            </p:cNvPr>
            <p:cNvCxnSpPr>
              <a:cxnSpLocks noChangeShapeType="1"/>
            </p:cNvCxnSpPr>
            <p:nvPr/>
          </p:nvCxnSpPr>
          <p:spPr bwMode="auto">
            <a:xfrm>
              <a:off x="2401745" y="3297141"/>
              <a:ext cx="123825" cy="212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82" name="Straight Connector 514">
              <a:extLst>
                <a:ext uri="{FF2B5EF4-FFF2-40B4-BE49-F238E27FC236}">
                  <a16:creationId xmlns:a16="http://schemas.microsoft.com/office/drawing/2014/main" id="{7C87A4D5-DEB6-AA1E-62A6-4ECA741E8C0E}"/>
                </a:ext>
              </a:extLst>
            </p:cNvPr>
            <p:cNvCxnSpPr>
              <a:cxnSpLocks noChangeShapeType="1"/>
            </p:cNvCxnSpPr>
            <p:nvPr/>
          </p:nvCxnSpPr>
          <p:spPr bwMode="auto">
            <a:xfrm flipV="1">
              <a:off x="2322370" y="4394103"/>
              <a:ext cx="203200" cy="7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283" name="Straight Connector 39941">
              <a:extLst>
                <a:ext uri="{FF2B5EF4-FFF2-40B4-BE49-F238E27FC236}">
                  <a16:creationId xmlns:a16="http://schemas.microsoft.com/office/drawing/2014/main" id="{D43FA17A-C9CA-5DEE-CB49-8B880310393D}"/>
                </a:ext>
              </a:extLst>
            </p:cNvPr>
            <p:cNvCxnSpPr>
              <a:cxnSpLocks noChangeShapeType="1"/>
            </p:cNvCxnSpPr>
            <p:nvPr/>
          </p:nvCxnSpPr>
          <p:spPr bwMode="auto">
            <a:xfrm flipV="1">
              <a:off x="2851007" y="3849591"/>
              <a:ext cx="430213" cy="10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84" name="Group 153">
              <a:extLst>
                <a:ext uri="{FF2B5EF4-FFF2-40B4-BE49-F238E27FC236}">
                  <a16:creationId xmlns:a16="http://schemas.microsoft.com/office/drawing/2014/main" id="{C68DC8C3-EF26-71B7-5319-03E9CE20F48C}"/>
                </a:ext>
              </a:extLst>
            </p:cNvPr>
            <p:cNvGrpSpPr>
              <a:grpSpLocks/>
            </p:cNvGrpSpPr>
            <p:nvPr/>
          </p:nvGrpSpPr>
          <p:grpSpPr bwMode="auto">
            <a:xfrm>
              <a:off x="2219780" y="2716827"/>
              <a:ext cx="648509" cy="418221"/>
              <a:chOff x="3053396" y="4304255"/>
              <a:chExt cx="648422" cy="418253"/>
            </a:xfrm>
          </p:grpSpPr>
          <p:sp>
            <p:nvSpPr>
              <p:cNvPr id="285" name="Freeform 84">
                <a:extLst>
                  <a:ext uri="{FF2B5EF4-FFF2-40B4-BE49-F238E27FC236}">
                    <a16:creationId xmlns:a16="http://schemas.microsoft.com/office/drawing/2014/main" id="{ED291571-5190-0D64-B423-2E656B5E2B2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TextBox 155">
                <a:extLst>
                  <a:ext uri="{FF2B5EF4-FFF2-40B4-BE49-F238E27FC236}">
                    <a16:creationId xmlns:a16="http://schemas.microsoft.com/office/drawing/2014/main" id="{38302402-CA42-1C97-D663-42B805F87138}"/>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87" name="Group 131">
              <a:extLst>
                <a:ext uri="{FF2B5EF4-FFF2-40B4-BE49-F238E27FC236}">
                  <a16:creationId xmlns:a16="http://schemas.microsoft.com/office/drawing/2014/main" id="{B08A2674-5752-B188-D097-73AF3601E8E5}"/>
                </a:ext>
              </a:extLst>
            </p:cNvPr>
            <p:cNvGrpSpPr>
              <a:grpSpLocks/>
            </p:cNvGrpSpPr>
            <p:nvPr/>
          </p:nvGrpSpPr>
          <p:grpSpPr bwMode="auto">
            <a:xfrm>
              <a:off x="1838728" y="3110496"/>
              <a:ext cx="648509" cy="418221"/>
              <a:chOff x="3053396" y="4304255"/>
              <a:chExt cx="648422" cy="418253"/>
            </a:xfrm>
          </p:grpSpPr>
          <p:sp>
            <p:nvSpPr>
              <p:cNvPr id="288" name="Freeform 84">
                <a:extLst>
                  <a:ext uri="{FF2B5EF4-FFF2-40B4-BE49-F238E27FC236}">
                    <a16:creationId xmlns:a16="http://schemas.microsoft.com/office/drawing/2014/main" id="{DD87C548-8FAF-8A94-3A56-E7AD467C8C6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9" name="TextBox 133">
                <a:extLst>
                  <a:ext uri="{FF2B5EF4-FFF2-40B4-BE49-F238E27FC236}">
                    <a16:creationId xmlns:a16="http://schemas.microsoft.com/office/drawing/2014/main" id="{E8E0CADE-2661-C262-A216-D59BD55D2CFE}"/>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cxnSp>
          <p:nvCxnSpPr>
            <p:cNvPr id="290" name="Straight Connector 524">
              <a:extLst>
                <a:ext uri="{FF2B5EF4-FFF2-40B4-BE49-F238E27FC236}">
                  <a16:creationId xmlns:a16="http://schemas.microsoft.com/office/drawing/2014/main" id="{60B2581F-C91D-B2A2-E0D4-7D8BCE3158AD}"/>
                </a:ext>
              </a:extLst>
            </p:cNvPr>
            <p:cNvCxnSpPr>
              <a:cxnSpLocks noChangeShapeType="1"/>
            </p:cNvCxnSpPr>
            <p:nvPr/>
          </p:nvCxnSpPr>
          <p:spPr bwMode="auto">
            <a:xfrm>
              <a:off x="2801850" y="4156772"/>
              <a:ext cx="560912" cy="2987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91" name="Group 290">
              <a:extLst>
                <a:ext uri="{FF2B5EF4-FFF2-40B4-BE49-F238E27FC236}">
                  <a16:creationId xmlns:a16="http://schemas.microsoft.com/office/drawing/2014/main" id="{8BE4FBC3-9100-A4E8-26E5-4ECDD2F20499}"/>
                </a:ext>
              </a:extLst>
            </p:cNvPr>
            <p:cNvGrpSpPr/>
            <p:nvPr/>
          </p:nvGrpSpPr>
          <p:grpSpPr>
            <a:xfrm>
              <a:off x="3292387" y="4376707"/>
              <a:ext cx="541338" cy="223023"/>
              <a:chOff x="7493876" y="2774731"/>
              <a:chExt cx="1481958" cy="894622"/>
            </a:xfrm>
          </p:grpSpPr>
          <p:sp>
            <p:nvSpPr>
              <p:cNvPr id="292" name="Freeform 291">
                <a:extLst>
                  <a:ext uri="{FF2B5EF4-FFF2-40B4-BE49-F238E27FC236}">
                    <a16:creationId xmlns:a16="http://schemas.microsoft.com/office/drawing/2014/main" id="{852E5BF1-E78E-833D-BC89-BBFFC655D53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293" name="Oval 292">
                <a:extLst>
                  <a:ext uri="{FF2B5EF4-FFF2-40B4-BE49-F238E27FC236}">
                    <a16:creationId xmlns:a16="http://schemas.microsoft.com/office/drawing/2014/main" id="{3313B051-815D-B593-65B2-D583C20D95B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294" name="Group 293">
                <a:extLst>
                  <a:ext uri="{FF2B5EF4-FFF2-40B4-BE49-F238E27FC236}">
                    <a16:creationId xmlns:a16="http://schemas.microsoft.com/office/drawing/2014/main" id="{48E61009-8B59-8FC3-995E-6578440543D9}"/>
                  </a:ext>
                </a:extLst>
              </p:cNvPr>
              <p:cNvGrpSpPr/>
              <p:nvPr/>
            </p:nvGrpSpPr>
            <p:grpSpPr>
              <a:xfrm>
                <a:off x="7713663" y="2848339"/>
                <a:ext cx="1042107" cy="425543"/>
                <a:chOff x="7786941" y="2884917"/>
                <a:chExt cx="897649" cy="353919"/>
              </a:xfrm>
            </p:grpSpPr>
            <p:sp>
              <p:nvSpPr>
                <p:cNvPr id="295" name="Freeform 294">
                  <a:extLst>
                    <a:ext uri="{FF2B5EF4-FFF2-40B4-BE49-F238E27FC236}">
                      <a16:creationId xmlns:a16="http://schemas.microsoft.com/office/drawing/2014/main" id="{D11FD7D3-EB1D-1581-F303-37D7D6480BD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6" name="Freeform 295">
                  <a:extLst>
                    <a:ext uri="{FF2B5EF4-FFF2-40B4-BE49-F238E27FC236}">
                      <a16:creationId xmlns:a16="http://schemas.microsoft.com/office/drawing/2014/main" id="{2888A0C3-AE84-0906-012F-FEB7A2D6ED7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7" name="Freeform 296">
                  <a:extLst>
                    <a:ext uri="{FF2B5EF4-FFF2-40B4-BE49-F238E27FC236}">
                      <a16:creationId xmlns:a16="http://schemas.microsoft.com/office/drawing/2014/main" id="{8F4D2950-7474-CBF6-FCF3-E850111F210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8" name="Freeform 297">
                  <a:extLst>
                    <a:ext uri="{FF2B5EF4-FFF2-40B4-BE49-F238E27FC236}">
                      <a16:creationId xmlns:a16="http://schemas.microsoft.com/office/drawing/2014/main" id="{1EA12611-EB7C-DC52-079D-61D1D0A2AC1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299" name="Straight Connector 510">
              <a:extLst>
                <a:ext uri="{FF2B5EF4-FFF2-40B4-BE49-F238E27FC236}">
                  <a16:creationId xmlns:a16="http://schemas.microsoft.com/office/drawing/2014/main" id="{17D82C7F-F703-6AC4-EFE1-0EB4BA7F0A31}"/>
                </a:ext>
              </a:extLst>
            </p:cNvPr>
            <p:cNvCxnSpPr>
              <a:cxnSpLocks noChangeShapeType="1"/>
            </p:cNvCxnSpPr>
            <p:nvPr/>
          </p:nvCxnSpPr>
          <p:spPr bwMode="auto">
            <a:xfrm flipH="1" flipV="1">
              <a:off x="5179131" y="5171184"/>
              <a:ext cx="371475" cy="973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300" name="Group 299">
              <a:extLst>
                <a:ext uri="{FF2B5EF4-FFF2-40B4-BE49-F238E27FC236}">
                  <a16:creationId xmlns:a16="http://schemas.microsoft.com/office/drawing/2014/main" id="{3098601B-FCB1-86A6-FDFE-F6CF29B4BBAD}"/>
                </a:ext>
              </a:extLst>
            </p:cNvPr>
            <p:cNvGrpSpPr/>
            <p:nvPr/>
          </p:nvGrpSpPr>
          <p:grpSpPr>
            <a:xfrm>
              <a:off x="4461581" y="5447247"/>
              <a:ext cx="2216150" cy="533562"/>
              <a:chOff x="4461581" y="5447247"/>
              <a:chExt cx="2216150" cy="533562"/>
            </a:xfrm>
          </p:grpSpPr>
          <p:cxnSp>
            <p:nvCxnSpPr>
              <p:cNvPr id="301" name="Straight Connector 509">
                <a:extLst>
                  <a:ext uri="{FF2B5EF4-FFF2-40B4-BE49-F238E27FC236}">
                    <a16:creationId xmlns:a16="http://schemas.microsoft.com/office/drawing/2014/main" id="{2DAB8019-BA04-4E72-A085-C014351B1BA1}"/>
                  </a:ext>
                </a:extLst>
              </p:cNvPr>
              <p:cNvCxnSpPr>
                <a:cxnSpLocks noChangeShapeType="1"/>
              </p:cNvCxnSpPr>
              <p:nvPr/>
            </p:nvCxnSpPr>
            <p:spPr bwMode="auto">
              <a:xfrm flipH="1" flipV="1">
                <a:off x="6157031" y="5810947"/>
                <a:ext cx="520700" cy="169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02" name="Oval 33">
                <a:extLst>
                  <a:ext uri="{FF2B5EF4-FFF2-40B4-BE49-F238E27FC236}">
                    <a16:creationId xmlns:a16="http://schemas.microsoft.com/office/drawing/2014/main" id="{FEA52FBD-EADB-E0F4-E262-50950874C459}"/>
                  </a:ext>
                </a:extLst>
              </p:cNvPr>
              <p:cNvSpPr>
                <a:spLocks noChangeArrowheads="1"/>
              </p:cNvSpPr>
              <p:nvPr/>
            </p:nvSpPr>
            <p:spPr bwMode="auto">
              <a:xfrm rot="10800000">
                <a:off x="4545099" y="5447247"/>
                <a:ext cx="1807203" cy="495366"/>
              </a:xfrm>
              <a:prstGeom prst="ellipse">
                <a:avLst/>
              </a:prstGeom>
              <a:solidFill>
                <a:srgbClr val="CCCCFF"/>
              </a:solidFill>
              <a:ln w="9525">
                <a:no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prstClr val="black">
                      <a:lumMod val="65000"/>
                      <a:lumOff val="35000"/>
                    </a:prstClr>
                  </a:solidFill>
                  <a:effectLst/>
                  <a:uLnTx/>
                  <a:uFillTx/>
                  <a:latin typeface="Arial" panose="020B0604020202020204" pitchFamily="34" charset="0"/>
                  <a:ea typeface="ＭＳ Ｐゴシック" panose="020B0600070205080204" pitchFamily="34" charset="-128"/>
                  <a:cs typeface="Arial"/>
                </a:endParaRPr>
              </a:p>
            </p:txBody>
          </p:sp>
          <p:cxnSp>
            <p:nvCxnSpPr>
              <p:cNvPr id="303" name="Straight Connector 511">
                <a:extLst>
                  <a:ext uri="{FF2B5EF4-FFF2-40B4-BE49-F238E27FC236}">
                    <a16:creationId xmlns:a16="http://schemas.microsoft.com/office/drawing/2014/main" id="{4FCA8B79-2949-AADC-59AF-695AA0878E3F}"/>
                  </a:ext>
                </a:extLst>
              </p:cNvPr>
              <p:cNvCxnSpPr>
                <a:cxnSpLocks noChangeShapeType="1"/>
              </p:cNvCxnSpPr>
              <p:nvPr/>
            </p:nvCxnSpPr>
            <p:spPr bwMode="auto">
              <a:xfrm flipV="1">
                <a:off x="4461581" y="5815709"/>
                <a:ext cx="306387" cy="165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304" name="TextBox 9">
                <a:extLst>
                  <a:ext uri="{FF2B5EF4-FFF2-40B4-BE49-F238E27FC236}">
                    <a16:creationId xmlns:a16="http://schemas.microsoft.com/office/drawing/2014/main" id="{B3240DF0-5DEE-797B-D6F8-8F7ADA3115FB}"/>
                  </a:ext>
                </a:extLst>
              </p:cNvPr>
              <p:cNvSpPr txBox="1">
                <a:spLocks noChangeArrowheads="1"/>
              </p:cNvSpPr>
              <p:nvPr/>
            </p:nvSpPr>
            <p:spPr bwMode="auto">
              <a:xfrm>
                <a:off x="4662400" y="5488195"/>
                <a:ext cx="15824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regional ISP</a:t>
                </a:r>
              </a:p>
            </p:txBody>
          </p:sp>
        </p:grpSp>
        <p:grpSp>
          <p:nvGrpSpPr>
            <p:cNvPr id="305" name="Group 175">
              <a:extLst>
                <a:ext uri="{FF2B5EF4-FFF2-40B4-BE49-F238E27FC236}">
                  <a16:creationId xmlns:a16="http://schemas.microsoft.com/office/drawing/2014/main" id="{4BF731F8-FD6C-3213-38AA-05F16244CB58}"/>
                </a:ext>
              </a:extLst>
            </p:cNvPr>
            <p:cNvGrpSpPr>
              <a:grpSpLocks/>
            </p:cNvGrpSpPr>
            <p:nvPr/>
          </p:nvGrpSpPr>
          <p:grpSpPr bwMode="auto">
            <a:xfrm>
              <a:off x="4201247" y="5904281"/>
              <a:ext cx="648509" cy="418221"/>
              <a:chOff x="3053396" y="4304255"/>
              <a:chExt cx="648422" cy="418253"/>
            </a:xfrm>
          </p:grpSpPr>
          <p:sp>
            <p:nvSpPr>
              <p:cNvPr id="306" name="Freeform 84">
                <a:extLst>
                  <a:ext uri="{FF2B5EF4-FFF2-40B4-BE49-F238E27FC236}">
                    <a16:creationId xmlns:a16="http://schemas.microsoft.com/office/drawing/2014/main" id="{DD4D98DA-61CF-243F-E8D2-8D950A322A28}"/>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TextBox 177">
                <a:extLst>
                  <a:ext uri="{FF2B5EF4-FFF2-40B4-BE49-F238E27FC236}">
                    <a16:creationId xmlns:a16="http://schemas.microsoft.com/office/drawing/2014/main" id="{21F37E16-7ACE-FAE2-B1B3-4A1EB42675C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08" name="Group 172">
              <a:extLst>
                <a:ext uri="{FF2B5EF4-FFF2-40B4-BE49-F238E27FC236}">
                  <a16:creationId xmlns:a16="http://schemas.microsoft.com/office/drawing/2014/main" id="{C8D460EA-1C3A-EB1E-823B-7673A10F0ADE}"/>
                </a:ext>
              </a:extLst>
            </p:cNvPr>
            <p:cNvGrpSpPr>
              <a:grpSpLocks/>
            </p:cNvGrpSpPr>
            <p:nvPr/>
          </p:nvGrpSpPr>
          <p:grpSpPr bwMode="auto">
            <a:xfrm>
              <a:off x="5420611" y="6056669"/>
              <a:ext cx="648509" cy="418221"/>
              <a:chOff x="3053396" y="4304255"/>
              <a:chExt cx="648422" cy="418253"/>
            </a:xfrm>
          </p:grpSpPr>
          <p:sp>
            <p:nvSpPr>
              <p:cNvPr id="309" name="Freeform 84">
                <a:extLst>
                  <a:ext uri="{FF2B5EF4-FFF2-40B4-BE49-F238E27FC236}">
                    <a16:creationId xmlns:a16="http://schemas.microsoft.com/office/drawing/2014/main" id="{257AC9AD-1BA8-EB22-0106-AF738A9DFEDB}"/>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TextBox 174">
                <a:extLst>
                  <a:ext uri="{FF2B5EF4-FFF2-40B4-BE49-F238E27FC236}">
                    <a16:creationId xmlns:a16="http://schemas.microsoft.com/office/drawing/2014/main" id="{900E4339-F6B7-D58E-F4B8-B5AD3F96336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11" name="Group 169">
              <a:extLst>
                <a:ext uri="{FF2B5EF4-FFF2-40B4-BE49-F238E27FC236}">
                  <a16:creationId xmlns:a16="http://schemas.microsoft.com/office/drawing/2014/main" id="{85559983-AF12-4315-F19D-CEF5870296B3}"/>
                </a:ext>
              </a:extLst>
            </p:cNvPr>
            <p:cNvGrpSpPr>
              <a:grpSpLocks/>
            </p:cNvGrpSpPr>
            <p:nvPr/>
          </p:nvGrpSpPr>
          <p:grpSpPr bwMode="auto">
            <a:xfrm>
              <a:off x="6335134" y="5916980"/>
              <a:ext cx="648509" cy="418221"/>
              <a:chOff x="3053396" y="4304255"/>
              <a:chExt cx="648422" cy="418253"/>
            </a:xfrm>
          </p:grpSpPr>
          <p:sp>
            <p:nvSpPr>
              <p:cNvPr id="312" name="Freeform 84">
                <a:extLst>
                  <a:ext uri="{FF2B5EF4-FFF2-40B4-BE49-F238E27FC236}">
                    <a16:creationId xmlns:a16="http://schemas.microsoft.com/office/drawing/2014/main" id="{78FF2FE3-3ACA-2B5F-AACB-30ACED3548AF}"/>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3" name="TextBox 171">
                <a:extLst>
                  <a:ext uri="{FF2B5EF4-FFF2-40B4-BE49-F238E27FC236}">
                    <a16:creationId xmlns:a16="http://schemas.microsoft.com/office/drawing/2014/main" id="{52EAE44B-6F07-C435-F6CB-03DF29D67125}"/>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314" name="Group 313">
              <a:extLst>
                <a:ext uri="{FF2B5EF4-FFF2-40B4-BE49-F238E27FC236}">
                  <a16:creationId xmlns:a16="http://schemas.microsoft.com/office/drawing/2014/main" id="{A338D4B7-387B-9B8A-23B9-F9006E556E85}"/>
                </a:ext>
              </a:extLst>
            </p:cNvPr>
            <p:cNvGrpSpPr/>
            <p:nvPr/>
          </p:nvGrpSpPr>
          <p:grpSpPr>
            <a:xfrm>
              <a:off x="4812419" y="5011641"/>
              <a:ext cx="541338" cy="223023"/>
              <a:chOff x="7493876" y="2774731"/>
              <a:chExt cx="1481958" cy="894622"/>
            </a:xfrm>
          </p:grpSpPr>
          <p:sp>
            <p:nvSpPr>
              <p:cNvPr id="315" name="Freeform 314">
                <a:extLst>
                  <a:ext uri="{FF2B5EF4-FFF2-40B4-BE49-F238E27FC236}">
                    <a16:creationId xmlns:a16="http://schemas.microsoft.com/office/drawing/2014/main" id="{FA31B4EA-C373-DE74-B371-144BBFBB98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316" name="Oval 315">
                <a:extLst>
                  <a:ext uri="{FF2B5EF4-FFF2-40B4-BE49-F238E27FC236}">
                    <a16:creationId xmlns:a16="http://schemas.microsoft.com/office/drawing/2014/main" id="{3C2EC334-8683-694F-4EDA-559FCD64C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317" name="Group 316">
                <a:extLst>
                  <a:ext uri="{FF2B5EF4-FFF2-40B4-BE49-F238E27FC236}">
                    <a16:creationId xmlns:a16="http://schemas.microsoft.com/office/drawing/2014/main" id="{DFCB966B-0BF0-428B-3236-E9D78574B329}"/>
                  </a:ext>
                </a:extLst>
              </p:cNvPr>
              <p:cNvGrpSpPr/>
              <p:nvPr/>
            </p:nvGrpSpPr>
            <p:grpSpPr>
              <a:xfrm>
                <a:off x="7713663" y="2848339"/>
                <a:ext cx="1042107" cy="425543"/>
                <a:chOff x="7786941" y="2884917"/>
                <a:chExt cx="897649" cy="353919"/>
              </a:xfrm>
            </p:grpSpPr>
            <p:sp>
              <p:nvSpPr>
                <p:cNvPr id="318" name="Freeform 317">
                  <a:extLst>
                    <a:ext uri="{FF2B5EF4-FFF2-40B4-BE49-F238E27FC236}">
                      <a16:creationId xmlns:a16="http://schemas.microsoft.com/office/drawing/2014/main" id="{85FFF049-7F18-C5F2-9D8C-A0D4E97014D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9" name="Freeform 318">
                  <a:extLst>
                    <a:ext uri="{FF2B5EF4-FFF2-40B4-BE49-F238E27FC236}">
                      <a16:creationId xmlns:a16="http://schemas.microsoft.com/office/drawing/2014/main" id="{5CD502FB-F704-F35E-43C2-27ED2C47217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0" name="Freeform 319">
                  <a:extLst>
                    <a:ext uri="{FF2B5EF4-FFF2-40B4-BE49-F238E27FC236}">
                      <a16:creationId xmlns:a16="http://schemas.microsoft.com/office/drawing/2014/main" id="{5482D416-8515-6610-6112-682A4B577E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1" name="Freeform 320">
                  <a:extLst>
                    <a:ext uri="{FF2B5EF4-FFF2-40B4-BE49-F238E27FC236}">
                      <a16:creationId xmlns:a16="http://schemas.microsoft.com/office/drawing/2014/main" id="{AF12EF10-48BE-04A0-E93E-215DBA93359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22" name="Oval 33">
              <a:extLst>
                <a:ext uri="{FF2B5EF4-FFF2-40B4-BE49-F238E27FC236}">
                  <a16:creationId xmlns:a16="http://schemas.microsoft.com/office/drawing/2014/main" id="{74D394C3-9851-2AD1-8303-142268B15D1E}"/>
                </a:ext>
              </a:extLst>
            </p:cNvPr>
            <p:cNvSpPr>
              <a:spLocks noChangeArrowheads="1"/>
            </p:cNvSpPr>
            <p:nvPr/>
          </p:nvSpPr>
          <p:spPr bwMode="auto">
            <a:xfrm rot="5400000">
              <a:off x="2030588" y="3754605"/>
              <a:ext cx="1252537" cy="381000"/>
            </a:xfrm>
            <a:prstGeom prst="ellipse">
              <a:avLst/>
            </a:prstGeom>
            <a:solidFill>
              <a:srgbClr val="CCCCFF"/>
            </a:solidFill>
            <a:ln w="9525">
              <a:no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prstClr val="black">
                    <a:lumMod val="65000"/>
                    <a:lumOff val="35000"/>
                  </a:prstClr>
                </a:solidFill>
                <a:effectLst/>
                <a:uLnTx/>
                <a:uFillTx/>
                <a:latin typeface="Arial" panose="020B0604020202020204" pitchFamily="34" charset="0"/>
                <a:ea typeface="ＭＳ Ｐゴシック" panose="020B0600070205080204" pitchFamily="34" charset="-128"/>
                <a:cs typeface="Arial"/>
              </a:endParaRPr>
            </a:p>
          </p:txBody>
        </p:sp>
      </p:grpSp>
      <p:sp>
        <p:nvSpPr>
          <p:cNvPr id="325" name="Content Placeholder 2">
            <a:extLst>
              <a:ext uri="{FF2B5EF4-FFF2-40B4-BE49-F238E27FC236}">
                <a16:creationId xmlns:a16="http://schemas.microsoft.com/office/drawing/2014/main" id="{61A8D61B-6049-F4F0-F140-94B1DB0ADD3C}"/>
              </a:ext>
            </a:extLst>
          </p:cNvPr>
          <p:cNvSpPr txBox="1">
            <a:spLocks/>
          </p:cNvSpPr>
          <p:nvPr/>
        </p:nvSpPr>
        <p:spPr>
          <a:xfrm>
            <a:off x="645762" y="6138841"/>
            <a:ext cx="11732217" cy="54192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ctr" defTabSz="914400" rtl="0" eaLnBrk="1" fontAlgn="auto" latinLnBrk="0" hangingPunct="1">
              <a:lnSpc>
                <a:spcPct val="85000"/>
              </a:lnSpc>
              <a:spcBef>
                <a:spcPct val="20000"/>
              </a:spcBef>
              <a:spcAft>
                <a:spcPts val="0"/>
              </a:spcAft>
              <a:buClr>
                <a:srgbClr val="000099"/>
              </a:buClr>
              <a:buSzPct val="100000"/>
              <a:buFont typeface="Wingdings" pitchFamily="2" charset="2"/>
              <a:buNone/>
              <a:tabLst/>
              <a:defRPr/>
            </a:pPr>
            <a:r>
              <a:rPr kumimoji="0" lang="en-US" altLang="en-US" sz="3000" b="0" i="1" u="none" strike="noStrike" kern="1200" cap="none" spc="0" normalizeH="0" baseline="0" noProof="0" dirty="0">
                <a:ln>
                  <a:noFill/>
                </a:ln>
                <a:solidFill>
                  <a:srgbClr val="0000A3"/>
                </a:solidFill>
                <a:effectLst/>
                <a:uLnTx/>
                <a:uFillTx/>
                <a:latin typeface="Calibri" panose="020F0502020204030204"/>
                <a:ea typeface="+mn-ea"/>
                <a:cs typeface="+mn-cs"/>
              </a:rPr>
              <a:t>Is it that neat?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9A28554A-CE26-B91C-DA76-FB1908313B01}"/>
                  </a:ext>
                </a:extLst>
              </p14:cNvPr>
              <p14:cNvContentPartPr/>
              <p14:nvPr/>
            </p14:nvContentPartPr>
            <p14:xfrm>
              <a:off x="2487600" y="1100520"/>
              <a:ext cx="7156080" cy="3884760"/>
            </p14:xfrm>
          </p:contentPart>
        </mc:Choice>
        <mc:Fallback>
          <p:pic>
            <p:nvPicPr>
              <p:cNvPr id="2" name="Ink 1">
                <a:extLst>
                  <a:ext uri="{FF2B5EF4-FFF2-40B4-BE49-F238E27FC236}">
                    <a16:creationId xmlns:a16="http://schemas.microsoft.com/office/drawing/2014/main" id="{9A28554A-CE26-B91C-DA76-FB1908313B01}"/>
                  </a:ext>
                </a:extLst>
              </p:cNvPr>
              <p:cNvPicPr/>
              <p:nvPr/>
            </p:nvPicPr>
            <p:blipFill>
              <a:blip r:embed="rId4"/>
              <a:stretch>
                <a:fillRect/>
              </a:stretch>
            </p:blipFill>
            <p:spPr>
              <a:xfrm>
                <a:off x="2478240" y="1091160"/>
                <a:ext cx="7174800" cy="3903480"/>
              </a:xfrm>
              <a:prstGeom prst="rect">
                <a:avLst/>
              </a:prstGeom>
            </p:spPr>
          </p:pic>
        </mc:Fallback>
      </mc:AlternateContent>
    </p:spTree>
    <p:extLst>
      <p:ext uri="{BB962C8B-B14F-4D97-AF65-F5344CB8AC3E}">
        <p14:creationId xmlns:p14="http://schemas.microsoft.com/office/powerpoint/2010/main" val="290674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325"/>
                                        </p:tgtEl>
                                        <p:attrNameLst>
                                          <p:attrName>style.visibility</p:attrName>
                                        </p:attrNameLst>
                                      </p:cBhvr>
                                      <p:to>
                                        <p:strVal val="visible"/>
                                      </p:to>
                                    </p:set>
                                    <p:animEffect transition="in" filter="dissolve">
                                      <p:cBhvr>
                                        <p:cTn id="19" dur="500"/>
                                        <p:tgtEl>
                                          <p:spTgt spid="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539128" y="88614"/>
            <a:ext cx="10515600" cy="894622"/>
          </a:xfrm>
        </p:spPr>
        <p:txBody>
          <a:bodyPr>
            <a:normAutofit/>
          </a:bodyPr>
          <a:lstStyle/>
          <a:p>
            <a:r>
              <a:rPr lang="en-US" altLang="en-US" dirty="0">
                <a:ea typeface="ＭＳ Ｐゴシック" panose="020B0600070205080204" pitchFamily="34" charset="-128"/>
              </a:rPr>
              <a:t>Internet structure: a “network of networks”</a:t>
            </a:r>
            <a:endParaRPr lang="en-US" dirty="0"/>
          </a:p>
        </p:txBody>
      </p:sp>
      <p:sp>
        <p:nvSpPr>
          <p:cNvPr id="802" name="Rectangle 3">
            <a:extLst>
              <a:ext uri="{FF2B5EF4-FFF2-40B4-BE49-F238E27FC236}">
                <a16:creationId xmlns:a16="http://schemas.microsoft.com/office/drawing/2014/main" id="{883B8B7C-52E4-7C4B-8F8D-C53D3AF05B50}"/>
              </a:ext>
            </a:extLst>
          </p:cNvPr>
          <p:cNvSpPr txBox="1">
            <a:spLocks noChangeArrowheads="1"/>
          </p:cNvSpPr>
          <p:nvPr/>
        </p:nvSpPr>
        <p:spPr bwMode="auto">
          <a:xfrm>
            <a:off x="851132" y="1142095"/>
            <a:ext cx="10298162" cy="834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75000"/>
              <a:buFontTx/>
              <a:buNone/>
              <a:tabLst/>
              <a:defRPr/>
            </a:pPr>
            <a:r>
              <a:rPr lang="en-US" altLang="en-US" sz="2800" dirty="0">
                <a:solidFill>
                  <a:prstClr val="black"/>
                </a:solidFill>
                <a:latin typeface="Calibri" panose="020F0502020204030204"/>
              </a:rPr>
              <a:t>C</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ontent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provider networks (e.g., Google, Microsoft,  Akamai) may run their own network..</a:t>
            </a:r>
          </a:p>
          <a:p>
            <a:pPr marL="0" marR="0" lvl="0" indent="0" algn="l" defTabSz="914400" rtl="0" eaLnBrk="1" fontAlgn="auto" latinLnBrk="0" hangingPunct="1">
              <a:lnSpc>
                <a:spcPct val="85000"/>
              </a:lnSpc>
              <a:spcBef>
                <a:spcPct val="20000"/>
              </a:spcBef>
              <a:spcAft>
                <a:spcPts val="0"/>
              </a:spcAft>
              <a:buClr>
                <a:srgbClr val="000099"/>
              </a:buClr>
              <a:buSzPct val="75000"/>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17775745-6821-26C6-11F8-AF59E8450E0C}"/>
              </a:ext>
            </a:extLst>
          </p:cNvPr>
          <p:cNvGrpSpPr/>
          <p:nvPr/>
        </p:nvGrpSpPr>
        <p:grpSpPr>
          <a:xfrm>
            <a:off x="4865690" y="3016693"/>
            <a:ext cx="7470544" cy="3730332"/>
            <a:chOff x="1619894" y="1918514"/>
            <a:chExt cx="8437563" cy="4559300"/>
          </a:xfrm>
        </p:grpSpPr>
        <p:sp>
          <p:nvSpPr>
            <p:cNvPr id="1098" name="Oval 33">
              <a:extLst>
                <a:ext uri="{FF2B5EF4-FFF2-40B4-BE49-F238E27FC236}">
                  <a16:creationId xmlns:a16="http://schemas.microsoft.com/office/drawing/2014/main" id="{91E82855-0703-4C4C-9B6A-21FE71AA74CC}"/>
                </a:ext>
              </a:extLst>
            </p:cNvPr>
            <p:cNvSpPr>
              <a:spLocks noChangeArrowheads="1"/>
            </p:cNvSpPr>
            <p:nvPr/>
          </p:nvSpPr>
          <p:spPr bwMode="auto">
            <a:xfrm rot="5400000">
              <a:off x="2030588" y="3754605"/>
              <a:ext cx="1252537" cy="381000"/>
            </a:xfrm>
            <a:prstGeom prst="ellipse">
              <a:avLst/>
            </a:prstGeom>
            <a:solidFill>
              <a:srgbClr val="CCCCFF"/>
            </a:solidFill>
            <a:ln w="9525">
              <a:no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prstClr val="black">
                    <a:lumMod val="65000"/>
                    <a:lumOff val="35000"/>
                  </a:prstClr>
                </a:solidFill>
                <a:effectLst/>
                <a:uLnTx/>
                <a:uFillTx/>
                <a:latin typeface="Arial" panose="020B0604020202020204" pitchFamily="34" charset="0"/>
                <a:ea typeface="ＭＳ Ｐゴシック" panose="020B0600070205080204" pitchFamily="34" charset="-128"/>
                <a:cs typeface="Arial"/>
              </a:endParaRPr>
            </a:p>
          </p:txBody>
        </p:sp>
        <p:sp>
          <p:nvSpPr>
            <p:cNvPr id="804" name="Oval 3">
              <a:extLst>
                <a:ext uri="{FF2B5EF4-FFF2-40B4-BE49-F238E27FC236}">
                  <a16:creationId xmlns:a16="http://schemas.microsoft.com/office/drawing/2014/main" id="{C1E39CEB-C65D-764B-966A-D7A25B07575D}"/>
                </a:ext>
              </a:extLst>
            </p:cNvPr>
            <p:cNvSpPr>
              <a:spLocks noChangeArrowheads="1"/>
            </p:cNvSpPr>
            <p:nvPr/>
          </p:nvSpPr>
          <p:spPr bwMode="auto">
            <a:xfrm>
              <a:off x="2884400" y="2782791"/>
              <a:ext cx="3475038" cy="138112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805" name="Straight Connector 10">
              <a:extLst>
                <a:ext uri="{FF2B5EF4-FFF2-40B4-BE49-F238E27FC236}">
                  <a16:creationId xmlns:a16="http://schemas.microsoft.com/office/drawing/2014/main" id="{93EBD03F-9A41-A545-84E9-9F7C7586256D}"/>
                </a:ext>
              </a:extLst>
            </p:cNvPr>
            <p:cNvCxnSpPr>
              <a:cxnSpLocks noChangeShapeType="1"/>
            </p:cNvCxnSpPr>
            <p:nvPr/>
          </p:nvCxnSpPr>
          <p:spPr bwMode="auto">
            <a:xfrm>
              <a:off x="4108363" y="3025678"/>
              <a:ext cx="1146175" cy="730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6" name="Straight Connector 297">
              <a:extLst>
                <a:ext uri="{FF2B5EF4-FFF2-40B4-BE49-F238E27FC236}">
                  <a16:creationId xmlns:a16="http://schemas.microsoft.com/office/drawing/2014/main" id="{7676F8BB-118B-B64A-92D8-85283640E5D9}"/>
                </a:ext>
              </a:extLst>
            </p:cNvPr>
            <p:cNvCxnSpPr>
              <a:cxnSpLocks noChangeShapeType="1"/>
            </p:cNvCxnSpPr>
            <p:nvPr/>
          </p:nvCxnSpPr>
          <p:spPr bwMode="auto">
            <a:xfrm>
              <a:off x="4702088" y="3325716"/>
              <a:ext cx="130175" cy="841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7" name="Straight Connector 298">
              <a:extLst>
                <a:ext uri="{FF2B5EF4-FFF2-40B4-BE49-F238E27FC236}">
                  <a16:creationId xmlns:a16="http://schemas.microsoft.com/office/drawing/2014/main" id="{A2DEF96B-86EE-7144-BD4A-23065D792A93}"/>
                </a:ext>
              </a:extLst>
            </p:cNvPr>
            <p:cNvCxnSpPr>
              <a:cxnSpLocks noChangeShapeType="1"/>
            </p:cNvCxnSpPr>
            <p:nvPr/>
          </p:nvCxnSpPr>
          <p:spPr bwMode="auto">
            <a:xfrm flipV="1">
              <a:off x="4486188" y="3530503"/>
              <a:ext cx="263525" cy="460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8" name="Straight Connector 299">
              <a:extLst>
                <a:ext uri="{FF2B5EF4-FFF2-40B4-BE49-F238E27FC236}">
                  <a16:creationId xmlns:a16="http://schemas.microsoft.com/office/drawing/2014/main" id="{555BA90C-F55F-9A4F-9697-475AB2129606}"/>
                </a:ext>
              </a:extLst>
            </p:cNvPr>
            <p:cNvCxnSpPr>
              <a:cxnSpLocks noChangeShapeType="1"/>
            </p:cNvCxnSpPr>
            <p:nvPr/>
          </p:nvCxnSpPr>
          <p:spPr bwMode="auto">
            <a:xfrm flipV="1">
              <a:off x="4165513" y="3354291"/>
              <a:ext cx="209550" cy="1095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09" name="Straight Connector 300">
              <a:extLst>
                <a:ext uri="{FF2B5EF4-FFF2-40B4-BE49-F238E27FC236}">
                  <a16:creationId xmlns:a16="http://schemas.microsoft.com/office/drawing/2014/main" id="{06CA7B3A-E066-F645-A065-DE454C32D980}"/>
                </a:ext>
              </a:extLst>
            </p:cNvPr>
            <p:cNvCxnSpPr>
              <a:cxnSpLocks noChangeShapeType="1"/>
            </p:cNvCxnSpPr>
            <p:nvPr/>
          </p:nvCxnSpPr>
          <p:spPr bwMode="auto">
            <a:xfrm flipV="1">
              <a:off x="3827375" y="3654328"/>
              <a:ext cx="222250" cy="984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0" name="Straight Connector 301">
              <a:extLst>
                <a:ext uri="{FF2B5EF4-FFF2-40B4-BE49-F238E27FC236}">
                  <a16:creationId xmlns:a16="http://schemas.microsoft.com/office/drawing/2014/main" id="{BACA8AA4-CF1D-5F48-933F-B11117821D9A}"/>
                </a:ext>
              </a:extLst>
            </p:cNvPr>
            <p:cNvCxnSpPr>
              <a:cxnSpLocks noChangeShapeType="1"/>
            </p:cNvCxnSpPr>
            <p:nvPr/>
          </p:nvCxnSpPr>
          <p:spPr bwMode="auto">
            <a:xfrm flipV="1">
              <a:off x="4719550" y="3579716"/>
              <a:ext cx="273050" cy="2540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1" name="Straight Connector 302">
              <a:extLst>
                <a:ext uri="{FF2B5EF4-FFF2-40B4-BE49-F238E27FC236}">
                  <a16:creationId xmlns:a16="http://schemas.microsoft.com/office/drawing/2014/main" id="{DCD16DCF-19C7-244F-A0A1-9DB175274AC6}"/>
                </a:ext>
              </a:extLst>
            </p:cNvPr>
            <p:cNvCxnSpPr>
              <a:cxnSpLocks noChangeShapeType="1"/>
            </p:cNvCxnSpPr>
            <p:nvPr/>
          </p:nvCxnSpPr>
          <p:spPr bwMode="auto">
            <a:xfrm flipH="1" flipV="1">
              <a:off x="5251363" y="3565428"/>
              <a:ext cx="387350" cy="1254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2" name="Straight Connector 303">
              <a:extLst>
                <a:ext uri="{FF2B5EF4-FFF2-40B4-BE49-F238E27FC236}">
                  <a16:creationId xmlns:a16="http://schemas.microsoft.com/office/drawing/2014/main" id="{5D4D6C28-B196-BF48-A9D5-692E12992F1C}"/>
                </a:ext>
              </a:extLst>
            </p:cNvPr>
            <p:cNvCxnSpPr>
              <a:cxnSpLocks noChangeShapeType="1"/>
            </p:cNvCxnSpPr>
            <p:nvPr/>
          </p:nvCxnSpPr>
          <p:spPr bwMode="auto">
            <a:xfrm flipV="1">
              <a:off x="5237075" y="3216178"/>
              <a:ext cx="307975" cy="19843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13" name="Straight Connector 304">
              <a:extLst>
                <a:ext uri="{FF2B5EF4-FFF2-40B4-BE49-F238E27FC236}">
                  <a16:creationId xmlns:a16="http://schemas.microsoft.com/office/drawing/2014/main" id="{838A4044-BFFD-4A45-BC18-5752B0840588}"/>
                </a:ext>
              </a:extLst>
            </p:cNvPr>
            <p:cNvCxnSpPr>
              <a:cxnSpLocks noChangeShapeType="1"/>
            </p:cNvCxnSpPr>
            <p:nvPr/>
          </p:nvCxnSpPr>
          <p:spPr bwMode="auto">
            <a:xfrm flipH="1" flipV="1">
              <a:off x="4109950" y="3086003"/>
              <a:ext cx="246063" cy="873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814" name="TextBox 39958">
              <a:extLst>
                <a:ext uri="{FF2B5EF4-FFF2-40B4-BE49-F238E27FC236}">
                  <a16:creationId xmlns:a16="http://schemas.microsoft.com/office/drawing/2014/main" id="{6F6B1677-D08C-6A47-B407-042662BB76A0}"/>
                </a:ext>
              </a:extLst>
            </p:cNvPr>
            <p:cNvSpPr txBox="1">
              <a:spLocks noChangeArrowheads="1"/>
            </p:cNvSpPr>
            <p:nvPr/>
          </p:nvSpPr>
          <p:spPr bwMode="auto">
            <a:xfrm>
              <a:off x="3044738" y="3127278"/>
              <a:ext cx="8066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A</a:t>
              </a:r>
            </a:p>
          </p:txBody>
        </p:sp>
        <p:grpSp>
          <p:nvGrpSpPr>
            <p:cNvPr id="815" name="Group 814">
              <a:extLst>
                <a:ext uri="{FF2B5EF4-FFF2-40B4-BE49-F238E27FC236}">
                  <a16:creationId xmlns:a16="http://schemas.microsoft.com/office/drawing/2014/main" id="{47996727-7119-574B-8617-ECC07818FEDD}"/>
                </a:ext>
              </a:extLst>
            </p:cNvPr>
            <p:cNvGrpSpPr/>
            <p:nvPr/>
          </p:nvGrpSpPr>
          <p:grpSpPr>
            <a:xfrm>
              <a:off x="4779875" y="3395180"/>
              <a:ext cx="541338" cy="223023"/>
              <a:chOff x="7493876" y="2774731"/>
              <a:chExt cx="1481958" cy="894622"/>
            </a:xfrm>
          </p:grpSpPr>
          <p:sp>
            <p:nvSpPr>
              <p:cNvPr id="1038" name="Freeform 1037">
                <a:extLst>
                  <a:ext uri="{FF2B5EF4-FFF2-40B4-BE49-F238E27FC236}">
                    <a16:creationId xmlns:a16="http://schemas.microsoft.com/office/drawing/2014/main" id="{3EDFEF2E-E8B6-3841-B07D-9D0CA292425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39" name="Oval 1038">
                <a:extLst>
                  <a:ext uri="{FF2B5EF4-FFF2-40B4-BE49-F238E27FC236}">
                    <a16:creationId xmlns:a16="http://schemas.microsoft.com/office/drawing/2014/main" id="{EBF872C2-5DB2-1143-8057-32D36F4F7DE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40" name="Group 1039">
                <a:extLst>
                  <a:ext uri="{FF2B5EF4-FFF2-40B4-BE49-F238E27FC236}">
                    <a16:creationId xmlns:a16="http://schemas.microsoft.com/office/drawing/2014/main" id="{E45C82B8-7745-8345-80DF-E1551574C0B5}"/>
                  </a:ext>
                </a:extLst>
              </p:cNvPr>
              <p:cNvGrpSpPr/>
              <p:nvPr/>
            </p:nvGrpSpPr>
            <p:grpSpPr>
              <a:xfrm>
                <a:off x="7713663" y="2848339"/>
                <a:ext cx="1042107" cy="425543"/>
                <a:chOff x="7786941" y="2884917"/>
                <a:chExt cx="897649" cy="353919"/>
              </a:xfrm>
            </p:grpSpPr>
            <p:sp>
              <p:nvSpPr>
                <p:cNvPr id="1041" name="Freeform 1040">
                  <a:extLst>
                    <a:ext uri="{FF2B5EF4-FFF2-40B4-BE49-F238E27FC236}">
                      <a16:creationId xmlns:a16="http://schemas.microsoft.com/office/drawing/2014/main" id="{AADF328D-9F75-D443-B009-78195511DE0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2" name="Freeform 1041">
                  <a:extLst>
                    <a:ext uri="{FF2B5EF4-FFF2-40B4-BE49-F238E27FC236}">
                      <a16:creationId xmlns:a16="http://schemas.microsoft.com/office/drawing/2014/main" id="{CABE0F12-0414-E047-9D94-A57A4F3F8B1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3" name="Freeform 1042">
                  <a:extLst>
                    <a:ext uri="{FF2B5EF4-FFF2-40B4-BE49-F238E27FC236}">
                      <a16:creationId xmlns:a16="http://schemas.microsoft.com/office/drawing/2014/main" id="{61DB4664-2DC3-D243-A319-728D82FDC8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44" name="Freeform 1043">
                  <a:extLst>
                    <a:ext uri="{FF2B5EF4-FFF2-40B4-BE49-F238E27FC236}">
                      <a16:creationId xmlns:a16="http://schemas.microsoft.com/office/drawing/2014/main" id="{3A39F596-0CEB-FB44-8298-3CCA7A8E5D8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7" name="Group 816">
              <a:extLst>
                <a:ext uri="{FF2B5EF4-FFF2-40B4-BE49-F238E27FC236}">
                  <a16:creationId xmlns:a16="http://schemas.microsoft.com/office/drawing/2014/main" id="{FF12777F-B030-4549-A7FC-82449D14AB56}"/>
                </a:ext>
              </a:extLst>
            </p:cNvPr>
            <p:cNvGrpSpPr/>
            <p:nvPr/>
          </p:nvGrpSpPr>
          <p:grpSpPr>
            <a:xfrm>
              <a:off x="4228292" y="3150704"/>
              <a:ext cx="541338" cy="223023"/>
              <a:chOff x="7493876" y="2774731"/>
              <a:chExt cx="1481958" cy="894622"/>
            </a:xfrm>
          </p:grpSpPr>
          <p:sp>
            <p:nvSpPr>
              <p:cNvPr id="1024" name="Freeform 1023">
                <a:extLst>
                  <a:ext uri="{FF2B5EF4-FFF2-40B4-BE49-F238E27FC236}">
                    <a16:creationId xmlns:a16="http://schemas.microsoft.com/office/drawing/2014/main" id="{99010B44-64C2-AB4E-A534-5DD841F54CC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25" name="Oval 1024">
                <a:extLst>
                  <a:ext uri="{FF2B5EF4-FFF2-40B4-BE49-F238E27FC236}">
                    <a16:creationId xmlns:a16="http://schemas.microsoft.com/office/drawing/2014/main" id="{F609C7A8-5C64-1E46-89AE-A8782A6AB2A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26" name="Group 1025">
                <a:extLst>
                  <a:ext uri="{FF2B5EF4-FFF2-40B4-BE49-F238E27FC236}">
                    <a16:creationId xmlns:a16="http://schemas.microsoft.com/office/drawing/2014/main" id="{467733F2-A942-984D-951B-4FC5E9704E12}"/>
                  </a:ext>
                </a:extLst>
              </p:cNvPr>
              <p:cNvGrpSpPr/>
              <p:nvPr/>
            </p:nvGrpSpPr>
            <p:grpSpPr>
              <a:xfrm>
                <a:off x="7713663" y="2848339"/>
                <a:ext cx="1042107" cy="425543"/>
                <a:chOff x="7786941" y="2884917"/>
                <a:chExt cx="897649" cy="353919"/>
              </a:xfrm>
            </p:grpSpPr>
            <p:sp>
              <p:nvSpPr>
                <p:cNvPr id="1027" name="Freeform 1026">
                  <a:extLst>
                    <a:ext uri="{FF2B5EF4-FFF2-40B4-BE49-F238E27FC236}">
                      <a16:creationId xmlns:a16="http://schemas.microsoft.com/office/drawing/2014/main" id="{9C762EC2-20E2-E34D-BF85-6154BC77A20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8" name="Freeform 1027">
                  <a:extLst>
                    <a:ext uri="{FF2B5EF4-FFF2-40B4-BE49-F238E27FC236}">
                      <a16:creationId xmlns:a16="http://schemas.microsoft.com/office/drawing/2014/main" id="{816CB66E-9C37-534A-85AC-84C51BA8D57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9" name="Freeform 1028">
                  <a:extLst>
                    <a:ext uri="{FF2B5EF4-FFF2-40B4-BE49-F238E27FC236}">
                      <a16:creationId xmlns:a16="http://schemas.microsoft.com/office/drawing/2014/main" id="{E4DE6B81-6776-9B45-B52B-E80CB62D179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0" name="Freeform 1029">
                  <a:extLst>
                    <a:ext uri="{FF2B5EF4-FFF2-40B4-BE49-F238E27FC236}">
                      <a16:creationId xmlns:a16="http://schemas.microsoft.com/office/drawing/2014/main" id="{EAF14958-EE5D-3742-8285-298B3270B75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8" name="Group 817">
              <a:extLst>
                <a:ext uri="{FF2B5EF4-FFF2-40B4-BE49-F238E27FC236}">
                  <a16:creationId xmlns:a16="http://schemas.microsoft.com/office/drawing/2014/main" id="{1EC3981A-429A-8B48-A3A4-3F38950EE426}"/>
                </a:ext>
              </a:extLst>
            </p:cNvPr>
            <p:cNvGrpSpPr/>
            <p:nvPr/>
          </p:nvGrpSpPr>
          <p:grpSpPr>
            <a:xfrm>
              <a:off x="3972632" y="3451642"/>
              <a:ext cx="541338" cy="223023"/>
              <a:chOff x="7493876" y="2774731"/>
              <a:chExt cx="1481958" cy="894622"/>
            </a:xfrm>
          </p:grpSpPr>
          <p:sp>
            <p:nvSpPr>
              <p:cNvPr id="1017" name="Freeform 1016">
                <a:extLst>
                  <a:ext uri="{FF2B5EF4-FFF2-40B4-BE49-F238E27FC236}">
                    <a16:creationId xmlns:a16="http://schemas.microsoft.com/office/drawing/2014/main" id="{4AD6CA35-9890-0743-96D1-73AC7E92080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18" name="Oval 1017">
                <a:extLst>
                  <a:ext uri="{FF2B5EF4-FFF2-40B4-BE49-F238E27FC236}">
                    <a16:creationId xmlns:a16="http://schemas.microsoft.com/office/drawing/2014/main" id="{9C75BC85-7B77-844A-A090-98B72437D10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19" name="Group 1018">
                <a:extLst>
                  <a:ext uri="{FF2B5EF4-FFF2-40B4-BE49-F238E27FC236}">
                    <a16:creationId xmlns:a16="http://schemas.microsoft.com/office/drawing/2014/main" id="{BB68491C-B2BC-5F4D-8E2D-9B5AF1FF9752}"/>
                  </a:ext>
                </a:extLst>
              </p:cNvPr>
              <p:cNvGrpSpPr/>
              <p:nvPr/>
            </p:nvGrpSpPr>
            <p:grpSpPr>
              <a:xfrm>
                <a:off x="7713663" y="2848339"/>
                <a:ext cx="1042107" cy="425543"/>
                <a:chOff x="7786941" y="2884917"/>
                <a:chExt cx="897649" cy="353919"/>
              </a:xfrm>
            </p:grpSpPr>
            <p:sp>
              <p:nvSpPr>
                <p:cNvPr id="1020" name="Freeform 1019">
                  <a:extLst>
                    <a:ext uri="{FF2B5EF4-FFF2-40B4-BE49-F238E27FC236}">
                      <a16:creationId xmlns:a16="http://schemas.microsoft.com/office/drawing/2014/main" id="{6A1C4FC8-1F5B-5C45-82B9-CE47B968AF4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1" name="Freeform 1020">
                  <a:extLst>
                    <a:ext uri="{FF2B5EF4-FFF2-40B4-BE49-F238E27FC236}">
                      <a16:creationId xmlns:a16="http://schemas.microsoft.com/office/drawing/2014/main" id="{726EAB2B-C360-BB43-9D51-609E86D205B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2" name="Freeform 1021">
                  <a:extLst>
                    <a:ext uri="{FF2B5EF4-FFF2-40B4-BE49-F238E27FC236}">
                      <a16:creationId xmlns:a16="http://schemas.microsoft.com/office/drawing/2014/main" id="{6DC07A6D-089D-B644-A213-63263AEE673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23" name="Freeform 1022">
                  <a:extLst>
                    <a:ext uri="{FF2B5EF4-FFF2-40B4-BE49-F238E27FC236}">
                      <a16:creationId xmlns:a16="http://schemas.microsoft.com/office/drawing/2014/main" id="{32E701D2-9EC5-3C41-9EF1-B1EDD98324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821" name="Oval 3">
              <a:extLst>
                <a:ext uri="{FF2B5EF4-FFF2-40B4-BE49-F238E27FC236}">
                  <a16:creationId xmlns:a16="http://schemas.microsoft.com/office/drawing/2014/main" id="{175C21D2-17F4-1C48-AD8B-3CA2017D329F}"/>
                </a:ext>
              </a:extLst>
            </p:cNvPr>
            <p:cNvSpPr>
              <a:spLocks noChangeArrowheads="1"/>
            </p:cNvSpPr>
            <p:nvPr/>
          </p:nvSpPr>
          <p:spPr bwMode="auto">
            <a:xfrm>
              <a:off x="2671675" y="4260753"/>
              <a:ext cx="2941638" cy="132397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822" name="Straight Connector 10">
              <a:extLst>
                <a:ext uri="{FF2B5EF4-FFF2-40B4-BE49-F238E27FC236}">
                  <a16:creationId xmlns:a16="http://schemas.microsoft.com/office/drawing/2014/main" id="{7DC3F383-B8A6-0D47-AA14-533688BAAE4D}"/>
                </a:ext>
              </a:extLst>
            </p:cNvPr>
            <p:cNvCxnSpPr>
              <a:cxnSpLocks noChangeShapeType="1"/>
            </p:cNvCxnSpPr>
            <p:nvPr/>
          </p:nvCxnSpPr>
          <p:spPr bwMode="auto">
            <a:xfrm>
              <a:off x="3706725" y="4494116"/>
              <a:ext cx="969963" cy="682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3" name="Straight Connector 297">
              <a:extLst>
                <a:ext uri="{FF2B5EF4-FFF2-40B4-BE49-F238E27FC236}">
                  <a16:creationId xmlns:a16="http://schemas.microsoft.com/office/drawing/2014/main" id="{FA2FCD93-6174-FC43-97E3-B56BA29EFE98}"/>
                </a:ext>
              </a:extLst>
            </p:cNvPr>
            <p:cNvCxnSpPr>
              <a:cxnSpLocks noChangeShapeType="1"/>
            </p:cNvCxnSpPr>
            <p:nvPr/>
          </p:nvCxnSpPr>
          <p:spPr bwMode="auto">
            <a:xfrm>
              <a:off x="4209963" y="4781453"/>
              <a:ext cx="109537" cy="793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4" name="Straight Connector 298">
              <a:extLst>
                <a:ext uri="{FF2B5EF4-FFF2-40B4-BE49-F238E27FC236}">
                  <a16:creationId xmlns:a16="http://schemas.microsoft.com/office/drawing/2014/main" id="{FBA241B7-1D0B-3446-B887-DF2A60562C63}"/>
                </a:ext>
              </a:extLst>
            </p:cNvPr>
            <p:cNvCxnSpPr>
              <a:cxnSpLocks noChangeShapeType="1"/>
            </p:cNvCxnSpPr>
            <p:nvPr/>
          </p:nvCxnSpPr>
          <p:spPr bwMode="auto">
            <a:xfrm flipV="1">
              <a:off x="4027400" y="4976716"/>
              <a:ext cx="222250"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5" name="Straight Connector 299">
              <a:extLst>
                <a:ext uri="{FF2B5EF4-FFF2-40B4-BE49-F238E27FC236}">
                  <a16:creationId xmlns:a16="http://schemas.microsoft.com/office/drawing/2014/main" id="{9EF281DF-1EAB-9642-86CE-67F25A55ACBF}"/>
                </a:ext>
              </a:extLst>
            </p:cNvPr>
            <p:cNvCxnSpPr>
              <a:cxnSpLocks noChangeShapeType="1"/>
            </p:cNvCxnSpPr>
            <p:nvPr/>
          </p:nvCxnSpPr>
          <p:spPr bwMode="auto">
            <a:xfrm flipV="1">
              <a:off x="3754350" y="4808441"/>
              <a:ext cx="177800" cy="1063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6" name="Straight Connector 300">
              <a:extLst>
                <a:ext uri="{FF2B5EF4-FFF2-40B4-BE49-F238E27FC236}">
                  <a16:creationId xmlns:a16="http://schemas.microsoft.com/office/drawing/2014/main" id="{CF0B6ED5-64C1-F64C-B490-65D8887CD46F}"/>
                </a:ext>
              </a:extLst>
            </p:cNvPr>
            <p:cNvCxnSpPr>
              <a:cxnSpLocks noChangeShapeType="1"/>
            </p:cNvCxnSpPr>
            <p:nvPr/>
          </p:nvCxnSpPr>
          <p:spPr bwMode="auto">
            <a:xfrm flipV="1">
              <a:off x="3468600" y="5095778"/>
              <a:ext cx="188913" cy="952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7" name="Straight Connector 301">
              <a:extLst>
                <a:ext uri="{FF2B5EF4-FFF2-40B4-BE49-F238E27FC236}">
                  <a16:creationId xmlns:a16="http://schemas.microsoft.com/office/drawing/2014/main" id="{6F25A2AA-9AAF-7545-A621-843340E23A8A}"/>
                </a:ext>
              </a:extLst>
            </p:cNvPr>
            <p:cNvCxnSpPr>
              <a:cxnSpLocks noChangeShapeType="1"/>
            </p:cNvCxnSpPr>
            <p:nvPr/>
          </p:nvCxnSpPr>
          <p:spPr bwMode="auto">
            <a:xfrm flipV="1">
              <a:off x="4224250" y="5024341"/>
              <a:ext cx="231775" cy="24447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8" name="Straight Connector 302">
              <a:extLst>
                <a:ext uri="{FF2B5EF4-FFF2-40B4-BE49-F238E27FC236}">
                  <a16:creationId xmlns:a16="http://schemas.microsoft.com/office/drawing/2014/main" id="{A85DF839-8C92-7C4C-9E4F-95253E4F64D1}"/>
                </a:ext>
              </a:extLst>
            </p:cNvPr>
            <p:cNvCxnSpPr>
              <a:cxnSpLocks noChangeShapeType="1"/>
            </p:cNvCxnSpPr>
            <p:nvPr/>
          </p:nvCxnSpPr>
          <p:spPr bwMode="auto">
            <a:xfrm flipH="1" flipV="1">
              <a:off x="4675100" y="5011641"/>
              <a:ext cx="327025" cy="1190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29" name="Straight Connector 303">
              <a:extLst>
                <a:ext uri="{FF2B5EF4-FFF2-40B4-BE49-F238E27FC236}">
                  <a16:creationId xmlns:a16="http://schemas.microsoft.com/office/drawing/2014/main" id="{F434154C-8D83-9441-B097-3BBC275FD9C7}"/>
                </a:ext>
              </a:extLst>
            </p:cNvPr>
            <p:cNvCxnSpPr>
              <a:cxnSpLocks noChangeShapeType="1"/>
            </p:cNvCxnSpPr>
            <p:nvPr/>
          </p:nvCxnSpPr>
          <p:spPr bwMode="auto">
            <a:xfrm flipV="1">
              <a:off x="4662400" y="4676678"/>
              <a:ext cx="260350" cy="188913"/>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0" name="Straight Connector 304">
              <a:extLst>
                <a:ext uri="{FF2B5EF4-FFF2-40B4-BE49-F238E27FC236}">
                  <a16:creationId xmlns:a16="http://schemas.microsoft.com/office/drawing/2014/main" id="{B524947B-DB9F-7D40-A706-4C17DE2A5010}"/>
                </a:ext>
              </a:extLst>
            </p:cNvPr>
            <p:cNvCxnSpPr>
              <a:cxnSpLocks noChangeShapeType="1"/>
            </p:cNvCxnSpPr>
            <p:nvPr/>
          </p:nvCxnSpPr>
          <p:spPr bwMode="auto">
            <a:xfrm flipH="1" flipV="1">
              <a:off x="3708313" y="4551266"/>
              <a:ext cx="207962" cy="84137"/>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831" name="TextBox 39958">
              <a:extLst>
                <a:ext uri="{FF2B5EF4-FFF2-40B4-BE49-F238E27FC236}">
                  <a16:creationId xmlns:a16="http://schemas.microsoft.com/office/drawing/2014/main" id="{E2B94A9A-0F9D-2848-A0CF-4BF11CF94A72}"/>
                </a:ext>
              </a:extLst>
            </p:cNvPr>
            <p:cNvSpPr txBox="1">
              <a:spLocks noChangeArrowheads="1"/>
            </p:cNvSpPr>
            <p:nvPr/>
          </p:nvSpPr>
          <p:spPr bwMode="auto">
            <a:xfrm>
              <a:off x="2806613" y="4590953"/>
              <a:ext cx="78899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C</a:t>
              </a:r>
            </a:p>
          </p:txBody>
        </p:sp>
        <p:sp>
          <p:nvSpPr>
            <p:cNvPr id="832" name="Oval 3">
              <a:extLst>
                <a:ext uri="{FF2B5EF4-FFF2-40B4-BE49-F238E27FC236}">
                  <a16:creationId xmlns:a16="http://schemas.microsoft.com/office/drawing/2014/main" id="{A702DE6F-D4A0-8F44-AA63-D6E15375CD8E}"/>
                </a:ext>
              </a:extLst>
            </p:cNvPr>
            <p:cNvSpPr>
              <a:spLocks noChangeArrowheads="1"/>
            </p:cNvSpPr>
            <p:nvPr/>
          </p:nvSpPr>
          <p:spPr bwMode="auto">
            <a:xfrm>
              <a:off x="5765713" y="3706716"/>
              <a:ext cx="3219450" cy="1343025"/>
            </a:xfrm>
            <a:prstGeom prst="ellipse">
              <a:avLst/>
            </a:prstGeom>
            <a:solidFill>
              <a:srgbClr val="3C6CDF"/>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a:endParaRPr>
            </a:p>
          </p:txBody>
        </p:sp>
        <p:cxnSp>
          <p:nvCxnSpPr>
            <p:cNvPr id="833" name="Straight Connector 10">
              <a:extLst>
                <a:ext uri="{FF2B5EF4-FFF2-40B4-BE49-F238E27FC236}">
                  <a16:creationId xmlns:a16="http://schemas.microsoft.com/office/drawing/2014/main" id="{3F8196DF-0888-8E49-98D7-DA224C7BE9E9}"/>
                </a:ext>
              </a:extLst>
            </p:cNvPr>
            <p:cNvCxnSpPr>
              <a:cxnSpLocks noChangeShapeType="1"/>
            </p:cNvCxnSpPr>
            <p:nvPr/>
          </p:nvCxnSpPr>
          <p:spPr bwMode="auto">
            <a:xfrm>
              <a:off x="6899188" y="3943253"/>
              <a:ext cx="1062037" cy="698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4" name="Straight Connector 297">
              <a:extLst>
                <a:ext uri="{FF2B5EF4-FFF2-40B4-BE49-F238E27FC236}">
                  <a16:creationId xmlns:a16="http://schemas.microsoft.com/office/drawing/2014/main" id="{1B258AC6-D04D-9E42-938E-20E66E809546}"/>
                </a:ext>
              </a:extLst>
            </p:cNvPr>
            <p:cNvCxnSpPr>
              <a:cxnSpLocks noChangeShapeType="1"/>
            </p:cNvCxnSpPr>
            <p:nvPr/>
          </p:nvCxnSpPr>
          <p:spPr bwMode="auto">
            <a:xfrm>
              <a:off x="7450050" y="4233766"/>
              <a:ext cx="120650" cy="825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5" name="Straight Connector 298">
              <a:extLst>
                <a:ext uri="{FF2B5EF4-FFF2-40B4-BE49-F238E27FC236}">
                  <a16:creationId xmlns:a16="http://schemas.microsoft.com/office/drawing/2014/main" id="{413995ED-2F60-8B4D-8D7F-93AD98A8938C}"/>
                </a:ext>
              </a:extLst>
            </p:cNvPr>
            <p:cNvCxnSpPr>
              <a:cxnSpLocks noChangeShapeType="1"/>
            </p:cNvCxnSpPr>
            <p:nvPr/>
          </p:nvCxnSpPr>
          <p:spPr bwMode="auto">
            <a:xfrm flipV="1">
              <a:off x="7250025" y="4433791"/>
              <a:ext cx="242888" cy="444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6" name="Straight Connector 299">
              <a:extLst>
                <a:ext uri="{FF2B5EF4-FFF2-40B4-BE49-F238E27FC236}">
                  <a16:creationId xmlns:a16="http://schemas.microsoft.com/office/drawing/2014/main" id="{25EF67BD-6045-D34A-B976-7E209CEE56CE}"/>
                </a:ext>
              </a:extLst>
            </p:cNvPr>
            <p:cNvCxnSpPr>
              <a:cxnSpLocks noChangeShapeType="1"/>
            </p:cNvCxnSpPr>
            <p:nvPr/>
          </p:nvCxnSpPr>
          <p:spPr bwMode="auto">
            <a:xfrm flipV="1">
              <a:off x="6951575" y="4262341"/>
              <a:ext cx="195263" cy="106362"/>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7" name="Straight Connector 300">
              <a:extLst>
                <a:ext uri="{FF2B5EF4-FFF2-40B4-BE49-F238E27FC236}">
                  <a16:creationId xmlns:a16="http://schemas.microsoft.com/office/drawing/2014/main" id="{36B4AB57-694E-3A49-B3F1-69CBFBA7E4FF}"/>
                </a:ext>
              </a:extLst>
            </p:cNvPr>
            <p:cNvCxnSpPr>
              <a:cxnSpLocks noChangeShapeType="1"/>
            </p:cNvCxnSpPr>
            <p:nvPr/>
          </p:nvCxnSpPr>
          <p:spPr bwMode="auto">
            <a:xfrm flipV="1">
              <a:off x="6638838" y="4554441"/>
              <a:ext cx="206375" cy="952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8" name="Straight Connector 301">
              <a:extLst>
                <a:ext uri="{FF2B5EF4-FFF2-40B4-BE49-F238E27FC236}">
                  <a16:creationId xmlns:a16="http://schemas.microsoft.com/office/drawing/2014/main" id="{327866EC-442B-E449-A507-1ADB2897607E}"/>
                </a:ext>
              </a:extLst>
            </p:cNvPr>
            <p:cNvCxnSpPr>
              <a:cxnSpLocks noChangeShapeType="1"/>
            </p:cNvCxnSpPr>
            <p:nvPr/>
          </p:nvCxnSpPr>
          <p:spPr bwMode="auto">
            <a:xfrm flipV="1">
              <a:off x="7465925" y="4481416"/>
              <a:ext cx="254000" cy="2476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39" name="Straight Connector 302">
              <a:extLst>
                <a:ext uri="{FF2B5EF4-FFF2-40B4-BE49-F238E27FC236}">
                  <a16:creationId xmlns:a16="http://schemas.microsoft.com/office/drawing/2014/main" id="{0B9882C7-E94F-0A47-A7DE-70A6E795938B}"/>
                </a:ext>
              </a:extLst>
            </p:cNvPr>
            <p:cNvCxnSpPr>
              <a:cxnSpLocks noChangeShapeType="1"/>
            </p:cNvCxnSpPr>
            <p:nvPr/>
          </p:nvCxnSpPr>
          <p:spPr bwMode="auto">
            <a:xfrm flipH="1" flipV="1">
              <a:off x="7929475" y="4460778"/>
              <a:ext cx="358775" cy="12065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40" name="Straight Connector 303">
              <a:extLst>
                <a:ext uri="{FF2B5EF4-FFF2-40B4-BE49-F238E27FC236}">
                  <a16:creationId xmlns:a16="http://schemas.microsoft.com/office/drawing/2014/main" id="{07F3D5AB-917A-3646-B73E-0784162E7E10}"/>
                </a:ext>
              </a:extLst>
            </p:cNvPr>
            <p:cNvCxnSpPr>
              <a:cxnSpLocks noChangeShapeType="1"/>
            </p:cNvCxnSpPr>
            <p:nvPr/>
          </p:nvCxnSpPr>
          <p:spPr bwMode="auto">
            <a:xfrm flipV="1">
              <a:off x="7945350" y="4127403"/>
              <a:ext cx="285750" cy="192088"/>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cxnSp>
          <p:nvCxnSpPr>
            <p:cNvPr id="841" name="Straight Connector 304">
              <a:extLst>
                <a:ext uri="{FF2B5EF4-FFF2-40B4-BE49-F238E27FC236}">
                  <a16:creationId xmlns:a16="http://schemas.microsoft.com/office/drawing/2014/main" id="{7EE99713-0073-4441-B515-ACBBCD81E0FB}"/>
                </a:ext>
              </a:extLst>
            </p:cNvPr>
            <p:cNvCxnSpPr>
              <a:cxnSpLocks noChangeShapeType="1"/>
            </p:cNvCxnSpPr>
            <p:nvPr/>
          </p:nvCxnSpPr>
          <p:spPr bwMode="auto">
            <a:xfrm flipH="1" flipV="1">
              <a:off x="6900775" y="4000403"/>
              <a:ext cx="227013" cy="85725"/>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cxnSp>
        <p:sp>
          <p:nvSpPr>
            <p:cNvPr id="842" name="TextBox 39958">
              <a:extLst>
                <a:ext uri="{FF2B5EF4-FFF2-40B4-BE49-F238E27FC236}">
                  <a16:creationId xmlns:a16="http://schemas.microsoft.com/office/drawing/2014/main" id="{9B066AAE-482E-0B40-BE56-8CA80740394E}"/>
                </a:ext>
              </a:extLst>
            </p:cNvPr>
            <p:cNvSpPr txBox="1">
              <a:spLocks noChangeArrowheads="1"/>
            </p:cNvSpPr>
            <p:nvPr/>
          </p:nvSpPr>
          <p:spPr bwMode="auto">
            <a:xfrm>
              <a:off x="5914938" y="4040091"/>
              <a:ext cx="7954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1" u="none" strike="noStrike" kern="0" cap="none" spc="0" normalizeH="0" baseline="0" noProof="0">
                  <a:ln>
                    <a:noFill/>
                  </a:ln>
                  <a:solidFill>
                    <a:prstClr val="white"/>
                  </a:solidFill>
                  <a:effectLst/>
                  <a:uLnTx/>
                  <a:uFillTx/>
                  <a:latin typeface="Calibri" panose="020F0502020204030204"/>
                  <a:ea typeface="ＭＳ Ｐゴシック" panose="020B0600070205080204" pitchFamily="34" charset="-128"/>
                  <a:cs typeface="Arial"/>
                </a:rPr>
                <a:t>ISP B</a:t>
              </a:r>
            </a:p>
          </p:txBody>
        </p:sp>
        <p:cxnSp>
          <p:nvCxnSpPr>
            <p:cNvPr id="843" name="Straight Connector 12">
              <a:extLst>
                <a:ext uri="{FF2B5EF4-FFF2-40B4-BE49-F238E27FC236}">
                  <a16:creationId xmlns:a16="http://schemas.microsoft.com/office/drawing/2014/main" id="{F300F1C8-847A-BE41-8774-57B1DCD8D5D3}"/>
                </a:ext>
              </a:extLst>
            </p:cNvPr>
            <p:cNvCxnSpPr>
              <a:cxnSpLocks noChangeShapeType="1"/>
            </p:cNvCxnSpPr>
            <p:nvPr/>
          </p:nvCxnSpPr>
          <p:spPr bwMode="auto">
            <a:xfrm>
              <a:off x="3533688" y="2666903"/>
              <a:ext cx="238125" cy="2619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6" name="Straight Connector 502">
              <a:extLst>
                <a:ext uri="{FF2B5EF4-FFF2-40B4-BE49-F238E27FC236}">
                  <a16:creationId xmlns:a16="http://schemas.microsoft.com/office/drawing/2014/main" id="{3F67B9C4-4FEC-1240-9C01-EB8A6EE3CDEB}"/>
                </a:ext>
              </a:extLst>
            </p:cNvPr>
            <p:cNvCxnSpPr>
              <a:cxnSpLocks noChangeShapeType="1"/>
            </p:cNvCxnSpPr>
            <p:nvPr/>
          </p:nvCxnSpPr>
          <p:spPr bwMode="auto">
            <a:xfrm>
              <a:off x="5067213" y="2468466"/>
              <a:ext cx="307975" cy="5730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7" name="Straight Connector 503">
              <a:extLst>
                <a:ext uri="{FF2B5EF4-FFF2-40B4-BE49-F238E27FC236}">
                  <a16:creationId xmlns:a16="http://schemas.microsoft.com/office/drawing/2014/main" id="{545AD480-9636-0E4B-B4B9-9B4ADC620A03}"/>
                </a:ext>
              </a:extLst>
            </p:cNvPr>
            <p:cNvCxnSpPr>
              <a:cxnSpLocks noChangeShapeType="1"/>
            </p:cNvCxnSpPr>
            <p:nvPr/>
          </p:nvCxnSpPr>
          <p:spPr bwMode="auto">
            <a:xfrm flipH="1">
              <a:off x="5576800" y="2446241"/>
              <a:ext cx="384175" cy="5794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8" name="Straight Connector 504">
              <a:extLst>
                <a:ext uri="{FF2B5EF4-FFF2-40B4-BE49-F238E27FC236}">
                  <a16:creationId xmlns:a16="http://schemas.microsoft.com/office/drawing/2014/main" id="{71581065-B12B-1A4E-BE8D-55FA0FB7720E}"/>
                </a:ext>
              </a:extLst>
            </p:cNvPr>
            <p:cNvCxnSpPr>
              <a:cxnSpLocks noChangeShapeType="1"/>
            </p:cNvCxnSpPr>
            <p:nvPr/>
          </p:nvCxnSpPr>
          <p:spPr bwMode="auto">
            <a:xfrm>
              <a:off x="7921538" y="2957416"/>
              <a:ext cx="215900" cy="10461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49" name="Straight Connector 505">
              <a:extLst>
                <a:ext uri="{FF2B5EF4-FFF2-40B4-BE49-F238E27FC236}">
                  <a16:creationId xmlns:a16="http://schemas.microsoft.com/office/drawing/2014/main" id="{73C31C58-B4CF-814A-A3FD-55A6563CEF48}"/>
                </a:ext>
              </a:extLst>
            </p:cNvPr>
            <p:cNvCxnSpPr>
              <a:cxnSpLocks noChangeShapeType="1"/>
            </p:cNvCxnSpPr>
            <p:nvPr/>
          </p:nvCxnSpPr>
          <p:spPr bwMode="auto">
            <a:xfrm flipH="1">
              <a:off x="8288250" y="3308253"/>
              <a:ext cx="241300" cy="6921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0" name="Straight Connector 507">
              <a:extLst>
                <a:ext uri="{FF2B5EF4-FFF2-40B4-BE49-F238E27FC236}">
                  <a16:creationId xmlns:a16="http://schemas.microsoft.com/office/drawing/2014/main" id="{EC7E8528-0B6D-CF4D-8A94-85AA80C4CC8F}"/>
                </a:ext>
              </a:extLst>
            </p:cNvPr>
            <p:cNvCxnSpPr>
              <a:cxnSpLocks noChangeShapeType="1"/>
            </p:cNvCxnSpPr>
            <p:nvPr/>
          </p:nvCxnSpPr>
          <p:spPr bwMode="auto">
            <a:xfrm flipH="1" flipV="1">
              <a:off x="8605750" y="4630641"/>
              <a:ext cx="796925" cy="614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4" name="Straight Connector 512">
              <a:extLst>
                <a:ext uri="{FF2B5EF4-FFF2-40B4-BE49-F238E27FC236}">
                  <a16:creationId xmlns:a16="http://schemas.microsoft.com/office/drawing/2014/main" id="{3894D9DF-7CD2-5E46-A639-24D288F83334}"/>
                </a:ext>
              </a:extLst>
            </p:cNvPr>
            <p:cNvCxnSpPr>
              <a:cxnSpLocks noChangeShapeType="1"/>
            </p:cNvCxnSpPr>
            <p:nvPr/>
          </p:nvCxnSpPr>
          <p:spPr bwMode="auto">
            <a:xfrm flipV="1">
              <a:off x="2941550" y="5218016"/>
              <a:ext cx="401638" cy="2095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5" name="Straight Connector 513">
              <a:extLst>
                <a:ext uri="{FF2B5EF4-FFF2-40B4-BE49-F238E27FC236}">
                  <a16:creationId xmlns:a16="http://schemas.microsoft.com/office/drawing/2014/main" id="{89BD6F64-A1F9-A841-8EE8-ACECF372CCCB}"/>
                </a:ext>
              </a:extLst>
            </p:cNvPr>
            <p:cNvCxnSpPr>
              <a:cxnSpLocks noChangeShapeType="1"/>
            </p:cNvCxnSpPr>
            <p:nvPr/>
          </p:nvCxnSpPr>
          <p:spPr bwMode="auto">
            <a:xfrm>
              <a:off x="2535150" y="5075141"/>
              <a:ext cx="450850" cy="1158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7" name="Straight Connector 508">
              <a:extLst>
                <a:ext uri="{FF2B5EF4-FFF2-40B4-BE49-F238E27FC236}">
                  <a16:creationId xmlns:a16="http://schemas.microsoft.com/office/drawing/2014/main" id="{CBDBB96A-3635-3D49-964A-A9C290E5CAD0}"/>
                </a:ext>
              </a:extLst>
            </p:cNvPr>
            <p:cNvCxnSpPr>
              <a:cxnSpLocks noChangeShapeType="1"/>
            </p:cNvCxnSpPr>
            <p:nvPr/>
          </p:nvCxnSpPr>
          <p:spPr bwMode="auto">
            <a:xfrm flipH="1" flipV="1">
              <a:off x="7646900" y="4779866"/>
              <a:ext cx="1047750" cy="9667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58" name="Straight Connector 506">
              <a:extLst>
                <a:ext uri="{FF2B5EF4-FFF2-40B4-BE49-F238E27FC236}">
                  <a16:creationId xmlns:a16="http://schemas.microsoft.com/office/drawing/2014/main" id="{AA94DB72-B450-7842-B04E-DCFB91821FC1}"/>
                </a:ext>
              </a:extLst>
            </p:cNvPr>
            <p:cNvCxnSpPr>
              <a:cxnSpLocks noChangeShapeType="1"/>
            </p:cNvCxnSpPr>
            <p:nvPr/>
          </p:nvCxnSpPr>
          <p:spPr bwMode="auto">
            <a:xfrm flipH="1">
              <a:off x="8716875" y="4368703"/>
              <a:ext cx="541338" cy="24923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859" name="Group 858">
              <a:extLst>
                <a:ext uri="{FF2B5EF4-FFF2-40B4-BE49-F238E27FC236}">
                  <a16:creationId xmlns:a16="http://schemas.microsoft.com/office/drawing/2014/main" id="{90216148-AEBB-D045-BC04-2476960CEEA7}"/>
                </a:ext>
              </a:extLst>
            </p:cNvPr>
            <p:cNvGrpSpPr/>
            <p:nvPr/>
          </p:nvGrpSpPr>
          <p:grpSpPr>
            <a:xfrm>
              <a:off x="5192625" y="3007829"/>
              <a:ext cx="541338" cy="223023"/>
              <a:chOff x="7493876" y="2774731"/>
              <a:chExt cx="1481958" cy="894622"/>
            </a:xfrm>
          </p:grpSpPr>
          <p:sp>
            <p:nvSpPr>
              <p:cNvPr id="996" name="Freeform 995">
                <a:extLst>
                  <a:ext uri="{FF2B5EF4-FFF2-40B4-BE49-F238E27FC236}">
                    <a16:creationId xmlns:a16="http://schemas.microsoft.com/office/drawing/2014/main" id="{7C739FBE-036D-994B-85E2-4440DD53038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97" name="Oval 996">
                <a:extLst>
                  <a:ext uri="{FF2B5EF4-FFF2-40B4-BE49-F238E27FC236}">
                    <a16:creationId xmlns:a16="http://schemas.microsoft.com/office/drawing/2014/main" id="{33BC4048-43F2-884D-8016-9AF95DABE2C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98" name="Group 997">
                <a:extLst>
                  <a:ext uri="{FF2B5EF4-FFF2-40B4-BE49-F238E27FC236}">
                    <a16:creationId xmlns:a16="http://schemas.microsoft.com/office/drawing/2014/main" id="{130BCC6D-B09E-1C41-A8CF-04A2A9638267}"/>
                  </a:ext>
                </a:extLst>
              </p:cNvPr>
              <p:cNvGrpSpPr/>
              <p:nvPr/>
            </p:nvGrpSpPr>
            <p:grpSpPr>
              <a:xfrm>
                <a:off x="7713663" y="2848339"/>
                <a:ext cx="1042107" cy="425543"/>
                <a:chOff x="7786941" y="2884917"/>
                <a:chExt cx="897649" cy="353919"/>
              </a:xfrm>
            </p:grpSpPr>
            <p:sp>
              <p:nvSpPr>
                <p:cNvPr id="999" name="Freeform 998">
                  <a:extLst>
                    <a:ext uri="{FF2B5EF4-FFF2-40B4-BE49-F238E27FC236}">
                      <a16:creationId xmlns:a16="http://schemas.microsoft.com/office/drawing/2014/main" id="{0FA93124-8744-5D4F-9E8A-8660696E5BF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0" name="Freeform 999">
                  <a:extLst>
                    <a:ext uri="{FF2B5EF4-FFF2-40B4-BE49-F238E27FC236}">
                      <a16:creationId xmlns:a16="http://schemas.microsoft.com/office/drawing/2014/main" id="{17571ADC-29EF-004D-A61B-676F21C86B5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1" name="Freeform 1000">
                  <a:extLst>
                    <a:ext uri="{FF2B5EF4-FFF2-40B4-BE49-F238E27FC236}">
                      <a16:creationId xmlns:a16="http://schemas.microsoft.com/office/drawing/2014/main" id="{36F070DE-197E-7F4B-AA78-582124C37FA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2" name="Freeform 1001">
                  <a:extLst>
                    <a:ext uri="{FF2B5EF4-FFF2-40B4-BE49-F238E27FC236}">
                      <a16:creationId xmlns:a16="http://schemas.microsoft.com/office/drawing/2014/main" id="{3B0B317D-7F53-E348-81C1-4EE7DBCD590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0" name="Group 859">
              <a:extLst>
                <a:ext uri="{FF2B5EF4-FFF2-40B4-BE49-F238E27FC236}">
                  <a16:creationId xmlns:a16="http://schemas.microsoft.com/office/drawing/2014/main" id="{7C41A419-299B-7A4A-A2A5-F2262956EE0F}"/>
                </a:ext>
              </a:extLst>
            </p:cNvPr>
            <p:cNvGrpSpPr/>
            <p:nvPr/>
          </p:nvGrpSpPr>
          <p:grpSpPr>
            <a:xfrm>
              <a:off x="3621872" y="2908203"/>
              <a:ext cx="541338" cy="223023"/>
              <a:chOff x="7493876" y="2774731"/>
              <a:chExt cx="1481958" cy="894622"/>
            </a:xfrm>
          </p:grpSpPr>
          <p:sp>
            <p:nvSpPr>
              <p:cNvPr id="989" name="Freeform 988">
                <a:extLst>
                  <a:ext uri="{FF2B5EF4-FFF2-40B4-BE49-F238E27FC236}">
                    <a16:creationId xmlns:a16="http://schemas.microsoft.com/office/drawing/2014/main" id="{E9155573-B861-144A-AA4A-0F52588679C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90" name="Oval 989">
                <a:extLst>
                  <a:ext uri="{FF2B5EF4-FFF2-40B4-BE49-F238E27FC236}">
                    <a16:creationId xmlns:a16="http://schemas.microsoft.com/office/drawing/2014/main" id="{4F83F884-BBF3-CA40-927E-3CE279B6EDF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91" name="Group 990">
                <a:extLst>
                  <a:ext uri="{FF2B5EF4-FFF2-40B4-BE49-F238E27FC236}">
                    <a16:creationId xmlns:a16="http://schemas.microsoft.com/office/drawing/2014/main" id="{0753217D-6DD5-164C-ADEE-1458B0AC16AF}"/>
                  </a:ext>
                </a:extLst>
              </p:cNvPr>
              <p:cNvGrpSpPr/>
              <p:nvPr/>
            </p:nvGrpSpPr>
            <p:grpSpPr>
              <a:xfrm>
                <a:off x="7713663" y="2848339"/>
                <a:ext cx="1042107" cy="425543"/>
                <a:chOff x="7786941" y="2884917"/>
                <a:chExt cx="897649" cy="353919"/>
              </a:xfrm>
            </p:grpSpPr>
            <p:sp>
              <p:nvSpPr>
                <p:cNvPr id="992" name="Freeform 991">
                  <a:extLst>
                    <a:ext uri="{FF2B5EF4-FFF2-40B4-BE49-F238E27FC236}">
                      <a16:creationId xmlns:a16="http://schemas.microsoft.com/office/drawing/2014/main" id="{B8A25917-7DC6-5444-9682-410BA073678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3" name="Freeform 992">
                  <a:extLst>
                    <a:ext uri="{FF2B5EF4-FFF2-40B4-BE49-F238E27FC236}">
                      <a16:creationId xmlns:a16="http://schemas.microsoft.com/office/drawing/2014/main" id="{CABFF5B5-945B-6C4A-890D-ACDA82006C6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4" name="Freeform 993">
                  <a:extLst>
                    <a:ext uri="{FF2B5EF4-FFF2-40B4-BE49-F238E27FC236}">
                      <a16:creationId xmlns:a16="http://schemas.microsoft.com/office/drawing/2014/main" id="{8AB92421-736D-4A47-8B5A-1ACC7756D5A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5" name="Freeform 994">
                  <a:extLst>
                    <a:ext uri="{FF2B5EF4-FFF2-40B4-BE49-F238E27FC236}">
                      <a16:creationId xmlns:a16="http://schemas.microsoft.com/office/drawing/2014/main" id="{F3DCCAE7-3191-354E-90E8-A6C735BF937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3" name="Group 862">
              <a:extLst>
                <a:ext uri="{FF2B5EF4-FFF2-40B4-BE49-F238E27FC236}">
                  <a16:creationId xmlns:a16="http://schemas.microsoft.com/office/drawing/2014/main" id="{493E10B9-C866-154D-940F-1FA669A54572}"/>
                </a:ext>
              </a:extLst>
            </p:cNvPr>
            <p:cNvGrpSpPr/>
            <p:nvPr/>
          </p:nvGrpSpPr>
          <p:grpSpPr>
            <a:xfrm>
              <a:off x="8182681" y="4501444"/>
              <a:ext cx="541338" cy="223023"/>
              <a:chOff x="7493876" y="2774731"/>
              <a:chExt cx="1481958" cy="894622"/>
            </a:xfrm>
          </p:grpSpPr>
          <p:sp>
            <p:nvSpPr>
              <p:cNvPr id="968" name="Freeform 967">
                <a:extLst>
                  <a:ext uri="{FF2B5EF4-FFF2-40B4-BE49-F238E27FC236}">
                    <a16:creationId xmlns:a16="http://schemas.microsoft.com/office/drawing/2014/main" id="{BF32E820-0FBE-E847-8B3C-9F2876D92E5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69" name="Oval 968">
                <a:extLst>
                  <a:ext uri="{FF2B5EF4-FFF2-40B4-BE49-F238E27FC236}">
                    <a16:creationId xmlns:a16="http://schemas.microsoft.com/office/drawing/2014/main" id="{B3A55633-56F4-AC42-945D-1875A96B677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70" name="Group 969">
                <a:extLst>
                  <a:ext uri="{FF2B5EF4-FFF2-40B4-BE49-F238E27FC236}">
                    <a16:creationId xmlns:a16="http://schemas.microsoft.com/office/drawing/2014/main" id="{E4AB8815-1B1F-544F-9602-FE11A09FB354}"/>
                  </a:ext>
                </a:extLst>
              </p:cNvPr>
              <p:cNvGrpSpPr/>
              <p:nvPr/>
            </p:nvGrpSpPr>
            <p:grpSpPr>
              <a:xfrm>
                <a:off x="7713663" y="2848339"/>
                <a:ext cx="1042107" cy="425543"/>
                <a:chOff x="7786941" y="2884917"/>
                <a:chExt cx="897649" cy="353919"/>
              </a:xfrm>
            </p:grpSpPr>
            <p:sp>
              <p:nvSpPr>
                <p:cNvPr id="971" name="Freeform 970">
                  <a:extLst>
                    <a:ext uri="{FF2B5EF4-FFF2-40B4-BE49-F238E27FC236}">
                      <a16:creationId xmlns:a16="http://schemas.microsoft.com/office/drawing/2014/main" id="{25FA3B90-FE77-9D46-BA40-38A873C159B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2" name="Freeform 971">
                  <a:extLst>
                    <a:ext uri="{FF2B5EF4-FFF2-40B4-BE49-F238E27FC236}">
                      <a16:creationId xmlns:a16="http://schemas.microsoft.com/office/drawing/2014/main" id="{0F8E8660-4197-E24F-B9E2-EFC996926F2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3" name="Freeform 972">
                  <a:extLst>
                    <a:ext uri="{FF2B5EF4-FFF2-40B4-BE49-F238E27FC236}">
                      <a16:creationId xmlns:a16="http://schemas.microsoft.com/office/drawing/2014/main" id="{640090A1-376A-5A4C-8EBA-6CB5B79BB44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4" name="Freeform 973">
                  <a:extLst>
                    <a:ext uri="{FF2B5EF4-FFF2-40B4-BE49-F238E27FC236}">
                      <a16:creationId xmlns:a16="http://schemas.microsoft.com/office/drawing/2014/main" id="{95591564-5458-114D-85FD-A7003062250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4" name="Group 863">
              <a:extLst>
                <a:ext uri="{FF2B5EF4-FFF2-40B4-BE49-F238E27FC236}">
                  <a16:creationId xmlns:a16="http://schemas.microsoft.com/office/drawing/2014/main" id="{614BEF92-8E4F-D346-A4B6-7E2EA0C9DE59}"/>
                </a:ext>
              </a:extLst>
            </p:cNvPr>
            <p:cNvGrpSpPr/>
            <p:nvPr/>
          </p:nvGrpSpPr>
          <p:grpSpPr>
            <a:xfrm>
              <a:off x="7469673" y="4278623"/>
              <a:ext cx="541338" cy="223023"/>
              <a:chOff x="7493876" y="2774731"/>
              <a:chExt cx="1481958" cy="894622"/>
            </a:xfrm>
          </p:grpSpPr>
          <p:sp>
            <p:nvSpPr>
              <p:cNvPr id="961" name="Freeform 960">
                <a:extLst>
                  <a:ext uri="{FF2B5EF4-FFF2-40B4-BE49-F238E27FC236}">
                    <a16:creationId xmlns:a16="http://schemas.microsoft.com/office/drawing/2014/main" id="{8EF1D860-B711-3743-A475-0C6DB2BAB38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62" name="Oval 961">
                <a:extLst>
                  <a:ext uri="{FF2B5EF4-FFF2-40B4-BE49-F238E27FC236}">
                    <a16:creationId xmlns:a16="http://schemas.microsoft.com/office/drawing/2014/main" id="{37A0AB5E-D9CC-724B-855A-A8218863578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63" name="Group 962">
                <a:extLst>
                  <a:ext uri="{FF2B5EF4-FFF2-40B4-BE49-F238E27FC236}">
                    <a16:creationId xmlns:a16="http://schemas.microsoft.com/office/drawing/2014/main" id="{8F6005C9-9B60-8748-86C0-D3E6A0803606}"/>
                  </a:ext>
                </a:extLst>
              </p:cNvPr>
              <p:cNvGrpSpPr/>
              <p:nvPr/>
            </p:nvGrpSpPr>
            <p:grpSpPr>
              <a:xfrm>
                <a:off x="7713663" y="2848339"/>
                <a:ext cx="1042107" cy="425543"/>
                <a:chOff x="7786941" y="2884917"/>
                <a:chExt cx="897649" cy="353919"/>
              </a:xfrm>
            </p:grpSpPr>
            <p:sp>
              <p:nvSpPr>
                <p:cNvPr id="964" name="Freeform 963">
                  <a:extLst>
                    <a:ext uri="{FF2B5EF4-FFF2-40B4-BE49-F238E27FC236}">
                      <a16:creationId xmlns:a16="http://schemas.microsoft.com/office/drawing/2014/main" id="{DE0F8D72-5786-D54F-93E4-C3C9C541595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5" name="Freeform 964">
                  <a:extLst>
                    <a:ext uri="{FF2B5EF4-FFF2-40B4-BE49-F238E27FC236}">
                      <a16:creationId xmlns:a16="http://schemas.microsoft.com/office/drawing/2014/main" id="{5464F08B-BD83-8A44-BBFA-F4EE1966C45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6" name="Freeform 965">
                  <a:extLst>
                    <a:ext uri="{FF2B5EF4-FFF2-40B4-BE49-F238E27FC236}">
                      <a16:creationId xmlns:a16="http://schemas.microsoft.com/office/drawing/2014/main" id="{09ECF1C0-ACB1-8540-969F-7EA711FE858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7" name="Freeform 966">
                  <a:extLst>
                    <a:ext uri="{FF2B5EF4-FFF2-40B4-BE49-F238E27FC236}">
                      <a16:creationId xmlns:a16="http://schemas.microsoft.com/office/drawing/2014/main" id="{F98EB79D-440D-CA4F-A9C3-BD9212D3EDD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5" name="Group 864">
              <a:extLst>
                <a:ext uri="{FF2B5EF4-FFF2-40B4-BE49-F238E27FC236}">
                  <a16:creationId xmlns:a16="http://schemas.microsoft.com/office/drawing/2014/main" id="{B7E7D103-F268-674F-B3C3-92EA88673276}"/>
                </a:ext>
              </a:extLst>
            </p:cNvPr>
            <p:cNvGrpSpPr/>
            <p:nvPr/>
          </p:nvGrpSpPr>
          <p:grpSpPr>
            <a:xfrm>
              <a:off x="6979356" y="4059569"/>
              <a:ext cx="541338" cy="223023"/>
              <a:chOff x="7493876" y="2774731"/>
              <a:chExt cx="1481958" cy="894622"/>
            </a:xfrm>
          </p:grpSpPr>
          <p:sp>
            <p:nvSpPr>
              <p:cNvPr id="954" name="Freeform 953">
                <a:extLst>
                  <a:ext uri="{FF2B5EF4-FFF2-40B4-BE49-F238E27FC236}">
                    <a16:creationId xmlns:a16="http://schemas.microsoft.com/office/drawing/2014/main" id="{EB728D85-B436-E54F-874C-34B0042A866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55" name="Oval 954">
                <a:extLst>
                  <a:ext uri="{FF2B5EF4-FFF2-40B4-BE49-F238E27FC236}">
                    <a16:creationId xmlns:a16="http://schemas.microsoft.com/office/drawing/2014/main" id="{946A835F-BA3F-764B-B186-F72E0110BE6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56" name="Group 955">
                <a:extLst>
                  <a:ext uri="{FF2B5EF4-FFF2-40B4-BE49-F238E27FC236}">
                    <a16:creationId xmlns:a16="http://schemas.microsoft.com/office/drawing/2014/main" id="{BE4F084A-E9A5-3044-A2FF-F78EBF4D712B}"/>
                  </a:ext>
                </a:extLst>
              </p:cNvPr>
              <p:cNvGrpSpPr/>
              <p:nvPr/>
            </p:nvGrpSpPr>
            <p:grpSpPr>
              <a:xfrm>
                <a:off x="7713663" y="2848339"/>
                <a:ext cx="1042107" cy="425543"/>
                <a:chOff x="7786941" y="2884917"/>
                <a:chExt cx="897649" cy="353919"/>
              </a:xfrm>
            </p:grpSpPr>
            <p:sp>
              <p:nvSpPr>
                <p:cNvPr id="957" name="Freeform 956">
                  <a:extLst>
                    <a:ext uri="{FF2B5EF4-FFF2-40B4-BE49-F238E27FC236}">
                      <a16:creationId xmlns:a16="http://schemas.microsoft.com/office/drawing/2014/main" id="{3731CD43-1F76-FC4C-B577-47908AE83FD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8" name="Freeform 957">
                  <a:extLst>
                    <a:ext uri="{FF2B5EF4-FFF2-40B4-BE49-F238E27FC236}">
                      <a16:creationId xmlns:a16="http://schemas.microsoft.com/office/drawing/2014/main" id="{E5922D92-CE3B-F444-BBBB-094EE443F8B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9" name="Freeform 958">
                  <a:extLst>
                    <a:ext uri="{FF2B5EF4-FFF2-40B4-BE49-F238E27FC236}">
                      <a16:creationId xmlns:a16="http://schemas.microsoft.com/office/drawing/2014/main" id="{FFCCE373-6CD7-CF42-892E-CA621687B58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0" name="Freeform 959">
                  <a:extLst>
                    <a:ext uri="{FF2B5EF4-FFF2-40B4-BE49-F238E27FC236}">
                      <a16:creationId xmlns:a16="http://schemas.microsoft.com/office/drawing/2014/main" id="{E3119A7D-B722-F548-9954-AA327EFAED7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6" name="Group 865">
              <a:extLst>
                <a:ext uri="{FF2B5EF4-FFF2-40B4-BE49-F238E27FC236}">
                  <a16:creationId xmlns:a16="http://schemas.microsoft.com/office/drawing/2014/main" id="{25847F9D-CFF7-5643-B6B5-34AC8A619763}"/>
                </a:ext>
              </a:extLst>
            </p:cNvPr>
            <p:cNvGrpSpPr/>
            <p:nvPr/>
          </p:nvGrpSpPr>
          <p:grpSpPr>
            <a:xfrm>
              <a:off x="6723616" y="4366729"/>
              <a:ext cx="541338" cy="223023"/>
              <a:chOff x="7493876" y="2774731"/>
              <a:chExt cx="1481958" cy="894622"/>
            </a:xfrm>
          </p:grpSpPr>
          <p:sp>
            <p:nvSpPr>
              <p:cNvPr id="947" name="Freeform 946">
                <a:extLst>
                  <a:ext uri="{FF2B5EF4-FFF2-40B4-BE49-F238E27FC236}">
                    <a16:creationId xmlns:a16="http://schemas.microsoft.com/office/drawing/2014/main" id="{4A82214C-8C1F-BB49-8FC4-CFEE6481F4E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48" name="Oval 947">
                <a:extLst>
                  <a:ext uri="{FF2B5EF4-FFF2-40B4-BE49-F238E27FC236}">
                    <a16:creationId xmlns:a16="http://schemas.microsoft.com/office/drawing/2014/main" id="{C6DB8AC9-820A-504A-9670-7CEE5BB4E00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49" name="Group 948">
                <a:extLst>
                  <a:ext uri="{FF2B5EF4-FFF2-40B4-BE49-F238E27FC236}">
                    <a16:creationId xmlns:a16="http://schemas.microsoft.com/office/drawing/2014/main" id="{A0C3804C-D799-0B4C-89DF-FC0B44C2096C}"/>
                  </a:ext>
                </a:extLst>
              </p:cNvPr>
              <p:cNvGrpSpPr/>
              <p:nvPr/>
            </p:nvGrpSpPr>
            <p:grpSpPr>
              <a:xfrm>
                <a:off x="7713663" y="2848339"/>
                <a:ext cx="1042107" cy="425543"/>
                <a:chOff x="7786941" y="2884917"/>
                <a:chExt cx="897649" cy="353919"/>
              </a:xfrm>
            </p:grpSpPr>
            <p:sp>
              <p:nvSpPr>
                <p:cNvPr id="950" name="Freeform 949">
                  <a:extLst>
                    <a:ext uri="{FF2B5EF4-FFF2-40B4-BE49-F238E27FC236}">
                      <a16:creationId xmlns:a16="http://schemas.microsoft.com/office/drawing/2014/main" id="{00F71241-1388-C540-9F11-AA43DC1BD9C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1" name="Freeform 950">
                  <a:extLst>
                    <a:ext uri="{FF2B5EF4-FFF2-40B4-BE49-F238E27FC236}">
                      <a16:creationId xmlns:a16="http://schemas.microsoft.com/office/drawing/2014/main" id="{B892CC6B-D497-9946-B2FE-18A16FA7524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2" name="Freeform 951">
                  <a:extLst>
                    <a:ext uri="{FF2B5EF4-FFF2-40B4-BE49-F238E27FC236}">
                      <a16:creationId xmlns:a16="http://schemas.microsoft.com/office/drawing/2014/main" id="{DAA7BCA0-C4BF-774A-9DB8-B5D24C8A02E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3" name="Freeform 952">
                  <a:extLst>
                    <a:ext uri="{FF2B5EF4-FFF2-40B4-BE49-F238E27FC236}">
                      <a16:creationId xmlns:a16="http://schemas.microsoft.com/office/drawing/2014/main" id="{7D6DF0F5-5284-2048-85DC-C4B7C1D0C85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3" name="Group 872">
              <a:extLst>
                <a:ext uri="{FF2B5EF4-FFF2-40B4-BE49-F238E27FC236}">
                  <a16:creationId xmlns:a16="http://schemas.microsoft.com/office/drawing/2014/main" id="{C54AB713-5B88-EF45-B0D1-C4B00F726693}"/>
                </a:ext>
              </a:extLst>
            </p:cNvPr>
            <p:cNvGrpSpPr/>
            <p:nvPr/>
          </p:nvGrpSpPr>
          <p:grpSpPr>
            <a:xfrm>
              <a:off x="3740086" y="4631455"/>
              <a:ext cx="541338" cy="223023"/>
              <a:chOff x="7493876" y="2774731"/>
              <a:chExt cx="1481958" cy="894622"/>
            </a:xfrm>
          </p:grpSpPr>
          <p:sp>
            <p:nvSpPr>
              <p:cNvPr id="898" name="Freeform 897">
                <a:extLst>
                  <a:ext uri="{FF2B5EF4-FFF2-40B4-BE49-F238E27FC236}">
                    <a16:creationId xmlns:a16="http://schemas.microsoft.com/office/drawing/2014/main" id="{DFDAEE8A-153F-F148-ACED-DCB6523146D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99" name="Oval 898">
                <a:extLst>
                  <a:ext uri="{FF2B5EF4-FFF2-40B4-BE49-F238E27FC236}">
                    <a16:creationId xmlns:a16="http://schemas.microsoft.com/office/drawing/2014/main" id="{12E9968E-6A5D-1D49-87AD-9360D941AF5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00" name="Group 899">
                <a:extLst>
                  <a:ext uri="{FF2B5EF4-FFF2-40B4-BE49-F238E27FC236}">
                    <a16:creationId xmlns:a16="http://schemas.microsoft.com/office/drawing/2014/main" id="{C96DB30C-CB79-ED4D-990A-79FB83582D7D}"/>
                  </a:ext>
                </a:extLst>
              </p:cNvPr>
              <p:cNvGrpSpPr/>
              <p:nvPr/>
            </p:nvGrpSpPr>
            <p:grpSpPr>
              <a:xfrm>
                <a:off x="7713663" y="2848339"/>
                <a:ext cx="1042107" cy="425543"/>
                <a:chOff x="7786941" y="2884917"/>
                <a:chExt cx="897649" cy="353919"/>
              </a:xfrm>
            </p:grpSpPr>
            <p:sp>
              <p:nvSpPr>
                <p:cNvPr id="901" name="Freeform 900">
                  <a:extLst>
                    <a:ext uri="{FF2B5EF4-FFF2-40B4-BE49-F238E27FC236}">
                      <a16:creationId xmlns:a16="http://schemas.microsoft.com/office/drawing/2014/main" id="{2A2BB217-A5F6-F142-B4CF-398F9DAFFC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2" name="Freeform 901">
                  <a:extLst>
                    <a:ext uri="{FF2B5EF4-FFF2-40B4-BE49-F238E27FC236}">
                      <a16:creationId xmlns:a16="http://schemas.microsoft.com/office/drawing/2014/main" id="{098B3B92-C926-1C43-A24C-B12286D8230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3" name="Freeform 902">
                  <a:extLst>
                    <a:ext uri="{FF2B5EF4-FFF2-40B4-BE49-F238E27FC236}">
                      <a16:creationId xmlns:a16="http://schemas.microsoft.com/office/drawing/2014/main" id="{7A699073-99D7-F145-AF5D-6000D9E7893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4" name="Freeform 903">
                  <a:extLst>
                    <a:ext uri="{FF2B5EF4-FFF2-40B4-BE49-F238E27FC236}">
                      <a16:creationId xmlns:a16="http://schemas.microsoft.com/office/drawing/2014/main" id="{9DF6CA8B-C8D2-0649-92B0-D39407735BD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4" name="Group 873">
              <a:extLst>
                <a:ext uri="{FF2B5EF4-FFF2-40B4-BE49-F238E27FC236}">
                  <a16:creationId xmlns:a16="http://schemas.microsoft.com/office/drawing/2014/main" id="{BB4F8064-75E6-4148-A080-7FE6F41A0BDD}"/>
                </a:ext>
              </a:extLst>
            </p:cNvPr>
            <p:cNvGrpSpPr/>
            <p:nvPr/>
          </p:nvGrpSpPr>
          <p:grpSpPr>
            <a:xfrm>
              <a:off x="3500746" y="4902845"/>
              <a:ext cx="541338" cy="223023"/>
              <a:chOff x="7493876" y="2774731"/>
              <a:chExt cx="1481958" cy="894622"/>
            </a:xfrm>
          </p:grpSpPr>
          <p:sp>
            <p:nvSpPr>
              <p:cNvPr id="891" name="Freeform 890">
                <a:extLst>
                  <a:ext uri="{FF2B5EF4-FFF2-40B4-BE49-F238E27FC236}">
                    <a16:creationId xmlns:a16="http://schemas.microsoft.com/office/drawing/2014/main" id="{3450A9CF-C953-C045-9C98-C67E566E1DE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92" name="Oval 891">
                <a:extLst>
                  <a:ext uri="{FF2B5EF4-FFF2-40B4-BE49-F238E27FC236}">
                    <a16:creationId xmlns:a16="http://schemas.microsoft.com/office/drawing/2014/main" id="{1C10C7D2-78B6-5244-AEDC-999C61D0E17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93" name="Group 892">
                <a:extLst>
                  <a:ext uri="{FF2B5EF4-FFF2-40B4-BE49-F238E27FC236}">
                    <a16:creationId xmlns:a16="http://schemas.microsoft.com/office/drawing/2014/main" id="{C348A6F0-8B18-E549-942A-B4BA0E4351C2}"/>
                  </a:ext>
                </a:extLst>
              </p:cNvPr>
              <p:cNvGrpSpPr/>
              <p:nvPr/>
            </p:nvGrpSpPr>
            <p:grpSpPr>
              <a:xfrm>
                <a:off x="7713663" y="2848339"/>
                <a:ext cx="1042107" cy="425543"/>
                <a:chOff x="7786941" y="2884917"/>
                <a:chExt cx="897649" cy="353919"/>
              </a:xfrm>
            </p:grpSpPr>
            <p:sp>
              <p:nvSpPr>
                <p:cNvPr id="894" name="Freeform 893">
                  <a:extLst>
                    <a:ext uri="{FF2B5EF4-FFF2-40B4-BE49-F238E27FC236}">
                      <a16:creationId xmlns:a16="http://schemas.microsoft.com/office/drawing/2014/main" id="{50BF416E-5E10-9E42-BF67-C438CBDE37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5" name="Freeform 894">
                  <a:extLst>
                    <a:ext uri="{FF2B5EF4-FFF2-40B4-BE49-F238E27FC236}">
                      <a16:creationId xmlns:a16="http://schemas.microsoft.com/office/drawing/2014/main" id="{301F7374-9853-7146-9A47-25C0E0339C1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6" name="Freeform 895">
                  <a:extLst>
                    <a:ext uri="{FF2B5EF4-FFF2-40B4-BE49-F238E27FC236}">
                      <a16:creationId xmlns:a16="http://schemas.microsoft.com/office/drawing/2014/main" id="{0164ECE1-B718-B34A-8EDE-D4D0DB3D0DD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7" name="Freeform 896">
                  <a:extLst>
                    <a:ext uri="{FF2B5EF4-FFF2-40B4-BE49-F238E27FC236}">
                      <a16:creationId xmlns:a16="http://schemas.microsoft.com/office/drawing/2014/main" id="{C96E24B3-51EE-4841-AC48-02977D922FE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5" name="Group 874">
              <a:extLst>
                <a:ext uri="{FF2B5EF4-FFF2-40B4-BE49-F238E27FC236}">
                  <a16:creationId xmlns:a16="http://schemas.microsoft.com/office/drawing/2014/main" id="{A27592D6-B4A5-A942-80A1-4D78584A3729}"/>
                </a:ext>
              </a:extLst>
            </p:cNvPr>
            <p:cNvGrpSpPr/>
            <p:nvPr/>
          </p:nvGrpSpPr>
          <p:grpSpPr>
            <a:xfrm>
              <a:off x="2989969" y="5089246"/>
              <a:ext cx="541338" cy="223023"/>
              <a:chOff x="7493876" y="2774731"/>
              <a:chExt cx="1481958" cy="894622"/>
            </a:xfrm>
          </p:grpSpPr>
          <p:sp>
            <p:nvSpPr>
              <p:cNvPr id="884" name="Freeform 883">
                <a:extLst>
                  <a:ext uri="{FF2B5EF4-FFF2-40B4-BE49-F238E27FC236}">
                    <a16:creationId xmlns:a16="http://schemas.microsoft.com/office/drawing/2014/main" id="{4392C382-3B33-664B-9F30-2368CB74357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85" name="Oval 884">
                <a:extLst>
                  <a:ext uri="{FF2B5EF4-FFF2-40B4-BE49-F238E27FC236}">
                    <a16:creationId xmlns:a16="http://schemas.microsoft.com/office/drawing/2014/main" id="{E90301FC-FA81-3446-843A-1157E8F0D1A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86" name="Group 885">
                <a:extLst>
                  <a:ext uri="{FF2B5EF4-FFF2-40B4-BE49-F238E27FC236}">
                    <a16:creationId xmlns:a16="http://schemas.microsoft.com/office/drawing/2014/main" id="{8F48D118-A375-7442-B7A1-D3B3C92259BF}"/>
                  </a:ext>
                </a:extLst>
              </p:cNvPr>
              <p:cNvGrpSpPr/>
              <p:nvPr/>
            </p:nvGrpSpPr>
            <p:grpSpPr>
              <a:xfrm>
                <a:off x="7713663" y="2848339"/>
                <a:ext cx="1042107" cy="425543"/>
                <a:chOff x="7786941" y="2884917"/>
                <a:chExt cx="897649" cy="353919"/>
              </a:xfrm>
            </p:grpSpPr>
            <p:sp>
              <p:nvSpPr>
                <p:cNvPr id="887" name="Freeform 886">
                  <a:extLst>
                    <a:ext uri="{FF2B5EF4-FFF2-40B4-BE49-F238E27FC236}">
                      <a16:creationId xmlns:a16="http://schemas.microsoft.com/office/drawing/2014/main" id="{E429E113-061A-8D4E-A711-8433BE2D779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8" name="Freeform 887">
                  <a:extLst>
                    <a:ext uri="{FF2B5EF4-FFF2-40B4-BE49-F238E27FC236}">
                      <a16:creationId xmlns:a16="http://schemas.microsoft.com/office/drawing/2014/main" id="{E0359472-260A-464A-8A61-1822736A767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9" name="Freeform 888">
                  <a:extLst>
                    <a:ext uri="{FF2B5EF4-FFF2-40B4-BE49-F238E27FC236}">
                      <a16:creationId xmlns:a16="http://schemas.microsoft.com/office/drawing/2014/main" id="{B379B8F8-0A7B-E648-8635-FC0E2853619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0" name="Freeform 889">
                  <a:extLst>
                    <a:ext uri="{FF2B5EF4-FFF2-40B4-BE49-F238E27FC236}">
                      <a16:creationId xmlns:a16="http://schemas.microsoft.com/office/drawing/2014/main" id="{F43281EA-3AA2-6846-BFA5-C6871369B73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76" name="Group 875">
              <a:extLst>
                <a:ext uri="{FF2B5EF4-FFF2-40B4-BE49-F238E27FC236}">
                  <a16:creationId xmlns:a16="http://schemas.microsoft.com/office/drawing/2014/main" id="{77B1D9FD-DA0A-6F46-AF57-F32DAF022A6D}"/>
                </a:ext>
              </a:extLst>
            </p:cNvPr>
            <p:cNvGrpSpPr/>
            <p:nvPr/>
          </p:nvGrpSpPr>
          <p:grpSpPr>
            <a:xfrm>
              <a:off x="4023882" y="5178456"/>
              <a:ext cx="541338" cy="223023"/>
              <a:chOff x="7493876" y="2774731"/>
              <a:chExt cx="1481958" cy="894622"/>
            </a:xfrm>
          </p:grpSpPr>
          <p:sp>
            <p:nvSpPr>
              <p:cNvPr id="877" name="Freeform 876">
                <a:extLst>
                  <a:ext uri="{FF2B5EF4-FFF2-40B4-BE49-F238E27FC236}">
                    <a16:creationId xmlns:a16="http://schemas.microsoft.com/office/drawing/2014/main" id="{38DD07A8-F151-D74A-B9B0-150EF89A609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878" name="Oval 877">
                <a:extLst>
                  <a:ext uri="{FF2B5EF4-FFF2-40B4-BE49-F238E27FC236}">
                    <a16:creationId xmlns:a16="http://schemas.microsoft.com/office/drawing/2014/main" id="{CE2FED6D-7123-A44C-A27D-AC4E5E5A7A1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879" name="Group 878">
                <a:extLst>
                  <a:ext uri="{FF2B5EF4-FFF2-40B4-BE49-F238E27FC236}">
                    <a16:creationId xmlns:a16="http://schemas.microsoft.com/office/drawing/2014/main" id="{AF4FC758-360F-9143-BBCE-5314F170B3C9}"/>
                  </a:ext>
                </a:extLst>
              </p:cNvPr>
              <p:cNvGrpSpPr/>
              <p:nvPr/>
            </p:nvGrpSpPr>
            <p:grpSpPr>
              <a:xfrm>
                <a:off x="7713663" y="2848339"/>
                <a:ext cx="1042107" cy="425543"/>
                <a:chOff x="7786941" y="2884917"/>
                <a:chExt cx="897649" cy="353919"/>
              </a:xfrm>
            </p:grpSpPr>
            <p:sp>
              <p:nvSpPr>
                <p:cNvPr id="880" name="Freeform 879">
                  <a:extLst>
                    <a:ext uri="{FF2B5EF4-FFF2-40B4-BE49-F238E27FC236}">
                      <a16:creationId xmlns:a16="http://schemas.microsoft.com/office/drawing/2014/main" id="{15710929-DD09-6847-973F-95DA58E5CDE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1" name="Freeform 880">
                  <a:extLst>
                    <a:ext uri="{FF2B5EF4-FFF2-40B4-BE49-F238E27FC236}">
                      <a16:creationId xmlns:a16="http://schemas.microsoft.com/office/drawing/2014/main" id="{6BF30287-E1A0-3044-AA63-03344380454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2" name="Freeform 881">
                  <a:extLst>
                    <a:ext uri="{FF2B5EF4-FFF2-40B4-BE49-F238E27FC236}">
                      <a16:creationId xmlns:a16="http://schemas.microsoft.com/office/drawing/2014/main" id="{7CBC1677-B55C-7446-B5B2-60FEAAD50D2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3" name="Freeform 882">
                  <a:extLst>
                    <a:ext uri="{FF2B5EF4-FFF2-40B4-BE49-F238E27FC236}">
                      <a16:creationId xmlns:a16="http://schemas.microsoft.com/office/drawing/2014/main" id="{2689907A-654D-7246-93EC-6F1DEB7F9B7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9" name="Group 2">
              <a:extLst>
                <a:ext uri="{FF2B5EF4-FFF2-40B4-BE49-F238E27FC236}">
                  <a16:creationId xmlns:a16="http://schemas.microsoft.com/office/drawing/2014/main" id="{30BB6B1D-0B22-BA43-AA01-2EC5643695A5}"/>
                </a:ext>
              </a:extLst>
            </p:cNvPr>
            <p:cNvGrpSpPr>
              <a:grpSpLocks/>
            </p:cNvGrpSpPr>
            <p:nvPr/>
          </p:nvGrpSpPr>
          <p:grpSpPr bwMode="auto">
            <a:xfrm>
              <a:off x="2994584" y="2310458"/>
              <a:ext cx="648509" cy="418221"/>
              <a:chOff x="3053396" y="4304255"/>
              <a:chExt cx="648422" cy="418253"/>
            </a:xfrm>
          </p:grpSpPr>
          <p:sp>
            <p:nvSpPr>
              <p:cNvPr id="61" name="Freeform 84">
                <a:extLst>
                  <a:ext uri="{FF2B5EF4-FFF2-40B4-BE49-F238E27FC236}">
                    <a16:creationId xmlns:a16="http://schemas.microsoft.com/office/drawing/2014/main" id="{B60A3DA3-256B-8E43-9575-8F1327BC53F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TextBox 1">
                <a:extLst>
                  <a:ext uri="{FF2B5EF4-FFF2-40B4-BE49-F238E27FC236}">
                    <a16:creationId xmlns:a16="http://schemas.microsoft.com/office/drawing/2014/main" id="{F1EBE77F-A331-1B49-AD54-E7C5C36B2A4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1" name="Group 135">
              <a:extLst>
                <a:ext uri="{FF2B5EF4-FFF2-40B4-BE49-F238E27FC236}">
                  <a16:creationId xmlns:a16="http://schemas.microsoft.com/office/drawing/2014/main" id="{0041D52F-4091-A944-8003-ED442384CB16}"/>
                </a:ext>
              </a:extLst>
            </p:cNvPr>
            <p:cNvGrpSpPr>
              <a:grpSpLocks/>
            </p:cNvGrpSpPr>
            <p:nvPr/>
          </p:nvGrpSpPr>
          <p:grpSpPr bwMode="auto">
            <a:xfrm>
              <a:off x="7503691" y="2564438"/>
              <a:ext cx="648509" cy="418221"/>
              <a:chOff x="3053396" y="4304255"/>
              <a:chExt cx="648422" cy="418253"/>
            </a:xfrm>
          </p:grpSpPr>
          <p:sp>
            <p:nvSpPr>
              <p:cNvPr id="57" name="Freeform 84">
                <a:extLst>
                  <a:ext uri="{FF2B5EF4-FFF2-40B4-BE49-F238E27FC236}">
                    <a16:creationId xmlns:a16="http://schemas.microsoft.com/office/drawing/2014/main" id="{078145B8-5D76-7B44-95E4-711130D9707F}"/>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Box 137">
                <a:extLst>
                  <a:ext uri="{FF2B5EF4-FFF2-40B4-BE49-F238E27FC236}">
                    <a16:creationId xmlns:a16="http://schemas.microsoft.com/office/drawing/2014/main" id="{5CA3BADE-216F-2843-9D81-CE5E9D20BE8D}"/>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2" name="Group 138">
              <a:extLst>
                <a:ext uri="{FF2B5EF4-FFF2-40B4-BE49-F238E27FC236}">
                  <a16:creationId xmlns:a16="http://schemas.microsoft.com/office/drawing/2014/main" id="{F1C6BD9A-0B39-B244-94E8-678C50D1ECD9}"/>
                </a:ext>
              </a:extLst>
            </p:cNvPr>
            <p:cNvGrpSpPr>
              <a:grpSpLocks/>
            </p:cNvGrpSpPr>
            <p:nvPr/>
          </p:nvGrpSpPr>
          <p:grpSpPr bwMode="auto">
            <a:xfrm>
              <a:off x="2410305" y="5421718"/>
              <a:ext cx="648509" cy="418221"/>
              <a:chOff x="3053396" y="4304255"/>
              <a:chExt cx="648422" cy="418253"/>
            </a:xfrm>
          </p:grpSpPr>
          <p:sp>
            <p:nvSpPr>
              <p:cNvPr id="55" name="Freeform 84">
                <a:extLst>
                  <a:ext uri="{FF2B5EF4-FFF2-40B4-BE49-F238E27FC236}">
                    <a16:creationId xmlns:a16="http://schemas.microsoft.com/office/drawing/2014/main" id="{7E729DEF-3587-F14B-AE03-C52CF3B0162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Box 140">
                <a:extLst>
                  <a:ext uri="{FF2B5EF4-FFF2-40B4-BE49-F238E27FC236}">
                    <a16:creationId xmlns:a16="http://schemas.microsoft.com/office/drawing/2014/main" id="{DA418C0A-2209-A942-A859-5ECE8083B05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3" name="Group 141">
              <a:extLst>
                <a:ext uri="{FF2B5EF4-FFF2-40B4-BE49-F238E27FC236}">
                  <a16:creationId xmlns:a16="http://schemas.microsoft.com/office/drawing/2014/main" id="{F1A8927C-3AF4-D742-848C-35E15D25BFB5}"/>
                </a:ext>
              </a:extLst>
            </p:cNvPr>
            <p:cNvGrpSpPr>
              <a:grpSpLocks/>
            </p:cNvGrpSpPr>
            <p:nvPr/>
          </p:nvGrpSpPr>
          <p:grpSpPr bwMode="auto">
            <a:xfrm>
              <a:off x="1991149" y="4799466"/>
              <a:ext cx="648509" cy="418221"/>
              <a:chOff x="3053396" y="4304255"/>
              <a:chExt cx="648422" cy="418253"/>
            </a:xfrm>
          </p:grpSpPr>
          <p:sp>
            <p:nvSpPr>
              <p:cNvPr id="53" name="Freeform 84">
                <a:extLst>
                  <a:ext uri="{FF2B5EF4-FFF2-40B4-BE49-F238E27FC236}">
                    <a16:creationId xmlns:a16="http://schemas.microsoft.com/office/drawing/2014/main" id="{E8F8A0DF-7843-7E4A-8EBF-A24CA907C109}"/>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Box 143">
                <a:extLst>
                  <a:ext uri="{FF2B5EF4-FFF2-40B4-BE49-F238E27FC236}">
                    <a16:creationId xmlns:a16="http://schemas.microsoft.com/office/drawing/2014/main" id="{D97DC0BC-584A-AC4F-835D-B981DD67CCF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4" name="Group 144">
              <a:extLst>
                <a:ext uri="{FF2B5EF4-FFF2-40B4-BE49-F238E27FC236}">
                  <a16:creationId xmlns:a16="http://schemas.microsoft.com/office/drawing/2014/main" id="{937AB14A-1B92-0C4D-9DB7-3A65A35F708F}"/>
                </a:ext>
              </a:extLst>
            </p:cNvPr>
            <p:cNvGrpSpPr>
              <a:grpSpLocks/>
            </p:cNvGrpSpPr>
            <p:nvPr/>
          </p:nvGrpSpPr>
          <p:grpSpPr bwMode="auto">
            <a:xfrm>
              <a:off x="1762518" y="4139117"/>
              <a:ext cx="648509" cy="418221"/>
              <a:chOff x="3053396" y="4304255"/>
              <a:chExt cx="648422" cy="418253"/>
            </a:xfrm>
          </p:grpSpPr>
          <p:sp>
            <p:nvSpPr>
              <p:cNvPr id="51" name="Freeform 84">
                <a:extLst>
                  <a:ext uri="{FF2B5EF4-FFF2-40B4-BE49-F238E27FC236}">
                    <a16:creationId xmlns:a16="http://schemas.microsoft.com/office/drawing/2014/main" id="{72BD96B2-8C8B-A34A-A0B1-8A56E080B3EB}"/>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Box 146">
                <a:extLst>
                  <a:ext uri="{FF2B5EF4-FFF2-40B4-BE49-F238E27FC236}">
                    <a16:creationId xmlns:a16="http://schemas.microsoft.com/office/drawing/2014/main" id="{2E687D8E-E3CE-F949-BB94-C8F32F433905}"/>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5" name="Group 147">
              <a:extLst>
                <a:ext uri="{FF2B5EF4-FFF2-40B4-BE49-F238E27FC236}">
                  <a16:creationId xmlns:a16="http://schemas.microsoft.com/office/drawing/2014/main" id="{417DAC5F-2573-4743-9127-36524340FED9}"/>
                </a:ext>
              </a:extLst>
            </p:cNvPr>
            <p:cNvGrpSpPr>
              <a:grpSpLocks/>
            </p:cNvGrpSpPr>
            <p:nvPr/>
          </p:nvGrpSpPr>
          <p:grpSpPr bwMode="auto">
            <a:xfrm>
              <a:off x="8253092" y="2996205"/>
              <a:ext cx="648509" cy="418221"/>
              <a:chOff x="3053396" y="4304255"/>
              <a:chExt cx="648422" cy="418253"/>
            </a:xfrm>
          </p:grpSpPr>
          <p:sp>
            <p:nvSpPr>
              <p:cNvPr id="49" name="Freeform 84">
                <a:extLst>
                  <a:ext uri="{FF2B5EF4-FFF2-40B4-BE49-F238E27FC236}">
                    <a16:creationId xmlns:a16="http://schemas.microsoft.com/office/drawing/2014/main" id="{E9F7E8C6-F700-614F-9F9F-0A88C85D70E9}"/>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Box 149">
                <a:extLst>
                  <a:ext uri="{FF2B5EF4-FFF2-40B4-BE49-F238E27FC236}">
                    <a16:creationId xmlns:a16="http://schemas.microsoft.com/office/drawing/2014/main" id="{59E18F13-5C5C-4049-B258-FAF65F9B26B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6" name="Group 150">
              <a:extLst>
                <a:ext uri="{FF2B5EF4-FFF2-40B4-BE49-F238E27FC236}">
                  <a16:creationId xmlns:a16="http://schemas.microsoft.com/office/drawing/2014/main" id="{B1724044-B1C6-934B-8868-30D0FD03826E}"/>
                </a:ext>
              </a:extLst>
            </p:cNvPr>
            <p:cNvGrpSpPr>
              <a:grpSpLocks/>
            </p:cNvGrpSpPr>
            <p:nvPr/>
          </p:nvGrpSpPr>
          <p:grpSpPr bwMode="auto">
            <a:xfrm>
              <a:off x="4595000" y="2069176"/>
              <a:ext cx="648509" cy="418221"/>
              <a:chOff x="3053396" y="4304255"/>
              <a:chExt cx="648422" cy="418253"/>
            </a:xfrm>
          </p:grpSpPr>
          <p:sp>
            <p:nvSpPr>
              <p:cNvPr id="47" name="Freeform 84">
                <a:extLst>
                  <a:ext uri="{FF2B5EF4-FFF2-40B4-BE49-F238E27FC236}">
                    <a16:creationId xmlns:a16="http://schemas.microsoft.com/office/drawing/2014/main" id="{44CA58B7-16C9-C241-8F79-C6964EA2BAE7}"/>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Box 152">
                <a:extLst>
                  <a:ext uri="{FF2B5EF4-FFF2-40B4-BE49-F238E27FC236}">
                    <a16:creationId xmlns:a16="http://schemas.microsoft.com/office/drawing/2014/main" id="{766583C3-B9DB-094A-A09E-A4BC2FBDE890}"/>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8" name="Group 156">
              <a:extLst>
                <a:ext uri="{FF2B5EF4-FFF2-40B4-BE49-F238E27FC236}">
                  <a16:creationId xmlns:a16="http://schemas.microsoft.com/office/drawing/2014/main" id="{DE67CACE-BA9C-4F49-9CCC-2A95DDABF7BC}"/>
                </a:ext>
              </a:extLst>
            </p:cNvPr>
            <p:cNvGrpSpPr>
              <a:grpSpLocks/>
            </p:cNvGrpSpPr>
            <p:nvPr/>
          </p:nvGrpSpPr>
          <p:grpSpPr bwMode="auto">
            <a:xfrm>
              <a:off x="5509523" y="2043778"/>
              <a:ext cx="648509" cy="418221"/>
              <a:chOff x="3053396" y="4304255"/>
              <a:chExt cx="648422" cy="418253"/>
            </a:xfrm>
          </p:grpSpPr>
          <p:sp>
            <p:nvSpPr>
              <p:cNvPr id="43" name="Freeform 84">
                <a:extLst>
                  <a:ext uri="{FF2B5EF4-FFF2-40B4-BE49-F238E27FC236}">
                    <a16:creationId xmlns:a16="http://schemas.microsoft.com/office/drawing/2014/main" id="{8AD1749B-4C4E-DE45-96BC-98F1585D4D9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Box 158">
                <a:extLst>
                  <a:ext uri="{FF2B5EF4-FFF2-40B4-BE49-F238E27FC236}">
                    <a16:creationId xmlns:a16="http://schemas.microsoft.com/office/drawing/2014/main" id="{0ADF884B-3F6F-8145-B641-9A429A34A181}"/>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9" name="Group 160">
              <a:extLst>
                <a:ext uri="{FF2B5EF4-FFF2-40B4-BE49-F238E27FC236}">
                  <a16:creationId xmlns:a16="http://schemas.microsoft.com/office/drawing/2014/main" id="{CF0A8E3D-09B1-214E-99FD-B5570442C39E}"/>
                </a:ext>
              </a:extLst>
            </p:cNvPr>
            <p:cNvGrpSpPr>
              <a:grpSpLocks/>
            </p:cNvGrpSpPr>
            <p:nvPr/>
          </p:nvGrpSpPr>
          <p:grpSpPr bwMode="auto">
            <a:xfrm>
              <a:off x="8570635" y="5675699"/>
              <a:ext cx="648509" cy="418221"/>
              <a:chOff x="3053396" y="4304255"/>
              <a:chExt cx="648422" cy="418253"/>
            </a:xfrm>
          </p:grpSpPr>
          <p:sp>
            <p:nvSpPr>
              <p:cNvPr id="41" name="Freeform 84">
                <a:extLst>
                  <a:ext uri="{FF2B5EF4-FFF2-40B4-BE49-F238E27FC236}">
                    <a16:creationId xmlns:a16="http://schemas.microsoft.com/office/drawing/2014/main" id="{EDDB4269-F7AA-7240-B093-B37270418A6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Box 162">
                <a:extLst>
                  <a:ext uri="{FF2B5EF4-FFF2-40B4-BE49-F238E27FC236}">
                    <a16:creationId xmlns:a16="http://schemas.microsoft.com/office/drawing/2014/main" id="{0403D7D4-9E2C-F94E-924D-8574777C74EB}"/>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0" name="Group 163">
              <a:extLst>
                <a:ext uri="{FF2B5EF4-FFF2-40B4-BE49-F238E27FC236}">
                  <a16:creationId xmlns:a16="http://schemas.microsoft.com/office/drawing/2014/main" id="{4FD3E459-AF79-0B45-B5D3-3CA1740A2701}"/>
                </a:ext>
              </a:extLst>
            </p:cNvPr>
            <p:cNvGrpSpPr>
              <a:grpSpLocks/>
            </p:cNvGrpSpPr>
            <p:nvPr/>
          </p:nvGrpSpPr>
          <p:grpSpPr bwMode="auto">
            <a:xfrm>
              <a:off x="9408948" y="5028049"/>
              <a:ext cx="648509" cy="418221"/>
              <a:chOff x="3053396" y="4304255"/>
              <a:chExt cx="648422" cy="418253"/>
            </a:xfrm>
          </p:grpSpPr>
          <p:sp>
            <p:nvSpPr>
              <p:cNvPr id="39" name="Freeform 84">
                <a:extLst>
                  <a:ext uri="{FF2B5EF4-FFF2-40B4-BE49-F238E27FC236}">
                    <a16:creationId xmlns:a16="http://schemas.microsoft.com/office/drawing/2014/main" id="{3CAEF347-FE90-E949-A631-0171A060E054}"/>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Box 165">
                <a:extLst>
                  <a:ext uri="{FF2B5EF4-FFF2-40B4-BE49-F238E27FC236}">
                    <a16:creationId xmlns:a16="http://schemas.microsoft.com/office/drawing/2014/main" id="{0B914A90-A394-6F45-B155-CCE12CEFEC5E}"/>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1" name="Group 166">
              <a:extLst>
                <a:ext uri="{FF2B5EF4-FFF2-40B4-BE49-F238E27FC236}">
                  <a16:creationId xmlns:a16="http://schemas.microsoft.com/office/drawing/2014/main" id="{5FECB796-EB1A-6941-942C-2C77B9305400}"/>
                </a:ext>
              </a:extLst>
            </p:cNvPr>
            <p:cNvGrpSpPr>
              <a:grpSpLocks/>
            </p:cNvGrpSpPr>
            <p:nvPr/>
          </p:nvGrpSpPr>
          <p:grpSpPr bwMode="auto">
            <a:xfrm>
              <a:off x="9180317" y="4113719"/>
              <a:ext cx="648509" cy="418221"/>
              <a:chOff x="3053396" y="4304255"/>
              <a:chExt cx="648422" cy="418253"/>
            </a:xfrm>
          </p:grpSpPr>
          <p:sp>
            <p:nvSpPr>
              <p:cNvPr id="37" name="Freeform 84">
                <a:extLst>
                  <a:ext uri="{FF2B5EF4-FFF2-40B4-BE49-F238E27FC236}">
                    <a16:creationId xmlns:a16="http://schemas.microsoft.com/office/drawing/2014/main" id="{583D705A-27D6-7742-A076-4DD3D0002E48}"/>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Box 168">
                <a:extLst>
                  <a:ext uri="{FF2B5EF4-FFF2-40B4-BE49-F238E27FC236}">
                    <a16:creationId xmlns:a16="http://schemas.microsoft.com/office/drawing/2014/main" id="{B52DEC78-1030-A54E-8A0F-BCB9B6D6B0BA}"/>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sp>
          <p:nvSpPr>
            <p:cNvPr id="25" name="TextBox 4">
              <a:extLst>
                <a:ext uri="{FF2B5EF4-FFF2-40B4-BE49-F238E27FC236}">
                  <a16:creationId xmlns:a16="http://schemas.microsoft.com/office/drawing/2014/main" id="{4EBE302E-6B07-964E-B474-2379BF38E56E}"/>
                </a:ext>
              </a:extLst>
            </p:cNvPr>
            <p:cNvSpPr txBox="1">
              <a:spLocks noChangeArrowheads="1"/>
            </p:cNvSpPr>
            <p:nvPr/>
          </p:nvSpPr>
          <p:spPr bwMode="auto">
            <a:xfrm rot="1053502">
              <a:off x="6609175" y="1968629"/>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6" name="TextBox 179">
              <a:extLst>
                <a:ext uri="{FF2B5EF4-FFF2-40B4-BE49-F238E27FC236}">
                  <a16:creationId xmlns:a16="http://schemas.microsoft.com/office/drawing/2014/main" id="{5687370B-669A-6440-92DE-16AFFBA3FBDE}"/>
                </a:ext>
              </a:extLst>
            </p:cNvPr>
            <p:cNvSpPr txBox="1">
              <a:spLocks noChangeArrowheads="1"/>
            </p:cNvSpPr>
            <p:nvPr/>
          </p:nvSpPr>
          <p:spPr bwMode="auto">
            <a:xfrm rot="2829263">
              <a:off x="8895540" y="3441660"/>
              <a:ext cx="543697" cy="5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7" name="TextBox 180">
              <a:extLst>
                <a:ext uri="{FF2B5EF4-FFF2-40B4-BE49-F238E27FC236}">
                  <a16:creationId xmlns:a16="http://schemas.microsoft.com/office/drawing/2014/main" id="{DDCB7942-CF63-0E41-965D-4990C91E38C2}"/>
                </a:ext>
              </a:extLst>
            </p:cNvPr>
            <p:cNvSpPr txBox="1">
              <a:spLocks noChangeArrowheads="1"/>
            </p:cNvSpPr>
            <p:nvPr/>
          </p:nvSpPr>
          <p:spPr bwMode="auto">
            <a:xfrm rot="9845918">
              <a:off x="7564044" y="5954634"/>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8" name="TextBox 181">
              <a:extLst>
                <a:ext uri="{FF2B5EF4-FFF2-40B4-BE49-F238E27FC236}">
                  <a16:creationId xmlns:a16="http://schemas.microsoft.com/office/drawing/2014/main" id="{14DD3F3C-E274-2D4E-83D9-E679452E9927}"/>
                </a:ext>
              </a:extLst>
            </p:cNvPr>
            <p:cNvSpPr txBox="1">
              <a:spLocks noChangeArrowheads="1"/>
            </p:cNvSpPr>
            <p:nvPr/>
          </p:nvSpPr>
          <p:spPr bwMode="auto">
            <a:xfrm rot="11651262">
              <a:off x="3196001" y="5857999"/>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29" name="TextBox 182">
              <a:extLst>
                <a:ext uri="{FF2B5EF4-FFF2-40B4-BE49-F238E27FC236}">
                  <a16:creationId xmlns:a16="http://schemas.microsoft.com/office/drawing/2014/main" id="{99FAE186-77C6-3F42-AB05-E0FF7C6CB0A1}"/>
                </a:ext>
              </a:extLst>
            </p:cNvPr>
            <p:cNvSpPr txBox="1">
              <a:spLocks noChangeArrowheads="1"/>
            </p:cNvSpPr>
            <p:nvPr/>
          </p:nvSpPr>
          <p:spPr bwMode="auto">
            <a:xfrm rot="16607303">
              <a:off x="1609690" y="3551677"/>
              <a:ext cx="543697" cy="5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sp>
          <p:nvSpPr>
            <p:cNvPr id="30" name="TextBox 183">
              <a:extLst>
                <a:ext uri="{FF2B5EF4-FFF2-40B4-BE49-F238E27FC236}">
                  <a16:creationId xmlns:a16="http://schemas.microsoft.com/office/drawing/2014/main" id="{1CE3A2E2-820D-D645-BBA3-0C3089DE6461}"/>
                </a:ext>
              </a:extLst>
            </p:cNvPr>
            <p:cNvSpPr txBox="1">
              <a:spLocks noChangeArrowheads="1"/>
            </p:cNvSpPr>
            <p:nvPr/>
          </p:nvSpPr>
          <p:spPr bwMode="auto">
            <a:xfrm rot="20582737">
              <a:off x="3795672" y="1918514"/>
              <a:ext cx="543812" cy="523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a:ln>
                    <a:noFill/>
                  </a:ln>
                  <a:solidFill>
                    <a:srgbClr val="0000FF"/>
                  </a:solidFill>
                  <a:effectLst/>
                  <a:uLnTx/>
                  <a:uFillTx/>
                  <a:latin typeface="Arial" panose="020B0604020202020204" pitchFamily="34" charset="0"/>
                  <a:ea typeface="ＭＳ Ｐゴシック" panose="020B0600070205080204" pitchFamily="34" charset="-128"/>
                  <a:cs typeface="+mn-cs"/>
                </a:rPr>
                <a:t>…</a:t>
              </a:r>
            </a:p>
          </p:txBody>
        </p:sp>
        <p:grpSp>
          <p:nvGrpSpPr>
            <p:cNvPr id="302" name="Group 20">
              <a:extLst>
                <a:ext uri="{FF2B5EF4-FFF2-40B4-BE49-F238E27FC236}">
                  <a16:creationId xmlns:a16="http://schemas.microsoft.com/office/drawing/2014/main" id="{2E65E034-15F8-4544-9A88-3C6F87D79608}"/>
                </a:ext>
              </a:extLst>
            </p:cNvPr>
            <p:cNvGrpSpPr>
              <a:grpSpLocks/>
            </p:cNvGrpSpPr>
            <p:nvPr/>
          </p:nvGrpSpPr>
          <p:grpSpPr bwMode="auto">
            <a:xfrm>
              <a:off x="5736579" y="2899825"/>
              <a:ext cx="2272389" cy="1061009"/>
              <a:chOff x="4696844" y="2871032"/>
              <a:chExt cx="2272671" cy="1061113"/>
            </a:xfrm>
          </p:grpSpPr>
          <p:grpSp>
            <p:nvGrpSpPr>
              <p:cNvPr id="303" name="Group 16">
                <a:extLst>
                  <a:ext uri="{FF2B5EF4-FFF2-40B4-BE49-F238E27FC236}">
                    <a16:creationId xmlns:a16="http://schemas.microsoft.com/office/drawing/2014/main" id="{AE7FAC14-602F-5840-95C2-10B4B1F3F93B}"/>
                  </a:ext>
                </a:extLst>
              </p:cNvPr>
              <p:cNvGrpSpPr>
                <a:grpSpLocks/>
              </p:cNvGrpSpPr>
              <p:nvPr/>
            </p:nvGrpSpPr>
            <p:grpSpPr bwMode="auto">
              <a:xfrm>
                <a:off x="5677190" y="2871032"/>
                <a:ext cx="530938" cy="338554"/>
                <a:chOff x="5573768" y="2726239"/>
                <a:chExt cx="530938" cy="338554"/>
              </a:xfrm>
            </p:grpSpPr>
            <p:sp>
              <p:nvSpPr>
                <p:cNvPr id="306" name="Oval 14">
                  <a:extLst>
                    <a:ext uri="{FF2B5EF4-FFF2-40B4-BE49-F238E27FC236}">
                      <a16:creationId xmlns:a16="http://schemas.microsoft.com/office/drawing/2014/main" id="{0540692A-C81C-724C-B821-D711DAE7176F}"/>
                    </a:ext>
                  </a:extLst>
                </p:cNvPr>
                <p:cNvSpPr>
                  <a:spLocks noChangeArrowheads="1"/>
                </p:cNvSpPr>
                <p:nvPr/>
              </p:nvSpPr>
              <p:spPr bwMode="auto">
                <a:xfrm>
                  <a:off x="5573768" y="2751297"/>
                  <a:ext cx="528092" cy="304800"/>
                </a:xfrm>
                <a:prstGeom prst="ellipse">
                  <a:avLst/>
                </a:prstGeom>
                <a:solidFill>
                  <a:srgbClr val="0000FF"/>
                </a:solidFill>
                <a:ln w="9525">
                  <a:solidFill>
                    <a:schemeClr val="tx1"/>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07" name="TextBox 15">
                  <a:extLst>
                    <a:ext uri="{FF2B5EF4-FFF2-40B4-BE49-F238E27FC236}">
                      <a16:creationId xmlns:a16="http://schemas.microsoft.com/office/drawing/2014/main" id="{B7EC47D0-A46E-E246-960E-89C0F218ED7B}"/>
                    </a:ext>
                  </a:extLst>
                </p:cNvPr>
                <p:cNvSpPr txBox="1">
                  <a:spLocks noChangeArrowheads="1"/>
                </p:cNvSpPr>
                <p:nvPr/>
              </p:nvSpPr>
              <p:spPr bwMode="auto">
                <a:xfrm>
                  <a:off x="5593027" y="2726239"/>
                  <a:ext cx="51167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white"/>
                      </a:solidFill>
                      <a:effectLst/>
                      <a:uLnTx/>
                      <a:uFillTx/>
                      <a:latin typeface="Arial" panose="020B0604020202020204" pitchFamily="34" charset="0"/>
                      <a:ea typeface="ＭＳ Ｐゴシック" panose="020B0600070205080204" pitchFamily="34" charset="-128"/>
                      <a:cs typeface="+mn-cs"/>
                    </a:rPr>
                    <a:t>IXP</a:t>
                  </a:r>
                </a:p>
              </p:txBody>
            </p:sp>
          </p:grpSp>
          <p:cxnSp>
            <p:nvCxnSpPr>
              <p:cNvPr id="304" name="Straight Connector 18">
                <a:extLst>
                  <a:ext uri="{FF2B5EF4-FFF2-40B4-BE49-F238E27FC236}">
                    <a16:creationId xmlns:a16="http://schemas.microsoft.com/office/drawing/2014/main" id="{6DC2A61E-B493-9841-A8B3-1C17E6A8ED01}"/>
                  </a:ext>
                </a:extLst>
              </p:cNvPr>
              <p:cNvCxnSpPr>
                <a:cxnSpLocks noChangeShapeType="1"/>
              </p:cNvCxnSpPr>
              <p:nvPr/>
            </p:nvCxnSpPr>
            <p:spPr bwMode="auto">
              <a:xfrm>
                <a:off x="4696844" y="3073933"/>
                <a:ext cx="980347" cy="351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05" name="Straight Connector 516">
                <a:extLst>
                  <a:ext uri="{FF2B5EF4-FFF2-40B4-BE49-F238E27FC236}">
                    <a16:creationId xmlns:a16="http://schemas.microsoft.com/office/drawing/2014/main" id="{ED5D0B03-04A8-4A40-9C0F-4EA56D9810E8}"/>
                  </a:ext>
                </a:extLst>
              </p:cNvPr>
              <p:cNvCxnSpPr>
                <a:cxnSpLocks noChangeShapeType="1"/>
                <a:endCxn id="976" idx="1"/>
              </p:cNvCxnSpPr>
              <p:nvPr/>
            </p:nvCxnSpPr>
            <p:spPr bwMode="auto">
              <a:xfrm>
                <a:off x="6137159" y="3146857"/>
                <a:ext cx="832356" cy="78528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grpSp>
          <p:nvGrpSpPr>
            <p:cNvPr id="308" name="Group 39939">
              <a:extLst>
                <a:ext uri="{FF2B5EF4-FFF2-40B4-BE49-F238E27FC236}">
                  <a16:creationId xmlns:a16="http://schemas.microsoft.com/office/drawing/2014/main" id="{17CCBDCA-CC15-454D-A26D-AA4BB11DE0FB}"/>
                </a:ext>
              </a:extLst>
            </p:cNvPr>
            <p:cNvGrpSpPr>
              <a:grpSpLocks/>
            </p:cNvGrpSpPr>
            <p:nvPr/>
          </p:nvGrpSpPr>
          <p:grpSpPr bwMode="auto">
            <a:xfrm>
              <a:off x="3570155" y="3762887"/>
              <a:ext cx="2938536" cy="1357499"/>
              <a:chOff x="2746064" y="3733002"/>
              <a:chExt cx="2937093" cy="1359582"/>
            </a:xfrm>
          </p:grpSpPr>
          <p:cxnSp>
            <p:nvCxnSpPr>
              <p:cNvPr id="309" name="Straight Connector 7">
                <a:extLst>
                  <a:ext uri="{FF2B5EF4-FFF2-40B4-BE49-F238E27FC236}">
                    <a16:creationId xmlns:a16="http://schemas.microsoft.com/office/drawing/2014/main" id="{415ABF4C-9DC7-3E48-8D47-77091F596BBC}"/>
                  </a:ext>
                </a:extLst>
              </p:cNvPr>
              <p:cNvCxnSpPr>
                <a:cxnSpLocks noChangeShapeType="1"/>
                <a:stCxn id="1032" idx="5"/>
                <a:endCxn id="983" idx="3"/>
              </p:cNvCxnSpPr>
              <p:nvPr/>
            </p:nvCxnSpPr>
            <p:spPr bwMode="auto">
              <a:xfrm>
                <a:off x="5094305" y="3733002"/>
                <a:ext cx="588852" cy="21276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10" name="Straight Connector 415">
                <a:extLst>
                  <a:ext uri="{FF2B5EF4-FFF2-40B4-BE49-F238E27FC236}">
                    <a16:creationId xmlns:a16="http://schemas.microsoft.com/office/drawing/2014/main" id="{5C73DBFB-D008-3643-BC55-DC0EB59EE06A}"/>
                  </a:ext>
                </a:extLst>
              </p:cNvPr>
              <p:cNvCxnSpPr>
                <a:cxnSpLocks noChangeShapeType="1"/>
                <a:stCxn id="1010" idx="5"/>
              </p:cNvCxnSpPr>
              <p:nvPr/>
            </p:nvCxnSpPr>
            <p:spPr bwMode="auto">
              <a:xfrm flipH="1">
                <a:off x="2746064" y="3789080"/>
                <a:ext cx="54551" cy="601922"/>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11" name="Straight Connector 523">
                <a:extLst>
                  <a:ext uri="{FF2B5EF4-FFF2-40B4-BE49-F238E27FC236}">
                    <a16:creationId xmlns:a16="http://schemas.microsoft.com/office/drawing/2014/main" id="{FABFBABF-764F-F24E-92BB-9E89BDA24ADC}"/>
                  </a:ext>
                </a:extLst>
              </p:cNvPr>
              <p:cNvCxnSpPr>
                <a:cxnSpLocks noChangeShapeType="1"/>
                <a:endCxn id="941" idx="3"/>
              </p:cNvCxnSpPr>
              <p:nvPr/>
            </p:nvCxnSpPr>
            <p:spPr bwMode="auto">
              <a:xfrm flipV="1">
                <a:off x="4424422" y="4701847"/>
                <a:ext cx="1074473" cy="390737"/>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cxnSp>
          <p:nvCxnSpPr>
            <p:cNvPr id="319" name="Straight Connector 515">
              <a:extLst>
                <a:ext uri="{FF2B5EF4-FFF2-40B4-BE49-F238E27FC236}">
                  <a16:creationId xmlns:a16="http://schemas.microsoft.com/office/drawing/2014/main" id="{E64B2F34-F5A2-0748-B519-596A0F2D52A9}"/>
                </a:ext>
              </a:extLst>
            </p:cNvPr>
            <p:cNvCxnSpPr>
              <a:cxnSpLocks noChangeShapeType="1"/>
              <a:stCxn id="930" idx="2"/>
            </p:cNvCxnSpPr>
            <p:nvPr/>
          </p:nvCxnSpPr>
          <p:spPr bwMode="auto">
            <a:xfrm flipV="1">
              <a:off x="4982880" y="4309966"/>
              <a:ext cx="309146" cy="307718"/>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21" name="Straight Connector 519">
              <a:extLst>
                <a:ext uri="{FF2B5EF4-FFF2-40B4-BE49-F238E27FC236}">
                  <a16:creationId xmlns:a16="http://schemas.microsoft.com/office/drawing/2014/main" id="{A78B3472-4495-804D-9DE2-F7A93E5EED62}"/>
                </a:ext>
              </a:extLst>
            </p:cNvPr>
            <p:cNvCxnSpPr>
              <a:cxnSpLocks noChangeShapeType="1"/>
            </p:cNvCxnSpPr>
            <p:nvPr/>
          </p:nvCxnSpPr>
          <p:spPr bwMode="auto">
            <a:xfrm flipV="1">
              <a:off x="5520180" y="3924252"/>
              <a:ext cx="929835" cy="367084"/>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cxnSp>
          <p:nvCxnSpPr>
            <p:cNvPr id="322" name="Straight Connector 520">
              <a:extLst>
                <a:ext uri="{FF2B5EF4-FFF2-40B4-BE49-F238E27FC236}">
                  <a16:creationId xmlns:a16="http://schemas.microsoft.com/office/drawing/2014/main" id="{B39E2778-53AB-7A47-8C24-A5C1BE87DA91}"/>
                </a:ext>
              </a:extLst>
            </p:cNvPr>
            <p:cNvCxnSpPr>
              <a:cxnSpLocks noChangeShapeType="1"/>
              <a:stCxn id="1007" idx="2"/>
            </p:cNvCxnSpPr>
            <p:nvPr/>
          </p:nvCxnSpPr>
          <p:spPr bwMode="auto">
            <a:xfrm>
              <a:off x="4815073" y="3947043"/>
              <a:ext cx="476953" cy="277502"/>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cxnSp>
        <p:grpSp>
          <p:nvGrpSpPr>
            <p:cNvPr id="862" name="Group 861">
              <a:extLst>
                <a:ext uri="{FF2B5EF4-FFF2-40B4-BE49-F238E27FC236}">
                  <a16:creationId xmlns:a16="http://schemas.microsoft.com/office/drawing/2014/main" id="{B86CF571-59B7-9040-88E6-ACE367964601}"/>
                </a:ext>
              </a:extLst>
            </p:cNvPr>
            <p:cNvGrpSpPr/>
            <p:nvPr/>
          </p:nvGrpSpPr>
          <p:grpSpPr>
            <a:xfrm>
              <a:off x="7929475" y="3939691"/>
              <a:ext cx="541338" cy="223023"/>
              <a:chOff x="7493876" y="2774731"/>
              <a:chExt cx="1481958" cy="894622"/>
            </a:xfrm>
          </p:grpSpPr>
          <p:sp>
            <p:nvSpPr>
              <p:cNvPr id="975" name="Freeform 974">
                <a:extLst>
                  <a:ext uri="{FF2B5EF4-FFF2-40B4-BE49-F238E27FC236}">
                    <a16:creationId xmlns:a16="http://schemas.microsoft.com/office/drawing/2014/main" id="{1999BFB5-779F-7B4E-BCBF-9040592BFBD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76" name="Oval 975">
                <a:extLst>
                  <a:ext uri="{FF2B5EF4-FFF2-40B4-BE49-F238E27FC236}">
                    <a16:creationId xmlns:a16="http://schemas.microsoft.com/office/drawing/2014/main" id="{61415BE9-66CA-0045-99BF-BA54F41E054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77" name="Group 976">
                <a:extLst>
                  <a:ext uri="{FF2B5EF4-FFF2-40B4-BE49-F238E27FC236}">
                    <a16:creationId xmlns:a16="http://schemas.microsoft.com/office/drawing/2014/main" id="{390121EC-5020-DC41-8658-E7E4546EDD86}"/>
                  </a:ext>
                </a:extLst>
              </p:cNvPr>
              <p:cNvGrpSpPr/>
              <p:nvPr/>
            </p:nvGrpSpPr>
            <p:grpSpPr>
              <a:xfrm>
                <a:off x="7713663" y="2848339"/>
                <a:ext cx="1042107" cy="425543"/>
                <a:chOff x="7786941" y="2884917"/>
                <a:chExt cx="897649" cy="353919"/>
              </a:xfrm>
            </p:grpSpPr>
            <p:sp>
              <p:nvSpPr>
                <p:cNvPr id="978" name="Freeform 977">
                  <a:extLst>
                    <a:ext uri="{FF2B5EF4-FFF2-40B4-BE49-F238E27FC236}">
                      <a16:creationId xmlns:a16="http://schemas.microsoft.com/office/drawing/2014/main" id="{379AA28D-75A8-A345-B828-DEB6099EB1D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9" name="Freeform 978">
                  <a:extLst>
                    <a:ext uri="{FF2B5EF4-FFF2-40B4-BE49-F238E27FC236}">
                      <a16:creationId xmlns:a16="http://schemas.microsoft.com/office/drawing/2014/main" id="{9DDC0BF3-00A0-7C46-A0BC-285C4E950A2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0" name="Freeform 979">
                  <a:extLst>
                    <a:ext uri="{FF2B5EF4-FFF2-40B4-BE49-F238E27FC236}">
                      <a16:creationId xmlns:a16="http://schemas.microsoft.com/office/drawing/2014/main" id="{DECB33A6-775B-1A42-95E8-73DA8B96513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1" name="Freeform 980">
                  <a:extLst>
                    <a:ext uri="{FF2B5EF4-FFF2-40B4-BE49-F238E27FC236}">
                      <a16:creationId xmlns:a16="http://schemas.microsoft.com/office/drawing/2014/main" id="{2619AA7F-A92C-BA49-876D-4FE864A189C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20" name="Group 819">
              <a:extLst>
                <a:ext uri="{FF2B5EF4-FFF2-40B4-BE49-F238E27FC236}">
                  <a16:creationId xmlns:a16="http://schemas.microsoft.com/office/drawing/2014/main" id="{381985F4-0019-534F-8CE5-AE9A089DDF51}"/>
                </a:ext>
              </a:extLst>
            </p:cNvPr>
            <p:cNvGrpSpPr/>
            <p:nvPr/>
          </p:nvGrpSpPr>
          <p:grpSpPr>
            <a:xfrm>
              <a:off x="4400287" y="3826770"/>
              <a:ext cx="541338" cy="223023"/>
              <a:chOff x="7493876" y="2774731"/>
              <a:chExt cx="1481958" cy="894622"/>
            </a:xfrm>
          </p:grpSpPr>
          <p:sp>
            <p:nvSpPr>
              <p:cNvPr id="1003" name="Freeform 1002">
                <a:extLst>
                  <a:ext uri="{FF2B5EF4-FFF2-40B4-BE49-F238E27FC236}">
                    <a16:creationId xmlns:a16="http://schemas.microsoft.com/office/drawing/2014/main" id="{4CE10CC8-8336-0245-950D-7D623D68111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04" name="Oval 1003">
                <a:extLst>
                  <a:ext uri="{FF2B5EF4-FFF2-40B4-BE49-F238E27FC236}">
                    <a16:creationId xmlns:a16="http://schemas.microsoft.com/office/drawing/2014/main" id="{7D977A06-C0BE-1540-88E3-7929A84F788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05" name="Group 1004">
                <a:extLst>
                  <a:ext uri="{FF2B5EF4-FFF2-40B4-BE49-F238E27FC236}">
                    <a16:creationId xmlns:a16="http://schemas.microsoft.com/office/drawing/2014/main" id="{19FDDE53-D84C-8442-9D8A-CCD581A35300}"/>
                  </a:ext>
                </a:extLst>
              </p:cNvPr>
              <p:cNvGrpSpPr/>
              <p:nvPr/>
            </p:nvGrpSpPr>
            <p:grpSpPr>
              <a:xfrm>
                <a:off x="7713663" y="2848339"/>
                <a:ext cx="1042107" cy="425543"/>
                <a:chOff x="7786941" y="2884917"/>
                <a:chExt cx="897649" cy="353919"/>
              </a:xfrm>
            </p:grpSpPr>
            <p:sp>
              <p:nvSpPr>
                <p:cNvPr id="1006" name="Freeform 1005">
                  <a:extLst>
                    <a:ext uri="{FF2B5EF4-FFF2-40B4-BE49-F238E27FC236}">
                      <a16:creationId xmlns:a16="http://schemas.microsoft.com/office/drawing/2014/main" id="{6F6E6FCB-EFD3-7540-AA59-096EB89F325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7" name="Freeform 1006">
                  <a:extLst>
                    <a:ext uri="{FF2B5EF4-FFF2-40B4-BE49-F238E27FC236}">
                      <a16:creationId xmlns:a16="http://schemas.microsoft.com/office/drawing/2014/main" id="{2D261D66-4D24-274A-B7FF-FCB547B174B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8" name="Freeform 1007">
                  <a:extLst>
                    <a:ext uri="{FF2B5EF4-FFF2-40B4-BE49-F238E27FC236}">
                      <a16:creationId xmlns:a16="http://schemas.microsoft.com/office/drawing/2014/main" id="{F563306F-33C6-A847-92E7-649E85912A9F}"/>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9" name="Freeform 1008">
                  <a:extLst>
                    <a:ext uri="{FF2B5EF4-FFF2-40B4-BE49-F238E27FC236}">
                      <a16:creationId xmlns:a16="http://schemas.microsoft.com/office/drawing/2014/main" id="{AEB4B7BE-FCC2-3F4D-8665-4275FF1FEBB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9" name="Group 868">
              <a:extLst>
                <a:ext uri="{FF2B5EF4-FFF2-40B4-BE49-F238E27FC236}">
                  <a16:creationId xmlns:a16="http://schemas.microsoft.com/office/drawing/2014/main" id="{5524909D-92D6-CB46-8697-C9B8CAE6477E}"/>
                </a:ext>
              </a:extLst>
            </p:cNvPr>
            <p:cNvGrpSpPr/>
            <p:nvPr/>
          </p:nvGrpSpPr>
          <p:grpSpPr>
            <a:xfrm>
              <a:off x="4568094" y="4497411"/>
              <a:ext cx="541338" cy="223023"/>
              <a:chOff x="7493876" y="2774731"/>
              <a:chExt cx="1481958" cy="894622"/>
            </a:xfrm>
          </p:grpSpPr>
          <p:sp>
            <p:nvSpPr>
              <p:cNvPr id="926" name="Freeform 925">
                <a:extLst>
                  <a:ext uri="{FF2B5EF4-FFF2-40B4-BE49-F238E27FC236}">
                    <a16:creationId xmlns:a16="http://schemas.microsoft.com/office/drawing/2014/main" id="{3B2D0726-1886-8A49-BDF6-9C8DECE04B5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27" name="Oval 926">
                <a:extLst>
                  <a:ext uri="{FF2B5EF4-FFF2-40B4-BE49-F238E27FC236}">
                    <a16:creationId xmlns:a16="http://schemas.microsoft.com/office/drawing/2014/main" id="{C80EEA86-DEEC-D249-B401-35418DE0268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28" name="Group 927">
                <a:extLst>
                  <a:ext uri="{FF2B5EF4-FFF2-40B4-BE49-F238E27FC236}">
                    <a16:creationId xmlns:a16="http://schemas.microsoft.com/office/drawing/2014/main" id="{D1E8DCDB-27F1-AA42-88DA-FD19F1C40287}"/>
                  </a:ext>
                </a:extLst>
              </p:cNvPr>
              <p:cNvGrpSpPr/>
              <p:nvPr/>
            </p:nvGrpSpPr>
            <p:grpSpPr>
              <a:xfrm>
                <a:off x="7713663" y="2848339"/>
                <a:ext cx="1042107" cy="425543"/>
                <a:chOff x="7786941" y="2884917"/>
                <a:chExt cx="897649" cy="353919"/>
              </a:xfrm>
            </p:grpSpPr>
            <p:sp>
              <p:nvSpPr>
                <p:cNvPr id="929" name="Freeform 928">
                  <a:extLst>
                    <a:ext uri="{FF2B5EF4-FFF2-40B4-BE49-F238E27FC236}">
                      <a16:creationId xmlns:a16="http://schemas.microsoft.com/office/drawing/2014/main" id="{9508B2E1-C7BF-9740-BE83-39DB94E1E7C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0" name="Freeform 929">
                  <a:extLst>
                    <a:ext uri="{FF2B5EF4-FFF2-40B4-BE49-F238E27FC236}">
                      <a16:creationId xmlns:a16="http://schemas.microsoft.com/office/drawing/2014/main" id="{521758E3-0DD8-204F-A905-0354031EA03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1" name="Freeform 930">
                  <a:extLst>
                    <a:ext uri="{FF2B5EF4-FFF2-40B4-BE49-F238E27FC236}">
                      <a16:creationId xmlns:a16="http://schemas.microsoft.com/office/drawing/2014/main" id="{7DAC71D7-383B-4540-A8A4-4AEA3CFAE88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2" name="Freeform 931">
                  <a:extLst>
                    <a:ext uri="{FF2B5EF4-FFF2-40B4-BE49-F238E27FC236}">
                      <a16:creationId xmlns:a16="http://schemas.microsoft.com/office/drawing/2014/main" id="{890040AB-E90B-C742-90BE-0BDFCAC68D6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1" name="Group 860">
              <a:extLst>
                <a:ext uri="{FF2B5EF4-FFF2-40B4-BE49-F238E27FC236}">
                  <a16:creationId xmlns:a16="http://schemas.microsoft.com/office/drawing/2014/main" id="{D449FF35-FAF6-E449-9A22-F811CE472966}"/>
                </a:ext>
              </a:extLst>
            </p:cNvPr>
            <p:cNvGrpSpPr/>
            <p:nvPr/>
          </p:nvGrpSpPr>
          <p:grpSpPr>
            <a:xfrm>
              <a:off x="6429198" y="3852093"/>
              <a:ext cx="541338" cy="223023"/>
              <a:chOff x="7493876" y="2774731"/>
              <a:chExt cx="1481958" cy="894622"/>
            </a:xfrm>
          </p:grpSpPr>
          <p:sp>
            <p:nvSpPr>
              <p:cNvPr id="982" name="Freeform 981">
                <a:extLst>
                  <a:ext uri="{FF2B5EF4-FFF2-40B4-BE49-F238E27FC236}">
                    <a16:creationId xmlns:a16="http://schemas.microsoft.com/office/drawing/2014/main" id="{C7B6FB0D-082A-3945-9A3E-A5F7186297E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83" name="Oval 982">
                <a:extLst>
                  <a:ext uri="{FF2B5EF4-FFF2-40B4-BE49-F238E27FC236}">
                    <a16:creationId xmlns:a16="http://schemas.microsoft.com/office/drawing/2014/main" id="{4EF624E0-71DE-964A-8571-4D8C1996401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84" name="Group 983">
                <a:extLst>
                  <a:ext uri="{FF2B5EF4-FFF2-40B4-BE49-F238E27FC236}">
                    <a16:creationId xmlns:a16="http://schemas.microsoft.com/office/drawing/2014/main" id="{30E6BF43-A210-1E4C-BAD2-D624181508AC}"/>
                  </a:ext>
                </a:extLst>
              </p:cNvPr>
              <p:cNvGrpSpPr/>
              <p:nvPr/>
            </p:nvGrpSpPr>
            <p:grpSpPr>
              <a:xfrm>
                <a:off x="7713663" y="2848339"/>
                <a:ext cx="1042107" cy="425543"/>
                <a:chOff x="7786941" y="2884917"/>
                <a:chExt cx="897649" cy="353919"/>
              </a:xfrm>
            </p:grpSpPr>
            <p:sp>
              <p:nvSpPr>
                <p:cNvPr id="985" name="Freeform 984">
                  <a:extLst>
                    <a:ext uri="{FF2B5EF4-FFF2-40B4-BE49-F238E27FC236}">
                      <a16:creationId xmlns:a16="http://schemas.microsoft.com/office/drawing/2014/main" id="{F4D1AD34-F02F-9941-970C-35B29683293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6" name="Freeform 985">
                  <a:extLst>
                    <a:ext uri="{FF2B5EF4-FFF2-40B4-BE49-F238E27FC236}">
                      <a16:creationId xmlns:a16="http://schemas.microsoft.com/office/drawing/2014/main" id="{0F5A4911-FBD2-E540-9A2F-3E431D553D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7" name="Freeform 986">
                  <a:extLst>
                    <a:ext uri="{FF2B5EF4-FFF2-40B4-BE49-F238E27FC236}">
                      <a16:creationId xmlns:a16="http://schemas.microsoft.com/office/drawing/2014/main" id="{DCAAD9B9-53E3-A344-9344-FD09758AEB0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8" name="Freeform 987">
                  <a:extLst>
                    <a:ext uri="{FF2B5EF4-FFF2-40B4-BE49-F238E27FC236}">
                      <a16:creationId xmlns:a16="http://schemas.microsoft.com/office/drawing/2014/main" id="{7E121ADB-28BD-A34D-864D-CAE2965181F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6" name="Group 815">
              <a:extLst>
                <a:ext uri="{FF2B5EF4-FFF2-40B4-BE49-F238E27FC236}">
                  <a16:creationId xmlns:a16="http://schemas.microsoft.com/office/drawing/2014/main" id="{5D57186B-96C6-4245-A5CD-2EC8F02FE2C5}"/>
                </a:ext>
              </a:extLst>
            </p:cNvPr>
            <p:cNvGrpSpPr/>
            <p:nvPr/>
          </p:nvGrpSpPr>
          <p:grpSpPr>
            <a:xfrm>
              <a:off x="5457737" y="3639654"/>
              <a:ext cx="541338" cy="223023"/>
              <a:chOff x="7493876" y="2774731"/>
              <a:chExt cx="1481958" cy="894622"/>
            </a:xfrm>
          </p:grpSpPr>
          <p:sp>
            <p:nvSpPr>
              <p:cNvPr id="1031" name="Freeform 1030">
                <a:extLst>
                  <a:ext uri="{FF2B5EF4-FFF2-40B4-BE49-F238E27FC236}">
                    <a16:creationId xmlns:a16="http://schemas.microsoft.com/office/drawing/2014/main" id="{F884C67D-5359-0D4B-92F3-51236F5721A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32" name="Oval 1031">
                <a:extLst>
                  <a:ext uri="{FF2B5EF4-FFF2-40B4-BE49-F238E27FC236}">
                    <a16:creationId xmlns:a16="http://schemas.microsoft.com/office/drawing/2014/main" id="{C3DDEC0B-9B46-6E40-AFA7-85DD71E00D8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33" name="Group 1032">
                <a:extLst>
                  <a:ext uri="{FF2B5EF4-FFF2-40B4-BE49-F238E27FC236}">
                    <a16:creationId xmlns:a16="http://schemas.microsoft.com/office/drawing/2014/main" id="{AFA389A2-1145-6742-AFF5-BBE2D79E08E8}"/>
                  </a:ext>
                </a:extLst>
              </p:cNvPr>
              <p:cNvGrpSpPr/>
              <p:nvPr/>
            </p:nvGrpSpPr>
            <p:grpSpPr>
              <a:xfrm>
                <a:off x="7713663" y="2848339"/>
                <a:ext cx="1042107" cy="425543"/>
                <a:chOff x="7786941" y="2884917"/>
                <a:chExt cx="897649" cy="353919"/>
              </a:xfrm>
            </p:grpSpPr>
            <p:sp>
              <p:nvSpPr>
                <p:cNvPr id="1034" name="Freeform 1033">
                  <a:extLst>
                    <a:ext uri="{FF2B5EF4-FFF2-40B4-BE49-F238E27FC236}">
                      <a16:creationId xmlns:a16="http://schemas.microsoft.com/office/drawing/2014/main" id="{D4EB8805-ED69-3A4C-B790-5B0BE9CAFC7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5" name="Freeform 1034">
                  <a:extLst>
                    <a:ext uri="{FF2B5EF4-FFF2-40B4-BE49-F238E27FC236}">
                      <a16:creationId xmlns:a16="http://schemas.microsoft.com/office/drawing/2014/main" id="{F9160B87-94D9-4746-9AB1-F94A2850C65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6" name="Freeform 1035">
                  <a:extLst>
                    <a:ext uri="{FF2B5EF4-FFF2-40B4-BE49-F238E27FC236}">
                      <a16:creationId xmlns:a16="http://schemas.microsoft.com/office/drawing/2014/main" id="{AC514A69-8535-9F4F-9082-9C0664FDD7D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7" name="Freeform 1036">
                  <a:extLst>
                    <a:ext uri="{FF2B5EF4-FFF2-40B4-BE49-F238E27FC236}">
                      <a16:creationId xmlns:a16="http://schemas.microsoft.com/office/drawing/2014/main" id="{16FAD8F4-5C16-3548-9F13-8A162DB18CB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20" name="Group 518">
              <a:extLst>
                <a:ext uri="{FF2B5EF4-FFF2-40B4-BE49-F238E27FC236}">
                  <a16:creationId xmlns:a16="http://schemas.microsoft.com/office/drawing/2014/main" id="{5B45D9C6-3CE7-2041-98FA-CDA4548CA9EC}"/>
                </a:ext>
              </a:extLst>
            </p:cNvPr>
            <p:cNvGrpSpPr>
              <a:grpSpLocks/>
            </p:cNvGrpSpPr>
            <p:nvPr/>
          </p:nvGrpSpPr>
          <p:grpSpPr bwMode="auto">
            <a:xfrm>
              <a:off x="5119678" y="4119105"/>
              <a:ext cx="528442" cy="338554"/>
              <a:chOff x="5634518" y="2652249"/>
              <a:chExt cx="528092" cy="338174"/>
            </a:xfrm>
          </p:grpSpPr>
          <p:sp>
            <p:nvSpPr>
              <p:cNvPr id="323" name="Oval 521">
                <a:extLst>
                  <a:ext uri="{FF2B5EF4-FFF2-40B4-BE49-F238E27FC236}">
                    <a16:creationId xmlns:a16="http://schemas.microsoft.com/office/drawing/2014/main" id="{8C2B1233-55C2-9047-95E3-7365B78CC21B}"/>
                  </a:ext>
                </a:extLst>
              </p:cNvPr>
              <p:cNvSpPr>
                <a:spLocks noChangeArrowheads="1"/>
              </p:cNvSpPr>
              <p:nvPr/>
            </p:nvSpPr>
            <p:spPr bwMode="auto">
              <a:xfrm>
                <a:off x="5634518" y="2672371"/>
                <a:ext cx="528092" cy="304800"/>
              </a:xfrm>
              <a:prstGeom prst="ellipse">
                <a:avLst/>
              </a:prstGeom>
              <a:solidFill>
                <a:srgbClr val="0000FF"/>
              </a:solidFill>
              <a:ln w="9525">
                <a:solidFill>
                  <a:schemeClr val="tx1"/>
                </a:solid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4" name="TextBox 522">
                <a:extLst>
                  <a:ext uri="{FF2B5EF4-FFF2-40B4-BE49-F238E27FC236}">
                    <a16:creationId xmlns:a16="http://schemas.microsoft.com/office/drawing/2014/main" id="{A334D512-2736-F84E-A319-19B29AF83D0F}"/>
                  </a:ext>
                </a:extLst>
              </p:cNvPr>
              <p:cNvSpPr txBox="1">
                <a:spLocks noChangeArrowheads="1"/>
              </p:cNvSpPr>
              <p:nvPr/>
            </p:nvSpPr>
            <p:spPr bwMode="auto">
              <a:xfrm>
                <a:off x="5685246" y="2652249"/>
                <a:ext cx="447262" cy="33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white"/>
                    </a:solidFill>
                    <a:effectLst/>
                    <a:uLnTx/>
                    <a:uFillTx/>
                    <a:latin typeface="Calibri" panose="020F0502020204030204"/>
                    <a:ea typeface="ＭＳ Ｐゴシック" panose="020B0600070205080204" pitchFamily="34" charset="-128"/>
                    <a:cs typeface="+mn-cs"/>
                  </a:rPr>
                  <a:t>IXP</a:t>
                </a:r>
              </a:p>
            </p:txBody>
          </p:sp>
        </p:grpSp>
        <p:grpSp>
          <p:nvGrpSpPr>
            <p:cNvPr id="867" name="Group 866">
              <a:extLst>
                <a:ext uri="{FF2B5EF4-FFF2-40B4-BE49-F238E27FC236}">
                  <a16:creationId xmlns:a16="http://schemas.microsoft.com/office/drawing/2014/main" id="{58E5558D-3D33-544A-9618-E00C8D6923C7}"/>
                </a:ext>
              </a:extLst>
            </p:cNvPr>
            <p:cNvGrpSpPr/>
            <p:nvPr/>
          </p:nvGrpSpPr>
          <p:grpSpPr>
            <a:xfrm>
              <a:off x="6244846" y="4607015"/>
              <a:ext cx="541338" cy="223023"/>
              <a:chOff x="7493876" y="2774731"/>
              <a:chExt cx="1481958" cy="894622"/>
            </a:xfrm>
          </p:grpSpPr>
          <p:sp>
            <p:nvSpPr>
              <p:cNvPr id="940" name="Freeform 939">
                <a:extLst>
                  <a:ext uri="{FF2B5EF4-FFF2-40B4-BE49-F238E27FC236}">
                    <a16:creationId xmlns:a16="http://schemas.microsoft.com/office/drawing/2014/main" id="{CE49F0E8-4CAB-264C-AC25-083099BD35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41" name="Oval 940">
                <a:extLst>
                  <a:ext uri="{FF2B5EF4-FFF2-40B4-BE49-F238E27FC236}">
                    <a16:creationId xmlns:a16="http://schemas.microsoft.com/office/drawing/2014/main" id="{FDB92030-8F0D-8048-BA6F-8E94CCC52E4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42" name="Group 941">
                <a:extLst>
                  <a:ext uri="{FF2B5EF4-FFF2-40B4-BE49-F238E27FC236}">
                    <a16:creationId xmlns:a16="http://schemas.microsoft.com/office/drawing/2014/main" id="{E584775B-EF39-E641-9296-62D0E98EBD1F}"/>
                  </a:ext>
                </a:extLst>
              </p:cNvPr>
              <p:cNvGrpSpPr/>
              <p:nvPr/>
            </p:nvGrpSpPr>
            <p:grpSpPr>
              <a:xfrm>
                <a:off x="7713663" y="2848339"/>
                <a:ext cx="1042107" cy="425543"/>
                <a:chOff x="7786941" y="2884917"/>
                <a:chExt cx="897649" cy="353919"/>
              </a:xfrm>
            </p:grpSpPr>
            <p:sp>
              <p:nvSpPr>
                <p:cNvPr id="943" name="Freeform 942">
                  <a:extLst>
                    <a:ext uri="{FF2B5EF4-FFF2-40B4-BE49-F238E27FC236}">
                      <a16:creationId xmlns:a16="http://schemas.microsoft.com/office/drawing/2014/main" id="{5FDEF6E3-E3EE-6C46-9470-4C6034153E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4" name="Freeform 943">
                  <a:extLst>
                    <a:ext uri="{FF2B5EF4-FFF2-40B4-BE49-F238E27FC236}">
                      <a16:creationId xmlns:a16="http://schemas.microsoft.com/office/drawing/2014/main" id="{F09DCEA1-EA74-5942-A863-43EE3356891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5" name="Freeform 944">
                  <a:extLst>
                    <a:ext uri="{FF2B5EF4-FFF2-40B4-BE49-F238E27FC236}">
                      <a16:creationId xmlns:a16="http://schemas.microsoft.com/office/drawing/2014/main" id="{7E4A31FF-3937-8145-99B6-C539859E71D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6" name="Freeform 945">
                  <a:extLst>
                    <a:ext uri="{FF2B5EF4-FFF2-40B4-BE49-F238E27FC236}">
                      <a16:creationId xmlns:a16="http://schemas.microsoft.com/office/drawing/2014/main" id="{AE42ABD3-20A1-3A47-A5A0-6B9BD70524B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19" name="Group 818">
              <a:extLst>
                <a:ext uri="{FF2B5EF4-FFF2-40B4-BE49-F238E27FC236}">
                  <a16:creationId xmlns:a16="http://schemas.microsoft.com/office/drawing/2014/main" id="{BC079EE2-B5B9-1946-83CA-FB5D7C12BB3C}"/>
                </a:ext>
              </a:extLst>
            </p:cNvPr>
            <p:cNvGrpSpPr/>
            <p:nvPr/>
          </p:nvGrpSpPr>
          <p:grpSpPr>
            <a:xfrm>
              <a:off x="3355534" y="3674009"/>
              <a:ext cx="541338" cy="223023"/>
              <a:chOff x="7493876" y="2774731"/>
              <a:chExt cx="1481958" cy="894622"/>
            </a:xfrm>
          </p:grpSpPr>
          <p:sp>
            <p:nvSpPr>
              <p:cNvPr id="1010" name="Freeform 1009">
                <a:extLst>
                  <a:ext uri="{FF2B5EF4-FFF2-40B4-BE49-F238E27FC236}">
                    <a16:creationId xmlns:a16="http://schemas.microsoft.com/office/drawing/2014/main" id="{92DD86F6-73AF-224B-B049-218E0EE4D53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1011" name="Oval 1010">
                <a:extLst>
                  <a:ext uri="{FF2B5EF4-FFF2-40B4-BE49-F238E27FC236}">
                    <a16:creationId xmlns:a16="http://schemas.microsoft.com/office/drawing/2014/main" id="{620B6D4B-4DE6-3F40-A4F5-C34D0B6BA0E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1012" name="Group 1011">
                <a:extLst>
                  <a:ext uri="{FF2B5EF4-FFF2-40B4-BE49-F238E27FC236}">
                    <a16:creationId xmlns:a16="http://schemas.microsoft.com/office/drawing/2014/main" id="{79E8750B-383B-4641-8E1B-82CF46F5FE0C}"/>
                  </a:ext>
                </a:extLst>
              </p:cNvPr>
              <p:cNvGrpSpPr/>
              <p:nvPr/>
            </p:nvGrpSpPr>
            <p:grpSpPr>
              <a:xfrm>
                <a:off x="7713663" y="2848339"/>
                <a:ext cx="1042107" cy="425543"/>
                <a:chOff x="7786941" y="2884917"/>
                <a:chExt cx="897649" cy="353919"/>
              </a:xfrm>
            </p:grpSpPr>
            <p:sp>
              <p:nvSpPr>
                <p:cNvPr id="1013" name="Freeform 1012">
                  <a:extLst>
                    <a:ext uri="{FF2B5EF4-FFF2-40B4-BE49-F238E27FC236}">
                      <a16:creationId xmlns:a16="http://schemas.microsoft.com/office/drawing/2014/main" id="{1A6B8441-BBF6-4A40-BA5C-5AA0E5DC708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4" name="Freeform 1013">
                  <a:extLst>
                    <a:ext uri="{FF2B5EF4-FFF2-40B4-BE49-F238E27FC236}">
                      <a16:creationId xmlns:a16="http://schemas.microsoft.com/office/drawing/2014/main" id="{30818833-5C97-7548-9F55-3C0175E588E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5" name="Freeform 1014">
                  <a:extLst>
                    <a:ext uri="{FF2B5EF4-FFF2-40B4-BE49-F238E27FC236}">
                      <a16:creationId xmlns:a16="http://schemas.microsoft.com/office/drawing/2014/main" id="{9E3C655D-3A7D-E14F-A7F2-F9D4BE59CFE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6" name="Freeform 1015">
                  <a:extLst>
                    <a:ext uri="{FF2B5EF4-FFF2-40B4-BE49-F238E27FC236}">
                      <a16:creationId xmlns:a16="http://schemas.microsoft.com/office/drawing/2014/main" id="{4F322FCA-51A6-1E49-B553-D74D173229A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325" name="Straight Connector 500">
              <a:extLst>
                <a:ext uri="{FF2B5EF4-FFF2-40B4-BE49-F238E27FC236}">
                  <a16:creationId xmlns:a16="http://schemas.microsoft.com/office/drawing/2014/main" id="{EF8338AF-209E-814B-90EA-03D0FD1B42CD}"/>
                </a:ext>
              </a:extLst>
            </p:cNvPr>
            <p:cNvCxnSpPr>
              <a:cxnSpLocks noChangeShapeType="1"/>
            </p:cNvCxnSpPr>
            <p:nvPr/>
          </p:nvCxnSpPr>
          <p:spPr bwMode="auto">
            <a:xfrm>
              <a:off x="2622407" y="3016153"/>
              <a:ext cx="38100" cy="309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6" name="Straight Connector 501">
              <a:extLst>
                <a:ext uri="{FF2B5EF4-FFF2-40B4-BE49-F238E27FC236}">
                  <a16:creationId xmlns:a16="http://schemas.microsoft.com/office/drawing/2014/main" id="{A4EF59C7-39D5-A64B-9E1B-7D8DD234CDB9}"/>
                </a:ext>
              </a:extLst>
            </p:cNvPr>
            <p:cNvCxnSpPr>
              <a:cxnSpLocks noChangeShapeType="1"/>
            </p:cNvCxnSpPr>
            <p:nvPr/>
          </p:nvCxnSpPr>
          <p:spPr bwMode="auto">
            <a:xfrm>
              <a:off x="2401745" y="3297141"/>
              <a:ext cx="123825" cy="212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7" name="Straight Connector 514">
              <a:extLst>
                <a:ext uri="{FF2B5EF4-FFF2-40B4-BE49-F238E27FC236}">
                  <a16:creationId xmlns:a16="http://schemas.microsoft.com/office/drawing/2014/main" id="{9AB43EDB-FC7A-3149-8AC7-F57E5F976FFB}"/>
                </a:ext>
              </a:extLst>
            </p:cNvPr>
            <p:cNvCxnSpPr>
              <a:cxnSpLocks noChangeShapeType="1"/>
            </p:cNvCxnSpPr>
            <p:nvPr/>
          </p:nvCxnSpPr>
          <p:spPr bwMode="auto">
            <a:xfrm flipV="1">
              <a:off x="2322370" y="4394103"/>
              <a:ext cx="203200" cy="7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29" name="Straight Connector 39941">
              <a:extLst>
                <a:ext uri="{FF2B5EF4-FFF2-40B4-BE49-F238E27FC236}">
                  <a16:creationId xmlns:a16="http://schemas.microsoft.com/office/drawing/2014/main" id="{CB780043-4D09-4C44-814E-EA66A3A23545}"/>
                </a:ext>
              </a:extLst>
            </p:cNvPr>
            <p:cNvCxnSpPr>
              <a:cxnSpLocks noChangeShapeType="1"/>
            </p:cNvCxnSpPr>
            <p:nvPr/>
          </p:nvCxnSpPr>
          <p:spPr bwMode="auto">
            <a:xfrm flipV="1">
              <a:off x="2851007" y="3849591"/>
              <a:ext cx="430213" cy="10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17" name="Group 153">
              <a:extLst>
                <a:ext uri="{FF2B5EF4-FFF2-40B4-BE49-F238E27FC236}">
                  <a16:creationId xmlns:a16="http://schemas.microsoft.com/office/drawing/2014/main" id="{D3F39309-4CCA-1346-A4B3-93C528C3A3F3}"/>
                </a:ext>
              </a:extLst>
            </p:cNvPr>
            <p:cNvGrpSpPr>
              <a:grpSpLocks/>
            </p:cNvGrpSpPr>
            <p:nvPr/>
          </p:nvGrpSpPr>
          <p:grpSpPr bwMode="auto">
            <a:xfrm>
              <a:off x="2219780" y="2716827"/>
              <a:ext cx="648509" cy="418221"/>
              <a:chOff x="3053396" y="4304255"/>
              <a:chExt cx="648422" cy="418253"/>
            </a:xfrm>
          </p:grpSpPr>
          <p:sp>
            <p:nvSpPr>
              <p:cNvPr id="45" name="Freeform 84">
                <a:extLst>
                  <a:ext uri="{FF2B5EF4-FFF2-40B4-BE49-F238E27FC236}">
                    <a16:creationId xmlns:a16="http://schemas.microsoft.com/office/drawing/2014/main" id="{07DE4F60-83A5-0341-A9C1-1548C4278E2E}"/>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Box 155">
                <a:extLst>
                  <a:ext uri="{FF2B5EF4-FFF2-40B4-BE49-F238E27FC236}">
                    <a16:creationId xmlns:a16="http://schemas.microsoft.com/office/drawing/2014/main" id="{661C5E06-AA77-3D42-A208-2104FCC9BB39}"/>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10" name="Group 131">
              <a:extLst>
                <a:ext uri="{FF2B5EF4-FFF2-40B4-BE49-F238E27FC236}">
                  <a16:creationId xmlns:a16="http://schemas.microsoft.com/office/drawing/2014/main" id="{15FE5D2D-CFDD-2545-AD30-9375E330E58E}"/>
                </a:ext>
              </a:extLst>
            </p:cNvPr>
            <p:cNvGrpSpPr>
              <a:grpSpLocks/>
            </p:cNvGrpSpPr>
            <p:nvPr/>
          </p:nvGrpSpPr>
          <p:grpSpPr bwMode="auto">
            <a:xfrm>
              <a:off x="1838728" y="3110496"/>
              <a:ext cx="648509" cy="418221"/>
              <a:chOff x="3053396" y="4304255"/>
              <a:chExt cx="648422" cy="418253"/>
            </a:xfrm>
          </p:grpSpPr>
          <p:sp>
            <p:nvSpPr>
              <p:cNvPr id="59" name="Freeform 84">
                <a:extLst>
                  <a:ext uri="{FF2B5EF4-FFF2-40B4-BE49-F238E27FC236}">
                    <a16:creationId xmlns:a16="http://schemas.microsoft.com/office/drawing/2014/main" id="{0C318F62-493F-244E-9A3D-74FDA424F01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Box 133">
                <a:extLst>
                  <a:ext uri="{FF2B5EF4-FFF2-40B4-BE49-F238E27FC236}">
                    <a16:creationId xmlns:a16="http://schemas.microsoft.com/office/drawing/2014/main" id="{45ED4CFD-305F-FD49-AB6C-BC96E8D76DD4}"/>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cxnSp>
          <p:nvCxnSpPr>
            <p:cNvPr id="330" name="Straight Connector 524">
              <a:extLst>
                <a:ext uri="{FF2B5EF4-FFF2-40B4-BE49-F238E27FC236}">
                  <a16:creationId xmlns:a16="http://schemas.microsoft.com/office/drawing/2014/main" id="{25B43DB6-52F3-DE4C-9BA6-B2A747C4C9A5}"/>
                </a:ext>
              </a:extLst>
            </p:cNvPr>
            <p:cNvCxnSpPr>
              <a:cxnSpLocks noChangeShapeType="1"/>
            </p:cNvCxnSpPr>
            <p:nvPr/>
          </p:nvCxnSpPr>
          <p:spPr bwMode="auto">
            <a:xfrm>
              <a:off x="2828782" y="4163916"/>
              <a:ext cx="533980" cy="2915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872" name="Group 871">
              <a:extLst>
                <a:ext uri="{FF2B5EF4-FFF2-40B4-BE49-F238E27FC236}">
                  <a16:creationId xmlns:a16="http://schemas.microsoft.com/office/drawing/2014/main" id="{A25E589D-842B-C047-A119-3D7A98414FB7}"/>
                </a:ext>
              </a:extLst>
            </p:cNvPr>
            <p:cNvGrpSpPr/>
            <p:nvPr/>
          </p:nvGrpSpPr>
          <p:grpSpPr>
            <a:xfrm>
              <a:off x="3292387" y="4376707"/>
              <a:ext cx="541338" cy="223023"/>
              <a:chOff x="7493876" y="2774731"/>
              <a:chExt cx="1481958" cy="894622"/>
            </a:xfrm>
          </p:grpSpPr>
          <p:sp>
            <p:nvSpPr>
              <p:cNvPr id="905" name="Freeform 904">
                <a:extLst>
                  <a:ext uri="{FF2B5EF4-FFF2-40B4-BE49-F238E27FC236}">
                    <a16:creationId xmlns:a16="http://schemas.microsoft.com/office/drawing/2014/main" id="{81EA2F3C-5A7E-8343-AB35-2ABC44A9D32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06" name="Oval 905">
                <a:extLst>
                  <a:ext uri="{FF2B5EF4-FFF2-40B4-BE49-F238E27FC236}">
                    <a16:creationId xmlns:a16="http://schemas.microsoft.com/office/drawing/2014/main" id="{5FDE10E8-50B3-BC4D-AC25-C68EBCF695D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07" name="Group 906">
                <a:extLst>
                  <a:ext uri="{FF2B5EF4-FFF2-40B4-BE49-F238E27FC236}">
                    <a16:creationId xmlns:a16="http://schemas.microsoft.com/office/drawing/2014/main" id="{0B8FD6CA-C921-9744-A760-55D802E5FF48}"/>
                  </a:ext>
                </a:extLst>
              </p:cNvPr>
              <p:cNvGrpSpPr/>
              <p:nvPr/>
            </p:nvGrpSpPr>
            <p:grpSpPr>
              <a:xfrm>
                <a:off x="7713663" y="2848339"/>
                <a:ext cx="1042107" cy="425543"/>
                <a:chOff x="7786941" y="2884917"/>
                <a:chExt cx="897649" cy="353919"/>
              </a:xfrm>
            </p:grpSpPr>
            <p:sp>
              <p:nvSpPr>
                <p:cNvPr id="908" name="Freeform 907">
                  <a:extLst>
                    <a:ext uri="{FF2B5EF4-FFF2-40B4-BE49-F238E27FC236}">
                      <a16:creationId xmlns:a16="http://schemas.microsoft.com/office/drawing/2014/main" id="{4807C980-FDBE-794F-AD74-6D2BF0D484E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9" name="Freeform 908">
                  <a:extLst>
                    <a:ext uri="{FF2B5EF4-FFF2-40B4-BE49-F238E27FC236}">
                      <a16:creationId xmlns:a16="http://schemas.microsoft.com/office/drawing/2014/main" id="{26F08AE6-E4B5-0D4B-815F-50BAD5E7146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0" name="Freeform 909">
                  <a:extLst>
                    <a:ext uri="{FF2B5EF4-FFF2-40B4-BE49-F238E27FC236}">
                      <a16:creationId xmlns:a16="http://schemas.microsoft.com/office/drawing/2014/main" id="{3314964C-B1A5-6944-90A3-2DB49456024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1" name="Freeform 910">
                  <a:extLst>
                    <a:ext uri="{FF2B5EF4-FFF2-40B4-BE49-F238E27FC236}">
                      <a16:creationId xmlns:a16="http://schemas.microsoft.com/office/drawing/2014/main" id="{52A2021F-EAC2-B84A-9171-8219D4BDC09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cxnSp>
          <p:nvCxnSpPr>
            <p:cNvPr id="349" name="Straight Connector 510">
              <a:extLst>
                <a:ext uri="{FF2B5EF4-FFF2-40B4-BE49-F238E27FC236}">
                  <a16:creationId xmlns:a16="http://schemas.microsoft.com/office/drawing/2014/main" id="{B29E275D-8845-6E40-A08F-12FF3311E17D}"/>
                </a:ext>
              </a:extLst>
            </p:cNvPr>
            <p:cNvCxnSpPr>
              <a:cxnSpLocks noChangeShapeType="1"/>
            </p:cNvCxnSpPr>
            <p:nvPr/>
          </p:nvCxnSpPr>
          <p:spPr bwMode="auto">
            <a:xfrm flipH="1" flipV="1">
              <a:off x="5179131" y="5171184"/>
              <a:ext cx="371475" cy="9731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0" name="Straight Connector 509">
              <a:extLst>
                <a:ext uri="{FF2B5EF4-FFF2-40B4-BE49-F238E27FC236}">
                  <a16:creationId xmlns:a16="http://schemas.microsoft.com/office/drawing/2014/main" id="{15E7E8CE-D231-0443-8237-9CDCCE543251}"/>
                </a:ext>
              </a:extLst>
            </p:cNvPr>
            <p:cNvCxnSpPr>
              <a:cxnSpLocks noChangeShapeType="1"/>
            </p:cNvCxnSpPr>
            <p:nvPr/>
          </p:nvCxnSpPr>
          <p:spPr bwMode="auto">
            <a:xfrm flipH="1" flipV="1">
              <a:off x="6157031" y="5810947"/>
              <a:ext cx="520700" cy="1698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351" name="Straight Connector 511">
              <a:extLst>
                <a:ext uri="{FF2B5EF4-FFF2-40B4-BE49-F238E27FC236}">
                  <a16:creationId xmlns:a16="http://schemas.microsoft.com/office/drawing/2014/main" id="{DDF17605-AB1A-CD4B-919C-6D6D051BCF04}"/>
                </a:ext>
              </a:extLst>
            </p:cNvPr>
            <p:cNvCxnSpPr>
              <a:cxnSpLocks noChangeShapeType="1"/>
            </p:cNvCxnSpPr>
            <p:nvPr/>
          </p:nvCxnSpPr>
          <p:spPr bwMode="auto">
            <a:xfrm flipV="1">
              <a:off x="4461581" y="5815709"/>
              <a:ext cx="306387" cy="165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24" name="Group 175">
              <a:extLst>
                <a:ext uri="{FF2B5EF4-FFF2-40B4-BE49-F238E27FC236}">
                  <a16:creationId xmlns:a16="http://schemas.microsoft.com/office/drawing/2014/main" id="{134DD520-7978-5747-B557-6216C572DFE6}"/>
                </a:ext>
              </a:extLst>
            </p:cNvPr>
            <p:cNvGrpSpPr>
              <a:grpSpLocks/>
            </p:cNvGrpSpPr>
            <p:nvPr/>
          </p:nvGrpSpPr>
          <p:grpSpPr bwMode="auto">
            <a:xfrm>
              <a:off x="4201247" y="5904281"/>
              <a:ext cx="648509" cy="418221"/>
              <a:chOff x="3053396" y="4304255"/>
              <a:chExt cx="648422" cy="418253"/>
            </a:xfrm>
          </p:grpSpPr>
          <p:sp>
            <p:nvSpPr>
              <p:cNvPr id="31" name="Freeform 84">
                <a:extLst>
                  <a:ext uri="{FF2B5EF4-FFF2-40B4-BE49-F238E27FC236}">
                    <a16:creationId xmlns:a16="http://schemas.microsoft.com/office/drawing/2014/main" id="{C577F5FD-5D66-CF43-8149-2A5429C8940A}"/>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Box 177">
                <a:extLst>
                  <a:ext uri="{FF2B5EF4-FFF2-40B4-BE49-F238E27FC236}">
                    <a16:creationId xmlns:a16="http://schemas.microsoft.com/office/drawing/2014/main" id="{AA8FB1A9-24AA-6944-82EC-BE9D926267BD}"/>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3" name="Group 172">
              <a:extLst>
                <a:ext uri="{FF2B5EF4-FFF2-40B4-BE49-F238E27FC236}">
                  <a16:creationId xmlns:a16="http://schemas.microsoft.com/office/drawing/2014/main" id="{7C2A35D0-56CA-3641-A6F1-6B3B15ECC563}"/>
                </a:ext>
              </a:extLst>
            </p:cNvPr>
            <p:cNvGrpSpPr>
              <a:grpSpLocks/>
            </p:cNvGrpSpPr>
            <p:nvPr/>
          </p:nvGrpSpPr>
          <p:grpSpPr bwMode="auto">
            <a:xfrm>
              <a:off x="5420611" y="6056669"/>
              <a:ext cx="648509" cy="418221"/>
              <a:chOff x="3053396" y="4304255"/>
              <a:chExt cx="648422" cy="418253"/>
            </a:xfrm>
          </p:grpSpPr>
          <p:sp>
            <p:nvSpPr>
              <p:cNvPr id="33" name="Freeform 84">
                <a:extLst>
                  <a:ext uri="{FF2B5EF4-FFF2-40B4-BE49-F238E27FC236}">
                    <a16:creationId xmlns:a16="http://schemas.microsoft.com/office/drawing/2014/main" id="{8AAD2739-378D-9246-AF78-87DAEF7F2F23}"/>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Box 174">
                <a:extLst>
                  <a:ext uri="{FF2B5EF4-FFF2-40B4-BE49-F238E27FC236}">
                    <a16:creationId xmlns:a16="http://schemas.microsoft.com/office/drawing/2014/main" id="{E7F13F8B-3A00-D34F-9D41-965BF84584A7}"/>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22" name="Group 169">
              <a:extLst>
                <a:ext uri="{FF2B5EF4-FFF2-40B4-BE49-F238E27FC236}">
                  <a16:creationId xmlns:a16="http://schemas.microsoft.com/office/drawing/2014/main" id="{188C2074-F159-A84A-BA68-5AB5304751BC}"/>
                </a:ext>
              </a:extLst>
            </p:cNvPr>
            <p:cNvGrpSpPr>
              <a:grpSpLocks/>
            </p:cNvGrpSpPr>
            <p:nvPr/>
          </p:nvGrpSpPr>
          <p:grpSpPr bwMode="auto">
            <a:xfrm>
              <a:off x="6335134" y="5916980"/>
              <a:ext cx="648509" cy="418221"/>
              <a:chOff x="3053396" y="4304255"/>
              <a:chExt cx="648422" cy="418253"/>
            </a:xfrm>
          </p:grpSpPr>
          <p:sp>
            <p:nvSpPr>
              <p:cNvPr id="35" name="Freeform 84">
                <a:extLst>
                  <a:ext uri="{FF2B5EF4-FFF2-40B4-BE49-F238E27FC236}">
                    <a16:creationId xmlns:a16="http://schemas.microsoft.com/office/drawing/2014/main" id="{BDC6D0EF-413A-9E4D-9647-D0D2FE4442C0}"/>
                  </a:ext>
                </a:extLst>
              </p:cNvPr>
              <p:cNvSpPr>
                <a:spLocks/>
              </p:cNvSpPr>
              <p:nvPr/>
            </p:nvSpPr>
            <p:spPr bwMode="auto">
              <a:xfrm>
                <a:off x="3053396" y="4304255"/>
                <a:ext cx="596988" cy="41825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Box 171">
                <a:extLst>
                  <a:ext uri="{FF2B5EF4-FFF2-40B4-BE49-F238E27FC236}">
                    <a16:creationId xmlns:a16="http://schemas.microsoft.com/office/drawing/2014/main" id="{FE5336A0-2A38-3C4B-B598-A66CCCFD5709}"/>
                  </a:ext>
                </a:extLst>
              </p:cNvPr>
              <p:cNvSpPr txBox="1">
                <a:spLocks noChangeArrowheads="1"/>
              </p:cNvSpPr>
              <p:nvPr/>
            </p:nvSpPr>
            <p:spPr bwMode="auto">
              <a:xfrm>
                <a:off x="3118029" y="4323258"/>
                <a:ext cx="583789" cy="35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access</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net</a:t>
                </a:r>
              </a:p>
            </p:txBody>
          </p:sp>
        </p:grpSp>
        <p:grpSp>
          <p:nvGrpSpPr>
            <p:cNvPr id="870" name="Group 869">
              <a:extLst>
                <a:ext uri="{FF2B5EF4-FFF2-40B4-BE49-F238E27FC236}">
                  <a16:creationId xmlns:a16="http://schemas.microsoft.com/office/drawing/2014/main" id="{2201EDA2-F87D-BF47-BEA0-21B0A24F495A}"/>
                </a:ext>
              </a:extLst>
            </p:cNvPr>
            <p:cNvGrpSpPr/>
            <p:nvPr/>
          </p:nvGrpSpPr>
          <p:grpSpPr>
            <a:xfrm>
              <a:off x="4812419" y="5011641"/>
              <a:ext cx="541338" cy="223023"/>
              <a:chOff x="7493876" y="2774731"/>
              <a:chExt cx="1481958" cy="894622"/>
            </a:xfrm>
          </p:grpSpPr>
          <p:sp>
            <p:nvSpPr>
              <p:cNvPr id="919" name="Freeform 918">
                <a:extLst>
                  <a:ext uri="{FF2B5EF4-FFF2-40B4-BE49-F238E27FC236}">
                    <a16:creationId xmlns:a16="http://schemas.microsoft.com/office/drawing/2014/main" id="{7BACFFDC-142B-174A-BFED-E6176627DB8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20" name="Oval 919">
                <a:extLst>
                  <a:ext uri="{FF2B5EF4-FFF2-40B4-BE49-F238E27FC236}">
                    <a16:creationId xmlns:a16="http://schemas.microsoft.com/office/drawing/2014/main" id="{6B0BD693-1861-1344-9C54-9555107E799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21" name="Group 920">
                <a:extLst>
                  <a:ext uri="{FF2B5EF4-FFF2-40B4-BE49-F238E27FC236}">
                    <a16:creationId xmlns:a16="http://schemas.microsoft.com/office/drawing/2014/main" id="{0019A1FA-0729-AB44-ACE4-09350E33F468}"/>
                  </a:ext>
                </a:extLst>
              </p:cNvPr>
              <p:cNvGrpSpPr/>
              <p:nvPr/>
            </p:nvGrpSpPr>
            <p:grpSpPr>
              <a:xfrm>
                <a:off x="7713663" y="2848339"/>
                <a:ext cx="1042107" cy="425543"/>
                <a:chOff x="7786941" y="2884917"/>
                <a:chExt cx="897649" cy="353919"/>
              </a:xfrm>
            </p:grpSpPr>
            <p:sp>
              <p:nvSpPr>
                <p:cNvPr id="922" name="Freeform 921">
                  <a:extLst>
                    <a:ext uri="{FF2B5EF4-FFF2-40B4-BE49-F238E27FC236}">
                      <a16:creationId xmlns:a16="http://schemas.microsoft.com/office/drawing/2014/main" id="{FA1FC1ED-CBBF-5F44-A7FA-778F742FE76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3" name="Freeform 922">
                  <a:extLst>
                    <a:ext uri="{FF2B5EF4-FFF2-40B4-BE49-F238E27FC236}">
                      <a16:creationId xmlns:a16="http://schemas.microsoft.com/office/drawing/2014/main" id="{6C0ECFD1-933A-B74E-BFEE-72B00BC4C3A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4" name="Freeform 923">
                  <a:extLst>
                    <a:ext uri="{FF2B5EF4-FFF2-40B4-BE49-F238E27FC236}">
                      <a16:creationId xmlns:a16="http://schemas.microsoft.com/office/drawing/2014/main" id="{FF559D91-8CE3-6E40-B135-CC54DC6069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5" name="Freeform 924">
                  <a:extLst>
                    <a:ext uri="{FF2B5EF4-FFF2-40B4-BE49-F238E27FC236}">
                      <a16:creationId xmlns:a16="http://schemas.microsoft.com/office/drawing/2014/main" id="{4747411F-F0D6-A548-A80F-4ED08DE503B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65" name="Group 264">
              <a:extLst>
                <a:ext uri="{FF2B5EF4-FFF2-40B4-BE49-F238E27FC236}">
                  <a16:creationId xmlns:a16="http://schemas.microsoft.com/office/drawing/2014/main" id="{A34C3F37-2EC8-8C40-A875-EED0086B4874}"/>
                </a:ext>
              </a:extLst>
            </p:cNvPr>
            <p:cNvGrpSpPr/>
            <p:nvPr/>
          </p:nvGrpSpPr>
          <p:grpSpPr>
            <a:xfrm>
              <a:off x="2327476" y="2457440"/>
              <a:ext cx="6634561" cy="3478542"/>
              <a:chOff x="2327476" y="2457440"/>
              <a:chExt cx="6634561" cy="3478542"/>
            </a:xfrm>
          </p:grpSpPr>
          <p:grpSp>
            <p:nvGrpSpPr>
              <p:cNvPr id="5" name="Group 4">
                <a:extLst>
                  <a:ext uri="{FF2B5EF4-FFF2-40B4-BE49-F238E27FC236}">
                    <a16:creationId xmlns:a16="http://schemas.microsoft.com/office/drawing/2014/main" id="{E69BF921-3AC7-1044-A538-669A3FC8CEA7}"/>
                  </a:ext>
                </a:extLst>
              </p:cNvPr>
              <p:cNvGrpSpPr/>
              <p:nvPr/>
            </p:nvGrpSpPr>
            <p:grpSpPr>
              <a:xfrm>
                <a:off x="2327476" y="3624662"/>
                <a:ext cx="6096000" cy="854451"/>
                <a:chOff x="801712" y="6401642"/>
                <a:chExt cx="6096000" cy="854451"/>
              </a:xfrm>
            </p:grpSpPr>
            <p:sp>
              <p:nvSpPr>
                <p:cNvPr id="331" name="Oval 11">
                  <a:extLst>
                    <a:ext uri="{FF2B5EF4-FFF2-40B4-BE49-F238E27FC236}">
                      <a16:creationId xmlns:a16="http://schemas.microsoft.com/office/drawing/2014/main" id="{E061FF7A-2BDA-1049-851F-9E7040663A3D}"/>
                    </a:ext>
                  </a:extLst>
                </p:cNvPr>
                <p:cNvSpPr>
                  <a:spLocks noChangeArrowheads="1"/>
                </p:cNvSpPr>
                <p:nvPr/>
              </p:nvSpPr>
              <p:spPr bwMode="auto">
                <a:xfrm>
                  <a:off x="801712" y="6526683"/>
                  <a:ext cx="6096000" cy="729410"/>
                </a:xfrm>
                <a:prstGeom prst="ellipse">
                  <a:avLst/>
                </a:prstGeom>
                <a:solidFill>
                  <a:srgbClr val="FF6600">
                    <a:alpha val="70195"/>
                  </a:srgbClr>
                </a:solidFill>
                <a:ln w="9525">
                  <a:noFill/>
                  <a:round/>
                  <a:headEnd/>
                  <a:tailEnd/>
                </a:ln>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     </a:t>
                  </a:r>
                </a:p>
              </p:txBody>
            </p:sp>
            <p:grpSp>
              <p:nvGrpSpPr>
                <p:cNvPr id="3" name="Group 2">
                  <a:extLst>
                    <a:ext uri="{FF2B5EF4-FFF2-40B4-BE49-F238E27FC236}">
                      <a16:creationId xmlns:a16="http://schemas.microsoft.com/office/drawing/2014/main" id="{3E4BB923-EBFA-A347-B72C-B0E3A24930E5}"/>
                    </a:ext>
                  </a:extLst>
                </p:cNvPr>
                <p:cNvGrpSpPr/>
                <p:nvPr/>
              </p:nvGrpSpPr>
              <p:grpSpPr>
                <a:xfrm>
                  <a:off x="1602338" y="6401642"/>
                  <a:ext cx="666346" cy="673100"/>
                  <a:chOff x="940359" y="5691959"/>
                  <a:chExt cx="692498" cy="672474"/>
                </a:xfrm>
              </p:grpSpPr>
              <p:grpSp>
                <p:nvGrpSpPr>
                  <p:cNvPr id="851" name="Group 850">
                    <a:extLst>
                      <a:ext uri="{FF2B5EF4-FFF2-40B4-BE49-F238E27FC236}">
                        <a16:creationId xmlns:a16="http://schemas.microsoft.com/office/drawing/2014/main" id="{6E1EA9A4-B18A-EC46-ACB4-D4E9BD73A9BF}"/>
                      </a:ext>
                    </a:extLst>
                  </p:cNvPr>
                  <p:cNvGrpSpPr/>
                  <p:nvPr/>
                </p:nvGrpSpPr>
                <p:grpSpPr>
                  <a:xfrm>
                    <a:off x="940359" y="5691959"/>
                    <a:ext cx="594613" cy="648336"/>
                    <a:chOff x="5203089" y="1751190"/>
                    <a:chExt cx="858331" cy="662414"/>
                  </a:xfrm>
                </p:grpSpPr>
                <p:sp>
                  <p:nvSpPr>
                    <p:cNvPr id="852" name="Freeform 851">
                      <a:extLst>
                        <a:ext uri="{FF2B5EF4-FFF2-40B4-BE49-F238E27FC236}">
                          <a16:creationId xmlns:a16="http://schemas.microsoft.com/office/drawing/2014/main" id="{54D758E7-C24C-0946-82F2-A3E32F9840BD}"/>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3" name="Freeform 852">
                      <a:extLst>
                        <a:ext uri="{FF2B5EF4-FFF2-40B4-BE49-F238E27FC236}">
                          <a16:creationId xmlns:a16="http://schemas.microsoft.com/office/drawing/2014/main" id="{A2C8E2EA-C03E-3D40-9309-9A26DB88F7B1}"/>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56" name="Straight Connector 855">
                      <a:extLst>
                        <a:ext uri="{FF2B5EF4-FFF2-40B4-BE49-F238E27FC236}">
                          <a16:creationId xmlns:a16="http://schemas.microsoft.com/office/drawing/2014/main" id="{7E114527-2240-094A-BD11-84E940566E63}"/>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45" name="Straight Connector 1044">
                      <a:extLst>
                        <a:ext uri="{FF2B5EF4-FFF2-40B4-BE49-F238E27FC236}">
                          <a16:creationId xmlns:a16="http://schemas.microsoft.com/office/drawing/2014/main" id="{1F999166-DE8A-994F-B120-EA761CA93CBF}"/>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46" name="Straight Connector 1045">
                      <a:extLst>
                        <a:ext uri="{FF2B5EF4-FFF2-40B4-BE49-F238E27FC236}">
                          <a16:creationId xmlns:a16="http://schemas.microsoft.com/office/drawing/2014/main" id="{6E30271F-9D0F-F741-8A9B-0C408294FF10}"/>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47" name="Straight Connector 1046">
                      <a:extLst>
                        <a:ext uri="{FF2B5EF4-FFF2-40B4-BE49-F238E27FC236}">
                          <a16:creationId xmlns:a16="http://schemas.microsoft.com/office/drawing/2014/main" id="{F330B512-4E42-1647-820B-211C35AA815C}"/>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48" name="Straight Connector 1047">
                      <a:extLst>
                        <a:ext uri="{FF2B5EF4-FFF2-40B4-BE49-F238E27FC236}">
                          <a16:creationId xmlns:a16="http://schemas.microsoft.com/office/drawing/2014/main" id="{BC0EC845-A3BA-0B4F-8261-1D784734BDA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049" name="Straight Connector 1048">
                      <a:extLst>
                        <a:ext uri="{FF2B5EF4-FFF2-40B4-BE49-F238E27FC236}">
                          <a16:creationId xmlns:a16="http://schemas.microsoft.com/office/drawing/2014/main" id="{1F88AE9A-DB5C-9244-B7C5-18B4779C4D80}"/>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845" name="Group 844">
                    <a:extLst>
                      <a:ext uri="{FF2B5EF4-FFF2-40B4-BE49-F238E27FC236}">
                        <a16:creationId xmlns:a16="http://schemas.microsoft.com/office/drawing/2014/main" id="{26D04249-9C1C-9C4E-819B-F0D40F827162}"/>
                      </a:ext>
                    </a:extLst>
                  </p:cNvPr>
                  <p:cNvGrpSpPr/>
                  <p:nvPr/>
                </p:nvGrpSpPr>
                <p:grpSpPr>
                  <a:xfrm>
                    <a:off x="940359" y="5691959"/>
                    <a:ext cx="692498" cy="672474"/>
                    <a:chOff x="10771171" y="3194171"/>
                    <a:chExt cx="692498" cy="672474"/>
                  </a:xfrm>
                </p:grpSpPr>
                <p:grpSp>
                  <p:nvGrpSpPr>
                    <p:cNvPr id="1050" name="Group 1049">
                      <a:extLst>
                        <a:ext uri="{FF2B5EF4-FFF2-40B4-BE49-F238E27FC236}">
                          <a16:creationId xmlns:a16="http://schemas.microsoft.com/office/drawing/2014/main" id="{C8E31B1B-A8BD-C348-9DBB-5A47113CE7A0}"/>
                        </a:ext>
                      </a:extLst>
                    </p:cNvPr>
                    <p:cNvGrpSpPr/>
                    <p:nvPr/>
                  </p:nvGrpSpPr>
                  <p:grpSpPr>
                    <a:xfrm>
                      <a:off x="10771171" y="3194171"/>
                      <a:ext cx="594613" cy="648336"/>
                      <a:chOff x="5203089" y="1751190"/>
                      <a:chExt cx="858331" cy="662414"/>
                    </a:xfrm>
                  </p:grpSpPr>
                  <p:sp>
                    <p:nvSpPr>
                      <p:cNvPr id="1055" name="Freeform 1054">
                        <a:extLst>
                          <a:ext uri="{FF2B5EF4-FFF2-40B4-BE49-F238E27FC236}">
                            <a16:creationId xmlns:a16="http://schemas.microsoft.com/office/drawing/2014/main" id="{0539E2C3-83D8-7842-9BA9-84128A56DB45}"/>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6" name="Freeform 1055">
                        <a:extLst>
                          <a:ext uri="{FF2B5EF4-FFF2-40B4-BE49-F238E27FC236}">
                            <a16:creationId xmlns:a16="http://schemas.microsoft.com/office/drawing/2014/main" id="{7F957A9C-F106-0C41-9CB4-AA3B37083F82}"/>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57" name="Straight Connector 1056">
                        <a:extLst>
                          <a:ext uri="{FF2B5EF4-FFF2-40B4-BE49-F238E27FC236}">
                            <a16:creationId xmlns:a16="http://schemas.microsoft.com/office/drawing/2014/main" id="{4D8AB269-9C7C-9F4F-BE37-8E69BF1C9ACD}"/>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58" name="Straight Connector 1057">
                        <a:extLst>
                          <a:ext uri="{FF2B5EF4-FFF2-40B4-BE49-F238E27FC236}">
                            <a16:creationId xmlns:a16="http://schemas.microsoft.com/office/drawing/2014/main" id="{8C9917B3-A4FD-A648-8288-AC661D555069}"/>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59" name="Straight Connector 1058">
                        <a:extLst>
                          <a:ext uri="{FF2B5EF4-FFF2-40B4-BE49-F238E27FC236}">
                            <a16:creationId xmlns:a16="http://schemas.microsoft.com/office/drawing/2014/main" id="{DA41B1EE-D206-C94C-A493-AE9411518D60}"/>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60" name="Straight Connector 1059">
                        <a:extLst>
                          <a:ext uri="{FF2B5EF4-FFF2-40B4-BE49-F238E27FC236}">
                            <a16:creationId xmlns:a16="http://schemas.microsoft.com/office/drawing/2014/main" id="{6CFB218F-3F64-4A40-B5C3-F9B089356395}"/>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61" name="Straight Connector 1060">
                        <a:extLst>
                          <a:ext uri="{FF2B5EF4-FFF2-40B4-BE49-F238E27FC236}">
                            <a16:creationId xmlns:a16="http://schemas.microsoft.com/office/drawing/2014/main" id="{B5889328-72DC-AC45-8A8D-611A9C172BF1}"/>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062" name="Straight Connector 1061">
                        <a:extLst>
                          <a:ext uri="{FF2B5EF4-FFF2-40B4-BE49-F238E27FC236}">
                            <a16:creationId xmlns:a16="http://schemas.microsoft.com/office/drawing/2014/main" id="{1DA0436A-6056-AC48-A373-770869324F67}"/>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1051" name="Group 1050">
                      <a:extLst>
                        <a:ext uri="{FF2B5EF4-FFF2-40B4-BE49-F238E27FC236}">
                          <a16:creationId xmlns:a16="http://schemas.microsoft.com/office/drawing/2014/main" id="{22A5A7B3-4B87-0A4B-AF9B-A2CEEF9C6A1E}"/>
                        </a:ext>
                      </a:extLst>
                    </p:cNvPr>
                    <p:cNvGrpSpPr/>
                    <p:nvPr/>
                  </p:nvGrpSpPr>
                  <p:grpSpPr>
                    <a:xfrm>
                      <a:off x="11158881" y="3460672"/>
                      <a:ext cx="304788" cy="405973"/>
                      <a:chOff x="5275406" y="2711455"/>
                      <a:chExt cx="452949" cy="405518"/>
                    </a:xfrm>
                  </p:grpSpPr>
                  <p:pic>
                    <p:nvPicPr>
                      <p:cNvPr id="1052" name="Picture 1051" descr="server_rack.png">
                        <a:extLst>
                          <a:ext uri="{FF2B5EF4-FFF2-40B4-BE49-F238E27FC236}">
                            <a16:creationId xmlns:a16="http://schemas.microsoft.com/office/drawing/2014/main" id="{16762D31-A312-9242-9140-75D9B2D49E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1053" name="Picture 1052" descr="server_rack.png">
                        <a:extLst>
                          <a:ext uri="{FF2B5EF4-FFF2-40B4-BE49-F238E27FC236}">
                            <a16:creationId xmlns:a16="http://schemas.microsoft.com/office/drawing/2014/main" id="{67C075EF-ABED-BE4F-80C8-E2E6902028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1054" name="Picture 1053" descr="server_rack.png">
                        <a:extLst>
                          <a:ext uri="{FF2B5EF4-FFF2-40B4-BE49-F238E27FC236}">
                            <a16:creationId xmlns:a16="http://schemas.microsoft.com/office/drawing/2014/main" id="{D6E8731F-56EE-6E43-979F-B938DC8338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1063" name="Group 1062">
                  <a:extLst>
                    <a:ext uri="{FF2B5EF4-FFF2-40B4-BE49-F238E27FC236}">
                      <a16:creationId xmlns:a16="http://schemas.microsoft.com/office/drawing/2014/main" id="{8DCC768B-82D0-1C4C-BB9C-D294741D09F8}"/>
                    </a:ext>
                  </a:extLst>
                </p:cNvPr>
                <p:cNvGrpSpPr/>
                <p:nvPr/>
              </p:nvGrpSpPr>
              <p:grpSpPr>
                <a:xfrm>
                  <a:off x="5694561" y="6441153"/>
                  <a:ext cx="666346" cy="673100"/>
                  <a:chOff x="940359" y="5691959"/>
                  <a:chExt cx="692498" cy="672474"/>
                </a:xfrm>
              </p:grpSpPr>
              <p:grpSp>
                <p:nvGrpSpPr>
                  <p:cNvPr id="1064" name="Group 1063">
                    <a:extLst>
                      <a:ext uri="{FF2B5EF4-FFF2-40B4-BE49-F238E27FC236}">
                        <a16:creationId xmlns:a16="http://schemas.microsoft.com/office/drawing/2014/main" id="{A646105A-003F-554A-88D4-5069F5E93FFC}"/>
                      </a:ext>
                    </a:extLst>
                  </p:cNvPr>
                  <p:cNvGrpSpPr/>
                  <p:nvPr/>
                </p:nvGrpSpPr>
                <p:grpSpPr>
                  <a:xfrm>
                    <a:off x="940359" y="5691959"/>
                    <a:ext cx="594613" cy="648336"/>
                    <a:chOff x="5203089" y="1751190"/>
                    <a:chExt cx="858331" cy="662414"/>
                  </a:xfrm>
                </p:grpSpPr>
                <p:sp>
                  <p:nvSpPr>
                    <p:cNvPr id="1079" name="Freeform 1078">
                      <a:extLst>
                        <a:ext uri="{FF2B5EF4-FFF2-40B4-BE49-F238E27FC236}">
                          <a16:creationId xmlns:a16="http://schemas.microsoft.com/office/drawing/2014/main" id="{783869E3-485B-9047-AFC5-CF97F1DDB50A}"/>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80" name="Freeform 1079">
                      <a:extLst>
                        <a:ext uri="{FF2B5EF4-FFF2-40B4-BE49-F238E27FC236}">
                          <a16:creationId xmlns:a16="http://schemas.microsoft.com/office/drawing/2014/main" id="{8E65AB09-DDF1-6A4D-ABA3-56FB2D4CED46}"/>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81" name="Straight Connector 1080">
                      <a:extLst>
                        <a:ext uri="{FF2B5EF4-FFF2-40B4-BE49-F238E27FC236}">
                          <a16:creationId xmlns:a16="http://schemas.microsoft.com/office/drawing/2014/main" id="{618AEF39-9C64-824D-9165-FA33924AE8F3}"/>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82" name="Straight Connector 1081">
                      <a:extLst>
                        <a:ext uri="{FF2B5EF4-FFF2-40B4-BE49-F238E27FC236}">
                          <a16:creationId xmlns:a16="http://schemas.microsoft.com/office/drawing/2014/main" id="{486CF28E-1757-1E4F-B50E-13175345D4DD}"/>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83" name="Straight Connector 1082">
                      <a:extLst>
                        <a:ext uri="{FF2B5EF4-FFF2-40B4-BE49-F238E27FC236}">
                          <a16:creationId xmlns:a16="http://schemas.microsoft.com/office/drawing/2014/main" id="{47473366-77DC-214A-8A2B-F7D96315F602}"/>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84" name="Straight Connector 1083">
                      <a:extLst>
                        <a:ext uri="{FF2B5EF4-FFF2-40B4-BE49-F238E27FC236}">
                          <a16:creationId xmlns:a16="http://schemas.microsoft.com/office/drawing/2014/main" id="{2EF16BEC-FBF7-DF43-AC97-4B8743F8D68F}"/>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85" name="Straight Connector 1084">
                      <a:extLst>
                        <a:ext uri="{FF2B5EF4-FFF2-40B4-BE49-F238E27FC236}">
                          <a16:creationId xmlns:a16="http://schemas.microsoft.com/office/drawing/2014/main" id="{7BEB9537-B234-2A40-878F-D5DCB8935948}"/>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086" name="Straight Connector 1085">
                      <a:extLst>
                        <a:ext uri="{FF2B5EF4-FFF2-40B4-BE49-F238E27FC236}">
                          <a16:creationId xmlns:a16="http://schemas.microsoft.com/office/drawing/2014/main" id="{36D4353D-F1D8-A749-B8D7-DF1A75AAB163}"/>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1065" name="Group 1064">
                    <a:extLst>
                      <a:ext uri="{FF2B5EF4-FFF2-40B4-BE49-F238E27FC236}">
                        <a16:creationId xmlns:a16="http://schemas.microsoft.com/office/drawing/2014/main" id="{32BC0B46-E7F4-FB4D-8976-24D2F44EA1E4}"/>
                      </a:ext>
                    </a:extLst>
                  </p:cNvPr>
                  <p:cNvGrpSpPr/>
                  <p:nvPr/>
                </p:nvGrpSpPr>
                <p:grpSpPr>
                  <a:xfrm>
                    <a:off x="940359" y="5805209"/>
                    <a:ext cx="692498" cy="559224"/>
                    <a:chOff x="10771171" y="3307421"/>
                    <a:chExt cx="692498" cy="559224"/>
                  </a:xfrm>
                </p:grpSpPr>
                <p:grpSp>
                  <p:nvGrpSpPr>
                    <p:cNvPr id="1066" name="Group 1065">
                      <a:extLst>
                        <a:ext uri="{FF2B5EF4-FFF2-40B4-BE49-F238E27FC236}">
                          <a16:creationId xmlns:a16="http://schemas.microsoft.com/office/drawing/2014/main" id="{657EBA9E-3D02-3647-AD62-4C3FA03B1F87}"/>
                        </a:ext>
                      </a:extLst>
                    </p:cNvPr>
                    <p:cNvGrpSpPr/>
                    <p:nvPr/>
                  </p:nvGrpSpPr>
                  <p:grpSpPr>
                    <a:xfrm>
                      <a:off x="10771171" y="3307421"/>
                      <a:ext cx="517594" cy="535085"/>
                      <a:chOff x="5203089" y="1866900"/>
                      <a:chExt cx="747153" cy="546704"/>
                    </a:xfrm>
                  </p:grpSpPr>
                  <p:sp>
                    <p:nvSpPr>
                      <p:cNvPr id="1072" name="Freeform 1071">
                        <a:extLst>
                          <a:ext uri="{FF2B5EF4-FFF2-40B4-BE49-F238E27FC236}">
                            <a16:creationId xmlns:a16="http://schemas.microsoft.com/office/drawing/2014/main" id="{09130EB1-7474-B94D-BED7-85B261C5AF03}"/>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73" name="Straight Connector 1072">
                        <a:extLst>
                          <a:ext uri="{FF2B5EF4-FFF2-40B4-BE49-F238E27FC236}">
                            <a16:creationId xmlns:a16="http://schemas.microsoft.com/office/drawing/2014/main" id="{3616C51B-DFE6-5940-A968-19B2E26EC74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74" name="Straight Connector 1073">
                        <a:extLst>
                          <a:ext uri="{FF2B5EF4-FFF2-40B4-BE49-F238E27FC236}">
                            <a16:creationId xmlns:a16="http://schemas.microsoft.com/office/drawing/2014/main" id="{D2D1D346-55DA-2341-B60B-600E6324F60C}"/>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75" name="Straight Connector 1074">
                        <a:extLst>
                          <a:ext uri="{FF2B5EF4-FFF2-40B4-BE49-F238E27FC236}">
                            <a16:creationId xmlns:a16="http://schemas.microsoft.com/office/drawing/2014/main" id="{DE2B7475-7D9C-4E4B-9858-9B23378387DE}"/>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76" name="Straight Connector 1075">
                        <a:extLst>
                          <a:ext uri="{FF2B5EF4-FFF2-40B4-BE49-F238E27FC236}">
                            <a16:creationId xmlns:a16="http://schemas.microsoft.com/office/drawing/2014/main" id="{CF9C23E3-09BC-464F-9403-FB1898939AF1}"/>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077" name="Straight Connector 1076">
                        <a:extLst>
                          <a:ext uri="{FF2B5EF4-FFF2-40B4-BE49-F238E27FC236}">
                            <a16:creationId xmlns:a16="http://schemas.microsoft.com/office/drawing/2014/main" id="{243DD04E-CE53-C94D-A298-1FAAB17C3AA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078" name="Straight Connector 1077">
                        <a:extLst>
                          <a:ext uri="{FF2B5EF4-FFF2-40B4-BE49-F238E27FC236}">
                            <a16:creationId xmlns:a16="http://schemas.microsoft.com/office/drawing/2014/main" id="{F586A1A3-9061-B543-B946-AA09FEA1A153}"/>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1067" name="Group 1066">
                      <a:extLst>
                        <a:ext uri="{FF2B5EF4-FFF2-40B4-BE49-F238E27FC236}">
                          <a16:creationId xmlns:a16="http://schemas.microsoft.com/office/drawing/2014/main" id="{9D527F42-9829-EC42-BF85-93A8B940898B}"/>
                        </a:ext>
                      </a:extLst>
                    </p:cNvPr>
                    <p:cNvGrpSpPr/>
                    <p:nvPr/>
                  </p:nvGrpSpPr>
                  <p:grpSpPr>
                    <a:xfrm>
                      <a:off x="11158881" y="3460672"/>
                      <a:ext cx="304788" cy="405973"/>
                      <a:chOff x="5275406" y="2711455"/>
                      <a:chExt cx="452949" cy="405518"/>
                    </a:xfrm>
                  </p:grpSpPr>
                  <p:pic>
                    <p:nvPicPr>
                      <p:cNvPr id="1068" name="Picture 1067" descr="server_rack.png">
                        <a:extLst>
                          <a:ext uri="{FF2B5EF4-FFF2-40B4-BE49-F238E27FC236}">
                            <a16:creationId xmlns:a16="http://schemas.microsoft.com/office/drawing/2014/main" id="{3C057932-EAE6-6D42-9FEA-F2846B05C6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1069" name="Picture 1068" descr="server_rack.png">
                        <a:extLst>
                          <a:ext uri="{FF2B5EF4-FFF2-40B4-BE49-F238E27FC236}">
                            <a16:creationId xmlns:a16="http://schemas.microsoft.com/office/drawing/2014/main" id="{475029CE-1610-AE4E-880C-27AA1EAC9C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1070" name="Picture 1069" descr="server_rack.png">
                        <a:extLst>
                          <a:ext uri="{FF2B5EF4-FFF2-40B4-BE49-F238E27FC236}">
                            <a16:creationId xmlns:a16="http://schemas.microsoft.com/office/drawing/2014/main" id="{E9A6926E-A499-3B42-BC44-3E767FAE6D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sp>
              <p:nvSpPr>
                <p:cNvPr id="332" name="TextBox 13">
                  <a:extLst>
                    <a:ext uri="{FF2B5EF4-FFF2-40B4-BE49-F238E27FC236}">
                      <a16:creationId xmlns:a16="http://schemas.microsoft.com/office/drawing/2014/main" id="{67D6F307-0D89-0E48-8E5A-486474147B35}"/>
                    </a:ext>
                  </a:extLst>
                </p:cNvPr>
                <p:cNvSpPr txBox="1">
                  <a:spLocks noChangeArrowheads="1"/>
                </p:cNvSpPr>
                <p:nvPr/>
              </p:nvSpPr>
              <p:spPr bwMode="auto">
                <a:xfrm>
                  <a:off x="2130557" y="6622220"/>
                  <a:ext cx="33750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Content provider network</a:t>
                  </a:r>
                </a:p>
              </p:txBody>
            </p:sp>
          </p:grpSp>
          <p:cxnSp>
            <p:nvCxnSpPr>
              <p:cNvPr id="8" name="Straight Connector 7">
                <a:extLst>
                  <a:ext uri="{FF2B5EF4-FFF2-40B4-BE49-F238E27FC236}">
                    <a16:creationId xmlns:a16="http://schemas.microsoft.com/office/drawing/2014/main" id="{6FB78244-2878-4E4C-80D6-A3A83BFDA97F}"/>
                  </a:ext>
                </a:extLst>
              </p:cNvPr>
              <p:cNvCxnSpPr>
                <a:cxnSpLocks/>
              </p:cNvCxnSpPr>
              <p:nvPr/>
            </p:nvCxnSpPr>
            <p:spPr>
              <a:xfrm flipV="1">
                <a:off x="8373177" y="3325716"/>
                <a:ext cx="210562" cy="606179"/>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a:extLst>
                  <a:ext uri="{FF2B5EF4-FFF2-40B4-BE49-F238E27FC236}">
                    <a16:creationId xmlns:a16="http://schemas.microsoft.com/office/drawing/2014/main" id="{7794E541-D16E-B744-9F4E-F16CE4FFCEFA}"/>
                  </a:ext>
                </a:extLst>
              </p:cNvPr>
              <p:cNvCxnSpPr>
                <a:cxnSpLocks/>
                <a:stCxn id="331" idx="6"/>
              </p:cNvCxnSpPr>
              <p:nvPr/>
            </p:nvCxnSpPr>
            <p:spPr>
              <a:xfrm>
                <a:off x="8423476" y="4114408"/>
                <a:ext cx="538561" cy="236967"/>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a:extLst>
                  <a:ext uri="{FF2B5EF4-FFF2-40B4-BE49-F238E27FC236}">
                    <a16:creationId xmlns:a16="http://schemas.microsoft.com/office/drawing/2014/main" id="{9E6CEDD3-5237-7F47-A50C-C928A310E25B}"/>
                  </a:ext>
                </a:extLst>
              </p:cNvPr>
              <p:cNvCxnSpPr>
                <a:cxnSpLocks/>
              </p:cNvCxnSpPr>
              <p:nvPr/>
            </p:nvCxnSpPr>
            <p:spPr>
              <a:xfrm flipH="1" flipV="1">
                <a:off x="7981407" y="2971505"/>
                <a:ext cx="180081" cy="928886"/>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9" name="Straight Connector 1088">
                <a:extLst>
                  <a:ext uri="{FF2B5EF4-FFF2-40B4-BE49-F238E27FC236}">
                    <a16:creationId xmlns:a16="http://schemas.microsoft.com/office/drawing/2014/main" id="{352AE841-C732-7B4B-BAB0-28479A2CEC7E}"/>
                  </a:ext>
                </a:extLst>
              </p:cNvPr>
              <p:cNvCxnSpPr>
                <a:cxnSpLocks/>
              </p:cNvCxnSpPr>
              <p:nvPr/>
            </p:nvCxnSpPr>
            <p:spPr>
              <a:xfrm flipV="1">
                <a:off x="6000693" y="2457440"/>
                <a:ext cx="3285" cy="1256298"/>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0" name="Straight Connector 1089">
                <a:extLst>
                  <a:ext uri="{FF2B5EF4-FFF2-40B4-BE49-F238E27FC236}">
                    <a16:creationId xmlns:a16="http://schemas.microsoft.com/office/drawing/2014/main" id="{A37BFDB9-13B5-0B44-9BCC-DA10C6BC25B8}"/>
                  </a:ext>
                </a:extLst>
              </p:cNvPr>
              <p:cNvCxnSpPr>
                <a:cxnSpLocks/>
              </p:cNvCxnSpPr>
              <p:nvPr/>
            </p:nvCxnSpPr>
            <p:spPr>
              <a:xfrm flipH="1" flipV="1">
                <a:off x="3490770" y="2709766"/>
                <a:ext cx="350837" cy="1056148"/>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1" name="Straight Connector 1090">
                <a:extLst>
                  <a:ext uri="{FF2B5EF4-FFF2-40B4-BE49-F238E27FC236}">
                    <a16:creationId xmlns:a16="http://schemas.microsoft.com/office/drawing/2014/main" id="{00D40D05-9869-B142-A822-0D241B01659A}"/>
                  </a:ext>
                </a:extLst>
              </p:cNvPr>
              <p:cNvCxnSpPr>
                <a:cxnSpLocks/>
              </p:cNvCxnSpPr>
              <p:nvPr/>
            </p:nvCxnSpPr>
            <p:spPr>
              <a:xfrm flipH="1" flipV="1">
                <a:off x="2733590" y="3084939"/>
                <a:ext cx="184530" cy="786742"/>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2" name="Straight Connector 1091">
                <a:extLst>
                  <a:ext uri="{FF2B5EF4-FFF2-40B4-BE49-F238E27FC236}">
                    <a16:creationId xmlns:a16="http://schemas.microsoft.com/office/drawing/2014/main" id="{478A4948-A08A-7E44-819A-24BDBBE1B5BB}"/>
                  </a:ext>
                </a:extLst>
              </p:cNvPr>
              <p:cNvCxnSpPr>
                <a:cxnSpLocks/>
              </p:cNvCxnSpPr>
              <p:nvPr/>
            </p:nvCxnSpPr>
            <p:spPr>
              <a:xfrm flipV="1">
                <a:off x="2537108" y="4260753"/>
                <a:ext cx="477027" cy="550561"/>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9" name="Straight Connector 1098">
                <a:extLst>
                  <a:ext uri="{FF2B5EF4-FFF2-40B4-BE49-F238E27FC236}">
                    <a16:creationId xmlns:a16="http://schemas.microsoft.com/office/drawing/2014/main" id="{6333C169-83AE-C947-B0FE-FC14D7706C99}"/>
                  </a:ext>
                </a:extLst>
              </p:cNvPr>
              <p:cNvCxnSpPr>
                <a:cxnSpLocks/>
              </p:cNvCxnSpPr>
              <p:nvPr/>
            </p:nvCxnSpPr>
            <p:spPr>
              <a:xfrm flipV="1">
                <a:off x="5720123" y="4417447"/>
                <a:ext cx="5022" cy="1030757"/>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0" name="Straight Connector 1099">
                <a:extLst>
                  <a:ext uri="{FF2B5EF4-FFF2-40B4-BE49-F238E27FC236}">
                    <a16:creationId xmlns:a16="http://schemas.microsoft.com/office/drawing/2014/main" id="{034E5082-AB2B-B640-B1D2-257AACBDA3C1}"/>
                  </a:ext>
                </a:extLst>
              </p:cNvPr>
              <p:cNvCxnSpPr>
                <a:cxnSpLocks/>
                <a:stCxn id="36" idx="0"/>
              </p:cNvCxnSpPr>
              <p:nvPr/>
            </p:nvCxnSpPr>
            <p:spPr>
              <a:xfrm flipH="1" flipV="1">
                <a:off x="5827900" y="4390762"/>
                <a:ext cx="863810" cy="1545220"/>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1" name="Straight Connector 1100">
                <a:extLst>
                  <a:ext uri="{FF2B5EF4-FFF2-40B4-BE49-F238E27FC236}">
                    <a16:creationId xmlns:a16="http://schemas.microsoft.com/office/drawing/2014/main" id="{135A9D83-D5C3-FA4C-A774-C4D577D8C1FA}"/>
                  </a:ext>
                </a:extLst>
              </p:cNvPr>
              <p:cNvCxnSpPr>
                <a:cxnSpLocks/>
              </p:cNvCxnSpPr>
              <p:nvPr/>
            </p:nvCxnSpPr>
            <p:spPr>
              <a:xfrm flipH="1" flipV="1">
                <a:off x="8042725" y="4273180"/>
                <a:ext cx="719289" cy="1457599"/>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2" name="Straight Connector 1101">
                <a:extLst>
                  <a:ext uri="{FF2B5EF4-FFF2-40B4-BE49-F238E27FC236}">
                    <a16:creationId xmlns:a16="http://schemas.microsoft.com/office/drawing/2014/main" id="{1286ED93-2B6B-404C-A404-B480CF350AFC}"/>
                  </a:ext>
                </a:extLst>
              </p:cNvPr>
              <p:cNvCxnSpPr>
                <a:cxnSpLocks/>
              </p:cNvCxnSpPr>
              <p:nvPr/>
            </p:nvCxnSpPr>
            <p:spPr>
              <a:xfrm flipH="1" flipV="1">
                <a:off x="2386276" y="3473353"/>
                <a:ext cx="261637" cy="504826"/>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3" name="Straight Connector 1102">
                <a:extLst>
                  <a:ext uri="{FF2B5EF4-FFF2-40B4-BE49-F238E27FC236}">
                    <a16:creationId xmlns:a16="http://schemas.microsoft.com/office/drawing/2014/main" id="{CCEE2E34-D559-CA45-9E5A-F783F810EFCF}"/>
                  </a:ext>
                </a:extLst>
              </p:cNvPr>
              <p:cNvCxnSpPr>
                <a:cxnSpLocks/>
              </p:cNvCxnSpPr>
              <p:nvPr/>
            </p:nvCxnSpPr>
            <p:spPr>
              <a:xfrm flipV="1">
                <a:off x="2344724" y="4114193"/>
                <a:ext cx="251695" cy="109254"/>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4" name="Straight Connector 1103">
                <a:extLst>
                  <a:ext uri="{FF2B5EF4-FFF2-40B4-BE49-F238E27FC236}">
                    <a16:creationId xmlns:a16="http://schemas.microsoft.com/office/drawing/2014/main" id="{D65FCF95-878C-A14C-A6D6-6D22C404145C}"/>
                  </a:ext>
                </a:extLst>
              </p:cNvPr>
              <p:cNvCxnSpPr>
                <a:cxnSpLocks/>
                <a:stCxn id="1032" idx="2"/>
                <a:endCxn id="996" idx="2"/>
              </p:cNvCxnSpPr>
              <p:nvPr/>
            </p:nvCxnSpPr>
            <p:spPr>
              <a:xfrm flipV="1">
                <a:off x="5458049" y="3230852"/>
                <a:ext cx="7426" cy="480990"/>
              </a:xfrm>
              <a:prstGeom prst="line">
                <a:avLst/>
              </a:prstGeom>
              <a:ln w="444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05" name="Straight Connector 1104">
                <a:extLst>
                  <a:ext uri="{FF2B5EF4-FFF2-40B4-BE49-F238E27FC236}">
                    <a16:creationId xmlns:a16="http://schemas.microsoft.com/office/drawing/2014/main" id="{15EB59D3-4040-5749-B499-E27490D524DA}"/>
                  </a:ext>
                </a:extLst>
              </p:cNvPr>
              <p:cNvCxnSpPr>
                <a:cxnSpLocks/>
              </p:cNvCxnSpPr>
              <p:nvPr/>
            </p:nvCxnSpPr>
            <p:spPr>
              <a:xfrm flipV="1">
                <a:off x="4457330" y="4394908"/>
                <a:ext cx="7426" cy="480990"/>
              </a:xfrm>
              <a:prstGeom prst="line">
                <a:avLst/>
              </a:prstGeom>
              <a:ln w="444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72" name="Straight Connector 1171">
                <a:extLst>
                  <a:ext uri="{FF2B5EF4-FFF2-40B4-BE49-F238E27FC236}">
                    <a16:creationId xmlns:a16="http://schemas.microsoft.com/office/drawing/2014/main" id="{585E66CE-5974-5A48-86F4-642D85A8C2B9}"/>
                  </a:ext>
                </a:extLst>
              </p:cNvPr>
              <p:cNvCxnSpPr>
                <a:cxnSpLocks/>
              </p:cNvCxnSpPr>
              <p:nvPr/>
            </p:nvCxnSpPr>
            <p:spPr>
              <a:xfrm flipV="1">
                <a:off x="7407243" y="4368703"/>
                <a:ext cx="7426" cy="480990"/>
              </a:xfrm>
              <a:prstGeom prst="line">
                <a:avLst/>
              </a:prstGeom>
              <a:ln w="444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093" name="Group 1092">
              <a:extLst>
                <a:ext uri="{FF2B5EF4-FFF2-40B4-BE49-F238E27FC236}">
                  <a16:creationId xmlns:a16="http://schemas.microsoft.com/office/drawing/2014/main" id="{D11900C4-AD2E-9546-89B5-1A95630DD9E8}"/>
                </a:ext>
              </a:extLst>
            </p:cNvPr>
            <p:cNvGrpSpPr/>
            <p:nvPr/>
          </p:nvGrpSpPr>
          <p:grpSpPr>
            <a:xfrm>
              <a:off x="4545099" y="5447247"/>
              <a:ext cx="1807203" cy="495366"/>
              <a:chOff x="4545099" y="5447247"/>
              <a:chExt cx="1807203" cy="495366"/>
            </a:xfrm>
          </p:grpSpPr>
          <p:sp>
            <p:nvSpPr>
              <p:cNvPr id="1095" name="Oval 33">
                <a:extLst>
                  <a:ext uri="{FF2B5EF4-FFF2-40B4-BE49-F238E27FC236}">
                    <a16:creationId xmlns:a16="http://schemas.microsoft.com/office/drawing/2014/main" id="{512F7670-AB23-F240-9D5A-6EAA52208AD0}"/>
                  </a:ext>
                </a:extLst>
              </p:cNvPr>
              <p:cNvSpPr>
                <a:spLocks noChangeArrowheads="1"/>
              </p:cNvSpPr>
              <p:nvPr/>
            </p:nvSpPr>
            <p:spPr bwMode="auto">
              <a:xfrm rot="10800000">
                <a:off x="4545099" y="5447247"/>
                <a:ext cx="1807203" cy="495366"/>
              </a:xfrm>
              <a:prstGeom prst="ellipse">
                <a:avLst/>
              </a:prstGeom>
              <a:solidFill>
                <a:srgbClr val="CCCCFF"/>
              </a:solidFill>
              <a:ln w="9525">
                <a:no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a:ln>
                    <a:noFill/>
                  </a:ln>
                  <a:solidFill>
                    <a:prstClr val="black">
                      <a:lumMod val="65000"/>
                      <a:lumOff val="35000"/>
                    </a:prstClr>
                  </a:solidFill>
                  <a:effectLst/>
                  <a:uLnTx/>
                  <a:uFillTx/>
                  <a:latin typeface="Arial" panose="020B0604020202020204" pitchFamily="34" charset="0"/>
                  <a:ea typeface="ＭＳ Ｐゴシック" panose="020B0600070205080204" pitchFamily="34" charset="-128"/>
                  <a:cs typeface="Arial"/>
                </a:endParaRPr>
              </a:p>
            </p:txBody>
          </p:sp>
          <p:sp>
            <p:nvSpPr>
              <p:cNvPr id="1097" name="TextBox 9">
                <a:extLst>
                  <a:ext uri="{FF2B5EF4-FFF2-40B4-BE49-F238E27FC236}">
                    <a16:creationId xmlns:a16="http://schemas.microsoft.com/office/drawing/2014/main" id="{373ADF7C-1486-8546-95DA-BA176D7729D0}"/>
                  </a:ext>
                </a:extLst>
              </p:cNvPr>
              <p:cNvSpPr txBox="1">
                <a:spLocks noChangeArrowheads="1"/>
              </p:cNvSpPr>
              <p:nvPr/>
            </p:nvSpPr>
            <p:spPr bwMode="auto">
              <a:xfrm>
                <a:off x="4662400" y="5488195"/>
                <a:ext cx="15824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1"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regional ISP</a:t>
                </a:r>
              </a:p>
            </p:txBody>
          </p:sp>
        </p:grpSp>
        <p:grpSp>
          <p:nvGrpSpPr>
            <p:cNvPr id="871" name="Group 870">
              <a:extLst>
                <a:ext uri="{FF2B5EF4-FFF2-40B4-BE49-F238E27FC236}">
                  <a16:creationId xmlns:a16="http://schemas.microsoft.com/office/drawing/2014/main" id="{EBB68360-CFEF-9545-B290-C95BF47B5ABD}"/>
                </a:ext>
              </a:extLst>
            </p:cNvPr>
            <p:cNvGrpSpPr/>
            <p:nvPr/>
          </p:nvGrpSpPr>
          <p:grpSpPr>
            <a:xfrm>
              <a:off x="4220281" y="4826836"/>
              <a:ext cx="541338" cy="223023"/>
              <a:chOff x="7493876" y="2774731"/>
              <a:chExt cx="1481958" cy="894622"/>
            </a:xfrm>
          </p:grpSpPr>
          <p:sp>
            <p:nvSpPr>
              <p:cNvPr id="912" name="Freeform 911">
                <a:extLst>
                  <a:ext uri="{FF2B5EF4-FFF2-40B4-BE49-F238E27FC236}">
                    <a16:creationId xmlns:a16="http://schemas.microsoft.com/office/drawing/2014/main" id="{C31E65F7-C8D0-2148-AE16-6639E37F6CB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13" name="Oval 912">
                <a:extLst>
                  <a:ext uri="{FF2B5EF4-FFF2-40B4-BE49-F238E27FC236}">
                    <a16:creationId xmlns:a16="http://schemas.microsoft.com/office/drawing/2014/main" id="{24C01524-664D-0B42-A170-7AA7DFCD481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14" name="Group 913">
                <a:extLst>
                  <a:ext uri="{FF2B5EF4-FFF2-40B4-BE49-F238E27FC236}">
                    <a16:creationId xmlns:a16="http://schemas.microsoft.com/office/drawing/2014/main" id="{69D00E7B-FD92-574B-9D44-DD864E2B55BA}"/>
                  </a:ext>
                </a:extLst>
              </p:cNvPr>
              <p:cNvGrpSpPr/>
              <p:nvPr/>
            </p:nvGrpSpPr>
            <p:grpSpPr>
              <a:xfrm>
                <a:off x="7713663" y="2848339"/>
                <a:ext cx="1042107" cy="425543"/>
                <a:chOff x="7786941" y="2884917"/>
                <a:chExt cx="897649" cy="353919"/>
              </a:xfrm>
            </p:grpSpPr>
            <p:sp>
              <p:nvSpPr>
                <p:cNvPr id="915" name="Freeform 914">
                  <a:extLst>
                    <a:ext uri="{FF2B5EF4-FFF2-40B4-BE49-F238E27FC236}">
                      <a16:creationId xmlns:a16="http://schemas.microsoft.com/office/drawing/2014/main" id="{98518A8B-3C13-A346-87DA-94216CD9FC3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6" name="Freeform 915">
                  <a:extLst>
                    <a:ext uri="{FF2B5EF4-FFF2-40B4-BE49-F238E27FC236}">
                      <a16:creationId xmlns:a16="http://schemas.microsoft.com/office/drawing/2014/main" id="{C4C44228-65B5-564C-B1D9-63A0904BA48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7" name="Freeform 916">
                  <a:extLst>
                    <a:ext uri="{FF2B5EF4-FFF2-40B4-BE49-F238E27FC236}">
                      <a16:creationId xmlns:a16="http://schemas.microsoft.com/office/drawing/2014/main" id="{B5DCAEA1-0E67-2B47-8939-3B96B108062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8" name="Freeform 917">
                  <a:extLst>
                    <a:ext uri="{FF2B5EF4-FFF2-40B4-BE49-F238E27FC236}">
                      <a16:creationId xmlns:a16="http://schemas.microsoft.com/office/drawing/2014/main" id="{0BF12852-261D-6142-8DC4-CA6078C2CEE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868" name="Group 867">
              <a:extLst>
                <a:ext uri="{FF2B5EF4-FFF2-40B4-BE49-F238E27FC236}">
                  <a16:creationId xmlns:a16="http://schemas.microsoft.com/office/drawing/2014/main" id="{1E439E8A-6D0D-A947-88AE-13F395EF741B}"/>
                </a:ext>
              </a:extLst>
            </p:cNvPr>
            <p:cNvGrpSpPr/>
            <p:nvPr/>
          </p:nvGrpSpPr>
          <p:grpSpPr>
            <a:xfrm>
              <a:off x="7291037" y="4658009"/>
              <a:ext cx="541338" cy="223023"/>
              <a:chOff x="7493876" y="2774731"/>
              <a:chExt cx="1481958" cy="894622"/>
            </a:xfrm>
          </p:grpSpPr>
          <p:sp>
            <p:nvSpPr>
              <p:cNvPr id="933" name="Freeform 932">
                <a:extLst>
                  <a:ext uri="{FF2B5EF4-FFF2-40B4-BE49-F238E27FC236}">
                    <a16:creationId xmlns:a16="http://schemas.microsoft.com/office/drawing/2014/main" id="{20642CDD-5807-E440-80BD-4914CEF640C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934" name="Oval 933">
                <a:extLst>
                  <a:ext uri="{FF2B5EF4-FFF2-40B4-BE49-F238E27FC236}">
                    <a16:creationId xmlns:a16="http://schemas.microsoft.com/office/drawing/2014/main" id="{5B2D41A3-738C-DE4B-95B1-D98C150F0D7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935" name="Group 934">
                <a:extLst>
                  <a:ext uri="{FF2B5EF4-FFF2-40B4-BE49-F238E27FC236}">
                    <a16:creationId xmlns:a16="http://schemas.microsoft.com/office/drawing/2014/main" id="{72893B92-0783-094B-9B06-5B15CE5E8FC1}"/>
                  </a:ext>
                </a:extLst>
              </p:cNvPr>
              <p:cNvGrpSpPr/>
              <p:nvPr/>
            </p:nvGrpSpPr>
            <p:grpSpPr>
              <a:xfrm>
                <a:off x="7713663" y="2848339"/>
                <a:ext cx="1042107" cy="425543"/>
                <a:chOff x="7786941" y="2884917"/>
                <a:chExt cx="897649" cy="353919"/>
              </a:xfrm>
            </p:grpSpPr>
            <p:sp>
              <p:nvSpPr>
                <p:cNvPr id="936" name="Freeform 935">
                  <a:extLst>
                    <a:ext uri="{FF2B5EF4-FFF2-40B4-BE49-F238E27FC236}">
                      <a16:creationId xmlns:a16="http://schemas.microsoft.com/office/drawing/2014/main" id="{A6B26209-5A79-9B49-9A4A-3D3FDEBD6B5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7" name="Freeform 936">
                  <a:extLst>
                    <a:ext uri="{FF2B5EF4-FFF2-40B4-BE49-F238E27FC236}">
                      <a16:creationId xmlns:a16="http://schemas.microsoft.com/office/drawing/2014/main" id="{5ABE6455-D1B0-6049-AB8E-5B81D3C447D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8" name="Freeform 937">
                  <a:extLst>
                    <a:ext uri="{FF2B5EF4-FFF2-40B4-BE49-F238E27FC236}">
                      <a16:creationId xmlns:a16="http://schemas.microsoft.com/office/drawing/2014/main" id="{C314A57D-E8A9-DA4B-9456-521A28BDBB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9" name="Freeform 938">
                  <a:extLst>
                    <a:ext uri="{FF2B5EF4-FFF2-40B4-BE49-F238E27FC236}">
                      <a16:creationId xmlns:a16="http://schemas.microsoft.com/office/drawing/2014/main" id="{88E5CA8C-8B97-3347-8938-C5B63B3D849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sp>
        <p:nvSpPr>
          <p:cNvPr id="6" name="TextBox 5">
            <a:extLst>
              <a:ext uri="{FF2B5EF4-FFF2-40B4-BE49-F238E27FC236}">
                <a16:creationId xmlns:a16="http://schemas.microsoft.com/office/drawing/2014/main" id="{5E434351-A0EB-0C08-455E-6F455D6ED80C}"/>
              </a:ext>
            </a:extLst>
          </p:cNvPr>
          <p:cNvSpPr txBox="1"/>
          <p:nvPr/>
        </p:nvSpPr>
        <p:spPr>
          <a:xfrm>
            <a:off x="7952593" y="1593554"/>
            <a:ext cx="1784018" cy="461665"/>
          </a:xfrm>
          <a:prstGeom prst="rect">
            <a:avLst/>
          </a:prstGeom>
          <a:noFill/>
        </p:spPr>
        <p:txBody>
          <a:bodyPr wrap="square" rtlCol="0">
            <a:spAutoFit/>
          </a:bodyPr>
          <a:lstStyle/>
          <a:p>
            <a:r>
              <a:rPr lang="en-US" sz="2400">
                <a:solidFill>
                  <a:srgbClr val="FF0000"/>
                </a:solidFill>
              </a:rPr>
              <a:t>But why?</a:t>
            </a:r>
          </a:p>
        </p:txBody>
      </p:sp>
      <p:sp>
        <p:nvSpPr>
          <p:cNvPr id="63" name="TextBox 62">
            <a:extLst>
              <a:ext uri="{FF2B5EF4-FFF2-40B4-BE49-F238E27FC236}">
                <a16:creationId xmlns:a16="http://schemas.microsoft.com/office/drawing/2014/main" id="{C089A5E7-15CD-53CE-D1FB-17D3D8651108}"/>
              </a:ext>
            </a:extLst>
          </p:cNvPr>
          <p:cNvSpPr txBox="1"/>
          <p:nvPr/>
        </p:nvSpPr>
        <p:spPr>
          <a:xfrm>
            <a:off x="851132" y="2262662"/>
            <a:ext cx="3327434" cy="830997"/>
          </a:xfrm>
          <a:prstGeom prst="rect">
            <a:avLst/>
          </a:prstGeom>
          <a:noFill/>
        </p:spPr>
        <p:txBody>
          <a:bodyPr wrap="square" rtlCol="0">
            <a:spAutoFit/>
          </a:bodyPr>
          <a:lstStyle/>
          <a:p>
            <a:r>
              <a:rPr lang="en-US" sz="2400" dirty="0"/>
              <a:t>This has led to </a:t>
            </a:r>
            <a:r>
              <a:rPr lang="en-US" sz="2400" dirty="0">
                <a:solidFill>
                  <a:srgbClr val="FF0000"/>
                </a:solidFill>
              </a:rPr>
              <a:t>flattening of the Internet</a:t>
            </a:r>
          </a:p>
        </p:txBody>
      </p:sp>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1DD0F6C7-A644-B24F-559D-A2F28CD91990}"/>
                  </a:ext>
                </a:extLst>
              </p14:cNvPr>
              <p14:cNvContentPartPr/>
              <p14:nvPr/>
            </p14:nvContentPartPr>
            <p14:xfrm>
              <a:off x="277200" y="1521000"/>
              <a:ext cx="10804680" cy="3638160"/>
            </p14:xfrm>
          </p:contentPart>
        </mc:Choice>
        <mc:Fallback>
          <p:pic>
            <p:nvPicPr>
              <p:cNvPr id="7" name="Ink 6">
                <a:extLst>
                  <a:ext uri="{FF2B5EF4-FFF2-40B4-BE49-F238E27FC236}">
                    <a16:creationId xmlns:a16="http://schemas.microsoft.com/office/drawing/2014/main" id="{1DD0F6C7-A644-B24F-559D-A2F28CD91990}"/>
                  </a:ext>
                </a:extLst>
              </p:cNvPr>
              <p:cNvPicPr/>
              <p:nvPr/>
            </p:nvPicPr>
            <p:blipFill>
              <a:blip r:embed="rId5"/>
              <a:stretch>
                <a:fillRect/>
              </a:stretch>
            </p:blipFill>
            <p:spPr>
              <a:xfrm>
                <a:off x="267840" y="1511640"/>
                <a:ext cx="10823400" cy="3656880"/>
              </a:xfrm>
              <a:prstGeom prst="rect">
                <a:avLst/>
              </a:prstGeom>
            </p:spPr>
          </p:pic>
        </mc:Fallback>
      </mc:AlternateContent>
    </p:spTree>
    <p:extLst>
      <p:ext uri="{BB962C8B-B14F-4D97-AF65-F5344CB8AC3E}">
        <p14:creationId xmlns:p14="http://schemas.microsoft.com/office/powerpoint/2010/main" val="251258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7135-8216-04EC-17EA-DA21B0150D18}"/>
              </a:ext>
            </a:extLst>
          </p:cNvPr>
          <p:cNvSpPr>
            <a:spLocks noGrp="1"/>
          </p:cNvSpPr>
          <p:nvPr>
            <p:ph type="title"/>
          </p:nvPr>
        </p:nvSpPr>
        <p:spPr/>
        <p:txBody>
          <a:bodyPr/>
          <a:lstStyle/>
          <a:p>
            <a:r>
              <a:rPr lang="en-US" dirty="0"/>
              <a:t>How to send data over the Internet?</a:t>
            </a:r>
          </a:p>
        </p:txBody>
      </p:sp>
      <p:sp>
        <p:nvSpPr>
          <p:cNvPr id="3" name="Text Placeholder 2">
            <a:extLst>
              <a:ext uri="{FF2B5EF4-FFF2-40B4-BE49-F238E27FC236}">
                <a16:creationId xmlns:a16="http://schemas.microsoft.com/office/drawing/2014/main" id="{282CA7F2-2559-543A-2F44-C5D15E5955EF}"/>
              </a:ext>
            </a:extLst>
          </p:cNvPr>
          <p:cNvSpPr>
            <a:spLocks noGrp="1"/>
          </p:cNvSpPr>
          <p:nvPr>
            <p:ph type="body" idx="1"/>
          </p:nvPr>
        </p:nvSpPr>
        <p:spPr>
          <a:xfrm>
            <a:off x="549712" y="1782844"/>
            <a:ext cx="5546288" cy="4555200"/>
          </a:xfrm>
        </p:spPr>
        <p:txBody>
          <a:bodyPr/>
          <a:lstStyle/>
          <a:p>
            <a:pPr marL="0" indent="0">
              <a:lnSpc>
                <a:spcPct val="120000"/>
              </a:lnSpc>
              <a:spcBef>
                <a:spcPts val="900"/>
              </a:spcBef>
              <a:spcAft>
                <a:spcPts val="300"/>
              </a:spcAft>
              <a:buNone/>
            </a:pPr>
            <a:r>
              <a:rPr lang="en-US" sz="2000" b="1" dirty="0"/>
              <a:t>What functions need to be implemented?</a:t>
            </a:r>
          </a:p>
          <a:p>
            <a:pPr marL="0" indent="0">
              <a:lnSpc>
                <a:spcPct val="120000"/>
              </a:lnSpc>
              <a:spcBef>
                <a:spcPts val="900"/>
              </a:spcBef>
              <a:spcAft>
                <a:spcPts val="300"/>
              </a:spcAft>
              <a:buNone/>
            </a:pPr>
            <a:endParaRPr lang="en-US" sz="2000" b="1" dirty="0"/>
          </a:p>
          <a:p>
            <a:pPr marL="0" indent="0">
              <a:lnSpc>
                <a:spcPct val="120000"/>
              </a:lnSpc>
              <a:spcBef>
                <a:spcPts val="900"/>
              </a:spcBef>
              <a:spcAft>
                <a:spcPts val="300"/>
              </a:spcAft>
              <a:buNone/>
            </a:pPr>
            <a:endParaRPr lang="en-US" sz="2000" b="1" dirty="0"/>
          </a:p>
          <a:p>
            <a:pPr marL="0" indent="0">
              <a:lnSpc>
                <a:spcPct val="120000"/>
              </a:lnSpc>
              <a:spcBef>
                <a:spcPts val="900"/>
              </a:spcBef>
              <a:spcAft>
                <a:spcPts val="300"/>
              </a:spcAft>
              <a:buNone/>
            </a:pPr>
            <a:endParaRPr lang="en-US" sz="2000" b="1" dirty="0"/>
          </a:p>
          <a:p>
            <a:pPr marL="0" indent="0">
              <a:lnSpc>
                <a:spcPct val="120000"/>
              </a:lnSpc>
              <a:spcBef>
                <a:spcPts val="900"/>
              </a:spcBef>
              <a:spcAft>
                <a:spcPts val="300"/>
              </a:spcAft>
              <a:buNone/>
            </a:pPr>
            <a:r>
              <a:rPr lang="en-US" sz="2000" b="1" dirty="0"/>
              <a:t>Can everyone implement these functions as they feel?</a:t>
            </a:r>
          </a:p>
        </p:txBody>
      </p:sp>
      <p:pic>
        <p:nvPicPr>
          <p:cNvPr id="388" name="Picture 387" descr="A diagram of a cloud network&#10;&#10;Description automatically generated">
            <a:extLst>
              <a:ext uri="{FF2B5EF4-FFF2-40B4-BE49-F238E27FC236}">
                <a16:creationId xmlns:a16="http://schemas.microsoft.com/office/drawing/2014/main" id="{915C6192-AB00-90B7-E16D-F80B7487A3A2}"/>
              </a:ext>
            </a:extLst>
          </p:cNvPr>
          <p:cNvPicPr>
            <a:picLocks noChangeAspect="1"/>
          </p:cNvPicPr>
          <p:nvPr/>
        </p:nvPicPr>
        <p:blipFill>
          <a:blip r:embed="rId2"/>
          <a:stretch>
            <a:fillRect/>
          </a:stretch>
        </p:blipFill>
        <p:spPr>
          <a:xfrm>
            <a:off x="7827266" y="2484785"/>
            <a:ext cx="3072636" cy="2658895"/>
          </a:xfrm>
          <a:prstGeom prst="rect">
            <a:avLst/>
          </a:prstGeom>
        </p:spPr>
      </p:pic>
      <p:sp>
        <p:nvSpPr>
          <p:cNvPr id="5" name="TextBox 4">
            <a:extLst>
              <a:ext uri="{FF2B5EF4-FFF2-40B4-BE49-F238E27FC236}">
                <a16:creationId xmlns:a16="http://schemas.microsoft.com/office/drawing/2014/main" id="{C74848B1-0C9A-7D77-FF79-02FD1435022D}"/>
              </a:ext>
            </a:extLst>
          </p:cNvPr>
          <p:cNvSpPr txBox="1"/>
          <p:nvPr/>
        </p:nvSpPr>
        <p:spPr>
          <a:xfrm>
            <a:off x="511612" y="1142829"/>
            <a:ext cx="10936676" cy="405560"/>
          </a:xfrm>
          <a:prstGeom prst="rect">
            <a:avLst/>
          </a:prstGeom>
          <a:noFill/>
        </p:spPr>
        <p:txBody>
          <a:bodyPr wrap="square">
            <a:spAutoFit/>
          </a:bodyPr>
          <a:lstStyle/>
          <a:p>
            <a:pPr marL="0" indent="0">
              <a:lnSpc>
                <a:spcPct val="120000"/>
              </a:lnSpc>
              <a:spcBef>
                <a:spcPts val="600"/>
              </a:spcBef>
              <a:spcAft>
                <a:spcPts val="300"/>
              </a:spcAft>
              <a:buNone/>
            </a:pPr>
            <a:r>
              <a:rPr lang="en-US" sz="1800" i="1" dirty="0"/>
              <a:t>Now that we know how the Internet is structured — what does it actually take to send data across it?</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61A65FE-6889-B9B4-7A8A-F9BD5B23CDC0}"/>
                  </a:ext>
                </a:extLst>
              </p14:cNvPr>
              <p14:cNvContentPartPr/>
              <p14:nvPr/>
            </p14:nvContentPartPr>
            <p14:xfrm>
              <a:off x="379440" y="1594440"/>
              <a:ext cx="10866240" cy="3109320"/>
            </p14:xfrm>
          </p:contentPart>
        </mc:Choice>
        <mc:Fallback>
          <p:pic>
            <p:nvPicPr>
              <p:cNvPr id="4" name="Ink 3">
                <a:extLst>
                  <a:ext uri="{FF2B5EF4-FFF2-40B4-BE49-F238E27FC236}">
                    <a16:creationId xmlns:a16="http://schemas.microsoft.com/office/drawing/2014/main" id="{E61A65FE-6889-B9B4-7A8A-F9BD5B23CDC0}"/>
                  </a:ext>
                </a:extLst>
              </p:cNvPr>
              <p:cNvPicPr/>
              <p:nvPr/>
            </p:nvPicPr>
            <p:blipFill>
              <a:blip r:embed="rId4"/>
              <a:stretch>
                <a:fillRect/>
              </a:stretch>
            </p:blipFill>
            <p:spPr>
              <a:xfrm>
                <a:off x="370080" y="1585080"/>
                <a:ext cx="10884960" cy="3128040"/>
              </a:xfrm>
              <a:prstGeom prst="rect">
                <a:avLst/>
              </a:prstGeom>
            </p:spPr>
          </p:pic>
        </mc:Fallback>
      </mc:AlternateContent>
    </p:spTree>
    <p:extLst>
      <p:ext uri="{BB962C8B-B14F-4D97-AF65-F5344CB8AC3E}">
        <p14:creationId xmlns:p14="http://schemas.microsoft.com/office/powerpoint/2010/main" val="3463367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p:txBody>
          <a:bodyPr/>
          <a:lstStyle/>
          <a:p>
            <a:r>
              <a:rPr lang="en-US" altLang="ja-JP" dirty="0"/>
              <a:t>What’s a network protocol?</a:t>
            </a:r>
            <a:endParaRPr lang="en-US" dirty="0"/>
          </a:p>
        </p:txBody>
      </p:sp>
      <p:sp>
        <p:nvSpPr>
          <p:cNvPr id="610" name="Rectangle 4">
            <a:extLst>
              <a:ext uri="{FF2B5EF4-FFF2-40B4-BE49-F238E27FC236}">
                <a16:creationId xmlns:a16="http://schemas.microsoft.com/office/drawing/2014/main" id="{9D396FB4-4702-8A46-BFF5-B81AA58972AF}"/>
              </a:ext>
            </a:extLst>
          </p:cNvPr>
          <p:cNvSpPr txBox="1">
            <a:spLocks noChangeArrowheads="1"/>
          </p:cNvSpPr>
          <p:nvPr/>
        </p:nvSpPr>
        <p:spPr>
          <a:xfrm>
            <a:off x="749893" y="1285066"/>
            <a:ext cx="5780439" cy="227784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Clr>
                <a:srgbClr val="0000A3"/>
              </a:buClr>
              <a:buFont typeface="Wingdings"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000A8"/>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itchFamily="2" charset="2"/>
              <a:buNone/>
            </a:pPr>
            <a:r>
              <a:rPr lang="en-US" altLang="en-US" sz="3200" i="1" dirty="0">
                <a:solidFill>
                  <a:srgbClr val="CC0000"/>
                </a:solidFill>
                <a:latin typeface="Calibri" panose="020F0502020204030204" pitchFamily="34" charset="0"/>
                <a:ea typeface="ＭＳ Ｐゴシック" panose="020B0600070205080204" pitchFamily="34" charset="-128"/>
                <a:cs typeface="Calibri" panose="020F0502020204030204" pitchFamily="34" charset="0"/>
              </a:rPr>
              <a:t>Network protocols:</a:t>
            </a:r>
          </a:p>
          <a:p>
            <a:pPr>
              <a:buNone/>
            </a:pPr>
            <a:r>
              <a:rPr lang="en-US" altLang="en-US" sz="2400" dirty="0">
                <a:ea typeface="ＭＳ Ｐゴシック" panose="020B0600070205080204" pitchFamily="34" charset="-128"/>
              </a:rPr>
              <a:t>Rules for:</a:t>
            </a:r>
          </a:p>
          <a:p>
            <a:pPr>
              <a:buNone/>
            </a:pPr>
            <a:r>
              <a:rPr lang="en-US" altLang="en-US" sz="2400" dirty="0">
                <a:ea typeface="ＭＳ Ｐゴシック" panose="020B0600070205080204" pitchFamily="34" charset="-128"/>
              </a:rPr>
              <a:t>… specific messages sent</a:t>
            </a:r>
          </a:p>
          <a:p>
            <a:pPr>
              <a:buNone/>
            </a:pPr>
            <a:r>
              <a:rPr lang="en-US" altLang="en-US" sz="2400" dirty="0">
                <a:ea typeface="ＭＳ Ｐゴシック" panose="020B0600070205080204" pitchFamily="34" charset="-128"/>
              </a:rPr>
              <a:t>… specific actions taken when message received, or other events</a:t>
            </a:r>
          </a:p>
          <a:p>
            <a:pPr>
              <a:buNone/>
            </a:pPr>
            <a:r>
              <a:rPr lang="en-US" altLang="en-US" sz="2400" dirty="0">
                <a:ea typeface="ＭＳ Ｐゴシック" panose="020B0600070205080204" pitchFamily="34" charset="-128"/>
              </a:rPr>
              <a:t>… similar to human protocols but designed for machines</a:t>
            </a:r>
          </a:p>
        </p:txBody>
      </p:sp>
      <p:grpSp>
        <p:nvGrpSpPr>
          <p:cNvPr id="7" name="Group 6">
            <a:extLst>
              <a:ext uri="{FF2B5EF4-FFF2-40B4-BE49-F238E27FC236}">
                <a16:creationId xmlns:a16="http://schemas.microsoft.com/office/drawing/2014/main" id="{ED53E871-92D8-754E-98DE-E8454C077808}"/>
              </a:ext>
            </a:extLst>
          </p:cNvPr>
          <p:cNvGrpSpPr/>
          <p:nvPr/>
        </p:nvGrpSpPr>
        <p:grpSpPr>
          <a:xfrm>
            <a:off x="551725" y="3771209"/>
            <a:ext cx="5860823" cy="2568587"/>
            <a:chOff x="5573361" y="3999310"/>
            <a:chExt cx="5860823" cy="2568587"/>
          </a:xfrm>
        </p:grpSpPr>
        <p:sp>
          <p:nvSpPr>
            <p:cNvPr id="612" name="Rectangle 5">
              <a:extLst>
                <a:ext uri="{FF2B5EF4-FFF2-40B4-BE49-F238E27FC236}">
                  <a16:creationId xmlns:a16="http://schemas.microsoft.com/office/drawing/2014/main" id="{638623C1-C1BD-AA44-B5D3-D4E8981772E9}"/>
                </a:ext>
              </a:extLst>
            </p:cNvPr>
            <p:cNvSpPr>
              <a:spLocks noChangeArrowheads="1"/>
            </p:cNvSpPr>
            <p:nvPr/>
          </p:nvSpPr>
          <p:spPr bwMode="auto">
            <a:xfrm>
              <a:off x="5573361" y="4205697"/>
              <a:ext cx="5720151"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spcBef>
                  <a:spcPct val="20000"/>
                </a:spcBef>
                <a:buClr>
                  <a:schemeClr val="accent2"/>
                </a:buClr>
                <a:buSzPct val="85000"/>
                <a:buFont typeface="Wingdings" pitchFamily="2" charset="2"/>
                <a:buNone/>
              </a:pPr>
              <a:r>
                <a:rPr lang="en-US" altLang="en-US" sz="2000" i="1">
                  <a:solidFill>
                    <a:srgbClr val="CC0000"/>
                  </a:solidFill>
                  <a:latin typeface="+mn-lt"/>
                </a:rPr>
                <a:t>Protocols</a:t>
              </a:r>
              <a:r>
                <a:rPr lang="en-US" altLang="en-US" sz="2000" i="1">
                  <a:latin typeface="+mn-lt"/>
                </a:rPr>
                <a:t> define the </a:t>
              </a:r>
              <a:r>
                <a:rPr lang="en-US" altLang="en-US" sz="2000" i="1">
                  <a:solidFill>
                    <a:srgbClr val="CC0000"/>
                  </a:solidFill>
                  <a:latin typeface="+mn-lt"/>
                </a:rPr>
                <a:t>format</a:t>
              </a:r>
              <a:r>
                <a:rPr lang="en-US" altLang="en-US" sz="2000" i="1">
                  <a:latin typeface="+mn-lt"/>
                </a:rPr>
                <a:t>, </a:t>
              </a:r>
              <a:r>
                <a:rPr lang="en-US" altLang="en-US" sz="2000" i="1">
                  <a:solidFill>
                    <a:srgbClr val="CC0000"/>
                  </a:solidFill>
                  <a:latin typeface="+mn-lt"/>
                </a:rPr>
                <a:t>order</a:t>
              </a:r>
              <a:r>
                <a:rPr lang="en-US" altLang="en-US" sz="2000" i="1">
                  <a:latin typeface="+mn-lt"/>
                </a:rPr>
                <a:t> of </a:t>
              </a:r>
              <a:r>
                <a:rPr lang="en-US" altLang="en-US" sz="2000" i="1">
                  <a:solidFill>
                    <a:srgbClr val="CC0000"/>
                  </a:solidFill>
                  <a:latin typeface="+mn-lt"/>
                </a:rPr>
                <a:t>messages sent and received</a:t>
              </a:r>
              <a:r>
                <a:rPr lang="en-US" altLang="en-US" sz="2000" i="1">
                  <a:latin typeface="+mn-lt"/>
                </a:rPr>
                <a:t> among network entities, and </a:t>
              </a:r>
              <a:r>
                <a:rPr lang="en-US" altLang="en-US" sz="2000" i="1">
                  <a:solidFill>
                    <a:srgbClr val="CC0000"/>
                  </a:solidFill>
                  <a:latin typeface="+mn-lt"/>
                </a:rPr>
                <a:t>actions taken</a:t>
              </a:r>
              <a:r>
                <a:rPr lang="en-US" altLang="en-US" sz="2000" i="1">
                  <a:latin typeface="+mn-lt"/>
                </a:rPr>
                <a:t> on message transmission, receipt</a:t>
              </a:r>
              <a:r>
                <a:rPr lang="en-US" altLang="en-US" sz="2000" i="1">
                  <a:solidFill>
                    <a:srgbClr val="FF0000"/>
                  </a:solidFill>
                  <a:latin typeface="+mn-lt"/>
                </a:rPr>
                <a:t> </a:t>
              </a:r>
            </a:p>
          </p:txBody>
        </p:sp>
        <p:sp>
          <p:nvSpPr>
            <p:cNvPr id="613" name="Rectangle 6">
              <a:extLst>
                <a:ext uri="{FF2B5EF4-FFF2-40B4-BE49-F238E27FC236}">
                  <a16:creationId xmlns:a16="http://schemas.microsoft.com/office/drawing/2014/main" id="{4BB2FBA9-962F-5D48-9F9D-959DBE62A5C6}"/>
                </a:ext>
              </a:extLst>
            </p:cNvPr>
            <p:cNvSpPr>
              <a:spLocks noChangeArrowheads="1"/>
            </p:cNvSpPr>
            <p:nvPr/>
          </p:nvSpPr>
          <p:spPr bwMode="auto">
            <a:xfrm>
              <a:off x="5653745" y="3999310"/>
              <a:ext cx="5780439" cy="1384114"/>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sz="2000">
                <a:latin typeface="Times New Roman" panose="02020603050405020304" pitchFamily="18" charset="0"/>
              </a:endParaRPr>
            </a:p>
          </p:txBody>
        </p:sp>
      </p:grpSp>
      <p:sp>
        <p:nvSpPr>
          <p:cNvPr id="3" name="Line 101">
            <a:extLst>
              <a:ext uri="{FF2B5EF4-FFF2-40B4-BE49-F238E27FC236}">
                <a16:creationId xmlns:a16="http://schemas.microsoft.com/office/drawing/2014/main" id="{502D010D-AF25-02A1-6F43-654F8DE12DF3}"/>
              </a:ext>
            </a:extLst>
          </p:cNvPr>
          <p:cNvSpPr>
            <a:spLocks noChangeShapeType="1"/>
          </p:cNvSpPr>
          <p:nvPr/>
        </p:nvSpPr>
        <p:spPr bwMode="auto">
          <a:xfrm>
            <a:off x="7943573" y="3090860"/>
            <a:ext cx="0" cy="3573462"/>
          </a:xfrm>
          <a:prstGeom prst="line">
            <a:avLst/>
          </a:prstGeom>
          <a:noFill/>
          <a:ln w="19050">
            <a:solidFill>
              <a:schemeClr val="bg1">
                <a:lumMod val="75000"/>
              </a:schemeClr>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 name="Group 105">
            <a:extLst>
              <a:ext uri="{FF2B5EF4-FFF2-40B4-BE49-F238E27FC236}">
                <a16:creationId xmlns:a16="http://schemas.microsoft.com/office/drawing/2014/main" id="{2143A9F2-4010-6D0D-04FD-33D70C5EF72C}"/>
              </a:ext>
            </a:extLst>
          </p:cNvPr>
          <p:cNvGrpSpPr>
            <a:grpSpLocks/>
          </p:cNvGrpSpPr>
          <p:nvPr/>
        </p:nvGrpSpPr>
        <p:grpSpPr bwMode="auto">
          <a:xfrm>
            <a:off x="7616845" y="6519637"/>
            <a:ext cx="720725" cy="396875"/>
            <a:chOff x="2198" y="3221"/>
            <a:chExt cx="454" cy="250"/>
          </a:xfrm>
        </p:grpSpPr>
        <p:sp>
          <p:nvSpPr>
            <p:cNvPr id="5" name="Rectangle 104">
              <a:extLst>
                <a:ext uri="{FF2B5EF4-FFF2-40B4-BE49-F238E27FC236}">
                  <a16:creationId xmlns:a16="http://schemas.microsoft.com/office/drawing/2014/main" id="{2FF6E291-EDB2-AE3D-A89A-B5F4BC3F499C}"/>
                </a:ext>
              </a:extLst>
            </p:cNvPr>
            <p:cNvSpPr>
              <a:spLocks noChangeArrowheads="1"/>
            </p:cNvSpPr>
            <p:nvPr/>
          </p:nvSpPr>
          <p:spPr bwMode="auto">
            <a:xfrm>
              <a:off x="2244" y="3282"/>
              <a:ext cx="408" cy="1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6" name="Text Box 102">
              <a:extLst>
                <a:ext uri="{FF2B5EF4-FFF2-40B4-BE49-F238E27FC236}">
                  <a16:creationId xmlns:a16="http://schemas.microsoft.com/office/drawing/2014/main" id="{36C1C2D8-E759-58A9-721C-07AA01E622BF}"/>
                </a:ext>
              </a:extLst>
            </p:cNvPr>
            <p:cNvSpPr txBox="1">
              <a:spLocks noChangeArrowheads="1"/>
            </p:cNvSpPr>
            <p:nvPr/>
          </p:nvSpPr>
          <p:spPr bwMode="auto">
            <a:xfrm>
              <a:off x="2198" y="3221"/>
              <a:ext cx="4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2000">
                  <a:latin typeface="Calibri" panose="020F0502020204030204" pitchFamily="34" charset="0"/>
                  <a:cs typeface="Calibri" panose="020F0502020204030204" pitchFamily="34" charset="0"/>
                </a:rPr>
                <a:t>time</a:t>
              </a:r>
            </a:p>
          </p:txBody>
        </p:sp>
      </p:grpSp>
      <p:grpSp>
        <p:nvGrpSpPr>
          <p:cNvPr id="8" name="Group 7">
            <a:extLst>
              <a:ext uri="{FF2B5EF4-FFF2-40B4-BE49-F238E27FC236}">
                <a16:creationId xmlns:a16="http://schemas.microsoft.com/office/drawing/2014/main" id="{104847AE-4095-E14C-DCA1-99A88E0AD1DC}"/>
              </a:ext>
            </a:extLst>
          </p:cNvPr>
          <p:cNvGrpSpPr/>
          <p:nvPr/>
        </p:nvGrpSpPr>
        <p:grpSpPr>
          <a:xfrm>
            <a:off x="8999557" y="4865462"/>
            <a:ext cx="2216150" cy="589096"/>
            <a:chOff x="6786129" y="3255963"/>
            <a:chExt cx="2216150" cy="589096"/>
          </a:xfrm>
        </p:grpSpPr>
        <p:sp>
          <p:nvSpPr>
            <p:cNvPr id="11" name="Line 90">
              <a:extLst>
                <a:ext uri="{FF2B5EF4-FFF2-40B4-BE49-F238E27FC236}">
                  <a16:creationId xmlns:a16="http://schemas.microsoft.com/office/drawing/2014/main" id="{5BA331AF-0A94-AC48-F1F2-3403610A5C2C}"/>
                </a:ext>
              </a:extLst>
            </p:cNvPr>
            <p:cNvSpPr>
              <a:spLocks noChangeShapeType="1"/>
            </p:cNvSpPr>
            <p:nvPr/>
          </p:nvSpPr>
          <p:spPr bwMode="auto">
            <a:xfrm flipV="1">
              <a:off x="6786129" y="3255963"/>
              <a:ext cx="2216150" cy="398463"/>
            </a:xfrm>
            <a:prstGeom prst="line">
              <a:avLst/>
            </a:prstGeom>
            <a:noFill/>
            <a:ln w="28575">
              <a:solidFill>
                <a:srgbClr val="0000A8"/>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2" name="Rectangle 92">
              <a:extLst>
                <a:ext uri="{FF2B5EF4-FFF2-40B4-BE49-F238E27FC236}">
                  <a16:creationId xmlns:a16="http://schemas.microsoft.com/office/drawing/2014/main" id="{7B6B8450-EB86-958D-E141-4464020794E3}"/>
                </a:ext>
              </a:extLst>
            </p:cNvPr>
            <p:cNvSpPr>
              <a:spLocks noChangeArrowheads="1"/>
            </p:cNvSpPr>
            <p:nvPr/>
          </p:nvSpPr>
          <p:spPr bwMode="auto">
            <a:xfrm>
              <a:off x="7221104" y="3278188"/>
              <a:ext cx="1438275" cy="393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13" name="Text Box 91">
              <a:extLst>
                <a:ext uri="{FF2B5EF4-FFF2-40B4-BE49-F238E27FC236}">
                  <a16:creationId xmlns:a16="http://schemas.microsoft.com/office/drawing/2014/main" id="{5632C276-4308-4C04-40DC-CF768EDEC5EE}"/>
                </a:ext>
              </a:extLst>
            </p:cNvPr>
            <p:cNvSpPr txBox="1">
              <a:spLocks noChangeArrowheads="1"/>
            </p:cNvSpPr>
            <p:nvPr/>
          </p:nvSpPr>
          <p:spPr bwMode="auto">
            <a:xfrm>
              <a:off x="7125853" y="3279776"/>
              <a:ext cx="1635127" cy="565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sz="1800">
                  <a:latin typeface="Calibri" panose="020F0502020204030204" pitchFamily="34" charset="0"/>
                  <a:cs typeface="Calibri" panose="020F0502020204030204" pitchFamily="34" charset="0"/>
                </a:rPr>
                <a:t>TCP connection</a:t>
              </a:r>
            </a:p>
            <a:p>
              <a:pPr algn="ctr">
                <a:lnSpc>
                  <a:spcPct val="85000"/>
                </a:lnSpc>
              </a:pPr>
              <a:r>
                <a:rPr lang="en-US" altLang="en-US" sz="1800">
                  <a:latin typeface="Calibri" panose="020F0502020204030204" pitchFamily="34" charset="0"/>
                  <a:cs typeface="Calibri" panose="020F0502020204030204" pitchFamily="34" charset="0"/>
                </a:rPr>
                <a:t>response</a:t>
              </a:r>
            </a:p>
          </p:txBody>
        </p:sp>
      </p:grpSp>
      <p:grpSp>
        <p:nvGrpSpPr>
          <p:cNvPr id="14" name="Group 13">
            <a:extLst>
              <a:ext uri="{FF2B5EF4-FFF2-40B4-BE49-F238E27FC236}">
                <a16:creationId xmlns:a16="http://schemas.microsoft.com/office/drawing/2014/main" id="{41F53197-BE75-497C-E649-D5FD74DF0072}"/>
              </a:ext>
            </a:extLst>
          </p:cNvPr>
          <p:cNvGrpSpPr/>
          <p:nvPr/>
        </p:nvGrpSpPr>
        <p:grpSpPr>
          <a:xfrm>
            <a:off x="9047182" y="6057675"/>
            <a:ext cx="2343150" cy="461665"/>
            <a:chOff x="6833754" y="4448176"/>
            <a:chExt cx="2343150" cy="461665"/>
          </a:xfrm>
        </p:grpSpPr>
        <p:sp>
          <p:nvSpPr>
            <p:cNvPr id="15" name="Line 85">
              <a:extLst>
                <a:ext uri="{FF2B5EF4-FFF2-40B4-BE49-F238E27FC236}">
                  <a16:creationId xmlns:a16="http://schemas.microsoft.com/office/drawing/2014/main" id="{45E702C8-DA61-2D56-2B09-C2C7D6CF1805}"/>
                </a:ext>
              </a:extLst>
            </p:cNvPr>
            <p:cNvSpPr>
              <a:spLocks noChangeShapeType="1"/>
            </p:cNvSpPr>
            <p:nvPr/>
          </p:nvSpPr>
          <p:spPr bwMode="auto">
            <a:xfrm flipV="1">
              <a:off x="6833754" y="4464051"/>
              <a:ext cx="2343150" cy="428625"/>
            </a:xfrm>
            <a:prstGeom prst="line">
              <a:avLst/>
            </a:prstGeom>
            <a:noFill/>
            <a:ln w="28575">
              <a:solidFill>
                <a:srgbClr val="0000A8"/>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16" name="Rectangle 99">
              <a:extLst>
                <a:ext uri="{FF2B5EF4-FFF2-40B4-BE49-F238E27FC236}">
                  <a16:creationId xmlns:a16="http://schemas.microsoft.com/office/drawing/2014/main" id="{493FDC44-CD9D-13C5-D6E2-D71CA25DF57D}"/>
                </a:ext>
              </a:extLst>
            </p:cNvPr>
            <p:cNvSpPr>
              <a:spLocks noChangeArrowheads="1"/>
            </p:cNvSpPr>
            <p:nvPr/>
          </p:nvSpPr>
          <p:spPr bwMode="auto">
            <a:xfrm>
              <a:off x="7602104" y="4562476"/>
              <a:ext cx="919163" cy="295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17" name="Text Box 100">
              <a:extLst>
                <a:ext uri="{FF2B5EF4-FFF2-40B4-BE49-F238E27FC236}">
                  <a16:creationId xmlns:a16="http://schemas.microsoft.com/office/drawing/2014/main" id="{67485462-4B2A-7C9F-F003-F725EB4D99A5}"/>
                </a:ext>
              </a:extLst>
            </p:cNvPr>
            <p:cNvSpPr txBox="1">
              <a:spLocks noChangeArrowheads="1"/>
            </p:cNvSpPr>
            <p:nvPr/>
          </p:nvSpPr>
          <p:spPr bwMode="auto">
            <a:xfrm>
              <a:off x="7568767" y="4448176"/>
              <a:ext cx="8819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latin typeface="Calibri" panose="020F0502020204030204" pitchFamily="34" charset="0"/>
                  <a:cs typeface="Calibri" panose="020F0502020204030204" pitchFamily="34" charset="0"/>
                </a:rPr>
                <a:t>&lt;file&gt;</a:t>
              </a:r>
            </a:p>
          </p:txBody>
        </p:sp>
      </p:grpSp>
      <p:grpSp>
        <p:nvGrpSpPr>
          <p:cNvPr id="18" name="Group 17">
            <a:extLst>
              <a:ext uri="{FF2B5EF4-FFF2-40B4-BE49-F238E27FC236}">
                <a16:creationId xmlns:a16="http://schemas.microsoft.com/office/drawing/2014/main" id="{AEE4A269-F8EB-8DCC-0821-A0D3916D7D03}"/>
              </a:ext>
            </a:extLst>
          </p:cNvPr>
          <p:cNvGrpSpPr/>
          <p:nvPr/>
        </p:nvGrpSpPr>
        <p:grpSpPr>
          <a:xfrm>
            <a:off x="9061470" y="4230462"/>
            <a:ext cx="2176462" cy="565283"/>
            <a:chOff x="6848042" y="2620963"/>
            <a:chExt cx="2176462" cy="565283"/>
          </a:xfrm>
        </p:grpSpPr>
        <p:sp>
          <p:nvSpPr>
            <p:cNvPr id="19" name="Line 89">
              <a:extLst>
                <a:ext uri="{FF2B5EF4-FFF2-40B4-BE49-F238E27FC236}">
                  <a16:creationId xmlns:a16="http://schemas.microsoft.com/office/drawing/2014/main" id="{198D6FA5-4DB6-9A68-309A-CBC0821F28AF}"/>
                </a:ext>
              </a:extLst>
            </p:cNvPr>
            <p:cNvSpPr>
              <a:spLocks noChangeShapeType="1"/>
            </p:cNvSpPr>
            <p:nvPr/>
          </p:nvSpPr>
          <p:spPr bwMode="auto">
            <a:xfrm>
              <a:off x="6848042" y="2749551"/>
              <a:ext cx="2176462" cy="347662"/>
            </a:xfrm>
            <a:prstGeom prst="line">
              <a:avLst/>
            </a:prstGeom>
            <a:noFill/>
            <a:ln w="28575">
              <a:solidFill>
                <a:srgbClr val="0000A8"/>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20" name="Rectangle 52">
              <a:extLst>
                <a:ext uri="{FF2B5EF4-FFF2-40B4-BE49-F238E27FC236}">
                  <a16:creationId xmlns:a16="http://schemas.microsoft.com/office/drawing/2014/main" id="{14A8502D-8CCD-6137-D086-A81A8057180B}"/>
                </a:ext>
              </a:extLst>
            </p:cNvPr>
            <p:cNvSpPr>
              <a:spLocks noChangeArrowheads="1"/>
            </p:cNvSpPr>
            <p:nvPr/>
          </p:nvSpPr>
          <p:spPr bwMode="auto">
            <a:xfrm>
              <a:off x="7133792" y="2689226"/>
              <a:ext cx="1365250" cy="4397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21" name="Text Box 91">
              <a:extLst>
                <a:ext uri="{FF2B5EF4-FFF2-40B4-BE49-F238E27FC236}">
                  <a16:creationId xmlns:a16="http://schemas.microsoft.com/office/drawing/2014/main" id="{6BA5FD8B-E2A5-5015-8705-03D1DAE69C13}"/>
                </a:ext>
              </a:extLst>
            </p:cNvPr>
            <p:cNvSpPr txBox="1">
              <a:spLocks noChangeArrowheads="1"/>
            </p:cNvSpPr>
            <p:nvPr/>
          </p:nvSpPr>
          <p:spPr bwMode="auto">
            <a:xfrm>
              <a:off x="7170303" y="2620963"/>
              <a:ext cx="1635127" cy="565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lnSpc>
                  <a:spcPct val="85000"/>
                </a:lnSpc>
              </a:pPr>
              <a:r>
                <a:rPr lang="en-US" altLang="en-US" sz="1800">
                  <a:latin typeface="Calibri" panose="020F0502020204030204" pitchFamily="34" charset="0"/>
                  <a:cs typeface="Calibri" panose="020F0502020204030204" pitchFamily="34" charset="0"/>
                </a:rPr>
                <a:t>TCP connection</a:t>
              </a:r>
            </a:p>
            <a:p>
              <a:pPr algn="ctr">
                <a:lnSpc>
                  <a:spcPct val="85000"/>
                </a:lnSpc>
              </a:pPr>
              <a:r>
                <a:rPr lang="en-US" altLang="en-US" sz="1800">
                  <a:latin typeface="Calibri" panose="020F0502020204030204" pitchFamily="34" charset="0"/>
                  <a:cs typeface="Calibri" panose="020F0502020204030204" pitchFamily="34" charset="0"/>
                </a:rPr>
                <a:t>request</a:t>
              </a:r>
            </a:p>
          </p:txBody>
        </p:sp>
      </p:grpSp>
      <p:grpSp>
        <p:nvGrpSpPr>
          <p:cNvPr id="22" name="Group 57">
            <a:extLst>
              <a:ext uri="{FF2B5EF4-FFF2-40B4-BE49-F238E27FC236}">
                <a16:creationId xmlns:a16="http://schemas.microsoft.com/office/drawing/2014/main" id="{D654E4B1-1137-D1E9-6F1D-FB97A615F477}"/>
              </a:ext>
            </a:extLst>
          </p:cNvPr>
          <p:cNvGrpSpPr>
            <a:grpSpLocks/>
          </p:cNvGrpSpPr>
          <p:nvPr/>
        </p:nvGrpSpPr>
        <p:grpSpPr bwMode="auto">
          <a:xfrm>
            <a:off x="11293495" y="4330475"/>
            <a:ext cx="357186" cy="755650"/>
            <a:chOff x="4140" y="429"/>
            <a:chExt cx="1425" cy="2396"/>
          </a:xfrm>
        </p:grpSpPr>
        <p:sp>
          <p:nvSpPr>
            <p:cNvPr id="23" name="Freeform 58">
              <a:extLst>
                <a:ext uri="{FF2B5EF4-FFF2-40B4-BE49-F238E27FC236}">
                  <a16:creationId xmlns:a16="http://schemas.microsoft.com/office/drawing/2014/main" id="{7627CBF9-38D4-8235-1EE6-75D4F836EB9F}"/>
                </a:ext>
              </a:extLst>
            </p:cNvPr>
            <p:cNvSpPr>
              <a:spLocks/>
            </p:cNvSpPr>
            <p:nvPr/>
          </p:nvSpPr>
          <p:spPr bwMode="auto">
            <a:xfrm>
              <a:off x="5268" y="433"/>
              <a:ext cx="283" cy="2286"/>
            </a:xfrm>
            <a:custGeom>
              <a:avLst/>
              <a:gdLst>
                <a:gd name="T0" fmla="*/ 6 w 354"/>
                <a:gd name="T1" fmla="*/ 0 h 2742"/>
                <a:gd name="T2" fmla="*/ 30 w 354"/>
                <a:gd name="T3" fmla="*/ 46 h 2742"/>
                <a:gd name="T4" fmla="*/ 30 w 354"/>
                <a:gd name="T5" fmla="*/ 354 h 2742"/>
                <a:gd name="T6" fmla="*/ 0 w 354"/>
                <a:gd name="T7" fmla="*/ 371 h 2742"/>
                <a:gd name="T8" fmla="*/ 6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anose="020F0502020204030204" pitchFamily="34" charset="0"/>
                <a:cs typeface="Calibri" panose="020F0502020204030204" pitchFamily="34" charset="0"/>
              </a:endParaRPr>
            </a:p>
          </p:txBody>
        </p:sp>
        <p:sp>
          <p:nvSpPr>
            <p:cNvPr id="24" name="Rectangle 59">
              <a:extLst>
                <a:ext uri="{FF2B5EF4-FFF2-40B4-BE49-F238E27FC236}">
                  <a16:creationId xmlns:a16="http://schemas.microsoft.com/office/drawing/2014/main" id="{1CBB03D7-850E-6AE2-2200-4BC47DCCE419}"/>
                </a:ext>
              </a:extLst>
            </p:cNvPr>
            <p:cNvSpPr>
              <a:spLocks noChangeArrowheads="1"/>
            </p:cNvSpPr>
            <p:nvPr/>
          </p:nvSpPr>
          <p:spPr bwMode="auto">
            <a:xfrm>
              <a:off x="4208" y="429"/>
              <a:ext cx="1043"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25" name="Freeform 60">
              <a:extLst>
                <a:ext uri="{FF2B5EF4-FFF2-40B4-BE49-F238E27FC236}">
                  <a16:creationId xmlns:a16="http://schemas.microsoft.com/office/drawing/2014/main" id="{BDBC82A8-2B32-D3C3-82D8-A8BCC97E1D40}"/>
                </a:ext>
              </a:extLst>
            </p:cNvPr>
            <p:cNvSpPr>
              <a:spLocks/>
            </p:cNvSpPr>
            <p:nvPr/>
          </p:nvSpPr>
          <p:spPr bwMode="auto">
            <a:xfrm>
              <a:off x="5321" y="570"/>
              <a:ext cx="169" cy="2115"/>
            </a:xfrm>
            <a:custGeom>
              <a:avLst/>
              <a:gdLst>
                <a:gd name="T0" fmla="*/ 2 w 211"/>
                <a:gd name="T1" fmla="*/ 0 h 2537"/>
                <a:gd name="T2" fmla="*/ 18 w 211"/>
                <a:gd name="T3" fmla="*/ 30 h 2537"/>
                <a:gd name="T4" fmla="*/ 2 w 211"/>
                <a:gd name="T5" fmla="*/ 338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anose="020F0502020204030204" pitchFamily="34" charset="0"/>
                <a:cs typeface="Calibri" panose="020F0502020204030204" pitchFamily="34" charset="0"/>
              </a:endParaRPr>
            </a:p>
          </p:txBody>
        </p:sp>
        <p:sp>
          <p:nvSpPr>
            <p:cNvPr id="26" name="Freeform 61">
              <a:extLst>
                <a:ext uri="{FF2B5EF4-FFF2-40B4-BE49-F238E27FC236}">
                  <a16:creationId xmlns:a16="http://schemas.microsoft.com/office/drawing/2014/main" id="{C44EBAAB-2BBA-CCA6-287E-B30CFAEB94A0}"/>
                </a:ext>
              </a:extLst>
            </p:cNvPr>
            <p:cNvSpPr>
              <a:spLocks/>
            </p:cNvSpPr>
            <p:nvPr/>
          </p:nvSpPr>
          <p:spPr bwMode="auto">
            <a:xfrm>
              <a:off x="5284" y="1640"/>
              <a:ext cx="263" cy="189"/>
            </a:xfrm>
            <a:custGeom>
              <a:avLst/>
              <a:gdLst>
                <a:gd name="T0" fmla="*/ 2 w 328"/>
                <a:gd name="T1" fmla="*/ 0 h 226"/>
                <a:gd name="T2" fmla="*/ 29 w 328"/>
                <a:gd name="T3" fmla="*/ 18 h 226"/>
                <a:gd name="T4" fmla="*/ 29 w 328"/>
                <a:gd name="T5" fmla="*/ 32 h 226"/>
                <a:gd name="T6" fmla="*/ 0 w 328"/>
                <a:gd name="T7" fmla="*/ 1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anose="020F0502020204030204" pitchFamily="34" charset="0"/>
                <a:cs typeface="Calibri" panose="020F0502020204030204" pitchFamily="34" charset="0"/>
              </a:endParaRPr>
            </a:p>
          </p:txBody>
        </p:sp>
        <p:sp>
          <p:nvSpPr>
            <p:cNvPr id="27" name="Rectangle 62">
              <a:extLst>
                <a:ext uri="{FF2B5EF4-FFF2-40B4-BE49-F238E27FC236}">
                  <a16:creationId xmlns:a16="http://schemas.microsoft.com/office/drawing/2014/main" id="{D6898A7E-AA01-30F3-90C9-049EB4E5CF09}"/>
                </a:ext>
              </a:extLst>
            </p:cNvPr>
            <p:cNvSpPr>
              <a:spLocks noChangeArrowheads="1"/>
            </p:cNvSpPr>
            <p:nvPr/>
          </p:nvSpPr>
          <p:spPr bwMode="auto">
            <a:xfrm>
              <a:off x="4213" y="691"/>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grpSp>
          <p:nvGrpSpPr>
            <p:cNvPr id="28" name="Group 63">
              <a:extLst>
                <a:ext uri="{FF2B5EF4-FFF2-40B4-BE49-F238E27FC236}">
                  <a16:creationId xmlns:a16="http://schemas.microsoft.com/office/drawing/2014/main" id="{93948F27-0609-2756-717B-19A6D870E6AD}"/>
                </a:ext>
              </a:extLst>
            </p:cNvPr>
            <p:cNvGrpSpPr>
              <a:grpSpLocks/>
            </p:cNvGrpSpPr>
            <p:nvPr/>
          </p:nvGrpSpPr>
          <p:grpSpPr bwMode="auto">
            <a:xfrm>
              <a:off x="4749" y="668"/>
              <a:ext cx="581" cy="145"/>
              <a:chOff x="614" y="2568"/>
              <a:chExt cx="725" cy="139"/>
            </a:xfrm>
          </p:grpSpPr>
          <p:sp>
            <p:nvSpPr>
              <p:cNvPr id="53" name="AutoShape 64">
                <a:extLst>
                  <a:ext uri="{FF2B5EF4-FFF2-40B4-BE49-F238E27FC236}">
                    <a16:creationId xmlns:a16="http://schemas.microsoft.com/office/drawing/2014/main" id="{659C73FF-D08F-0B6E-1F54-127D0C1625A1}"/>
                  </a:ext>
                </a:extLst>
              </p:cNvPr>
              <p:cNvSpPr>
                <a:spLocks noChangeArrowheads="1"/>
              </p:cNvSpPr>
              <p:nvPr/>
            </p:nvSpPr>
            <p:spPr bwMode="auto">
              <a:xfrm>
                <a:off x="612" y="2566"/>
                <a:ext cx="726"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54" name="AutoShape 65">
                <a:extLst>
                  <a:ext uri="{FF2B5EF4-FFF2-40B4-BE49-F238E27FC236}">
                    <a16:creationId xmlns:a16="http://schemas.microsoft.com/office/drawing/2014/main" id="{39BB9676-3DDC-8ED7-EB4E-0F8D28BCC0FD}"/>
                  </a:ext>
                </a:extLst>
              </p:cNvPr>
              <p:cNvSpPr>
                <a:spLocks noChangeArrowheads="1"/>
              </p:cNvSpPr>
              <p:nvPr/>
            </p:nvSpPr>
            <p:spPr bwMode="auto">
              <a:xfrm>
                <a:off x="625" y="2580"/>
                <a:ext cx="693"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grpSp>
        <p:sp>
          <p:nvSpPr>
            <p:cNvPr id="29" name="Rectangle 66">
              <a:extLst>
                <a:ext uri="{FF2B5EF4-FFF2-40B4-BE49-F238E27FC236}">
                  <a16:creationId xmlns:a16="http://schemas.microsoft.com/office/drawing/2014/main" id="{95055D51-CF55-4ADF-A1A7-1AD30FF3FF46}"/>
                </a:ext>
              </a:extLst>
            </p:cNvPr>
            <p:cNvSpPr>
              <a:spLocks noChangeArrowheads="1"/>
            </p:cNvSpPr>
            <p:nvPr/>
          </p:nvSpPr>
          <p:spPr bwMode="auto">
            <a:xfrm>
              <a:off x="4224" y="1018"/>
              <a:ext cx="597"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grpSp>
          <p:nvGrpSpPr>
            <p:cNvPr id="30" name="Group 67">
              <a:extLst>
                <a:ext uri="{FF2B5EF4-FFF2-40B4-BE49-F238E27FC236}">
                  <a16:creationId xmlns:a16="http://schemas.microsoft.com/office/drawing/2014/main" id="{DEA7E3AB-7825-F6DD-326E-4B9C33E57C5C}"/>
                </a:ext>
              </a:extLst>
            </p:cNvPr>
            <p:cNvGrpSpPr>
              <a:grpSpLocks/>
            </p:cNvGrpSpPr>
            <p:nvPr/>
          </p:nvGrpSpPr>
          <p:grpSpPr bwMode="auto">
            <a:xfrm>
              <a:off x="4747" y="994"/>
              <a:ext cx="581" cy="134"/>
              <a:chOff x="614" y="2568"/>
              <a:chExt cx="725" cy="139"/>
            </a:xfrm>
          </p:grpSpPr>
          <p:sp>
            <p:nvSpPr>
              <p:cNvPr id="51" name="AutoShape 68">
                <a:extLst>
                  <a:ext uri="{FF2B5EF4-FFF2-40B4-BE49-F238E27FC236}">
                    <a16:creationId xmlns:a16="http://schemas.microsoft.com/office/drawing/2014/main" id="{E9FB8FB8-1417-8099-7689-7E18F311166E}"/>
                  </a:ext>
                </a:extLst>
              </p:cNvPr>
              <p:cNvSpPr>
                <a:spLocks noChangeArrowheads="1"/>
              </p:cNvSpPr>
              <p:nvPr/>
            </p:nvSpPr>
            <p:spPr bwMode="auto">
              <a:xfrm>
                <a:off x="615" y="2567"/>
                <a:ext cx="726"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52" name="AutoShape 69">
                <a:extLst>
                  <a:ext uri="{FF2B5EF4-FFF2-40B4-BE49-F238E27FC236}">
                    <a16:creationId xmlns:a16="http://schemas.microsoft.com/office/drawing/2014/main" id="{5A851B06-439E-59B1-012A-37DFC2B80605}"/>
                  </a:ext>
                </a:extLst>
              </p:cNvPr>
              <p:cNvSpPr>
                <a:spLocks noChangeArrowheads="1"/>
              </p:cNvSpPr>
              <p:nvPr/>
            </p:nvSpPr>
            <p:spPr bwMode="auto">
              <a:xfrm>
                <a:off x="628" y="2582"/>
                <a:ext cx="693"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grpSp>
        <p:sp>
          <p:nvSpPr>
            <p:cNvPr id="31" name="Rectangle 70">
              <a:extLst>
                <a:ext uri="{FF2B5EF4-FFF2-40B4-BE49-F238E27FC236}">
                  <a16:creationId xmlns:a16="http://schemas.microsoft.com/office/drawing/2014/main" id="{A776AA0A-EB03-B25D-E12E-B4A9D472ABE6}"/>
                </a:ext>
              </a:extLst>
            </p:cNvPr>
            <p:cNvSpPr>
              <a:spLocks noChangeArrowheads="1"/>
            </p:cNvSpPr>
            <p:nvPr/>
          </p:nvSpPr>
          <p:spPr bwMode="auto">
            <a:xfrm>
              <a:off x="4219" y="1360"/>
              <a:ext cx="592"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32" name="Rectangle 71">
              <a:extLst>
                <a:ext uri="{FF2B5EF4-FFF2-40B4-BE49-F238E27FC236}">
                  <a16:creationId xmlns:a16="http://schemas.microsoft.com/office/drawing/2014/main" id="{C193C9E2-2B48-9F58-3F77-6A2E7B77755C}"/>
                </a:ext>
              </a:extLst>
            </p:cNvPr>
            <p:cNvSpPr>
              <a:spLocks noChangeArrowheads="1"/>
            </p:cNvSpPr>
            <p:nvPr/>
          </p:nvSpPr>
          <p:spPr bwMode="auto">
            <a:xfrm>
              <a:off x="4229" y="1657"/>
              <a:ext cx="597" cy="45"/>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grpSp>
          <p:nvGrpSpPr>
            <p:cNvPr id="33" name="Group 72">
              <a:extLst>
                <a:ext uri="{FF2B5EF4-FFF2-40B4-BE49-F238E27FC236}">
                  <a16:creationId xmlns:a16="http://schemas.microsoft.com/office/drawing/2014/main" id="{90D49452-7289-C8B4-1137-00CD56FC2FBD}"/>
                </a:ext>
              </a:extLst>
            </p:cNvPr>
            <p:cNvGrpSpPr>
              <a:grpSpLocks/>
            </p:cNvGrpSpPr>
            <p:nvPr/>
          </p:nvGrpSpPr>
          <p:grpSpPr bwMode="auto">
            <a:xfrm>
              <a:off x="4735" y="1627"/>
              <a:ext cx="582" cy="151"/>
              <a:chOff x="614" y="2568"/>
              <a:chExt cx="725" cy="139"/>
            </a:xfrm>
          </p:grpSpPr>
          <p:sp>
            <p:nvSpPr>
              <p:cNvPr id="49" name="AutoShape 73">
                <a:extLst>
                  <a:ext uri="{FF2B5EF4-FFF2-40B4-BE49-F238E27FC236}">
                    <a16:creationId xmlns:a16="http://schemas.microsoft.com/office/drawing/2014/main" id="{0756E6B7-A67E-DF0D-1819-1EBC1BCA55F0}"/>
                  </a:ext>
                </a:extLst>
              </p:cNvPr>
              <p:cNvSpPr>
                <a:spLocks noChangeArrowheads="1"/>
              </p:cNvSpPr>
              <p:nvPr/>
            </p:nvSpPr>
            <p:spPr bwMode="auto">
              <a:xfrm>
                <a:off x="617" y="2568"/>
                <a:ext cx="724"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50" name="AutoShape 74">
                <a:extLst>
                  <a:ext uri="{FF2B5EF4-FFF2-40B4-BE49-F238E27FC236}">
                    <a16:creationId xmlns:a16="http://schemas.microsoft.com/office/drawing/2014/main" id="{49F4840B-AC89-36C1-142C-F4A748713D53}"/>
                  </a:ext>
                </a:extLst>
              </p:cNvPr>
              <p:cNvSpPr>
                <a:spLocks noChangeArrowheads="1"/>
              </p:cNvSpPr>
              <p:nvPr/>
            </p:nvSpPr>
            <p:spPr bwMode="auto">
              <a:xfrm>
                <a:off x="630" y="2582"/>
                <a:ext cx="692"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grpSp>
        <p:sp>
          <p:nvSpPr>
            <p:cNvPr id="34" name="Freeform 75">
              <a:extLst>
                <a:ext uri="{FF2B5EF4-FFF2-40B4-BE49-F238E27FC236}">
                  <a16:creationId xmlns:a16="http://schemas.microsoft.com/office/drawing/2014/main" id="{0BA7125B-927F-97C3-CA3B-007DD0B6064D}"/>
                </a:ext>
              </a:extLst>
            </p:cNvPr>
            <p:cNvSpPr>
              <a:spLocks/>
            </p:cNvSpPr>
            <p:nvPr/>
          </p:nvSpPr>
          <p:spPr bwMode="auto">
            <a:xfrm>
              <a:off x="5288" y="1354"/>
              <a:ext cx="263" cy="188"/>
            </a:xfrm>
            <a:custGeom>
              <a:avLst/>
              <a:gdLst>
                <a:gd name="T0" fmla="*/ 2 w 328"/>
                <a:gd name="T1" fmla="*/ 0 h 226"/>
                <a:gd name="T2" fmla="*/ 29 w 328"/>
                <a:gd name="T3" fmla="*/ 17 h 226"/>
                <a:gd name="T4" fmla="*/ 29 w 328"/>
                <a:gd name="T5" fmla="*/ 30 h 226"/>
                <a:gd name="T6" fmla="*/ 0 w 328"/>
                <a:gd name="T7" fmla="*/ 1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anose="020F0502020204030204" pitchFamily="34" charset="0"/>
                <a:cs typeface="Calibri" panose="020F0502020204030204" pitchFamily="34" charset="0"/>
              </a:endParaRPr>
            </a:p>
          </p:txBody>
        </p:sp>
        <p:grpSp>
          <p:nvGrpSpPr>
            <p:cNvPr id="35" name="Group 76">
              <a:extLst>
                <a:ext uri="{FF2B5EF4-FFF2-40B4-BE49-F238E27FC236}">
                  <a16:creationId xmlns:a16="http://schemas.microsoft.com/office/drawing/2014/main" id="{FEFB62B0-6E6E-3F82-7855-A901E00AC6F3}"/>
                </a:ext>
              </a:extLst>
            </p:cNvPr>
            <p:cNvGrpSpPr>
              <a:grpSpLocks/>
            </p:cNvGrpSpPr>
            <p:nvPr/>
          </p:nvGrpSpPr>
          <p:grpSpPr bwMode="auto">
            <a:xfrm>
              <a:off x="4739" y="1327"/>
              <a:ext cx="582" cy="139"/>
              <a:chOff x="614" y="2568"/>
              <a:chExt cx="725" cy="139"/>
            </a:xfrm>
          </p:grpSpPr>
          <p:sp>
            <p:nvSpPr>
              <p:cNvPr id="47" name="AutoShape 77">
                <a:extLst>
                  <a:ext uri="{FF2B5EF4-FFF2-40B4-BE49-F238E27FC236}">
                    <a16:creationId xmlns:a16="http://schemas.microsoft.com/office/drawing/2014/main" id="{5C2437EA-E36A-6649-1522-AEAC902D464A}"/>
                  </a:ext>
                </a:extLst>
              </p:cNvPr>
              <p:cNvSpPr>
                <a:spLocks noChangeArrowheads="1"/>
              </p:cNvSpPr>
              <p:nvPr/>
            </p:nvSpPr>
            <p:spPr bwMode="auto">
              <a:xfrm>
                <a:off x="612" y="2566"/>
                <a:ext cx="724"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48" name="AutoShape 78">
                <a:extLst>
                  <a:ext uri="{FF2B5EF4-FFF2-40B4-BE49-F238E27FC236}">
                    <a16:creationId xmlns:a16="http://schemas.microsoft.com/office/drawing/2014/main" id="{C9DE5EF4-4EF4-B72F-81CC-3515F03761A6}"/>
                  </a:ext>
                </a:extLst>
              </p:cNvPr>
              <p:cNvSpPr>
                <a:spLocks noChangeArrowheads="1"/>
              </p:cNvSpPr>
              <p:nvPr/>
            </p:nvSpPr>
            <p:spPr bwMode="auto">
              <a:xfrm>
                <a:off x="625" y="2581"/>
                <a:ext cx="692" cy="11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grpSp>
        <p:sp>
          <p:nvSpPr>
            <p:cNvPr id="36" name="Rectangle 79">
              <a:extLst>
                <a:ext uri="{FF2B5EF4-FFF2-40B4-BE49-F238E27FC236}">
                  <a16:creationId xmlns:a16="http://schemas.microsoft.com/office/drawing/2014/main" id="{FE1C1920-1CBC-64B3-4B87-64788AB81739}"/>
                </a:ext>
              </a:extLst>
            </p:cNvPr>
            <p:cNvSpPr>
              <a:spLocks noChangeArrowheads="1"/>
            </p:cNvSpPr>
            <p:nvPr/>
          </p:nvSpPr>
          <p:spPr bwMode="auto">
            <a:xfrm>
              <a:off x="5251"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37" name="Freeform 80">
              <a:extLst>
                <a:ext uri="{FF2B5EF4-FFF2-40B4-BE49-F238E27FC236}">
                  <a16:creationId xmlns:a16="http://schemas.microsoft.com/office/drawing/2014/main" id="{0CAB6095-B659-BB71-1541-CC4AC2A0060C}"/>
                </a:ext>
              </a:extLst>
            </p:cNvPr>
            <p:cNvSpPr>
              <a:spLocks/>
            </p:cNvSpPr>
            <p:nvPr/>
          </p:nvSpPr>
          <p:spPr bwMode="auto">
            <a:xfrm>
              <a:off x="5312" y="1007"/>
              <a:ext cx="237" cy="213"/>
            </a:xfrm>
            <a:custGeom>
              <a:avLst/>
              <a:gdLst>
                <a:gd name="T0" fmla="*/ 2 w 296"/>
                <a:gd name="T1" fmla="*/ 0 h 256"/>
                <a:gd name="T2" fmla="*/ 26 w 296"/>
                <a:gd name="T3" fmla="*/ 18 h 256"/>
                <a:gd name="T4" fmla="*/ 26 w 296"/>
                <a:gd name="T5" fmla="*/ 34 h 256"/>
                <a:gd name="T6" fmla="*/ 0 w 296"/>
                <a:gd name="T7" fmla="*/ 1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anose="020F0502020204030204" pitchFamily="34" charset="0"/>
                <a:cs typeface="Calibri" panose="020F0502020204030204" pitchFamily="34" charset="0"/>
              </a:endParaRPr>
            </a:p>
          </p:txBody>
        </p:sp>
        <p:sp>
          <p:nvSpPr>
            <p:cNvPr id="38" name="Freeform 81">
              <a:extLst>
                <a:ext uri="{FF2B5EF4-FFF2-40B4-BE49-F238E27FC236}">
                  <a16:creationId xmlns:a16="http://schemas.microsoft.com/office/drawing/2014/main" id="{3E8908B7-5055-7611-523F-31EF7EE59CBE}"/>
                </a:ext>
              </a:extLst>
            </p:cNvPr>
            <p:cNvSpPr>
              <a:spLocks/>
            </p:cNvSpPr>
            <p:nvPr/>
          </p:nvSpPr>
          <p:spPr bwMode="auto">
            <a:xfrm>
              <a:off x="5315" y="680"/>
              <a:ext cx="244" cy="240"/>
            </a:xfrm>
            <a:custGeom>
              <a:avLst/>
              <a:gdLst>
                <a:gd name="T0" fmla="*/ 0 w 304"/>
                <a:gd name="T1" fmla="*/ 0 h 288"/>
                <a:gd name="T2" fmla="*/ 27 w 304"/>
                <a:gd name="T3" fmla="*/ 23 h 288"/>
                <a:gd name="T4" fmla="*/ 25 w 304"/>
                <a:gd name="T5" fmla="*/ 39 h 288"/>
                <a:gd name="T6" fmla="*/ 2 w 304"/>
                <a:gd name="T7" fmla="*/ 1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anose="020F0502020204030204" pitchFamily="34" charset="0"/>
                <a:cs typeface="Calibri" panose="020F0502020204030204" pitchFamily="34" charset="0"/>
              </a:endParaRPr>
            </a:p>
          </p:txBody>
        </p:sp>
        <p:sp>
          <p:nvSpPr>
            <p:cNvPr id="39" name="Oval 82">
              <a:extLst>
                <a:ext uri="{FF2B5EF4-FFF2-40B4-BE49-F238E27FC236}">
                  <a16:creationId xmlns:a16="http://schemas.microsoft.com/office/drawing/2014/main" id="{391DACE7-6DF6-293E-D2CA-CDBEC0D6D1F1}"/>
                </a:ext>
              </a:extLst>
            </p:cNvPr>
            <p:cNvSpPr>
              <a:spLocks noChangeArrowheads="1"/>
            </p:cNvSpPr>
            <p:nvPr/>
          </p:nvSpPr>
          <p:spPr bwMode="auto">
            <a:xfrm>
              <a:off x="5518" y="2609"/>
              <a:ext cx="47" cy="101"/>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40" name="Freeform 83">
              <a:extLst>
                <a:ext uri="{FF2B5EF4-FFF2-40B4-BE49-F238E27FC236}">
                  <a16:creationId xmlns:a16="http://schemas.microsoft.com/office/drawing/2014/main" id="{469591E7-DC36-2871-D218-7FBA6375D6B3}"/>
                </a:ext>
              </a:extLst>
            </p:cNvPr>
            <p:cNvSpPr>
              <a:spLocks/>
            </p:cNvSpPr>
            <p:nvPr/>
          </p:nvSpPr>
          <p:spPr bwMode="auto">
            <a:xfrm>
              <a:off x="5302" y="2614"/>
              <a:ext cx="245" cy="200"/>
            </a:xfrm>
            <a:custGeom>
              <a:avLst/>
              <a:gdLst>
                <a:gd name="T0" fmla="*/ 0 w 306"/>
                <a:gd name="T1" fmla="*/ 15 h 240"/>
                <a:gd name="T2" fmla="*/ 2 w 306"/>
                <a:gd name="T3" fmla="*/ 33 h 240"/>
                <a:gd name="T4" fmla="*/ 27 w 306"/>
                <a:gd name="T5" fmla="*/ 15 h 240"/>
                <a:gd name="T6" fmla="*/ 26 w 306"/>
                <a:gd name="T7" fmla="*/ 0 h 240"/>
                <a:gd name="T8" fmla="*/ 0 w 306"/>
                <a:gd name="T9" fmla="*/ 15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Calibri" panose="020F0502020204030204" pitchFamily="34" charset="0"/>
                <a:cs typeface="Calibri" panose="020F0502020204030204" pitchFamily="34" charset="0"/>
              </a:endParaRPr>
            </a:p>
          </p:txBody>
        </p:sp>
        <p:sp>
          <p:nvSpPr>
            <p:cNvPr id="41" name="AutoShape 84">
              <a:extLst>
                <a:ext uri="{FF2B5EF4-FFF2-40B4-BE49-F238E27FC236}">
                  <a16:creationId xmlns:a16="http://schemas.microsoft.com/office/drawing/2014/main" id="{C09E1E49-3F79-9978-2984-71FC4CE46548}"/>
                </a:ext>
              </a:extLst>
            </p:cNvPr>
            <p:cNvSpPr>
              <a:spLocks noChangeArrowheads="1"/>
            </p:cNvSpPr>
            <p:nvPr/>
          </p:nvSpPr>
          <p:spPr bwMode="auto">
            <a:xfrm>
              <a:off x="4140" y="2679"/>
              <a:ext cx="1200" cy="146"/>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42" name="AutoShape 85">
              <a:extLst>
                <a:ext uri="{FF2B5EF4-FFF2-40B4-BE49-F238E27FC236}">
                  <a16:creationId xmlns:a16="http://schemas.microsoft.com/office/drawing/2014/main" id="{A2F4E86D-C99D-1ED7-F13D-590B89B5325F}"/>
                </a:ext>
              </a:extLst>
            </p:cNvPr>
            <p:cNvSpPr>
              <a:spLocks noChangeArrowheads="1"/>
            </p:cNvSpPr>
            <p:nvPr/>
          </p:nvSpPr>
          <p:spPr bwMode="auto">
            <a:xfrm>
              <a:off x="4208" y="2709"/>
              <a:ext cx="1069"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43" name="Oval 86">
              <a:extLst>
                <a:ext uri="{FF2B5EF4-FFF2-40B4-BE49-F238E27FC236}">
                  <a16:creationId xmlns:a16="http://schemas.microsoft.com/office/drawing/2014/main" id="{593D45BD-2811-2EAB-89A5-4E58FAD4BA5E}"/>
                </a:ext>
              </a:extLst>
            </p:cNvPr>
            <p:cNvSpPr>
              <a:spLocks noChangeArrowheads="1"/>
            </p:cNvSpPr>
            <p:nvPr/>
          </p:nvSpPr>
          <p:spPr bwMode="auto">
            <a:xfrm>
              <a:off x="4308" y="2382"/>
              <a:ext cx="157" cy="146"/>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44" name="Oval 87">
              <a:extLst>
                <a:ext uri="{FF2B5EF4-FFF2-40B4-BE49-F238E27FC236}">
                  <a16:creationId xmlns:a16="http://schemas.microsoft.com/office/drawing/2014/main" id="{29AB8F56-71F0-8D4C-23A0-BC2A7AC0860C}"/>
                </a:ext>
              </a:extLst>
            </p:cNvPr>
            <p:cNvSpPr>
              <a:spLocks noChangeArrowheads="1"/>
            </p:cNvSpPr>
            <p:nvPr/>
          </p:nvSpPr>
          <p:spPr bwMode="auto">
            <a:xfrm>
              <a:off x="4486" y="2382"/>
              <a:ext cx="162" cy="146"/>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endParaRPr lang="en-US" altLang="en-US" sz="1800">
                <a:latin typeface="Calibri" panose="020F0502020204030204" pitchFamily="34" charset="0"/>
                <a:cs typeface="Calibri" panose="020F0502020204030204" pitchFamily="34" charset="0"/>
              </a:endParaRPr>
            </a:p>
          </p:txBody>
        </p:sp>
        <p:sp>
          <p:nvSpPr>
            <p:cNvPr id="45" name="Oval 88">
              <a:extLst>
                <a:ext uri="{FF2B5EF4-FFF2-40B4-BE49-F238E27FC236}">
                  <a16:creationId xmlns:a16="http://schemas.microsoft.com/office/drawing/2014/main" id="{0924C91C-FA4E-EEC8-A99A-C313DE2AD1E5}"/>
                </a:ext>
              </a:extLst>
            </p:cNvPr>
            <p:cNvSpPr>
              <a:spLocks noChangeArrowheads="1"/>
            </p:cNvSpPr>
            <p:nvPr/>
          </p:nvSpPr>
          <p:spPr bwMode="auto">
            <a:xfrm>
              <a:off x="4664" y="2382"/>
              <a:ext cx="157" cy="141"/>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46" name="Rectangle 89">
              <a:extLst>
                <a:ext uri="{FF2B5EF4-FFF2-40B4-BE49-F238E27FC236}">
                  <a16:creationId xmlns:a16="http://schemas.microsoft.com/office/drawing/2014/main" id="{80213674-83D4-AEB9-1A3C-C61F835AC7D4}"/>
                </a:ext>
              </a:extLst>
            </p:cNvPr>
            <p:cNvSpPr>
              <a:spLocks noChangeArrowheads="1"/>
            </p:cNvSpPr>
            <p:nvPr/>
          </p:nvSpPr>
          <p:spPr bwMode="auto">
            <a:xfrm>
              <a:off x="5062" y="1833"/>
              <a:ext cx="84" cy="765"/>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grpSp>
      <p:grpSp>
        <p:nvGrpSpPr>
          <p:cNvPr id="55" name="Group 90">
            <a:extLst>
              <a:ext uri="{FF2B5EF4-FFF2-40B4-BE49-F238E27FC236}">
                <a16:creationId xmlns:a16="http://schemas.microsoft.com/office/drawing/2014/main" id="{A0AE61B8-A743-8F6E-A37B-708801A9E0AF}"/>
              </a:ext>
            </a:extLst>
          </p:cNvPr>
          <p:cNvGrpSpPr>
            <a:grpSpLocks/>
          </p:cNvGrpSpPr>
          <p:nvPr/>
        </p:nvGrpSpPr>
        <p:grpSpPr bwMode="auto">
          <a:xfrm>
            <a:off x="8156595" y="3887562"/>
            <a:ext cx="893762" cy="828675"/>
            <a:chOff x="-44" y="1473"/>
            <a:chExt cx="981" cy="1105"/>
          </a:xfrm>
        </p:grpSpPr>
        <p:pic>
          <p:nvPicPr>
            <p:cNvPr id="56" name="Picture 91" descr="desktop_computer_stylized_medium">
              <a:extLst>
                <a:ext uri="{FF2B5EF4-FFF2-40B4-BE49-F238E27FC236}">
                  <a16:creationId xmlns:a16="http://schemas.microsoft.com/office/drawing/2014/main" id="{43600418-5DA2-88A5-B8FD-D3ED0214D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Freeform 92">
              <a:extLst>
                <a:ext uri="{FF2B5EF4-FFF2-40B4-BE49-F238E27FC236}">
                  <a16:creationId xmlns:a16="http://schemas.microsoft.com/office/drawing/2014/main" id="{55BF255D-A4AF-8B36-1EE0-1D2C2CADE1E9}"/>
                </a:ext>
              </a:extLst>
            </p:cNvPr>
            <p:cNvSpPr>
              <a:spLocks/>
            </p:cNvSpPr>
            <p:nvPr/>
          </p:nvSpPr>
          <p:spPr bwMode="auto">
            <a:xfrm flipH="1">
              <a:off x="374" y="1579"/>
              <a:ext cx="477" cy="506"/>
            </a:xfrm>
            <a:custGeom>
              <a:avLst/>
              <a:gdLst>
                <a:gd name="T0" fmla="*/ 0 w 356"/>
                <a:gd name="T1" fmla="*/ 0 h 368"/>
                <a:gd name="T2" fmla="*/ 7497 w 356"/>
                <a:gd name="T3" fmla="*/ 469 h 368"/>
                <a:gd name="T4" fmla="*/ 8894 w 356"/>
                <a:gd name="T5" fmla="*/ 9780 h 368"/>
                <a:gd name="T6" fmla="*/ 1960 w 356"/>
                <a:gd name="T7" fmla="*/ 1223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latin typeface="Calibri" panose="020F0502020204030204" pitchFamily="34" charset="0"/>
                <a:cs typeface="Calibri" panose="020F0502020204030204" pitchFamily="34" charset="0"/>
              </a:endParaRPr>
            </a:p>
          </p:txBody>
        </p:sp>
      </p:grpSp>
      <p:grpSp>
        <p:nvGrpSpPr>
          <p:cNvPr id="58" name="Group 57">
            <a:extLst>
              <a:ext uri="{FF2B5EF4-FFF2-40B4-BE49-F238E27FC236}">
                <a16:creationId xmlns:a16="http://schemas.microsoft.com/office/drawing/2014/main" id="{AAD33C3D-B6FF-B67A-3DFA-B18102E05B1F}"/>
              </a:ext>
            </a:extLst>
          </p:cNvPr>
          <p:cNvGrpSpPr/>
          <p:nvPr/>
        </p:nvGrpSpPr>
        <p:grpSpPr>
          <a:xfrm>
            <a:off x="8879737" y="5511575"/>
            <a:ext cx="2925958" cy="425450"/>
            <a:chOff x="6666309" y="3902076"/>
            <a:chExt cx="2925958" cy="425450"/>
          </a:xfrm>
        </p:grpSpPr>
        <p:sp>
          <p:nvSpPr>
            <p:cNvPr id="59" name="Line 94">
              <a:extLst>
                <a:ext uri="{FF2B5EF4-FFF2-40B4-BE49-F238E27FC236}">
                  <a16:creationId xmlns:a16="http://schemas.microsoft.com/office/drawing/2014/main" id="{CE1A1C86-F25E-67F3-FDF6-F4432BBD3B11}"/>
                </a:ext>
              </a:extLst>
            </p:cNvPr>
            <p:cNvSpPr>
              <a:spLocks noChangeShapeType="1"/>
            </p:cNvSpPr>
            <p:nvPr/>
          </p:nvSpPr>
          <p:spPr bwMode="auto">
            <a:xfrm>
              <a:off x="6833754" y="3902076"/>
              <a:ext cx="2400300" cy="419100"/>
            </a:xfrm>
            <a:prstGeom prst="line">
              <a:avLst/>
            </a:prstGeom>
            <a:noFill/>
            <a:ln w="28575">
              <a:solidFill>
                <a:srgbClr val="0000A8"/>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675DC322-D6E3-5635-64F9-375177A6C215}"/>
                </a:ext>
              </a:extLst>
            </p:cNvPr>
            <p:cNvSpPr/>
            <p:nvPr/>
          </p:nvSpPr>
          <p:spPr>
            <a:xfrm>
              <a:off x="7315200" y="4021087"/>
              <a:ext cx="1687079" cy="282938"/>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 Box 95">
              <a:extLst>
                <a:ext uri="{FF2B5EF4-FFF2-40B4-BE49-F238E27FC236}">
                  <a16:creationId xmlns:a16="http://schemas.microsoft.com/office/drawing/2014/main" id="{4BB1A485-0174-E3F6-EEC8-2A7B1C038062}"/>
                </a:ext>
              </a:extLst>
            </p:cNvPr>
            <p:cNvSpPr txBox="1">
              <a:spLocks noChangeArrowheads="1"/>
            </p:cNvSpPr>
            <p:nvPr/>
          </p:nvSpPr>
          <p:spPr bwMode="auto">
            <a:xfrm>
              <a:off x="6666309" y="3960813"/>
              <a:ext cx="292595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a:latin typeface="Calibri" panose="020F0502020204030204" pitchFamily="34" charset="0"/>
                  <a:cs typeface="Calibri" panose="020F0502020204030204" pitchFamily="34" charset="0"/>
                </a:rPr>
                <a:t>GET</a:t>
              </a:r>
              <a:r>
                <a:rPr lang="en-US" altLang="en-US" sz="1400">
                  <a:latin typeface="Calibri" panose="020F0502020204030204" pitchFamily="34" charset="0"/>
                  <a:cs typeface="Calibri" panose="020F0502020204030204" pitchFamily="34" charset="0"/>
                </a:rPr>
                <a:t> </a:t>
              </a:r>
              <a:r>
                <a:rPr lang="en-US" altLang="en-US" sz="1200">
                  <a:latin typeface="+mn-lt"/>
                  <a:cs typeface="Calibri" panose="020F0502020204030204" pitchFamily="34" charset="0"/>
                </a:rPr>
                <a:t>http://</a:t>
              </a:r>
              <a:r>
                <a:rPr lang="en-US" altLang="en-US" sz="1200" err="1">
                  <a:latin typeface="+mn-lt"/>
                  <a:cs typeface="Calibri" panose="020F0502020204030204" pitchFamily="34" charset="0"/>
                </a:rPr>
                <a:t>www.google.com</a:t>
              </a:r>
              <a:endParaRPr lang="en-US" altLang="en-US">
                <a:latin typeface="+mn-lt"/>
                <a:cs typeface="Calibri" panose="020F0502020204030204" pitchFamily="34" charset="0"/>
              </a:endParaRPr>
            </a:p>
          </p:txBody>
        </p:sp>
      </p:grpSp>
      <p:sp>
        <p:nvSpPr>
          <p:cNvPr id="581" name="TextBox 580">
            <a:extLst>
              <a:ext uri="{FF2B5EF4-FFF2-40B4-BE49-F238E27FC236}">
                <a16:creationId xmlns:a16="http://schemas.microsoft.com/office/drawing/2014/main" id="{0DF031A0-DE27-1A69-945A-C3340DDD0C38}"/>
              </a:ext>
            </a:extLst>
          </p:cNvPr>
          <p:cNvSpPr txBox="1"/>
          <p:nvPr/>
        </p:nvSpPr>
        <p:spPr>
          <a:xfrm>
            <a:off x="572223" y="5511037"/>
            <a:ext cx="5806163" cy="1015663"/>
          </a:xfrm>
          <a:prstGeom prst="rect">
            <a:avLst/>
          </a:prstGeom>
          <a:noFill/>
          <a:ln w="19050">
            <a:solidFill>
              <a:schemeClr val="accent1">
                <a:shade val="15000"/>
              </a:schemeClr>
            </a:solidFill>
          </a:ln>
        </p:spPr>
        <p:txBody>
          <a:bodyPr wrap="square" rtlCol="0">
            <a:spAutoFit/>
          </a:bodyPr>
          <a:lstStyle/>
          <a:p>
            <a:pPr marL="342900" indent="-342900">
              <a:buFont typeface="Arial" panose="020B0604020202020204" pitchFamily="34" charset="0"/>
              <a:buChar char="•"/>
            </a:pPr>
            <a:r>
              <a:rPr lang="en-US" sz="2000"/>
              <a:t>Request For Comments (RFCs) specifying the protocols</a:t>
            </a:r>
          </a:p>
          <a:p>
            <a:pPr marL="342900" indent="-342900">
              <a:buFont typeface="Arial" panose="020B0604020202020204" pitchFamily="34" charset="0"/>
              <a:buChar char="•"/>
            </a:pPr>
            <a:r>
              <a:rPr lang="en-US" sz="2000"/>
              <a:t>Standardization bodies: IETF, IAB etc.</a:t>
            </a:r>
          </a:p>
        </p:txBody>
      </p:sp>
      <p:pic>
        <p:nvPicPr>
          <p:cNvPr id="9" name="Picture 62" descr="Alice">
            <a:extLst>
              <a:ext uri="{FF2B5EF4-FFF2-40B4-BE49-F238E27FC236}">
                <a16:creationId xmlns:a16="http://schemas.microsoft.com/office/drawing/2014/main" id="{311C8566-4893-09FC-7688-F7D9276A2E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7829" y="904374"/>
            <a:ext cx="56197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63" descr="Bob">
            <a:extLst>
              <a:ext uri="{FF2B5EF4-FFF2-40B4-BE49-F238E27FC236}">
                <a16:creationId xmlns:a16="http://schemas.microsoft.com/office/drawing/2014/main" id="{23D92DC4-DACF-CEC2-9957-28B4594D032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97179" y="1299661"/>
            <a:ext cx="676275"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2" name="Group 61">
            <a:extLst>
              <a:ext uri="{FF2B5EF4-FFF2-40B4-BE49-F238E27FC236}">
                <a16:creationId xmlns:a16="http://schemas.microsoft.com/office/drawing/2014/main" id="{DAE67FEE-1272-3036-0430-69E8F3FD3504}"/>
              </a:ext>
            </a:extLst>
          </p:cNvPr>
          <p:cNvGrpSpPr/>
          <p:nvPr/>
        </p:nvGrpSpPr>
        <p:grpSpPr>
          <a:xfrm>
            <a:off x="9125516" y="1012324"/>
            <a:ext cx="1762125" cy="563562"/>
            <a:chOff x="2925329" y="2422526"/>
            <a:chExt cx="1762125" cy="563562"/>
          </a:xfrm>
        </p:grpSpPr>
        <p:sp>
          <p:nvSpPr>
            <p:cNvPr id="63" name="Line 10">
              <a:extLst>
                <a:ext uri="{FF2B5EF4-FFF2-40B4-BE49-F238E27FC236}">
                  <a16:creationId xmlns:a16="http://schemas.microsoft.com/office/drawing/2014/main" id="{3F02411E-94EE-8DBA-0D3F-350CCFDBFAD8}"/>
                </a:ext>
              </a:extLst>
            </p:cNvPr>
            <p:cNvSpPr>
              <a:spLocks noChangeShapeType="1"/>
            </p:cNvSpPr>
            <p:nvPr/>
          </p:nvSpPr>
          <p:spPr bwMode="auto">
            <a:xfrm>
              <a:off x="2925329" y="2709863"/>
              <a:ext cx="1762125" cy="276225"/>
            </a:xfrm>
            <a:prstGeom prst="line">
              <a:avLst/>
            </a:prstGeom>
            <a:noFill/>
            <a:ln w="28575">
              <a:solidFill>
                <a:srgbClr val="0000A8"/>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576" name="Text Box 64">
              <a:extLst>
                <a:ext uri="{FF2B5EF4-FFF2-40B4-BE49-F238E27FC236}">
                  <a16:creationId xmlns:a16="http://schemas.microsoft.com/office/drawing/2014/main" id="{EF748873-6C9B-E311-5A91-0DC1A05DFAB4}"/>
                </a:ext>
              </a:extLst>
            </p:cNvPr>
            <p:cNvSpPr txBox="1">
              <a:spLocks noChangeArrowheads="1"/>
            </p:cNvSpPr>
            <p:nvPr/>
          </p:nvSpPr>
          <p:spPr bwMode="auto">
            <a:xfrm>
              <a:off x="3366654" y="2422526"/>
              <a:ext cx="4475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latin typeface="Calibri" panose="020F0502020204030204" pitchFamily="34" charset="0"/>
                  <a:cs typeface="Calibri" panose="020F0502020204030204" pitchFamily="34" charset="0"/>
                </a:rPr>
                <a:t>Hi</a:t>
              </a:r>
            </a:p>
          </p:txBody>
        </p:sp>
      </p:grpSp>
      <p:grpSp>
        <p:nvGrpSpPr>
          <p:cNvPr id="577" name="Group 576">
            <a:extLst>
              <a:ext uri="{FF2B5EF4-FFF2-40B4-BE49-F238E27FC236}">
                <a16:creationId xmlns:a16="http://schemas.microsoft.com/office/drawing/2014/main" id="{4902E677-D453-F622-0ACC-5278728143E8}"/>
              </a:ext>
            </a:extLst>
          </p:cNvPr>
          <p:cNvGrpSpPr/>
          <p:nvPr/>
        </p:nvGrpSpPr>
        <p:grpSpPr>
          <a:xfrm>
            <a:off x="8817541" y="1636211"/>
            <a:ext cx="2085975" cy="584200"/>
            <a:chOff x="2617354" y="3046413"/>
            <a:chExt cx="2085975" cy="584200"/>
          </a:xfrm>
        </p:grpSpPr>
        <p:sp>
          <p:nvSpPr>
            <p:cNvPr id="578" name="Line 66">
              <a:extLst>
                <a:ext uri="{FF2B5EF4-FFF2-40B4-BE49-F238E27FC236}">
                  <a16:creationId xmlns:a16="http://schemas.microsoft.com/office/drawing/2014/main" id="{B0C4A37A-2769-B8F2-2154-1D8C15F3852E}"/>
                </a:ext>
              </a:extLst>
            </p:cNvPr>
            <p:cNvSpPr>
              <a:spLocks noChangeShapeType="1"/>
            </p:cNvSpPr>
            <p:nvPr/>
          </p:nvSpPr>
          <p:spPr bwMode="auto">
            <a:xfrm flipV="1">
              <a:off x="2617354" y="3268663"/>
              <a:ext cx="2085975" cy="361950"/>
            </a:xfrm>
            <a:prstGeom prst="line">
              <a:avLst/>
            </a:prstGeom>
            <a:noFill/>
            <a:ln w="28575">
              <a:solidFill>
                <a:srgbClr val="0000A8"/>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sp>
          <p:nvSpPr>
            <p:cNvPr id="579" name="Text Box 67">
              <a:extLst>
                <a:ext uri="{FF2B5EF4-FFF2-40B4-BE49-F238E27FC236}">
                  <a16:creationId xmlns:a16="http://schemas.microsoft.com/office/drawing/2014/main" id="{9B6D473E-CEA4-400F-3E29-489CBB3A1353}"/>
                </a:ext>
              </a:extLst>
            </p:cNvPr>
            <p:cNvSpPr txBox="1">
              <a:spLocks noChangeArrowheads="1"/>
            </p:cNvSpPr>
            <p:nvPr/>
          </p:nvSpPr>
          <p:spPr bwMode="auto">
            <a:xfrm>
              <a:off x="3357129" y="3046413"/>
              <a:ext cx="4475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latin typeface="Calibri" panose="020F0502020204030204" pitchFamily="34" charset="0"/>
                  <a:cs typeface="Calibri" panose="020F0502020204030204" pitchFamily="34" charset="0"/>
                </a:rPr>
                <a:t>Hi</a:t>
              </a:r>
            </a:p>
          </p:txBody>
        </p:sp>
      </p:grpSp>
      <p:grpSp>
        <p:nvGrpSpPr>
          <p:cNvPr id="580" name="Group 579">
            <a:extLst>
              <a:ext uri="{FF2B5EF4-FFF2-40B4-BE49-F238E27FC236}">
                <a16:creationId xmlns:a16="http://schemas.microsoft.com/office/drawing/2014/main" id="{01C8FB90-B0EA-D520-8107-AB67085E4E2A}"/>
              </a:ext>
            </a:extLst>
          </p:cNvPr>
          <p:cNvGrpSpPr/>
          <p:nvPr/>
        </p:nvGrpSpPr>
        <p:grpSpPr>
          <a:xfrm>
            <a:off x="8801666" y="2221999"/>
            <a:ext cx="2162175" cy="708025"/>
            <a:chOff x="2601479" y="3632201"/>
            <a:chExt cx="2162175" cy="708025"/>
          </a:xfrm>
        </p:grpSpPr>
        <p:sp>
          <p:nvSpPr>
            <p:cNvPr id="582" name="Line 70">
              <a:extLst>
                <a:ext uri="{FF2B5EF4-FFF2-40B4-BE49-F238E27FC236}">
                  <a16:creationId xmlns:a16="http://schemas.microsoft.com/office/drawing/2014/main" id="{2CA08A66-7BCD-CA40-A0A8-50B87F01EDF1}"/>
                </a:ext>
              </a:extLst>
            </p:cNvPr>
            <p:cNvSpPr>
              <a:spLocks noChangeShapeType="1"/>
            </p:cNvSpPr>
            <p:nvPr/>
          </p:nvSpPr>
          <p:spPr bwMode="auto">
            <a:xfrm>
              <a:off x="2601479" y="3700463"/>
              <a:ext cx="2162175" cy="438150"/>
            </a:xfrm>
            <a:prstGeom prst="line">
              <a:avLst/>
            </a:prstGeom>
            <a:noFill/>
            <a:ln w="28575">
              <a:solidFill>
                <a:srgbClr val="0000A8"/>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grpSp>
          <p:nvGrpSpPr>
            <p:cNvPr id="583" name="Group 72">
              <a:extLst>
                <a:ext uri="{FF2B5EF4-FFF2-40B4-BE49-F238E27FC236}">
                  <a16:creationId xmlns:a16="http://schemas.microsoft.com/office/drawing/2014/main" id="{E7C6CF77-2043-EA4D-1F48-3964E397E17B}"/>
                </a:ext>
              </a:extLst>
            </p:cNvPr>
            <p:cNvGrpSpPr>
              <a:grpSpLocks/>
            </p:cNvGrpSpPr>
            <p:nvPr/>
          </p:nvGrpSpPr>
          <p:grpSpPr bwMode="auto">
            <a:xfrm>
              <a:off x="3158693" y="3632201"/>
              <a:ext cx="974725" cy="708025"/>
              <a:chOff x="773" y="2747"/>
              <a:chExt cx="614" cy="446"/>
            </a:xfrm>
          </p:grpSpPr>
          <p:sp>
            <p:nvSpPr>
              <p:cNvPr id="584" name="Rectangle 71">
                <a:extLst>
                  <a:ext uri="{FF2B5EF4-FFF2-40B4-BE49-F238E27FC236}">
                    <a16:creationId xmlns:a16="http://schemas.microsoft.com/office/drawing/2014/main" id="{D10A187B-0415-732B-E597-923D9B225197}"/>
                  </a:ext>
                </a:extLst>
              </p:cNvPr>
              <p:cNvSpPr>
                <a:spLocks noChangeArrowheads="1"/>
              </p:cNvSpPr>
              <p:nvPr/>
            </p:nvSpPr>
            <p:spPr bwMode="auto">
              <a:xfrm>
                <a:off x="786" y="2790"/>
                <a:ext cx="588"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585" name="Text Box 69">
                <a:extLst>
                  <a:ext uri="{FF2B5EF4-FFF2-40B4-BE49-F238E27FC236}">
                    <a16:creationId xmlns:a16="http://schemas.microsoft.com/office/drawing/2014/main" id="{C7962EBF-BF9B-F116-4791-C32E88934B85}"/>
                  </a:ext>
                </a:extLst>
              </p:cNvPr>
              <p:cNvSpPr txBox="1">
                <a:spLocks noChangeArrowheads="1"/>
              </p:cNvSpPr>
              <p:nvPr/>
            </p:nvSpPr>
            <p:spPr bwMode="auto">
              <a:xfrm>
                <a:off x="773" y="2747"/>
                <a:ext cx="614" cy="44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a:r>
                  <a:rPr lang="en-US" altLang="en-US" sz="2000">
                    <a:latin typeface="Calibri" panose="020F0502020204030204" pitchFamily="34" charset="0"/>
                    <a:cs typeface="Calibri" panose="020F0502020204030204" pitchFamily="34" charset="0"/>
                  </a:rPr>
                  <a:t>Got the</a:t>
                </a:r>
              </a:p>
              <a:p>
                <a:pPr algn="ctr"/>
                <a:r>
                  <a:rPr lang="en-US" altLang="en-US" sz="2000">
                    <a:latin typeface="Calibri" panose="020F0502020204030204" pitchFamily="34" charset="0"/>
                    <a:cs typeface="Calibri" panose="020F0502020204030204" pitchFamily="34" charset="0"/>
                  </a:rPr>
                  <a:t>time?</a:t>
                </a:r>
              </a:p>
            </p:txBody>
          </p:sp>
        </p:grpSp>
      </p:grpSp>
      <p:grpSp>
        <p:nvGrpSpPr>
          <p:cNvPr id="586" name="Group 585">
            <a:extLst>
              <a:ext uri="{FF2B5EF4-FFF2-40B4-BE49-F238E27FC236}">
                <a16:creationId xmlns:a16="http://schemas.microsoft.com/office/drawing/2014/main" id="{689FCBBD-7B5D-9945-DEAA-34DD3280FBEB}"/>
              </a:ext>
            </a:extLst>
          </p:cNvPr>
          <p:cNvGrpSpPr/>
          <p:nvPr/>
        </p:nvGrpSpPr>
        <p:grpSpPr>
          <a:xfrm>
            <a:off x="8963591" y="2861761"/>
            <a:ext cx="1952625" cy="466731"/>
            <a:chOff x="2763404" y="4271963"/>
            <a:chExt cx="1952625" cy="466731"/>
          </a:xfrm>
        </p:grpSpPr>
        <p:sp>
          <p:nvSpPr>
            <p:cNvPr id="587" name="Line 73">
              <a:extLst>
                <a:ext uri="{FF2B5EF4-FFF2-40B4-BE49-F238E27FC236}">
                  <a16:creationId xmlns:a16="http://schemas.microsoft.com/office/drawing/2014/main" id="{EA100EAF-E821-E5C8-958D-E45815A91898}"/>
                </a:ext>
              </a:extLst>
            </p:cNvPr>
            <p:cNvSpPr>
              <a:spLocks noChangeShapeType="1"/>
            </p:cNvSpPr>
            <p:nvPr/>
          </p:nvSpPr>
          <p:spPr bwMode="auto">
            <a:xfrm flipV="1">
              <a:off x="2763404" y="4271963"/>
              <a:ext cx="1952625" cy="333375"/>
            </a:xfrm>
            <a:prstGeom prst="line">
              <a:avLst/>
            </a:prstGeom>
            <a:noFill/>
            <a:ln w="28575">
              <a:solidFill>
                <a:srgbClr val="0000A8"/>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latin typeface="Calibri" panose="020F0502020204030204" pitchFamily="34" charset="0"/>
                <a:cs typeface="Calibri" panose="020F0502020204030204" pitchFamily="34" charset="0"/>
              </a:endParaRPr>
            </a:p>
          </p:txBody>
        </p:sp>
        <p:grpSp>
          <p:nvGrpSpPr>
            <p:cNvPr id="588" name="Group 76">
              <a:extLst>
                <a:ext uri="{FF2B5EF4-FFF2-40B4-BE49-F238E27FC236}">
                  <a16:creationId xmlns:a16="http://schemas.microsoft.com/office/drawing/2014/main" id="{7470315F-4148-C1DA-B18D-9D46AB6B430D}"/>
                </a:ext>
              </a:extLst>
            </p:cNvPr>
            <p:cNvGrpSpPr>
              <a:grpSpLocks/>
            </p:cNvGrpSpPr>
            <p:nvPr/>
          </p:nvGrpSpPr>
          <p:grpSpPr bwMode="auto">
            <a:xfrm>
              <a:off x="3233304" y="4276731"/>
              <a:ext cx="796925" cy="461963"/>
              <a:chOff x="1046" y="2771"/>
              <a:chExt cx="502" cy="291"/>
            </a:xfrm>
          </p:grpSpPr>
          <p:sp>
            <p:nvSpPr>
              <p:cNvPr id="589" name="Rectangle 75">
                <a:extLst>
                  <a:ext uri="{FF2B5EF4-FFF2-40B4-BE49-F238E27FC236}">
                    <a16:creationId xmlns:a16="http://schemas.microsoft.com/office/drawing/2014/main" id="{D0184688-052E-2167-0D93-E8CB8999CE56}"/>
                  </a:ext>
                </a:extLst>
              </p:cNvPr>
              <p:cNvSpPr>
                <a:spLocks noChangeArrowheads="1"/>
              </p:cNvSpPr>
              <p:nvPr/>
            </p:nvSpPr>
            <p:spPr bwMode="auto">
              <a:xfrm>
                <a:off x="1104" y="2820"/>
                <a:ext cx="444" cy="18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endParaRPr lang="en-US" altLang="en-US">
                  <a:latin typeface="Calibri" panose="020F0502020204030204" pitchFamily="34" charset="0"/>
                  <a:cs typeface="Calibri" panose="020F0502020204030204" pitchFamily="34" charset="0"/>
                </a:endParaRPr>
              </a:p>
            </p:txBody>
          </p:sp>
          <p:sp>
            <p:nvSpPr>
              <p:cNvPr id="590" name="Text Box 74">
                <a:extLst>
                  <a:ext uri="{FF2B5EF4-FFF2-40B4-BE49-F238E27FC236}">
                    <a16:creationId xmlns:a16="http://schemas.microsoft.com/office/drawing/2014/main" id="{33D2E757-4CC8-4421-DDF6-BAF4DF4AF409}"/>
                  </a:ext>
                </a:extLst>
              </p:cNvPr>
              <p:cNvSpPr txBox="1">
                <a:spLocks noChangeArrowheads="1"/>
              </p:cNvSpPr>
              <p:nvPr/>
            </p:nvSpPr>
            <p:spPr bwMode="auto">
              <a:xfrm>
                <a:off x="1046" y="2771"/>
                <a:ext cx="46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a:latin typeface="Calibri" panose="020F0502020204030204" pitchFamily="34" charset="0"/>
                    <a:cs typeface="Calibri" panose="020F0502020204030204" pitchFamily="34" charset="0"/>
                  </a:rPr>
                  <a:t>2:00</a:t>
                </a:r>
              </a:p>
            </p:txBody>
          </p:sp>
        </p:grpSp>
      </p:grpSp>
      <mc:AlternateContent xmlns:mc="http://schemas.openxmlformats.org/markup-compatibility/2006">
        <mc:Choice xmlns:p14="http://schemas.microsoft.com/office/powerpoint/2010/main" Requires="p14">
          <p:contentPart p14:bwMode="auto" r:id="rId6">
            <p14:nvContentPartPr>
              <p14:cNvPr id="591" name="Ink 590">
                <a:extLst>
                  <a:ext uri="{FF2B5EF4-FFF2-40B4-BE49-F238E27FC236}">
                    <a16:creationId xmlns:a16="http://schemas.microsoft.com/office/drawing/2014/main" id="{3B496790-EA19-9992-C81C-A3DAC7FF5E63}"/>
                  </a:ext>
                </a:extLst>
              </p14:cNvPr>
              <p14:cNvContentPartPr/>
              <p14:nvPr/>
            </p14:nvContentPartPr>
            <p14:xfrm>
              <a:off x="5164560" y="6167520"/>
              <a:ext cx="788040" cy="322200"/>
            </p14:xfrm>
          </p:contentPart>
        </mc:Choice>
        <mc:Fallback>
          <p:pic>
            <p:nvPicPr>
              <p:cNvPr id="591" name="Ink 590">
                <a:extLst>
                  <a:ext uri="{FF2B5EF4-FFF2-40B4-BE49-F238E27FC236}">
                    <a16:creationId xmlns:a16="http://schemas.microsoft.com/office/drawing/2014/main" id="{3B496790-EA19-9992-C81C-A3DAC7FF5E63}"/>
                  </a:ext>
                </a:extLst>
              </p:cNvPr>
              <p:cNvPicPr/>
              <p:nvPr/>
            </p:nvPicPr>
            <p:blipFill>
              <a:blip r:embed="rId7"/>
              <a:stretch>
                <a:fillRect/>
              </a:stretch>
            </p:blipFill>
            <p:spPr>
              <a:xfrm>
                <a:off x="5155200" y="6158160"/>
                <a:ext cx="806760" cy="340920"/>
              </a:xfrm>
              <a:prstGeom prst="rect">
                <a:avLst/>
              </a:prstGeom>
            </p:spPr>
          </p:pic>
        </mc:Fallback>
      </mc:AlternateContent>
    </p:spTree>
    <p:extLst>
      <p:ext uri="{BB962C8B-B14F-4D97-AF65-F5344CB8AC3E}">
        <p14:creationId xmlns:p14="http://schemas.microsoft.com/office/powerpoint/2010/main" val="247676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10"/>
                                        </p:tgtEl>
                                        <p:attrNameLst>
                                          <p:attrName>style.visibility</p:attrName>
                                        </p:attrNameLst>
                                      </p:cBhvr>
                                      <p:to>
                                        <p:strVal val="visible"/>
                                      </p:to>
                                    </p:set>
                                    <p:animEffect transition="in" filter="dissolve">
                                      <p:cBhvr>
                                        <p:cTn id="7" dur="500"/>
                                        <p:tgtEl>
                                          <p:spTgt spid="6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2"/>
                                        </p:tgtEl>
                                        <p:attrNameLst>
                                          <p:attrName>style.visibility</p:attrName>
                                        </p:attrNameLst>
                                      </p:cBhvr>
                                      <p:to>
                                        <p:strVal val="visible"/>
                                      </p:to>
                                    </p:set>
                                    <p:animEffect transition="in" filter="wipe(left)">
                                      <p:cBhvr>
                                        <p:cTn id="16" dur="500"/>
                                        <p:tgtEl>
                                          <p:spTgt spid="62"/>
                                        </p:tgtEl>
                                      </p:cBhvr>
                                    </p:animEffect>
                                  </p:childTnLst>
                                </p:cTn>
                              </p:par>
                            </p:childTnLst>
                          </p:cTn>
                        </p:par>
                        <p:par>
                          <p:cTn id="17" fill="hold">
                            <p:stCondLst>
                              <p:cond delay="1000"/>
                            </p:stCondLst>
                            <p:childTnLst>
                              <p:par>
                                <p:cTn id="18" presetID="9" presetClass="entr" presetSubtype="0"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dissolve">
                                      <p:cBhvr>
                                        <p:cTn id="20" dur="500"/>
                                        <p:tgtEl>
                                          <p:spTgt spid="10"/>
                                        </p:tgtEl>
                                      </p:cBhvr>
                                    </p:animEffect>
                                  </p:childTnLst>
                                </p:cTn>
                              </p:par>
                            </p:childTnLst>
                          </p:cTn>
                        </p:par>
                        <p:par>
                          <p:cTn id="21" fill="hold">
                            <p:stCondLst>
                              <p:cond delay="1500"/>
                            </p:stCondLst>
                            <p:childTnLst>
                              <p:par>
                                <p:cTn id="22" presetID="22" presetClass="entr" presetSubtype="2" fill="hold" nodeType="afterEffect">
                                  <p:stCondLst>
                                    <p:cond delay="0"/>
                                  </p:stCondLst>
                                  <p:childTnLst>
                                    <p:set>
                                      <p:cBhvr>
                                        <p:cTn id="23" dur="1" fill="hold">
                                          <p:stCondLst>
                                            <p:cond delay="0"/>
                                          </p:stCondLst>
                                        </p:cTn>
                                        <p:tgtEl>
                                          <p:spTgt spid="577"/>
                                        </p:tgtEl>
                                        <p:attrNameLst>
                                          <p:attrName>style.visibility</p:attrName>
                                        </p:attrNameLst>
                                      </p:cBhvr>
                                      <p:to>
                                        <p:strVal val="visible"/>
                                      </p:to>
                                    </p:set>
                                    <p:animEffect transition="in" filter="wipe(right)">
                                      <p:cBhvr>
                                        <p:cTn id="24" dur="500"/>
                                        <p:tgtEl>
                                          <p:spTgt spid="577"/>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580"/>
                                        </p:tgtEl>
                                        <p:attrNameLst>
                                          <p:attrName>style.visibility</p:attrName>
                                        </p:attrNameLst>
                                      </p:cBhvr>
                                      <p:to>
                                        <p:strVal val="visible"/>
                                      </p:to>
                                    </p:set>
                                    <p:animEffect transition="in" filter="wipe(left)">
                                      <p:cBhvr>
                                        <p:cTn id="28" dur="500"/>
                                        <p:tgtEl>
                                          <p:spTgt spid="580"/>
                                        </p:tgtEl>
                                      </p:cBhvr>
                                    </p:animEffect>
                                  </p:childTnLst>
                                </p:cTn>
                              </p:par>
                            </p:childTnLst>
                          </p:cTn>
                        </p:par>
                        <p:par>
                          <p:cTn id="29" fill="hold">
                            <p:stCondLst>
                              <p:cond delay="2500"/>
                            </p:stCondLst>
                            <p:childTnLst>
                              <p:par>
                                <p:cTn id="30" presetID="22" presetClass="entr" presetSubtype="2" fill="hold" nodeType="afterEffect">
                                  <p:stCondLst>
                                    <p:cond delay="0"/>
                                  </p:stCondLst>
                                  <p:childTnLst>
                                    <p:set>
                                      <p:cBhvr>
                                        <p:cTn id="31" dur="1" fill="hold">
                                          <p:stCondLst>
                                            <p:cond delay="0"/>
                                          </p:stCondLst>
                                        </p:cTn>
                                        <p:tgtEl>
                                          <p:spTgt spid="586"/>
                                        </p:tgtEl>
                                        <p:attrNameLst>
                                          <p:attrName>style.visibility</p:attrName>
                                        </p:attrNameLst>
                                      </p:cBhvr>
                                      <p:to>
                                        <p:strVal val="visible"/>
                                      </p:to>
                                    </p:set>
                                    <p:animEffect transition="in" filter="wipe(right)">
                                      <p:cBhvr>
                                        <p:cTn id="32" dur="500"/>
                                        <p:tgtEl>
                                          <p:spTgt spid="58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dissolve">
                                      <p:cBhvr>
                                        <p:cTn id="37" dur="5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5"/>
                                        </p:tgtEl>
                                        <p:attrNameLst>
                                          <p:attrName>style.visibility</p:attrName>
                                        </p:attrNameLst>
                                      </p:cBhvr>
                                      <p:to>
                                        <p:strVal val="visible"/>
                                      </p:to>
                                    </p:set>
                                    <p:animEffect transition="in" filter="dissolve">
                                      <p:cBhvr>
                                        <p:cTn id="42" dur="500"/>
                                        <p:tgtEl>
                                          <p:spTgt spid="55"/>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par>
                          <p:cTn id="47" fill="hold">
                            <p:stCondLst>
                              <p:cond delay="1000"/>
                            </p:stCondLst>
                            <p:childTnLst>
                              <p:par>
                                <p:cTn id="48" presetID="9" presetClass="entr" presetSubtype="0" fill="hold" nodeType="after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dissolve">
                                      <p:cBhvr>
                                        <p:cTn id="50" dur="500"/>
                                        <p:tgtEl>
                                          <p:spTgt spid="22"/>
                                        </p:tgtEl>
                                      </p:cBhvr>
                                    </p:animEffect>
                                  </p:childTnLst>
                                </p:cTn>
                              </p:par>
                            </p:childTnLst>
                          </p:cTn>
                        </p:par>
                        <p:par>
                          <p:cTn id="51" fill="hold">
                            <p:stCondLst>
                              <p:cond delay="1500"/>
                            </p:stCondLst>
                            <p:childTnLst>
                              <p:par>
                                <p:cTn id="52" presetID="22" presetClass="entr" presetSubtype="2" fill="hold" nodeType="after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right)">
                                      <p:cBhvr>
                                        <p:cTn id="54" dur="500"/>
                                        <p:tgtEl>
                                          <p:spTgt spid="8"/>
                                        </p:tgtEl>
                                      </p:cBhvr>
                                    </p:animEffect>
                                  </p:childTnLst>
                                </p:cTn>
                              </p:par>
                            </p:childTnLst>
                          </p:cTn>
                        </p:par>
                        <p:par>
                          <p:cTn id="55" fill="hold">
                            <p:stCondLst>
                              <p:cond delay="2000"/>
                            </p:stCondLst>
                            <p:childTnLst>
                              <p:par>
                                <p:cTn id="56" presetID="22" presetClass="entr" presetSubtype="8" fill="hold" nodeType="after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wipe(left)">
                                      <p:cBhvr>
                                        <p:cTn id="58" dur="500"/>
                                        <p:tgtEl>
                                          <p:spTgt spid="58"/>
                                        </p:tgtEl>
                                      </p:cBhvr>
                                    </p:animEffect>
                                  </p:childTnLst>
                                </p:cTn>
                              </p:par>
                            </p:childTnLst>
                          </p:cTn>
                        </p:par>
                        <p:par>
                          <p:cTn id="59" fill="hold">
                            <p:stCondLst>
                              <p:cond delay="2500"/>
                            </p:stCondLst>
                            <p:childTnLst>
                              <p:par>
                                <p:cTn id="60" presetID="22" presetClass="entr" presetSubtype="2"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right)">
                                      <p:cBhvr>
                                        <p:cTn id="62" dur="500"/>
                                        <p:tgtEl>
                                          <p:spTgt spid="14"/>
                                        </p:tgtEl>
                                      </p:cBhvr>
                                    </p:animEffect>
                                  </p:childTnLst>
                                </p:cTn>
                              </p:par>
                              <p:par>
                                <p:cTn id="63" presetID="1" presetClass="entr" presetSubtype="0" fill="hold" grpId="0" nodeType="withEffect">
                                  <p:stCondLst>
                                    <p:cond delay="0"/>
                                  </p:stCondLst>
                                  <p:childTnLst>
                                    <p:set>
                                      <p:cBhvr>
                                        <p:cTn id="64" dur="1" fill="hold">
                                          <p:stCondLst>
                                            <p:cond delay="0"/>
                                          </p:stCondLst>
                                        </p:cTn>
                                        <p:tgtEl>
                                          <p:spTgt spid="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 grpId="0"/>
      <p:bldP spid="3" grpId="0" animBg="1"/>
      <p:bldP spid="58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03D79-7D5F-A518-7F14-29514B64FDEF}"/>
              </a:ext>
            </a:extLst>
          </p:cNvPr>
          <p:cNvSpPr>
            <a:spLocks noGrp="1"/>
          </p:cNvSpPr>
          <p:nvPr>
            <p:ph type="title"/>
          </p:nvPr>
        </p:nvSpPr>
        <p:spPr>
          <a:xfrm>
            <a:off x="254572" y="-56356"/>
            <a:ext cx="10515600" cy="1325563"/>
          </a:xfrm>
        </p:spPr>
        <p:txBody>
          <a:bodyPr/>
          <a:lstStyle/>
          <a:p>
            <a:r>
              <a:rPr lang="en-US" dirty="0"/>
              <a:t>How to share the common network across hosts?</a:t>
            </a:r>
          </a:p>
        </p:txBody>
      </p:sp>
      <p:sp>
        <p:nvSpPr>
          <p:cNvPr id="4" name="Text Placeholder 3">
            <a:extLst>
              <a:ext uri="{FF2B5EF4-FFF2-40B4-BE49-F238E27FC236}">
                <a16:creationId xmlns:a16="http://schemas.microsoft.com/office/drawing/2014/main" id="{DF0FAC9E-F39C-8DA5-A796-AFC1390F2EFD}"/>
              </a:ext>
            </a:extLst>
          </p:cNvPr>
          <p:cNvSpPr>
            <a:spLocks noGrp="1"/>
          </p:cNvSpPr>
          <p:nvPr>
            <p:ph type="body" idx="1"/>
          </p:nvPr>
        </p:nvSpPr>
        <p:spPr>
          <a:xfrm>
            <a:off x="753012" y="752443"/>
            <a:ext cx="5157787" cy="823912"/>
          </a:xfrm>
        </p:spPr>
        <p:txBody>
          <a:bodyPr/>
          <a:lstStyle/>
          <a:p>
            <a:r>
              <a:rPr lang="en-US" dirty="0"/>
              <a:t>Circuit Switching</a:t>
            </a:r>
          </a:p>
        </p:txBody>
      </p:sp>
      <p:sp>
        <p:nvSpPr>
          <p:cNvPr id="6" name="Text Placeholder 5">
            <a:extLst>
              <a:ext uri="{FF2B5EF4-FFF2-40B4-BE49-F238E27FC236}">
                <a16:creationId xmlns:a16="http://schemas.microsoft.com/office/drawing/2014/main" id="{5DC14773-A3F4-3059-AA0E-01F293DBC038}"/>
              </a:ext>
            </a:extLst>
          </p:cNvPr>
          <p:cNvSpPr>
            <a:spLocks noGrp="1"/>
          </p:cNvSpPr>
          <p:nvPr>
            <p:ph type="body" sz="quarter" idx="3"/>
          </p:nvPr>
        </p:nvSpPr>
        <p:spPr>
          <a:xfrm>
            <a:off x="6170666" y="706075"/>
            <a:ext cx="5183188" cy="823912"/>
          </a:xfrm>
        </p:spPr>
        <p:txBody>
          <a:bodyPr/>
          <a:lstStyle/>
          <a:p>
            <a:r>
              <a:rPr lang="en-US" dirty="0"/>
              <a:t>Packet Switching</a:t>
            </a:r>
          </a:p>
        </p:txBody>
      </p:sp>
      <p:sp>
        <p:nvSpPr>
          <p:cNvPr id="9" name="TextBox 8">
            <a:extLst>
              <a:ext uri="{FF2B5EF4-FFF2-40B4-BE49-F238E27FC236}">
                <a16:creationId xmlns:a16="http://schemas.microsoft.com/office/drawing/2014/main" id="{E0B8666C-9202-D3A4-7FB1-E7109CAF6A0A}"/>
              </a:ext>
            </a:extLst>
          </p:cNvPr>
          <p:cNvSpPr txBox="1"/>
          <p:nvPr/>
        </p:nvSpPr>
        <p:spPr>
          <a:xfrm>
            <a:off x="1153604" y="1576355"/>
            <a:ext cx="4454716" cy="584775"/>
          </a:xfrm>
          <a:prstGeom prst="rect">
            <a:avLst/>
          </a:prstGeom>
          <a:noFill/>
        </p:spPr>
        <p:txBody>
          <a:bodyPr wrap="square">
            <a:spAutoFit/>
          </a:bodyPr>
          <a:lstStyle/>
          <a:p>
            <a:r>
              <a:rPr lang="en-US" sz="1600" b="0" i="0" u="none" strike="noStrike" dirty="0">
                <a:effectLst/>
                <a:latin typeface="Calibri" panose="020F0502020204030204" pitchFamily="34" charset="0"/>
              </a:rPr>
              <a:t>End-end resources allocated to, reserved </a:t>
            </a:r>
            <a:r>
              <a:rPr lang="en-US" sz="1600" b="0" i="0" u="none" strike="noStrike" dirty="0" err="1">
                <a:effectLst/>
                <a:latin typeface="Calibri" panose="020F0502020204030204" pitchFamily="34" charset="0"/>
              </a:rPr>
              <a:t>for“call</a:t>
            </a:r>
            <a:r>
              <a:rPr lang="en-US" sz="1600" b="0" i="0" u="none" strike="noStrike" dirty="0">
                <a:effectLst/>
                <a:latin typeface="Calibri" panose="020F0502020204030204" pitchFamily="34" charset="0"/>
              </a:rPr>
              <a:t>” between source and destination</a:t>
            </a:r>
            <a:endParaRPr lang="en-US" dirty="0"/>
          </a:p>
        </p:txBody>
      </p:sp>
      <p:grpSp>
        <p:nvGrpSpPr>
          <p:cNvPr id="82" name="Group 81">
            <a:extLst>
              <a:ext uri="{FF2B5EF4-FFF2-40B4-BE49-F238E27FC236}">
                <a16:creationId xmlns:a16="http://schemas.microsoft.com/office/drawing/2014/main" id="{B8BA20BA-9D9D-6BCB-8805-89ABD86EE8B8}"/>
              </a:ext>
            </a:extLst>
          </p:cNvPr>
          <p:cNvGrpSpPr/>
          <p:nvPr/>
        </p:nvGrpSpPr>
        <p:grpSpPr>
          <a:xfrm>
            <a:off x="-1437756" y="2277395"/>
            <a:ext cx="5960299" cy="3152521"/>
            <a:chOff x="833348" y="855760"/>
            <a:chExt cx="10525305" cy="5146480"/>
          </a:xfrm>
        </p:grpSpPr>
        <p:sp>
          <p:nvSpPr>
            <p:cNvPr id="10" name="Content Placeholder 2">
              <a:extLst>
                <a:ext uri="{FF2B5EF4-FFF2-40B4-BE49-F238E27FC236}">
                  <a16:creationId xmlns:a16="http://schemas.microsoft.com/office/drawing/2014/main" id="{3AB1E684-ADA8-93DF-999C-383C70C97ACE}"/>
                </a:ext>
              </a:extLst>
            </p:cNvPr>
            <p:cNvSpPr txBox="1">
              <a:spLocks/>
            </p:cNvSpPr>
            <p:nvPr/>
          </p:nvSpPr>
          <p:spPr>
            <a:xfrm>
              <a:off x="833348" y="3533879"/>
              <a:ext cx="7714384" cy="2468361"/>
            </a:xfrm>
            <a:prstGeom prst="rect">
              <a:avLst/>
            </a:prstGeom>
          </p:spPr>
          <p:txBody>
            <a:bodyPr vert="horz" lIns="91440" tIns="45720" rIns="91440" bIns="45720" rtlCol="0">
              <a:normAutofit/>
            </a:bodyPr>
            <a:lstStyle>
              <a:defPPr>
                <a:defRPr lang="en-US"/>
              </a:defPPr>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marR="0" lvl="0" indent="-11113" algn="l" defTabSz="914400" rtl="0" eaLnBrk="1" fontAlgn="auto" latinLnBrk="0" hangingPunct="1">
                <a:lnSpc>
                  <a:spcPct val="90000"/>
                </a:lnSpc>
                <a:spcBef>
                  <a:spcPts val="600"/>
                </a:spcBef>
                <a:spcAft>
                  <a:spcPts val="0"/>
                </a:spcAft>
                <a:buClr>
                  <a:srgbClr val="0000A3"/>
                </a:buClr>
                <a:buSzTx/>
                <a:buFont typeface="Wingdings" pitchFamily="2" charset="2"/>
                <a:buNone/>
                <a:tabLst/>
                <a:defRPr/>
              </a:pPr>
              <a:endParaRPr kumimoji="0" lang="en-US" altLang="ja-JP" sz="2400" b="0" i="0" u="none" strike="noStrike" kern="1200" cap="none" spc="0" normalizeH="0" baseline="0" noProof="0">
                <a:ln>
                  <a:noFill/>
                </a:ln>
                <a:solidFill>
                  <a:srgbClr val="FF0000"/>
                </a:solidFill>
                <a:effectLst/>
                <a:uLnTx/>
                <a:uFillTx/>
                <a:latin typeface="Calibri" panose="020F0502020204030204"/>
                <a:ea typeface="ＭＳ Ｐゴシック" panose="020B0600070205080204" pitchFamily="34" charset="-128"/>
              </a:endParaRPr>
            </a:p>
          </p:txBody>
        </p:sp>
        <p:sp>
          <p:nvSpPr>
            <p:cNvPr id="11" name="Rectangle 10">
              <a:extLst>
                <a:ext uri="{FF2B5EF4-FFF2-40B4-BE49-F238E27FC236}">
                  <a16:creationId xmlns:a16="http://schemas.microsoft.com/office/drawing/2014/main" id="{A692BE72-0C4E-CAC2-E6D9-D9F90A9579FF}"/>
                </a:ext>
              </a:extLst>
            </p:cNvPr>
            <p:cNvSpPr/>
            <p:nvPr/>
          </p:nvSpPr>
          <p:spPr bwMode="auto">
            <a:xfrm>
              <a:off x="8407207" y="1912543"/>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12" name="Rectangle 11">
              <a:extLst>
                <a:ext uri="{FF2B5EF4-FFF2-40B4-BE49-F238E27FC236}">
                  <a16:creationId xmlns:a16="http://schemas.microsoft.com/office/drawing/2014/main" id="{60B29AF5-CDB1-EFE2-90CC-F99CA37B3B24}"/>
                </a:ext>
              </a:extLst>
            </p:cNvPr>
            <p:cNvSpPr/>
            <p:nvPr/>
          </p:nvSpPr>
          <p:spPr bwMode="auto">
            <a:xfrm>
              <a:off x="8407207" y="1975298"/>
              <a:ext cx="1498678" cy="627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13" name="Rectangle 12">
              <a:extLst>
                <a:ext uri="{FF2B5EF4-FFF2-40B4-BE49-F238E27FC236}">
                  <a16:creationId xmlns:a16="http://schemas.microsoft.com/office/drawing/2014/main" id="{671B8460-BE0C-A3FB-7FE9-866778A79D5A}"/>
                </a:ext>
              </a:extLst>
            </p:cNvPr>
            <p:cNvSpPr/>
            <p:nvPr/>
          </p:nvSpPr>
          <p:spPr bwMode="auto">
            <a:xfrm>
              <a:off x="8407207" y="2038055"/>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14" name="Rectangle 13">
              <a:extLst>
                <a:ext uri="{FF2B5EF4-FFF2-40B4-BE49-F238E27FC236}">
                  <a16:creationId xmlns:a16="http://schemas.microsoft.com/office/drawing/2014/main" id="{0A0EEC6B-3FD5-9FC1-FFB4-A55D79B508BD}"/>
                </a:ext>
              </a:extLst>
            </p:cNvPr>
            <p:cNvSpPr/>
            <p:nvPr/>
          </p:nvSpPr>
          <p:spPr bwMode="auto">
            <a:xfrm>
              <a:off x="8407207" y="2100810"/>
              <a:ext cx="1498678" cy="627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nvGrpSpPr>
            <p:cNvPr id="15" name="Group 14">
              <a:extLst>
                <a:ext uri="{FF2B5EF4-FFF2-40B4-BE49-F238E27FC236}">
                  <a16:creationId xmlns:a16="http://schemas.microsoft.com/office/drawing/2014/main" id="{FC118227-EF1B-5371-4CDF-52B00AC7FD15}"/>
                </a:ext>
              </a:extLst>
            </p:cNvPr>
            <p:cNvGrpSpPr>
              <a:grpSpLocks/>
            </p:cNvGrpSpPr>
            <p:nvPr/>
          </p:nvGrpSpPr>
          <p:grpSpPr bwMode="auto">
            <a:xfrm rot="5400000">
              <a:off x="7268416" y="2810059"/>
              <a:ext cx="1446965" cy="261559"/>
              <a:chOff x="4865941" y="1169772"/>
              <a:chExt cx="1752599" cy="304799"/>
            </a:xfrm>
          </p:grpSpPr>
          <p:sp>
            <p:nvSpPr>
              <p:cNvPr id="78" name="Rectangle 77">
                <a:extLst>
                  <a:ext uri="{FF2B5EF4-FFF2-40B4-BE49-F238E27FC236}">
                    <a16:creationId xmlns:a16="http://schemas.microsoft.com/office/drawing/2014/main" id="{B9DE59FC-A3AF-F841-15D3-73A9B1BA96C6}"/>
                  </a:ext>
                </a:extLst>
              </p:cNvPr>
              <p:cNvSpPr/>
              <p:nvPr/>
            </p:nvSpPr>
            <p:spPr>
              <a:xfrm>
                <a:off x="4865941" y="11697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79" name="Rectangle 78">
                <a:extLst>
                  <a:ext uri="{FF2B5EF4-FFF2-40B4-BE49-F238E27FC236}">
                    <a16:creationId xmlns:a16="http://schemas.microsoft.com/office/drawing/2014/main" id="{D375515D-BC9F-65BE-60AF-A0432E06FDEA}"/>
                  </a:ext>
                </a:extLst>
              </p:cNvPr>
              <p:cNvSpPr/>
              <p:nvPr/>
            </p:nvSpPr>
            <p:spPr>
              <a:xfrm>
                <a:off x="4865941" y="12459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80" name="Rectangle 79">
                <a:extLst>
                  <a:ext uri="{FF2B5EF4-FFF2-40B4-BE49-F238E27FC236}">
                    <a16:creationId xmlns:a16="http://schemas.microsoft.com/office/drawing/2014/main" id="{A067DDE4-9434-4D24-2897-36FBC97E4975}"/>
                  </a:ext>
                </a:extLst>
              </p:cNvPr>
              <p:cNvSpPr/>
              <p:nvPr/>
            </p:nvSpPr>
            <p:spPr>
              <a:xfrm>
                <a:off x="4865941" y="13221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81" name="Rectangle 80">
                <a:extLst>
                  <a:ext uri="{FF2B5EF4-FFF2-40B4-BE49-F238E27FC236}">
                    <a16:creationId xmlns:a16="http://schemas.microsoft.com/office/drawing/2014/main" id="{5AB5DE5B-220C-92E4-D0BC-A09E0C916084}"/>
                  </a:ext>
                </a:extLst>
              </p:cNvPr>
              <p:cNvSpPr/>
              <p:nvPr/>
            </p:nvSpPr>
            <p:spPr>
              <a:xfrm>
                <a:off x="4865941" y="13983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grpSp>
          <p:nvGrpSpPr>
            <p:cNvPr id="16" name="Group 15">
              <a:extLst>
                <a:ext uri="{FF2B5EF4-FFF2-40B4-BE49-F238E27FC236}">
                  <a16:creationId xmlns:a16="http://schemas.microsoft.com/office/drawing/2014/main" id="{1BF30D71-D5E7-6C71-9ECC-9E410B24BC7B}"/>
                </a:ext>
              </a:extLst>
            </p:cNvPr>
            <p:cNvGrpSpPr>
              <a:grpSpLocks/>
            </p:cNvGrpSpPr>
            <p:nvPr/>
          </p:nvGrpSpPr>
          <p:grpSpPr bwMode="auto">
            <a:xfrm>
              <a:off x="8492038" y="3800594"/>
              <a:ext cx="1479238" cy="251024"/>
              <a:chOff x="4876800" y="1143000"/>
              <a:chExt cx="1752600" cy="304800"/>
            </a:xfrm>
          </p:grpSpPr>
          <p:sp>
            <p:nvSpPr>
              <p:cNvPr id="74" name="Rectangle 73">
                <a:extLst>
                  <a:ext uri="{FF2B5EF4-FFF2-40B4-BE49-F238E27FC236}">
                    <a16:creationId xmlns:a16="http://schemas.microsoft.com/office/drawing/2014/main" id="{58D4673F-8E84-B590-17C9-7B097C156524}"/>
                  </a:ext>
                </a:extLst>
              </p:cNvPr>
              <p:cNvSpPr/>
              <p:nvPr/>
            </p:nvSpPr>
            <p:spPr>
              <a:xfrm>
                <a:off x="4876800" y="11430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75" name="Rectangle 74">
                <a:extLst>
                  <a:ext uri="{FF2B5EF4-FFF2-40B4-BE49-F238E27FC236}">
                    <a16:creationId xmlns:a16="http://schemas.microsoft.com/office/drawing/2014/main" id="{FDE4A9E8-B3AA-8EA7-DB81-0ABCCD0AF608}"/>
                  </a:ext>
                </a:extLst>
              </p:cNvPr>
              <p:cNvSpPr/>
              <p:nvPr/>
            </p:nvSpPr>
            <p:spPr>
              <a:xfrm>
                <a:off x="4876800" y="12192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76" name="Rectangle 75">
                <a:extLst>
                  <a:ext uri="{FF2B5EF4-FFF2-40B4-BE49-F238E27FC236}">
                    <a16:creationId xmlns:a16="http://schemas.microsoft.com/office/drawing/2014/main" id="{2877250B-FEAB-43CA-D70D-0693E4ADB63D}"/>
                  </a:ext>
                </a:extLst>
              </p:cNvPr>
              <p:cNvSpPr/>
              <p:nvPr/>
            </p:nvSpPr>
            <p:spPr>
              <a:xfrm>
                <a:off x="4876800" y="12954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77" name="Rectangle 76">
                <a:extLst>
                  <a:ext uri="{FF2B5EF4-FFF2-40B4-BE49-F238E27FC236}">
                    <a16:creationId xmlns:a16="http://schemas.microsoft.com/office/drawing/2014/main" id="{64F0D9D8-5438-2B37-B00D-DF18EE337A32}"/>
                  </a:ext>
                </a:extLst>
              </p:cNvPr>
              <p:cNvSpPr/>
              <p:nvPr/>
            </p:nvSpPr>
            <p:spPr>
              <a:xfrm>
                <a:off x="4876800" y="13716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17" name="Rectangle 16">
              <a:extLst>
                <a:ext uri="{FF2B5EF4-FFF2-40B4-BE49-F238E27FC236}">
                  <a16:creationId xmlns:a16="http://schemas.microsoft.com/office/drawing/2014/main" id="{C13C8379-3228-7C06-B977-8813831D225B}"/>
                </a:ext>
              </a:extLst>
            </p:cNvPr>
            <p:cNvSpPr/>
            <p:nvPr/>
          </p:nvSpPr>
          <p:spPr bwMode="auto">
            <a:xfrm rot="5400000">
              <a:off x="9738220" y="291710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18" name="Rectangle 17">
              <a:extLst>
                <a:ext uri="{FF2B5EF4-FFF2-40B4-BE49-F238E27FC236}">
                  <a16:creationId xmlns:a16="http://schemas.microsoft.com/office/drawing/2014/main" id="{05B52749-1B65-964F-26D8-10D82EC98FA3}"/>
                </a:ext>
              </a:extLst>
            </p:cNvPr>
            <p:cNvSpPr/>
            <p:nvPr/>
          </p:nvSpPr>
          <p:spPr bwMode="auto">
            <a:xfrm rot="5400000">
              <a:off x="9672830" y="2917109"/>
              <a:ext cx="1446966" cy="65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19" name="Rectangle 18">
              <a:extLst>
                <a:ext uri="{FF2B5EF4-FFF2-40B4-BE49-F238E27FC236}">
                  <a16:creationId xmlns:a16="http://schemas.microsoft.com/office/drawing/2014/main" id="{255ADF26-2F09-B167-6681-69A1301258B3}"/>
                </a:ext>
              </a:extLst>
            </p:cNvPr>
            <p:cNvSpPr/>
            <p:nvPr/>
          </p:nvSpPr>
          <p:spPr bwMode="auto">
            <a:xfrm rot="5400000">
              <a:off x="9607439" y="291710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20" name="Rectangle 19">
              <a:extLst>
                <a:ext uri="{FF2B5EF4-FFF2-40B4-BE49-F238E27FC236}">
                  <a16:creationId xmlns:a16="http://schemas.microsoft.com/office/drawing/2014/main" id="{DA43FC1F-33AA-E158-67BB-1147225F7409}"/>
                </a:ext>
              </a:extLst>
            </p:cNvPr>
            <p:cNvSpPr/>
            <p:nvPr/>
          </p:nvSpPr>
          <p:spPr bwMode="auto">
            <a:xfrm rot="5400000">
              <a:off x="9542049" y="2917109"/>
              <a:ext cx="1446966" cy="6539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nvGrpSpPr>
            <p:cNvPr id="21" name="Group 20">
              <a:extLst>
                <a:ext uri="{FF2B5EF4-FFF2-40B4-BE49-F238E27FC236}">
                  <a16:creationId xmlns:a16="http://schemas.microsoft.com/office/drawing/2014/main" id="{F8128D45-F202-68D4-580E-0EBFAE61CD32}"/>
                </a:ext>
              </a:extLst>
            </p:cNvPr>
            <p:cNvGrpSpPr>
              <a:grpSpLocks/>
            </p:cNvGrpSpPr>
            <p:nvPr/>
          </p:nvGrpSpPr>
          <p:grpSpPr bwMode="auto">
            <a:xfrm>
              <a:off x="9996140" y="855760"/>
              <a:ext cx="701622" cy="568387"/>
              <a:chOff x="-44" y="1473"/>
              <a:chExt cx="981" cy="1105"/>
            </a:xfrm>
          </p:grpSpPr>
          <p:pic>
            <p:nvPicPr>
              <p:cNvPr id="72" name="Picture 71" descr="desktop_computer_stylized_medium">
                <a:extLst>
                  <a:ext uri="{FF2B5EF4-FFF2-40B4-BE49-F238E27FC236}">
                    <a16:creationId xmlns:a16="http://schemas.microsoft.com/office/drawing/2014/main" id="{F1DE1276-BB3D-FAFC-EE88-0F7ED619C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Freeform 72">
                <a:extLst>
                  <a:ext uri="{FF2B5EF4-FFF2-40B4-BE49-F238E27FC236}">
                    <a16:creationId xmlns:a16="http://schemas.microsoft.com/office/drawing/2014/main" id="{4F44187B-4C6D-EE13-7A30-F5BE83D73E06}"/>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2" name="Rectangle 21">
              <a:extLst>
                <a:ext uri="{FF2B5EF4-FFF2-40B4-BE49-F238E27FC236}">
                  <a16:creationId xmlns:a16="http://schemas.microsoft.com/office/drawing/2014/main" id="{95E732B8-FDA9-FC4D-2DD9-A5E86B761EF4}"/>
                </a:ext>
              </a:extLst>
            </p:cNvPr>
            <p:cNvSpPr/>
            <p:nvPr/>
          </p:nvSpPr>
          <p:spPr bwMode="auto">
            <a:xfrm rot="2465437" flipV="1">
              <a:off x="10195723" y="3865139"/>
              <a:ext cx="581445" cy="645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23" name="Rectangle 22">
              <a:extLst>
                <a:ext uri="{FF2B5EF4-FFF2-40B4-BE49-F238E27FC236}">
                  <a16:creationId xmlns:a16="http://schemas.microsoft.com/office/drawing/2014/main" id="{7AC61331-5842-F007-B8C4-D63DA5998377}"/>
                </a:ext>
              </a:extLst>
            </p:cNvPr>
            <p:cNvSpPr/>
            <p:nvPr/>
          </p:nvSpPr>
          <p:spPr bwMode="auto">
            <a:xfrm>
              <a:off x="7087594" y="393962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24" name="Rectangle 23">
              <a:extLst>
                <a:ext uri="{FF2B5EF4-FFF2-40B4-BE49-F238E27FC236}">
                  <a16:creationId xmlns:a16="http://schemas.microsoft.com/office/drawing/2014/main" id="{3B12191B-ED62-6EBA-4E6E-CCFF09BBDB95}"/>
                </a:ext>
              </a:extLst>
            </p:cNvPr>
            <p:cNvSpPr/>
            <p:nvPr/>
          </p:nvSpPr>
          <p:spPr bwMode="auto">
            <a:xfrm rot="5400000">
              <a:off x="7704811" y="1506516"/>
              <a:ext cx="513165" cy="6978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25" name="Rectangle 24">
              <a:extLst>
                <a:ext uri="{FF2B5EF4-FFF2-40B4-BE49-F238E27FC236}">
                  <a16:creationId xmlns:a16="http://schemas.microsoft.com/office/drawing/2014/main" id="{DE399021-A85F-1B57-979B-5E50304185AD}"/>
                </a:ext>
              </a:extLst>
            </p:cNvPr>
            <p:cNvSpPr/>
            <p:nvPr/>
          </p:nvSpPr>
          <p:spPr bwMode="auto">
            <a:xfrm rot="5400000">
              <a:off x="7808155" y="4386327"/>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26" name="Rectangle 25">
              <a:extLst>
                <a:ext uri="{FF2B5EF4-FFF2-40B4-BE49-F238E27FC236}">
                  <a16:creationId xmlns:a16="http://schemas.microsoft.com/office/drawing/2014/main" id="{E16F4C92-1077-4ED8-9556-A25725F9BD3C}"/>
                </a:ext>
              </a:extLst>
            </p:cNvPr>
            <p:cNvSpPr/>
            <p:nvPr/>
          </p:nvSpPr>
          <p:spPr bwMode="auto">
            <a:xfrm rot="5400000">
              <a:off x="10183525" y="4361515"/>
              <a:ext cx="493905" cy="6833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27" name="Rectangle 26">
              <a:extLst>
                <a:ext uri="{FF2B5EF4-FFF2-40B4-BE49-F238E27FC236}">
                  <a16:creationId xmlns:a16="http://schemas.microsoft.com/office/drawing/2014/main" id="{6C2C96F0-DBBF-D34B-4657-C3C46AC40FF1}"/>
                </a:ext>
              </a:extLst>
            </p:cNvPr>
            <p:cNvSpPr/>
            <p:nvPr/>
          </p:nvSpPr>
          <p:spPr bwMode="auto">
            <a:xfrm rot="10800000">
              <a:off x="10864748" y="3920062"/>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28" name="Rectangle 27">
              <a:extLst>
                <a:ext uri="{FF2B5EF4-FFF2-40B4-BE49-F238E27FC236}">
                  <a16:creationId xmlns:a16="http://schemas.microsoft.com/office/drawing/2014/main" id="{A748C668-360D-3DE8-70D3-BE7DF3C499DE}"/>
                </a:ext>
              </a:extLst>
            </p:cNvPr>
            <p:cNvSpPr/>
            <p:nvPr/>
          </p:nvSpPr>
          <p:spPr bwMode="auto">
            <a:xfrm>
              <a:off x="6984855" y="2032056"/>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29" name="Rectangle 28">
              <a:extLst>
                <a:ext uri="{FF2B5EF4-FFF2-40B4-BE49-F238E27FC236}">
                  <a16:creationId xmlns:a16="http://schemas.microsoft.com/office/drawing/2014/main" id="{650D76FD-BACA-C318-EF7B-DA93A06A46B6}"/>
                </a:ext>
              </a:extLst>
            </p:cNvPr>
            <p:cNvSpPr/>
            <p:nvPr/>
          </p:nvSpPr>
          <p:spPr bwMode="auto">
            <a:xfrm>
              <a:off x="10793244" y="2011629"/>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30" name="Rectangle 29">
              <a:extLst>
                <a:ext uri="{FF2B5EF4-FFF2-40B4-BE49-F238E27FC236}">
                  <a16:creationId xmlns:a16="http://schemas.microsoft.com/office/drawing/2014/main" id="{88007C31-DBE0-6A12-5ED8-3F66F63EE3D7}"/>
                </a:ext>
              </a:extLst>
            </p:cNvPr>
            <p:cNvSpPr/>
            <p:nvPr/>
          </p:nvSpPr>
          <p:spPr bwMode="auto">
            <a:xfrm rot="5400000">
              <a:off x="10097557" y="149236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nvGrpSpPr>
            <p:cNvPr id="31" name="Group 30">
              <a:extLst>
                <a:ext uri="{FF2B5EF4-FFF2-40B4-BE49-F238E27FC236}">
                  <a16:creationId xmlns:a16="http://schemas.microsoft.com/office/drawing/2014/main" id="{CA2B25AB-A71A-B854-A570-5F09A8D7637A}"/>
                </a:ext>
              </a:extLst>
            </p:cNvPr>
            <p:cNvGrpSpPr>
              <a:grpSpLocks/>
            </p:cNvGrpSpPr>
            <p:nvPr/>
          </p:nvGrpSpPr>
          <p:grpSpPr bwMode="auto">
            <a:xfrm>
              <a:off x="9928861" y="4538235"/>
              <a:ext cx="703389" cy="568387"/>
              <a:chOff x="-44" y="1473"/>
              <a:chExt cx="981" cy="1105"/>
            </a:xfrm>
          </p:grpSpPr>
          <p:pic>
            <p:nvPicPr>
              <p:cNvPr id="70" name="Picture 69" descr="desktop_computer_stylized_medium">
                <a:extLst>
                  <a:ext uri="{FF2B5EF4-FFF2-40B4-BE49-F238E27FC236}">
                    <a16:creationId xmlns:a16="http://schemas.microsoft.com/office/drawing/2014/main" id="{A1A6267D-00C6-5F7C-64D8-146D7E8727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 name="Freeform 70">
                <a:extLst>
                  <a:ext uri="{FF2B5EF4-FFF2-40B4-BE49-F238E27FC236}">
                    <a16:creationId xmlns:a16="http://schemas.microsoft.com/office/drawing/2014/main" id="{14C48B9B-7263-8D2A-D569-7B1CF34501FA}"/>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2" name="Group 31">
              <a:extLst>
                <a:ext uri="{FF2B5EF4-FFF2-40B4-BE49-F238E27FC236}">
                  <a16:creationId xmlns:a16="http://schemas.microsoft.com/office/drawing/2014/main" id="{663792B4-47DB-38E5-A863-29101146918F}"/>
                </a:ext>
              </a:extLst>
            </p:cNvPr>
            <p:cNvGrpSpPr>
              <a:grpSpLocks/>
            </p:cNvGrpSpPr>
            <p:nvPr/>
          </p:nvGrpSpPr>
          <p:grpSpPr bwMode="auto">
            <a:xfrm>
              <a:off x="7543222" y="889093"/>
              <a:ext cx="703389" cy="568387"/>
              <a:chOff x="-44" y="1473"/>
              <a:chExt cx="981" cy="1105"/>
            </a:xfrm>
          </p:grpSpPr>
          <p:pic>
            <p:nvPicPr>
              <p:cNvPr id="68" name="Picture 67" descr="desktop_computer_stylized_medium">
                <a:extLst>
                  <a:ext uri="{FF2B5EF4-FFF2-40B4-BE49-F238E27FC236}">
                    <a16:creationId xmlns:a16="http://schemas.microsoft.com/office/drawing/2014/main" id="{07D34E87-3173-210A-4364-41BF77CB3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Freeform 68">
                <a:extLst>
                  <a:ext uri="{FF2B5EF4-FFF2-40B4-BE49-F238E27FC236}">
                    <a16:creationId xmlns:a16="http://schemas.microsoft.com/office/drawing/2014/main" id="{6BD193A0-D1CB-7FC9-CA0A-C0BD3E6308E3}"/>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3" name="Group 32">
              <a:extLst>
                <a:ext uri="{FF2B5EF4-FFF2-40B4-BE49-F238E27FC236}">
                  <a16:creationId xmlns:a16="http://schemas.microsoft.com/office/drawing/2014/main" id="{C1C335C3-2685-D07D-BCEE-F67162DAEDDA}"/>
                </a:ext>
              </a:extLst>
            </p:cNvPr>
            <p:cNvGrpSpPr/>
            <p:nvPr/>
          </p:nvGrpSpPr>
          <p:grpSpPr>
            <a:xfrm>
              <a:off x="7466915" y="1798838"/>
              <a:ext cx="946204" cy="493905"/>
              <a:chOff x="7493876" y="2774731"/>
              <a:chExt cx="1481958" cy="894622"/>
            </a:xfrm>
          </p:grpSpPr>
          <p:sp>
            <p:nvSpPr>
              <p:cNvPr id="61" name="Freeform 60">
                <a:extLst>
                  <a:ext uri="{FF2B5EF4-FFF2-40B4-BE49-F238E27FC236}">
                    <a16:creationId xmlns:a16="http://schemas.microsoft.com/office/drawing/2014/main" id="{1B7A7861-5ED8-346A-11B1-2AD4C4547BE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62" name="Oval 61">
                <a:extLst>
                  <a:ext uri="{FF2B5EF4-FFF2-40B4-BE49-F238E27FC236}">
                    <a16:creationId xmlns:a16="http://schemas.microsoft.com/office/drawing/2014/main" id="{D1FA5B71-EA48-33BB-D02F-26C859C91EC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63" name="Group 62">
                <a:extLst>
                  <a:ext uri="{FF2B5EF4-FFF2-40B4-BE49-F238E27FC236}">
                    <a16:creationId xmlns:a16="http://schemas.microsoft.com/office/drawing/2014/main" id="{69227B5F-8C0B-63BF-FF31-C6B0F163A510}"/>
                  </a:ext>
                </a:extLst>
              </p:cNvPr>
              <p:cNvGrpSpPr/>
              <p:nvPr/>
            </p:nvGrpSpPr>
            <p:grpSpPr>
              <a:xfrm>
                <a:off x="7713663" y="2848339"/>
                <a:ext cx="1042107" cy="425543"/>
                <a:chOff x="7786941" y="2884917"/>
                <a:chExt cx="897649" cy="353919"/>
              </a:xfrm>
            </p:grpSpPr>
            <p:sp>
              <p:nvSpPr>
                <p:cNvPr id="64" name="Freeform 63">
                  <a:extLst>
                    <a:ext uri="{FF2B5EF4-FFF2-40B4-BE49-F238E27FC236}">
                      <a16:creationId xmlns:a16="http://schemas.microsoft.com/office/drawing/2014/main" id="{906A9CB8-6103-05E5-F31D-140C449FDB2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Freeform 64">
                  <a:extLst>
                    <a:ext uri="{FF2B5EF4-FFF2-40B4-BE49-F238E27FC236}">
                      <a16:creationId xmlns:a16="http://schemas.microsoft.com/office/drawing/2014/main" id="{858FC8E1-217E-C7E6-1742-04110BB6C7F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Freeform 65">
                  <a:extLst>
                    <a:ext uri="{FF2B5EF4-FFF2-40B4-BE49-F238E27FC236}">
                      <a16:creationId xmlns:a16="http://schemas.microsoft.com/office/drawing/2014/main" id="{457E259E-5FD5-D3D6-7D5E-9F2EF16BD8E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reeform 66">
                  <a:extLst>
                    <a:ext uri="{FF2B5EF4-FFF2-40B4-BE49-F238E27FC236}">
                      <a16:creationId xmlns:a16="http://schemas.microsoft.com/office/drawing/2014/main" id="{7B8F503F-DA18-4790-6721-AC74FC42F5B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4" name="Group 33">
              <a:extLst>
                <a:ext uri="{FF2B5EF4-FFF2-40B4-BE49-F238E27FC236}">
                  <a16:creationId xmlns:a16="http://schemas.microsoft.com/office/drawing/2014/main" id="{BD09AE18-7763-D912-78A4-8981850F6052}"/>
                </a:ext>
              </a:extLst>
            </p:cNvPr>
            <p:cNvGrpSpPr/>
            <p:nvPr/>
          </p:nvGrpSpPr>
          <p:grpSpPr>
            <a:xfrm>
              <a:off x="7549665" y="3664319"/>
              <a:ext cx="946204" cy="493905"/>
              <a:chOff x="7493876" y="2774731"/>
              <a:chExt cx="1481958" cy="894622"/>
            </a:xfrm>
          </p:grpSpPr>
          <p:sp>
            <p:nvSpPr>
              <p:cNvPr id="54" name="Freeform 53">
                <a:extLst>
                  <a:ext uri="{FF2B5EF4-FFF2-40B4-BE49-F238E27FC236}">
                    <a16:creationId xmlns:a16="http://schemas.microsoft.com/office/drawing/2014/main" id="{55BBA111-5EFE-6F3D-140B-AFCD66FE8A0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5" name="Oval 54">
                <a:extLst>
                  <a:ext uri="{FF2B5EF4-FFF2-40B4-BE49-F238E27FC236}">
                    <a16:creationId xmlns:a16="http://schemas.microsoft.com/office/drawing/2014/main" id="{C0402297-8096-2DC4-95BD-FB2B90A302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56" name="Group 55">
                <a:extLst>
                  <a:ext uri="{FF2B5EF4-FFF2-40B4-BE49-F238E27FC236}">
                    <a16:creationId xmlns:a16="http://schemas.microsoft.com/office/drawing/2014/main" id="{795D4775-6795-C76A-9E01-657EDE0B4C40}"/>
                  </a:ext>
                </a:extLst>
              </p:cNvPr>
              <p:cNvGrpSpPr/>
              <p:nvPr/>
            </p:nvGrpSpPr>
            <p:grpSpPr>
              <a:xfrm>
                <a:off x="7713663" y="2848339"/>
                <a:ext cx="1042107" cy="425543"/>
                <a:chOff x="7786941" y="2884917"/>
                <a:chExt cx="897649" cy="353919"/>
              </a:xfrm>
            </p:grpSpPr>
            <p:sp>
              <p:nvSpPr>
                <p:cNvPr id="57" name="Freeform 56">
                  <a:extLst>
                    <a:ext uri="{FF2B5EF4-FFF2-40B4-BE49-F238E27FC236}">
                      <a16:creationId xmlns:a16="http://schemas.microsoft.com/office/drawing/2014/main" id="{4104E4B3-DF81-014B-E8C9-1A6B1BD4428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Freeform 57">
                  <a:extLst>
                    <a:ext uri="{FF2B5EF4-FFF2-40B4-BE49-F238E27FC236}">
                      <a16:creationId xmlns:a16="http://schemas.microsoft.com/office/drawing/2014/main" id="{3D7AA63C-3656-B8EE-B676-6A02A6EB463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Freeform 58">
                  <a:extLst>
                    <a:ext uri="{FF2B5EF4-FFF2-40B4-BE49-F238E27FC236}">
                      <a16:creationId xmlns:a16="http://schemas.microsoft.com/office/drawing/2014/main" id="{486791AB-6517-715B-8109-D20DB2AA381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0" name="Freeform 59">
                  <a:extLst>
                    <a:ext uri="{FF2B5EF4-FFF2-40B4-BE49-F238E27FC236}">
                      <a16:creationId xmlns:a16="http://schemas.microsoft.com/office/drawing/2014/main" id="{2A7884C0-9DFA-FCA2-EB7F-012F540CF2B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5" name="Group 34">
              <a:extLst>
                <a:ext uri="{FF2B5EF4-FFF2-40B4-BE49-F238E27FC236}">
                  <a16:creationId xmlns:a16="http://schemas.microsoft.com/office/drawing/2014/main" id="{0268142D-E797-284D-34A2-7EAA3999D271}"/>
                </a:ext>
              </a:extLst>
            </p:cNvPr>
            <p:cNvGrpSpPr/>
            <p:nvPr/>
          </p:nvGrpSpPr>
          <p:grpSpPr>
            <a:xfrm>
              <a:off x="9923210" y="3664319"/>
              <a:ext cx="946204" cy="493905"/>
              <a:chOff x="7493876" y="2774731"/>
              <a:chExt cx="1481958" cy="894622"/>
            </a:xfrm>
          </p:grpSpPr>
          <p:sp>
            <p:nvSpPr>
              <p:cNvPr id="47" name="Freeform 46">
                <a:extLst>
                  <a:ext uri="{FF2B5EF4-FFF2-40B4-BE49-F238E27FC236}">
                    <a16:creationId xmlns:a16="http://schemas.microsoft.com/office/drawing/2014/main" id="{7DCB749B-A38F-50FA-EC18-3A2533F09A8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8" name="Oval 47">
                <a:extLst>
                  <a:ext uri="{FF2B5EF4-FFF2-40B4-BE49-F238E27FC236}">
                    <a16:creationId xmlns:a16="http://schemas.microsoft.com/office/drawing/2014/main" id="{809A1E8B-B137-F973-8517-AE6F5D0EBDD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 name="Group 48">
                <a:extLst>
                  <a:ext uri="{FF2B5EF4-FFF2-40B4-BE49-F238E27FC236}">
                    <a16:creationId xmlns:a16="http://schemas.microsoft.com/office/drawing/2014/main" id="{5EC742A4-8E22-B288-9C98-20A8834B5586}"/>
                  </a:ext>
                </a:extLst>
              </p:cNvPr>
              <p:cNvGrpSpPr/>
              <p:nvPr/>
            </p:nvGrpSpPr>
            <p:grpSpPr>
              <a:xfrm>
                <a:off x="7713663" y="2848339"/>
                <a:ext cx="1042107" cy="425543"/>
                <a:chOff x="7786941" y="2884917"/>
                <a:chExt cx="897649" cy="353919"/>
              </a:xfrm>
            </p:grpSpPr>
            <p:sp>
              <p:nvSpPr>
                <p:cNvPr id="50" name="Freeform 49">
                  <a:extLst>
                    <a:ext uri="{FF2B5EF4-FFF2-40B4-BE49-F238E27FC236}">
                      <a16:creationId xmlns:a16="http://schemas.microsoft.com/office/drawing/2014/main" id="{E816CA48-DFF8-019E-4ABF-7B7CE6ECDD8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Freeform 50">
                  <a:extLst>
                    <a:ext uri="{FF2B5EF4-FFF2-40B4-BE49-F238E27FC236}">
                      <a16:creationId xmlns:a16="http://schemas.microsoft.com/office/drawing/2014/main" id="{45D0DC7F-8BC4-DCF9-0E3E-C64F86F0D75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2" name="Freeform 51">
                  <a:extLst>
                    <a:ext uri="{FF2B5EF4-FFF2-40B4-BE49-F238E27FC236}">
                      <a16:creationId xmlns:a16="http://schemas.microsoft.com/office/drawing/2014/main" id="{07AE94FC-D48B-A310-CF4A-11B35771E39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 name="Freeform 52">
                  <a:extLst>
                    <a:ext uri="{FF2B5EF4-FFF2-40B4-BE49-F238E27FC236}">
                      <a16:creationId xmlns:a16="http://schemas.microsoft.com/office/drawing/2014/main" id="{CC166FCD-4BB8-7836-F031-292C3AE0CC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36" name="Group 35">
              <a:extLst>
                <a:ext uri="{FF2B5EF4-FFF2-40B4-BE49-F238E27FC236}">
                  <a16:creationId xmlns:a16="http://schemas.microsoft.com/office/drawing/2014/main" id="{9E123000-2EA8-3665-5739-28E7AC5A9F7C}"/>
                </a:ext>
              </a:extLst>
            </p:cNvPr>
            <p:cNvGrpSpPr/>
            <p:nvPr/>
          </p:nvGrpSpPr>
          <p:grpSpPr>
            <a:xfrm>
              <a:off x="9871407" y="1778757"/>
              <a:ext cx="946204" cy="493905"/>
              <a:chOff x="7493876" y="2774731"/>
              <a:chExt cx="1481958" cy="894622"/>
            </a:xfrm>
          </p:grpSpPr>
          <p:sp>
            <p:nvSpPr>
              <p:cNvPr id="40" name="Freeform 39">
                <a:extLst>
                  <a:ext uri="{FF2B5EF4-FFF2-40B4-BE49-F238E27FC236}">
                    <a16:creationId xmlns:a16="http://schemas.microsoft.com/office/drawing/2014/main" id="{DFFDC0BC-D93F-3F30-C061-7DC58894904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1" name="Oval 40">
                <a:extLst>
                  <a:ext uri="{FF2B5EF4-FFF2-40B4-BE49-F238E27FC236}">
                    <a16:creationId xmlns:a16="http://schemas.microsoft.com/office/drawing/2014/main" id="{9F18D7C0-66AB-E888-11B6-AB4BC5B4F9A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2" name="Group 41">
                <a:extLst>
                  <a:ext uri="{FF2B5EF4-FFF2-40B4-BE49-F238E27FC236}">
                    <a16:creationId xmlns:a16="http://schemas.microsoft.com/office/drawing/2014/main" id="{B4168411-497E-8508-091F-B664F2564C50}"/>
                  </a:ext>
                </a:extLst>
              </p:cNvPr>
              <p:cNvGrpSpPr/>
              <p:nvPr/>
            </p:nvGrpSpPr>
            <p:grpSpPr>
              <a:xfrm>
                <a:off x="7713663" y="2848339"/>
                <a:ext cx="1042107" cy="425543"/>
                <a:chOff x="7786941" y="2884917"/>
                <a:chExt cx="897649" cy="353919"/>
              </a:xfrm>
            </p:grpSpPr>
            <p:sp>
              <p:nvSpPr>
                <p:cNvPr id="43" name="Freeform 42">
                  <a:extLst>
                    <a:ext uri="{FF2B5EF4-FFF2-40B4-BE49-F238E27FC236}">
                      <a16:creationId xmlns:a16="http://schemas.microsoft.com/office/drawing/2014/main" id="{7FF6214F-D99B-335C-C9AA-13A43B9AB0E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 name="Freeform 43">
                  <a:extLst>
                    <a:ext uri="{FF2B5EF4-FFF2-40B4-BE49-F238E27FC236}">
                      <a16:creationId xmlns:a16="http://schemas.microsoft.com/office/drawing/2014/main" id="{286B3EB7-DCA5-E2C0-44BB-9DBAFBF4B93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 name="Freeform 44">
                  <a:extLst>
                    <a:ext uri="{FF2B5EF4-FFF2-40B4-BE49-F238E27FC236}">
                      <a16:creationId xmlns:a16="http://schemas.microsoft.com/office/drawing/2014/main" id="{BD9488DE-2889-2E26-3096-D735A71AF20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Freeform 45">
                  <a:extLst>
                    <a:ext uri="{FF2B5EF4-FFF2-40B4-BE49-F238E27FC236}">
                      <a16:creationId xmlns:a16="http://schemas.microsoft.com/office/drawing/2014/main" id="{DCB498DC-295F-ED96-93C2-06B4108917A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37" name="Rectangle 36">
              <a:extLst>
                <a:ext uri="{FF2B5EF4-FFF2-40B4-BE49-F238E27FC236}">
                  <a16:creationId xmlns:a16="http://schemas.microsoft.com/office/drawing/2014/main" id="{1C35624B-6E9F-C97D-7F87-6B96387CA3D3}"/>
                </a:ext>
              </a:extLst>
            </p:cNvPr>
            <p:cNvSpPr/>
            <p:nvPr/>
          </p:nvSpPr>
          <p:spPr bwMode="auto">
            <a:xfrm rot="1634516">
              <a:off x="7923067" y="1853333"/>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38" name="Rectangle 37">
              <a:extLst>
                <a:ext uri="{FF2B5EF4-FFF2-40B4-BE49-F238E27FC236}">
                  <a16:creationId xmlns:a16="http://schemas.microsoft.com/office/drawing/2014/main" id="{3A2FD243-2924-8393-B90B-E917FB0CA1B5}"/>
                </a:ext>
              </a:extLst>
            </p:cNvPr>
            <p:cNvSpPr/>
            <p:nvPr/>
          </p:nvSpPr>
          <p:spPr bwMode="auto">
            <a:xfrm rot="2101064">
              <a:off x="9799522" y="2114961"/>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39" name="Rectangle 38">
              <a:extLst>
                <a:ext uri="{FF2B5EF4-FFF2-40B4-BE49-F238E27FC236}">
                  <a16:creationId xmlns:a16="http://schemas.microsoft.com/office/drawing/2014/main" id="{BCC200CD-8C1B-D574-DE1F-88660C6BCB12}"/>
                </a:ext>
              </a:extLst>
            </p:cNvPr>
            <p:cNvSpPr/>
            <p:nvPr/>
          </p:nvSpPr>
          <p:spPr bwMode="auto">
            <a:xfrm rot="4253584">
              <a:off x="10079223" y="3873984"/>
              <a:ext cx="547683" cy="757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83" name="TextBox 82">
            <a:extLst>
              <a:ext uri="{FF2B5EF4-FFF2-40B4-BE49-F238E27FC236}">
                <a16:creationId xmlns:a16="http://schemas.microsoft.com/office/drawing/2014/main" id="{EA8B9554-93F2-6320-468D-F1F082C53221}"/>
              </a:ext>
            </a:extLst>
          </p:cNvPr>
          <p:cNvSpPr txBox="1"/>
          <p:nvPr/>
        </p:nvSpPr>
        <p:spPr>
          <a:xfrm>
            <a:off x="6170666" y="1487932"/>
            <a:ext cx="5631190" cy="830997"/>
          </a:xfrm>
          <a:prstGeom prst="rect">
            <a:avLst/>
          </a:prstGeom>
          <a:noFill/>
        </p:spPr>
        <p:txBody>
          <a:bodyPr wrap="square">
            <a:spAutoFit/>
          </a:bodyPr>
          <a:lstStyle/>
          <a:p>
            <a:pPr marL="285750" indent="-285750" fontAlgn="base">
              <a:buFont typeface="Arial" panose="020B0604020202020204" pitchFamily="34" charset="0"/>
              <a:buChar char="•"/>
            </a:pPr>
            <a:r>
              <a:rPr lang="en-US" sz="1600" dirty="0"/>
              <a:t>Divide the data into packets of size L bits, each packet is transmitted at link bandwidth​</a:t>
            </a:r>
          </a:p>
          <a:p>
            <a:pPr marL="285750" indent="-285750" fontAlgn="base">
              <a:buFont typeface="Arial" panose="020B0604020202020204" pitchFamily="34" charset="0"/>
              <a:buChar char="•"/>
            </a:pPr>
            <a:r>
              <a:rPr lang="en-US" sz="1600" dirty="0"/>
              <a:t>Store and forward approach</a:t>
            </a:r>
          </a:p>
        </p:txBody>
      </p:sp>
      <p:grpSp>
        <p:nvGrpSpPr>
          <p:cNvPr id="102" name="Group 101">
            <a:extLst>
              <a:ext uri="{FF2B5EF4-FFF2-40B4-BE49-F238E27FC236}">
                <a16:creationId xmlns:a16="http://schemas.microsoft.com/office/drawing/2014/main" id="{4D89BD76-2DD2-BD88-CFCB-95B195F2E5C5}"/>
              </a:ext>
            </a:extLst>
          </p:cNvPr>
          <p:cNvGrpSpPr/>
          <p:nvPr/>
        </p:nvGrpSpPr>
        <p:grpSpPr>
          <a:xfrm>
            <a:off x="7372235" y="2249932"/>
            <a:ext cx="2440258" cy="2689037"/>
            <a:chOff x="6874430" y="2994088"/>
            <a:chExt cx="3625755" cy="3353981"/>
          </a:xfrm>
        </p:grpSpPr>
        <p:sp>
          <p:nvSpPr>
            <p:cNvPr id="8" name="Rectangle 7">
              <a:extLst>
                <a:ext uri="{FF2B5EF4-FFF2-40B4-BE49-F238E27FC236}">
                  <a16:creationId xmlns:a16="http://schemas.microsoft.com/office/drawing/2014/main" id="{68357632-170F-078A-F34B-C668FED927AA}"/>
                </a:ext>
              </a:extLst>
            </p:cNvPr>
            <p:cNvSpPr/>
            <p:nvPr/>
          </p:nvSpPr>
          <p:spPr bwMode="auto">
            <a:xfrm>
              <a:off x="8052671" y="3913563"/>
              <a:ext cx="1242362" cy="495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96" name="Rectangle 95">
              <a:extLst>
                <a:ext uri="{FF2B5EF4-FFF2-40B4-BE49-F238E27FC236}">
                  <a16:creationId xmlns:a16="http://schemas.microsoft.com/office/drawing/2014/main" id="{5327001A-C728-7B67-241D-B56C7F5E940F}"/>
                </a:ext>
              </a:extLst>
            </p:cNvPr>
            <p:cNvSpPr/>
            <p:nvPr/>
          </p:nvSpPr>
          <p:spPr bwMode="auto">
            <a:xfrm rot="5400000">
              <a:off x="7103793" y="4629171"/>
              <a:ext cx="1141673" cy="7649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455" name="Rectangle 454">
              <a:extLst>
                <a:ext uri="{FF2B5EF4-FFF2-40B4-BE49-F238E27FC236}">
                  <a16:creationId xmlns:a16="http://schemas.microsoft.com/office/drawing/2014/main" id="{E28ACCEA-952E-8C55-0E38-3F962EBAA1D4}"/>
                </a:ext>
              </a:extLst>
            </p:cNvPr>
            <p:cNvSpPr/>
            <p:nvPr/>
          </p:nvSpPr>
          <p:spPr bwMode="auto">
            <a:xfrm rot="5400000">
              <a:off x="9127984" y="4644801"/>
              <a:ext cx="1141673" cy="5420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nvGrpSpPr>
            <p:cNvPr id="457" name="Group 456">
              <a:extLst>
                <a:ext uri="{FF2B5EF4-FFF2-40B4-BE49-F238E27FC236}">
                  <a16:creationId xmlns:a16="http://schemas.microsoft.com/office/drawing/2014/main" id="{A8F9BF65-AEA6-12AE-CFE4-C3F4810FF98C}"/>
                </a:ext>
              </a:extLst>
            </p:cNvPr>
            <p:cNvGrpSpPr>
              <a:grpSpLocks/>
            </p:cNvGrpSpPr>
            <p:nvPr/>
          </p:nvGrpSpPr>
          <p:grpSpPr bwMode="auto">
            <a:xfrm>
              <a:off x="9370700" y="2994088"/>
              <a:ext cx="581625" cy="448464"/>
              <a:chOff x="-44" y="1473"/>
              <a:chExt cx="981" cy="1105"/>
            </a:xfrm>
          </p:grpSpPr>
          <p:pic>
            <p:nvPicPr>
              <p:cNvPr id="89" name="Picture 88" descr="desktop_computer_stylized_medium">
                <a:extLst>
                  <a:ext uri="{FF2B5EF4-FFF2-40B4-BE49-F238E27FC236}">
                    <a16:creationId xmlns:a16="http://schemas.microsoft.com/office/drawing/2014/main" id="{73AC5E15-1396-991D-E37E-8F08B9FC36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Freeform 89">
                <a:extLst>
                  <a:ext uri="{FF2B5EF4-FFF2-40B4-BE49-F238E27FC236}">
                    <a16:creationId xmlns:a16="http://schemas.microsoft.com/office/drawing/2014/main" id="{2FA086D3-7332-60FA-A661-BA7DC2644DCE}"/>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58" name="Rectangle 457">
              <a:extLst>
                <a:ext uri="{FF2B5EF4-FFF2-40B4-BE49-F238E27FC236}">
                  <a16:creationId xmlns:a16="http://schemas.microsoft.com/office/drawing/2014/main" id="{92A03E94-167E-CD1C-A51F-C554B1AE3816}"/>
                </a:ext>
              </a:extLst>
            </p:cNvPr>
            <p:cNvSpPr/>
            <p:nvPr/>
          </p:nvSpPr>
          <p:spPr bwMode="auto">
            <a:xfrm rot="2465437" flipV="1">
              <a:off x="9536149" y="5368524"/>
              <a:ext cx="482001" cy="5093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459" name="Rectangle 458">
              <a:extLst>
                <a:ext uri="{FF2B5EF4-FFF2-40B4-BE49-F238E27FC236}">
                  <a16:creationId xmlns:a16="http://schemas.microsoft.com/office/drawing/2014/main" id="{D51DAD41-9A7E-D8B3-D28D-6E4EBE2F06AE}"/>
                </a:ext>
              </a:extLst>
            </p:cNvPr>
            <p:cNvSpPr/>
            <p:nvPr/>
          </p:nvSpPr>
          <p:spPr bwMode="auto">
            <a:xfrm>
              <a:off x="6959598" y="5427290"/>
              <a:ext cx="409433" cy="539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461" name="Rectangle 460">
              <a:extLst>
                <a:ext uri="{FF2B5EF4-FFF2-40B4-BE49-F238E27FC236}">
                  <a16:creationId xmlns:a16="http://schemas.microsoft.com/office/drawing/2014/main" id="{88766341-61E7-C9A6-5647-F57F843D06E0}"/>
                </a:ext>
              </a:extLst>
            </p:cNvPr>
            <p:cNvSpPr/>
            <p:nvPr/>
          </p:nvSpPr>
          <p:spPr bwMode="auto">
            <a:xfrm rot="5400000">
              <a:off x="7505560" y="5793666"/>
              <a:ext cx="389697" cy="566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463" name="Rectangle 462">
              <a:extLst>
                <a:ext uri="{FF2B5EF4-FFF2-40B4-BE49-F238E27FC236}">
                  <a16:creationId xmlns:a16="http://schemas.microsoft.com/office/drawing/2014/main" id="{E3BC87CE-C0A3-63FD-FE2A-61F2245A5F1C}"/>
                </a:ext>
              </a:extLst>
            </p:cNvPr>
            <p:cNvSpPr/>
            <p:nvPr/>
          </p:nvSpPr>
          <p:spPr bwMode="auto">
            <a:xfrm rot="10800000">
              <a:off x="10090752" y="5411859"/>
              <a:ext cx="409433" cy="539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464" name="Rectangle 463">
              <a:extLst>
                <a:ext uri="{FF2B5EF4-FFF2-40B4-BE49-F238E27FC236}">
                  <a16:creationId xmlns:a16="http://schemas.microsoft.com/office/drawing/2014/main" id="{A09F011B-E835-642A-9CC4-464FC63A7D33}"/>
                </a:ext>
              </a:extLst>
            </p:cNvPr>
            <p:cNvSpPr/>
            <p:nvPr/>
          </p:nvSpPr>
          <p:spPr bwMode="auto">
            <a:xfrm>
              <a:off x="6874430" y="3922200"/>
              <a:ext cx="409433" cy="539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465" name="Rectangle 464">
              <a:extLst>
                <a:ext uri="{FF2B5EF4-FFF2-40B4-BE49-F238E27FC236}">
                  <a16:creationId xmlns:a16="http://schemas.microsoft.com/office/drawing/2014/main" id="{87CDE7D9-D48D-5153-ABEE-95126D3339BC}"/>
                </a:ext>
              </a:extLst>
            </p:cNvPr>
            <p:cNvSpPr/>
            <p:nvPr/>
          </p:nvSpPr>
          <p:spPr bwMode="auto">
            <a:xfrm>
              <a:off x="10031477" y="3906082"/>
              <a:ext cx="409433" cy="539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466" name="Rectangle 465">
              <a:extLst>
                <a:ext uri="{FF2B5EF4-FFF2-40B4-BE49-F238E27FC236}">
                  <a16:creationId xmlns:a16="http://schemas.microsoft.com/office/drawing/2014/main" id="{9BF7DE21-F47F-685D-513A-D37027455186}"/>
                </a:ext>
              </a:extLst>
            </p:cNvPr>
            <p:cNvSpPr/>
            <p:nvPr/>
          </p:nvSpPr>
          <p:spPr bwMode="auto">
            <a:xfrm rot="5400000">
              <a:off x="9464640" y="3495008"/>
              <a:ext cx="389697" cy="566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nvGrpSpPr>
            <p:cNvPr id="467" name="Group 466">
              <a:extLst>
                <a:ext uri="{FF2B5EF4-FFF2-40B4-BE49-F238E27FC236}">
                  <a16:creationId xmlns:a16="http://schemas.microsoft.com/office/drawing/2014/main" id="{2975094F-8DA8-38A1-3F17-BC104F4FD97B}"/>
                </a:ext>
              </a:extLst>
            </p:cNvPr>
            <p:cNvGrpSpPr>
              <a:grpSpLocks/>
            </p:cNvGrpSpPr>
            <p:nvPr/>
          </p:nvGrpSpPr>
          <p:grpSpPr bwMode="auto">
            <a:xfrm>
              <a:off x="9314928" y="5899605"/>
              <a:ext cx="583090" cy="448464"/>
              <a:chOff x="-44" y="1473"/>
              <a:chExt cx="981" cy="1105"/>
            </a:xfrm>
          </p:grpSpPr>
          <p:pic>
            <p:nvPicPr>
              <p:cNvPr id="87" name="Picture 86" descr="desktop_computer_stylized_medium">
                <a:extLst>
                  <a:ext uri="{FF2B5EF4-FFF2-40B4-BE49-F238E27FC236}">
                    <a16:creationId xmlns:a16="http://schemas.microsoft.com/office/drawing/2014/main" id="{E157967E-A8C0-F79B-8264-85BD788032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 name="Freeform 87">
                <a:extLst>
                  <a:ext uri="{FF2B5EF4-FFF2-40B4-BE49-F238E27FC236}">
                    <a16:creationId xmlns:a16="http://schemas.microsoft.com/office/drawing/2014/main" id="{C5652663-B7C4-2AC7-FD09-AA45783FE9F3}"/>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68" name="Group 467">
              <a:extLst>
                <a:ext uri="{FF2B5EF4-FFF2-40B4-BE49-F238E27FC236}">
                  <a16:creationId xmlns:a16="http://schemas.microsoft.com/office/drawing/2014/main" id="{B69434D6-A14C-4256-2A24-8023D394A252}"/>
                </a:ext>
              </a:extLst>
            </p:cNvPr>
            <p:cNvGrpSpPr>
              <a:grpSpLocks/>
            </p:cNvGrpSpPr>
            <p:nvPr/>
          </p:nvGrpSpPr>
          <p:grpSpPr bwMode="auto">
            <a:xfrm>
              <a:off x="7337301" y="3020388"/>
              <a:ext cx="583090" cy="448464"/>
              <a:chOff x="-44" y="1473"/>
              <a:chExt cx="981" cy="1105"/>
            </a:xfrm>
          </p:grpSpPr>
          <p:pic>
            <p:nvPicPr>
              <p:cNvPr id="85" name="Picture 84" descr="desktop_computer_stylized_medium">
                <a:extLst>
                  <a:ext uri="{FF2B5EF4-FFF2-40B4-BE49-F238E27FC236}">
                    <a16:creationId xmlns:a16="http://schemas.microsoft.com/office/drawing/2014/main" id="{7BFC47F0-BA21-C542-7F27-CF6F955047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 name="Freeform 85">
                <a:extLst>
                  <a:ext uri="{FF2B5EF4-FFF2-40B4-BE49-F238E27FC236}">
                    <a16:creationId xmlns:a16="http://schemas.microsoft.com/office/drawing/2014/main" id="{38931335-C2C2-9B5E-C633-FC670BCB9133}"/>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69" name="Group 468">
              <a:extLst>
                <a:ext uri="{FF2B5EF4-FFF2-40B4-BE49-F238E27FC236}">
                  <a16:creationId xmlns:a16="http://schemas.microsoft.com/office/drawing/2014/main" id="{EC22E802-AF42-F580-9643-845B936A7275}"/>
                </a:ext>
              </a:extLst>
            </p:cNvPr>
            <p:cNvGrpSpPr/>
            <p:nvPr/>
          </p:nvGrpSpPr>
          <p:grpSpPr>
            <a:xfrm>
              <a:off x="7274044" y="3738188"/>
              <a:ext cx="784376" cy="389697"/>
              <a:chOff x="7493876" y="2774731"/>
              <a:chExt cx="1481958" cy="894622"/>
            </a:xfrm>
          </p:grpSpPr>
          <p:sp>
            <p:nvSpPr>
              <p:cNvPr id="497" name="Freeform 496">
                <a:extLst>
                  <a:ext uri="{FF2B5EF4-FFF2-40B4-BE49-F238E27FC236}">
                    <a16:creationId xmlns:a16="http://schemas.microsoft.com/office/drawing/2014/main" id="{64CEFC76-8E7B-57FD-DC21-FF14D312554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98" name="Oval 497">
                <a:extLst>
                  <a:ext uri="{FF2B5EF4-FFF2-40B4-BE49-F238E27FC236}">
                    <a16:creationId xmlns:a16="http://schemas.microsoft.com/office/drawing/2014/main" id="{4EF730A0-4E3A-BC34-182C-AEC385788A7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9" name="Group 498">
                <a:extLst>
                  <a:ext uri="{FF2B5EF4-FFF2-40B4-BE49-F238E27FC236}">
                    <a16:creationId xmlns:a16="http://schemas.microsoft.com/office/drawing/2014/main" id="{90162D4D-B34D-87C0-0F2A-A991EA7433EA}"/>
                  </a:ext>
                </a:extLst>
              </p:cNvPr>
              <p:cNvGrpSpPr/>
              <p:nvPr/>
            </p:nvGrpSpPr>
            <p:grpSpPr>
              <a:xfrm>
                <a:off x="7713663" y="2848339"/>
                <a:ext cx="1042107" cy="425543"/>
                <a:chOff x="7786941" y="2884917"/>
                <a:chExt cx="897649" cy="353919"/>
              </a:xfrm>
            </p:grpSpPr>
            <p:sp>
              <p:nvSpPr>
                <p:cNvPr id="507" name="Freeform 506">
                  <a:extLst>
                    <a:ext uri="{FF2B5EF4-FFF2-40B4-BE49-F238E27FC236}">
                      <a16:creationId xmlns:a16="http://schemas.microsoft.com/office/drawing/2014/main" id="{CBDE2B8B-A373-BE93-913E-D9ADD2E4A43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8" name="Freeform 507">
                  <a:extLst>
                    <a:ext uri="{FF2B5EF4-FFF2-40B4-BE49-F238E27FC236}">
                      <a16:creationId xmlns:a16="http://schemas.microsoft.com/office/drawing/2014/main" id="{8053850C-B428-0FBB-EBD5-217D58E9A64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9" name="Freeform 508">
                  <a:extLst>
                    <a:ext uri="{FF2B5EF4-FFF2-40B4-BE49-F238E27FC236}">
                      <a16:creationId xmlns:a16="http://schemas.microsoft.com/office/drawing/2014/main" id="{4F0EF9C4-EE95-6088-29E1-7805E7C0566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Freeform 83">
                  <a:extLst>
                    <a:ext uri="{FF2B5EF4-FFF2-40B4-BE49-F238E27FC236}">
                      <a16:creationId xmlns:a16="http://schemas.microsoft.com/office/drawing/2014/main" id="{B814936E-3B5E-186E-A9B0-019B1BDD917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70" name="Group 469">
              <a:extLst>
                <a:ext uri="{FF2B5EF4-FFF2-40B4-BE49-F238E27FC236}">
                  <a16:creationId xmlns:a16="http://schemas.microsoft.com/office/drawing/2014/main" id="{E3EF10D5-D5F6-CA08-DB62-5693B6B39A10}"/>
                </a:ext>
              </a:extLst>
            </p:cNvPr>
            <p:cNvGrpSpPr/>
            <p:nvPr/>
          </p:nvGrpSpPr>
          <p:grpSpPr>
            <a:xfrm>
              <a:off x="7342642" y="5210074"/>
              <a:ext cx="784376" cy="389697"/>
              <a:chOff x="7493876" y="2774731"/>
              <a:chExt cx="1481958" cy="894622"/>
            </a:xfrm>
          </p:grpSpPr>
          <p:sp>
            <p:nvSpPr>
              <p:cNvPr id="490" name="Freeform 489">
                <a:extLst>
                  <a:ext uri="{FF2B5EF4-FFF2-40B4-BE49-F238E27FC236}">
                    <a16:creationId xmlns:a16="http://schemas.microsoft.com/office/drawing/2014/main" id="{F63C5F6D-99D1-B7E5-E758-5554989C292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91" name="Oval 490">
                <a:extLst>
                  <a:ext uri="{FF2B5EF4-FFF2-40B4-BE49-F238E27FC236}">
                    <a16:creationId xmlns:a16="http://schemas.microsoft.com/office/drawing/2014/main" id="{31075A10-6859-F777-A36E-3C95FEDA7FC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92" name="Group 491">
                <a:extLst>
                  <a:ext uri="{FF2B5EF4-FFF2-40B4-BE49-F238E27FC236}">
                    <a16:creationId xmlns:a16="http://schemas.microsoft.com/office/drawing/2014/main" id="{04A1C4CA-D6C1-8241-1483-B548B8AA08D9}"/>
                  </a:ext>
                </a:extLst>
              </p:cNvPr>
              <p:cNvGrpSpPr/>
              <p:nvPr/>
            </p:nvGrpSpPr>
            <p:grpSpPr>
              <a:xfrm>
                <a:off x="7713663" y="2848339"/>
                <a:ext cx="1042107" cy="425543"/>
                <a:chOff x="7786941" y="2884917"/>
                <a:chExt cx="897649" cy="353919"/>
              </a:xfrm>
            </p:grpSpPr>
            <p:sp>
              <p:nvSpPr>
                <p:cNvPr id="493" name="Freeform 492">
                  <a:extLst>
                    <a:ext uri="{FF2B5EF4-FFF2-40B4-BE49-F238E27FC236}">
                      <a16:creationId xmlns:a16="http://schemas.microsoft.com/office/drawing/2014/main" id="{32B67617-0076-FDD6-1E59-E4D36B8E0C4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4" name="Freeform 493">
                  <a:extLst>
                    <a:ext uri="{FF2B5EF4-FFF2-40B4-BE49-F238E27FC236}">
                      <a16:creationId xmlns:a16="http://schemas.microsoft.com/office/drawing/2014/main" id="{167BA5AC-07B1-36A5-283A-31D6DC226FE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5" name="Freeform 494">
                  <a:extLst>
                    <a:ext uri="{FF2B5EF4-FFF2-40B4-BE49-F238E27FC236}">
                      <a16:creationId xmlns:a16="http://schemas.microsoft.com/office/drawing/2014/main" id="{DE31719D-F988-7DC1-63AD-1D6994CC5A8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6" name="Freeform 495">
                  <a:extLst>
                    <a:ext uri="{FF2B5EF4-FFF2-40B4-BE49-F238E27FC236}">
                      <a16:creationId xmlns:a16="http://schemas.microsoft.com/office/drawing/2014/main" id="{3EE3579A-C84A-D286-D348-B76088F502F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71" name="Group 470">
              <a:extLst>
                <a:ext uri="{FF2B5EF4-FFF2-40B4-BE49-F238E27FC236}">
                  <a16:creationId xmlns:a16="http://schemas.microsoft.com/office/drawing/2014/main" id="{0A10F3A6-92F0-C70E-F8C2-83C25121EA24}"/>
                </a:ext>
              </a:extLst>
            </p:cNvPr>
            <p:cNvGrpSpPr/>
            <p:nvPr/>
          </p:nvGrpSpPr>
          <p:grpSpPr>
            <a:xfrm>
              <a:off x="9310243" y="5210074"/>
              <a:ext cx="784376" cy="389697"/>
              <a:chOff x="7493876" y="2774731"/>
              <a:chExt cx="1481958" cy="894622"/>
            </a:xfrm>
          </p:grpSpPr>
          <p:sp>
            <p:nvSpPr>
              <p:cNvPr id="483" name="Freeform 482">
                <a:extLst>
                  <a:ext uri="{FF2B5EF4-FFF2-40B4-BE49-F238E27FC236}">
                    <a16:creationId xmlns:a16="http://schemas.microsoft.com/office/drawing/2014/main" id="{BF9A707D-7B41-0DB6-D66B-05B4943315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84" name="Oval 483">
                <a:extLst>
                  <a:ext uri="{FF2B5EF4-FFF2-40B4-BE49-F238E27FC236}">
                    <a16:creationId xmlns:a16="http://schemas.microsoft.com/office/drawing/2014/main" id="{7A684936-2FAB-9004-5A95-5AB81A6052C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85" name="Group 484">
                <a:extLst>
                  <a:ext uri="{FF2B5EF4-FFF2-40B4-BE49-F238E27FC236}">
                    <a16:creationId xmlns:a16="http://schemas.microsoft.com/office/drawing/2014/main" id="{B1DE05DF-5789-742E-DD2E-8FBEF8A5B38E}"/>
                  </a:ext>
                </a:extLst>
              </p:cNvPr>
              <p:cNvGrpSpPr/>
              <p:nvPr/>
            </p:nvGrpSpPr>
            <p:grpSpPr>
              <a:xfrm>
                <a:off x="7713663" y="2848339"/>
                <a:ext cx="1042107" cy="425543"/>
                <a:chOff x="7786941" y="2884917"/>
                <a:chExt cx="897649" cy="353919"/>
              </a:xfrm>
            </p:grpSpPr>
            <p:sp>
              <p:nvSpPr>
                <p:cNvPr id="486" name="Freeform 485">
                  <a:extLst>
                    <a:ext uri="{FF2B5EF4-FFF2-40B4-BE49-F238E27FC236}">
                      <a16:creationId xmlns:a16="http://schemas.microsoft.com/office/drawing/2014/main" id="{5E96E4ED-A7CF-C8D6-AC1B-3EB11A77E3E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7" name="Freeform 486">
                  <a:extLst>
                    <a:ext uri="{FF2B5EF4-FFF2-40B4-BE49-F238E27FC236}">
                      <a16:creationId xmlns:a16="http://schemas.microsoft.com/office/drawing/2014/main" id="{6F2773B6-3D14-2A07-D3D0-B9C0A4072E6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8" name="Freeform 487">
                  <a:extLst>
                    <a:ext uri="{FF2B5EF4-FFF2-40B4-BE49-F238E27FC236}">
                      <a16:creationId xmlns:a16="http://schemas.microsoft.com/office/drawing/2014/main" id="{3E73A3AD-E41B-853E-20CB-9071491C0E5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9" name="Freeform 488">
                  <a:extLst>
                    <a:ext uri="{FF2B5EF4-FFF2-40B4-BE49-F238E27FC236}">
                      <a16:creationId xmlns:a16="http://schemas.microsoft.com/office/drawing/2014/main" id="{BDAEF7EB-7C6C-3400-30FB-A622D73688D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72" name="Group 471">
              <a:extLst>
                <a:ext uri="{FF2B5EF4-FFF2-40B4-BE49-F238E27FC236}">
                  <a16:creationId xmlns:a16="http://schemas.microsoft.com/office/drawing/2014/main" id="{577A0CA9-9DF5-D08D-D796-609A03957E7F}"/>
                </a:ext>
              </a:extLst>
            </p:cNvPr>
            <p:cNvGrpSpPr/>
            <p:nvPr/>
          </p:nvGrpSpPr>
          <p:grpSpPr>
            <a:xfrm>
              <a:off x="9267300" y="3722344"/>
              <a:ext cx="784376" cy="389697"/>
              <a:chOff x="7493876" y="2774731"/>
              <a:chExt cx="1481958" cy="894622"/>
            </a:xfrm>
          </p:grpSpPr>
          <p:sp>
            <p:nvSpPr>
              <p:cNvPr id="476" name="Freeform 475">
                <a:extLst>
                  <a:ext uri="{FF2B5EF4-FFF2-40B4-BE49-F238E27FC236}">
                    <a16:creationId xmlns:a16="http://schemas.microsoft.com/office/drawing/2014/main" id="{6A807326-E37E-A06A-C0FC-3A0CB2443BC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sp>
            <p:nvSpPr>
              <p:cNvPr id="477" name="Oval 476">
                <a:extLst>
                  <a:ext uri="{FF2B5EF4-FFF2-40B4-BE49-F238E27FC236}">
                    <a16:creationId xmlns:a16="http://schemas.microsoft.com/office/drawing/2014/main" id="{6EB57C4E-DC2F-D485-D23A-508D4DDFA5C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              </a:t>
                </a:r>
              </a:p>
            </p:txBody>
          </p:sp>
          <p:grpSp>
            <p:nvGrpSpPr>
              <p:cNvPr id="478" name="Group 477">
                <a:extLst>
                  <a:ext uri="{FF2B5EF4-FFF2-40B4-BE49-F238E27FC236}">
                    <a16:creationId xmlns:a16="http://schemas.microsoft.com/office/drawing/2014/main" id="{E5C17D7C-E463-14E2-D78A-C15CA5F53D57}"/>
                  </a:ext>
                </a:extLst>
              </p:cNvPr>
              <p:cNvGrpSpPr/>
              <p:nvPr/>
            </p:nvGrpSpPr>
            <p:grpSpPr>
              <a:xfrm>
                <a:off x="7713663" y="2848339"/>
                <a:ext cx="1042107" cy="425543"/>
                <a:chOff x="7786941" y="2884917"/>
                <a:chExt cx="897649" cy="353919"/>
              </a:xfrm>
            </p:grpSpPr>
            <p:sp>
              <p:nvSpPr>
                <p:cNvPr id="479" name="Freeform 478">
                  <a:extLst>
                    <a:ext uri="{FF2B5EF4-FFF2-40B4-BE49-F238E27FC236}">
                      <a16:creationId xmlns:a16="http://schemas.microsoft.com/office/drawing/2014/main" id="{39EEDCCA-8ABE-7939-3E54-DB9996AF601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0" name="Freeform 479">
                  <a:extLst>
                    <a:ext uri="{FF2B5EF4-FFF2-40B4-BE49-F238E27FC236}">
                      <a16:creationId xmlns:a16="http://schemas.microsoft.com/office/drawing/2014/main" id="{796C9949-E02C-9CFF-5A6B-D53712C5EE7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1" name="Freeform 480">
                  <a:extLst>
                    <a:ext uri="{FF2B5EF4-FFF2-40B4-BE49-F238E27FC236}">
                      <a16:creationId xmlns:a16="http://schemas.microsoft.com/office/drawing/2014/main" id="{08CB295B-D182-9D88-93B7-6885D5DE132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2" name="Freeform 481">
                  <a:extLst>
                    <a:ext uri="{FF2B5EF4-FFF2-40B4-BE49-F238E27FC236}">
                      <a16:creationId xmlns:a16="http://schemas.microsoft.com/office/drawing/2014/main" id="{4DFB8B4D-C123-C6FB-99D4-734885E3146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99" name="Rectangle 98">
              <a:extLst>
                <a:ext uri="{FF2B5EF4-FFF2-40B4-BE49-F238E27FC236}">
                  <a16:creationId xmlns:a16="http://schemas.microsoft.com/office/drawing/2014/main" id="{6059E129-F373-4CBC-17AD-DEFC6F0AAAC3}"/>
                </a:ext>
              </a:extLst>
            </p:cNvPr>
            <p:cNvSpPr/>
            <p:nvPr/>
          </p:nvSpPr>
          <p:spPr bwMode="auto">
            <a:xfrm>
              <a:off x="8106225" y="5394913"/>
              <a:ext cx="1242362" cy="495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100" name="Rectangle 99">
              <a:extLst>
                <a:ext uri="{FF2B5EF4-FFF2-40B4-BE49-F238E27FC236}">
                  <a16:creationId xmlns:a16="http://schemas.microsoft.com/office/drawing/2014/main" id="{39FC9F79-A5F4-52DD-FE9B-13E89D4FAD73}"/>
                </a:ext>
              </a:extLst>
            </p:cNvPr>
            <p:cNvSpPr/>
            <p:nvPr/>
          </p:nvSpPr>
          <p:spPr bwMode="auto">
            <a:xfrm rot="5400000">
              <a:off x="7507823" y="3525488"/>
              <a:ext cx="389697" cy="566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sp>
          <p:nvSpPr>
            <p:cNvPr id="101" name="Rectangle 100">
              <a:extLst>
                <a:ext uri="{FF2B5EF4-FFF2-40B4-BE49-F238E27FC236}">
                  <a16:creationId xmlns:a16="http://schemas.microsoft.com/office/drawing/2014/main" id="{17910C6E-2CEF-CDCE-DCCC-CEBE2D1D6FF9}"/>
                </a:ext>
              </a:extLst>
            </p:cNvPr>
            <p:cNvSpPr/>
            <p:nvPr/>
          </p:nvSpPr>
          <p:spPr bwMode="auto">
            <a:xfrm rot="5400000" flipV="1">
              <a:off x="9505191" y="5747090"/>
              <a:ext cx="389697" cy="566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ＭＳ Ｐゴシック" charset="0"/>
                <a:cs typeface="ＭＳ Ｐゴシック" charset="0"/>
              </a:endParaRPr>
            </a:p>
          </p:txBody>
        </p:sp>
      </p:grpSp>
      <p:sp>
        <p:nvSpPr>
          <p:cNvPr id="3" name="TextBox 2">
            <a:extLst>
              <a:ext uri="{FF2B5EF4-FFF2-40B4-BE49-F238E27FC236}">
                <a16:creationId xmlns:a16="http://schemas.microsoft.com/office/drawing/2014/main" id="{AC558DA1-7181-92A4-37DD-A8CBA6BD017A}"/>
              </a:ext>
            </a:extLst>
          </p:cNvPr>
          <p:cNvSpPr txBox="1"/>
          <p:nvPr/>
        </p:nvSpPr>
        <p:spPr>
          <a:xfrm>
            <a:off x="4417939" y="6332355"/>
            <a:ext cx="590859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00000"/>
                </a:solidFill>
                <a:effectLst/>
                <a:uLnTx/>
                <a:uFillTx/>
                <a:latin typeface="Calibri" panose="020F0502020204030204"/>
              </a:rPr>
              <a:t>Which option did the </a:t>
            </a:r>
            <a:r>
              <a:rPr lang="en-US" sz="1600" dirty="0">
                <a:solidFill>
                  <a:srgbClr val="C00000"/>
                </a:solidFill>
                <a:latin typeface="Calibri" panose="020F0502020204030204"/>
              </a:rPr>
              <a:t>Internet choose?</a:t>
            </a:r>
            <a:endParaRPr kumimoji="0" lang="en-US" sz="1600" b="0" i="0" u="none" strike="noStrike" kern="1200" cap="none" spc="0" normalizeH="0" baseline="0" noProof="0" dirty="0">
              <a:ln>
                <a:noFill/>
              </a:ln>
              <a:solidFill>
                <a:prstClr val="black"/>
              </a:solidFill>
              <a:effectLst/>
              <a:uLnTx/>
              <a:uFillTx/>
              <a:latin typeface="Calibri" panose="020F0502020204030204"/>
            </a:endParaRPr>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17FEF5F6-9D5D-78E6-977F-F098738489CA}"/>
                  </a:ext>
                </a:extLst>
              </p14:cNvPr>
              <p14:cNvContentPartPr/>
              <p14:nvPr/>
            </p14:nvContentPartPr>
            <p14:xfrm>
              <a:off x="522360" y="5040"/>
              <a:ext cx="11290680" cy="6234120"/>
            </p14:xfrm>
          </p:contentPart>
        </mc:Choice>
        <mc:Fallback>
          <p:pic>
            <p:nvPicPr>
              <p:cNvPr id="5" name="Ink 4">
                <a:extLst>
                  <a:ext uri="{FF2B5EF4-FFF2-40B4-BE49-F238E27FC236}">
                    <a16:creationId xmlns:a16="http://schemas.microsoft.com/office/drawing/2014/main" id="{17FEF5F6-9D5D-78E6-977F-F098738489CA}"/>
                  </a:ext>
                </a:extLst>
              </p:cNvPr>
              <p:cNvPicPr/>
              <p:nvPr/>
            </p:nvPicPr>
            <p:blipFill>
              <a:blip r:embed="rId5"/>
              <a:stretch>
                <a:fillRect/>
              </a:stretch>
            </p:blipFill>
            <p:spPr>
              <a:xfrm>
                <a:off x="513000" y="-4320"/>
                <a:ext cx="11309400" cy="6252840"/>
              </a:xfrm>
              <a:prstGeom prst="rect">
                <a:avLst/>
              </a:prstGeom>
            </p:spPr>
          </p:pic>
        </mc:Fallback>
      </mc:AlternateContent>
    </p:spTree>
    <p:extLst>
      <p:ext uri="{BB962C8B-B14F-4D97-AF65-F5344CB8AC3E}">
        <p14:creationId xmlns:p14="http://schemas.microsoft.com/office/powerpoint/2010/main" val="2225326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p:bldP spid="83"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CBB6DC5-6D22-C8AC-B1BE-309C3054F99A}"/>
              </a:ext>
            </a:extLst>
          </p:cNvPr>
          <p:cNvSpPr>
            <a:spLocks noGrp="1"/>
          </p:cNvSpPr>
          <p:nvPr>
            <p:ph type="title"/>
          </p:nvPr>
        </p:nvSpPr>
        <p:spPr/>
        <p:txBody>
          <a:bodyPr/>
          <a:lstStyle/>
          <a:p>
            <a:r>
              <a:rPr lang="en-US"/>
              <a:t>Packet-switching versus circuit switching</a:t>
            </a:r>
          </a:p>
        </p:txBody>
      </p:sp>
      <p:sp>
        <p:nvSpPr>
          <p:cNvPr id="7" name="Content Placeholder 6">
            <a:extLst>
              <a:ext uri="{FF2B5EF4-FFF2-40B4-BE49-F238E27FC236}">
                <a16:creationId xmlns:a16="http://schemas.microsoft.com/office/drawing/2014/main" id="{6BEFAB8F-C804-4DA5-385F-C0C2414C20B8}"/>
              </a:ext>
            </a:extLst>
          </p:cNvPr>
          <p:cNvSpPr>
            <a:spLocks noGrp="1"/>
          </p:cNvSpPr>
          <p:nvPr>
            <p:ph sz="half" idx="1"/>
          </p:nvPr>
        </p:nvSpPr>
        <p:spPr>
          <a:xfrm>
            <a:off x="667512" y="1309782"/>
            <a:ext cx="5181600" cy="4238435"/>
          </a:xfrm>
        </p:spPr>
        <p:txBody>
          <a:bodyPr>
            <a:normAutofit fontScale="77500" lnSpcReduction="20000"/>
          </a:bodyPr>
          <a:lstStyle/>
          <a:p>
            <a:pPr marL="130175" indent="0">
              <a:buNone/>
            </a:pPr>
            <a:r>
              <a:rPr lang="en-US" altLang="en-US" dirty="0">
                <a:solidFill>
                  <a:srgbClr val="C00000"/>
                </a:solidFill>
                <a:latin typeface="Calibri" panose="020F0502020204030204" pitchFamily="34" charset="0"/>
                <a:ea typeface="ＭＳ Ｐゴシック" panose="020B0600070205080204" pitchFamily="34" charset="-128"/>
                <a:cs typeface="Calibri" panose="020F0502020204030204" pitchFamily="34" charset="0"/>
              </a:rPr>
              <a:t>Internet uses packet switching</a:t>
            </a:r>
          </a:p>
          <a:p>
            <a:r>
              <a:rPr kumimoji="0" lang="en-US" altLang="en-US"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Great for “bursty” data – sometimes has data to send, but at other times not</a:t>
            </a:r>
          </a:p>
          <a:p>
            <a:pPr lvl="1"/>
            <a:r>
              <a:rPr kumimoji="0" lang="en-US" altLang="en-US"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Efficient resource sharing (why?)</a:t>
            </a:r>
          </a:p>
          <a:p>
            <a:pPr lvl="1"/>
            <a:r>
              <a:rPr lang="en-US" altLang="en-US" dirty="0">
                <a:solidFill>
                  <a:prstClr val="black"/>
                </a:solidFill>
                <a:latin typeface="Calibri" panose="020F0502020204030204"/>
                <a:ea typeface="Arial" panose="020B0604020202020204" pitchFamily="34" charset="0"/>
              </a:rPr>
              <a:t>S</a:t>
            </a:r>
            <a:r>
              <a:rPr kumimoji="0" lang="en-US" altLang="en-US" b="0" i="0" u="none" strike="noStrike" kern="1200" cap="none" spc="0" normalizeH="0" baseline="0" noProof="0" dirty="0" err="1">
                <a:ln>
                  <a:noFill/>
                </a:ln>
                <a:solidFill>
                  <a:prstClr val="black"/>
                </a:solidFill>
                <a:effectLst/>
                <a:uLnTx/>
                <a:uFillTx/>
                <a:latin typeface="Calibri" panose="020F0502020204030204"/>
                <a:ea typeface="Arial" panose="020B0604020202020204" pitchFamily="34" charset="0"/>
                <a:cs typeface="+mn-cs"/>
              </a:rPr>
              <a:t>impler</a:t>
            </a:r>
            <a:r>
              <a:rPr kumimoji="0" lang="en-US" altLang="en-US"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 no call setup unlike circuit switching</a:t>
            </a:r>
          </a:p>
          <a:p>
            <a:r>
              <a:rPr kumimoji="0" lang="en-US" altLang="en-US"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however, does not provide any performance guarantee, </a:t>
            </a:r>
            <a:r>
              <a:rPr kumimoji="0" lang="en-US" altLang="en-US" b="0" i="0" u="none" strike="noStrike" kern="1200" cap="none" spc="0" normalizeH="0" baseline="0" noProof="0" dirty="0">
                <a:ln>
                  <a:noFill/>
                </a:ln>
                <a:solidFill>
                  <a:srgbClr val="C00000"/>
                </a:solidFill>
                <a:effectLst/>
                <a:uLnTx/>
                <a:uFillTx/>
                <a:latin typeface="Calibri" panose="020F0502020204030204"/>
                <a:ea typeface="Arial" panose="020B0604020202020204" pitchFamily="34" charset="0"/>
                <a:cs typeface="+mn-cs"/>
              </a:rPr>
              <a:t>best-effort </a:t>
            </a:r>
            <a:r>
              <a:rPr kumimoji="0" lang="en-US" altLang="en-US" b="0" i="0" u="none" strike="noStrike" kern="1200" cap="none" spc="0" normalizeH="0" baseline="0" noProof="0" dirty="0">
                <a:ln>
                  <a:noFill/>
                </a:ln>
                <a:solidFill>
                  <a:prstClr val="black"/>
                </a:solidFill>
                <a:effectLst/>
                <a:uLnTx/>
                <a:uFillTx/>
                <a:latin typeface="Calibri" panose="020F0502020204030204"/>
                <a:ea typeface="Arial" panose="020B0604020202020204" pitchFamily="34" charset="0"/>
                <a:cs typeface="+mn-cs"/>
              </a:rPr>
              <a:t>delivery</a:t>
            </a:r>
            <a:endParaRPr lang="en-US" altLang="en-US" dirty="0">
              <a:solidFill>
                <a:prstClr val="black"/>
              </a:solidFill>
              <a:latin typeface="Calibri" panose="020F0502020204030204" pitchFamily="34" charset="0"/>
              <a:ea typeface="ＭＳ Ｐゴシック" panose="020B0600070205080204" pitchFamily="34" charset="-128"/>
              <a:cs typeface="Calibri" panose="020F0502020204030204" pitchFamily="34" charset="0"/>
            </a:endParaRPr>
          </a:p>
          <a:p>
            <a:r>
              <a:rPr lang="en-US" altLang="en-US" dirty="0">
                <a:solidFill>
                  <a:srgbClr val="C00000"/>
                </a:solidFill>
                <a:latin typeface="Calibri" panose="020F0502020204030204" pitchFamily="34" charset="0"/>
                <a:ea typeface="ＭＳ Ｐゴシック" panose="020B0600070205080204" pitchFamily="34" charset="-128"/>
                <a:cs typeface="Calibri" panose="020F0502020204030204" pitchFamily="34" charset="0"/>
              </a:rPr>
              <a:t>excessive congestion possible: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packet delay and loss due to buffer overflow</a:t>
            </a:r>
          </a:p>
          <a:p>
            <a:pPr lvl="1"/>
            <a:r>
              <a:rPr lang="en-US" altLang="en-US" dirty="0">
                <a:solidFill>
                  <a:prstClr val="black"/>
                </a:solidFill>
                <a:latin typeface="Calibri" panose="020F0502020204030204"/>
                <a:ea typeface="ＭＳ Ｐゴシック" panose="020B0600070205080204" pitchFamily="34" charset="-128"/>
              </a:rPr>
              <a:t>need to implement reliable data transfer, in-order delivery, congestion control</a:t>
            </a:r>
          </a:p>
          <a:p>
            <a:pPr lvl="1"/>
            <a:r>
              <a:rPr lang="en-US" altLang="en-US" dirty="0">
                <a:solidFill>
                  <a:prstClr val="black"/>
                </a:solidFill>
                <a:latin typeface="Calibri" panose="020F0502020204030204"/>
                <a:ea typeface="ＭＳ Ｐゴシック" panose="020B0600070205080204" pitchFamily="34" charset="-128"/>
                <a:cs typeface="Calibri" panose="020F0502020204030204" pitchFamily="34" charset="0"/>
              </a:rPr>
              <a:t>Implication on router design</a:t>
            </a:r>
            <a:endParaRPr lang="en-US" altLang="en-US" dirty="0">
              <a:solidFill>
                <a:srgbClr val="C00000"/>
              </a:solidFill>
              <a:latin typeface="Calibri" panose="020F0502020204030204" pitchFamily="34" charset="0"/>
              <a:ea typeface="ＭＳ Ｐゴシック" panose="020B0600070205080204" pitchFamily="34" charset="-128"/>
              <a:cs typeface="Calibri" panose="020F0502020204030204" pitchFamily="34" charset="0"/>
            </a:endParaRP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5ADFE125-B250-DFB0-83C2-B6B10624DFB2}"/>
                  </a:ext>
                </a:extLst>
              </p14:cNvPr>
              <p14:cNvContentPartPr/>
              <p14:nvPr/>
            </p14:nvContentPartPr>
            <p14:xfrm>
              <a:off x="450720" y="1002960"/>
              <a:ext cx="11173680" cy="4775040"/>
            </p14:xfrm>
          </p:contentPart>
        </mc:Choice>
        <mc:Fallback>
          <p:pic>
            <p:nvPicPr>
              <p:cNvPr id="2" name="Ink 1">
                <a:extLst>
                  <a:ext uri="{FF2B5EF4-FFF2-40B4-BE49-F238E27FC236}">
                    <a16:creationId xmlns:a16="http://schemas.microsoft.com/office/drawing/2014/main" id="{5ADFE125-B250-DFB0-83C2-B6B10624DFB2}"/>
                  </a:ext>
                </a:extLst>
              </p:cNvPr>
              <p:cNvPicPr/>
              <p:nvPr/>
            </p:nvPicPr>
            <p:blipFill>
              <a:blip r:embed="rId4"/>
              <a:stretch>
                <a:fillRect/>
              </a:stretch>
            </p:blipFill>
            <p:spPr>
              <a:xfrm>
                <a:off x="441360" y="993600"/>
                <a:ext cx="11192400" cy="4793760"/>
              </a:xfrm>
              <a:prstGeom prst="rect">
                <a:avLst/>
              </a:prstGeom>
            </p:spPr>
          </p:pic>
        </mc:Fallback>
      </mc:AlternateContent>
    </p:spTree>
    <p:extLst>
      <p:ext uri="{BB962C8B-B14F-4D97-AF65-F5344CB8AC3E}">
        <p14:creationId xmlns:p14="http://schemas.microsoft.com/office/powerpoint/2010/main" val="1266855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C0ADF-52B8-8D66-DAC6-769AD561B885}"/>
              </a:ext>
            </a:extLst>
          </p:cNvPr>
          <p:cNvSpPr>
            <a:spLocks noGrp="1"/>
          </p:cNvSpPr>
          <p:nvPr>
            <p:ph type="title"/>
          </p:nvPr>
        </p:nvSpPr>
        <p:spPr/>
        <p:txBody>
          <a:bodyPr/>
          <a:lstStyle/>
          <a:p>
            <a:r>
              <a:rPr lang="en-US" dirty="0"/>
              <a:t>Takeaways</a:t>
            </a:r>
          </a:p>
        </p:txBody>
      </p:sp>
      <p:sp>
        <p:nvSpPr>
          <p:cNvPr id="3" name="Content Placeholder 2">
            <a:extLst>
              <a:ext uri="{FF2B5EF4-FFF2-40B4-BE49-F238E27FC236}">
                <a16:creationId xmlns:a16="http://schemas.microsoft.com/office/drawing/2014/main" id="{5FFE1533-8C7B-7782-840F-238E9878AF8B}"/>
              </a:ext>
            </a:extLst>
          </p:cNvPr>
          <p:cNvSpPr>
            <a:spLocks noGrp="1"/>
          </p:cNvSpPr>
          <p:nvPr>
            <p:ph sz="half" idx="1"/>
          </p:nvPr>
        </p:nvSpPr>
        <p:spPr>
          <a:xfrm>
            <a:off x="838200" y="1409706"/>
            <a:ext cx="10110216" cy="4351338"/>
          </a:xfrm>
        </p:spPr>
        <p:txBody>
          <a:bodyPr>
            <a:normAutofit/>
          </a:bodyPr>
          <a:lstStyle/>
          <a:p>
            <a:pPr marL="457200" indent="-457200">
              <a:lnSpc>
                <a:spcPct val="120000"/>
              </a:lnSpc>
              <a:spcBef>
                <a:spcPts val="600"/>
              </a:spcBef>
              <a:buFont typeface="Arial"/>
              <a:buChar char="•"/>
            </a:pPr>
            <a:r>
              <a:rPr lang="en-US" sz="2200" b="1" dirty="0"/>
              <a:t>Switched networks enable scaling</a:t>
            </a:r>
          </a:p>
          <a:p>
            <a:pPr marL="914400" indent="-457200">
              <a:lnSpc>
                <a:spcPct val="120000"/>
              </a:lnSpc>
              <a:spcBef>
                <a:spcPts val="200"/>
              </a:spcBef>
              <a:buFont typeface="Arial"/>
              <a:buChar char="–"/>
            </a:pPr>
            <a:r>
              <a:rPr lang="en-US" sz="1800" dirty="0"/>
              <a:t>lets many nodes share infrastructure without dedicated circuits</a:t>
            </a:r>
          </a:p>
          <a:p>
            <a:pPr marL="457200" indent="-457200">
              <a:lnSpc>
                <a:spcPct val="120000"/>
              </a:lnSpc>
              <a:spcBef>
                <a:spcPts val="600"/>
              </a:spcBef>
              <a:buFont typeface="Arial"/>
              <a:buChar char="•"/>
            </a:pPr>
            <a:r>
              <a:rPr lang="en-US" sz="2200" b="1" dirty="0"/>
              <a:t>Internet = network of independently operated networks (ISPs)</a:t>
            </a:r>
          </a:p>
          <a:p>
            <a:pPr marL="914400" indent="-457200">
              <a:lnSpc>
                <a:spcPct val="120000"/>
              </a:lnSpc>
              <a:spcBef>
                <a:spcPts val="200"/>
              </a:spcBef>
              <a:buFont typeface="Arial"/>
              <a:buChar char="–"/>
            </a:pPr>
            <a:r>
              <a:rPr lang="en-US" sz="1800" dirty="0"/>
              <a:t>easy to scale, resilient, pragmatic concerns of governance</a:t>
            </a:r>
          </a:p>
          <a:p>
            <a:pPr marL="457200" indent="-457200">
              <a:lnSpc>
                <a:spcPct val="120000"/>
              </a:lnSpc>
              <a:spcBef>
                <a:spcPts val="600"/>
              </a:spcBef>
              <a:buFont typeface="Arial"/>
              <a:buChar char="•"/>
            </a:pPr>
            <a:r>
              <a:rPr lang="en-US" sz="2200" b="1" dirty="0"/>
              <a:t>Internet structure</a:t>
            </a:r>
          </a:p>
          <a:p>
            <a:pPr marL="914400" indent="-457200">
              <a:lnSpc>
                <a:spcPct val="120000"/>
              </a:lnSpc>
              <a:spcBef>
                <a:spcPts val="200"/>
              </a:spcBef>
              <a:buFont typeface="Arial"/>
              <a:buChar char="–"/>
            </a:pPr>
            <a:r>
              <a:rPr lang="en-US" sz="1800" dirty="0"/>
              <a:t>started with a three-tier ISP hierarchy</a:t>
            </a:r>
          </a:p>
          <a:p>
            <a:pPr marL="914400" indent="-457200">
              <a:lnSpc>
                <a:spcPct val="120000"/>
              </a:lnSpc>
              <a:spcBef>
                <a:spcPts val="200"/>
              </a:spcBef>
              <a:buFont typeface="Arial"/>
              <a:buChar char="–"/>
            </a:pPr>
            <a:r>
              <a:rPr lang="en-US" sz="1800" dirty="0"/>
              <a:t>giving way to a flatter topology driven by CDNs and IXPs</a:t>
            </a:r>
          </a:p>
          <a:p>
            <a:pPr marL="457200" indent="-457200">
              <a:lnSpc>
                <a:spcPct val="120000"/>
              </a:lnSpc>
              <a:spcBef>
                <a:spcPts val="600"/>
              </a:spcBef>
              <a:buFont typeface="Arial"/>
              <a:buChar char="•"/>
            </a:pPr>
            <a:r>
              <a:rPr lang="en-US" sz="2200" b="1" dirty="0"/>
              <a:t>Packet switching</a:t>
            </a:r>
          </a:p>
          <a:p>
            <a:pPr marL="914400" indent="-457200">
              <a:lnSpc>
                <a:spcPct val="120000"/>
              </a:lnSpc>
              <a:spcBef>
                <a:spcPts val="200"/>
              </a:spcBef>
              <a:buFont typeface="Arial"/>
              <a:buChar char="–"/>
            </a:pPr>
            <a:r>
              <a:rPr lang="en-US" sz="1800" dirty="0"/>
              <a:t>enables efficient resource sharing when data is bursty</a:t>
            </a:r>
          </a:p>
          <a:p>
            <a:pPr marL="914400" indent="-457200">
              <a:lnSpc>
                <a:spcPct val="120000"/>
              </a:lnSpc>
              <a:spcBef>
                <a:spcPts val="200"/>
              </a:spcBef>
              <a:buFont typeface="Arial"/>
              <a:buChar char="–"/>
            </a:pPr>
            <a:r>
              <a:rPr lang="en-US" sz="1800" dirty="0"/>
              <a:t>leads to best-effort delivery and shapes router design</a:t>
            </a:r>
          </a:p>
        </p:txBody>
      </p:sp>
      <p:sp>
        <p:nvSpPr>
          <p:cNvPr id="5" name="Date Placeholder 4">
            <a:extLst>
              <a:ext uri="{FF2B5EF4-FFF2-40B4-BE49-F238E27FC236}">
                <a16:creationId xmlns:a16="http://schemas.microsoft.com/office/drawing/2014/main" id="{A14D9FDD-A72F-4326-2B26-1672BA3B834A}"/>
              </a:ext>
            </a:extLst>
          </p:cNvPr>
          <p:cNvSpPr>
            <a:spLocks noGrp="1"/>
          </p:cNvSpPr>
          <p:nvPr>
            <p:ph type="dt" sz="half" idx="10"/>
          </p:nvPr>
        </p:nvSpPr>
        <p:spPr/>
        <p:txBody>
          <a:bodyPr/>
          <a:lstStyle/>
          <a:p>
            <a:endParaRPr lang="en-US"/>
          </a:p>
        </p:txBody>
      </p:sp>
      <p:sp>
        <p:nvSpPr>
          <p:cNvPr id="6" name="Slide Number Placeholder 5">
            <a:extLst>
              <a:ext uri="{FF2B5EF4-FFF2-40B4-BE49-F238E27FC236}">
                <a16:creationId xmlns:a16="http://schemas.microsoft.com/office/drawing/2014/main" id="{3875675C-DB44-1CD6-FF62-0FBF1BE2662E}"/>
              </a:ext>
            </a:extLst>
          </p:cNvPr>
          <p:cNvSpPr>
            <a:spLocks noGrp="1"/>
          </p:cNvSpPr>
          <p:nvPr>
            <p:ph type="sldNum" sz="quarter" idx="12"/>
          </p:nvPr>
        </p:nvSpPr>
        <p:spPr/>
        <p:txBody>
          <a:bodyPr/>
          <a:lstStyle/>
          <a:p>
            <a:fld id="{B5CEABB6-07DC-46E8-9B57-56EC44A396E5}" type="slidenum">
              <a:rPr lang="en-US" smtClean="0"/>
              <a:pPr/>
              <a:t>30</a:t>
            </a:fld>
            <a:endParaRPr lang="en-US"/>
          </a:p>
        </p:txBody>
      </p:sp>
    </p:spTree>
    <p:extLst>
      <p:ext uri="{BB962C8B-B14F-4D97-AF65-F5344CB8AC3E}">
        <p14:creationId xmlns:p14="http://schemas.microsoft.com/office/powerpoint/2010/main" val="4320551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0F634E52-EC29-67A4-991A-C2ED13D1BEA1}"/>
              </a:ext>
            </a:extLst>
          </p:cNvPr>
          <p:cNvSpPr>
            <a:spLocks noGrp="1"/>
          </p:cNvSpPr>
          <p:nvPr>
            <p:ph type="title"/>
          </p:nvPr>
        </p:nvSpPr>
        <p:spPr/>
        <p:txBody>
          <a:bodyPr/>
          <a:lstStyle/>
          <a:p>
            <a:r>
              <a:rPr lang="en-US"/>
              <a:t>What is the official unit of energy?</a:t>
            </a:r>
            <a:endParaRPr lang="en-US" dirty="0"/>
          </a:p>
        </p:txBody>
      </p:sp>
      <p:sp>
        <p:nvSpPr>
          <p:cNvPr id="6" name="Slide Number Placeholder 5">
            <a:extLst>
              <a:ext uri="{FF2B5EF4-FFF2-40B4-BE49-F238E27FC236}">
                <a16:creationId xmlns:a16="http://schemas.microsoft.com/office/drawing/2014/main" id="{5A9F2FBD-043A-4127-9646-0C51730F17C8}"/>
              </a:ext>
            </a:extLst>
          </p:cNvPr>
          <p:cNvSpPr>
            <a:spLocks noGrp="1"/>
          </p:cNvSpPr>
          <p:nvPr>
            <p:ph type="sldNum" sz="quarter" idx="12"/>
          </p:nvPr>
        </p:nvSpPr>
        <p:spPr/>
        <p:txBody>
          <a:bodyPr/>
          <a:lstStyle/>
          <a:p>
            <a:fld id="{B5CEABB6-07DC-46E8-9B57-56EC44A396E5}" type="slidenum">
              <a:rPr lang="en-US" smtClean="0"/>
              <a:pPr/>
              <a:t>31</a:t>
            </a:fld>
            <a:endParaRPr lang="en-US"/>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3" name="Add-in 2" title="Interactive content from Mentimeter">
                <a:extLst>
                  <a:ext uri="{FF2B5EF4-FFF2-40B4-BE49-F238E27FC236}">
                    <a16:creationId xmlns:a16="http://schemas.microsoft.com/office/drawing/2014/main" id="{67E870EB-B167-A02F-0AB3-DAD3AC9DDE7F}"/>
                  </a:ext>
                </a:extLst>
              </p:cNvPr>
              <p:cNvGraphicFramePr>
                <a:graphicFrameLocks noGrp="1"/>
              </p:cNvGraphicFramePr>
              <p:nvPr>
                <p:extLst>
                  <p:ext uri="{D42A27DB-BD31-4B8C-83A1-F6EECF244321}">
                    <p14:modId xmlns:p14="http://schemas.microsoft.com/office/powerpoint/2010/main" val="2363560588"/>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3" name="Add-in 2" title="Interactive content from Mentimeter">
                <a:extLst>
                  <a:ext uri="{FF2B5EF4-FFF2-40B4-BE49-F238E27FC236}">
                    <a16:creationId xmlns:a16="http://schemas.microsoft.com/office/drawing/2014/main" id="{67E870EB-B167-A02F-0AB3-DAD3AC9DDE7F}"/>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27256754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35933-1396-BBAD-EE5D-C505696A958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C7C79E91-9995-C65B-E72A-9E12A5F6B564}"/>
              </a:ext>
            </a:extLst>
          </p:cNvPr>
          <p:cNvSpPr>
            <a:spLocks noGrp="1"/>
          </p:cNvSpPr>
          <p:nvPr>
            <p:ph type="title"/>
          </p:nvPr>
        </p:nvSpPr>
        <p:spPr/>
        <p:txBody>
          <a:bodyPr>
            <a:normAutofit fontScale="90000"/>
          </a:bodyPr>
          <a:lstStyle/>
          <a:p>
            <a:r>
              <a:rPr lang="en-US"/>
              <a:t>In a packet-switched network w/ each link having a bandwidth 100 kbps. What is the end-to-end transmission delay for sending 1 kbit data?</a:t>
            </a:r>
            <a:endParaRPr lang="en-US" dirty="0"/>
          </a:p>
        </p:txBody>
      </p:sp>
      <p:sp>
        <p:nvSpPr>
          <p:cNvPr id="6" name="Slide Number Placeholder 5">
            <a:extLst>
              <a:ext uri="{FF2B5EF4-FFF2-40B4-BE49-F238E27FC236}">
                <a16:creationId xmlns:a16="http://schemas.microsoft.com/office/drawing/2014/main" id="{314F613E-407C-0AF8-EF95-48269A5BFAC8}"/>
              </a:ext>
            </a:extLst>
          </p:cNvPr>
          <p:cNvSpPr>
            <a:spLocks noGrp="1"/>
          </p:cNvSpPr>
          <p:nvPr>
            <p:ph type="sldNum" sz="quarter" idx="12"/>
          </p:nvPr>
        </p:nvSpPr>
        <p:spPr/>
        <p:txBody>
          <a:bodyPr/>
          <a:lstStyle/>
          <a:p>
            <a:fld id="{B5CEABB6-07DC-46E8-9B57-56EC44A396E5}" type="slidenum">
              <a:rPr lang="en-US" smtClean="0"/>
              <a:pPr/>
              <a:t>32</a:t>
            </a:fld>
            <a:endParaRPr lang="en-US"/>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3" name="Add-in 2" title="Interactive content from Mentimeter">
                <a:extLst>
                  <a:ext uri="{FF2B5EF4-FFF2-40B4-BE49-F238E27FC236}">
                    <a16:creationId xmlns:a16="http://schemas.microsoft.com/office/drawing/2014/main" id="{66F7A5E8-1834-374F-5A67-D8016EA0E948}"/>
                  </a:ext>
                </a:extLst>
              </p:cNvPr>
              <p:cNvGraphicFramePr>
                <a:graphicFrameLocks noGrp="1"/>
              </p:cNvGraphicFramePr>
              <p:nvPr>
                <p:extLst>
                  <p:ext uri="{D42A27DB-BD31-4B8C-83A1-F6EECF244321}">
                    <p14:modId xmlns:p14="http://schemas.microsoft.com/office/powerpoint/2010/main" val="541508082"/>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3" name="Add-in 2" title="Interactive content from Mentimeter">
                <a:extLst>
                  <a:ext uri="{FF2B5EF4-FFF2-40B4-BE49-F238E27FC236}">
                    <a16:creationId xmlns:a16="http://schemas.microsoft.com/office/drawing/2014/main" id="{66F7A5E8-1834-374F-5A67-D8016EA0E948}"/>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Add-in 3">
                <a:extLst>
                  <a:ext uri="{FF2B5EF4-FFF2-40B4-BE49-F238E27FC236}">
                    <a16:creationId xmlns:a16="http://schemas.microsoft.com/office/drawing/2014/main" id="{379574B1-A1E9-B307-8CF2-886C93B88B88}"/>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xmlns="">
          <p:pic>
            <p:nvPicPr>
              <p:cNvPr id="4" name="Add-in 3">
                <a:extLst>
                  <a:ext uri="{FF2B5EF4-FFF2-40B4-BE49-F238E27FC236}">
                    <a16:creationId xmlns:a16="http://schemas.microsoft.com/office/drawing/2014/main" id="{379574B1-A1E9-B307-8CF2-886C93B88B88}"/>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1067211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8840D-DEAE-5A8A-5456-791651FA4F9D}"/>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C5619217-CC71-C0B4-DD9C-2E9106044F85}"/>
              </a:ext>
            </a:extLst>
          </p:cNvPr>
          <p:cNvSpPr>
            <a:spLocks noGrp="1"/>
          </p:cNvSpPr>
          <p:nvPr>
            <p:ph type="title"/>
          </p:nvPr>
        </p:nvSpPr>
        <p:spPr/>
        <p:txBody>
          <a:bodyPr>
            <a:normAutofit/>
          </a:bodyPr>
          <a:lstStyle/>
          <a:p>
            <a:r>
              <a:rPr lang="en-US"/>
              <a:t>Which statement is NOT true for packet switching.</a:t>
            </a:r>
            <a:endParaRPr lang="en-US" dirty="0"/>
          </a:p>
        </p:txBody>
      </p:sp>
      <p:sp>
        <p:nvSpPr>
          <p:cNvPr id="6" name="Slide Number Placeholder 5">
            <a:extLst>
              <a:ext uri="{FF2B5EF4-FFF2-40B4-BE49-F238E27FC236}">
                <a16:creationId xmlns:a16="http://schemas.microsoft.com/office/drawing/2014/main" id="{B7E9CB8F-BFE3-DBF1-231E-CD0BC68BFB6B}"/>
              </a:ext>
            </a:extLst>
          </p:cNvPr>
          <p:cNvSpPr>
            <a:spLocks noGrp="1"/>
          </p:cNvSpPr>
          <p:nvPr>
            <p:ph type="sldNum" sz="quarter" idx="12"/>
          </p:nvPr>
        </p:nvSpPr>
        <p:spPr/>
        <p:txBody>
          <a:bodyPr/>
          <a:lstStyle/>
          <a:p>
            <a:fld id="{B5CEABB6-07DC-46E8-9B57-56EC44A396E5}" type="slidenum">
              <a:rPr lang="en-US" smtClean="0"/>
              <a:pPr/>
              <a:t>33</a:t>
            </a:fld>
            <a:endParaRPr lang="en-US"/>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3" name="Add-in 2" title="Interactive content from Mentimeter">
                <a:extLst>
                  <a:ext uri="{FF2B5EF4-FFF2-40B4-BE49-F238E27FC236}">
                    <a16:creationId xmlns:a16="http://schemas.microsoft.com/office/drawing/2014/main" id="{A89DCB75-1312-2F6A-D798-AF79539C98FF}"/>
                  </a:ext>
                </a:extLst>
              </p:cNvPr>
              <p:cNvGraphicFramePr>
                <a:graphicFrameLocks noGrp="1"/>
              </p:cNvGraphicFramePr>
              <p:nvPr>
                <p:extLst>
                  <p:ext uri="{D42A27DB-BD31-4B8C-83A1-F6EECF244321}">
                    <p14:modId xmlns:p14="http://schemas.microsoft.com/office/powerpoint/2010/main" val="270676893"/>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3" name="Add-in 2" title="Interactive content from Mentimeter">
                <a:extLst>
                  <a:ext uri="{FF2B5EF4-FFF2-40B4-BE49-F238E27FC236}">
                    <a16:creationId xmlns:a16="http://schemas.microsoft.com/office/drawing/2014/main" id="{A89DCB75-1312-2F6A-D798-AF79539C98FF}"/>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Add-in 3">
                <a:extLst>
                  <a:ext uri="{FF2B5EF4-FFF2-40B4-BE49-F238E27FC236}">
                    <a16:creationId xmlns:a16="http://schemas.microsoft.com/office/drawing/2014/main" id="{BBBD003C-9A12-D090-00A4-C9F982865B5F}"/>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xmlns="">
          <p:pic>
            <p:nvPicPr>
              <p:cNvPr id="4" name="Add-in 3">
                <a:extLst>
                  <a:ext uri="{FF2B5EF4-FFF2-40B4-BE49-F238E27FC236}">
                    <a16:creationId xmlns:a16="http://schemas.microsoft.com/office/drawing/2014/main" id="{BBBD003C-9A12-D090-00A4-C9F982865B5F}"/>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5" name="Add-in 4">
                <a:extLst>
                  <a:ext uri="{FF2B5EF4-FFF2-40B4-BE49-F238E27FC236}">
                    <a16:creationId xmlns:a16="http://schemas.microsoft.com/office/drawing/2014/main" id="{9B6994F9-AAFB-D065-102B-6D7CB64A45EE}"/>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xmlns="">
          <p:pic>
            <p:nvPicPr>
              <p:cNvPr id="5" name="Add-in 4">
                <a:extLst>
                  <a:ext uri="{FF2B5EF4-FFF2-40B4-BE49-F238E27FC236}">
                    <a16:creationId xmlns:a16="http://schemas.microsoft.com/office/drawing/2014/main" id="{9B6994F9-AAFB-D065-102B-6D7CB64A45EE}"/>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14729622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91AC2-9ED7-9067-C8DF-CE1E10996CCE}"/>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14A6309D-1C49-5429-7374-06C47483F1A8}"/>
              </a:ext>
            </a:extLst>
          </p:cNvPr>
          <p:cNvSpPr>
            <a:spLocks noGrp="1"/>
          </p:cNvSpPr>
          <p:nvPr>
            <p:ph type="title"/>
          </p:nvPr>
        </p:nvSpPr>
        <p:spPr/>
        <p:txBody>
          <a:bodyPr>
            <a:normAutofit fontScale="90000"/>
          </a:bodyPr>
          <a:lstStyle/>
          <a:p>
            <a:r>
              <a:rPr lang="en-US"/>
              <a:t>Congestion control needs to be implemented in a circuit-switched network</a:t>
            </a:r>
            <a:endParaRPr lang="en-US" dirty="0"/>
          </a:p>
        </p:txBody>
      </p:sp>
      <p:sp>
        <p:nvSpPr>
          <p:cNvPr id="6" name="Slide Number Placeholder 5">
            <a:extLst>
              <a:ext uri="{FF2B5EF4-FFF2-40B4-BE49-F238E27FC236}">
                <a16:creationId xmlns:a16="http://schemas.microsoft.com/office/drawing/2014/main" id="{1F07C242-7A7E-952F-F6E5-1E1ADCDAB6BE}"/>
              </a:ext>
            </a:extLst>
          </p:cNvPr>
          <p:cNvSpPr>
            <a:spLocks noGrp="1"/>
          </p:cNvSpPr>
          <p:nvPr>
            <p:ph type="sldNum" sz="quarter" idx="12"/>
          </p:nvPr>
        </p:nvSpPr>
        <p:spPr/>
        <p:txBody>
          <a:bodyPr/>
          <a:lstStyle/>
          <a:p>
            <a:fld id="{B5CEABB6-07DC-46E8-9B57-56EC44A396E5}" type="slidenum">
              <a:rPr lang="en-US" smtClean="0"/>
              <a:pPr/>
              <a:t>34</a:t>
            </a:fld>
            <a:endParaRPr lang="en-US"/>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3" name="Add-in 2" title="Interactive content from Mentimeter">
                <a:extLst>
                  <a:ext uri="{FF2B5EF4-FFF2-40B4-BE49-F238E27FC236}">
                    <a16:creationId xmlns:a16="http://schemas.microsoft.com/office/drawing/2014/main" id="{E501BEB9-90FD-E522-1568-952EF6F311BC}"/>
                  </a:ext>
                </a:extLst>
              </p:cNvPr>
              <p:cNvGraphicFramePr>
                <a:graphicFrameLocks noGrp="1"/>
              </p:cNvGraphicFramePr>
              <p:nvPr>
                <p:extLst>
                  <p:ext uri="{D42A27DB-BD31-4B8C-83A1-F6EECF244321}">
                    <p14:modId xmlns:p14="http://schemas.microsoft.com/office/powerpoint/2010/main" val="4131564730"/>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3" name="Add-in 2" title="Interactive content from Mentimeter">
                <a:extLst>
                  <a:ext uri="{FF2B5EF4-FFF2-40B4-BE49-F238E27FC236}">
                    <a16:creationId xmlns:a16="http://schemas.microsoft.com/office/drawing/2014/main" id="{E501BEB9-90FD-E522-1568-952EF6F311BC}"/>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Add-in 3">
                <a:extLst>
                  <a:ext uri="{FF2B5EF4-FFF2-40B4-BE49-F238E27FC236}">
                    <a16:creationId xmlns:a16="http://schemas.microsoft.com/office/drawing/2014/main" id="{5F4B1310-D30D-BB53-652C-4A7055922F15}"/>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xmlns="">
          <p:pic>
            <p:nvPicPr>
              <p:cNvPr id="4" name="Add-in 3">
                <a:extLst>
                  <a:ext uri="{FF2B5EF4-FFF2-40B4-BE49-F238E27FC236}">
                    <a16:creationId xmlns:a16="http://schemas.microsoft.com/office/drawing/2014/main" id="{5F4B1310-D30D-BB53-652C-4A7055922F15}"/>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5" name="Add-in 4">
                <a:extLst>
                  <a:ext uri="{FF2B5EF4-FFF2-40B4-BE49-F238E27FC236}">
                    <a16:creationId xmlns:a16="http://schemas.microsoft.com/office/drawing/2014/main" id="{82D2C367-EAC1-EC5E-71A0-DB19AC944AEE}"/>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xmlns="">
          <p:pic>
            <p:nvPicPr>
              <p:cNvPr id="5" name="Add-in 4">
                <a:extLst>
                  <a:ext uri="{FF2B5EF4-FFF2-40B4-BE49-F238E27FC236}">
                    <a16:creationId xmlns:a16="http://schemas.microsoft.com/office/drawing/2014/main" id="{82D2C367-EAC1-EC5E-71A0-DB19AC944AEE}"/>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7" name="Add-in 6">
                <a:extLst>
                  <a:ext uri="{FF2B5EF4-FFF2-40B4-BE49-F238E27FC236}">
                    <a16:creationId xmlns:a16="http://schemas.microsoft.com/office/drawing/2014/main" id="{D7D02D02-1C41-AFBA-4DCE-0A5DF515EFA2}"/>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6"/>
              </a:graphicData>
            </a:graphic>
          </p:graphicFrame>
        </mc:Choice>
        <mc:Fallback xmlns="">
          <p:pic>
            <p:nvPicPr>
              <p:cNvPr id="7" name="Add-in 6">
                <a:extLst>
                  <a:ext uri="{FF2B5EF4-FFF2-40B4-BE49-F238E27FC236}">
                    <a16:creationId xmlns:a16="http://schemas.microsoft.com/office/drawing/2014/main" id="{D7D02D02-1C41-AFBA-4DCE-0A5DF515EFA2}"/>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1482400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E2CD9-760E-4E3E-8C8A-F348E4947EFB}"/>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99D2AF89-0EF4-4C5D-00FC-8C9A3B71A84F}"/>
              </a:ext>
            </a:extLst>
          </p:cNvPr>
          <p:cNvSpPr>
            <a:spLocks noGrp="1"/>
          </p:cNvSpPr>
          <p:nvPr>
            <p:ph type="title"/>
          </p:nvPr>
        </p:nvSpPr>
        <p:spPr/>
        <p:txBody>
          <a:bodyPr>
            <a:normAutofit/>
          </a:bodyPr>
          <a:lstStyle/>
          <a:p>
            <a:r>
              <a:rPr lang="en-US"/>
              <a:t>And the winner is... 🥁</a:t>
            </a:r>
            <a:endParaRPr lang="en-US" dirty="0"/>
          </a:p>
        </p:txBody>
      </p:sp>
      <p:sp>
        <p:nvSpPr>
          <p:cNvPr id="6" name="Slide Number Placeholder 5">
            <a:extLst>
              <a:ext uri="{FF2B5EF4-FFF2-40B4-BE49-F238E27FC236}">
                <a16:creationId xmlns:a16="http://schemas.microsoft.com/office/drawing/2014/main" id="{B81F4FFA-4B63-3C47-289C-9B3FE41861AD}"/>
              </a:ext>
            </a:extLst>
          </p:cNvPr>
          <p:cNvSpPr>
            <a:spLocks noGrp="1"/>
          </p:cNvSpPr>
          <p:nvPr>
            <p:ph type="sldNum" sz="quarter" idx="12"/>
          </p:nvPr>
        </p:nvSpPr>
        <p:spPr/>
        <p:txBody>
          <a:bodyPr/>
          <a:lstStyle/>
          <a:p>
            <a:fld id="{B5CEABB6-07DC-46E8-9B57-56EC44A396E5}" type="slidenum">
              <a:rPr lang="en-US" smtClean="0"/>
              <a:pPr/>
              <a:t>35</a:t>
            </a:fld>
            <a:endParaRPr lang="en-US"/>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3" name="Add-in 2" title="Interactive content from Mentimeter">
                <a:extLst>
                  <a:ext uri="{FF2B5EF4-FFF2-40B4-BE49-F238E27FC236}">
                    <a16:creationId xmlns:a16="http://schemas.microsoft.com/office/drawing/2014/main" id="{8AAC78F9-50A8-766A-C2BD-7EF77539FF6D}"/>
                  </a:ext>
                </a:extLst>
              </p:cNvPr>
              <p:cNvGraphicFramePr>
                <a:graphicFrameLocks noGrp="1"/>
              </p:cNvGraphicFramePr>
              <p:nvPr>
                <p:extLst>
                  <p:ext uri="{D42A27DB-BD31-4B8C-83A1-F6EECF244321}">
                    <p14:modId xmlns:p14="http://schemas.microsoft.com/office/powerpoint/2010/main" val="2289954209"/>
                  </p:ext>
                </p:extLst>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3" name="Add-in 2" title="Interactive content from Mentimeter">
                <a:extLst>
                  <a:ext uri="{FF2B5EF4-FFF2-40B4-BE49-F238E27FC236}">
                    <a16:creationId xmlns:a16="http://schemas.microsoft.com/office/drawing/2014/main" id="{8AAC78F9-50A8-766A-C2BD-7EF77539FF6D}"/>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Add-in 3">
                <a:extLst>
                  <a:ext uri="{FF2B5EF4-FFF2-40B4-BE49-F238E27FC236}">
                    <a16:creationId xmlns:a16="http://schemas.microsoft.com/office/drawing/2014/main" id="{E36BA643-927D-4964-56A0-C492E3997916}"/>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xmlns="">
          <p:pic>
            <p:nvPicPr>
              <p:cNvPr id="4" name="Add-in 3">
                <a:extLst>
                  <a:ext uri="{FF2B5EF4-FFF2-40B4-BE49-F238E27FC236}">
                    <a16:creationId xmlns:a16="http://schemas.microsoft.com/office/drawing/2014/main" id="{E36BA643-927D-4964-56A0-C492E3997916}"/>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5" name="Add-in 4">
                <a:extLst>
                  <a:ext uri="{FF2B5EF4-FFF2-40B4-BE49-F238E27FC236}">
                    <a16:creationId xmlns:a16="http://schemas.microsoft.com/office/drawing/2014/main" id="{24B8367D-1103-1719-849D-3442538A505B}"/>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5"/>
              </a:graphicData>
            </a:graphic>
          </p:graphicFrame>
        </mc:Choice>
        <mc:Fallback xmlns="">
          <p:pic>
            <p:nvPicPr>
              <p:cNvPr id="5" name="Add-in 4">
                <a:extLst>
                  <a:ext uri="{FF2B5EF4-FFF2-40B4-BE49-F238E27FC236}">
                    <a16:creationId xmlns:a16="http://schemas.microsoft.com/office/drawing/2014/main" id="{24B8367D-1103-1719-849D-3442538A505B}"/>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7" name="Add-in 6">
                <a:extLst>
                  <a:ext uri="{FF2B5EF4-FFF2-40B4-BE49-F238E27FC236}">
                    <a16:creationId xmlns:a16="http://schemas.microsoft.com/office/drawing/2014/main" id="{C9178A0F-B2C1-77C1-CC3C-A26A80BED52C}"/>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6"/>
              </a:graphicData>
            </a:graphic>
          </p:graphicFrame>
        </mc:Choice>
        <mc:Fallback xmlns="">
          <p:pic>
            <p:nvPicPr>
              <p:cNvPr id="7" name="Add-in 6">
                <a:extLst>
                  <a:ext uri="{FF2B5EF4-FFF2-40B4-BE49-F238E27FC236}">
                    <a16:creationId xmlns:a16="http://schemas.microsoft.com/office/drawing/2014/main" id="{C9178A0F-B2C1-77C1-CC3C-A26A80BED52C}"/>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mc:AlternateContent xmlns:mc="http://schemas.openxmlformats.org/markup-compatibility/2006" xmlns:we="http://schemas.microsoft.com/office/webextensions/webextension/2010/11" xmlns:pca="http://schemas.microsoft.com/office/powerpoint/2013/contentapp">
        <mc:Choice Requires="we pca">
          <p:graphicFrame>
            <p:nvGraphicFramePr>
              <p:cNvPr id="8" name="Add-in 7">
                <a:extLst>
                  <a:ext uri="{FF2B5EF4-FFF2-40B4-BE49-F238E27FC236}">
                    <a16:creationId xmlns:a16="http://schemas.microsoft.com/office/drawing/2014/main" id="{88F94011-D992-7A0F-FB7F-D8554D26BFA5}"/>
                  </a:ext>
                </a:extLst>
              </p:cNvPr>
              <p:cNvGraphicFramePr>
                <a:graphicFrameLocks noGrp="1"/>
              </p:cNvGraphicFramePr>
              <p:nvPr/>
            </p:nvGraphicFramePr>
            <p:xfrm>
              <a:off x="381000" y="215899"/>
              <a:ext cx="11430000" cy="6426200"/>
            </p:xfrm>
            <a:graphic>
              <a:graphicData uri="http://schemas.microsoft.com/office/webextensions/webextension/2010/11">
                <we:webextensionref xmlns:we="http://schemas.microsoft.com/office/webextensions/webextension/2010/11" xmlns:r="http://schemas.openxmlformats.org/officeDocument/2006/relationships" r:id="rId7"/>
              </a:graphicData>
            </a:graphic>
          </p:graphicFrame>
        </mc:Choice>
        <mc:Fallback xmlns="">
          <p:pic>
            <p:nvPicPr>
              <p:cNvPr id="8" name="Add-in 7">
                <a:extLst>
                  <a:ext uri="{FF2B5EF4-FFF2-40B4-BE49-F238E27FC236}">
                    <a16:creationId xmlns:a16="http://schemas.microsoft.com/office/drawing/2014/main" id="{88F94011-D992-7A0F-FB7F-D8554D26BFA5}"/>
                  </a:ext>
                </a:extLst>
              </p:cNvPr>
              <p:cNvPicPr>
                <a:picLocks noGrp="1" noRot="1" noChangeAspect="1" noMove="1" noResize="1" noEditPoints="1" noAdjustHandles="1" noChangeArrowheads="1" noChangeShapeType="1"/>
              </p:cNvPicPr>
              <p:nvPr/>
            </p:nvPicPr>
            <p:blipFill>
              <a:blip r:embed="rId3"/>
              <a:stretch>
                <a:fillRect/>
              </a:stretch>
            </p:blipFill>
            <p:spPr>
              <a:xfrm>
                <a:off x="381000" y="215899"/>
                <a:ext cx="11430000" cy="6426200"/>
              </a:xfrm>
              <a:prstGeom prst="rect">
                <a:avLst/>
              </a:prstGeom>
            </p:spPr>
          </p:pic>
        </mc:Fallback>
      </mc:AlternateContent>
    </p:spTree>
    <p:extLst>
      <p:ext uri="{BB962C8B-B14F-4D97-AF65-F5344CB8AC3E}">
        <p14:creationId xmlns:p14="http://schemas.microsoft.com/office/powerpoint/2010/main" val="6028688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EED64-C190-2A29-581A-E54D89656362}"/>
              </a:ext>
            </a:extLst>
          </p:cNvPr>
          <p:cNvSpPr>
            <a:spLocks noGrp="1"/>
          </p:cNvSpPr>
          <p:nvPr>
            <p:ph type="title"/>
          </p:nvPr>
        </p:nvSpPr>
        <p:spPr/>
        <p:txBody>
          <a:bodyPr/>
          <a:lstStyle/>
          <a:p>
            <a:r>
              <a:rPr lang="en-US" dirty="0"/>
              <a:t>How to think about Internet architecture?</a:t>
            </a:r>
          </a:p>
        </p:txBody>
      </p:sp>
      <p:sp>
        <p:nvSpPr>
          <p:cNvPr id="3" name="Content Placeholder 2">
            <a:extLst>
              <a:ext uri="{FF2B5EF4-FFF2-40B4-BE49-F238E27FC236}">
                <a16:creationId xmlns:a16="http://schemas.microsoft.com/office/drawing/2014/main" id="{A127BE60-4D76-EDF6-580E-E72CEA2D0F11}"/>
              </a:ext>
            </a:extLst>
          </p:cNvPr>
          <p:cNvSpPr>
            <a:spLocks noGrp="1"/>
          </p:cNvSpPr>
          <p:nvPr>
            <p:ph sz="half" idx="1"/>
          </p:nvPr>
        </p:nvSpPr>
        <p:spPr/>
        <p:txBody>
          <a:bodyPr/>
          <a:lstStyle/>
          <a:p>
            <a:pPr marL="0" indent="0" algn="ctr">
              <a:buNone/>
            </a:pPr>
            <a:r>
              <a:rPr lang="en-US" b="1" dirty="0"/>
              <a:t>Common Network Services</a:t>
            </a:r>
          </a:p>
          <a:p>
            <a:r>
              <a:rPr lang="en-US" dirty="0"/>
              <a:t>Data transmission (encoding, decoding)</a:t>
            </a:r>
          </a:p>
          <a:p>
            <a:r>
              <a:rPr lang="en-US" dirty="0"/>
              <a:t>Reliability</a:t>
            </a:r>
          </a:p>
          <a:p>
            <a:r>
              <a:rPr lang="en-US" dirty="0"/>
              <a:t>Addressing/routing</a:t>
            </a:r>
          </a:p>
          <a:p>
            <a:r>
              <a:rPr lang="en-US" dirty="0"/>
              <a:t>Rate control</a:t>
            </a:r>
          </a:p>
          <a:p>
            <a:r>
              <a:rPr lang="en-US" dirty="0"/>
              <a:t>..</a:t>
            </a:r>
          </a:p>
          <a:p>
            <a:endParaRPr lang="en-US" dirty="0"/>
          </a:p>
        </p:txBody>
      </p:sp>
      <p:sp>
        <p:nvSpPr>
          <p:cNvPr id="4" name="Content Placeholder 3">
            <a:extLst>
              <a:ext uri="{FF2B5EF4-FFF2-40B4-BE49-F238E27FC236}">
                <a16:creationId xmlns:a16="http://schemas.microsoft.com/office/drawing/2014/main" id="{DA66D90A-0CB7-E46B-A5C2-A4285C0666F3}"/>
              </a:ext>
            </a:extLst>
          </p:cNvPr>
          <p:cNvSpPr>
            <a:spLocks noGrp="1"/>
          </p:cNvSpPr>
          <p:nvPr>
            <p:ph sz="half" idx="2"/>
          </p:nvPr>
        </p:nvSpPr>
        <p:spPr/>
        <p:txBody>
          <a:bodyPr/>
          <a:lstStyle/>
          <a:p>
            <a:pPr marL="0" indent="0" algn="ctr">
              <a:buNone/>
            </a:pPr>
            <a:r>
              <a:rPr lang="en-US" b="1" dirty="0"/>
              <a:t>Network structure</a:t>
            </a:r>
          </a:p>
        </p:txBody>
      </p:sp>
      <p:sp>
        <p:nvSpPr>
          <p:cNvPr id="6" name="Slide Number Placeholder 5">
            <a:extLst>
              <a:ext uri="{FF2B5EF4-FFF2-40B4-BE49-F238E27FC236}">
                <a16:creationId xmlns:a16="http://schemas.microsoft.com/office/drawing/2014/main" id="{5EFC89BD-9547-D982-FD0E-FBF6D17CDB5F}"/>
              </a:ext>
            </a:extLst>
          </p:cNvPr>
          <p:cNvSpPr>
            <a:spLocks noGrp="1"/>
          </p:cNvSpPr>
          <p:nvPr>
            <p:ph type="sldNum" sz="quarter" idx="12"/>
          </p:nvPr>
        </p:nvSpPr>
        <p:spPr/>
        <p:txBody>
          <a:bodyPr/>
          <a:lstStyle/>
          <a:p>
            <a:fld id="{B5CEABB6-07DC-46E8-9B57-56EC44A396E5}" type="slidenum">
              <a:rPr lang="en-US" smtClean="0"/>
              <a:pPr/>
              <a:t>36</a:t>
            </a:fld>
            <a:endParaRPr lang="en-US"/>
          </a:p>
        </p:txBody>
      </p:sp>
      <p:pic>
        <p:nvPicPr>
          <p:cNvPr id="7" name="Picture 6" descr="A diagram of a cloud network&#10;&#10;Description automatically generated">
            <a:extLst>
              <a:ext uri="{FF2B5EF4-FFF2-40B4-BE49-F238E27FC236}">
                <a16:creationId xmlns:a16="http://schemas.microsoft.com/office/drawing/2014/main" id="{91A5E27C-7C3E-3BF7-55F2-22D58834B843}"/>
              </a:ext>
            </a:extLst>
          </p:cNvPr>
          <p:cNvPicPr>
            <a:picLocks noChangeAspect="1"/>
          </p:cNvPicPr>
          <p:nvPr/>
        </p:nvPicPr>
        <p:blipFill>
          <a:blip r:embed="rId3"/>
          <a:stretch>
            <a:fillRect/>
          </a:stretch>
        </p:blipFill>
        <p:spPr>
          <a:xfrm>
            <a:off x="7485890" y="2789585"/>
            <a:ext cx="3072636" cy="2658895"/>
          </a:xfrm>
          <a:prstGeom prst="rect">
            <a:avLst/>
          </a:prstGeom>
        </p:spPr>
      </p:pic>
      <p:sp>
        <p:nvSpPr>
          <p:cNvPr id="8" name="TextBox 7">
            <a:extLst>
              <a:ext uri="{FF2B5EF4-FFF2-40B4-BE49-F238E27FC236}">
                <a16:creationId xmlns:a16="http://schemas.microsoft.com/office/drawing/2014/main" id="{29836EFF-A6FD-B26E-B21E-E030D8192B26}"/>
              </a:ext>
            </a:extLst>
          </p:cNvPr>
          <p:cNvSpPr txBox="1"/>
          <p:nvPr/>
        </p:nvSpPr>
        <p:spPr>
          <a:xfrm>
            <a:off x="1975104" y="5974080"/>
            <a:ext cx="8007096" cy="646331"/>
          </a:xfrm>
          <a:prstGeom prst="rect">
            <a:avLst/>
          </a:prstGeom>
          <a:noFill/>
        </p:spPr>
        <p:txBody>
          <a:bodyPr wrap="square" rtlCol="0">
            <a:spAutoFit/>
          </a:bodyPr>
          <a:lstStyle/>
          <a:p>
            <a:r>
              <a:rPr lang="en-US" dirty="0"/>
              <a:t>Is there a way to reason about the Internet architecture or how to place these network services? </a:t>
            </a:r>
          </a:p>
        </p:txBody>
      </p:sp>
    </p:spTree>
    <p:extLst>
      <p:ext uri="{BB962C8B-B14F-4D97-AF65-F5344CB8AC3E}">
        <p14:creationId xmlns:p14="http://schemas.microsoft.com/office/powerpoint/2010/main" val="19285972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9AB5D-91B4-989B-6D52-6EF60BDB9400}"/>
              </a:ext>
            </a:extLst>
          </p:cNvPr>
          <p:cNvSpPr>
            <a:spLocks noGrp="1"/>
          </p:cNvSpPr>
          <p:nvPr>
            <p:ph type="title"/>
          </p:nvPr>
        </p:nvSpPr>
        <p:spPr/>
        <p:txBody>
          <a:bodyPr/>
          <a:lstStyle/>
          <a:p>
            <a:r>
              <a:rPr lang="en-US" dirty="0"/>
              <a:t>Power of abstraction</a:t>
            </a:r>
          </a:p>
        </p:txBody>
      </p:sp>
      <p:sp>
        <p:nvSpPr>
          <p:cNvPr id="3" name="Content Placeholder 2">
            <a:extLst>
              <a:ext uri="{FF2B5EF4-FFF2-40B4-BE49-F238E27FC236}">
                <a16:creationId xmlns:a16="http://schemas.microsoft.com/office/drawing/2014/main" id="{2D7D0069-1CAD-0A1E-A6F5-1CABCA2E0204}"/>
              </a:ext>
            </a:extLst>
          </p:cNvPr>
          <p:cNvSpPr>
            <a:spLocks noGrp="1"/>
          </p:cNvSpPr>
          <p:nvPr>
            <p:ph sz="half" idx="1"/>
          </p:nvPr>
        </p:nvSpPr>
        <p:spPr/>
        <p:txBody>
          <a:bodyPr/>
          <a:lstStyle/>
          <a:p>
            <a:endParaRPr lang="en-US"/>
          </a:p>
        </p:txBody>
      </p:sp>
      <p:sp>
        <p:nvSpPr>
          <p:cNvPr id="4" name="Content Placeholder 3">
            <a:extLst>
              <a:ext uri="{FF2B5EF4-FFF2-40B4-BE49-F238E27FC236}">
                <a16:creationId xmlns:a16="http://schemas.microsoft.com/office/drawing/2014/main" id="{08664F14-9E5E-B2AD-87F9-8F1DDC396175}"/>
              </a:ext>
            </a:extLst>
          </p:cNvPr>
          <p:cNvSpPr>
            <a:spLocks noGrp="1"/>
          </p:cNvSpPr>
          <p:nvPr>
            <p:ph sz="half" idx="2"/>
          </p:nvPr>
        </p:nvSpPr>
        <p:spPr/>
        <p:txBody>
          <a:bodyPr/>
          <a:lstStyle/>
          <a:p>
            <a:endParaRPr lang="en-US"/>
          </a:p>
        </p:txBody>
      </p:sp>
      <p:sp>
        <p:nvSpPr>
          <p:cNvPr id="5" name="Date Placeholder 4">
            <a:extLst>
              <a:ext uri="{FF2B5EF4-FFF2-40B4-BE49-F238E27FC236}">
                <a16:creationId xmlns:a16="http://schemas.microsoft.com/office/drawing/2014/main" id="{CD1FF82C-ED5D-E403-5B79-23100A0A62D8}"/>
              </a:ext>
            </a:extLst>
          </p:cNvPr>
          <p:cNvSpPr>
            <a:spLocks noGrp="1"/>
          </p:cNvSpPr>
          <p:nvPr>
            <p:ph type="dt" sz="half" idx="10"/>
          </p:nvPr>
        </p:nvSpPr>
        <p:spPr/>
        <p:txBody>
          <a:bodyPr/>
          <a:lstStyle/>
          <a:p>
            <a:endParaRPr lang="en-US"/>
          </a:p>
        </p:txBody>
      </p:sp>
      <p:sp>
        <p:nvSpPr>
          <p:cNvPr id="6" name="Slide Number Placeholder 5">
            <a:extLst>
              <a:ext uri="{FF2B5EF4-FFF2-40B4-BE49-F238E27FC236}">
                <a16:creationId xmlns:a16="http://schemas.microsoft.com/office/drawing/2014/main" id="{733C436A-0C96-9574-401A-7A084A8868CE}"/>
              </a:ext>
            </a:extLst>
          </p:cNvPr>
          <p:cNvSpPr>
            <a:spLocks noGrp="1"/>
          </p:cNvSpPr>
          <p:nvPr>
            <p:ph type="sldNum" sz="quarter" idx="12"/>
          </p:nvPr>
        </p:nvSpPr>
        <p:spPr/>
        <p:txBody>
          <a:bodyPr/>
          <a:lstStyle/>
          <a:p>
            <a:fld id="{B5CEABB6-07DC-46E8-9B57-56EC44A396E5}" type="slidenum">
              <a:rPr lang="en-US" smtClean="0"/>
              <a:pPr/>
              <a:t>37</a:t>
            </a:fld>
            <a:endParaRPr lang="en-US"/>
          </a:p>
        </p:txBody>
      </p:sp>
    </p:spTree>
    <p:extLst>
      <p:ext uri="{BB962C8B-B14F-4D97-AF65-F5344CB8AC3E}">
        <p14:creationId xmlns:p14="http://schemas.microsoft.com/office/powerpoint/2010/main" val="37826297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neukmf9s5q6kgas591puz49xetektz"/>
  <p:tag name="MENTI_PPT_SLIDE_MAP" val="{&quot;2518&quot;:&quot;ogqzfm53wevg&quot;,&quot;2519&quot;:&quot;j4cuudxdks5n&quot;,&quot;2520&quot;:&quot;wsf5mxom5iqu&quot;,&quot;2521&quot;:&quot;n4kh3gqi244t&quot;,&quot;2522&quot;:&quot;xcapusqkjrm8&quot;}"/>
</p:tagLst>
</file>

<file path=ppt/theme/theme1.xml><?xml version="1.0" encoding="utf-8"?>
<a:theme xmlns:a="http://schemas.openxmlformats.org/drawingml/2006/main" name="Office Theme [1779947382472]">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peedtest" id="{D8385C4F-113A-AE40-95B2-06B18BF69CD5}" vid="{DAA86BB2-E181-564D-A2BE-38AE03467D3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60.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61.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61.png"/></Relationships>
</file>

<file path=ppt/webextensions/_rels/webextension5.xml.rels><?xml version="1.0" encoding="UTF-8" standalone="yes"?>
<Relationships xmlns="http://schemas.openxmlformats.org/package/2006/relationships"><Relationship Id="rId1" Type="http://schemas.openxmlformats.org/officeDocument/2006/relationships/image" Target="../media/image61.png"/></Relationships>
</file>

<file path=ppt/webextensions/_rels/webextension6.xml.rels><?xml version="1.0" encoding="UTF-8" standalone="yes"?>
<Relationships xmlns="http://schemas.openxmlformats.org/package/2006/relationships"><Relationship Id="rId1" Type="http://schemas.openxmlformats.org/officeDocument/2006/relationships/image" Target="../media/image61.png"/></Relationships>
</file>

<file path=ppt/webextensions/_rels/webextension7.xml.rels><?xml version="1.0" encoding="UTF-8" standalone="yes"?>
<Relationships xmlns="http://schemas.openxmlformats.org/package/2006/relationships"><Relationship Id="rId1" Type="http://schemas.openxmlformats.org/officeDocument/2006/relationships/image" Target="../media/image61.png"/></Relationships>
</file>

<file path=ppt/webextensions/_rels/webextension8.xml.rels><?xml version="1.0" encoding="UTF-8" standalone="yes"?>
<Relationships xmlns="http://schemas.openxmlformats.org/package/2006/relationships"><Relationship Id="rId1" Type="http://schemas.openxmlformats.org/officeDocument/2006/relationships/image" Target="../media/image60.png"/></Relationships>
</file>

<file path=ppt/webextensions/_rels/webextension9.xml.rels><?xml version="1.0" encoding="UTF-8" standalone="yes"?>
<Relationships xmlns="http://schemas.openxmlformats.org/package/2006/relationships"><Relationship Id="rId1" Type="http://schemas.openxmlformats.org/officeDocument/2006/relationships/image" Target="../media/image60.png"/></Relationships>
</file>

<file path=ppt/webextensions/_rels/webextension10.xml.rels><?xml version="1.0" encoding="UTF-8" standalone="yes"?>
<Relationships xmlns="http://schemas.openxmlformats.org/package/2006/relationships"><Relationship Id="rId1" Type="http://schemas.openxmlformats.org/officeDocument/2006/relationships/image" Target="../media/image60.png"/></Relationships>
</file>

<file path=ppt/webextensions/_rels/webextension11.xml.rels><?xml version="1.0" encoding="UTF-8" standalone="yes"?>
<Relationships xmlns="http://schemas.openxmlformats.org/package/2006/relationships"><Relationship Id="rId1" Type="http://schemas.openxmlformats.org/officeDocument/2006/relationships/image" Target="../media/image60.png"/></Relationships>
</file>

<file path=ppt/webextensions/_rels/webextension12.xml.rels><?xml version="1.0" encoding="UTF-8" standalone="yes"?>
<Relationships xmlns="http://schemas.openxmlformats.org/package/2006/relationships"><Relationship Id="rId1" Type="http://schemas.openxmlformats.org/officeDocument/2006/relationships/image" Target="../media/image60.png"/></Relationships>
</file>

<file path=ppt/webextensions/_rels/webextension13.xml.rels><?xml version="1.0" encoding="UTF-8" standalone="yes"?>
<Relationships xmlns="http://schemas.openxmlformats.org/package/2006/relationships"><Relationship Id="rId1" Type="http://schemas.openxmlformats.org/officeDocument/2006/relationships/image" Target="../media/image60.png"/></Relationships>
</file>

<file path=ppt/webextensions/_rels/webextension14.xml.rels><?xml version="1.0" encoding="UTF-8" standalone="yes"?>
<Relationships xmlns="http://schemas.openxmlformats.org/package/2006/relationships"><Relationship Id="rId1" Type="http://schemas.openxmlformats.org/officeDocument/2006/relationships/image" Target="../media/image60.png"/></Relationships>
</file>

<file path=ppt/webextensions/_rels/webextension15.xml.rels><?xml version="1.0" encoding="UTF-8" standalone="yes"?>
<Relationships xmlns="http://schemas.openxmlformats.org/package/2006/relationships"><Relationship Id="rId1" Type="http://schemas.openxmlformats.org/officeDocument/2006/relationships/image" Target="../media/image60.png"/></Relationships>
</file>

<file path=ppt/webextensions/_rels/webextension16.xml.rels><?xml version="1.0" encoding="UTF-8" standalone="yes"?>
<Relationships xmlns="http://schemas.openxmlformats.org/package/2006/relationships"><Relationship Id="rId1" Type="http://schemas.openxmlformats.org/officeDocument/2006/relationships/image" Target="../media/image60.png"/></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2D6F214-5255-1745-B6CD-19613C285265}">
  <we:reference id="WA200010001" version="1.0.0.1" store="Omex" storeType="OMEX"/>
  <we:alternateReferences>
    <we:reference id="WA200010001" version="1.0.0.1" store="WA200010001" storeType="OMEX"/>
  </we:alternateReferences>
  <we:properties>
    <we:property name="claude.fileId" value="&quot;69137f23-819a-4249-b7a5-8ea903be9a6d&quot;"/>
  </we:properties>
  <we:bindings/>
  <we:snapshot xmlns:r="http://schemas.openxmlformats.org/officeDocument/2006/relationships"/>
</we:webextension>
</file>

<file path=ppt/webextensions/webextension2.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4.xml><?xml version="1.0" encoding="utf-8"?>
<we:webextension xmlns:we="http://schemas.microsoft.com/office/webextensions/webextension/2010/11" id="{D495837D-3843-1542-958C-F52303F386F0}">
  <we:reference id="4f6160f0-3339-47d0-9fd2-7d10a3e86c34" version="4.3.0.0" store="EXCatalog" storeType="EXCatalog"/>
  <we:alternateReferences>
    <we:reference id="WA104379261" version="4.3.0.0" store="en-US" storeType="OMEX"/>
  </we:alternateReferences>
  <we:properties>
    <we:property name="MENTIMETER_QUESTION_ID_KEY" value="&quot;j4cuudxdks5n&quot;"/>
  </we:properties>
  <we:bindings/>
  <we:snapshot xmlns:r="http://schemas.openxmlformats.org/officeDocument/2006/relationships" r:embed="rId1"/>
</we:webextension>
</file>

<file path=ppt/webextensions/webextension5.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6.xml><?xml version="1.0" encoding="utf-8"?>
<we:webextension xmlns:we="http://schemas.microsoft.com/office/webextensions/webextension/2010/11" id="{D495837D-3843-1542-958C-F52303F386F0}">
  <we:reference id="4f6160f0-3339-47d0-9fd2-7d10a3e86c34" version="4.3.0.0" store="EXCatalog" storeType="EXCatalog"/>
  <we:alternateReferences>
    <we:reference id="WA104379261" version="4.3.0.0" store="en-US" storeType="OMEX"/>
  </we:alternateReferences>
  <we:properties>
    <we:property name="MENTIMETER_QUESTION_ID_KEY" value="&quot;j4cuudxdks5n&quot;"/>
  </we:properties>
  <we:bindings/>
  <we:snapshot xmlns:r="http://schemas.openxmlformats.org/officeDocument/2006/relationships" r:embed="rId1"/>
</we:webextension>
</file>

<file path=ppt/webextensions/webextension7.xml><?xml version="1.0" encoding="utf-8"?>
<we:webextension xmlns:we="http://schemas.microsoft.com/office/webextensions/webextension/2010/11" id="{27C1AB07-72D9-C641-B93E-CED64C5C0A89}">
  <we:reference id="4f6160f0-3339-47d0-9fd2-7d10a3e86c34" version="4.3.0.0" store="EXCatalog" storeType="EXCatalog"/>
  <we:alternateReferences>
    <we:reference id="WA104379261" version="4.3.0.0" store="en-US" storeType="OMEX"/>
  </we:alternateReferences>
  <we:properties>
    <we:property name="MENTIMETER_QUESTION_ID_KEY" value="&quot;wsf5mxom5iqu&quot;"/>
  </we:properties>
  <we:bindings/>
  <we:snapshot xmlns:r="http://schemas.openxmlformats.org/officeDocument/2006/relationships" r:embed="rId1"/>
</we:webextension>
</file>

<file path=ppt/webextensions/webextension8.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9.xml><?xml version="1.0" encoding="utf-8"?>
<we:webextension xmlns:we="http://schemas.microsoft.com/office/webextensions/webextension/2010/11" id="{D495837D-3843-1542-958C-F52303F386F0}">
  <we:reference id="4f6160f0-3339-47d0-9fd2-7d10a3e86c34" version="4.3.0.0" store="EXCatalog" storeType="EXCatalog"/>
  <we:alternateReferences>
    <we:reference id="WA104379261" version="4.3.0.0" store="en-US" storeType="OMEX"/>
  </we:alternateReferences>
  <we:properties>
    <we:property name="MENTIMETER_QUESTION_ID_KEY" value="&quot;j4cuudxdks5n&quot;"/>
  </we:properties>
  <we:bindings/>
  <we:snapshot xmlns:r="http://schemas.openxmlformats.org/officeDocument/2006/relationships" r:embed="rId1"/>
</we:webextension>
</file>

<file path=ppt/webextensions/webextension10.xml><?xml version="1.0" encoding="utf-8"?>
<we:webextension xmlns:we="http://schemas.microsoft.com/office/webextensions/webextension/2010/11" id="{27C1AB07-72D9-C641-B93E-CED64C5C0A89}">
  <we:reference id="4f6160f0-3339-47d0-9fd2-7d10a3e86c34" version="4.3.0.0" store="EXCatalog" storeType="EXCatalog"/>
  <we:alternateReferences>
    <we:reference id="WA104379261" version="4.3.0.0" store="en-US" storeType="OMEX"/>
  </we:alternateReferences>
  <we:properties>
    <we:property name="MENTIMETER_QUESTION_ID_KEY" value="&quot;wsf5mxom5iqu&quot;"/>
  </we:properties>
  <we:bindings/>
  <we:snapshot xmlns:r="http://schemas.openxmlformats.org/officeDocument/2006/relationships" r:embed="rId1"/>
</we:webextension>
</file>

<file path=ppt/webextensions/webextension11.xml><?xml version="1.0" encoding="utf-8"?>
<we:webextension xmlns:we="http://schemas.microsoft.com/office/webextensions/webextension/2010/11" id="{70E20125-E36B-2046-A5E1-BDA06C611DBF}">
  <we:reference id="4f6160f0-3339-47d0-9fd2-7d10a3e86c34" version="4.3.0.0" store="EXCatalog" storeType="EXCatalog"/>
  <we:alternateReferences>
    <we:reference id="WA104379261" version="4.3.0.0" store="en-US" storeType="OMEX"/>
  </we:alternateReferences>
  <we:properties>
    <we:property name="MENTIMETER_QUESTION_ID_KEY" value="&quot;n4kh3gqi244t&quot;"/>
  </we:properties>
  <we:bindings/>
  <we:snapshot xmlns:r="http://schemas.openxmlformats.org/officeDocument/2006/relationships" r:embed="rId1"/>
</we:webextension>
</file>

<file path=ppt/webextensions/webextension12.xml><?xml version="1.0" encoding="utf-8"?>
<we:webextension xmlns:we="http://schemas.microsoft.com/office/webextensions/webextension/2010/11" id="{D7A6B6D1-B401-CA4A-BFB9-C300AB2C477A}">
  <we:reference id="4f6160f0-3339-47d0-9fd2-7d10a3e86c34" version="4.3.0.0" store="EXCatalog" storeType="EXCatalog"/>
  <we:alternateReferences>
    <we:reference id="WA104379261" version="4.3.0.0" store="en-US" storeType="OMEX"/>
  </we:alternateReferences>
  <we:properties>
    <we:property name="MENTIMETER_QUESTION_ID_KEY" value="&quot;ogqzfm53wevg&quot;"/>
  </we:properties>
  <we:bindings/>
  <we:snapshot xmlns:r="http://schemas.openxmlformats.org/officeDocument/2006/relationships" r:embed="rId1"/>
</we:webextension>
</file>

<file path=ppt/webextensions/webextension13.xml><?xml version="1.0" encoding="utf-8"?>
<we:webextension xmlns:we="http://schemas.microsoft.com/office/webextensions/webextension/2010/11" id="{D495837D-3843-1542-958C-F52303F386F0}">
  <we:reference id="4f6160f0-3339-47d0-9fd2-7d10a3e86c34" version="4.3.0.0" store="EXCatalog" storeType="EXCatalog"/>
  <we:alternateReferences>
    <we:reference id="WA104379261" version="4.3.0.0" store="en-US" storeType="OMEX"/>
  </we:alternateReferences>
  <we:properties>
    <we:property name="MENTIMETER_QUESTION_ID_KEY" value="&quot;j4cuudxdks5n&quot;"/>
  </we:properties>
  <we:bindings/>
  <we:snapshot xmlns:r="http://schemas.openxmlformats.org/officeDocument/2006/relationships" r:embed="rId1"/>
</we:webextension>
</file>

<file path=ppt/webextensions/webextension14.xml><?xml version="1.0" encoding="utf-8"?>
<we:webextension xmlns:we="http://schemas.microsoft.com/office/webextensions/webextension/2010/11" id="{27C1AB07-72D9-C641-B93E-CED64C5C0A89}">
  <we:reference id="4f6160f0-3339-47d0-9fd2-7d10a3e86c34" version="4.3.0.0" store="EXCatalog" storeType="EXCatalog"/>
  <we:alternateReferences>
    <we:reference id="WA104379261" version="4.3.0.0" store="en-US" storeType="OMEX"/>
  </we:alternateReferences>
  <we:properties>
    <we:property name="MENTIMETER_QUESTION_ID_KEY" value="&quot;wsf5mxom5iqu&quot;"/>
  </we:properties>
  <we:bindings/>
  <we:snapshot xmlns:r="http://schemas.openxmlformats.org/officeDocument/2006/relationships" r:embed="rId1"/>
</we:webextension>
</file>

<file path=ppt/webextensions/webextension15.xml><?xml version="1.0" encoding="utf-8"?>
<we:webextension xmlns:we="http://schemas.microsoft.com/office/webextensions/webextension/2010/11" id="{70E20125-E36B-2046-A5E1-BDA06C611DBF}">
  <we:reference id="4f6160f0-3339-47d0-9fd2-7d10a3e86c34" version="4.3.0.0" store="EXCatalog" storeType="EXCatalog"/>
  <we:alternateReferences>
    <we:reference id="WA104379261" version="4.3.0.0" store="en-US" storeType="OMEX"/>
  </we:alternateReferences>
  <we:properties>
    <we:property name="MENTIMETER_QUESTION_ID_KEY" value="&quot;n4kh3gqi244t&quot;"/>
  </we:properties>
  <we:bindings/>
  <we:snapshot xmlns:r="http://schemas.openxmlformats.org/officeDocument/2006/relationships" r:embed="rId1"/>
</we:webextension>
</file>

<file path=ppt/webextensions/webextension16.xml><?xml version="1.0" encoding="utf-8"?>
<we:webextension xmlns:we="http://schemas.microsoft.com/office/webextensions/webextension/2010/11" id="{C208A543-2911-954A-A8F4-89159C9BCCED}">
  <we:reference id="4f6160f0-3339-47d0-9fd2-7d10a3e86c34" version="4.3.0.0" store="EXCatalog" storeType="EXCatalog"/>
  <we:alternateReferences>
    <we:reference id="WA104379261" version="4.3.0.0" store="en-US" storeType="OMEX"/>
  </we:alternateReferences>
  <we:properties>
    <we:property name="MENTIMETER_QUESTION_ID_KEY" value="&quot;xcapusqkjrm8&quot;"/>
  </we:properties>
  <we:bindings/>
  <we:snapshot xmlns:r="http://schemas.openxmlformats.org/officeDocument/2006/relationships" r:embed="rId1"/>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C8B084D-D430-4822-B3CB-DEADB2E7A5FC}">
  <ds:schemaRefs>
    <ds:schemaRef ds:uri="http://schemas.microsoft.com/sharepoint/v3/contenttype/forms"/>
  </ds:schemaRefs>
</ds:datastoreItem>
</file>

<file path=customXml/itemProps2.xml><?xml version="1.0" encoding="utf-8"?>
<ds:datastoreItem xmlns:ds="http://schemas.openxmlformats.org/officeDocument/2006/customXml" ds:itemID="{211845F9-C5F4-4AA5-BA9E-EC2182E91488}">
  <ds:schemaRefs>
    <ds:schemaRef ds:uri="http://schemas.microsoft.com/office/2006/metadata/properties"/>
    <ds:schemaRef ds:uri="http://www.w3.org/2000/xmlns/"/>
    <ds:schemaRef ds:uri="http://schemas.microsoft.com/sharepoint/v3"/>
    <ds:schemaRef ds:uri="http://www.w3.org/2001/XMLSchema-instance"/>
    <ds:schemaRef ds:uri="71af3243-3dd4-4a8d-8c0d-dd76da1f02a5"/>
    <ds:schemaRef ds:uri="http://schemas.microsoft.com/office/infopath/2007/PartnerControls"/>
    <ds:schemaRef ds:uri="230e9df3-be65-4c73-a93b-d1236ebd677e"/>
  </ds:schemaRefs>
</ds:datastoreItem>
</file>

<file path=customXml/itemProps3.xml><?xml version="1.0" encoding="utf-8"?>
<ds:datastoreItem xmlns:ds="http://schemas.openxmlformats.org/officeDocument/2006/customXml" ds:itemID="{15BFCE94-6EC9-4D8E-89B6-C22DE7AD70CB}">
  <ds:schemaRefs>
    <ds:schemaRef ds:uri="http://schemas.microsoft.com/office/2006/metadata/contentType"/>
    <ds:schemaRef ds:uri="http://schemas.microsoft.com/office/2006/metadata/properties/metaAttributes"/>
    <ds:schemaRef ds:uri="http://www.w3.org/2000/xmlns/"/>
    <ds:schemaRef ds:uri="http://www.w3.org/2001/XMLSchema"/>
    <ds:schemaRef ds:uri="http://schemas.microsoft.com/sharepoint/v3"/>
    <ds:schemaRef ds:uri="71af3243-3dd4-4a8d-8c0d-dd76da1f02a5"/>
    <ds:schemaRef ds:uri="16c05727-aa75-4e4a-9b5f-8a80a1165891"/>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Theme [1778134386449]</Template>
  <TotalTime>1292</TotalTime>
  <Words>2099</Words>
  <Application>Microsoft Office PowerPoint</Application>
  <PresentationFormat>Widescreen</PresentationFormat>
  <Paragraphs>776</Paragraphs>
  <Slides>37</Slides>
  <Notes>23</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Office Theme [1779947382472]</vt:lpstr>
      <vt:lpstr>PowerPoint Presentation</vt:lpstr>
      <vt:lpstr>Program Expectations</vt:lpstr>
      <vt:lpstr>Pre-survey Results</vt:lpstr>
      <vt:lpstr>Key decisions in teaching a networks course</vt:lpstr>
      <vt:lpstr>Learning Objectives</vt:lpstr>
      <vt:lpstr>Course Content</vt:lpstr>
      <vt:lpstr>Pedagogy: Things to keep in mind</vt:lpstr>
      <vt:lpstr>Today’s Module: How to introduce Computer Networks</vt:lpstr>
      <vt:lpstr>Why this course matters</vt:lpstr>
      <vt:lpstr>Where does this course fit in broader CS?</vt:lpstr>
      <vt:lpstr>Popular applications on the Internet</vt:lpstr>
      <vt:lpstr>Network design requirements</vt:lpstr>
      <vt:lpstr>How do you build a simple network?</vt:lpstr>
      <vt:lpstr>Types of Physical Medium</vt:lpstr>
      <vt:lpstr>How do we build a network of n (n &gt; 2) computers?</vt:lpstr>
      <vt:lpstr>The first computer network (ARPANET)</vt:lpstr>
      <vt:lpstr>How do we connect a billion machines over the globe?</vt:lpstr>
      <vt:lpstr>The Internet: a network of networks</vt:lpstr>
      <vt:lpstr>PowerPoint Presentation</vt:lpstr>
      <vt:lpstr>Structure of the Internet</vt:lpstr>
      <vt:lpstr>Structure of the Internet</vt:lpstr>
      <vt:lpstr>Internet structure: a “network of networks”</vt:lpstr>
      <vt:lpstr>Internet structure: a “network of networks”</vt:lpstr>
      <vt:lpstr>3-tier Internet Architecture</vt:lpstr>
      <vt:lpstr>Internet structure: a “network of networks”</vt:lpstr>
      <vt:lpstr>How to send data over the Internet?</vt:lpstr>
      <vt:lpstr>What’s a network protocol?</vt:lpstr>
      <vt:lpstr>How to share the common network across hosts?</vt:lpstr>
      <vt:lpstr>Packet-switching versus circuit switching</vt:lpstr>
      <vt:lpstr>Takeaways</vt:lpstr>
      <vt:lpstr>What is the official unit of energy?</vt:lpstr>
      <vt:lpstr>In a packet-switched network w/ each link having a bandwidth 100 kbps. What is the end-to-end transmission delay for sending 1 kbit data?</vt:lpstr>
      <vt:lpstr>Which statement is NOT true for packet switching.</vt:lpstr>
      <vt:lpstr>Congestion control needs to be implemented in a circuit-switched network</vt:lpstr>
      <vt:lpstr>And the winner is... 🥁</vt:lpstr>
      <vt:lpstr>How to think about Internet architecture?</vt:lpstr>
      <vt:lpstr>Power of abstraction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Tarun Mangla</dc:creator>
  <cp:lastModifiedBy>Tarun Mangla</cp:lastModifiedBy>
  <cp:revision>9</cp:revision>
  <dcterms:created xsi:type="dcterms:W3CDTF">2026-05-28T05:46:58Z</dcterms:created>
  <dcterms:modified xsi:type="dcterms:W3CDTF">2026-05-29T07:33:24Z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