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2.xml" ContentType="application/inkml+xml"/>
  <Override PartName="/ppt/notesSlides/notesSlide4.xml" ContentType="application/vnd.openxmlformats-officedocument.presentationml.notesSlide+xml"/>
  <Override PartName="/ppt/ink/ink3.xml" ContentType="application/inkml+xml"/>
  <Override PartName="/ppt/notesSlides/notesSlide5.xml" ContentType="application/vnd.openxmlformats-officedocument.presentationml.notesSlide+xml"/>
  <Override PartName="/ppt/ink/ink4.xml" ContentType="application/inkml+xml"/>
  <Override PartName="/ppt/ink/ink5.xml" ContentType="application/inkml+xml"/>
  <Override PartName="/ppt/ink/ink6.xml" ContentType="application/inkml+xml"/>
  <Override PartName="/ppt/notesSlides/notesSlide6.xml" ContentType="application/vnd.openxmlformats-officedocument.presentationml.notesSlide+xml"/>
  <Override PartName="/ppt/ink/ink7.xml" ContentType="application/inkml+xml"/>
  <Override PartName="/ppt/notesSlides/notesSlide7.xml" ContentType="application/vnd.openxmlformats-officedocument.presentationml.notesSlide+xml"/>
  <Override PartName="/ppt/ink/ink8.xml" ContentType="application/inkml+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ink/ink9.xml" ContentType="application/inkml+xml"/>
  <Override PartName="/ppt/notesSlides/notesSlide13.xml" ContentType="application/vnd.openxmlformats-officedocument.presentationml.notesSlide+xml"/>
  <Override PartName="/ppt/ink/ink10.xml" ContentType="application/inkml+xml"/>
  <Override PartName="/ppt/ink/ink11.xml" ContentType="application/inkml+xml"/>
  <Override PartName="/ppt/notesSlides/notesSlide14.xml" ContentType="application/vnd.openxmlformats-officedocument.presentationml.notesSlide+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notesSlides/notesSlide15.xml" ContentType="application/vnd.openxmlformats-officedocument.presentationml.notesSlide+xml"/>
  <Override PartName="/ppt/ink/ink74.xml" ContentType="application/inkml+xml"/>
  <Override PartName="/ppt/ink/ink75.xml" ContentType="application/inkml+xml"/>
  <Override PartName="/ppt/ink/ink76.xml" ContentType="application/inkml+xml"/>
  <Override PartName="/ppt/notesSlides/notesSlide16.xml" ContentType="application/vnd.openxmlformats-officedocument.presentationml.notesSlide+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notesSlides/notesSlide17.xml" ContentType="application/vnd.openxmlformats-officedocument.presentationml.notesSlide+xml"/>
  <Override PartName="/ppt/ink/ink97.xml" ContentType="application/inkml+xml"/>
  <Override PartName="/ppt/notesSlides/notesSlide18.xml" ContentType="application/vnd.openxmlformats-officedocument.presentationml.notesSlide+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notesSlides/notesSlide19.xml" ContentType="application/vnd.openxmlformats-officedocument.presentationml.notesSlide+xml"/>
  <Override PartName="/ppt/ink/ink108.xml" ContentType="application/inkml+xml"/>
  <Override PartName="/ppt/notesSlides/notesSlide20.xml" ContentType="application/vnd.openxmlformats-officedocument.presentationml.notesSlide+xml"/>
  <Override PartName="/ppt/ink/ink109.xml" ContentType="application/inkml+xml"/>
  <Override PartName="/ppt/notesSlides/notesSlide21.xml" ContentType="application/vnd.openxmlformats-officedocument.presentationml.notesSlide+xml"/>
  <Override PartName="/ppt/ink/ink110.xml" ContentType="application/inkml+xml"/>
  <Override PartName="/ppt/notesSlides/notesSlide22.xml" ContentType="application/vnd.openxmlformats-officedocument.presentationml.notesSlide+xml"/>
  <Override PartName="/ppt/ink/ink111.xml" ContentType="application/inkml+xml"/>
  <Override PartName="/ppt/webextensions/webextension2.xml" ContentType="application/vnd.ms-office.webextension+xml"/>
  <Override PartName="/ppt/webextensions/webextension3.xml" ContentType="application/vnd.ms-office.webextension+xml"/>
  <Override PartName="/ppt/webextensions/webextension4.xml" ContentType="application/vnd.ms-office.webextension+xml"/>
  <Override PartName="/ppt/webextensions/webextension5.xml" ContentType="application/vnd.ms-office.webextension+xml"/>
  <Override PartName="/ppt/webextensions/webextension6.xml" ContentType="application/vnd.ms-office.webextension+xml"/>
  <Override PartName="/ppt/webextensions/webextension7.xml" ContentType="application/vnd.ms-office.webextension+xml"/>
  <Override PartName="/ppt/webextensions/webextension8.xml" ContentType="application/vnd.ms-office.webextension+xml"/>
  <Override PartName="/ppt/webextensions/webextension9.xml" ContentType="application/vnd.ms-office.webextension+xml"/>
  <Override PartName="/ppt/webextensions/webextension10.xml" ContentType="application/vnd.ms-office.webextension+xml"/>
  <Override PartName="/ppt/webextensions/webextension11.xml" ContentType="application/vnd.ms-office.webextension+xml"/>
  <Override PartName="/ppt/webextensions/webextension12.xml" ContentType="application/vnd.ms-office.webextension+xml"/>
  <Override PartName="/ppt/webextensions/webextension13.xml" ContentType="application/vnd.ms-office.webextension+xml"/>
  <Override PartName="/ppt/webextensions/webextension14.xml" ContentType="application/vnd.ms-office.webextension+xml"/>
  <Override PartName="/ppt/webextensions/webextension15.xml" ContentType="application/vnd.ms-office.webextension+xml"/>
  <Override PartName="/ppt/webextensions/webextension16.xml" ContentType="application/vnd.ms-office.webextension+xml"/>
  <Override PartName="/ppt/notesSlides/notesSlide23.xml" ContentType="application/vnd.openxmlformats-officedocument.presentationml.notesSlide+xml"/>
  <Override PartName="/ppt/ink/ink112.xml" ContentType="application/inkml+xml"/>
  <Override PartName="/ppt/notesSlides/notesSlide24.xml" ContentType="application/vnd.openxmlformats-officedocument.presentationml.notesSlide+xml"/>
  <Override PartName="/ppt/ink/ink113.xml" ContentType="application/inkml+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997" r:id="rId4"/>
  </p:sldMasterIdLst>
  <p:notesMasterIdLst>
    <p:notesMasterId r:id="rId44"/>
  </p:notesMasterIdLst>
  <p:handoutMasterIdLst>
    <p:handoutMasterId r:id="rId45"/>
  </p:handoutMasterIdLst>
  <p:sldIdLst>
    <p:sldId id="2435" r:id="rId5"/>
    <p:sldId id="2559" r:id="rId6"/>
    <p:sldId id="2436" r:id="rId7"/>
    <p:sldId id="2526" r:id="rId8"/>
    <p:sldId id="2532" r:id="rId9"/>
    <p:sldId id="2528" r:id="rId10"/>
    <p:sldId id="2538" r:id="rId11"/>
    <p:sldId id="2537" r:id="rId12"/>
    <p:sldId id="1387" r:id="rId13"/>
    <p:sldId id="1388" r:id="rId14"/>
    <p:sldId id="1389" r:id="rId15"/>
    <p:sldId id="1390" r:id="rId16"/>
    <p:sldId id="1392" r:id="rId17"/>
    <p:sldId id="1393" r:id="rId18"/>
    <p:sldId id="2542" r:id="rId19"/>
    <p:sldId id="2531" r:id="rId20"/>
    <p:sldId id="1369" r:id="rId21"/>
    <p:sldId id="1372" r:id="rId22"/>
    <p:sldId id="2533" r:id="rId23"/>
    <p:sldId id="2545" r:id="rId24"/>
    <p:sldId id="2544" r:id="rId25"/>
    <p:sldId id="2534" r:id="rId26"/>
    <p:sldId id="1004" r:id="rId27"/>
    <p:sldId id="1351" r:id="rId28"/>
    <p:sldId id="1008" r:id="rId29"/>
    <p:sldId id="1344" r:id="rId30"/>
    <p:sldId id="2547" r:id="rId31"/>
    <p:sldId id="1012" r:id="rId32"/>
    <p:sldId id="1014" r:id="rId33"/>
    <p:sldId id="1355" r:id="rId34"/>
    <p:sldId id="2518" r:id="rId35"/>
    <p:sldId id="2519" r:id="rId36"/>
    <p:sldId id="2520" r:id="rId37"/>
    <p:sldId id="2521" r:id="rId38"/>
    <p:sldId id="2522" r:id="rId39"/>
    <p:sldId id="2551" r:id="rId40"/>
    <p:sldId id="2553" r:id="rId41"/>
    <p:sldId id="2557" r:id="rId42"/>
    <p:sldId id="2560" r:id="rId43"/>
  </p:sldIdLst>
  <p:sldSz cx="12192000" cy="6858000"/>
  <p:notesSz cx="6858000" cy="9144000"/>
  <p:custDataLst>
    <p:tags r:id="rId4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0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2E026F-ABFC-EE43-AA81-740E4F8CE103}" v="4" dt="2026-06-02T05:23:43.719"/>
    <p1510:client id="{97861ACB-9323-A245-9D04-61DFA28EC68E}" v="3" dt="2026-06-01T07:15:31.445"/>
    <p1510:client id="{F45E09CD-1AC3-E541-9084-82FE47C7D79F}" v="3174" dt="2026-06-02T05:30:52.832"/>
  </p1510:revLst>
</p1510:revInfo>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3000"/>
        <p:guide pos="384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handoutMaster" Target="handoutMasters/handoutMaster1.xml"/><Relationship Id="rId53" Type="http://schemas.microsoft.com/office/2015/10/relationships/revisionInfo" Target="revisionInfo.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notesMaster" Target="notesMasters/notesMaster1.xml"/><Relationship Id="rId52"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gs" Target="tags/tag1.xml"/><Relationship Id="rId20" Type="http://schemas.openxmlformats.org/officeDocument/2006/relationships/slide" Target="slides/slide16.xml"/><Relationship Id="rId41" Type="http://schemas.openxmlformats.org/officeDocument/2006/relationships/slide" Target="slides/slide37.xml"/><Relationship Id="rId54"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run Mangla" userId="88b13cb7-320d-4618-8f69-c67540fd8b8b" providerId="ADAL" clId="{B1A93881-C5B7-5A3A-8E14-6CE2B5CD3772}"/>
    <pc:docChg chg="undo custSel addSld delSld modSld sldOrd">
      <pc:chgData name="Tarun Mangla" userId="88b13cb7-320d-4618-8f69-c67540fd8b8b" providerId="ADAL" clId="{B1A93881-C5B7-5A3A-8E14-6CE2B5CD3772}" dt="2026-06-02T05:30:52.832" v="4993"/>
      <pc:docMkLst>
        <pc:docMk/>
      </pc:docMkLst>
      <pc:sldChg chg="delSp modSp add mod">
        <pc:chgData name="Tarun Mangla" userId="88b13cb7-320d-4618-8f69-c67540fd8b8b" providerId="ADAL" clId="{B1A93881-C5B7-5A3A-8E14-6CE2B5CD3772}" dt="2026-06-01T16:33:48.381" v="3970" actId="255"/>
        <pc:sldMkLst>
          <pc:docMk/>
          <pc:sldMk cId="453457216" sldId="1004"/>
        </pc:sldMkLst>
        <pc:spChg chg="mod">
          <ac:chgData name="Tarun Mangla" userId="88b13cb7-320d-4618-8f69-c67540fd8b8b" providerId="ADAL" clId="{B1A93881-C5B7-5A3A-8E14-6CE2B5CD3772}" dt="2026-06-01T16:33:48.381" v="3970" actId="255"/>
          <ac:spMkLst>
            <pc:docMk/>
            <pc:sldMk cId="453457216" sldId="1004"/>
            <ac:spMk id="2" creationId="{3B8CD900-19EC-824C-BF74-AADFBF5A172E}"/>
          </ac:spMkLst>
        </pc:spChg>
        <pc:inkChg chg="del">
          <ac:chgData name="Tarun Mangla" userId="88b13cb7-320d-4618-8f69-c67540fd8b8b" providerId="ADAL" clId="{B1A93881-C5B7-5A3A-8E14-6CE2B5CD3772}" dt="2026-06-01T07:48:13.239" v="2089" actId="478"/>
          <ac:inkMkLst>
            <pc:docMk/>
            <pc:sldMk cId="453457216" sldId="1004"/>
            <ac:inkMk id="3" creationId="{B8E59D62-9BD2-8F92-54D3-52E2BE48B898}"/>
          </ac:inkMkLst>
        </pc:inkChg>
      </pc:sldChg>
      <pc:sldChg chg="delSp modSp add mod ord">
        <pc:chgData name="Tarun Mangla" userId="88b13cb7-320d-4618-8f69-c67540fd8b8b" providerId="ADAL" clId="{B1A93881-C5B7-5A3A-8E14-6CE2B5CD3772}" dt="2026-06-01T16:33:34.719" v="3969" actId="255"/>
        <pc:sldMkLst>
          <pc:docMk/>
          <pc:sldMk cId="3081701120" sldId="1008"/>
        </pc:sldMkLst>
        <pc:spChg chg="mod">
          <ac:chgData name="Tarun Mangla" userId="88b13cb7-320d-4618-8f69-c67540fd8b8b" providerId="ADAL" clId="{B1A93881-C5B7-5A3A-8E14-6CE2B5CD3772}" dt="2026-06-01T16:33:34.719" v="3969" actId="255"/>
          <ac:spMkLst>
            <pc:docMk/>
            <pc:sldMk cId="3081701120" sldId="1008"/>
            <ac:spMk id="2" creationId="{3B8CD900-19EC-824C-BF74-AADFBF5A172E}"/>
          </ac:spMkLst>
        </pc:spChg>
        <pc:spChg chg="del mod">
          <ac:chgData name="Tarun Mangla" userId="88b13cb7-320d-4618-8f69-c67540fd8b8b" providerId="ADAL" clId="{B1A93881-C5B7-5A3A-8E14-6CE2B5CD3772}" dt="2026-06-01T07:49:10.354" v="2097" actId="478"/>
          <ac:spMkLst>
            <pc:docMk/>
            <pc:sldMk cId="3081701120" sldId="1008"/>
            <ac:spMk id="32" creationId="{0FDC591A-D31D-2A45-AA1E-B568041AA95C}"/>
          </ac:spMkLst>
        </pc:spChg>
        <pc:inkChg chg="del">
          <ac:chgData name="Tarun Mangla" userId="88b13cb7-320d-4618-8f69-c67540fd8b8b" providerId="ADAL" clId="{B1A93881-C5B7-5A3A-8E14-6CE2B5CD3772}" dt="2026-06-01T07:49:05.441" v="2096" actId="478"/>
          <ac:inkMkLst>
            <pc:docMk/>
            <pc:sldMk cId="3081701120" sldId="1008"/>
            <ac:inkMk id="5" creationId="{8C6260C2-3099-277F-E10B-1EB0017F1C72}"/>
          </ac:inkMkLst>
        </pc:inkChg>
      </pc:sldChg>
      <pc:sldChg chg="delSp modSp add del mod modAnim">
        <pc:chgData name="Tarun Mangla" userId="88b13cb7-320d-4618-8f69-c67540fd8b8b" providerId="ADAL" clId="{B1A93881-C5B7-5A3A-8E14-6CE2B5CD3772}" dt="2026-06-01T16:36:20.855" v="4001"/>
        <pc:sldMkLst>
          <pc:docMk/>
          <pc:sldMk cId="243383833" sldId="1009"/>
        </pc:sldMkLst>
        <pc:spChg chg="mod">
          <ac:chgData name="Tarun Mangla" userId="88b13cb7-320d-4618-8f69-c67540fd8b8b" providerId="ADAL" clId="{B1A93881-C5B7-5A3A-8E14-6CE2B5CD3772}" dt="2026-06-01T16:36:05.806" v="3999" actId="27636"/>
          <ac:spMkLst>
            <pc:docMk/>
            <pc:sldMk cId="243383833" sldId="1009"/>
            <ac:spMk id="17" creationId="{921D3CC3-7FC4-4346-86E8-F841A7674F2D}"/>
          </ac:spMkLst>
        </pc:spChg>
        <pc:spChg chg="mod">
          <ac:chgData name="Tarun Mangla" userId="88b13cb7-320d-4618-8f69-c67540fd8b8b" providerId="ADAL" clId="{B1A93881-C5B7-5A3A-8E14-6CE2B5CD3772}" dt="2026-06-01T07:50:47.193" v="2105"/>
          <ac:spMkLst>
            <pc:docMk/>
            <pc:sldMk cId="243383833" sldId="1009"/>
            <ac:spMk id="61" creationId="{B25BBF9C-F6B7-D74C-8D2F-80041D2036F7}"/>
          </ac:spMkLst>
        </pc:spChg>
        <pc:inkChg chg="del">
          <ac:chgData name="Tarun Mangla" userId="88b13cb7-320d-4618-8f69-c67540fd8b8b" providerId="ADAL" clId="{B1A93881-C5B7-5A3A-8E14-6CE2B5CD3772}" dt="2026-06-01T07:50:51.096" v="2106" actId="478"/>
          <ac:inkMkLst>
            <pc:docMk/>
            <pc:sldMk cId="243383833" sldId="1009"/>
            <ac:inkMk id="3" creationId="{D8F6A1FD-49B5-157D-73E9-17DDC7CA6F44}"/>
          </ac:inkMkLst>
        </pc:inkChg>
      </pc:sldChg>
      <pc:sldChg chg="modSp add mod">
        <pc:chgData name="Tarun Mangla" userId="88b13cb7-320d-4618-8f69-c67540fd8b8b" providerId="ADAL" clId="{B1A93881-C5B7-5A3A-8E14-6CE2B5CD3772}" dt="2026-06-01T16:37:14.144" v="4084" actId="255"/>
        <pc:sldMkLst>
          <pc:docMk/>
          <pc:sldMk cId="1703818739" sldId="1012"/>
        </pc:sldMkLst>
        <pc:spChg chg="mod">
          <ac:chgData name="Tarun Mangla" userId="88b13cb7-320d-4618-8f69-c67540fd8b8b" providerId="ADAL" clId="{B1A93881-C5B7-5A3A-8E14-6CE2B5CD3772}" dt="2026-06-01T16:37:14.144" v="4084" actId="255"/>
          <ac:spMkLst>
            <pc:docMk/>
            <pc:sldMk cId="1703818739" sldId="1012"/>
            <ac:spMk id="2" creationId="{3B8CD900-19EC-824C-BF74-AADFBF5A172E}"/>
          </ac:spMkLst>
        </pc:spChg>
        <pc:spChg chg="mod">
          <ac:chgData name="Tarun Mangla" userId="88b13cb7-320d-4618-8f69-c67540fd8b8b" providerId="ADAL" clId="{B1A93881-C5B7-5A3A-8E14-6CE2B5CD3772}" dt="2026-06-01T07:49:46.692" v="2100"/>
          <ac:spMkLst>
            <pc:docMk/>
            <pc:sldMk cId="1703818739" sldId="1012"/>
            <ac:spMk id="74" creationId="{4DCC6A02-3817-1E4F-92DD-D0AA6AC8445A}"/>
          </ac:spMkLst>
        </pc:spChg>
      </pc:sldChg>
      <pc:sldChg chg="add">
        <pc:chgData name="Tarun Mangla" userId="88b13cb7-320d-4618-8f69-c67540fd8b8b" providerId="ADAL" clId="{B1A93881-C5B7-5A3A-8E14-6CE2B5CD3772}" dt="2026-06-01T07:50:26.893" v="2102"/>
        <pc:sldMkLst>
          <pc:docMk/>
          <pc:sldMk cId="4212891699" sldId="1014"/>
        </pc:sldMkLst>
      </pc:sldChg>
      <pc:sldChg chg="modSp add del mod">
        <pc:chgData name="Tarun Mangla" userId="88b13cb7-320d-4618-8f69-c67540fd8b8b" providerId="ADAL" clId="{B1A93881-C5B7-5A3A-8E14-6CE2B5CD3772}" dt="2026-06-01T17:18:27.127" v="4290"/>
        <pc:sldMkLst>
          <pc:docMk/>
          <pc:sldMk cId="2306501715" sldId="1168"/>
        </pc:sldMkLst>
        <pc:spChg chg="mod">
          <ac:chgData name="Tarun Mangla" userId="88b13cb7-320d-4618-8f69-c67540fd8b8b" providerId="ADAL" clId="{B1A93881-C5B7-5A3A-8E14-6CE2B5CD3772}" dt="2026-06-01T17:16:47.438" v="4288" actId="20577"/>
          <ac:spMkLst>
            <pc:docMk/>
            <pc:sldMk cId="2306501715" sldId="1168"/>
            <ac:spMk id="9" creationId="{247BCAC2-4B0D-C24F-A1AA-5CFB26132E0B}"/>
          </ac:spMkLst>
        </pc:spChg>
        <pc:spChg chg="mod">
          <ac:chgData name="Tarun Mangla" userId="88b13cb7-320d-4618-8f69-c67540fd8b8b" providerId="ADAL" clId="{B1A93881-C5B7-5A3A-8E14-6CE2B5CD3772}" dt="2026-06-01T17:16:04.742" v="4191"/>
          <ac:spMkLst>
            <pc:docMk/>
            <pc:sldMk cId="2306501715" sldId="1168"/>
            <ac:spMk id="57" creationId="{4F8ECF08-A4D3-AC44-87C7-BD50757B39D8}"/>
          </ac:spMkLst>
        </pc:spChg>
      </pc:sldChg>
      <pc:sldChg chg="del">
        <pc:chgData name="Tarun Mangla" userId="88b13cb7-320d-4618-8f69-c67540fd8b8b" providerId="ADAL" clId="{B1A93881-C5B7-5A3A-8E14-6CE2B5CD3772}" dt="2026-06-01T06:50:29.382" v="1396" actId="2696"/>
        <pc:sldMkLst>
          <pc:docMk/>
          <pc:sldMk cId="3608365802" sldId="1288"/>
        </pc:sldMkLst>
      </pc:sldChg>
      <pc:sldChg chg="del">
        <pc:chgData name="Tarun Mangla" userId="88b13cb7-320d-4618-8f69-c67540fd8b8b" providerId="ADAL" clId="{B1A93881-C5B7-5A3A-8E14-6CE2B5CD3772}" dt="2026-06-01T06:50:29.571" v="1399" actId="2696"/>
        <pc:sldMkLst>
          <pc:docMk/>
          <pc:sldMk cId="2512589018" sldId="1290"/>
        </pc:sldMkLst>
      </pc:sldChg>
      <pc:sldChg chg="del">
        <pc:chgData name="Tarun Mangla" userId="88b13cb7-320d-4618-8f69-c67540fd8b8b" providerId="ADAL" clId="{B1A93881-C5B7-5A3A-8E14-6CE2B5CD3772}" dt="2026-06-01T06:50:29.248" v="1392" actId="2696"/>
        <pc:sldMkLst>
          <pc:docMk/>
          <pc:sldMk cId="3021774632" sldId="1321"/>
        </pc:sldMkLst>
      </pc:sldChg>
      <pc:sldChg chg="del">
        <pc:chgData name="Tarun Mangla" userId="88b13cb7-320d-4618-8f69-c67540fd8b8b" providerId="ADAL" clId="{B1A93881-C5B7-5A3A-8E14-6CE2B5CD3772}" dt="2026-06-01T06:50:29.612" v="1401" actId="2696"/>
        <pc:sldMkLst>
          <pc:docMk/>
          <pc:sldMk cId="2476764005" sldId="1332"/>
        </pc:sldMkLst>
      </pc:sldChg>
      <pc:sldChg chg="del">
        <pc:chgData name="Tarun Mangla" userId="88b13cb7-320d-4618-8f69-c67540fd8b8b" providerId="ADAL" clId="{B1A93881-C5B7-5A3A-8E14-6CE2B5CD3772}" dt="2026-06-01T06:50:29.447" v="1397" actId="2696"/>
        <pc:sldMkLst>
          <pc:docMk/>
          <pc:sldMk cId="3475713500" sldId="1337"/>
        </pc:sldMkLst>
      </pc:sldChg>
      <pc:sldChg chg="delSp add mod">
        <pc:chgData name="Tarun Mangla" userId="88b13cb7-320d-4618-8f69-c67540fd8b8b" providerId="ADAL" clId="{B1A93881-C5B7-5A3A-8E14-6CE2B5CD3772}" dt="2026-06-01T07:49:34.393" v="2099" actId="478"/>
        <pc:sldMkLst>
          <pc:docMk/>
          <pc:sldMk cId="3036773651" sldId="1344"/>
        </pc:sldMkLst>
        <pc:inkChg chg="del">
          <ac:chgData name="Tarun Mangla" userId="88b13cb7-320d-4618-8f69-c67540fd8b8b" providerId="ADAL" clId="{B1A93881-C5B7-5A3A-8E14-6CE2B5CD3772}" dt="2026-06-01T07:49:34.393" v="2099" actId="478"/>
          <ac:inkMkLst>
            <pc:docMk/>
            <pc:sldMk cId="3036773651" sldId="1344"/>
            <ac:inkMk id="4" creationId="{534D1F33-28FA-9560-E1E5-3A089C2D8216}"/>
          </ac:inkMkLst>
        </pc:inkChg>
      </pc:sldChg>
      <pc:sldChg chg="addSp delSp modSp add mod ord modClrScheme chgLayout">
        <pc:chgData name="Tarun Mangla" userId="88b13cb7-320d-4618-8f69-c67540fd8b8b" providerId="ADAL" clId="{B1A93881-C5B7-5A3A-8E14-6CE2B5CD3772}" dt="2026-06-01T16:35:04.798" v="3997"/>
        <pc:sldMkLst>
          <pc:docMk/>
          <pc:sldMk cId="3977405459" sldId="1351"/>
        </pc:sldMkLst>
        <pc:spChg chg="add del mod ord">
          <ac:chgData name="Tarun Mangla" userId="88b13cb7-320d-4618-8f69-c67540fd8b8b" providerId="ADAL" clId="{B1A93881-C5B7-5A3A-8E14-6CE2B5CD3772}" dt="2026-06-01T07:48:39.071" v="2092" actId="700"/>
          <ac:spMkLst>
            <pc:docMk/>
            <pc:sldMk cId="3977405459" sldId="1351"/>
            <ac:spMk id="2" creationId="{30069F24-493F-A078-46A4-A07FD16E69BF}"/>
          </ac:spMkLst>
        </pc:spChg>
        <pc:spChg chg="mod ord">
          <ac:chgData name="Tarun Mangla" userId="88b13cb7-320d-4618-8f69-c67540fd8b8b" providerId="ADAL" clId="{B1A93881-C5B7-5A3A-8E14-6CE2B5CD3772}" dt="2026-06-01T07:48:39.071" v="2092" actId="700"/>
          <ac:spMkLst>
            <pc:docMk/>
            <pc:sldMk cId="3977405459" sldId="1351"/>
            <ac:spMk id="3" creationId="{08B8DBED-9842-D01E-E32D-CFCC018CC7E9}"/>
          </ac:spMkLst>
        </pc:spChg>
        <pc:spChg chg="add del mod ord">
          <ac:chgData name="Tarun Mangla" userId="88b13cb7-320d-4618-8f69-c67540fd8b8b" providerId="ADAL" clId="{B1A93881-C5B7-5A3A-8E14-6CE2B5CD3772}" dt="2026-06-01T07:48:39.071" v="2092" actId="700"/>
          <ac:spMkLst>
            <pc:docMk/>
            <pc:sldMk cId="3977405459" sldId="1351"/>
            <ac:spMk id="4" creationId="{F118EBFF-27F2-F307-552A-B432D60C62D3}"/>
          </ac:spMkLst>
        </pc:spChg>
        <pc:spChg chg="add del mod ord">
          <ac:chgData name="Tarun Mangla" userId="88b13cb7-320d-4618-8f69-c67540fd8b8b" providerId="ADAL" clId="{B1A93881-C5B7-5A3A-8E14-6CE2B5CD3772}" dt="2026-06-01T07:48:49.266" v="2094" actId="478"/>
          <ac:spMkLst>
            <pc:docMk/>
            <pc:sldMk cId="3977405459" sldId="1351"/>
            <ac:spMk id="5" creationId="{AFDA6CC7-4C2B-4F2F-55FD-85C1C698AF2A}"/>
          </ac:spMkLst>
        </pc:spChg>
        <pc:spChg chg="add mod">
          <ac:chgData name="Tarun Mangla" userId="88b13cb7-320d-4618-8f69-c67540fd8b8b" providerId="ADAL" clId="{B1A93881-C5B7-5A3A-8E14-6CE2B5CD3772}" dt="2026-06-01T16:35:04.796" v="3996"/>
          <ac:spMkLst>
            <pc:docMk/>
            <pc:sldMk cId="3977405459" sldId="1351"/>
            <ac:spMk id="6" creationId="{CB9F6CE8-2E09-E14E-A3B5-449A0E2C8925}"/>
          </ac:spMkLst>
        </pc:spChg>
        <pc:spChg chg="add mod">
          <ac:chgData name="Tarun Mangla" userId="88b13cb7-320d-4618-8f69-c67540fd8b8b" providerId="ADAL" clId="{B1A93881-C5B7-5A3A-8E14-6CE2B5CD3772}" dt="2026-06-01T16:35:04.798" v="3997"/>
          <ac:spMkLst>
            <pc:docMk/>
            <pc:sldMk cId="3977405459" sldId="1351"/>
            <ac:spMk id="7" creationId="{B1807AA7-6492-DD42-9E16-1B1C1A170995}"/>
          </ac:spMkLst>
        </pc:spChg>
        <pc:inkChg chg="del">
          <ac:chgData name="Tarun Mangla" userId="88b13cb7-320d-4618-8f69-c67540fd8b8b" providerId="ADAL" clId="{B1A93881-C5B7-5A3A-8E14-6CE2B5CD3772}" dt="2026-06-01T16:34:01.867" v="3980"/>
          <ac:inkMkLst>
            <pc:docMk/>
            <pc:sldMk cId="3977405459" sldId="1351"/>
            <ac:inkMk id="8" creationId="{5CDD2167-B7ED-BF14-99DD-433C2E407054}"/>
          </ac:inkMkLst>
        </pc:inkChg>
        <pc:inkChg chg="del">
          <ac:chgData name="Tarun Mangla" userId="88b13cb7-320d-4618-8f69-c67540fd8b8b" providerId="ADAL" clId="{B1A93881-C5B7-5A3A-8E14-6CE2B5CD3772}" dt="2026-06-01T16:34:01.863" v="3971"/>
          <ac:inkMkLst>
            <pc:docMk/>
            <pc:sldMk cId="3977405459" sldId="1351"/>
            <ac:inkMk id="46" creationId="{89C94F2C-6EAF-C1B6-0E58-72CEBEBC656D}"/>
          </ac:inkMkLst>
        </pc:inkChg>
        <pc:inkChg chg="del">
          <ac:chgData name="Tarun Mangla" userId="88b13cb7-320d-4618-8f69-c67540fd8b8b" providerId="ADAL" clId="{B1A93881-C5B7-5A3A-8E14-6CE2B5CD3772}" dt="2026-06-01T16:34:01.865" v="3972"/>
          <ac:inkMkLst>
            <pc:docMk/>
            <pc:sldMk cId="3977405459" sldId="1351"/>
            <ac:inkMk id="47" creationId="{F7C50156-F66E-0986-D163-F577B2388535}"/>
          </ac:inkMkLst>
        </pc:inkChg>
        <pc:inkChg chg="del">
          <ac:chgData name="Tarun Mangla" userId="88b13cb7-320d-4618-8f69-c67540fd8b8b" providerId="ADAL" clId="{B1A93881-C5B7-5A3A-8E14-6CE2B5CD3772}" dt="2026-06-01T16:34:01.866" v="3973"/>
          <ac:inkMkLst>
            <pc:docMk/>
            <pc:sldMk cId="3977405459" sldId="1351"/>
            <ac:inkMk id="100" creationId="{253D63C0-5D3B-F18E-BC68-AE58D6317A3C}"/>
          </ac:inkMkLst>
        </pc:inkChg>
        <pc:inkChg chg="del">
          <ac:chgData name="Tarun Mangla" userId="88b13cb7-320d-4618-8f69-c67540fd8b8b" providerId="ADAL" clId="{B1A93881-C5B7-5A3A-8E14-6CE2B5CD3772}" dt="2026-06-01T16:34:01.866" v="3974"/>
          <ac:inkMkLst>
            <pc:docMk/>
            <pc:sldMk cId="3977405459" sldId="1351"/>
            <ac:inkMk id="108" creationId="{74D6B99A-ED51-3723-BD88-7ACD01093021}"/>
          </ac:inkMkLst>
        </pc:inkChg>
        <pc:inkChg chg="del">
          <ac:chgData name="Tarun Mangla" userId="88b13cb7-320d-4618-8f69-c67540fd8b8b" providerId="ADAL" clId="{B1A93881-C5B7-5A3A-8E14-6CE2B5CD3772}" dt="2026-06-01T16:34:01.866" v="3975"/>
          <ac:inkMkLst>
            <pc:docMk/>
            <pc:sldMk cId="3977405459" sldId="1351"/>
            <ac:inkMk id="115" creationId="{6480AE4E-9626-7194-6CE1-4E285FDD55C8}"/>
          </ac:inkMkLst>
        </pc:inkChg>
        <pc:inkChg chg="del">
          <ac:chgData name="Tarun Mangla" userId="88b13cb7-320d-4618-8f69-c67540fd8b8b" providerId="ADAL" clId="{B1A93881-C5B7-5A3A-8E14-6CE2B5CD3772}" dt="2026-06-01T16:34:01.867" v="3976"/>
          <ac:inkMkLst>
            <pc:docMk/>
            <pc:sldMk cId="3977405459" sldId="1351"/>
            <ac:inkMk id="120" creationId="{4324E6B3-386B-6C65-3D6B-7AF3A06BC185}"/>
          </ac:inkMkLst>
        </pc:inkChg>
        <pc:inkChg chg="del">
          <ac:chgData name="Tarun Mangla" userId="88b13cb7-320d-4618-8f69-c67540fd8b8b" providerId="ADAL" clId="{B1A93881-C5B7-5A3A-8E14-6CE2B5CD3772}" dt="2026-06-01T16:34:01.867" v="3977"/>
          <ac:inkMkLst>
            <pc:docMk/>
            <pc:sldMk cId="3977405459" sldId="1351"/>
            <ac:inkMk id="121" creationId="{A2D5582D-1F88-7FED-259E-B812549B6779}"/>
          </ac:inkMkLst>
        </pc:inkChg>
        <pc:inkChg chg="del">
          <ac:chgData name="Tarun Mangla" userId="88b13cb7-320d-4618-8f69-c67540fd8b8b" providerId="ADAL" clId="{B1A93881-C5B7-5A3A-8E14-6CE2B5CD3772}" dt="2026-06-01T16:34:01.867" v="3978"/>
          <ac:inkMkLst>
            <pc:docMk/>
            <pc:sldMk cId="3977405459" sldId="1351"/>
            <ac:inkMk id="172" creationId="{7279FD48-F559-1D12-5F34-9CC6C09BBEC2}"/>
          </ac:inkMkLst>
        </pc:inkChg>
        <pc:inkChg chg="del">
          <ac:chgData name="Tarun Mangla" userId="88b13cb7-320d-4618-8f69-c67540fd8b8b" providerId="ADAL" clId="{B1A93881-C5B7-5A3A-8E14-6CE2B5CD3772}" dt="2026-06-01T16:34:01.867" v="3979"/>
          <ac:inkMkLst>
            <pc:docMk/>
            <pc:sldMk cId="3977405459" sldId="1351"/>
            <ac:inkMk id="179" creationId="{1E34BB7B-ECD4-9D19-250D-D7C577D82C6A}"/>
          </ac:inkMkLst>
        </pc:inkChg>
        <pc:inkChg chg="del">
          <ac:chgData name="Tarun Mangla" userId="88b13cb7-320d-4618-8f69-c67540fd8b8b" providerId="ADAL" clId="{B1A93881-C5B7-5A3A-8E14-6CE2B5CD3772}" dt="2026-06-01T07:48:44.523" v="2093" actId="478"/>
          <ac:inkMkLst>
            <pc:docMk/>
            <pc:sldMk cId="3977405459" sldId="1351"/>
            <ac:inkMk id="194" creationId="{C3DD86BD-B6E8-4145-F79F-EF5A2F30B34E}"/>
          </ac:inkMkLst>
        </pc:inkChg>
      </pc:sldChg>
      <pc:sldChg chg="modSp add mod">
        <pc:chgData name="Tarun Mangla" userId="88b13cb7-320d-4618-8f69-c67540fd8b8b" providerId="ADAL" clId="{B1A93881-C5B7-5A3A-8E14-6CE2B5CD3772}" dt="2026-06-01T07:50:36.500" v="2104" actId="27636"/>
        <pc:sldMkLst>
          <pc:docMk/>
          <pc:sldMk cId="1864475890" sldId="1355"/>
        </pc:sldMkLst>
        <pc:spChg chg="mod">
          <ac:chgData name="Tarun Mangla" userId="88b13cb7-320d-4618-8f69-c67540fd8b8b" providerId="ADAL" clId="{B1A93881-C5B7-5A3A-8E14-6CE2B5CD3772}" dt="2026-06-01T07:50:36.500" v="2104" actId="27636"/>
          <ac:spMkLst>
            <pc:docMk/>
            <pc:sldMk cId="1864475890" sldId="1355"/>
            <ac:spMk id="2" creationId="{3DEE468B-A0DE-87D0-3503-62C77C754D7A}"/>
          </ac:spMkLst>
        </pc:spChg>
      </pc:sldChg>
      <pc:sldChg chg="addSp delSp modSp add mod delAnim modAnim">
        <pc:chgData name="Tarun Mangla" userId="88b13cb7-320d-4618-8f69-c67540fd8b8b" providerId="ADAL" clId="{B1A93881-C5B7-5A3A-8E14-6CE2B5CD3772}" dt="2026-06-02T02:21:27.455" v="4394" actId="1076"/>
        <pc:sldMkLst>
          <pc:docMk/>
          <pc:sldMk cId="4147771616" sldId="1369"/>
        </pc:sldMkLst>
        <pc:spChg chg="mod">
          <ac:chgData name="Tarun Mangla" userId="88b13cb7-320d-4618-8f69-c67540fd8b8b" providerId="ADAL" clId="{B1A93881-C5B7-5A3A-8E14-6CE2B5CD3772}" dt="2026-06-01T09:52:21.118" v="3284" actId="20577"/>
          <ac:spMkLst>
            <pc:docMk/>
            <pc:sldMk cId="4147771616" sldId="1369"/>
            <ac:spMk id="3" creationId="{9406C92D-5395-B072-75AB-720FA2ADB670}"/>
          </ac:spMkLst>
        </pc:spChg>
        <pc:spChg chg="mod">
          <ac:chgData name="Tarun Mangla" userId="88b13cb7-320d-4618-8f69-c67540fd8b8b" providerId="ADAL" clId="{B1A93881-C5B7-5A3A-8E14-6CE2B5CD3772}" dt="2026-06-01T09:39:01.588" v="2812" actId="255"/>
          <ac:spMkLst>
            <pc:docMk/>
            <pc:sldMk cId="4147771616" sldId="1369"/>
            <ac:spMk id="4" creationId="{DECF9261-4F3F-626A-3D1D-6E90CF82354A}"/>
          </ac:spMkLst>
        </pc:spChg>
        <pc:spChg chg="del">
          <ac:chgData name="Tarun Mangla" userId="88b13cb7-320d-4618-8f69-c67540fd8b8b" providerId="ADAL" clId="{B1A93881-C5B7-5A3A-8E14-6CE2B5CD3772}" dt="2026-06-01T09:38:47.475" v="2809" actId="478"/>
          <ac:spMkLst>
            <pc:docMk/>
            <pc:sldMk cId="4147771616" sldId="1369"/>
            <ac:spMk id="5" creationId="{078F649C-899D-4787-C734-DF52665550B6}"/>
          </ac:spMkLst>
        </pc:spChg>
        <pc:spChg chg="mod">
          <ac:chgData name="Tarun Mangla" userId="88b13cb7-320d-4618-8f69-c67540fd8b8b" providerId="ADAL" clId="{B1A93881-C5B7-5A3A-8E14-6CE2B5CD3772}" dt="2026-06-02T02:21:27.005" v="4393" actId="1076"/>
          <ac:spMkLst>
            <pc:docMk/>
            <pc:sldMk cId="4147771616" sldId="1369"/>
            <ac:spMk id="6" creationId="{9656773A-16CD-5265-61A9-35B79B832180}"/>
          </ac:spMkLst>
        </pc:spChg>
        <pc:spChg chg="del">
          <ac:chgData name="Tarun Mangla" userId="88b13cb7-320d-4618-8f69-c67540fd8b8b" providerId="ADAL" clId="{B1A93881-C5B7-5A3A-8E14-6CE2B5CD3772}" dt="2026-06-01T09:38:50.919" v="2810" actId="478"/>
          <ac:spMkLst>
            <pc:docMk/>
            <pc:sldMk cId="4147771616" sldId="1369"/>
            <ac:spMk id="69" creationId="{2B3D9D26-2B71-F1B1-DE7E-2330FB5C502C}"/>
          </ac:spMkLst>
        </pc:spChg>
        <pc:grpChg chg="add del mod">
          <ac:chgData name="Tarun Mangla" userId="88b13cb7-320d-4618-8f69-c67540fd8b8b" providerId="ADAL" clId="{B1A93881-C5B7-5A3A-8E14-6CE2B5CD3772}" dt="2026-06-02T02:21:27.455" v="4394" actId="1076"/>
          <ac:grpSpMkLst>
            <pc:docMk/>
            <pc:sldMk cId="4147771616" sldId="1369"/>
            <ac:grpSpMk id="7" creationId="{62B4562E-8D63-68D9-DFC9-DFE8509DDCC9}"/>
          </ac:grpSpMkLst>
        </pc:grpChg>
        <pc:inkChg chg="del">
          <ac:chgData name="Tarun Mangla" userId="88b13cb7-320d-4618-8f69-c67540fd8b8b" providerId="ADAL" clId="{B1A93881-C5B7-5A3A-8E14-6CE2B5CD3772}" dt="2026-06-01T07:46:20.813" v="1982" actId="478"/>
          <ac:inkMkLst>
            <pc:docMk/>
            <pc:sldMk cId="4147771616" sldId="1369"/>
            <ac:inkMk id="71" creationId="{7732C45E-28E1-9E27-2DB9-2DE9AAAF4F31}"/>
          </ac:inkMkLst>
        </pc:inkChg>
      </pc:sldChg>
      <pc:sldChg chg="addSp delSp modSp add mod modClrScheme addAnim delAnim modAnim chgLayout">
        <pc:chgData name="Tarun Mangla" userId="88b13cb7-320d-4618-8f69-c67540fd8b8b" providerId="ADAL" clId="{B1A93881-C5B7-5A3A-8E14-6CE2B5CD3772}" dt="2026-06-01T09:40:08.791" v="2985" actId="478"/>
        <pc:sldMkLst>
          <pc:docMk/>
          <pc:sldMk cId="2388370532" sldId="1372"/>
        </pc:sldMkLst>
        <pc:spChg chg="mod ord">
          <ac:chgData name="Tarun Mangla" userId="88b13cb7-320d-4618-8f69-c67540fd8b8b" providerId="ADAL" clId="{B1A93881-C5B7-5A3A-8E14-6CE2B5CD3772}" dt="2026-06-01T09:39:57.007" v="2982" actId="20577"/>
          <ac:spMkLst>
            <pc:docMk/>
            <pc:sldMk cId="2388370532" sldId="1372"/>
            <ac:spMk id="2" creationId="{41E6BFA5-E808-9905-8BE9-EDF0ADAF60A8}"/>
          </ac:spMkLst>
        </pc:spChg>
        <pc:spChg chg="mod ord">
          <ac:chgData name="Tarun Mangla" userId="88b13cb7-320d-4618-8f69-c67540fd8b8b" providerId="ADAL" clId="{B1A93881-C5B7-5A3A-8E14-6CE2B5CD3772}" dt="2026-06-01T09:39:35.255" v="2900" actId="20577"/>
          <ac:spMkLst>
            <pc:docMk/>
            <pc:sldMk cId="2388370532" sldId="1372"/>
            <ac:spMk id="3" creationId="{422C328B-473E-4944-EC79-647C6C10F517}"/>
          </ac:spMkLst>
        </pc:spChg>
        <pc:spChg chg="del">
          <ac:chgData name="Tarun Mangla" userId="88b13cb7-320d-4618-8f69-c67540fd8b8b" providerId="ADAL" clId="{B1A93881-C5B7-5A3A-8E14-6CE2B5CD3772}" dt="2026-06-01T09:40:03.313" v="2983" actId="478"/>
          <ac:spMkLst>
            <pc:docMk/>
            <pc:sldMk cId="2388370532" sldId="1372"/>
            <ac:spMk id="4" creationId="{E715093C-67F7-A304-1C15-A4035F5BB2FE}"/>
          </ac:spMkLst>
        </pc:spChg>
        <pc:spChg chg="add del">
          <ac:chgData name="Tarun Mangla" userId="88b13cb7-320d-4618-8f69-c67540fd8b8b" providerId="ADAL" clId="{B1A93881-C5B7-5A3A-8E14-6CE2B5CD3772}" dt="2026-06-01T09:40:08.791" v="2985" actId="478"/>
          <ac:spMkLst>
            <pc:docMk/>
            <pc:sldMk cId="2388370532" sldId="1372"/>
            <ac:spMk id="5" creationId="{9418ACA1-BB34-26C0-309F-1848CDA47DEB}"/>
          </ac:spMkLst>
        </pc:spChg>
      </pc:sldChg>
      <pc:sldChg chg="modSp add mod modAnim">
        <pc:chgData name="Tarun Mangla" userId="88b13cb7-320d-4618-8f69-c67540fd8b8b" providerId="ADAL" clId="{B1A93881-C5B7-5A3A-8E14-6CE2B5CD3772}" dt="2026-06-02T02:09:00.175" v="4390"/>
        <pc:sldMkLst>
          <pc:docMk/>
          <pc:sldMk cId="1815464314" sldId="1387"/>
        </pc:sldMkLst>
        <pc:spChg chg="mod">
          <ac:chgData name="Tarun Mangla" userId="88b13cb7-320d-4618-8f69-c67540fd8b8b" providerId="ADAL" clId="{B1A93881-C5B7-5A3A-8E14-6CE2B5CD3772}" dt="2026-06-01T09:18:20.488" v="2597" actId="20577"/>
          <ac:spMkLst>
            <pc:docMk/>
            <pc:sldMk cId="1815464314" sldId="1387"/>
            <ac:spMk id="2" creationId="{3B8CD900-19EC-824C-BF74-AADFBF5A172E}"/>
          </ac:spMkLst>
        </pc:spChg>
      </pc:sldChg>
      <pc:sldChg chg="modSp add mod modShow">
        <pc:chgData name="Tarun Mangla" userId="88b13cb7-320d-4618-8f69-c67540fd8b8b" providerId="ADAL" clId="{B1A93881-C5B7-5A3A-8E14-6CE2B5CD3772}" dt="2026-06-01T09:51:28.380" v="3234" actId="729"/>
        <pc:sldMkLst>
          <pc:docMk/>
          <pc:sldMk cId="1332585300" sldId="1388"/>
        </pc:sldMkLst>
        <pc:spChg chg="mod">
          <ac:chgData name="Tarun Mangla" userId="88b13cb7-320d-4618-8f69-c67540fd8b8b" providerId="ADAL" clId="{B1A93881-C5B7-5A3A-8E14-6CE2B5CD3772}" dt="2026-06-01T09:11:04.989" v="2382" actId="20577"/>
          <ac:spMkLst>
            <pc:docMk/>
            <pc:sldMk cId="1332585300" sldId="1388"/>
            <ac:spMk id="2" creationId="{3B8CD900-19EC-824C-BF74-AADFBF5A172E}"/>
          </ac:spMkLst>
        </pc:spChg>
      </pc:sldChg>
      <pc:sldChg chg="modSp add mod modShow">
        <pc:chgData name="Tarun Mangla" userId="88b13cb7-320d-4618-8f69-c67540fd8b8b" providerId="ADAL" clId="{B1A93881-C5B7-5A3A-8E14-6CE2B5CD3772}" dt="2026-06-01T09:51:28.380" v="3234" actId="729"/>
        <pc:sldMkLst>
          <pc:docMk/>
          <pc:sldMk cId="2950922014" sldId="1389"/>
        </pc:sldMkLst>
        <pc:spChg chg="mod">
          <ac:chgData name="Tarun Mangla" userId="88b13cb7-320d-4618-8f69-c67540fd8b8b" providerId="ADAL" clId="{B1A93881-C5B7-5A3A-8E14-6CE2B5CD3772}" dt="2026-06-01T09:18:35.804" v="2601"/>
          <ac:spMkLst>
            <pc:docMk/>
            <pc:sldMk cId="2950922014" sldId="1389"/>
            <ac:spMk id="2" creationId="{3B8CD900-19EC-824C-BF74-AADFBF5A172E}"/>
          </ac:spMkLst>
        </pc:spChg>
      </pc:sldChg>
      <pc:sldChg chg="add mod modShow">
        <pc:chgData name="Tarun Mangla" userId="88b13cb7-320d-4618-8f69-c67540fd8b8b" providerId="ADAL" clId="{B1A93881-C5B7-5A3A-8E14-6CE2B5CD3772}" dt="2026-06-01T09:51:28.380" v="3234" actId="729"/>
        <pc:sldMkLst>
          <pc:docMk/>
          <pc:sldMk cId="2438289591" sldId="1390"/>
        </pc:sldMkLst>
      </pc:sldChg>
      <pc:sldChg chg="add mod modShow">
        <pc:chgData name="Tarun Mangla" userId="88b13cb7-320d-4618-8f69-c67540fd8b8b" providerId="ADAL" clId="{B1A93881-C5B7-5A3A-8E14-6CE2B5CD3772}" dt="2026-06-01T09:51:28.380" v="3234" actId="729"/>
        <pc:sldMkLst>
          <pc:docMk/>
          <pc:sldMk cId="3989274760" sldId="1392"/>
        </pc:sldMkLst>
      </pc:sldChg>
      <pc:sldChg chg="addSp delSp modSp add mod ord">
        <pc:chgData name="Tarun Mangla" userId="88b13cb7-320d-4618-8f69-c67540fd8b8b" providerId="ADAL" clId="{B1A93881-C5B7-5A3A-8E14-6CE2B5CD3772}" dt="2026-06-01T11:05:10.861" v="3919" actId="207"/>
        <pc:sldMkLst>
          <pc:docMk/>
          <pc:sldMk cId="1050627847" sldId="1393"/>
        </pc:sldMkLst>
        <pc:spChg chg="mod">
          <ac:chgData name="Tarun Mangla" userId="88b13cb7-320d-4618-8f69-c67540fd8b8b" providerId="ADAL" clId="{B1A93881-C5B7-5A3A-8E14-6CE2B5CD3772}" dt="2026-06-01T09:48:03.242" v="3218" actId="14100"/>
          <ac:spMkLst>
            <pc:docMk/>
            <pc:sldMk cId="1050627847" sldId="1393"/>
            <ac:spMk id="2" creationId="{3B8CD900-19EC-824C-BF74-AADFBF5A172E}"/>
          </ac:spMkLst>
        </pc:spChg>
        <pc:spChg chg="add mod">
          <ac:chgData name="Tarun Mangla" userId="88b13cb7-320d-4618-8f69-c67540fd8b8b" providerId="ADAL" clId="{B1A93881-C5B7-5A3A-8E14-6CE2B5CD3772}" dt="2026-06-01T11:05:10.861" v="3919" actId="207"/>
          <ac:spMkLst>
            <pc:docMk/>
            <pc:sldMk cId="1050627847" sldId="1393"/>
            <ac:spMk id="4" creationId="{57ED6CA3-937E-DCCC-F058-2ED825D5E89D}"/>
          </ac:spMkLst>
        </pc:spChg>
        <pc:spChg chg="del mod">
          <ac:chgData name="Tarun Mangla" userId="88b13cb7-320d-4618-8f69-c67540fd8b8b" providerId="ADAL" clId="{B1A93881-C5B7-5A3A-8E14-6CE2B5CD3772}" dt="2026-06-01T11:04:28.447" v="3878" actId="478"/>
          <ac:spMkLst>
            <pc:docMk/>
            <pc:sldMk cId="1050627847" sldId="1393"/>
            <ac:spMk id="137" creationId="{E70AE3D5-912C-A246-BEFD-E695C530DB2E}"/>
          </ac:spMkLst>
        </pc:spChg>
      </pc:sldChg>
      <pc:sldChg chg="addSp delSp modSp add del mod">
        <pc:chgData name="Tarun Mangla" userId="88b13cb7-320d-4618-8f69-c67540fd8b8b" providerId="ADAL" clId="{B1A93881-C5B7-5A3A-8E14-6CE2B5CD3772}" dt="2026-06-01T09:25:43.176" v="2608"/>
        <pc:sldMkLst>
          <pc:docMk/>
          <pc:sldMk cId="3132454373" sldId="1395"/>
        </pc:sldMkLst>
        <pc:spChg chg="mod">
          <ac:chgData name="Tarun Mangla" userId="88b13cb7-320d-4618-8f69-c67540fd8b8b" providerId="ADAL" clId="{B1A93881-C5B7-5A3A-8E14-6CE2B5CD3772}" dt="2026-06-01T07:43:29.737" v="1853" actId="1076"/>
          <ac:spMkLst>
            <pc:docMk/>
            <pc:sldMk cId="3132454373" sldId="1395"/>
            <ac:spMk id="2" creationId="{3B8CD900-19EC-824C-BF74-AADFBF5A172E}"/>
          </ac:spMkLst>
        </pc:spChg>
        <pc:spChg chg="del mod">
          <ac:chgData name="Tarun Mangla" userId="88b13cb7-320d-4618-8f69-c67540fd8b8b" providerId="ADAL" clId="{B1A93881-C5B7-5A3A-8E14-6CE2B5CD3772}" dt="2026-06-01T09:24:54.574" v="2606" actId="478"/>
          <ac:spMkLst>
            <pc:docMk/>
            <pc:sldMk cId="3132454373" sldId="1395"/>
            <ac:spMk id="6" creationId="{5C89035B-463A-1E40-A130-AE9AA3E37667}"/>
          </ac:spMkLst>
        </pc:spChg>
        <pc:spChg chg="del mod">
          <ac:chgData name="Tarun Mangla" userId="88b13cb7-320d-4618-8f69-c67540fd8b8b" providerId="ADAL" clId="{B1A93881-C5B7-5A3A-8E14-6CE2B5CD3772}" dt="2026-06-01T09:24:09.908" v="2605"/>
          <ac:spMkLst>
            <pc:docMk/>
            <pc:sldMk cId="3132454373" sldId="1395"/>
            <ac:spMk id="17" creationId="{921D3CC3-7FC4-4346-86E8-F841A7674F2D}"/>
          </ac:spMkLst>
        </pc:spChg>
        <pc:picChg chg="add mod">
          <ac:chgData name="Tarun Mangla" userId="88b13cb7-320d-4618-8f69-c67540fd8b8b" providerId="ADAL" clId="{B1A93881-C5B7-5A3A-8E14-6CE2B5CD3772}" dt="2026-06-01T09:20:09.431" v="2604" actId="14100"/>
          <ac:picMkLst>
            <pc:docMk/>
            <pc:sldMk cId="3132454373" sldId="1395"/>
            <ac:picMk id="3" creationId="{7834679D-511C-F31E-832C-F32944C74DAF}"/>
          </ac:picMkLst>
        </pc:picChg>
      </pc:sldChg>
      <pc:sldChg chg="modSp mod">
        <pc:chgData name="Tarun Mangla" userId="88b13cb7-320d-4618-8f69-c67540fd8b8b" providerId="ADAL" clId="{B1A93881-C5B7-5A3A-8E14-6CE2B5CD3772}" dt="2026-06-01T05:59:53.679" v="3" actId="20577"/>
        <pc:sldMkLst>
          <pc:docMk/>
          <pc:sldMk cId="3924103784" sldId="2435"/>
        </pc:sldMkLst>
        <pc:spChg chg="mod">
          <ac:chgData name="Tarun Mangla" userId="88b13cb7-320d-4618-8f69-c67540fd8b8b" providerId="ADAL" clId="{B1A93881-C5B7-5A3A-8E14-6CE2B5CD3772}" dt="2026-06-01T05:59:53.679" v="3" actId="20577"/>
          <ac:spMkLst>
            <pc:docMk/>
            <pc:sldMk cId="3924103784" sldId="2435"/>
            <ac:spMk id="6" creationId="{F0514A78-E399-BC42-A905-7EBE7FD6FACC}"/>
          </ac:spMkLst>
        </pc:spChg>
      </pc:sldChg>
      <pc:sldChg chg="addSp modSp mod modAnim">
        <pc:chgData name="Tarun Mangla" userId="88b13cb7-320d-4618-8f69-c67540fd8b8b" providerId="ADAL" clId="{B1A93881-C5B7-5A3A-8E14-6CE2B5CD3772}" dt="2026-06-02T02:04:55.196" v="4383"/>
        <pc:sldMkLst>
          <pc:docMk/>
          <pc:sldMk cId="3581257907" sldId="2436"/>
        </pc:sldMkLst>
        <pc:spChg chg="mod">
          <ac:chgData name="Tarun Mangla" userId="88b13cb7-320d-4618-8f69-c67540fd8b8b" providerId="ADAL" clId="{B1A93881-C5B7-5A3A-8E14-6CE2B5CD3772}" dt="2026-06-01T06:00:24.865" v="54" actId="20577"/>
          <ac:spMkLst>
            <pc:docMk/>
            <pc:sldMk cId="3581257907" sldId="2436"/>
            <ac:spMk id="2" creationId="{05E776C9-B0B5-7214-B86C-D4279B1049B9}"/>
          </ac:spMkLst>
        </pc:spChg>
        <pc:spChg chg="mod">
          <ac:chgData name="Tarun Mangla" userId="88b13cb7-320d-4618-8f69-c67540fd8b8b" providerId="ADAL" clId="{B1A93881-C5B7-5A3A-8E14-6CE2B5CD3772}" dt="2026-06-01T06:30:25.375" v="1277" actId="20577"/>
          <ac:spMkLst>
            <pc:docMk/>
            <pc:sldMk cId="3581257907" sldId="2436"/>
            <ac:spMk id="3" creationId="{852F545E-74F4-8E0C-2E43-BE1F1F979160}"/>
          </ac:spMkLst>
        </pc:spChg>
        <pc:picChg chg="add mod">
          <ac:chgData name="Tarun Mangla" userId="88b13cb7-320d-4618-8f69-c67540fd8b8b" providerId="ADAL" clId="{B1A93881-C5B7-5A3A-8E14-6CE2B5CD3772}" dt="2026-06-01T06:30:59.607" v="1281" actId="1076"/>
          <ac:picMkLst>
            <pc:docMk/>
            <pc:sldMk cId="3581257907" sldId="2436"/>
            <ac:picMk id="4" creationId="{66FC4B10-A243-63AE-D1C4-677779187739}"/>
          </ac:picMkLst>
        </pc:picChg>
      </pc:sldChg>
      <pc:sldChg chg="del">
        <pc:chgData name="Tarun Mangla" userId="88b13cb7-320d-4618-8f69-c67540fd8b8b" providerId="ADAL" clId="{B1A93881-C5B7-5A3A-8E14-6CE2B5CD3772}" dt="2026-06-01T06:50:29.051" v="1382" actId="2696"/>
        <pc:sldMkLst>
          <pc:docMk/>
          <pc:sldMk cId="2868561694" sldId="2441"/>
        </pc:sldMkLst>
      </pc:sldChg>
      <pc:sldChg chg="del">
        <pc:chgData name="Tarun Mangla" userId="88b13cb7-320d-4618-8f69-c67540fd8b8b" providerId="ADAL" clId="{B1A93881-C5B7-5A3A-8E14-6CE2B5CD3772}" dt="2026-06-01T06:50:29.147" v="1389" actId="2696"/>
        <pc:sldMkLst>
          <pc:docMk/>
          <pc:sldMk cId="3716717075" sldId="2449"/>
        </pc:sldMkLst>
      </pc:sldChg>
      <pc:sldChg chg="del">
        <pc:chgData name="Tarun Mangla" userId="88b13cb7-320d-4618-8f69-c67540fd8b8b" providerId="ADAL" clId="{B1A93881-C5B7-5A3A-8E14-6CE2B5CD3772}" dt="2026-06-01T06:50:29.192" v="1391" actId="2696"/>
        <pc:sldMkLst>
          <pc:docMk/>
          <pc:sldMk cId="2819961109" sldId="2450"/>
        </pc:sldMkLst>
      </pc:sldChg>
      <pc:sldChg chg="modSp del mod">
        <pc:chgData name="Tarun Mangla" userId="88b13cb7-320d-4618-8f69-c67540fd8b8b" providerId="ADAL" clId="{B1A93881-C5B7-5A3A-8E14-6CE2B5CD3772}" dt="2026-06-02T02:04:44.322" v="4382"/>
        <pc:sldMkLst>
          <pc:docMk/>
          <pc:sldMk cId="2639620307" sldId="2465"/>
        </pc:sldMkLst>
        <pc:spChg chg="mod">
          <ac:chgData name="Tarun Mangla" userId="88b13cb7-320d-4618-8f69-c67540fd8b8b" providerId="ADAL" clId="{B1A93881-C5B7-5A3A-8E14-6CE2B5CD3772}" dt="2026-06-01T06:00:16.660" v="49" actId="20577"/>
          <ac:spMkLst>
            <pc:docMk/>
            <pc:sldMk cId="2639620307" sldId="2465"/>
            <ac:spMk id="9" creationId="{2783EFFE-D3DB-AAAD-5CD7-25AD5B1FF43D}"/>
          </ac:spMkLst>
        </pc:spChg>
      </pc:sldChg>
      <pc:sldChg chg="del">
        <pc:chgData name="Tarun Mangla" userId="88b13cb7-320d-4618-8f69-c67540fd8b8b" providerId="ADAL" clId="{B1A93881-C5B7-5A3A-8E14-6CE2B5CD3772}" dt="2026-06-01T16:38:25.242" v="4108" actId="2696"/>
        <pc:sldMkLst>
          <pc:docMk/>
          <pc:sldMk cId="1679601224" sldId="2466"/>
        </pc:sldMkLst>
      </pc:sldChg>
      <pc:sldChg chg="del">
        <pc:chgData name="Tarun Mangla" userId="88b13cb7-320d-4618-8f69-c67540fd8b8b" providerId="ADAL" clId="{B1A93881-C5B7-5A3A-8E14-6CE2B5CD3772}" dt="2026-06-01T06:50:29.020" v="1379" actId="2696"/>
        <pc:sldMkLst>
          <pc:docMk/>
          <pc:sldMk cId="2064812850" sldId="2467"/>
        </pc:sldMkLst>
      </pc:sldChg>
      <pc:sldChg chg="del">
        <pc:chgData name="Tarun Mangla" userId="88b13cb7-320d-4618-8f69-c67540fd8b8b" providerId="ADAL" clId="{B1A93881-C5B7-5A3A-8E14-6CE2B5CD3772}" dt="2026-06-01T06:50:29.032" v="1380" actId="2696"/>
        <pc:sldMkLst>
          <pc:docMk/>
          <pc:sldMk cId="3798013684" sldId="2468"/>
        </pc:sldMkLst>
      </pc:sldChg>
      <pc:sldChg chg="del">
        <pc:chgData name="Tarun Mangla" userId="88b13cb7-320d-4618-8f69-c67540fd8b8b" providerId="ADAL" clId="{B1A93881-C5B7-5A3A-8E14-6CE2B5CD3772}" dt="2026-06-01T06:50:29.038" v="1381" actId="2696"/>
        <pc:sldMkLst>
          <pc:docMk/>
          <pc:sldMk cId="2941289628" sldId="2472"/>
        </pc:sldMkLst>
      </pc:sldChg>
      <pc:sldChg chg="del">
        <pc:chgData name="Tarun Mangla" userId="88b13cb7-320d-4618-8f69-c67540fd8b8b" providerId="ADAL" clId="{B1A93881-C5B7-5A3A-8E14-6CE2B5CD3772}" dt="2026-06-01T06:50:29.067" v="1384" actId="2696"/>
        <pc:sldMkLst>
          <pc:docMk/>
          <pc:sldMk cId="2277758288" sldId="2474"/>
        </pc:sldMkLst>
      </pc:sldChg>
      <pc:sldChg chg="del">
        <pc:chgData name="Tarun Mangla" userId="88b13cb7-320d-4618-8f69-c67540fd8b8b" providerId="ADAL" clId="{B1A93881-C5B7-5A3A-8E14-6CE2B5CD3772}" dt="2026-06-01T06:50:29.057" v="1383" actId="2696"/>
        <pc:sldMkLst>
          <pc:docMk/>
          <pc:sldMk cId="2817558688" sldId="2476"/>
        </pc:sldMkLst>
      </pc:sldChg>
      <pc:sldChg chg="del">
        <pc:chgData name="Tarun Mangla" userId="88b13cb7-320d-4618-8f69-c67540fd8b8b" providerId="ADAL" clId="{B1A93881-C5B7-5A3A-8E14-6CE2B5CD3772}" dt="2026-06-01T06:50:29.092" v="1385" actId="2696"/>
        <pc:sldMkLst>
          <pc:docMk/>
          <pc:sldMk cId="2334331085" sldId="2481"/>
        </pc:sldMkLst>
      </pc:sldChg>
      <pc:sldChg chg="del">
        <pc:chgData name="Tarun Mangla" userId="88b13cb7-320d-4618-8f69-c67540fd8b8b" providerId="ADAL" clId="{B1A93881-C5B7-5A3A-8E14-6CE2B5CD3772}" dt="2026-06-01T06:50:29.096" v="1386" actId="2696"/>
        <pc:sldMkLst>
          <pc:docMk/>
          <pc:sldMk cId="2667909806" sldId="2482"/>
        </pc:sldMkLst>
      </pc:sldChg>
      <pc:sldChg chg="del">
        <pc:chgData name="Tarun Mangla" userId="88b13cb7-320d-4618-8f69-c67540fd8b8b" providerId="ADAL" clId="{B1A93881-C5B7-5A3A-8E14-6CE2B5CD3772}" dt="2026-06-01T06:50:29.317" v="1395" actId="2696"/>
        <pc:sldMkLst>
          <pc:docMk/>
          <pc:sldMk cId="2471274003" sldId="2483"/>
        </pc:sldMkLst>
      </pc:sldChg>
      <pc:sldChg chg="del">
        <pc:chgData name="Tarun Mangla" userId="88b13cb7-320d-4618-8f69-c67540fd8b8b" providerId="ADAL" clId="{B1A93881-C5B7-5A3A-8E14-6CE2B5CD3772}" dt="2026-06-01T06:50:29.513" v="1398" actId="2696"/>
        <pc:sldMkLst>
          <pc:docMk/>
          <pc:sldMk cId="290674836" sldId="2486"/>
        </pc:sldMkLst>
      </pc:sldChg>
      <pc:sldChg chg="del">
        <pc:chgData name="Tarun Mangla" userId="88b13cb7-320d-4618-8f69-c67540fd8b8b" providerId="ADAL" clId="{B1A93881-C5B7-5A3A-8E14-6CE2B5CD3772}" dt="2026-06-01T06:50:29.281" v="1394" actId="2696"/>
        <pc:sldMkLst>
          <pc:docMk/>
          <pc:sldMk cId="2632267853" sldId="2487"/>
        </pc:sldMkLst>
      </pc:sldChg>
      <pc:sldChg chg="del">
        <pc:chgData name="Tarun Mangla" userId="88b13cb7-320d-4618-8f69-c67540fd8b8b" providerId="ADAL" clId="{B1A93881-C5B7-5A3A-8E14-6CE2B5CD3772}" dt="2026-06-01T06:50:29.126" v="1388" actId="2696"/>
        <pc:sldMkLst>
          <pc:docMk/>
          <pc:sldMk cId="1531462756" sldId="2492"/>
        </pc:sldMkLst>
      </pc:sldChg>
      <pc:sldChg chg="del">
        <pc:chgData name="Tarun Mangla" userId="88b13cb7-320d-4618-8f69-c67540fd8b8b" providerId="ADAL" clId="{B1A93881-C5B7-5A3A-8E14-6CE2B5CD3772}" dt="2026-06-01T06:50:29.118" v="1387" actId="2696"/>
        <pc:sldMkLst>
          <pc:docMk/>
          <pc:sldMk cId="995189484" sldId="2496"/>
        </pc:sldMkLst>
      </pc:sldChg>
      <pc:sldChg chg="del">
        <pc:chgData name="Tarun Mangla" userId="88b13cb7-320d-4618-8f69-c67540fd8b8b" providerId="ADAL" clId="{B1A93881-C5B7-5A3A-8E14-6CE2B5CD3772}" dt="2026-06-01T06:50:29.154" v="1390" actId="2696"/>
        <pc:sldMkLst>
          <pc:docMk/>
          <pc:sldMk cId="3797389251" sldId="2497"/>
        </pc:sldMkLst>
      </pc:sldChg>
      <pc:sldChg chg="add del setBg">
        <pc:chgData name="Tarun Mangla" userId="88b13cb7-320d-4618-8f69-c67540fd8b8b" providerId="ADAL" clId="{B1A93881-C5B7-5A3A-8E14-6CE2B5CD3772}" dt="2026-06-01T09:51:04.228" v="3232" actId="2696"/>
        <pc:sldMkLst>
          <pc:docMk/>
          <pc:sldMk cId="765037947" sldId="2504"/>
        </pc:sldMkLst>
      </pc:sldChg>
      <pc:sldChg chg="del">
        <pc:chgData name="Tarun Mangla" userId="88b13cb7-320d-4618-8f69-c67540fd8b8b" providerId="ADAL" clId="{B1A93881-C5B7-5A3A-8E14-6CE2B5CD3772}" dt="2026-06-01T06:50:29.586" v="1400" actId="2696"/>
        <pc:sldMkLst>
          <pc:docMk/>
          <pc:sldMk cId="3463367653" sldId="2509"/>
        </pc:sldMkLst>
      </pc:sldChg>
      <pc:sldChg chg="del">
        <pc:chgData name="Tarun Mangla" userId="88b13cb7-320d-4618-8f69-c67540fd8b8b" providerId="ADAL" clId="{B1A93881-C5B7-5A3A-8E14-6CE2B5CD3772}" dt="2026-06-01T06:50:29.647" v="1402" actId="2696"/>
        <pc:sldMkLst>
          <pc:docMk/>
          <pc:sldMk cId="2225326369" sldId="2515"/>
        </pc:sldMkLst>
      </pc:sldChg>
      <pc:sldChg chg="del">
        <pc:chgData name="Tarun Mangla" userId="88b13cb7-320d-4618-8f69-c67540fd8b8b" providerId="ADAL" clId="{B1A93881-C5B7-5A3A-8E14-6CE2B5CD3772}" dt="2026-06-01T06:50:29.663" v="1403" actId="2696"/>
        <pc:sldMkLst>
          <pc:docMk/>
          <pc:sldMk cId="1266855418" sldId="2516"/>
        </pc:sldMkLst>
      </pc:sldChg>
      <pc:sldChg chg="del">
        <pc:chgData name="Tarun Mangla" userId="88b13cb7-320d-4618-8f69-c67540fd8b8b" providerId="ADAL" clId="{B1A93881-C5B7-5A3A-8E14-6CE2B5CD3772}" dt="2026-06-01T06:50:29.667" v="1404" actId="2696"/>
        <pc:sldMkLst>
          <pc:docMk/>
          <pc:sldMk cId="432055102" sldId="2517"/>
        </pc:sldMkLst>
      </pc:sldChg>
      <pc:sldChg chg="modSp add mod">
        <pc:chgData name="Tarun Mangla" userId="88b13cb7-320d-4618-8f69-c67540fd8b8b" providerId="ADAL" clId="{B1A93881-C5B7-5A3A-8E14-6CE2B5CD3772}" dt="2026-06-01T16:38:38.075" v="4124"/>
        <pc:sldMkLst>
          <pc:docMk/>
          <pc:sldMk cId="508823142" sldId="2518"/>
        </pc:sldMkLst>
        <pc:graphicFrameChg chg="mod">
          <ac:chgData name="Tarun Mangla" userId="88b13cb7-320d-4618-8f69-c67540fd8b8b" providerId="ADAL" clId="{B1A93881-C5B7-5A3A-8E14-6CE2B5CD3772}" dt="2026-06-01T16:38:38.075" v="4124"/>
          <ac:graphicFrameMkLst>
            <pc:docMk/>
            <pc:sldMk cId="508823142" sldId="2518"/>
            <ac:graphicFrameMk id="3" creationId="{67E870EB-B167-A02F-0AB3-DAD3AC9DDE7F}"/>
          </ac:graphicFrameMkLst>
        </pc:graphicFrameChg>
      </pc:sldChg>
      <pc:sldChg chg="modSp del mod">
        <pc:chgData name="Tarun Mangla" userId="88b13cb7-320d-4618-8f69-c67540fd8b8b" providerId="ADAL" clId="{B1A93881-C5B7-5A3A-8E14-6CE2B5CD3772}" dt="2026-06-01T16:38:33.821" v="4122" actId="2696"/>
        <pc:sldMkLst>
          <pc:docMk/>
          <pc:sldMk cId="2725675412" sldId="2518"/>
        </pc:sldMkLst>
        <pc:graphicFrameChg chg="mod">
          <ac:chgData name="Tarun Mangla" userId="88b13cb7-320d-4618-8f69-c67540fd8b8b" providerId="ADAL" clId="{B1A93881-C5B7-5A3A-8E14-6CE2B5CD3772}" dt="2026-06-01T16:38:30.903" v="4121"/>
          <ac:graphicFrameMkLst>
            <pc:docMk/>
            <pc:sldMk cId="2725675412" sldId="2518"/>
            <ac:graphicFrameMk id="3" creationId="{67E870EB-B167-A02F-0AB3-DAD3AC9DDE7F}"/>
          </ac:graphicFrameMkLst>
        </pc:graphicFrameChg>
      </pc:sldChg>
      <pc:sldChg chg="modSp del mod">
        <pc:chgData name="Tarun Mangla" userId="88b13cb7-320d-4618-8f69-c67540fd8b8b" providerId="ADAL" clId="{B1A93881-C5B7-5A3A-8E14-6CE2B5CD3772}" dt="2026-06-01T16:38:33.821" v="4122" actId="2696"/>
        <pc:sldMkLst>
          <pc:docMk/>
          <pc:sldMk cId="106721187" sldId="2519"/>
        </pc:sldMkLst>
        <pc:graphicFrameChg chg="mod">
          <ac:chgData name="Tarun Mangla" userId="88b13cb7-320d-4618-8f69-c67540fd8b8b" providerId="ADAL" clId="{B1A93881-C5B7-5A3A-8E14-6CE2B5CD3772}" dt="2026-06-01T16:38:28.821" v="4115"/>
          <ac:graphicFrameMkLst>
            <pc:docMk/>
            <pc:sldMk cId="106721187" sldId="2519"/>
            <ac:graphicFrameMk id="3" creationId="{66F7A5E8-1834-374F-5A67-D8016EA0E948}"/>
          </ac:graphicFrameMkLst>
        </pc:graphicFrameChg>
      </pc:sldChg>
      <pc:sldChg chg="modSp add mod">
        <pc:chgData name="Tarun Mangla" userId="88b13cb7-320d-4618-8f69-c67540fd8b8b" providerId="ADAL" clId="{B1A93881-C5B7-5A3A-8E14-6CE2B5CD3772}" dt="2026-06-02T05:27:14.771" v="4986"/>
        <pc:sldMkLst>
          <pc:docMk/>
          <pc:sldMk cId="879054099" sldId="2519"/>
        </pc:sldMkLst>
        <pc:graphicFrameChg chg="mod">
          <ac:chgData name="Tarun Mangla" userId="88b13cb7-320d-4618-8f69-c67540fd8b8b" providerId="ADAL" clId="{B1A93881-C5B7-5A3A-8E14-6CE2B5CD3772}" dt="2026-06-02T05:27:14.771" v="4986"/>
          <ac:graphicFrameMkLst>
            <pc:docMk/>
            <pc:sldMk cId="879054099" sldId="2519"/>
            <ac:graphicFrameMk id="3" creationId="{66F7A5E8-1834-374F-5A67-D8016EA0E948}"/>
          </ac:graphicFrameMkLst>
        </pc:graphicFrameChg>
      </pc:sldChg>
      <pc:sldChg chg="modSp del mod">
        <pc:chgData name="Tarun Mangla" userId="88b13cb7-320d-4618-8f69-c67540fd8b8b" providerId="ADAL" clId="{B1A93881-C5B7-5A3A-8E14-6CE2B5CD3772}" dt="2026-06-01T16:38:33.821" v="4122" actId="2696"/>
        <pc:sldMkLst>
          <pc:docMk/>
          <pc:sldMk cId="1472962251" sldId="2520"/>
        </pc:sldMkLst>
        <pc:graphicFrameChg chg="mod">
          <ac:chgData name="Tarun Mangla" userId="88b13cb7-320d-4618-8f69-c67540fd8b8b" providerId="ADAL" clId="{B1A93881-C5B7-5A3A-8E14-6CE2B5CD3772}" dt="2026-06-01T06:50:35.737" v="1409"/>
          <ac:graphicFrameMkLst>
            <pc:docMk/>
            <pc:sldMk cId="1472962251" sldId="2520"/>
            <ac:graphicFrameMk id="3" creationId="{A89DCB75-1312-2F6A-D798-AF79539C98FF}"/>
          </ac:graphicFrameMkLst>
        </pc:graphicFrameChg>
      </pc:sldChg>
      <pc:sldChg chg="modSp add mod">
        <pc:chgData name="Tarun Mangla" userId="88b13cb7-320d-4618-8f69-c67540fd8b8b" providerId="ADAL" clId="{B1A93881-C5B7-5A3A-8E14-6CE2B5CD3772}" dt="2026-06-02T05:29:11.372" v="4989"/>
        <pc:sldMkLst>
          <pc:docMk/>
          <pc:sldMk cId="2429882585" sldId="2520"/>
        </pc:sldMkLst>
        <pc:graphicFrameChg chg="mod">
          <ac:chgData name="Tarun Mangla" userId="88b13cb7-320d-4618-8f69-c67540fd8b8b" providerId="ADAL" clId="{B1A93881-C5B7-5A3A-8E14-6CE2B5CD3772}" dt="2026-06-02T05:29:11.372" v="4989"/>
          <ac:graphicFrameMkLst>
            <pc:docMk/>
            <pc:sldMk cId="2429882585" sldId="2520"/>
            <ac:graphicFrameMk id="3" creationId="{A89DCB75-1312-2F6A-D798-AF79539C98FF}"/>
          </ac:graphicFrameMkLst>
        </pc:graphicFrameChg>
      </pc:sldChg>
      <pc:sldChg chg="modSp del mod">
        <pc:chgData name="Tarun Mangla" userId="88b13cb7-320d-4618-8f69-c67540fd8b8b" providerId="ADAL" clId="{B1A93881-C5B7-5A3A-8E14-6CE2B5CD3772}" dt="2026-06-01T16:38:33.821" v="4122" actId="2696"/>
        <pc:sldMkLst>
          <pc:docMk/>
          <pc:sldMk cId="1482400022" sldId="2521"/>
        </pc:sldMkLst>
        <pc:graphicFrameChg chg="mod">
          <ac:chgData name="Tarun Mangla" userId="88b13cb7-320d-4618-8f69-c67540fd8b8b" providerId="ADAL" clId="{B1A93881-C5B7-5A3A-8E14-6CE2B5CD3772}" dt="2026-06-01T16:38:28.057" v="4112"/>
          <ac:graphicFrameMkLst>
            <pc:docMk/>
            <pc:sldMk cId="1482400022" sldId="2521"/>
            <ac:graphicFrameMk id="3" creationId="{E501BEB9-90FD-E522-1568-952EF6F311BC}"/>
          </ac:graphicFrameMkLst>
        </pc:graphicFrameChg>
      </pc:sldChg>
      <pc:sldChg chg="modSp add mod">
        <pc:chgData name="Tarun Mangla" userId="88b13cb7-320d-4618-8f69-c67540fd8b8b" providerId="ADAL" clId="{B1A93881-C5B7-5A3A-8E14-6CE2B5CD3772}" dt="2026-06-02T05:30:52.832" v="4993"/>
        <pc:sldMkLst>
          <pc:docMk/>
          <pc:sldMk cId="2232220410" sldId="2521"/>
        </pc:sldMkLst>
        <pc:graphicFrameChg chg="mod">
          <ac:chgData name="Tarun Mangla" userId="88b13cb7-320d-4618-8f69-c67540fd8b8b" providerId="ADAL" clId="{B1A93881-C5B7-5A3A-8E14-6CE2B5CD3772}" dt="2026-06-02T05:30:52.832" v="4993"/>
          <ac:graphicFrameMkLst>
            <pc:docMk/>
            <pc:sldMk cId="2232220410" sldId="2521"/>
            <ac:graphicFrameMk id="3" creationId="{E501BEB9-90FD-E522-1568-952EF6F311BC}"/>
          </ac:graphicFrameMkLst>
        </pc:graphicFrameChg>
      </pc:sldChg>
      <pc:sldChg chg="modSp del mod">
        <pc:chgData name="Tarun Mangla" userId="88b13cb7-320d-4618-8f69-c67540fd8b8b" providerId="ADAL" clId="{B1A93881-C5B7-5A3A-8E14-6CE2B5CD3772}" dt="2026-06-01T16:38:33.821" v="4122" actId="2696"/>
        <pc:sldMkLst>
          <pc:docMk/>
          <pc:sldMk cId="602868806" sldId="2522"/>
        </pc:sldMkLst>
        <pc:graphicFrameChg chg="mod">
          <ac:chgData name="Tarun Mangla" userId="88b13cb7-320d-4618-8f69-c67540fd8b8b" providerId="ADAL" clId="{B1A93881-C5B7-5A3A-8E14-6CE2B5CD3772}" dt="2026-06-01T07:52:07.272" v="2150"/>
          <ac:graphicFrameMkLst>
            <pc:docMk/>
            <pc:sldMk cId="602868806" sldId="2522"/>
            <ac:graphicFrameMk id="3" creationId="{8AAC78F9-50A8-766A-C2BD-7EF77539FF6D}"/>
          </ac:graphicFrameMkLst>
        </pc:graphicFrameChg>
      </pc:sldChg>
      <pc:sldChg chg="modSp add mod">
        <pc:chgData name="Tarun Mangla" userId="88b13cb7-320d-4618-8f69-c67540fd8b8b" providerId="ADAL" clId="{B1A93881-C5B7-5A3A-8E14-6CE2B5CD3772}" dt="2026-06-02T02:04:17.716" v="4380"/>
        <pc:sldMkLst>
          <pc:docMk/>
          <pc:sldMk cId="3276219706" sldId="2522"/>
        </pc:sldMkLst>
        <pc:graphicFrameChg chg="mod">
          <ac:chgData name="Tarun Mangla" userId="88b13cb7-320d-4618-8f69-c67540fd8b8b" providerId="ADAL" clId="{B1A93881-C5B7-5A3A-8E14-6CE2B5CD3772}" dt="2026-06-02T02:04:17.716" v="4380"/>
          <ac:graphicFrameMkLst>
            <pc:docMk/>
            <pc:sldMk cId="3276219706" sldId="2522"/>
            <ac:graphicFrameMk id="3" creationId="{8AAC78F9-50A8-766A-C2BD-7EF77539FF6D}"/>
          </ac:graphicFrameMkLst>
        </pc:graphicFrameChg>
      </pc:sldChg>
      <pc:sldChg chg="del">
        <pc:chgData name="Tarun Mangla" userId="88b13cb7-320d-4618-8f69-c67540fd8b8b" providerId="ADAL" clId="{B1A93881-C5B7-5A3A-8E14-6CE2B5CD3772}" dt="2026-06-01T07:52:11.710" v="2151" actId="2696"/>
        <pc:sldMkLst>
          <pc:docMk/>
          <pc:sldMk cId="1928597284" sldId="2523"/>
        </pc:sldMkLst>
      </pc:sldChg>
      <pc:sldChg chg="del">
        <pc:chgData name="Tarun Mangla" userId="88b13cb7-320d-4618-8f69-c67540fd8b8b" providerId="ADAL" clId="{B1A93881-C5B7-5A3A-8E14-6CE2B5CD3772}" dt="2026-06-01T07:52:13.821" v="2152" actId="2696"/>
        <pc:sldMkLst>
          <pc:docMk/>
          <pc:sldMk cId="3782629773" sldId="2524"/>
        </pc:sldMkLst>
      </pc:sldChg>
      <pc:sldChg chg="modSp new del mod">
        <pc:chgData name="Tarun Mangla" userId="88b13cb7-320d-4618-8f69-c67540fd8b8b" providerId="ADAL" clId="{B1A93881-C5B7-5A3A-8E14-6CE2B5CD3772}" dt="2026-06-01T07:51:19.289" v="2107" actId="2696"/>
        <pc:sldMkLst>
          <pc:docMk/>
          <pc:sldMk cId="335520897" sldId="2525"/>
        </pc:sldMkLst>
        <pc:spChg chg="mod">
          <ac:chgData name="Tarun Mangla" userId="88b13cb7-320d-4618-8f69-c67540fd8b8b" providerId="ADAL" clId="{B1A93881-C5B7-5A3A-8E14-6CE2B5CD3772}" dt="2026-06-01T06:24:26.750" v="957" actId="20577"/>
          <ac:spMkLst>
            <pc:docMk/>
            <pc:sldMk cId="335520897" sldId="2525"/>
            <ac:spMk id="2" creationId="{362E3DE1-1192-35F3-A68B-7B4E96AF8B94}"/>
          </ac:spMkLst>
        </pc:spChg>
        <pc:spChg chg="mod">
          <ac:chgData name="Tarun Mangla" userId="88b13cb7-320d-4618-8f69-c67540fd8b8b" providerId="ADAL" clId="{B1A93881-C5B7-5A3A-8E14-6CE2B5CD3772}" dt="2026-06-01T06:25:39.959" v="1111" actId="20577"/>
          <ac:spMkLst>
            <pc:docMk/>
            <pc:sldMk cId="335520897" sldId="2525"/>
            <ac:spMk id="3" creationId="{2ED5C8D6-F530-E6DA-ECA7-A730B22DD0D3}"/>
          </ac:spMkLst>
        </pc:spChg>
      </pc:sldChg>
      <pc:sldChg chg="addSp delSp modSp add mod">
        <pc:chgData name="Tarun Mangla" userId="88b13cb7-320d-4618-8f69-c67540fd8b8b" providerId="ADAL" clId="{B1A93881-C5B7-5A3A-8E14-6CE2B5CD3772}" dt="2026-06-02T02:05:59.472" v="4386" actId="1076"/>
        <pc:sldMkLst>
          <pc:docMk/>
          <pc:sldMk cId="1797017679" sldId="2526"/>
        </pc:sldMkLst>
        <pc:spChg chg="mod">
          <ac:chgData name="Tarun Mangla" userId="88b13cb7-320d-4618-8f69-c67540fd8b8b" providerId="ADAL" clId="{B1A93881-C5B7-5A3A-8E14-6CE2B5CD3772}" dt="2026-06-01T08:37:14.596" v="2190" actId="20577"/>
          <ac:spMkLst>
            <pc:docMk/>
            <pc:sldMk cId="1797017679" sldId="2526"/>
            <ac:spMk id="2" creationId="{12623DDA-BEA2-A0D9-D839-6FF81C7060EF}"/>
          </ac:spMkLst>
        </pc:spChg>
        <pc:spChg chg="mod">
          <ac:chgData name="Tarun Mangla" userId="88b13cb7-320d-4618-8f69-c67540fd8b8b" providerId="ADAL" clId="{B1A93881-C5B7-5A3A-8E14-6CE2B5CD3772}" dt="2026-06-01T07:21:55.824" v="1691" actId="20577"/>
          <ac:spMkLst>
            <pc:docMk/>
            <pc:sldMk cId="1797017679" sldId="2526"/>
            <ac:spMk id="3" creationId="{E228E7AC-B76B-8901-9FD7-7D5A6DAD6590}"/>
          </ac:spMkLst>
        </pc:spChg>
        <pc:spChg chg="add mod">
          <ac:chgData name="Tarun Mangla" userId="88b13cb7-320d-4618-8f69-c67540fd8b8b" providerId="ADAL" clId="{B1A93881-C5B7-5A3A-8E14-6CE2B5CD3772}" dt="2026-06-02T02:05:59.472" v="4386" actId="1076"/>
          <ac:spMkLst>
            <pc:docMk/>
            <pc:sldMk cId="1797017679" sldId="2526"/>
            <ac:spMk id="5" creationId="{F684B25D-5EBF-1D4E-81C1-D3726C960FA1}"/>
          </ac:spMkLst>
        </pc:spChg>
        <pc:spChg chg="del mod">
          <ac:chgData name="Tarun Mangla" userId="88b13cb7-320d-4618-8f69-c67540fd8b8b" providerId="ADAL" clId="{B1A93881-C5B7-5A3A-8E14-6CE2B5CD3772}" dt="2026-06-01T08:29:06.066" v="2162" actId="478"/>
          <ac:spMkLst>
            <pc:docMk/>
            <pc:sldMk cId="1797017679" sldId="2526"/>
            <ac:spMk id="8" creationId="{79EED554-CD89-535F-4DC7-49EC8DACD91D}"/>
          </ac:spMkLst>
        </pc:spChg>
      </pc:sldChg>
      <pc:sldChg chg="modSp new del mod">
        <pc:chgData name="Tarun Mangla" userId="88b13cb7-320d-4618-8f69-c67540fd8b8b" providerId="ADAL" clId="{B1A93881-C5B7-5A3A-8E14-6CE2B5CD3772}" dt="2026-06-01T07:22:52.670" v="1693"/>
        <pc:sldMkLst>
          <pc:docMk/>
          <pc:sldMk cId="1786064862" sldId="2527"/>
        </pc:sldMkLst>
        <pc:spChg chg="mod">
          <ac:chgData name="Tarun Mangla" userId="88b13cb7-320d-4618-8f69-c67540fd8b8b" providerId="ADAL" clId="{B1A93881-C5B7-5A3A-8E14-6CE2B5CD3772}" dt="2026-06-01T06:56:42.523" v="1436" actId="20577"/>
          <ac:spMkLst>
            <pc:docMk/>
            <pc:sldMk cId="1786064862" sldId="2527"/>
            <ac:spMk id="2" creationId="{EDE78179-E1F4-AEEF-FC6D-F3DC62241030}"/>
          </ac:spMkLst>
        </pc:spChg>
      </pc:sldChg>
      <pc:sldChg chg="delSp modSp new mod">
        <pc:chgData name="Tarun Mangla" userId="88b13cb7-320d-4618-8f69-c67540fd8b8b" providerId="ADAL" clId="{B1A93881-C5B7-5A3A-8E14-6CE2B5CD3772}" dt="2026-06-01T08:46:25.604" v="2224" actId="478"/>
        <pc:sldMkLst>
          <pc:docMk/>
          <pc:sldMk cId="2124739597" sldId="2528"/>
        </pc:sldMkLst>
        <pc:spChg chg="mod">
          <ac:chgData name="Tarun Mangla" userId="88b13cb7-320d-4618-8f69-c67540fd8b8b" providerId="ADAL" clId="{B1A93881-C5B7-5A3A-8E14-6CE2B5CD3772}" dt="2026-06-01T07:38:04.635" v="1751" actId="20577"/>
          <ac:spMkLst>
            <pc:docMk/>
            <pc:sldMk cId="2124739597" sldId="2528"/>
            <ac:spMk id="2" creationId="{5C310BCD-0706-B9AB-D397-99195A88C7C9}"/>
          </ac:spMkLst>
        </pc:spChg>
        <pc:spChg chg="del">
          <ac:chgData name="Tarun Mangla" userId="88b13cb7-320d-4618-8f69-c67540fd8b8b" providerId="ADAL" clId="{B1A93881-C5B7-5A3A-8E14-6CE2B5CD3772}" dt="2026-06-01T08:46:22.460" v="2223" actId="478"/>
          <ac:spMkLst>
            <pc:docMk/>
            <pc:sldMk cId="2124739597" sldId="2528"/>
            <ac:spMk id="3" creationId="{B608691D-C786-8CE2-B9BA-5368D8CC0604}"/>
          </ac:spMkLst>
        </pc:spChg>
        <pc:spChg chg="del">
          <ac:chgData name="Tarun Mangla" userId="88b13cb7-320d-4618-8f69-c67540fd8b8b" providerId="ADAL" clId="{B1A93881-C5B7-5A3A-8E14-6CE2B5CD3772}" dt="2026-06-01T08:46:25.604" v="2224" actId="478"/>
          <ac:spMkLst>
            <pc:docMk/>
            <pc:sldMk cId="2124739597" sldId="2528"/>
            <ac:spMk id="4" creationId="{3C73018E-C7F1-3214-EFF0-EA0678B99B6D}"/>
          </ac:spMkLst>
        </pc:spChg>
        <pc:spChg chg="del">
          <ac:chgData name="Tarun Mangla" userId="88b13cb7-320d-4618-8f69-c67540fd8b8b" providerId="ADAL" clId="{B1A93881-C5B7-5A3A-8E14-6CE2B5CD3772}" dt="2026-06-01T07:28:00.430" v="1694" actId="478"/>
          <ac:spMkLst>
            <pc:docMk/>
            <pc:sldMk cId="2124739597" sldId="2528"/>
            <ac:spMk id="5" creationId="{A63D9614-8B09-8D9C-8E41-B3873FF04521}"/>
          </ac:spMkLst>
        </pc:spChg>
      </pc:sldChg>
      <pc:sldChg chg="modSp new del mod">
        <pc:chgData name="Tarun Mangla" userId="88b13cb7-320d-4618-8f69-c67540fd8b8b" providerId="ADAL" clId="{B1A93881-C5B7-5A3A-8E14-6CE2B5CD3772}" dt="2026-06-01T07:44:41.763" v="1935" actId="2696"/>
        <pc:sldMkLst>
          <pc:docMk/>
          <pc:sldMk cId="203888707" sldId="2529"/>
        </pc:sldMkLst>
        <pc:spChg chg="mod">
          <ac:chgData name="Tarun Mangla" userId="88b13cb7-320d-4618-8f69-c67540fd8b8b" providerId="ADAL" clId="{B1A93881-C5B7-5A3A-8E14-6CE2B5CD3772}" dt="2026-06-01T06:57:32.566" v="1543" actId="20577"/>
          <ac:spMkLst>
            <pc:docMk/>
            <pc:sldMk cId="203888707" sldId="2529"/>
            <ac:spMk id="2" creationId="{7602D340-AC45-8EA2-14B8-BF488BAC9682}"/>
          </ac:spMkLst>
        </pc:spChg>
      </pc:sldChg>
      <pc:sldChg chg="modSp new del mod">
        <pc:chgData name="Tarun Mangla" userId="88b13cb7-320d-4618-8f69-c67540fd8b8b" providerId="ADAL" clId="{B1A93881-C5B7-5A3A-8E14-6CE2B5CD3772}" dt="2026-06-01T07:40:45.591" v="1765" actId="2696"/>
        <pc:sldMkLst>
          <pc:docMk/>
          <pc:sldMk cId="2147311255" sldId="2530"/>
        </pc:sldMkLst>
        <pc:spChg chg="mod">
          <ac:chgData name="Tarun Mangla" userId="88b13cb7-320d-4618-8f69-c67540fd8b8b" providerId="ADAL" clId="{B1A93881-C5B7-5A3A-8E14-6CE2B5CD3772}" dt="2026-06-01T06:57:52.985" v="1578" actId="20577"/>
          <ac:spMkLst>
            <pc:docMk/>
            <pc:sldMk cId="2147311255" sldId="2530"/>
            <ac:spMk id="2" creationId="{3937AB1F-011C-506F-A615-7B3D0019C565}"/>
          </ac:spMkLst>
        </pc:spChg>
      </pc:sldChg>
      <pc:sldChg chg="addSp delSp modSp new mod modAnim">
        <pc:chgData name="Tarun Mangla" userId="88b13cb7-320d-4618-8f69-c67540fd8b8b" providerId="ADAL" clId="{B1A93881-C5B7-5A3A-8E14-6CE2B5CD3772}" dt="2026-06-01T16:39:35.342" v="4126" actId="21"/>
        <pc:sldMkLst>
          <pc:docMk/>
          <pc:sldMk cId="986344138" sldId="2531"/>
        </pc:sldMkLst>
        <pc:spChg chg="mod">
          <ac:chgData name="Tarun Mangla" userId="88b13cb7-320d-4618-8f69-c67540fd8b8b" providerId="ADAL" clId="{B1A93881-C5B7-5A3A-8E14-6CE2B5CD3772}" dt="2026-06-01T07:44:54.672" v="1976" actId="20577"/>
          <ac:spMkLst>
            <pc:docMk/>
            <pc:sldMk cId="986344138" sldId="2531"/>
            <ac:spMk id="2" creationId="{1CA647E4-0688-3578-CFB1-1EEB21760C4E}"/>
          </ac:spMkLst>
        </pc:spChg>
        <pc:spChg chg="del">
          <ac:chgData name="Tarun Mangla" userId="88b13cb7-320d-4618-8f69-c67540fd8b8b" providerId="ADAL" clId="{B1A93881-C5B7-5A3A-8E14-6CE2B5CD3772}" dt="2026-06-01T07:45:28.508" v="1977"/>
          <ac:spMkLst>
            <pc:docMk/>
            <pc:sldMk cId="986344138" sldId="2531"/>
            <ac:spMk id="3" creationId="{E267C50C-C74A-0CB1-5FC9-A59054CE7CEC}"/>
          </ac:spMkLst>
        </pc:spChg>
        <pc:spChg chg="del">
          <ac:chgData name="Tarun Mangla" userId="88b13cb7-320d-4618-8f69-c67540fd8b8b" providerId="ADAL" clId="{B1A93881-C5B7-5A3A-8E14-6CE2B5CD3772}" dt="2026-06-01T07:45:42.377" v="1978" actId="478"/>
          <ac:spMkLst>
            <pc:docMk/>
            <pc:sldMk cId="986344138" sldId="2531"/>
            <ac:spMk id="4" creationId="{229BF384-336A-3CFB-8EC5-5808DAA2346F}"/>
          </ac:spMkLst>
        </pc:spChg>
        <pc:spChg chg="del">
          <ac:chgData name="Tarun Mangla" userId="88b13cb7-320d-4618-8f69-c67540fd8b8b" providerId="ADAL" clId="{B1A93881-C5B7-5A3A-8E14-6CE2B5CD3772}" dt="2026-06-01T07:45:46.771" v="1980" actId="478"/>
          <ac:spMkLst>
            <pc:docMk/>
            <pc:sldMk cId="986344138" sldId="2531"/>
            <ac:spMk id="5" creationId="{B8F62C36-9D0D-8376-92FD-BEA65F96B369}"/>
          </ac:spMkLst>
        </pc:spChg>
        <pc:spChg chg="add mod">
          <ac:chgData name="Tarun Mangla" userId="88b13cb7-320d-4618-8f69-c67540fd8b8b" providerId="ADAL" clId="{B1A93881-C5B7-5A3A-8E14-6CE2B5CD3772}" dt="2026-06-01T07:45:28.508" v="1977"/>
          <ac:spMkLst>
            <pc:docMk/>
            <pc:sldMk cId="986344138" sldId="2531"/>
            <ac:spMk id="7" creationId="{4FA7A009-6D40-1B23-FD14-7E9F0D08B1F8}"/>
          </ac:spMkLst>
        </pc:spChg>
        <pc:spChg chg="add del">
          <ac:chgData name="Tarun Mangla" userId="88b13cb7-320d-4618-8f69-c67540fd8b8b" providerId="ADAL" clId="{B1A93881-C5B7-5A3A-8E14-6CE2B5CD3772}" dt="2026-06-01T16:39:35.342" v="4126" actId="21"/>
          <ac:spMkLst>
            <pc:docMk/>
            <pc:sldMk cId="986344138" sldId="2531"/>
            <ac:spMk id="8" creationId="{CF6A1F8E-5359-445E-EE1B-736BBE503951}"/>
          </ac:spMkLst>
        </pc:spChg>
        <pc:spChg chg="add del">
          <ac:chgData name="Tarun Mangla" userId="88b13cb7-320d-4618-8f69-c67540fd8b8b" providerId="ADAL" clId="{B1A93881-C5B7-5A3A-8E14-6CE2B5CD3772}" dt="2026-06-01T16:39:35.342" v="4126" actId="21"/>
          <ac:spMkLst>
            <pc:docMk/>
            <pc:sldMk cId="986344138" sldId="2531"/>
            <ac:spMk id="9" creationId="{F4882CE3-4900-26F2-4F1B-D352DB91AECF}"/>
          </ac:spMkLst>
        </pc:spChg>
        <pc:spChg chg="add del">
          <ac:chgData name="Tarun Mangla" userId="88b13cb7-320d-4618-8f69-c67540fd8b8b" providerId="ADAL" clId="{B1A93881-C5B7-5A3A-8E14-6CE2B5CD3772}" dt="2026-06-01T16:39:35.342" v="4126" actId="21"/>
          <ac:spMkLst>
            <pc:docMk/>
            <pc:sldMk cId="986344138" sldId="2531"/>
            <ac:spMk id="10" creationId="{2DBECCC6-7CF0-6D7F-F963-ABD96326187A}"/>
          </ac:spMkLst>
        </pc:spChg>
        <pc:spChg chg="add del">
          <ac:chgData name="Tarun Mangla" userId="88b13cb7-320d-4618-8f69-c67540fd8b8b" providerId="ADAL" clId="{B1A93881-C5B7-5A3A-8E14-6CE2B5CD3772}" dt="2026-06-01T16:39:35.342" v="4126" actId="21"/>
          <ac:spMkLst>
            <pc:docMk/>
            <pc:sldMk cId="986344138" sldId="2531"/>
            <ac:spMk id="11" creationId="{321E2EC8-C34B-E3A0-970B-D5F0C3BA10B2}"/>
          </ac:spMkLst>
        </pc:spChg>
        <pc:spChg chg="add del">
          <ac:chgData name="Tarun Mangla" userId="88b13cb7-320d-4618-8f69-c67540fd8b8b" providerId="ADAL" clId="{B1A93881-C5B7-5A3A-8E14-6CE2B5CD3772}" dt="2026-06-01T16:39:35.342" v="4126" actId="21"/>
          <ac:spMkLst>
            <pc:docMk/>
            <pc:sldMk cId="986344138" sldId="2531"/>
            <ac:spMk id="12" creationId="{1885A358-5545-7DB8-D608-2AC1A2EF7902}"/>
          </ac:spMkLst>
        </pc:spChg>
        <pc:spChg chg="add del mod">
          <ac:chgData name="Tarun Mangla" userId="88b13cb7-320d-4618-8f69-c67540fd8b8b" providerId="ADAL" clId="{B1A93881-C5B7-5A3A-8E14-6CE2B5CD3772}" dt="2026-06-01T16:39:35.342" v="4126" actId="21"/>
          <ac:spMkLst>
            <pc:docMk/>
            <pc:sldMk cId="986344138" sldId="2531"/>
            <ac:spMk id="13" creationId="{4E0AE224-87E3-7FB4-5AEB-95894CC2AC6E}"/>
          </ac:spMkLst>
        </pc:spChg>
        <pc:spChg chg="add del">
          <ac:chgData name="Tarun Mangla" userId="88b13cb7-320d-4618-8f69-c67540fd8b8b" providerId="ADAL" clId="{B1A93881-C5B7-5A3A-8E14-6CE2B5CD3772}" dt="2026-06-01T16:39:35.342" v="4126" actId="21"/>
          <ac:spMkLst>
            <pc:docMk/>
            <pc:sldMk cId="986344138" sldId="2531"/>
            <ac:spMk id="14" creationId="{2ADA763E-63FE-2542-B47D-DA47138EF472}"/>
          </ac:spMkLst>
        </pc:spChg>
        <pc:spChg chg="add del mod">
          <ac:chgData name="Tarun Mangla" userId="88b13cb7-320d-4618-8f69-c67540fd8b8b" providerId="ADAL" clId="{B1A93881-C5B7-5A3A-8E14-6CE2B5CD3772}" dt="2026-06-01T16:39:35.342" v="4126" actId="21"/>
          <ac:spMkLst>
            <pc:docMk/>
            <pc:sldMk cId="986344138" sldId="2531"/>
            <ac:spMk id="15" creationId="{11A5F096-2BB4-64CB-EF05-F5DB8D11DF48}"/>
          </ac:spMkLst>
        </pc:spChg>
        <pc:spChg chg="add del">
          <ac:chgData name="Tarun Mangla" userId="88b13cb7-320d-4618-8f69-c67540fd8b8b" providerId="ADAL" clId="{B1A93881-C5B7-5A3A-8E14-6CE2B5CD3772}" dt="2026-06-01T16:39:35.342" v="4126" actId="21"/>
          <ac:spMkLst>
            <pc:docMk/>
            <pc:sldMk cId="986344138" sldId="2531"/>
            <ac:spMk id="16" creationId="{6D24EB5C-FAAC-62A4-D4D5-31F9046684BC}"/>
          </ac:spMkLst>
        </pc:spChg>
        <pc:spChg chg="add del mod">
          <ac:chgData name="Tarun Mangla" userId="88b13cb7-320d-4618-8f69-c67540fd8b8b" providerId="ADAL" clId="{B1A93881-C5B7-5A3A-8E14-6CE2B5CD3772}" dt="2026-06-01T16:39:35.342" v="4126" actId="21"/>
          <ac:spMkLst>
            <pc:docMk/>
            <pc:sldMk cId="986344138" sldId="2531"/>
            <ac:spMk id="17" creationId="{27135761-EF61-1585-71F7-843F7903A2EE}"/>
          </ac:spMkLst>
        </pc:spChg>
        <pc:spChg chg="mod">
          <ac:chgData name="Tarun Mangla" userId="88b13cb7-320d-4618-8f69-c67540fd8b8b" providerId="ADAL" clId="{B1A93881-C5B7-5A3A-8E14-6CE2B5CD3772}" dt="2026-06-01T07:45:42.759" v="1979"/>
          <ac:spMkLst>
            <pc:docMk/>
            <pc:sldMk cId="986344138" sldId="2531"/>
            <ac:spMk id="19" creationId="{19664AB1-23AD-BAF8-177A-146280992DAB}"/>
          </ac:spMkLst>
        </pc:spChg>
        <pc:spChg chg="mod">
          <ac:chgData name="Tarun Mangla" userId="88b13cb7-320d-4618-8f69-c67540fd8b8b" providerId="ADAL" clId="{B1A93881-C5B7-5A3A-8E14-6CE2B5CD3772}" dt="2026-06-01T07:45:42.759" v="1979"/>
          <ac:spMkLst>
            <pc:docMk/>
            <pc:sldMk cId="986344138" sldId="2531"/>
            <ac:spMk id="22" creationId="{593A59E8-5ADF-FF7E-9538-4E1E243B7498}"/>
          </ac:spMkLst>
        </pc:spChg>
        <pc:spChg chg="mod">
          <ac:chgData name="Tarun Mangla" userId="88b13cb7-320d-4618-8f69-c67540fd8b8b" providerId="ADAL" clId="{B1A93881-C5B7-5A3A-8E14-6CE2B5CD3772}" dt="2026-06-01T07:45:42.759" v="1979"/>
          <ac:spMkLst>
            <pc:docMk/>
            <pc:sldMk cId="986344138" sldId="2531"/>
            <ac:spMk id="26" creationId="{668E89B6-D511-58D5-0382-C9E6FF82EF72}"/>
          </ac:spMkLst>
        </pc:spChg>
        <pc:spChg chg="mod">
          <ac:chgData name="Tarun Mangla" userId="88b13cb7-320d-4618-8f69-c67540fd8b8b" providerId="ADAL" clId="{B1A93881-C5B7-5A3A-8E14-6CE2B5CD3772}" dt="2026-06-01T07:45:42.759" v="1979"/>
          <ac:spMkLst>
            <pc:docMk/>
            <pc:sldMk cId="986344138" sldId="2531"/>
            <ac:spMk id="28" creationId="{7E03EB45-2204-B0D7-C9EC-A25D76C04A94}"/>
          </ac:spMkLst>
        </pc:spChg>
        <pc:spChg chg="mod">
          <ac:chgData name="Tarun Mangla" userId="88b13cb7-320d-4618-8f69-c67540fd8b8b" providerId="ADAL" clId="{B1A93881-C5B7-5A3A-8E14-6CE2B5CD3772}" dt="2026-06-01T07:45:42.759" v="1979"/>
          <ac:spMkLst>
            <pc:docMk/>
            <pc:sldMk cId="986344138" sldId="2531"/>
            <ac:spMk id="29" creationId="{6F0F063A-3E0F-9374-975C-591C0D89F876}"/>
          </ac:spMkLst>
        </pc:spChg>
        <pc:spChg chg="mod">
          <ac:chgData name="Tarun Mangla" userId="88b13cb7-320d-4618-8f69-c67540fd8b8b" providerId="ADAL" clId="{B1A93881-C5B7-5A3A-8E14-6CE2B5CD3772}" dt="2026-06-01T07:45:42.759" v="1979"/>
          <ac:spMkLst>
            <pc:docMk/>
            <pc:sldMk cId="986344138" sldId="2531"/>
            <ac:spMk id="31" creationId="{DC59A6AF-25A5-D5C5-A793-61B21339C84B}"/>
          </ac:spMkLst>
        </pc:spChg>
        <pc:spChg chg="mod">
          <ac:chgData name="Tarun Mangla" userId="88b13cb7-320d-4618-8f69-c67540fd8b8b" providerId="ADAL" clId="{B1A93881-C5B7-5A3A-8E14-6CE2B5CD3772}" dt="2026-06-01T07:45:42.759" v="1979"/>
          <ac:spMkLst>
            <pc:docMk/>
            <pc:sldMk cId="986344138" sldId="2531"/>
            <ac:spMk id="32" creationId="{B723B6EC-E5DB-38D5-7374-A38EA3A1C457}"/>
          </ac:spMkLst>
        </pc:spChg>
      </pc:sldChg>
      <pc:sldChg chg="addSp delSp modSp add mod modAnim">
        <pc:chgData name="Tarun Mangla" userId="88b13cb7-320d-4618-8f69-c67540fd8b8b" providerId="ADAL" clId="{B1A93881-C5B7-5A3A-8E14-6CE2B5CD3772}" dt="2026-06-02T02:06:43.294" v="4389" actId="1076"/>
        <pc:sldMkLst>
          <pc:docMk/>
          <pc:sldMk cId="253073041" sldId="2532"/>
        </pc:sldMkLst>
        <pc:spChg chg="mod">
          <ac:chgData name="Tarun Mangla" userId="88b13cb7-320d-4618-8f69-c67540fd8b8b" providerId="ADAL" clId="{B1A93881-C5B7-5A3A-8E14-6CE2B5CD3772}" dt="2026-06-01T09:15:20.448" v="2388"/>
          <ac:spMkLst>
            <pc:docMk/>
            <pc:sldMk cId="253073041" sldId="2532"/>
            <ac:spMk id="3" creationId="{188FCAFD-894D-5603-185F-D76555D3D0F9}"/>
          </ac:spMkLst>
        </pc:spChg>
        <pc:spChg chg="mod">
          <ac:chgData name="Tarun Mangla" userId="88b13cb7-320d-4618-8f69-c67540fd8b8b" providerId="ADAL" clId="{B1A93881-C5B7-5A3A-8E14-6CE2B5CD3772}" dt="2026-06-01T09:29:47.847" v="2628" actId="1076"/>
          <ac:spMkLst>
            <pc:docMk/>
            <pc:sldMk cId="253073041" sldId="2532"/>
            <ac:spMk id="4" creationId="{ECBE2A97-9F37-86CA-749A-E3BB31334CDC}"/>
          </ac:spMkLst>
        </pc:spChg>
        <pc:spChg chg="del">
          <ac:chgData name="Tarun Mangla" userId="88b13cb7-320d-4618-8f69-c67540fd8b8b" providerId="ADAL" clId="{B1A93881-C5B7-5A3A-8E14-6CE2B5CD3772}" dt="2026-06-01T08:57:20.816" v="2252" actId="478"/>
          <ac:spMkLst>
            <pc:docMk/>
            <pc:sldMk cId="253073041" sldId="2532"/>
            <ac:spMk id="5" creationId="{630F97C3-4D0E-2140-3C24-97898F165F28}"/>
          </ac:spMkLst>
        </pc:spChg>
        <pc:spChg chg="add mod">
          <ac:chgData name="Tarun Mangla" userId="88b13cb7-320d-4618-8f69-c67540fd8b8b" providerId="ADAL" clId="{B1A93881-C5B7-5A3A-8E14-6CE2B5CD3772}" dt="2026-06-02T02:06:30.114" v="4387" actId="20577"/>
          <ac:spMkLst>
            <pc:docMk/>
            <pc:sldMk cId="253073041" sldId="2532"/>
            <ac:spMk id="8" creationId="{B32FFD11-86DC-DF1E-E8CA-7886F4F86ADF}"/>
          </ac:spMkLst>
        </pc:spChg>
        <pc:spChg chg="add">
          <ac:chgData name="Tarun Mangla" userId="88b13cb7-320d-4618-8f69-c67540fd8b8b" providerId="ADAL" clId="{B1A93881-C5B7-5A3A-8E14-6CE2B5CD3772}" dt="2026-06-01T09:15:16.693" v="2387"/>
          <ac:spMkLst>
            <pc:docMk/>
            <pc:sldMk cId="253073041" sldId="2532"/>
            <ac:spMk id="10" creationId="{746C00A7-58AA-4EA2-4D2A-BBED969CCD41}"/>
          </ac:spMkLst>
        </pc:spChg>
        <pc:picChg chg="add mod">
          <ac:chgData name="Tarun Mangla" userId="88b13cb7-320d-4618-8f69-c67540fd8b8b" providerId="ADAL" clId="{B1A93881-C5B7-5A3A-8E14-6CE2B5CD3772}" dt="2026-06-02T02:06:43.294" v="4389" actId="1076"/>
          <ac:picMkLst>
            <pc:docMk/>
            <pc:sldMk cId="253073041" sldId="2532"/>
            <ac:picMk id="12" creationId="{C833D6E8-8FBA-FD7A-7144-385338B12E80}"/>
          </ac:picMkLst>
        </pc:picChg>
      </pc:sldChg>
      <pc:sldChg chg="addSp delSp modSp new add del mod">
        <pc:chgData name="Tarun Mangla" userId="88b13cb7-320d-4618-8f69-c67540fd8b8b" providerId="ADAL" clId="{B1A93881-C5B7-5A3A-8E14-6CE2B5CD3772}" dt="2026-06-02T02:23:52.480" v="4442"/>
        <pc:sldMkLst>
          <pc:docMk/>
          <pc:sldMk cId="740339712" sldId="2533"/>
        </pc:sldMkLst>
        <pc:spChg chg="mod">
          <ac:chgData name="Tarun Mangla" userId="88b13cb7-320d-4618-8f69-c67540fd8b8b" providerId="ADAL" clId="{B1A93881-C5B7-5A3A-8E14-6CE2B5CD3772}" dt="2026-06-01T09:41:05.949" v="3010" actId="20577"/>
          <ac:spMkLst>
            <pc:docMk/>
            <pc:sldMk cId="740339712" sldId="2533"/>
            <ac:spMk id="2" creationId="{C2658973-65F8-5AF2-4D4D-B3168ABCDD4A}"/>
          </ac:spMkLst>
        </pc:spChg>
        <pc:spChg chg="del">
          <ac:chgData name="Tarun Mangla" userId="88b13cb7-320d-4618-8f69-c67540fd8b8b" providerId="ADAL" clId="{B1A93881-C5B7-5A3A-8E14-6CE2B5CD3772}" dt="2026-06-01T09:41:13.846" v="3013" actId="478"/>
          <ac:spMkLst>
            <pc:docMk/>
            <pc:sldMk cId="740339712" sldId="2533"/>
            <ac:spMk id="3" creationId="{58137219-DDAF-E09D-97D6-EBD65A60DCC5}"/>
          </ac:spMkLst>
        </pc:spChg>
        <pc:spChg chg="add mod">
          <ac:chgData name="Tarun Mangla" userId="88b13cb7-320d-4618-8f69-c67540fd8b8b" providerId="ADAL" clId="{B1A93881-C5B7-5A3A-8E14-6CE2B5CD3772}" dt="2026-06-02T02:23:52.480" v="4442"/>
          <ac:spMkLst>
            <pc:docMk/>
            <pc:sldMk cId="740339712" sldId="2533"/>
            <ac:spMk id="7" creationId="{9A8089B1-3C1E-E34A-8780-F78D459B0882}"/>
          </ac:spMkLst>
        </pc:spChg>
        <pc:picChg chg="add mod">
          <ac:chgData name="Tarun Mangla" userId="88b13cb7-320d-4618-8f69-c67540fd8b8b" providerId="ADAL" clId="{B1A93881-C5B7-5A3A-8E14-6CE2B5CD3772}" dt="2026-06-01T09:44:26.273" v="3032" actId="14100"/>
          <ac:picMkLst>
            <pc:docMk/>
            <pc:sldMk cId="740339712" sldId="2533"/>
            <ac:picMk id="4" creationId="{C4F63261-18EA-0510-F6DF-269FEF98656A}"/>
          </ac:picMkLst>
        </pc:picChg>
        <pc:picChg chg="add del">
          <ac:chgData name="Tarun Mangla" userId="88b13cb7-320d-4618-8f69-c67540fd8b8b" providerId="ADAL" clId="{B1A93881-C5B7-5A3A-8E14-6CE2B5CD3772}" dt="2026-06-01T09:43:10.963" v="3018" actId="478"/>
          <ac:picMkLst>
            <pc:docMk/>
            <pc:sldMk cId="740339712" sldId="2533"/>
            <ac:picMk id="5" creationId="{2D10FF22-7447-3C14-04A1-E6B65CF9DBA0}"/>
          </ac:picMkLst>
        </pc:picChg>
        <pc:picChg chg="add mod">
          <ac:chgData name="Tarun Mangla" userId="88b13cb7-320d-4618-8f69-c67540fd8b8b" providerId="ADAL" clId="{B1A93881-C5B7-5A3A-8E14-6CE2B5CD3772}" dt="2026-06-01T09:44:24.277" v="3031" actId="14100"/>
          <ac:picMkLst>
            <pc:docMk/>
            <pc:sldMk cId="740339712" sldId="2533"/>
            <ac:picMk id="6" creationId="{D2879778-494B-D96B-7BA2-9ED71B96FBAC}"/>
          </ac:picMkLst>
        </pc:picChg>
      </pc:sldChg>
      <pc:sldChg chg="modSp new add del mod modAnim">
        <pc:chgData name="Tarun Mangla" userId="88b13cb7-320d-4618-8f69-c67540fd8b8b" providerId="ADAL" clId="{B1A93881-C5B7-5A3A-8E14-6CE2B5CD3772}" dt="2026-06-02T04:36:55.423" v="4984"/>
        <pc:sldMkLst>
          <pc:docMk/>
          <pc:sldMk cId="1594984594" sldId="2534"/>
        </pc:sldMkLst>
        <pc:spChg chg="mod">
          <ac:chgData name="Tarun Mangla" userId="88b13cb7-320d-4618-8f69-c67540fd8b8b" providerId="ADAL" clId="{B1A93881-C5B7-5A3A-8E14-6CE2B5CD3772}" dt="2026-06-02T04:36:13.677" v="4858"/>
          <ac:spMkLst>
            <pc:docMk/>
            <pc:sldMk cId="1594984594" sldId="2534"/>
            <ac:spMk id="2" creationId="{AC2FA257-16C6-D902-A1CE-4F7540DE4319}"/>
          </ac:spMkLst>
        </pc:spChg>
        <pc:spChg chg="mod">
          <ac:chgData name="Tarun Mangla" userId="88b13cb7-320d-4618-8f69-c67540fd8b8b" providerId="ADAL" clId="{B1A93881-C5B7-5A3A-8E14-6CE2B5CD3772}" dt="2026-06-02T04:36:52.239" v="4983" actId="20577"/>
          <ac:spMkLst>
            <pc:docMk/>
            <pc:sldMk cId="1594984594" sldId="2534"/>
            <ac:spMk id="3" creationId="{87248C59-E9E3-F83B-2E56-33B5F2F02C3F}"/>
          </ac:spMkLst>
        </pc:spChg>
      </pc:sldChg>
      <pc:sldChg chg="modSp add del mod">
        <pc:chgData name="Tarun Mangla" userId="88b13cb7-320d-4618-8f69-c67540fd8b8b" providerId="ADAL" clId="{B1A93881-C5B7-5A3A-8E14-6CE2B5CD3772}" dt="2026-06-01T16:37:57.276" v="4107" actId="2696"/>
        <pc:sldMkLst>
          <pc:docMk/>
          <pc:sldMk cId="2418484194" sldId="2535"/>
        </pc:sldMkLst>
        <pc:spChg chg="mod">
          <ac:chgData name="Tarun Mangla" userId="88b13cb7-320d-4618-8f69-c67540fd8b8b" providerId="ADAL" clId="{B1A93881-C5B7-5A3A-8E14-6CE2B5CD3772}" dt="2026-06-01T16:37:38.927" v="4096" actId="20577"/>
          <ac:spMkLst>
            <pc:docMk/>
            <pc:sldMk cId="2418484194" sldId="2535"/>
            <ac:spMk id="2" creationId="{EDC756BE-68A2-4783-3B9F-758EAAFE46A1}"/>
          </ac:spMkLst>
        </pc:spChg>
        <pc:spChg chg="mod">
          <ac:chgData name="Tarun Mangla" userId="88b13cb7-320d-4618-8f69-c67540fd8b8b" providerId="ADAL" clId="{B1A93881-C5B7-5A3A-8E14-6CE2B5CD3772}" dt="2026-06-01T16:37:45.362" v="4106" actId="20577"/>
          <ac:spMkLst>
            <pc:docMk/>
            <pc:sldMk cId="2418484194" sldId="2535"/>
            <ac:spMk id="3" creationId="{EDDE76CF-1A6A-0169-938D-F5BB13067F2F}"/>
          </ac:spMkLst>
        </pc:spChg>
      </pc:sldChg>
      <pc:sldChg chg="addSp delSp modSp new del mod">
        <pc:chgData name="Tarun Mangla" userId="88b13cb7-320d-4618-8f69-c67540fd8b8b" providerId="ADAL" clId="{B1A93881-C5B7-5A3A-8E14-6CE2B5CD3772}" dt="2026-06-01T16:42:48.063" v="4176"/>
        <pc:sldMkLst>
          <pc:docMk/>
          <pc:sldMk cId="3191308247" sldId="2536"/>
        </pc:sldMkLst>
        <pc:spChg chg="mod">
          <ac:chgData name="Tarun Mangla" userId="88b13cb7-320d-4618-8f69-c67540fd8b8b" providerId="ADAL" clId="{B1A93881-C5B7-5A3A-8E14-6CE2B5CD3772}" dt="2026-06-01T07:51:34.924" v="2142" actId="20577"/>
          <ac:spMkLst>
            <pc:docMk/>
            <pc:sldMk cId="3191308247" sldId="2536"/>
            <ac:spMk id="2" creationId="{B6481103-72AF-E603-2A4D-F640B0B1C608}"/>
          </ac:spMkLst>
        </pc:spChg>
        <pc:spChg chg="mod">
          <ac:chgData name="Tarun Mangla" userId="88b13cb7-320d-4618-8f69-c67540fd8b8b" providerId="ADAL" clId="{B1A93881-C5B7-5A3A-8E14-6CE2B5CD3772}" dt="2026-06-01T16:42:26.306" v="4166"/>
          <ac:spMkLst>
            <pc:docMk/>
            <pc:sldMk cId="3191308247" sldId="2536"/>
            <ac:spMk id="3" creationId="{F636050D-0E1B-0E30-0FF4-047CC4117DE8}"/>
          </ac:spMkLst>
        </pc:spChg>
        <pc:spChg chg="mod">
          <ac:chgData name="Tarun Mangla" userId="88b13cb7-320d-4618-8f69-c67540fd8b8b" providerId="ADAL" clId="{B1A93881-C5B7-5A3A-8E14-6CE2B5CD3772}" dt="2026-06-01T16:42:26.307" v="4170"/>
          <ac:spMkLst>
            <pc:docMk/>
            <pc:sldMk cId="3191308247" sldId="2536"/>
            <ac:spMk id="4" creationId="{550916F8-3915-6FA5-ABA4-ED1F8510AD81}"/>
          </ac:spMkLst>
        </pc:spChg>
        <pc:spChg chg="del">
          <ac:chgData name="Tarun Mangla" userId="88b13cb7-320d-4618-8f69-c67540fd8b8b" providerId="ADAL" clId="{B1A93881-C5B7-5A3A-8E14-6CE2B5CD3772}" dt="2026-06-01T16:41:06.129" v="4162" actId="478"/>
          <ac:spMkLst>
            <pc:docMk/>
            <pc:sldMk cId="3191308247" sldId="2536"/>
            <ac:spMk id="5" creationId="{5A6DEC43-3CD9-8C9B-53E0-715B1EFF591B}"/>
          </ac:spMkLst>
        </pc:spChg>
        <pc:spChg chg="add mod">
          <ac:chgData name="Tarun Mangla" userId="88b13cb7-320d-4618-8f69-c67540fd8b8b" providerId="ADAL" clId="{B1A93881-C5B7-5A3A-8E14-6CE2B5CD3772}" dt="2026-06-01T16:39:47.168" v="4128" actId="1076"/>
          <ac:spMkLst>
            <pc:docMk/>
            <pc:sldMk cId="3191308247" sldId="2536"/>
            <ac:spMk id="7" creationId="{5F9C3F12-2C4D-FBC3-6A91-16B082D4F335}"/>
          </ac:spMkLst>
        </pc:spChg>
        <pc:spChg chg="add mod">
          <ac:chgData name="Tarun Mangla" userId="88b13cb7-320d-4618-8f69-c67540fd8b8b" providerId="ADAL" clId="{B1A93881-C5B7-5A3A-8E14-6CE2B5CD3772}" dt="2026-06-01T16:39:47.168" v="4128" actId="1076"/>
          <ac:spMkLst>
            <pc:docMk/>
            <pc:sldMk cId="3191308247" sldId="2536"/>
            <ac:spMk id="9" creationId="{2201ECE7-E6E5-E163-1534-C647EA5611C1}"/>
          </ac:spMkLst>
        </pc:spChg>
        <pc:spChg chg="add mod">
          <ac:chgData name="Tarun Mangla" userId="88b13cb7-320d-4618-8f69-c67540fd8b8b" providerId="ADAL" clId="{B1A93881-C5B7-5A3A-8E14-6CE2B5CD3772}" dt="2026-06-01T16:39:47.168" v="4128" actId="1076"/>
          <ac:spMkLst>
            <pc:docMk/>
            <pc:sldMk cId="3191308247" sldId="2536"/>
            <ac:spMk id="14" creationId="{47868F12-6C6E-6B98-A84A-41E96AF3F33F}"/>
          </ac:spMkLst>
        </pc:spChg>
        <pc:spChg chg="add mod">
          <ac:chgData name="Tarun Mangla" userId="88b13cb7-320d-4618-8f69-c67540fd8b8b" providerId="ADAL" clId="{B1A93881-C5B7-5A3A-8E14-6CE2B5CD3772}" dt="2026-06-01T16:39:47.168" v="4128" actId="1076"/>
          <ac:spMkLst>
            <pc:docMk/>
            <pc:sldMk cId="3191308247" sldId="2536"/>
            <ac:spMk id="15" creationId="{049B1DB2-172E-E490-4847-1E33912ED79F}"/>
          </ac:spMkLst>
        </pc:spChg>
        <pc:spChg chg="mod">
          <ac:chgData name="Tarun Mangla" userId="88b13cb7-320d-4618-8f69-c67540fd8b8b" providerId="ADAL" clId="{B1A93881-C5B7-5A3A-8E14-6CE2B5CD3772}" dt="2026-06-01T16:39:47.168" v="4128" actId="1076"/>
          <ac:spMkLst>
            <pc:docMk/>
            <pc:sldMk cId="3191308247" sldId="2536"/>
            <ac:spMk id="19" creationId="{D934ED03-E988-33F6-0140-702D3480A54E}"/>
          </ac:spMkLst>
        </pc:spChg>
        <pc:spChg chg="mod">
          <ac:chgData name="Tarun Mangla" userId="88b13cb7-320d-4618-8f69-c67540fd8b8b" providerId="ADAL" clId="{B1A93881-C5B7-5A3A-8E14-6CE2B5CD3772}" dt="2026-06-01T16:39:47.168" v="4128" actId="1076"/>
          <ac:spMkLst>
            <pc:docMk/>
            <pc:sldMk cId="3191308247" sldId="2536"/>
            <ac:spMk id="21" creationId="{596FA28B-9826-993E-EBFB-5AA40330DBE8}"/>
          </ac:spMkLst>
        </pc:spChg>
        <pc:spChg chg="mod">
          <ac:chgData name="Tarun Mangla" userId="88b13cb7-320d-4618-8f69-c67540fd8b8b" providerId="ADAL" clId="{B1A93881-C5B7-5A3A-8E14-6CE2B5CD3772}" dt="2026-06-01T16:39:47.168" v="4128" actId="1076"/>
          <ac:spMkLst>
            <pc:docMk/>
            <pc:sldMk cId="3191308247" sldId="2536"/>
            <ac:spMk id="22" creationId="{081A4CA1-9E29-7099-01F2-59476295D998}"/>
          </ac:spMkLst>
        </pc:spChg>
        <pc:spChg chg="mod">
          <ac:chgData name="Tarun Mangla" userId="88b13cb7-320d-4618-8f69-c67540fd8b8b" providerId="ADAL" clId="{B1A93881-C5B7-5A3A-8E14-6CE2B5CD3772}" dt="2026-06-01T16:39:47.168" v="4128" actId="1076"/>
          <ac:spMkLst>
            <pc:docMk/>
            <pc:sldMk cId="3191308247" sldId="2536"/>
            <ac:spMk id="25" creationId="{585111C8-7383-296E-5776-6319724778B2}"/>
          </ac:spMkLst>
        </pc:spChg>
        <pc:spChg chg="mod">
          <ac:chgData name="Tarun Mangla" userId="88b13cb7-320d-4618-8f69-c67540fd8b8b" providerId="ADAL" clId="{B1A93881-C5B7-5A3A-8E14-6CE2B5CD3772}" dt="2026-06-01T16:39:47.168" v="4128" actId="1076"/>
          <ac:spMkLst>
            <pc:docMk/>
            <pc:sldMk cId="3191308247" sldId="2536"/>
            <ac:spMk id="28" creationId="{22DF91A4-5FF3-1D1A-A988-12C3F0BAF1A7}"/>
          </ac:spMkLst>
        </pc:spChg>
        <pc:spChg chg="mod">
          <ac:chgData name="Tarun Mangla" userId="88b13cb7-320d-4618-8f69-c67540fd8b8b" providerId="ADAL" clId="{B1A93881-C5B7-5A3A-8E14-6CE2B5CD3772}" dt="2026-06-01T16:39:47.168" v="4128" actId="1076"/>
          <ac:spMkLst>
            <pc:docMk/>
            <pc:sldMk cId="3191308247" sldId="2536"/>
            <ac:spMk id="30" creationId="{FD82C683-F91E-09DD-DD89-3FAB356FFDEE}"/>
          </ac:spMkLst>
        </pc:spChg>
        <pc:cxnChg chg="add mod">
          <ac:chgData name="Tarun Mangla" userId="88b13cb7-320d-4618-8f69-c67540fd8b8b" providerId="ADAL" clId="{B1A93881-C5B7-5A3A-8E14-6CE2B5CD3772}" dt="2026-06-01T16:42:26.310" v="4172"/>
          <ac:cxnSpMkLst>
            <pc:docMk/>
            <pc:sldMk cId="3191308247" sldId="2536"/>
            <ac:cxnSpMk id="33" creationId="{B56E2E76-8308-9940-B63D-573A30B84FAA}"/>
          </ac:cxnSpMkLst>
        </pc:cxnChg>
        <pc:cxnChg chg="add mod">
          <ac:chgData name="Tarun Mangla" userId="88b13cb7-320d-4618-8f69-c67540fd8b8b" providerId="ADAL" clId="{B1A93881-C5B7-5A3A-8E14-6CE2B5CD3772}" dt="2026-06-01T16:42:26.310" v="4174"/>
          <ac:cxnSpMkLst>
            <pc:docMk/>
            <pc:sldMk cId="3191308247" sldId="2536"/>
            <ac:cxnSpMk id="34" creationId="{494FB0DE-E6B2-A8E1-6D72-D5CDC32DE39C}"/>
          </ac:cxnSpMkLst>
        </pc:cxnChg>
      </pc:sldChg>
      <pc:sldChg chg="addSp delSp modSp add mod ord modAnim">
        <pc:chgData name="Tarun Mangla" userId="88b13cb7-320d-4618-8f69-c67540fd8b8b" providerId="ADAL" clId="{B1A93881-C5B7-5A3A-8E14-6CE2B5CD3772}" dt="2026-06-01T09:35:23.246" v="2751" actId="20577"/>
        <pc:sldMkLst>
          <pc:docMk/>
          <pc:sldMk cId="1620340644" sldId="2537"/>
        </pc:sldMkLst>
        <pc:spChg chg="mod">
          <ac:chgData name="Tarun Mangla" userId="88b13cb7-320d-4618-8f69-c67540fd8b8b" providerId="ADAL" clId="{B1A93881-C5B7-5A3A-8E14-6CE2B5CD3772}" dt="2026-06-01T09:35:23.246" v="2751" actId="20577"/>
          <ac:spMkLst>
            <pc:docMk/>
            <pc:sldMk cId="1620340644" sldId="2537"/>
            <ac:spMk id="2" creationId="{B33F4D2A-A897-93FE-6B4B-A2250100C208}"/>
          </ac:spMkLst>
        </pc:spChg>
        <pc:spChg chg="add del mod">
          <ac:chgData name="Tarun Mangla" userId="88b13cb7-320d-4618-8f69-c67540fd8b8b" providerId="ADAL" clId="{B1A93881-C5B7-5A3A-8E14-6CE2B5CD3772}" dt="2026-06-01T09:16:59.516" v="2420"/>
          <ac:spMkLst>
            <pc:docMk/>
            <pc:sldMk cId="1620340644" sldId="2537"/>
            <ac:spMk id="5" creationId="{5B1A1B72-D5D4-C482-4068-299806B31C01}"/>
          </ac:spMkLst>
        </pc:spChg>
        <pc:spChg chg="mod">
          <ac:chgData name="Tarun Mangla" userId="88b13cb7-320d-4618-8f69-c67540fd8b8b" providerId="ADAL" clId="{B1A93881-C5B7-5A3A-8E14-6CE2B5CD3772}" dt="2026-06-01T09:15:06.305" v="2385" actId="1076"/>
          <ac:spMkLst>
            <pc:docMk/>
            <pc:sldMk cId="1620340644" sldId="2537"/>
            <ac:spMk id="10" creationId="{C81EE96C-6FB9-DC9C-98D6-A9EA8E386F0F}"/>
          </ac:spMkLst>
        </pc:spChg>
        <pc:spChg chg="mod">
          <ac:chgData name="Tarun Mangla" userId="88b13cb7-320d-4618-8f69-c67540fd8b8b" providerId="ADAL" clId="{B1A93881-C5B7-5A3A-8E14-6CE2B5CD3772}" dt="2026-06-01T09:15:06.305" v="2385" actId="1076"/>
          <ac:spMkLst>
            <pc:docMk/>
            <pc:sldMk cId="1620340644" sldId="2537"/>
            <ac:spMk id="12" creationId="{FC369F0A-289B-C792-BE3F-5A983216FA14}"/>
          </ac:spMkLst>
        </pc:spChg>
        <pc:spChg chg="mod">
          <ac:chgData name="Tarun Mangla" userId="88b13cb7-320d-4618-8f69-c67540fd8b8b" providerId="ADAL" clId="{B1A93881-C5B7-5A3A-8E14-6CE2B5CD3772}" dt="2026-06-01T09:15:06.305" v="2385" actId="1076"/>
          <ac:spMkLst>
            <pc:docMk/>
            <pc:sldMk cId="1620340644" sldId="2537"/>
            <ac:spMk id="14" creationId="{F069D91A-A274-CD90-1917-65BEED9ED302}"/>
          </ac:spMkLst>
        </pc:spChg>
        <pc:spChg chg="mod">
          <ac:chgData name="Tarun Mangla" userId="88b13cb7-320d-4618-8f69-c67540fd8b8b" providerId="ADAL" clId="{B1A93881-C5B7-5A3A-8E14-6CE2B5CD3772}" dt="2026-06-01T09:15:06.305" v="2385" actId="1076"/>
          <ac:spMkLst>
            <pc:docMk/>
            <pc:sldMk cId="1620340644" sldId="2537"/>
            <ac:spMk id="15" creationId="{E508E90E-DAC8-F5E5-8BE7-8CDE26D9CA47}"/>
          </ac:spMkLst>
        </pc:spChg>
        <pc:spChg chg="mod">
          <ac:chgData name="Tarun Mangla" userId="88b13cb7-320d-4618-8f69-c67540fd8b8b" providerId="ADAL" clId="{B1A93881-C5B7-5A3A-8E14-6CE2B5CD3772}" dt="2026-06-01T09:15:06.305" v="2385" actId="1076"/>
          <ac:spMkLst>
            <pc:docMk/>
            <pc:sldMk cId="1620340644" sldId="2537"/>
            <ac:spMk id="16" creationId="{C4EB82E4-86F3-913F-8611-BA5A8E563567}"/>
          </ac:spMkLst>
        </pc:spChg>
        <pc:spChg chg="mod">
          <ac:chgData name="Tarun Mangla" userId="88b13cb7-320d-4618-8f69-c67540fd8b8b" providerId="ADAL" clId="{B1A93881-C5B7-5A3A-8E14-6CE2B5CD3772}" dt="2026-06-01T09:14:54.499" v="2384" actId="27636"/>
          <ac:spMkLst>
            <pc:docMk/>
            <pc:sldMk cId="1620340644" sldId="2537"/>
            <ac:spMk id="17" creationId="{FE292A6E-5116-AB8E-FBF7-08DE11B81A04}"/>
          </ac:spMkLst>
        </pc:spChg>
        <pc:spChg chg="mod">
          <ac:chgData name="Tarun Mangla" userId="88b13cb7-320d-4618-8f69-c67540fd8b8b" providerId="ADAL" clId="{B1A93881-C5B7-5A3A-8E14-6CE2B5CD3772}" dt="2026-06-01T09:15:06.305" v="2385" actId="1076"/>
          <ac:spMkLst>
            <pc:docMk/>
            <pc:sldMk cId="1620340644" sldId="2537"/>
            <ac:spMk id="18" creationId="{004BCEFA-9B2F-077C-F343-506BCEC34A0F}"/>
          </ac:spMkLst>
        </pc:spChg>
        <pc:spChg chg="mod">
          <ac:chgData name="Tarun Mangla" userId="88b13cb7-320d-4618-8f69-c67540fd8b8b" providerId="ADAL" clId="{B1A93881-C5B7-5A3A-8E14-6CE2B5CD3772}" dt="2026-06-01T09:15:06.305" v="2385" actId="1076"/>
          <ac:spMkLst>
            <pc:docMk/>
            <pc:sldMk cId="1620340644" sldId="2537"/>
            <ac:spMk id="19" creationId="{3B6DD06C-FCB2-ED62-3238-6BD93A83E8D9}"/>
          </ac:spMkLst>
        </pc:spChg>
        <pc:spChg chg="mod">
          <ac:chgData name="Tarun Mangla" userId="88b13cb7-320d-4618-8f69-c67540fd8b8b" providerId="ADAL" clId="{B1A93881-C5B7-5A3A-8E14-6CE2B5CD3772}" dt="2026-06-01T09:15:06.305" v="2385" actId="1076"/>
          <ac:spMkLst>
            <pc:docMk/>
            <pc:sldMk cId="1620340644" sldId="2537"/>
            <ac:spMk id="22" creationId="{41018E64-5D3F-A1F7-9F30-6E1BA693CFA2}"/>
          </ac:spMkLst>
        </pc:spChg>
        <pc:spChg chg="mod">
          <ac:chgData name="Tarun Mangla" userId="88b13cb7-320d-4618-8f69-c67540fd8b8b" providerId="ADAL" clId="{B1A93881-C5B7-5A3A-8E14-6CE2B5CD3772}" dt="2026-06-01T09:15:06.305" v="2385" actId="1076"/>
          <ac:spMkLst>
            <pc:docMk/>
            <pc:sldMk cId="1620340644" sldId="2537"/>
            <ac:spMk id="24" creationId="{A7ECAFA8-BDAA-18F2-A509-D4F1A76F6D4D}"/>
          </ac:spMkLst>
        </pc:spChg>
        <pc:spChg chg="mod">
          <ac:chgData name="Tarun Mangla" userId="88b13cb7-320d-4618-8f69-c67540fd8b8b" providerId="ADAL" clId="{B1A93881-C5B7-5A3A-8E14-6CE2B5CD3772}" dt="2026-06-01T09:15:06.305" v="2385" actId="1076"/>
          <ac:spMkLst>
            <pc:docMk/>
            <pc:sldMk cId="1620340644" sldId="2537"/>
            <ac:spMk id="28" creationId="{1F639005-4010-5BEE-2C68-2060F1F3909D}"/>
          </ac:spMkLst>
        </pc:spChg>
      </pc:sldChg>
      <pc:sldChg chg="addSp delSp modSp new mod">
        <pc:chgData name="Tarun Mangla" userId="88b13cb7-320d-4618-8f69-c67540fd8b8b" providerId="ADAL" clId="{B1A93881-C5B7-5A3A-8E14-6CE2B5CD3772}" dt="2026-06-02T02:27:18.562" v="4808" actId="478"/>
        <pc:sldMkLst>
          <pc:docMk/>
          <pc:sldMk cId="1270557338" sldId="2538"/>
        </pc:sldMkLst>
        <pc:spChg chg="mod">
          <ac:chgData name="Tarun Mangla" userId="88b13cb7-320d-4618-8f69-c67540fd8b8b" providerId="ADAL" clId="{B1A93881-C5B7-5A3A-8E14-6CE2B5CD3772}" dt="2026-06-01T09:17:36.174" v="2490" actId="20577"/>
          <ac:spMkLst>
            <pc:docMk/>
            <pc:sldMk cId="1270557338" sldId="2538"/>
            <ac:spMk id="2" creationId="{76A9B5EC-B417-DCAE-4263-DD3B21438AC4}"/>
          </ac:spMkLst>
        </pc:spChg>
        <pc:spChg chg="del mod">
          <ac:chgData name="Tarun Mangla" userId="88b13cb7-320d-4618-8f69-c67540fd8b8b" providerId="ADAL" clId="{B1A93881-C5B7-5A3A-8E14-6CE2B5CD3772}" dt="2026-06-01T09:33:28.656" v="2741" actId="478"/>
          <ac:spMkLst>
            <pc:docMk/>
            <pc:sldMk cId="1270557338" sldId="2538"/>
            <ac:spMk id="3" creationId="{9B92DCD8-2D16-0C29-A103-167796807F41}"/>
          </ac:spMkLst>
        </pc:spChg>
        <pc:spChg chg="del">
          <ac:chgData name="Tarun Mangla" userId="88b13cb7-320d-4618-8f69-c67540fd8b8b" providerId="ADAL" clId="{B1A93881-C5B7-5A3A-8E14-6CE2B5CD3772}" dt="2026-06-01T09:32:43.896" v="2693"/>
          <ac:spMkLst>
            <pc:docMk/>
            <pc:sldMk cId="1270557338" sldId="2538"/>
            <ac:spMk id="4" creationId="{41B967D8-EAD2-1C7A-2858-25E289A159BE}"/>
          </ac:spMkLst>
        </pc:spChg>
        <pc:spChg chg="del">
          <ac:chgData name="Tarun Mangla" userId="88b13cb7-320d-4618-8f69-c67540fd8b8b" providerId="ADAL" clId="{B1A93881-C5B7-5A3A-8E14-6CE2B5CD3772}" dt="2026-06-02T02:27:18.562" v="4808" actId="478"/>
          <ac:spMkLst>
            <pc:docMk/>
            <pc:sldMk cId="1270557338" sldId="2538"/>
            <ac:spMk id="5" creationId="{D77FC7CD-61A6-0757-2D85-B30667632648}"/>
          </ac:spMkLst>
        </pc:spChg>
        <pc:spChg chg="add mod">
          <ac:chgData name="Tarun Mangla" userId="88b13cb7-320d-4618-8f69-c67540fd8b8b" providerId="ADAL" clId="{B1A93881-C5B7-5A3A-8E14-6CE2B5CD3772}" dt="2026-06-01T11:04:14.967" v="3875" actId="20577"/>
          <ac:spMkLst>
            <pc:docMk/>
            <pc:sldMk cId="1270557338" sldId="2538"/>
            <ac:spMk id="9" creationId="{5B3E75A0-CE4A-B057-2190-58BF3E7F4602}"/>
          </ac:spMkLst>
        </pc:spChg>
        <pc:picChg chg="add mod">
          <ac:chgData name="Tarun Mangla" userId="88b13cb7-320d-4618-8f69-c67540fd8b8b" providerId="ADAL" clId="{B1A93881-C5B7-5A3A-8E14-6CE2B5CD3772}" dt="2026-06-01T09:46:58.756" v="3152" actId="1076"/>
          <ac:picMkLst>
            <pc:docMk/>
            <pc:sldMk cId="1270557338" sldId="2538"/>
            <ac:picMk id="7" creationId="{A164F037-4C57-9C1C-9349-DB6137320CE3}"/>
          </ac:picMkLst>
        </pc:picChg>
      </pc:sldChg>
      <pc:sldChg chg="modSp new del mod">
        <pc:chgData name="Tarun Mangla" userId="88b13cb7-320d-4618-8f69-c67540fd8b8b" providerId="ADAL" clId="{B1A93881-C5B7-5A3A-8E14-6CE2B5CD3772}" dt="2026-06-01T09:00:46.723" v="2346" actId="2696"/>
        <pc:sldMkLst>
          <pc:docMk/>
          <pc:sldMk cId="4049735124" sldId="2538"/>
        </pc:sldMkLst>
        <pc:spChg chg="mod">
          <ac:chgData name="Tarun Mangla" userId="88b13cb7-320d-4618-8f69-c67540fd8b8b" providerId="ADAL" clId="{B1A93881-C5B7-5A3A-8E14-6CE2B5CD3772}" dt="2026-06-01T09:00:25.897" v="2345" actId="20577"/>
          <ac:spMkLst>
            <pc:docMk/>
            <pc:sldMk cId="4049735124" sldId="2538"/>
            <ac:spMk id="2" creationId="{17A348ED-A304-2FCE-A52F-2C55D11D4D12}"/>
          </ac:spMkLst>
        </pc:spChg>
      </pc:sldChg>
      <pc:sldChg chg="add del">
        <pc:chgData name="Tarun Mangla" userId="88b13cb7-320d-4618-8f69-c67540fd8b8b" providerId="ADAL" clId="{B1A93881-C5B7-5A3A-8E14-6CE2B5CD3772}" dt="2026-06-01T09:26:48.197" v="2610"/>
        <pc:sldMkLst>
          <pc:docMk/>
          <pc:sldMk cId="3117920889" sldId="2539"/>
        </pc:sldMkLst>
      </pc:sldChg>
      <pc:sldChg chg="add del">
        <pc:chgData name="Tarun Mangla" userId="88b13cb7-320d-4618-8f69-c67540fd8b8b" providerId="ADAL" clId="{B1A93881-C5B7-5A3A-8E14-6CE2B5CD3772}" dt="2026-06-01T09:27:52.785" v="2612"/>
        <pc:sldMkLst>
          <pc:docMk/>
          <pc:sldMk cId="2943903047" sldId="2540"/>
        </pc:sldMkLst>
      </pc:sldChg>
      <pc:sldChg chg="add del">
        <pc:chgData name="Tarun Mangla" userId="88b13cb7-320d-4618-8f69-c67540fd8b8b" providerId="ADAL" clId="{B1A93881-C5B7-5A3A-8E14-6CE2B5CD3772}" dt="2026-06-01T09:28:51.974" v="2614"/>
        <pc:sldMkLst>
          <pc:docMk/>
          <pc:sldMk cId="1145923403" sldId="2541"/>
        </pc:sldMkLst>
      </pc:sldChg>
      <pc:sldChg chg="addSp modSp add mod modAnim">
        <pc:chgData name="Tarun Mangla" userId="88b13cb7-320d-4618-8f69-c67540fd8b8b" providerId="ADAL" clId="{B1A93881-C5B7-5A3A-8E14-6CE2B5CD3772}" dt="2026-06-01T11:11:18.520" v="3966" actId="20577"/>
        <pc:sldMkLst>
          <pc:docMk/>
          <pc:sldMk cId="999225627" sldId="2542"/>
        </pc:sldMkLst>
        <pc:spChg chg="mod">
          <ac:chgData name="Tarun Mangla" userId="88b13cb7-320d-4618-8f69-c67540fd8b8b" providerId="ADAL" clId="{B1A93881-C5B7-5A3A-8E14-6CE2B5CD3772}" dt="2026-06-01T11:11:16.221" v="3965" actId="20577"/>
          <ac:spMkLst>
            <pc:docMk/>
            <pc:sldMk cId="999225627" sldId="2542"/>
            <ac:spMk id="2" creationId="{3B8CD900-19EC-824C-BF74-AADFBF5A172E}"/>
          </ac:spMkLst>
        </pc:spChg>
        <pc:spChg chg="mod">
          <ac:chgData name="Tarun Mangla" userId="88b13cb7-320d-4618-8f69-c67540fd8b8b" providerId="ADAL" clId="{B1A93881-C5B7-5A3A-8E14-6CE2B5CD3772}" dt="2026-06-01T09:31:13.581" v="2690" actId="122"/>
          <ac:spMkLst>
            <pc:docMk/>
            <pc:sldMk cId="999225627" sldId="2542"/>
            <ac:spMk id="101" creationId="{00000000-0000-0000-0000-000000000000}"/>
          </ac:spMkLst>
        </pc:spChg>
        <pc:spChg chg="mod">
          <ac:chgData name="Tarun Mangla" userId="88b13cb7-320d-4618-8f69-c67540fd8b8b" providerId="ADAL" clId="{B1A93881-C5B7-5A3A-8E14-6CE2B5CD3772}" dt="2026-06-01T09:36:46.380" v="2758" actId="1076"/>
          <ac:spMkLst>
            <pc:docMk/>
            <pc:sldMk cId="999225627" sldId="2542"/>
            <ac:spMk id="102" creationId="{00000000-0000-0000-0000-000000000000}"/>
          </ac:spMkLst>
        </pc:spChg>
        <pc:spChg chg="mod">
          <ac:chgData name="Tarun Mangla" userId="88b13cb7-320d-4618-8f69-c67540fd8b8b" providerId="ADAL" clId="{B1A93881-C5B7-5A3A-8E14-6CE2B5CD3772}" dt="2026-06-01T11:11:18.520" v="3966" actId="20577"/>
          <ac:spMkLst>
            <pc:docMk/>
            <pc:sldMk cId="999225627" sldId="2542"/>
            <ac:spMk id="103" creationId="{00000000-0000-0000-0000-000000000000}"/>
          </ac:spMkLst>
        </pc:spChg>
        <pc:picChg chg="add mod">
          <ac:chgData name="Tarun Mangla" userId="88b13cb7-320d-4618-8f69-c67540fd8b8b" providerId="ADAL" clId="{B1A93881-C5B7-5A3A-8E14-6CE2B5CD3772}" dt="2026-06-01T09:36:15.926" v="2754" actId="1076"/>
          <ac:picMkLst>
            <pc:docMk/>
            <pc:sldMk cId="999225627" sldId="2542"/>
            <ac:picMk id="3" creationId="{36D680C7-35A0-B70F-C101-A57458A70C19}"/>
          </ac:picMkLst>
        </pc:picChg>
      </pc:sldChg>
      <pc:sldChg chg="new del">
        <pc:chgData name="Tarun Mangla" userId="88b13cb7-320d-4618-8f69-c67540fd8b8b" providerId="ADAL" clId="{B1A93881-C5B7-5A3A-8E14-6CE2B5CD3772}" dt="2026-06-01T09:47:35.387" v="3155" actId="2696"/>
        <pc:sldMkLst>
          <pc:docMk/>
          <pc:sldMk cId="1286752942" sldId="2543"/>
        </pc:sldMkLst>
      </pc:sldChg>
      <pc:sldChg chg="add del setBg">
        <pc:chgData name="Tarun Mangla" userId="88b13cb7-320d-4618-8f69-c67540fd8b8b" providerId="ADAL" clId="{B1A93881-C5B7-5A3A-8E14-6CE2B5CD3772}" dt="2026-06-01T09:51:04.238" v="3233" actId="2696"/>
        <pc:sldMkLst>
          <pc:docMk/>
          <pc:sldMk cId="1453417198" sldId="2543"/>
        </pc:sldMkLst>
      </pc:sldChg>
      <pc:sldChg chg="modSp add del mod setBg">
        <pc:chgData name="Tarun Mangla" userId="88b13cb7-320d-4618-8f69-c67540fd8b8b" providerId="ADAL" clId="{B1A93881-C5B7-5A3A-8E14-6CE2B5CD3772}" dt="2026-06-01T09:51:00.239" v="3231"/>
        <pc:sldMkLst>
          <pc:docMk/>
          <pc:sldMk cId="3331262838" sldId="2544"/>
        </pc:sldMkLst>
        <pc:spChg chg="mod">
          <ac:chgData name="Tarun Mangla" userId="88b13cb7-320d-4618-8f69-c67540fd8b8b" providerId="ADAL" clId="{B1A93881-C5B7-5A3A-8E14-6CE2B5CD3772}" dt="2026-06-01T09:50:50.987" v="3228" actId="207"/>
          <ac:spMkLst>
            <pc:docMk/>
            <pc:sldMk cId="3331262838" sldId="2544"/>
            <ac:spMk id="3" creationId="{4A12E579-3571-2F4F-8AAD-A8669D02733A}"/>
          </ac:spMkLst>
        </pc:spChg>
        <pc:spChg chg="mod">
          <ac:chgData name="Tarun Mangla" userId="88b13cb7-320d-4618-8f69-c67540fd8b8b" providerId="ADAL" clId="{B1A93881-C5B7-5A3A-8E14-6CE2B5CD3772}" dt="2026-06-01T09:50:50.987" v="3228" actId="207"/>
          <ac:spMkLst>
            <pc:docMk/>
            <pc:sldMk cId="3331262838" sldId="2544"/>
            <ac:spMk id="6" creationId="{309C0E64-F772-DA40-ABC2-A03490FE2D2B}"/>
          </ac:spMkLst>
        </pc:spChg>
      </pc:sldChg>
      <pc:sldChg chg="modSp new mod">
        <pc:chgData name="Tarun Mangla" userId="88b13cb7-320d-4618-8f69-c67540fd8b8b" providerId="ADAL" clId="{B1A93881-C5B7-5A3A-8E14-6CE2B5CD3772}" dt="2026-06-01T09:59:38.333" v="3873" actId="20577"/>
        <pc:sldMkLst>
          <pc:docMk/>
          <pc:sldMk cId="3216942122" sldId="2545"/>
        </pc:sldMkLst>
        <pc:spChg chg="mod">
          <ac:chgData name="Tarun Mangla" userId="88b13cb7-320d-4618-8f69-c67540fd8b8b" providerId="ADAL" clId="{B1A93881-C5B7-5A3A-8E14-6CE2B5CD3772}" dt="2026-06-01T09:56:03.656" v="3295" actId="20577"/>
          <ac:spMkLst>
            <pc:docMk/>
            <pc:sldMk cId="3216942122" sldId="2545"/>
            <ac:spMk id="2" creationId="{0154AB4E-50A2-3E47-1760-C8801912DCDE}"/>
          </ac:spMkLst>
        </pc:spChg>
        <pc:spChg chg="mod">
          <ac:chgData name="Tarun Mangla" userId="88b13cb7-320d-4618-8f69-c67540fd8b8b" providerId="ADAL" clId="{B1A93881-C5B7-5A3A-8E14-6CE2B5CD3772}" dt="2026-06-01T09:59:38.333" v="3873" actId="20577"/>
          <ac:spMkLst>
            <pc:docMk/>
            <pc:sldMk cId="3216942122" sldId="2545"/>
            <ac:spMk id="3" creationId="{FAC0727C-CB10-CC25-A475-7DD8AFCC273E}"/>
          </ac:spMkLst>
        </pc:spChg>
      </pc:sldChg>
      <pc:sldChg chg="modSp add del mod">
        <pc:chgData name="Tarun Mangla" userId="88b13cb7-320d-4618-8f69-c67540fd8b8b" providerId="ADAL" clId="{B1A93881-C5B7-5A3A-8E14-6CE2B5CD3772}" dt="2026-06-01T16:37:07.346" v="4082"/>
        <pc:sldMkLst>
          <pc:docMk/>
          <pc:sldMk cId="4060853860" sldId="2546"/>
        </pc:sldMkLst>
        <pc:spChg chg="mod">
          <ac:chgData name="Tarun Mangla" userId="88b13cb7-320d-4618-8f69-c67540fd8b8b" providerId="ADAL" clId="{B1A93881-C5B7-5A3A-8E14-6CE2B5CD3772}" dt="2026-06-01T16:37:04.302" v="4080" actId="20577"/>
          <ac:spMkLst>
            <pc:docMk/>
            <pc:sldMk cId="4060853860" sldId="2546"/>
            <ac:spMk id="17" creationId="{921D3CC3-7FC4-4346-86E8-F841A7674F2D}"/>
          </ac:spMkLst>
        </pc:spChg>
      </pc:sldChg>
      <pc:sldChg chg="add">
        <pc:chgData name="Tarun Mangla" userId="88b13cb7-320d-4618-8f69-c67540fd8b8b" providerId="ADAL" clId="{B1A93881-C5B7-5A3A-8E14-6CE2B5CD3772}" dt="2026-06-01T16:37:07.333" v="4081"/>
        <pc:sldMkLst>
          <pc:docMk/>
          <pc:sldMk cId="1964799951" sldId="2547"/>
        </pc:sldMkLst>
      </pc:sldChg>
      <pc:sldChg chg="modSp add del mod">
        <pc:chgData name="Tarun Mangla" userId="88b13cb7-320d-4618-8f69-c67540fd8b8b" providerId="ADAL" clId="{B1A93881-C5B7-5A3A-8E14-6CE2B5CD3772}" dt="2026-06-01T16:47:32.600" v="4180"/>
        <pc:sldMkLst>
          <pc:docMk/>
          <pc:sldMk cId="2172417753" sldId="2548"/>
        </pc:sldMkLst>
        <pc:spChg chg="mod">
          <ac:chgData name="Tarun Mangla" userId="88b13cb7-320d-4618-8f69-c67540fd8b8b" providerId="ADAL" clId="{B1A93881-C5B7-5A3A-8E14-6CE2B5CD3772}" dt="2026-06-01T16:43:13.706" v="4178" actId="120"/>
          <ac:spMkLst>
            <pc:docMk/>
            <pc:sldMk cId="2172417753" sldId="2548"/>
            <ac:spMk id="3" creationId="{F636050D-0E1B-0E30-0FF4-047CC4117DE8}"/>
          </ac:spMkLst>
        </pc:spChg>
      </pc:sldChg>
      <pc:sldChg chg="modSp add del mod">
        <pc:chgData name="Tarun Mangla" userId="88b13cb7-320d-4618-8f69-c67540fd8b8b" providerId="ADAL" clId="{B1A93881-C5B7-5A3A-8E14-6CE2B5CD3772}" dt="2026-06-01T17:06:46.168" v="4187"/>
        <pc:sldMkLst>
          <pc:docMk/>
          <pc:sldMk cId="15524734" sldId="2549"/>
        </pc:sldMkLst>
        <pc:spChg chg="mod">
          <ac:chgData name="Tarun Mangla" userId="88b13cb7-320d-4618-8f69-c67540fd8b8b" providerId="ADAL" clId="{B1A93881-C5B7-5A3A-8E14-6CE2B5CD3772}" dt="2026-06-01T16:48:13.810" v="4185"/>
          <ac:spMkLst>
            <pc:docMk/>
            <pc:sldMk cId="15524734" sldId="2549"/>
            <ac:spMk id="3" creationId="{F636050D-0E1B-0E30-0FF4-047CC4117DE8}"/>
          </ac:spMkLst>
        </pc:spChg>
        <pc:spChg chg="mod">
          <ac:chgData name="Tarun Mangla" userId="88b13cb7-320d-4618-8f69-c67540fd8b8b" providerId="ADAL" clId="{B1A93881-C5B7-5A3A-8E14-6CE2B5CD3772}" dt="2026-06-01T16:47:59.591" v="4184"/>
          <ac:spMkLst>
            <pc:docMk/>
            <pc:sldMk cId="15524734" sldId="2549"/>
            <ac:spMk id="4" creationId="{550916F8-3915-6FA5-ABA4-ED1F8510AD81}"/>
          </ac:spMkLst>
        </pc:spChg>
      </pc:sldChg>
      <pc:sldChg chg="add del">
        <pc:chgData name="Tarun Mangla" userId="88b13cb7-320d-4618-8f69-c67540fd8b8b" providerId="ADAL" clId="{B1A93881-C5B7-5A3A-8E14-6CE2B5CD3772}" dt="2026-06-01T17:07:39.827" v="4189"/>
        <pc:sldMkLst>
          <pc:docMk/>
          <pc:sldMk cId="280112142" sldId="2550"/>
        </pc:sldMkLst>
      </pc:sldChg>
      <pc:sldChg chg="add">
        <pc:chgData name="Tarun Mangla" userId="88b13cb7-320d-4618-8f69-c67540fd8b8b" providerId="ADAL" clId="{B1A93881-C5B7-5A3A-8E14-6CE2B5CD3772}" dt="2026-06-01T17:07:39.808" v="4188"/>
        <pc:sldMkLst>
          <pc:docMk/>
          <pc:sldMk cId="4258248010" sldId="2551"/>
        </pc:sldMkLst>
      </pc:sldChg>
      <pc:sldChg chg="modSp add del modAnim">
        <pc:chgData name="Tarun Mangla" userId="88b13cb7-320d-4618-8f69-c67540fd8b8b" providerId="ADAL" clId="{B1A93881-C5B7-5A3A-8E14-6CE2B5CD3772}" dt="2026-06-01T17:18:51.795" v="4293"/>
        <pc:sldMkLst>
          <pc:docMk/>
          <pc:sldMk cId="2192856896" sldId="2552"/>
        </pc:sldMkLst>
        <pc:spChg chg="mod">
          <ac:chgData name="Tarun Mangla" userId="88b13cb7-320d-4618-8f69-c67540fd8b8b" providerId="ADAL" clId="{B1A93881-C5B7-5A3A-8E14-6CE2B5CD3772}" dt="2026-06-01T17:18:48.269" v="4291" actId="20577"/>
          <ac:spMkLst>
            <pc:docMk/>
            <pc:sldMk cId="2192856896" sldId="2552"/>
            <ac:spMk id="68" creationId="{AE0F6699-BC13-C349-9AC1-8B36945FEAA0}"/>
          </ac:spMkLst>
        </pc:spChg>
      </pc:sldChg>
      <pc:sldChg chg="new del">
        <pc:chgData name="Tarun Mangla" userId="88b13cb7-320d-4618-8f69-c67540fd8b8b" providerId="ADAL" clId="{B1A93881-C5B7-5A3A-8E14-6CE2B5CD3772}" dt="2026-06-01T17:16:07.121" v="4192" actId="2696"/>
        <pc:sldMkLst>
          <pc:docMk/>
          <pc:sldMk cId="2872116678" sldId="2552"/>
        </pc:sldMkLst>
      </pc:sldChg>
      <pc:sldChg chg="modSp add mod">
        <pc:chgData name="Tarun Mangla" userId="88b13cb7-320d-4618-8f69-c67540fd8b8b" providerId="ADAL" clId="{B1A93881-C5B7-5A3A-8E14-6CE2B5CD3772}" dt="2026-06-01T17:20:11.005" v="4312" actId="1076"/>
        <pc:sldMkLst>
          <pc:docMk/>
          <pc:sldMk cId="609172513" sldId="2553"/>
        </pc:sldMkLst>
        <pc:spChg chg="mod">
          <ac:chgData name="Tarun Mangla" userId="88b13cb7-320d-4618-8f69-c67540fd8b8b" providerId="ADAL" clId="{B1A93881-C5B7-5A3A-8E14-6CE2B5CD3772}" dt="2026-06-01T17:20:11.005" v="4312" actId="1076"/>
          <ac:spMkLst>
            <pc:docMk/>
            <pc:sldMk cId="609172513" sldId="2553"/>
            <ac:spMk id="9" creationId="{247BCAC2-4B0D-C24F-A1AA-5CFB26132E0B}"/>
          </ac:spMkLst>
        </pc:spChg>
        <pc:spChg chg="mod">
          <ac:chgData name="Tarun Mangla" userId="88b13cb7-320d-4618-8f69-c67540fd8b8b" providerId="ADAL" clId="{B1A93881-C5B7-5A3A-8E14-6CE2B5CD3772}" dt="2026-06-01T17:19:35.112" v="4294" actId="255"/>
          <ac:spMkLst>
            <pc:docMk/>
            <pc:sldMk cId="609172513" sldId="2553"/>
            <ac:spMk id="68" creationId="{AE0F6699-BC13-C349-9AC1-8B36945FEAA0}"/>
          </ac:spMkLst>
        </pc:spChg>
      </pc:sldChg>
      <pc:sldChg chg="addSp modSp new del mod modClrScheme chgLayout">
        <pc:chgData name="Tarun Mangla" userId="88b13cb7-320d-4618-8f69-c67540fd8b8b" providerId="ADAL" clId="{B1A93881-C5B7-5A3A-8E14-6CE2B5CD3772}" dt="2026-06-01T17:24:20.817" v="4321"/>
        <pc:sldMkLst>
          <pc:docMk/>
          <pc:sldMk cId="766450034" sldId="2554"/>
        </pc:sldMkLst>
        <pc:spChg chg="mod ord">
          <ac:chgData name="Tarun Mangla" userId="88b13cb7-320d-4618-8f69-c67540fd8b8b" providerId="ADAL" clId="{B1A93881-C5B7-5A3A-8E14-6CE2B5CD3772}" dt="2026-06-01T17:22:09.623" v="4313" actId="700"/>
          <ac:spMkLst>
            <pc:docMk/>
            <pc:sldMk cId="766450034" sldId="2554"/>
            <ac:spMk id="2" creationId="{EDFBF993-8D47-68D5-B80B-EE96B6D6E8E6}"/>
          </ac:spMkLst>
        </pc:spChg>
        <pc:spChg chg="mod ord">
          <ac:chgData name="Tarun Mangla" userId="88b13cb7-320d-4618-8f69-c67540fd8b8b" providerId="ADAL" clId="{B1A93881-C5B7-5A3A-8E14-6CE2B5CD3772}" dt="2026-06-01T17:22:09.623" v="4313" actId="700"/>
          <ac:spMkLst>
            <pc:docMk/>
            <pc:sldMk cId="766450034" sldId="2554"/>
            <ac:spMk id="3" creationId="{23066BA9-F759-EF8B-F99A-486E1A0738C2}"/>
          </ac:spMkLst>
        </pc:spChg>
        <pc:spChg chg="mod ord">
          <ac:chgData name="Tarun Mangla" userId="88b13cb7-320d-4618-8f69-c67540fd8b8b" providerId="ADAL" clId="{B1A93881-C5B7-5A3A-8E14-6CE2B5CD3772}" dt="2026-06-01T17:22:09.623" v="4313" actId="700"/>
          <ac:spMkLst>
            <pc:docMk/>
            <pc:sldMk cId="766450034" sldId="2554"/>
            <ac:spMk id="4" creationId="{0E6E8C85-4824-B18E-C92A-F9186C431EB7}"/>
          </ac:spMkLst>
        </pc:spChg>
        <pc:spChg chg="add mod ord">
          <ac:chgData name="Tarun Mangla" userId="88b13cb7-320d-4618-8f69-c67540fd8b8b" providerId="ADAL" clId="{B1A93881-C5B7-5A3A-8E14-6CE2B5CD3772}" dt="2026-06-01T17:22:11.313" v="4316" actId="27636"/>
          <ac:spMkLst>
            <pc:docMk/>
            <pc:sldMk cId="766450034" sldId="2554"/>
            <ac:spMk id="5" creationId="{F55A957A-5F43-1A4A-B25B-5513548203B4}"/>
          </ac:spMkLst>
        </pc:spChg>
        <pc:spChg chg="add mod ord">
          <ac:chgData name="Tarun Mangla" userId="88b13cb7-320d-4618-8f69-c67540fd8b8b" providerId="ADAL" clId="{B1A93881-C5B7-5A3A-8E14-6CE2B5CD3772}" dt="2026-06-01T17:22:18.156" v="4319" actId="5793"/>
          <ac:spMkLst>
            <pc:docMk/>
            <pc:sldMk cId="766450034" sldId="2554"/>
            <ac:spMk id="6" creationId="{707B649D-B2F7-17E7-92B6-DBF088CD177B}"/>
          </ac:spMkLst>
        </pc:spChg>
      </pc:sldChg>
      <pc:sldChg chg="modSp add del mod">
        <pc:chgData name="Tarun Mangla" userId="88b13cb7-320d-4618-8f69-c67540fd8b8b" providerId="ADAL" clId="{B1A93881-C5B7-5A3A-8E14-6CE2B5CD3772}" dt="2026-06-01T17:25:03.456" v="4335"/>
        <pc:sldMkLst>
          <pc:docMk/>
          <pc:sldMk cId="1097438461" sldId="2555"/>
        </pc:sldMkLst>
        <pc:spChg chg="mod">
          <ac:chgData name="Tarun Mangla" userId="88b13cb7-320d-4618-8f69-c67540fd8b8b" providerId="ADAL" clId="{B1A93881-C5B7-5A3A-8E14-6CE2B5CD3772}" dt="2026-06-01T17:24:41.801" v="4333" actId="27636"/>
          <ac:spMkLst>
            <pc:docMk/>
            <pc:sldMk cId="1097438461" sldId="2555"/>
            <ac:spMk id="5" creationId="{F55A957A-5F43-1A4A-B25B-5513548203B4}"/>
          </ac:spMkLst>
        </pc:spChg>
        <pc:spChg chg="mod">
          <ac:chgData name="Tarun Mangla" userId="88b13cb7-320d-4618-8f69-c67540fd8b8b" providerId="ADAL" clId="{B1A93881-C5B7-5A3A-8E14-6CE2B5CD3772}" dt="2026-06-01T17:24:41.800" v="4332" actId="27636"/>
          <ac:spMkLst>
            <pc:docMk/>
            <pc:sldMk cId="1097438461" sldId="2555"/>
            <ac:spMk id="6" creationId="{707B649D-B2F7-17E7-92B6-DBF088CD177B}"/>
          </ac:spMkLst>
        </pc:spChg>
      </pc:sldChg>
      <pc:sldChg chg="addSp modSp add del mod">
        <pc:chgData name="Tarun Mangla" userId="88b13cb7-320d-4618-8f69-c67540fd8b8b" providerId="ADAL" clId="{B1A93881-C5B7-5A3A-8E14-6CE2B5CD3772}" dt="2026-06-01T17:26:22.724" v="4372"/>
        <pc:sldMkLst>
          <pc:docMk/>
          <pc:sldMk cId="1914149654" sldId="2556"/>
        </pc:sldMkLst>
        <pc:spChg chg="mod">
          <ac:chgData name="Tarun Mangla" userId="88b13cb7-320d-4618-8f69-c67540fd8b8b" providerId="ADAL" clId="{B1A93881-C5B7-5A3A-8E14-6CE2B5CD3772}" dt="2026-06-01T17:25:49.067" v="4366"/>
          <ac:spMkLst>
            <pc:docMk/>
            <pc:sldMk cId="1914149654" sldId="2556"/>
            <ac:spMk id="5" creationId="{F55A957A-5F43-1A4A-B25B-5513548203B4}"/>
          </ac:spMkLst>
        </pc:spChg>
        <pc:spChg chg="mod">
          <ac:chgData name="Tarun Mangla" userId="88b13cb7-320d-4618-8f69-c67540fd8b8b" providerId="ADAL" clId="{B1A93881-C5B7-5A3A-8E14-6CE2B5CD3772}" dt="2026-06-01T17:25:49.068" v="4370"/>
          <ac:spMkLst>
            <pc:docMk/>
            <pc:sldMk cId="1914149654" sldId="2556"/>
            <ac:spMk id="6" creationId="{707B649D-B2F7-17E7-92B6-DBF088CD177B}"/>
          </ac:spMkLst>
        </pc:spChg>
        <pc:spChg chg="add mod ord">
          <ac:chgData name="Tarun Mangla" userId="88b13cb7-320d-4618-8f69-c67540fd8b8b" providerId="ADAL" clId="{B1A93881-C5B7-5A3A-8E14-6CE2B5CD3772}" dt="2026-06-01T17:25:49.066" v="4361"/>
          <ac:spMkLst>
            <pc:docMk/>
            <pc:sldMk cId="1914149654" sldId="2556"/>
            <ac:spMk id="7" creationId="{4A5B3315-D4DB-9D4F-B618-E28C9D54DBE1}"/>
          </ac:spMkLst>
        </pc:spChg>
        <pc:spChg chg="add mod ord">
          <ac:chgData name="Tarun Mangla" userId="88b13cb7-320d-4618-8f69-c67540fd8b8b" providerId="ADAL" clId="{B1A93881-C5B7-5A3A-8E14-6CE2B5CD3772}" dt="2026-06-01T17:25:49.065" v="4358"/>
          <ac:spMkLst>
            <pc:docMk/>
            <pc:sldMk cId="1914149654" sldId="2556"/>
            <ac:spMk id="8" creationId="{A8012864-AF4D-7D4B-83F3-0F1B4B99BE2E}"/>
          </ac:spMkLst>
        </pc:spChg>
        <pc:spChg chg="add mod ord">
          <ac:chgData name="Tarun Mangla" userId="88b13cb7-320d-4618-8f69-c67540fd8b8b" providerId="ADAL" clId="{B1A93881-C5B7-5A3A-8E14-6CE2B5CD3772}" dt="2026-06-01T17:25:49.066" v="4362"/>
          <ac:spMkLst>
            <pc:docMk/>
            <pc:sldMk cId="1914149654" sldId="2556"/>
            <ac:spMk id="9" creationId="{1C07B647-3F20-4F47-A01E-5E73B5234CBA}"/>
          </ac:spMkLst>
        </pc:spChg>
        <pc:spChg chg="add mod ord">
          <ac:chgData name="Tarun Mangla" userId="88b13cb7-320d-4618-8f69-c67540fd8b8b" providerId="ADAL" clId="{B1A93881-C5B7-5A3A-8E14-6CE2B5CD3772}" dt="2026-06-01T17:25:49.066" v="4360"/>
          <ac:spMkLst>
            <pc:docMk/>
            <pc:sldMk cId="1914149654" sldId="2556"/>
            <ac:spMk id="10" creationId="{A6A3FEE5-8AD8-9A4F-9012-9927DCF77B62}"/>
          </ac:spMkLst>
        </pc:spChg>
      </pc:sldChg>
      <pc:sldChg chg="modSp add mod">
        <pc:chgData name="Tarun Mangla" userId="88b13cb7-320d-4618-8f69-c67540fd8b8b" providerId="ADAL" clId="{B1A93881-C5B7-5A3A-8E14-6CE2B5CD3772}" dt="2026-06-01T17:26:22.761" v="4374" actId="27636"/>
        <pc:sldMkLst>
          <pc:docMk/>
          <pc:sldMk cId="1582725836" sldId="2557"/>
        </pc:sldMkLst>
        <pc:spChg chg="mod">
          <ac:chgData name="Tarun Mangla" userId="88b13cb7-320d-4618-8f69-c67540fd8b8b" providerId="ADAL" clId="{B1A93881-C5B7-5A3A-8E14-6CE2B5CD3772}" dt="2026-06-01T17:26:22.760" v="4373" actId="27636"/>
          <ac:spMkLst>
            <pc:docMk/>
            <pc:sldMk cId="1582725836" sldId="2557"/>
            <ac:spMk id="5" creationId="{F55A957A-5F43-1A4A-B25B-5513548203B4}"/>
          </ac:spMkLst>
        </pc:spChg>
        <pc:spChg chg="mod">
          <ac:chgData name="Tarun Mangla" userId="88b13cb7-320d-4618-8f69-c67540fd8b8b" providerId="ADAL" clId="{B1A93881-C5B7-5A3A-8E14-6CE2B5CD3772}" dt="2026-06-01T17:26:22.761" v="4374" actId="27636"/>
          <ac:spMkLst>
            <pc:docMk/>
            <pc:sldMk cId="1582725836" sldId="2557"/>
            <ac:spMk id="6" creationId="{707B649D-B2F7-17E7-92B6-DBF088CD177B}"/>
          </ac:spMkLst>
        </pc:spChg>
      </pc:sldChg>
      <pc:sldChg chg="addSp delSp modSp new del mod modClrScheme chgLayout">
        <pc:chgData name="Tarun Mangla" userId="88b13cb7-320d-4618-8f69-c67540fd8b8b" providerId="ADAL" clId="{B1A93881-C5B7-5A3A-8E14-6CE2B5CD3772}" dt="2026-06-02T02:27:24.146" v="4810"/>
        <pc:sldMkLst>
          <pc:docMk/>
          <pc:sldMk cId="1085607210" sldId="2558"/>
        </pc:sldMkLst>
        <pc:spChg chg="del mod ord">
          <ac:chgData name="Tarun Mangla" userId="88b13cb7-320d-4618-8f69-c67540fd8b8b" providerId="ADAL" clId="{B1A93881-C5B7-5A3A-8E14-6CE2B5CD3772}" dt="2026-06-02T02:23:28.417" v="4397" actId="700"/>
          <ac:spMkLst>
            <pc:docMk/>
            <pc:sldMk cId="1085607210" sldId="2558"/>
            <ac:spMk id="2" creationId="{AA25F0A2-FC8D-9E44-20C9-EF7827AD31A0}"/>
          </ac:spMkLst>
        </pc:spChg>
        <pc:spChg chg="del mod ord">
          <ac:chgData name="Tarun Mangla" userId="88b13cb7-320d-4618-8f69-c67540fd8b8b" providerId="ADAL" clId="{B1A93881-C5B7-5A3A-8E14-6CE2B5CD3772}" dt="2026-06-02T02:23:28.417" v="4397" actId="700"/>
          <ac:spMkLst>
            <pc:docMk/>
            <pc:sldMk cId="1085607210" sldId="2558"/>
            <ac:spMk id="3" creationId="{C3848B49-01AA-8359-F7E6-1AE25093DB75}"/>
          </ac:spMkLst>
        </pc:spChg>
        <pc:spChg chg="del">
          <ac:chgData name="Tarun Mangla" userId="88b13cb7-320d-4618-8f69-c67540fd8b8b" providerId="ADAL" clId="{B1A93881-C5B7-5A3A-8E14-6CE2B5CD3772}" dt="2026-06-02T02:23:28.417" v="4397" actId="700"/>
          <ac:spMkLst>
            <pc:docMk/>
            <pc:sldMk cId="1085607210" sldId="2558"/>
            <ac:spMk id="4" creationId="{B01489DD-33FB-1077-2894-E2E0FA82B3D7}"/>
          </ac:spMkLst>
        </pc:spChg>
        <pc:spChg chg="del">
          <ac:chgData name="Tarun Mangla" userId="88b13cb7-320d-4618-8f69-c67540fd8b8b" providerId="ADAL" clId="{B1A93881-C5B7-5A3A-8E14-6CE2B5CD3772}" dt="2026-06-02T02:23:28.417" v="4397" actId="700"/>
          <ac:spMkLst>
            <pc:docMk/>
            <pc:sldMk cId="1085607210" sldId="2558"/>
            <ac:spMk id="5" creationId="{D2193997-C61F-B1EB-A4CC-3C5F1A5E79F3}"/>
          </ac:spMkLst>
        </pc:spChg>
        <pc:spChg chg="mod ord">
          <ac:chgData name="Tarun Mangla" userId="88b13cb7-320d-4618-8f69-c67540fd8b8b" providerId="ADAL" clId="{B1A93881-C5B7-5A3A-8E14-6CE2B5CD3772}" dt="2026-06-02T02:23:28.417" v="4397" actId="700"/>
          <ac:spMkLst>
            <pc:docMk/>
            <pc:sldMk cId="1085607210" sldId="2558"/>
            <ac:spMk id="6" creationId="{7E4B75DF-4F3D-4471-3ADC-FB5082A97B88}"/>
          </ac:spMkLst>
        </pc:spChg>
        <pc:spChg chg="add mod ord">
          <ac:chgData name="Tarun Mangla" userId="88b13cb7-320d-4618-8f69-c67540fd8b8b" providerId="ADAL" clId="{B1A93881-C5B7-5A3A-8E14-6CE2B5CD3772}" dt="2026-06-02T02:23:31.242" v="4404" actId="20577"/>
          <ac:spMkLst>
            <pc:docMk/>
            <pc:sldMk cId="1085607210" sldId="2558"/>
            <ac:spMk id="7" creationId="{ADBA87DD-3C2F-3A3E-83A0-2558839C8B1E}"/>
          </ac:spMkLst>
        </pc:spChg>
        <pc:spChg chg="add mod ord">
          <ac:chgData name="Tarun Mangla" userId="88b13cb7-320d-4618-8f69-c67540fd8b8b" providerId="ADAL" clId="{B1A93881-C5B7-5A3A-8E14-6CE2B5CD3772}" dt="2026-06-02T02:25:50.017" v="4798" actId="20577"/>
          <ac:spMkLst>
            <pc:docMk/>
            <pc:sldMk cId="1085607210" sldId="2558"/>
            <ac:spMk id="8" creationId="{2B211F16-08B9-BC46-1E4C-CE246E8926A5}"/>
          </ac:spMkLst>
        </pc:spChg>
      </pc:sldChg>
      <pc:sldChg chg="modSp add mod">
        <pc:chgData name="Tarun Mangla" userId="88b13cb7-320d-4618-8f69-c67540fd8b8b" providerId="ADAL" clId="{B1A93881-C5B7-5A3A-8E14-6CE2B5CD3772}" dt="2026-06-02T02:26:43.287" v="4807" actId="20577"/>
        <pc:sldMkLst>
          <pc:docMk/>
          <pc:sldMk cId="2082182904" sldId="2559"/>
        </pc:sldMkLst>
        <pc:spChg chg="mod">
          <ac:chgData name="Tarun Mangla" userId="88b13cb7-320d-4618-8f69-c67540fd8b8b" providerId="ADAL" clId="{B1A93881-C5B7-5A3A-8E14-6CE2B5CD3772}" dt="2026-06-02T02:26:43.287" v="4807" actId="20577"/>
          <ac:spMkLst>
            <pc:docMk/>
            <pc:sldMk cId="2082182904" sldId="2559"/>
            <ac:spMk id="9" creationId="{2783EFFE-D3DB-AAAD-5CD7-25AD5B1FF43D}"/>
          </ac:spMkLst>
        </pc:spChg>
      </pc:sldChg>
      <pc:sldChg chg="modSp add mod">
        <pc:chgData name="Tarun Mangla" userId="88b13cb7-320d-4618-8f69-c67540fd8b8b" providerId="ADAL" clId="{B1A93881-C5B7-5A3A-8E14-6CE2B5CD3772}" dt="2026-06-02T02:36:12.417" v="4857" actId="20577"/>
        <pc:sldMkLst>
          <pc:docMk/>
          <pc:sldMk cId="3766040112" sldId="2560"/>
        </pc:sldMkLst>
        <pc:spChg chg="mod">
          <ac:chgData name="Tarun Mangla" userId="88b13cb7-320d-4618-8f69-c67540fd8b8b" providerId="ADAL" clId="{B1A93881-C5B7-5A3A-8E14-6CE2B5CD3772}" dt="2026-06-02T02:36:12.417" v="4857" actId="20577"/>
          <ac:spMkLst>
            <pc:docMk/>
            <pc:sldMk cId="3766040112" sldId="2560"/>
            <ac:spMk id="8" creationId="{2B211F16-08B9-BC46-1E4C-CE246E8926A5}"/>
          </ac:spMkLst>
        </pc:spChg>
      </pc:sldChg>
    </pc:docChg>
  </pc:docChgLst>
  <pc:docChgLst>
    <pc:chgData name="Tarun Mangla" userId="88b13cb7-320d-4618-8f69-c67540fd8b8b" providerId="ADAL" clId="{19AB1C34-A1D1-41A2-B59E-C940E8658E55}"/>
    <pc:docChg chg="undo custSel addSld delSld modSld">
      <pc:chgData name="Tarun Mangla" userId="88b13cb7-320d-4618-8f69-c67540fd8b8b" providerId="ADAL" clId="{19AB1C34-A1D1-41A2-B59E-C940E8658E55}" dt="2026-06-02T05:23:43.719" v="4" actId="7634"/>
      <pc:docMkLst>
        <pc:docMk/>
      </pc:docMkLst>
      <pc:sldChg chg="addSp mod">
        <pc:chgData name="Tarun Mangla" userId="88b13cb7-320d-4618-8f69-c67540fd8b8b" providerId="ADAL" clId="{19AB1C34-A1D1-41A2-B59E-C940E8658E55}" dt="2026-06-02T05:13:46.234" v="1" actId="7634"/>
        <pc:sldMkLst>
          <pc:docMk/>
          <pc:sldMk cId="453457216" sldId="1004"/>
        </pc:sldMkLst>
        <pc:inkChg chg="add">
          <ac:chgData name="Tarun Mangla" userId="88b13cb7-320d-4618-8f69-c67540fd8b8b" providerId="ADAL" clId="{19AB1C34-A1D1-41A2-B59E-C940E8658E55}" dt="2026-06-02T05:13:46.234" v="1" actId="7634"/>
          <ac:inkMkLst>
            <pc:docMk/>
            <pc:sldMk cId="453457216" sldId="1004"/>
            <ac:inkMk id="3" creationId="{CC9883E0-497B-8465-2573-A4E8F586CD93}"/>
          </ac:inkMkLst>
        </pc:inkChg>
      </pc:sldChg>
      <pc:sldChg chg="addSp mod">
        <pc:chgData name="Tarun Mangla" userId="88b13cb7-320d-4618-8f69-c67540fd8b8b" providerId="ADAL" clId="{19AB1C34-A1D1-41A2-B59E-C940E8658E55}" dt="2026-06-02T05:13:46.234" v="1" actId="7634"/>
        <pc:sldMkLst>
          <pc:docMk/>
          <pc:sldMk cId="3081701120" sldId="1008"/>
        </pc:sldMkLst>
        <pc:inkChg chg="add">
          <ac:chgData name="Tarun Mangla" userId="88b13cb7-320d-4618-8f69-c67540fd8b8b" providerId="ADAL" clId="{19AB1C34-A1D1-41A2-B59E-C940E8658E55}" dt="2026-06-02T05:13:46.234" v="1" actId="7634"/>
          <ac:inkMkLst>
            <pc:docMk/>
            <pc:sldMk cId="3081701120" sldId="1008"/>
            <ac:inkMk id="5" creationId="{93DDCE06-4F38-90C5-0326-B19F88FB7F00}"/>
          </ac:inkMkLst>
        </pc:inkChg>
      </pc:sldChg>
      <pc:sldChg chg="addSp mod">
        <pc:chgData name="Tarun Mangla" userId="88b13cb7-320d-4618-8f69-c67540fd8b8b" providerId="ADAL" clId="{19AB1C34-A1D1-41A2-B59E-C940E8658E55}" dt="2026-06-02T05:13:46.234" v="1" actId="7634"/>
        <pc:sldMkLst>
          <pc:docMk/>
          <pc:sldMk cId="1703818739" sldId="1012"/>
        </pc:sldMkLst>
        <pc:inkChg chg="add">
          <ac:chgData name="Tarun Mangla" userId="88b13cb7-320d-4618-8f69-c67540fd8b8b" providerId="ADAL" clId="{19AB1C34-A1D1-41A2-B59E-C940E8658E55}" dt="2026-06-02T05:13:46.234" v="1" actId="7634"/>
          <ac:inkMkLst>
            <pc:docMk/>
            <pc:sldMk cId="1703818739" sldId="1012"/>
            <ac:inkMk id="3" creationId="{EB0422E6-1AC4-101C-943F-E0B07F185F65}"/>
          </ac:inkMkLst>
        </pc:inkChg>
      </pc:sldChg>
      <pc:sldChg chg="addSp mod">
        <pc:chgData name="Tarun Mangla" userId="88b13cb7-320d-4618-8f69-c67540fd8b8b" providerId="ADAL" clId="{19AB1C34-A1D1-41A2-B59E-C940E8658E55}" dt="2026-06-02T05:13:46.234" v="1" actId="7634"/>
        <pc:sldMkLst>
          <pc:docMk/>
          <pc:sldMk cId="4212891699" sldId="1014"/>
        </pc:sldMkLst>
        <pc:inkChg chg="add">
          <ac:chgData name="Tarun Mangla" userId="88b13cb7-320d-4618-8f69-c67540fd8b8b" providerId="ADAL" clId="{19AB1C34-A1D1-41A2-B59E-C940E8658E55}" dt="2026-06-02T05:13:46.234" v="1" actId="7634"/>
          <ac:inkMkLst>
            <pc:docMk/>
            <pc:sldMk cId="4212891699" sldId="1014"/>
            <ac:inkMk id="4" creationId="{2327DB54-2343-5D9F-CEE1-037F0975A6CE}"/>
          </ac:inkMkLst>
        </pc:inkChg>
      </pc:sldChg>
      <pc:sldChg chg="addSp mod">
        <pc:chgData name="Tarun Mangla" userId="88b13cb7-320d-4618-8f69-c67540fd8b8b" providerId="ADAL" clId="{19AB1C34-A1D1-41A2-B59E-C940E8658E55}" dt="2026-06-02T05:13:46.234" v="1" actId="7634"/>
        <pc:sldMkLst>
          <pc:docMk/>
          <pc:sldMk cId="3036773651" sldId="1344"/>
        </pc:sldMkLst>
        <pc:inkChg chg="add">
          <ac:chgData name="Tarun Mangla" userId="88b13cb7-320d-4618-8f69-c67540fd8b8b" providerId="ADAL" clId="{19AB1C34-A1D1-41A2-B59E-C940E8658E55}" dt="2026-06-02T05:13:46.234" v="1" actId="7634"/>
          <ac:inkMkLst>
            <pc:docMk/>
            <pc:sldMk cId="3036773651" sldId="1344"/>
            <ac:inkMk id="4" creationId="{07C517F8-13C5-9DB4-23FA-BEC005A112DE}"/>
          </ac:inkMkLst>
        </pc:inkChg>
      </pc:sldChg>
      <pc:sldChg chg="addSp mod">
        <pc:chgData name="Tarun Mangla" userId="88b13cb7-320d-4618-8f69-c67540fd8b8b" providerId="ADAL" clId="{19AB1C34-A1D1-41A2-B59E-C940E8658E55}" dt="2026-06-02T05:13:46.234" v="1" actId="7634"/>
        <pc:sldMkLst>
          <pc:docMk/>
          <pc:sldMk cId="3977405459" sldId="1351"/>
        </pc:sldMkLst>
        <pc:inkChg chg="add">
          <ac:chgData name="Tarun Mangla" userId="88b13cb7-320d-4618-8f69-c67540fd8b8b" providerId="ADAL" clId="{19AB1C34-A1D1-41A2-B59E-C940E8658E55}" dt="2026-06-02T05:13:46.234" v="1" actId="7634"/>
          <ac:inkMkLst>
            <pc:docMk/>
            <pc:sldMk cId="3977405459" sldId="1351"/>
            <ac:inkMk id="2" creationId="{6EB37AF4-3C8A-C7A5-83E8-7C1B76943DD2}"/>
          </ac:inkMkLst>
        </pc:inkChg>
      </pc:sldChg>
      <pc:sldChg chg="addSp mod">
        <pc:chgData name="Tarun Mangla" userId="88b13cb7-320d-4618-8f69-c67540fd8b8b" providerId="ADAL" clId="{19AB1C34-A1D1-41A2-B59E-C940E8658E55}" dt="2026-06-02T05:13:46.234" v="1" actId="7634"/>
        <pc:sldMkLst>
          <pc:docMk/>
          <pc:sldMk cId="1864475890" sldId="1355"/>
        </pc:sldMkLst>
        <pc:inkChg chg="add">
          <ac:chgData name="Tarun Mangla" userId="88b13cb7-320d-4618-8f69-c67540fd8b8b" providerId="ADAL" clId="{19AB1C34-A1D1-41A2-B59E-C940E8658E55}" dt="2026-06-02T05:13:46.234" v="1" actId="7634"/>
          <ac:inkMkLst>
            <pc:docMk/>
            <pc:sldMk cId="1864475890" sldId="1355"/>
            <ac:inkMk id="3" creationId="{40F3392B-3AB2-420A-4343-A9F012A60C8E}"/>
          </ac:inkMkLst>
        </pc:inkChg>
      </pc:sldChg>
      <pc:sldChg chg="addSp mod">
        <pc:chgData name="Tarun Mangla" userId="88b13cb7-320d-4618-8f69-c67540fd8b8b" providerId="ADAL" clId="{19AB1C34-A1D1-41A2-B59E-C940E8658E55}" dt="2026-06-02T04:35:10.358" v="0" actId="7634"/>
        <pc:sldMkLst>
          <pc:docMk/>
          <pc:sldMk cId="4147771616" sldId="1369"/>
        </pc:sldMkLst>
        <pc:inkChg chg="add">
          <ac:chgData name="Tarun Mangla" userId="88b13cb7-320d-4618-8f69-c67540fd8b8b" providerId="ADAL" clId="{19AB1C34-A1D1-41A2-B59E-C940E8658E55}" dt="2026-06-02T04:35:10.358" v="0" actId="7634"/>
          <ac:inkMkLst>
            <pc:docMk/>
            <pc:sldMk cId="4147771616" sldId="1369"/>
            <ac:inkMk id="5" creationId="{3951360A-89D0-0501-3FF5-BFA6A297F0A5}"/>
          </ac:inkMkLst>
        </pc:inkChg>
      </pc:sldChg>
      <pc:sldChg chg="addSp mod">
        <pc:chgData name="Tarun Mangla" userId="88b13cb7-320d-4618-8f69-c67540fd8b8b" providerId="ADAL" clId="{19AB1C34-A1D1-41A2-B59E-C940E8658E55}" dt="2026-06-02T04:35:10.358" v="0" actId="7634"/>
        <pc:sldMkLst>
          <pc:docMk/>
          <pc:sldMk cId="2388370532" sldId="1372"/>
        </pc:sldMkLst>
        <pc:inkChg chg="add">
          <ac:chgData name="Tarun Mangla" userId="88b13cb7-320d-4618-8f69-c67540fd8b8b" providerId="ADAL" clId="{19AB1C34-A1D1-41A2-B59E-C940E8658E55}" dt="2026-06-02T04:35:10.358" v="0" actId="7634"/>
          <ac:inkMkLst>
            <pc:docMk/>
            <pc:sldMk cId="2388370532" sldId="1372"/>
            <ac:inkMk id="4" creationId="{43B1B6EF-37ED-C382-9F97-23C8392AB9BE}"/>
          </ac:inkMkLst>
        </pc:inkChg>
      </pc:sldChg>
      <pc:sldChg chg="addSp mod">
        <pc:chgData name="Tarun Mangla" userId="88b13cb7-320d-4618-8f69-c67540fd8b8b" providerId="ADAL" clId="{19AB1C34-A1D1-41A2-B59E-C940E8658E55}" dt="2026-06-02T04:35:10.358" v="0" actId="7634"/>
        <pc:sldMkLst>
          <pc:docMk/>
          <pc:sldMk cId="1815464314" sldId="1387"/>
        </pc:sldMkLst>
        <pc:inkChg chg="add">
          <ac:chgData name="Tarun Mangla" userId="88b13cb7-320d-4618-8f69-c67540fd8b8b" providerId="ADAL" clId="{19AB1C34-A1D1-41A2-B59E-C940E8658E55}" dt="2026-06-02T04:35:10.358" v="0" actId="7634"/>
          <ac:inkMkLst>
            <pc:docMk/>
            <pc:sldMk cId="1815464314" sldId="1387"/>
            <ac:inkMk id="5" creationId="{55367650-8AFA-92C8-3AE7-BF3ABF7F8DA3}"/>
          </ac:inkMkLst>
        </pc:inkChg>
      </pc:sldChg>
      <pc:sldChg chg="addSp mod">
        <pc:chgData name="Tarun Mangla" userId="88b13cb7-320d-4618-8f69-c67540fd8b8b" providerId="ADAL" clId="{19AB1C34-A1D1-41A2-B59E-C940E8658E55}" dt="2026-06-02T04:35:10.358" v="0" actId="7634"/>
        <pc:sldMkLst>
          <pc:docMk/>
          <pc:sldMk cId="1050627847" sldId="1393"/>
        </pc:sldMkLst>
        <pc:inkChg chg="add">
          <ac:chgData name="Tarun Mangla" userId="88b13cb7-320d-4618-8f69-c67540fd8b8b" providerId="ADAL" clId="{19AB1C34-A1D1-41A2-B59E-C940E8658E55}" dt="2026-06-02T04:35:10.358" v="0" actId="7634"/>
          <ac:inkMkLst>
            <pc:docMk/>
            <pc:sldMk cId="1050627847" sldId="1393"/>
            <ac:inkMk id="3" creationId="{F554AB7F-450E-B828-04A1-A55245B1D093}"/>
          </ac:inkMkLst>
        </pc:inkChg>
      </pc:sldChg>
      <pc:sldChg chg="addSp mod">
        <pc:chgData name="Tarun Mangla" userId="88b13cb7-320d-4618-8f69-c67540fd8b8b" providerId="ADAL" clId="{19AB1C34-A1D1-41A2-B59E-C940E8658E55}" dt="2026-06-02T04:35:10.358" v="0" actId="7634"/>
        <pc:sldMkLst>
          <pc:docMk/>
          <pc:sldMk cId="3924103784" sldId="2435"/>
        </pc:sldMkLst>
        <pc:inkChg chg="add">
          <ac:chgData name="Tarun Mangla" userId="88b13cb7-320d-4618-8f69-c67540fd8b8b" providerId="ADAL" clId="{19AB1C34-A1D1-41A2-B59E-C940E8658E55}" dt="2026-06-02T04:35:10.358" v="0" actId="7634"/>
          <ac:inkMkLst>
            <pc:docMk/>
            <pc:sldMk cId="3924103784" sldId="2435"/>
            <ac:inkMk id="2" creationId="{E773E1AE-4872-0D0A-046D-DC44FCA5A8AB}"/>
          </ac:inkMkLst>
        </pc:inkChg>
      </pc:sldChg>
      <pc:sldChg chg="addSp mod">
        <pc:chgData name="Tarun Mangla" userId="88b13cb7-320d-4618-8f69-c67540fd8b8b" providerId="ADAL" clId="{19AB1C34-A1D1-41A2-B59E-C940E8658E55}" dt="2026-06-02T04:35:10.358" v="0" actId="7634"/>
        <pc:sldMkLst>
          <pc:docMk/>
          <pc:sldMk cId="3581257907" sldId="2436"/>
        </pc:sldMkLst>
        <pc:inkChg chg="add">
          <ac:chgData name="Tarun Mangla" userId="88b13cb7-320d-4618-8f69-c67540fd8b8b" providerId="ADAL" clId="{19AB1C34-A1D1-41A2-B59E-C940E8658E55}" dt="2026-06-02T04:35:10.358" v="0" actId="7634"/>
          <ac:inkMkLst>
            <pc:docMk/>
            <pc:sldMk cId="3581257907" sldId="2436"/>
            <ac:inkMk id="5" creationId="{49267D5E-1249-30E3-BBEC-A2D5F76C2B2B}"/>
          </ac:inkMkLst>
        </pc:inkChg>
      </pc:sldChg>
      <pc:sldChg chg="addSp mod">
        <pc:chgData name="Tarun Mangla" userId="88b13cb7-320d-4618-8f69-c67540fd8b8b" providerId="ADAL" clId="{19AB1C34-A1D1-41A2-B59E-C940E8658E55}" dt="2026-06-02T04:35:10.358" v="0" actId="7634"/>
        <pc:sldMkLst>
          <pc:docMk/>
          <pc:sldMk cId="1797017679" sldId="2526"/>
        </pc:sldMkLst>
        <pc:inkChg chg="add">
          <ac:chgData name="Tarun Mangla" userId="88b13cb7-320d-4618-8f69-c67540fd8b8b" providerId="ADAL" clId="{19AB1C34-A1D1-41A2-B59E-C940E8658E55}" dt="2026-06-02T04:35:10.358" v="0" actId="7634"/>
          <ac:inkMkLst>
            <pc:docMk/>
            <pc:sldMk cId="1797017679" sldId="2526"/>
            <ac:inkMk id="8" creationId="{26293362-7ED4-FD59-D05A-99C1736498FB}"/>
          </ac:inkMkLst>
        </pc:inkChg>
      </pc:sldChg>
      <pc:sldChg chg="addSp mod">
        <pc:chgData name="Tarun Mangla" userId="88b13cb7-320d-4618-8f69-c67540fd8b8b" providerId="ADAL" clId="{19AB1C34-A1D1-41A2-B59E-C940E8658E55}" dt="2026-06-02T04:35:10.358" v="0" actId="7634"/>
        <pc:sldMkLst>
          <pc:docMk/>
          <pc:sldMk cId="2124739597" sldId="2528"/>
        </pc:sldMkLst>
        <pc:inkChg chg="add">
          <ac:chgData name="Tarun Mangla" userId="88b13cb7-320d-4618-8f69-c67540fd8b8b" providerId="ADAL" clId="{19AB1C34-A1D1-41A2-B59E-C940E8658E55}" dt="2026-06-02T04:35:10.358" v="0" actId="7634"/>
          <ac:inkMkLst>
            <pc:docMk/>
            <pc:sldMk cId="2124739597" sldId="2528"/>
            <ac:inkMk id="3" creationId="{EC0DF113-5CDC-C70A-C274-BFDABA9A3DF7}"/>
          </ac:inkMkLst>
        </pc:inkChg>
      </pc:sldChg>
      <pc:sldChg chg="addSp mod">
        <pc:chgData name="Tarun Mangla" userId="88b13cb7-320d-4618-8f69-c67540fd8b8b" providerId="ADAL" clId="{19AB1C34-A1D1-41A2-B59E-C940E8658E55}" dt="2026-06-02T04:35:10.358" v="0" actId="7634"/>
        <pc:sldMkLst>
          <pc:docMk/>
          <pc:sldMk cId="986344138" sldId="2531"/>
        </pc:sldMkLst>
        <pc:inkChg chg="add">
          <ac:chgData name="Tarun Mangla" userId="88b13cb7-320d-4618-8f69-c67540fd8b8b" providerId="ADAL" clId="{19AB1C34-A1D1-41A2-B59E-C940E8658E55}" dt="2026-06-02T04:35:10.358" v="0" actId="7634"/>
          <ac:inkMkLst>
            <pc:docMk/>
            <pc:sldMk cId="986344138" sldId="2531"/>
            <ac:inkMk id="3" creationId="{AFFA38B4-484A-A25E-7DDC-0C40AD074DC3}"/>
          </ac:inkMkLst>
        </pc:inkChg>
      </pc:sldChg>
      <pc:sldChg chg="addSp mod">
        <pc:chgData name="Tarun Mangla" userId="88b13cb7-320d-4618-8f69-c67540fd8b8b" providerId="ADAL" clId="{19AB1C34-A1D1-41A2-B59E-C940E8658E55}" dt="2026-06-02T04:35:10.358" v="0" actId="7634"/>
        <pc:sldMkLst>
          <pc:docMk/>
          <pc:sldMk cId="253073041" sldId="2532"/>
        </pc:sldMkLst>
        <pc:inkChg chg="add">
          <ac:chgData name="Tarun Mangla" userId="88b13cb7-320d-4618-8f69-c67540fd8b8b" providerId="ADAL" clId="{19AB1C34-A1D1-41A2-B59E-C940E8658E55}" dt="2026-06-02T04:35:10.358" v="0" actId="7634"/>
          <ac:inkMkLst>
            <pc:docMk/>
            <pc:sldMk cId="253073041" sldId="2532"/>
            <ac:inkMk id="5" creationId="{33A6BAB5-FE92-95C6-3B3E-8D0FA869BE9D}"/>
          </ac:inkMkLst>
        </pc:inkChg>
      </pc:sldChg>
      <pc:sldChg chg="addSp mod">
        <pc:chgData name="Tarun Mangla" userId="88b13cb7-320d-4618-8f69-c67540fd8b8b" providerId="ADAL" clId="{19AB1C34-A1D1-41A2-B59E-C940E8658E55}" dt="2026-06-02T04:35:10.358" v="0" actId="7634"/>
        <pc:sldMkLst>
          <pc:docMk/>
          <pc:sldMk cId="740339712" sldId="2533"/>
        </pc:sldMkLst>
        <pc:inkChg chg="add">
          <ac:chgData name="Tarun Mangla" userId="88b13cb7-320d-4618-8f69-c67540fd8b8b" providerId="ADAL" clId="{19AB1C34-A1D1-41A2-B59E-C940E8658E55}" dt="2026-06-02T04:35:10.358" v="0" actId="7634"/>
          <ac:inkMkLst>
            <pc:docMk/>
            <pc:sldMk cId="740339712" sldId="2533"/>
            <ac:inkMk id="3" creationId="{BB0CC889-B69F-FBFE-BE71-EF37CD86506C}"/>
          </ac:inkMkLst>
        </pc:inkChg>
      </pc:sldChg>
      <pc:sldChg chg="addSp mod">
        <pc:chgData name="Tarun Mangla" userId="88b13cb7-320d-4618-8f69-c67540fd8b8b" providerId="ADAL" clId="{19AB1C34-A1D1-41A2-B59E-C940E8658E55}" dt="2026-06-02T05:13:46.234" v="1" actId="7634"/>
        <pc:sldMkLst>
          <pc:docMk/>
          <pc:sldMk cId="1594984594" sldId="2534"/>
        </pc:sldMkLst>
        <pc:inkChg chg="add">
          <ac:chgData name="Tarun Mangla" userId="88b13cb7-320d-4618-8f69-c67540fd8b8b" providerId="ADAL" clId="{19AB1C34-A1D1-41A2-B59E-C940E8658E55}" dt="2026-06-02T05:13:46.234" v="1" actId="7634"/>
          <ac:inkMkLst>
            <pc:docMk/>
            <pc:sldMk cId="1594984594" sldId="2534"/>
            <ac:inkMk id="4" creationId="{05EA39FE-8E05-4509-10D5-134EA721F816}"/>
          </ac:inkMkLst>
        </pc:inkChg>
      </pc:sldChg>
      <pc:sldChg chg="addSp mod">
        <pc:chgData name="Tarun Mangla" userId="88b13cb7-320d-4618-8f69-c67540fd8b8b" providerId="ADAL" clId="{19AB1C34-A1D1-41A2-B59E-C940E8658E55}" dt="2026-06-02T04:35:10.358" v="0" actId="7634"/>
        <pc:sldMkLst>
          <pc:docMk/>
          <pc:sldMk cId="1620340644" sldId="2537"/>
        </pc:sldMkLst>
        <pc:inkChg chg="add">
          <ac:chgData name="Tarun Mangla" userId="88b13cb7-320d-4618-8f69-c67540fd8b8b" providerId="ADAL" clId="{19AB1C34-A1D1-41A2-B59E-C940E8658E55}" dt="2026-06-02T04:35:10.358" v="0" actId="7634"/>
          <ac:inkMkLst>
            <pc:docMk/>
            <pc:sldMk cId="1620340644" sldId="2537"/>
            <ac:inkMk id="5" creationId="{DE7576FD-54EA-E72A-F91F-2D01B8F49E6A}"/>
          </ac:inkMkLst>
        </pc:inkChg>
      </pc:sldChg>
      <pc:sldChg chg="addSp mod">
        <pc:chgData name="Tarun Mangla" userId="88b13cb7-320d-4618-8f69-c67540fd8b8b" providerId="ADAL" clId="{19AB1C34-A1D1-41A2-B59E-C940E8658E55}" dt="2026-06-02T04:35:10.358" v="0" actId="7634"/>
        <pc:sldMkLst>
          <pc:docMk/>
          <pc:sldMk cId="1270557338" sldId="2538"/>
        </pc:sldMkLst>
        <pc:inkChg chg="add">
          <ac:chgData name="Tarun Mangla" userId="88b13cb7-320d-4618-8f69-c67540fd8b8b" providerId="ADAL" clId="{19AB1C34-A1D1-41A2-B59E-C940E8658E55}" dt="2026-06-02T04:35:10.358" v="0" actId="7634"/>
          <ac:inkMkLst>
            <pc:docMk/>
            <pc:sldMk cId="1270557338" sldId="2538"/>
            <ac:inkMk id="3" creationId="{AB5A2598-4781-B656-355B-E787903D9015}"/>
          </ac:inkMkLst>
        </pc:inkChg>
      </pc:sldChg>
      <pc:sldChg chg="addSp mod">
        <pc:chgData name="Tarun Mangla" userId="88b13cb7-320d-4618-8f69-c67540fd8b8b" providerId="ADAL" clId="{19AB1C34-A1D1-41A2-B59E-C940E8658E55}" dt="2026-06-02T04:35:10.358" v="0" actId="7634"/>
        <pc:sldMkLst>
          <pc:docMk/>
          <pc:sldMk cId="999225627" sldId="2542"/>
        </pc:sldMkLst>
        <pc:inkChg chg="add">
          <ac:chgData name="Tarun Mangla" userId="88b13cb7-320d-4618-8f69-c67540fd8b8b" providerId="ADAL" clId="{19AB1C34-A1D1-41A2-B59E-C940E8658E55}" dt="2026-06-02T04:35:10.358" v="0" actId="7634"/>
          <ac:inkMkLst>
            <pc:docMk/>
            <pc:sldMk cId="999225627" sldId="2542"/>
            <ac:inkMk id="5" creationId="{09AF9B92-CB3F-384E-29BC-070BD311F0D4}"/>
          </ac:inkMkLst>
        </pc:inkChg>
      </pc:sldChg>
      <pc:sldChg chg="addSp mod">
        <pc:chgData name="Tarun Mangla" userId="88b13cb7-320d-4618-8f69-c67540fd8b8b" providerId="ADAL" clId="{19AB1C34-A1D1-41A2-B59E-C940E8658E55}" dt="2026-06-02T05:13:46.234" v="1" actId="7634"/>
        <pc:sldMkLst>
          <pc:docMk/>
          <pc:sldMk cId="1964799951" sldId="2547"/>
        </pc:sldMkLst>
        <pc:inkChg chg="add">
          <ac:chgData name="Tarun Mangla" userId="88b13cb7-320d-4618-8f69-c67540fd8b8b" providerId="ADAL" clId="{19AB1C34-A1D1-41A2-B59E-C940E8658E55}" dt="2026-06-02T05:13:46.234" v="1" actId="7634"/>
          <ac:inkMkLst>
            <pc:docMk/>
            <pc:sldMk cId="1964799951" sldId="2547"/>
            <ac:inkMk id="3" creationId="{D81BADEA-A47A-621C-6220-A09B08D6D7D0}"/>
          </ac:inkMkLst>
        </pc:inkChg>
      </pc:sldChg>
      <pc:sldChg chg="add del">
        <pc:chgData name="Tarun Mangla" userId="88b13cb7-320d-4618-8f69-c67540fd8b8b" providerId="ADAL" clId="{19AB1C34-A1D1-41A2-B59E-C940E8658E55}" dt="2026-06-02T05:14:42.933" v="3" actId="2696"/>
        <pc:sldMkLst>
          <pc:docMk/>
          <pc:sldMk cId="4258248010" sldId="2551"/>
        </pc:sldMkLst>
      </pc:sldChg>
      <pc:sldChg chg="addSp mod">
        <pc:chgData name="Tarun Mangla" userId="88b13cb7-320d-4618-8f69-c67540fd8b8b" providerId="ADAL" clId="{19AB1C34-A1D1-41A2-B59E-C940E8658E55}" dt="2026-06-02T05:23:43.719" v="4" actId="7634"/>
        <pc:sldMkLst>
          <pc:docMk/>
          <pc:sldMk cId="609172513" sldId="2553"/>
        </pc:sldMkLst>
        <pc:inkChg chg="add">
          <ac:chgData name="Tarun Mangla" userId="88b13cb7-320d-4618-8f69-c67540fd8b8b" providerId="ADAL" clId="{19AB1C34-A1D1-41A2-B59E-C940E8658E55}" dt="2026-06-02T05:23:43.719" v="4" actId="7634"/>
          <ac:inkMkLst>
            <pc:docMk/>
            <pc:sldMk cId="609172513" sldId="2553"/>
            <ac:inkMk id="2" creationId="{D389B2D1-6DFB-CB20-0164-86EB9F78A4B1}"/>
          </ac:inkMkLst>
        </pc:inkChg>
      </pc:sldChg>
      <pc:sldChg chg="addSp mod">
        <pc:chgData name="Tarun Mangla" userId="88b13cb7-320d-4618-8f69-c67540fd8b8b" providerId="ADAL" clId="{19AB1C34-A1D1-41A2-B59E-C940E8658E55}" dt="2026-06-02T05:23:43.719" v="4" actId="7634"/>
        <pc:sldMkLst>
          <pc:docMk/>
          <pc:sldMk cId="1582725836" sldId="2557"/>
        </pc:sldMkLst>
        <pc:inkChg chg="add">
          <ac:chgData name="Tarun Mangla" userId="88b13cb7-320d-4618-8f69-c67540fd8b8b" providerId="ADAL" clId="{19AB1C34-A1D1-41A2-B59E-C940E8658E55}" dt="2026-06-02T05:23:43.719" v="4" actId="7634"/>
          <ac:inkMkLst>
            <pc:docMk/>
            <pc:sldMk cId="1582725836" sldId="2557"/>
            <ac:inkMk id="11" creationId="{9B754A80-EC38-AD46-4B9A-B1EF70014249}"/>
          </ac:inkMkLst>
        </pc:ink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52A77B-D33C-49B3-A83C-450AA2ED72B3}" type="datetimeFigureOut">
              <a:rPr lang="en-US" smtClean="0"/>
              <a:t>6/1/2026</a:t>
            </a:fld>
            <a:endParaRPr lang="en-US"/>
          </a:p>
        </p:txBody>
      </p:sp>
      <p:sp>
        <p:nvSpPr>
          <p:cNvPr id="4" name="Footer Placeholder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BF9A36D-7FAC-478F-9944-F324014F6FD1}" type="slidenum">
              <a:rPr lang="en-US" smtClean="0"/>
              <a:t>‹#›</a:t>
            </a:fld>
            <a:endParaRPr lang="en-US"/>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04:35:28.643"/>
    </inkml:context>
    <inkml:brush xml:id="br0">
      <inkml:brushProperty name="height" value="0.053" units="cm"/>
      <inkml:brushProperty name="color" value="#FF0000"/>
    </inkml:brush>
  </inkml:definitions>
  <inkml:trace contextRef="#ctx0" brushRef="#br0">4934 910 8272,'0'14'0,"0"-8"-315,0-6 1,5-1-1,1-9 1,2-1-1,3 0 1,0 0 314,-1 2 0,1 4-57,-7-5 1,3 7 0,-4-3 71,2 0 0,-9 3 0,-10-5 0,-8 1 65,-5 4 1,-3 2-74,-3 1 1,-3-5-1,-7 0 1,0 2 19,1 1 1,1 2-30,3 0 17,-3 0 0,12 0 1,1 0-1,7 0 1,5 0 28,2 0-16,6 0 0,2 2 103,6 3-86,6-4 0,-2 6 1,5-6 33,2 4 0,-3-2 21,1 7-86,-5-1 0,2 0 0,-6 1 0,-2-1 121,-2-1-118,-4 5 1,-7-10 0,1 5 0,0 0 0,-2-2 25,-3 1 1,2-3-2,-7-4-46,7 7 1,-10-6 0,3 5-1,-3-1 1,-1 2-295,0 0 0,-1 5 106,1 6 0,6 0 192,3 6 0,38 7 0,15 5 0,3 6 0,-1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04:35:28.647"/>
    </inkml:context>
    <inkml:brush xml:id="br0">
      <inkml:brushProperty name="height" value="0.053" units="cm"/>
      <inkml:brushProperty name="color" value="#FF0000"/>
    </inkml:brush>
  </inkml:definitions>
  <inkml:trace contextRef="#ctx0" brushRef="#br0">23445 10293 7999,'-9'0'224,"0"0"-124,5-7 1,-8 6 0,4-6 0,-2 3 0,1-1 511,-2 2-524,5-5 1,-7 6-1,3-2 1,-2 0-1,-2 1 1,-2-1-1,-2-1 134,-1-1 0,-4 4-218,4-3 0,-11 2 0,1 0 0,-1-3-78,0-2 0,-3 4 66,0 0 0,-7 2 0,4 1 0,-2-3-13,0 0 0,0-1 1,-4 5-1,-1 0 32,0 0 0,2 2-6,3 2-10,-3-2 1,10 10-1,-6-2 1,4 3-1,5-1-110,3-2 0,6 2 88,-5-2 1,2 7 0,-2 2 0,5-1-54,3-3 0,2 1 39,0 3 29,-7-3 0,6 6 1,-4-5-1,3 2 1,2 0-80,-1 2 126,-5-5 0,9 6 1,-3-5-1,1 2 1,0-2 11,-1-1 1,5 3-7,-1 0-24,7 0 0,-8-5 1,6 2-1,0 1 0,1 2 72,-1-1 1,0 2-59,5-1 0,0 2 0,0-4 0,0 2 11,0-1 1,0 2 73,0-1-104,0 0 1,0 0 0,2 0 0,1 0 0,2 0 8,-2 0 1,5 1-226,1-1 199,4-3 0,1 6 0,0-4 0,0 1 0,1-2-23,-1-1 1,5-2 22,0 0 1,1 2 0,-1 0-1,5 1-6,3 0 0,-3-5 300,-1 2-260,1 0 0,9-6 0,2 6 0,0-1 0,1-2 206,0-2-161,-4 1 1,14-1 0,-4-1 0,3 0 0,0-2 72,3 1 1,-2 2-20,6-4-99,-6 6 0,9-8 0,-5 5 0,3-2 1,-3-3-53,-1-1 78,5-2 1,-5 0 0,3 0 0,-3 0-1,-2 0 122,1 0 0,1-2-6,-2-2-112,-3 2 0,10-9 0,-5 5 1,0-2-1,1-3 337,1-2-290,1-7 0,-1 2 1,-4-5-1,-3-3 1,-1-1-35,0-1 0,-7-5-28,-3 0-124,-3-7 1,-3 4 0,-2-8 0,-3-2-1,-1-2 45,-4 3 1,-6 0-25,-1 3 88,-1-1 0,-1 2 0,-3 3 0,-3 5 0,-2 3 200,0 1 0,-7 1 299,-2 0-373,-10-1 1,-3 1 0,-8-1 0,-2-1-1,-4-1 19,-5-2-196,1-1 1,-15 6-1,3 1-25,-4 3 0,-5-6-91,-1 7 1,-1-3 0,3 9-1,-2 0-917,2 4 484,-4-1 1,10 12 0,-1-1 0,6 6 0,6 7-2278,3 2 2273,3 9 575,0 1 0,-10 13 0,3 1 0</inkml:trace>
  <inkml:trace contextRef="#ctx0" brushRef="#br0" timeOffset="1">22024 10478 7965,'0'-15'354,"0"1"1550,0 0-1152,0 0 1,4 4 0,1 1 962,-2-2-1624,-7-2 0,-11-1 1,-8 1-1,-4 2-41,-2 2 1,-5-1-146,-4-4 0,-3 1 1,-4 2-1,-2 2-134,-5-2 0,3 0 0,2 0 0,4 3-205,5 1 1,8 3-22,6 4 278,13-7 0,-5 6 5,16-4 1,4 2 107,10-2 0,0 2 0,0-7 0,2-1 85,3-1 0,-3 2 0,3 1 39,-3 6 0,-2-8 0,0 6 1,-1 0 421,-4-1-266,-3 4-129,-6-4 0,-7 7 0,-8 4 0,-5 5 167,-2 2 1,-5 3-65,3-1 1,4 2-97,1 2 1,4-2-1,6 3 1,4-3 59,4-2 0,8 0-431,8 1 137,12-1 1,9-1 0,5-4 0,-2-3-1,-2-1-1376,-2 0 1,-9 0 292,-7-5 1223,-3 0 0,-71-13 0,-18-3 0</inkml:trace>
  <inkml:trace contextRef="#ctx0" brushRef="#br0" timeOffset="2">18597 9625 7855,'-8'-2'314,"2"-1"0,1-4 0,-1 0 1408,-2-4 1,3-2-1071,-4-1 0,6 4-481,-2 1 1,-3 6-1,-1-2 1,-4 3-1,-3 2 34,-3 0 0,3 2-237,-3 3 1,2 2-1,0 6 1,-2-2-83,1-1 1,7-1-97,2 5 1,6 1-1,-2-1 1,3 0-169,2 0 0,7 0 243,2 1 0,4-3 72,1-2 1,2 2 0,1-2 0,2 2-14,-2 3 1,-1-1 53,-1 0 19,-1-6 1,0 5 0,-1-4 0,-4 4 53,-4 1 0,-4 0-32,-1 0-19,-6 1-1,-7-6 1,-7-1 0,-1-2 0,-1-1-86,0 1 0,-2-4 75,-4 3-136,6-4 0,-3-1 0,6 0 1,1 0-1,2 0-56,2 0 1,6-1 292,4-4-145,-4 3 0,6-10 1,-1 4-1,6-2 1,7 1-45,2-2 0,7 3 178,0-2 0,6 6-31,-1-6 0,-2 2 0,2-3 0,1 3 156,2 2 0,-5-3-113,-3 4-31,3 0 0,-6 0 1,3 1-1,-3-1 501,-2-1-248,0 4 91,-6-4 128,-2 6-358,-6 6-42,0 2 1,0 1 0,0 1 0,0 1 115,0 2-481,0 1 167,0 0 1,2-1 0,1-2 0,4-2-422,0 2 63,3-4 282,4-1 0,0-6 0,1 0 0,-1 0 135,0 0 1,-1-6-9,-4-4 155,4-3 0,-10-1 1,5 0-1,-2 0 299,-3 0 1,-1-1-132,-2 1 809,0 6-703,0-4-650,0 10 196,0-4 0,0 7 0,0 4 0,0 4 0,0 4-120,0 1 1,0 1-29,0-1 46,6 0 0,0 0 0,6-1 0,-3-2 0,2-2-234,2 2 1,1-4 7,0-3 319,0 4 0,1-6 0,-1 3 0,0-4 0,-1-2 112,-4-4 0,2-3 77,-6-6-58,6 0 1,-9-1-1,2 1 1,-2 0 0,-2 0 192,0 0 0,0-1-76,0 1-93,-6 6 1,2-3 0,-5 6 35,-2 2-505,-2 2 84,5 1 1,-3 1-164,7 4 0,5-3 140,9 2 189,9 4 1,-4-6 0,4 3 0,-1-4-1,-1-1-81,2 0 1,5 0 87,-5 0 244,0 0 0,-5 0 1,0 0-1,0 0 1252,1 0-902,-8 0 693,0 0-898,-7 0 1,-2 0-205,-3 0-46,4 0 1,-10 6-1,4 4 1,1 3 14,0 1 0,1 0-426,5 0 203,0 0 1,0-4 0,2-1 0,1 2 0,3 2-368,2 1 1,2-4 175,4-1 249,0-6 0,0 4 1,0-7-1,1 0 0,-1 0 79,0 0 0,-4-2 81,-1-3 40,0-3 0,6-6 1,-3 0-1,-1-2 0,-1-1 216,1-2 0,-3-6-115,1 1-198,1-3 0,-2-3 1,-2-1-1,-1-3 1,-1 3 28,0 1 0,-3 1-140,-1 1 131,0-1 1,-1 7 0,-3 3 113,0 4-20,-7 7-221,9 1 0,-6 7 0,5 2-114,-2 3 200,1 3 136,4 6 1,0 0 0,0 0 0,0 0 0,0 1 303,0-1 0,0 0-34,0 0-257,0 1 1,0-1-1,0 0 1,0 0 0,0 0 120,0 1 0,0-1-310,0 0 48,0 7 0,0-6 0,0 4 1,0-3-1,0-2-138,0 1 1,0-1-28,0 0 114,0 0 0,1-1 1,2-2-1,4-3 1,-1 0-261,0 0 202,5-5 109,-3 3 0,6-6 0,-1-2 0,-2-2 0,-1-6-11,1-2 1,1-4-27,3-3 37,-1 3 1,0-9-1,0 6 1,-1 1-1,-2 3-108,-2 0 1,1 1 79,4 0 15,0 6 0,0 2 0,1 6-23,-1 0 136,0 0-44,0 6 1,-6-3-1,-3 7-126,-3 1 33,-2-5 161,0 7-182,0-12 57,0 6-54,-7-7 0,4 0 1,-6 0-1,-2 0 51,-2 0 1,-1 0-27,-1 0 134,1 0 0,5 0 1,-1 0-1,-1 0 0,0 1 115,2 4-4,-4 3-164,5 6 1,0-4 0,4-1 0,2 2 0,4 0 50,2-1 0,6 2-220,9-2 39,-3-4 1,10 5 0,-2-6 0,3-2 0,1-1-204,1-2 0,-1 0-114,1 0 409,-1 0 1,-1-7-1,-3-4 1,-4-5 0,-1-4-36,0-2 1,-2-2-84,-7-4 183,-4-1 0,-1 1 0,0-1 0,-2 1 1,-3 1 622,-5 3-553,4 4 67,-12 12 0,5 2 1,-6 7-165,0 4 1,4 8 260,1 6-199,6 0 1,-9-1 0,8 3 0,1 0 0,1 1 434,2 0 1,0-3 11,0 4-467,0-5 1,0 2-1,0-4 1,0 2-1,0 0-83,0 0 1,0-7-79,0-2 48,0-5 1,0 3 0,2-3-158,2 0 0,3-1 56,2-7 112,4 2 0,-7-10 1,5 0-1,-1-3 1,-1-4-115,-1 1 0,5 3 280,-4 0-109,-3 7 0,7-4 80,-3 2 124,2 4-134,2 0 0,-4 6 0,-2 1 0,0 4 225,0 4 1,-4-1-73,6 2-338,-7-1 1,10 6 0,-4-3 0,4-1-485,1-1 1,0-7 139,0 2 261,1-4 1,-1-1 0,2 0 0,1 0 0,2-1-294,-2-4 1,-1-3 51,-2-6 541,1 0 0,-3-1 0,-1 1 1,-3 0-1,-2 0 431,-2-1-233,-3 1-224,-7 6 0,-4 2 0,-7 6 0,-2 2-4,2 2 0,1 1-120,2 9 113,6-9 1,-3 19 0,6-10 0,2 2 271,1 0-322,2-2 0,0 0 1,2 0-274,3 0 1,4-6 117,10-3 0,-2 1 1,7-1-1,0-2-133,-2-1 0,5-2 193,-4 0 0,-2-6 1,-1-4-1,-1-3 81,0-1 77,7 0 0,-11 0 0,3 0 161,-7-1 0,2 6 32,-4-1 1,-1 7 174,1-2-373,-5 4 0,7 2 0,-7 4 0,0 5 1,-3 2 429,-1 3 0,0 4 4,0-1-537,0 1 0,0-4 0,0-1-436,0 0 1,0-4 119,0-1-149,0-6 1,-6 3 0,-5-6-1,-5 0-978,-3 0 0,-5-6-1200,5-3 2652,-6 2 0,-33-22 0,-14-11 0,18 14 0,0-1 0,0 1 0</inkml:trace>
  <inkml:trace contextRef="#ctx0" brushRef="#br0" timeOffset="3">19365 9639 10539,'6'-8'603,"5"3"0,7 2-709,5-2 0,9 4 0,1-4 0,0 3-2250,2 2 2356,-5 0 0,5-19 0,-7-4 0</inkml:trace>
  <inkml:trace contextRef="#ctx0" brushRef="#br0" timeOffset="4">19465 3227 8049,'0'-9'87,"0"-1"509,0-1 1,0 3 484,0-1-761,0 6-203,0-4-130,0 7 159,0 0 6,0 7 1,0 0-84,0 8 1,0-1-25,0 0 0,-2 2 0,-1 1 1,-2 2 4,2-1 0,1 2-170,2-1 132,0 6 1,0-4-1,0 4 1,0-1 0,0 0 1,0-2 0,0 5 0,0-4-30,0 4 0,0-3 0,0-1 0,0 1 0,0 0 90,0 0 1,0-1-36,0 6 18,0-7 1,0 5-1,0-4 1,0 3-1,0-1 120,0-1 0,0-1-201,0 6 48,7-1 0,-6-4 1,4-2-1,-3 0 1,-2-1 39,0-1 0,0 5-173,0-1 59,0 3 0,0-3 0,0-2 0,0 0 1,0 0-161,0 3 1,0-3 109,0 2 86,0-7 1,0 10 0,0-5 0,0 1 0,0-3 72,0 1 1,0-4-110,0 7 78,0-7 0,0 5 0,0-4 0,1 1 0,2-2 83,2-1 1,0-2-83,-5 0 77,6 7 0,-4-6 0,2 4 0,-2-3 1,-2-2 29,0 1 1,0-1 155,0 0-248,0-6 0,0 5 1,2-4-1,1 4 165,1 1-330,1 0 1,-5 0-383,0 1 428,0-8-742,0 0 0,0-6-1069,0 4 384,0-3 1502,0-9 0,-6-46 0,-2-23 0</inkml:trace>
  <inkml:trace contextRef="#ctx0" brushRef="#br0" timeOffset="5">19493 3199 8028,'-5'-10'490,"0"1"415,-6 6-44,10-10-476,-5 11 1,6-6 65,0 4 1,6 2-390,3-3 0,6 4-103,4 1 73,-4 0 1,12 0-1,-2 0 1,5 0-1,5 0-50,2 0 0,0 0 55,6 0 1,4 5-71,1-1 0,-5 1 1,-6-3-1,1 1 36,-1 2 0,4-1-12,-3-4 17,-4 0 1,3 0-1,-6 0 1,4 0 0,0 0-13,0 0 0,3 0-38,-5 0 41,0 0 0,2 0 0,1-1 0,0-2 0,-2-2-40,-4 2 1,-2-1-3,0 0-3,1 2 0,-7-4 0,-3 4 0,-3-1 0,-2-2-177,0 2 177,0 2 41,1 1 1,-6 0 39,1 0 1,-6 0-68,6 0 72,-7 0 0,5 0-38,-3 0 85,2 0 44,8 0 195,-7 0-66,-2 0-150,-6 0 1,0 1 142,0 4-153,0-3-2,0 4 286,0-6-38,0 0-36,0 6-194,0 2 1,0 2 0,0-1 31,0 2 0,0 2-82,0 1-28,0-6 0,0 4 1,0 0-1,0 3 0,0 4 49,0-1 0,0-1-60,0 2 3,0-3 0,0 6 0,0-5 0,0 4 0,0-1 83,0 1 0,0-1-30,0-1-35,0-3 1,0 9 0,1-4 0,3-1 0,0 1-23,0-4 0,-3 4 34,-1-2 1,0 5-111,0-5 0,5 4 0,0-4 1,-2 0-47,-2 2 24,-1-6 0,5 8 0,0-6 0,-2 2 0,-1 0-115,-2 1 0,0-2 142,0 5 0,0-5-41,0 1 0,0 1 0,0 1 0,0-1-69,0 1 123,0-2 0,0 0 0,0 1 0,0 1 0,0-1-158,0-2 153,-7 4 0,6-6 0,-4 4-22,3 1 0,2-4 12,0 7 1,-1-7-1,-2 4 1,-2-2-117,2 0 133,1 6 1,2-9 0,0 3-1,0-2 1,0 0 2,0 2 1,0 5 37,0-5-29,0 0 1,0-5-1,0 0 1,0 1 0,-1-1-10,-4 0 1,3 0 154,-3 1-116,4-1 1,1 0 0,0 0 0,0 0 36,0 1 0,0-1 15,0 0-30,0 0 1,0 1-1,-2-1 1,-1 0 35,-2 0-45,1 0-24,4 1 0,0-6 0,0 1 0,-2-1-139,-3-1 150,4 5-111,-6-12 1,7 12 3,0-4 128,0-2-76,0-1 27,0 0 0,-1-4-104,-4 3 49,4 2 32,-6-5 0,7 4 177,0-6 861,0 0-1158,-6 0 1,3 0-21,-7 0 91,1 0 1,-1 0 0,1 0-1,-2 0 1,-3 0-226,-5 0 0,1 0 123,-5 0 121,5 0 0,-9 0 0,2 0 1,-5 0-1,-3 0 23,1 0 0,-3 0 95,2 0 0,0 0 0,3 0 0,-1 0 131,-3 0 1,1 0-27,5 0-125,-1 0 0,-1 0 1,-1-1-1,-2-2 0,1-2 37,2 2 1,1 1 15,1 2-95,0 0 1,4 0 0,0 0-1,0 0 1,1-1 27,-1-4 0,0 3-80,-4-3 51,6 4 1,-3 1 0,4 0 0,-1 0 0,-3 0-47,-2 0 0,3 0 41,0 0 4,1 0 1,-1 0 0,2 0 0,1 0 0,2 0 77,-1 0 0,4 0-87,-3 0 33,3 0 1,7 0 0,1-2-568,2-2 209,1-4 45,5 0 1,1-3 0,4 6 303,5 2 0,34-24 0,10-5 0</inkml:trace>
  <inkml:trace contextRef="#ctx0" brushRef="#br0" timeOffset="6">18484 3526 8026,'-10'0'246,"1"0"297,-3 0 1,6-2 0,0-1 284,0-2 0,4-1-675,-3 1 1,5 4 0,5-4-95,4 3 1,4 2-102,1 0 0,2-4 1,3-1-1,5 2 40,3 1 0,1 2 55,0 0 0,1 0 1,-1 0-1,2 0 140,4 0 1,-4 0-77,3 0-105,-3 0 1,-2 0 0,1 0 0,-1 0 0,0 0-1,1 0 0,-5 0-63,-1 0 31,1 0 1,3 0 0,-2 0-1,-1 0 1,0 0 15,-2 0 0,3-2-76,-6-2 58,0 2 1,-5-4 0,0 6 0,0 0 0,1-2-197,-1-3-96,-6 4-399,4-5-71,-10 6 526,4 0-222,-6 0 1,-1 0 0,-4 0-514,-4 0 0,1 4 993,-2 1 0,-31 19 0,-13-1 0</inkml:trace>
  <inkml:trace contextRef="#ctx0" brushRef="#br0" timeOffset="7">18356 3952 8080,'-10'2'-1393,"1"2"2822,5-2 1,-3 4-502,2-6 1,5 0-692,0 0 1,3 0 0,10 0-1,4 0 81,4 0 1,2 0 33,6 0-401,-1 0 1,5 0-1,2 0 1,1 0-1,2 0-110,-1 0 152,4 0 1,-5 0 0,7 0 0,-1 0-1,1 0-12,0 0 0,-5 0 31,-1 0 1,5 0-1,2-1 1,-5-2 10,-2-2 0,-4 0 5,-5 5-44,1 0 0,-7 0 1,-3 0-368,-4 0 121,-7 0-2,-1 0 1,-9 0 0,-3 0-294,-4 0 0,1 0 181,-1 0-870,-1 0 1246,2 0 0,-30 13 0,-1 3 0</inkml:trace>
  <inkml:trace contextRef="#ctx0" brushRef="#br0" timeOffset="8">18412 4364 8033,'-4'10'249,"-3"-2"449,-1-2 1,4-1 691,-6-5-991,7 0-326,-3 0 0,9 0 0,5 0 8,6 0 1,8 0-21,-3 0 0,6 0 1,-1 0-1,5 0 71,4 0 1,-3-2-99,3-2 9,3 2 1,-6-4-1,5 6 1,-2 0-1,0 0 87,-1 0 1,3 0-105,-2 0-9,0 0 0,0 0 0,0 0 1,-3 0-1,-3 0-35,-3 0 0,-5 0-230,5 0 219,-7 0 1,4 0-1,-7 0 1,0 0-130,0 0 1,0 0 41,1 0 64,-7 0 0,4 0-37,-2 0 41,-4 0-1349,0 0 157,-6 0 1,-1 1 1239,-4 4 0,-47 3 0,-18 6 0</inkml:trace>
  <inkml:trace contextRef="#ctx0" brushRef="#br0" timeOffset="9">18327 4777 8033,'-9'0'-260,"-1"0"488,-1 0 2702,-2 0-1854,6 0-859,0 0 0,18 0 0,5 0 141,5 0 1,-2 0-219,4 0 0,1 0 0,4 0 1,1 0-17,-1 0-124,1 0 0,1 0 1,1 0-1,3 1 1,-3 2-99,-1 2 1,3 0 77,0-5 1,1 0 0,-6 0 0,1 0 0,1 0 0,1 0-68,2 0 0,0 0 176,-4 0 0,-1 0 0,1-2 0,-1-1 127,1-2 0,-1 1 12,1 4-213,-7 0 1,-2-2 0,-6-1 0,1-2-43,-1 2 133,-6 2-1269,-2 1-1437,-6 0 1229,0 0 0,-2 4-292,-2 1 1663,2 0 0,-42-5 0,-3 0 0</inkml:trace>
  <inkml:trace contextRef="#ctx0" brushRef="#br0" timeOffset="10">18156 2886 7869,'0'-10'1749,"0"1"-1430,0 6 0,7-3 0,2 4 29,4-3 0,3 4-286,3-4 1,-2 3 0,7 2 0,1 0-1,2 0 1,0 0 179,-4 0-518,4 0 1,-6 0-1,3 0 1,-6 0 0,-3 2-2614,-6 3 2449,4-4 1,-13 7 0,0-5 439,-8 2 0,-49 6 0,-12-3 0</inkml:trace>
  <inkml:trace contextRef="#ctx0" brushRef="#br0" timeOffset="11">18256 2900 12370,'0'14'138,"0"1"1,0-1 0,0 0-126,0 0 0,0 0 0,0 1 1,0 0-408,0 4 0,-2-3 179,-2 3 1,2-1-1,-4-1 1,1 2-487,0-2 0,-1-6 333,1-1 0,2-1 1,-6 5-232,-2 1 476,4-7 183,-5-2 236,10-6 0,0-2 317,7-2-448,6 2 0,2-11 0,6 4 0,0-2 0,0 0-85,0 1 1,4 2-203,-4-1 84,7-4 1,-11 5 0,6-4 0,-4 1 0,-1 3-267,-3 1 1,-2-2-31,3 4 279,0 1 1,-6 2 598,-3-3 737,-3 4-924,-2 1 0,0 8 1,0 6 247,0 0 0,0-5-43,0 1-315,0-1 1,0 6 0,0-1-351,0 0 1,0-4 122,0-1 137,0-6-403,0 3 0,0-7-39,0-4 5,0 4 0,0-12 0,0 3 1,1-2-1,2-2-267,2-1 1070,6 1-264,-3 0 0,6 0 1,0 1 288,1 4 1,-1 2 264,0 7-574,-6 0 0,3 2 0,-5 1 0,1 3 0,1 2 829,-1 3-864,-3 2-504,2 1 0,-1 0-1070,-1 1 0,1-6 326,-5 1-947,0-7 1991,0 3 0,-6-38 0,-2-7 0</inkml:trace>
  <inkml:trace contextRef="#ctx0" brushRef="#br0" timeOffset="12">20972 3583 7506,'-7'-8'-96,"6"0"0,-6 5 917,1-2 1,4-1-1,-4 2 589,0 0-767,4-1-511,-4-1 1,8 4 0,2-3 0,6 4 0,2 1 128,3 0 0,5 0 0,4 0 0,3 0 48,1 0 1,5 0-215,0 0 1,7 0 0,-2 0 0,3 0 73,2 0 0,4-2 47,0-3-168,1 4 0,-6-6 0,0 7 0,-5 0 0,-3 0 167,-4 0 1,-2 0-356,0 0 90,-5 0 1,-3-4 0,-6-1-252,1 2-1,-8 1-31,0 2 0,-9 0 0,-4 0-863,-8 0 1,-1 0 615,-3 0 1,-5 5 0,1 1 0,-1 1-1972,-1-1 2551,7 5 0,-29 3 0,0 8 0</inkml:trace>
  <inkml:trace contextRef="#ctx0" brushRef="#br0" timeOffset="13">21000 3938 8082,'-14'5'636,"0"-1"596,6 1 117,1-5-945,7 0 1,2 0 0,3 0-1,4 0 1,4 0 253,1 0 0,-4 0-467,-1 0 1,5 0 0,7 0 0,-1 0 82,1 0 0,9 0-182,-2 0-64,4 0 0,3 0 0,3 0 0,4 0 0,4 0-121,1 0 1,6 0 13,-6 0 92,0 0 0,-10 0 0,-4 0 0,-3 0 0,-3 0-259,-4 0 69,-2 0-758,-13 0-998,-2 0 1,-17 0 1292,-3 0 0,-4 0-1203,4 0 1428,-6 0 0,2 0 0,-4 2 415,2 2 0,-56 17 0,33-6 0,1 0 0</inkml:trace>
  <inkml:trace contextRef="#ctx0" brushRef="#br0" timeOffset="14">20986 4379 8054,'-10'9'20,"1"-1"274,-2-2 440,4-1 0,1-3 340,6 2 1,6-2-756,4 3 1,3-4-1,2-1 1,4 0 270,5 0 1,3 0-243,1 0-201,1-6 0,-1 4 1,2-2-1,2 2 1,1 2 28,-1 0 0,-1-5-326,2 1 0,-3-1 11,4 5 1,-6 0 0,-4 0 0,-4 0-354,1 0 0,-5 0-631,3 0 567,-4 0 1,-5 0 0,-1 0-783,2 0 1,-4 1 465,-3 4 573,-2-3 0,-2 6 0,0-4 1,-2 4 298,-2 0 0,-36-1 0,-14-7 0</inkml:trace>
  <inkml:trace contextRef="#ctx0" brushRef="#br0" timeOffset="15">21028 4834 8048,'-7'0'1570,"-6"6"-1103,11-5 0,2 6 1,10-7 180,2 0 1,4 0-394,3 0 0,3 0 1,7 0-1,1 0 0,1 0 1,4 0 187,1 0 1,2 0-432,5 0 0,-5 0 1,0 0-1,1 0 130,2 0 0,5 0-95,-3 0 24,3-7 1,-16 6 0,4-4-1,0 4 1,-1 1 481,-2 0 1,-2 0-235,-5 0-83,-4 0 0,-6 0 0,1 0 0,-3-2 396,-2-3-770,-4 4-218,-6-6 1,-2 7-1,-2 0-1871,-6 0 0,2 0-1695,-1 0 3922,-1 0 0,-29-19 0,-7-4 0</inkml:trace>
  <inkml:trace contextRef="#ctx0" brushRef="#br0" timeOffset="16">19607 3554 7969,'8'0'-241,"-2"0"843,-6 0 18,0 0-205,0-6-126,0 4-1322,0-4-985,0 6 1870,0 0 1,6 13-1,2 2 1</inkml:trace>
  <inkml:trace contextRef="#ctx0" brushRef="#br0" timeOffset="17">19692 3583 7969,'14'0'-581,"-6"0"1711,-2 0-1092,-6 0 0,2 0-698,3 0-660,-4 0 1320,12 0 0,1 6 0,8 2 0</inkml:trace>
  <inkml:trace contextRef="#ctx0" brushRef="#br0" timeOffset="18">19877 3639 7969,'8'0'976,"0"0"-192,-4 0-936,-2 0-647,4 0-766,1 0 1565,-6 0 0,-1-6 0,-8-2 0</inkml:trace>
  <inkml:trace contextRef="#ctx0" brushRef="#br0" timeOffset="19">19976 3710 7969,'8'0'1246,"0"0"-541,-3 0-202,-4-6-697,6 5 1,-7-7 0,1 5-1950,4-2 2143,-3 0 0,10-1 0,-4-2 0</inkml:trace>
  <inkml:trace contextRef="#ctx0" brushRef="#br0" timeOffset="20">20161 3739 7969,'10'8'0,"-1"-3"453,-6-4 0,5-1 337,-3 0 94,-3 0-969,4 0 1,-6-1-886,0-4 1,1 3-1043,4-3 2012,-3 4 0,23 1 0,-1 0 0</inkml:trace>
  <inkml:trace contextRef="#ctx0" brushRef="#br0" timeOffset="21">20318 3782 7969,'-2'7'0,"-3"-2"235,4-3 240,-6-2 43,7 0-1758,0 0 699,7 0 0,-4 0 541,6 0 0,20 0 0,9 0 0</inkml:trace>
  <inkml:trace contextRef="#ctx0" brushRef="#br0" timeOffset="22">20460 3824 8207,'8'0'243,"-2"0"-243,-6 0 0,19 0 0,5 0 0</inkml:trace>
  <inkml:trace contextRef="#ctx0" brushRef="#br0" timeOffset="23">20659 3895 7973,'8'0'308,"4"0"785,-4 0-1537,0 0 444,-2 0 0,-6 0 0</inkml:trace>
  <inkml:trace contextRef="#ctx0" brushRef="#br0" timeOffset="24">20872 3995 7973,'14'0'1228,"-4"-5"-752,-1 0 1,-6-1-1,4 3 706,-1-2-2153,-4-6 971,4 9 0,0-10 0,2 4 0</inkml:trace>
  <inkml:trace contextRef="#ctx0" brushRef="#br0" timeOffset="25">19550 4492 7953,'9'0'311,"1"0"241,-7 0-425,3 0 1,-6-1 74,0-4-1016,0 3 293,0-4 1,0 5-1,2-3 521,3 0 0,15-20 0,10 0 0</inkml:trace>
  <inkml:trace contextRef="#ctx0" brushRef="#br0" timeOffset="26">19692 4421 7953,'14'0'-2044,"-6"0"3265,5 0 0,-10 0-775,6 0 1,-4 0-250,5 0 0,-7-1-731,2-4 1,-2 3 7,1-2 1,-2 1-419,3-2 805,3 3 1,-5-4 0,5 4 0,0-1 138,-1-2 0,3 1 71,4-3 1,0 4 0,1-5 0,-1 2 302,0 3 0,-4-4-101,-1 3 0,-4-6 16,4 6 1,-4-6-1,4 4-92,3-2-162,-6 5 1,6-8-438,-2 6 0,-2-1-49,1 1 1,-4 3 0,3-4 450,-2 0 0,24-9 0,2-7 0</inkml:trace>
  <inkml:trace contextRef="#ctx0" brushRef="#br0" timeOffset="27">20133 4222 7953,'14'0'24,"0"0"1,-4-1 272,-1-4-582,-6 3 0,4-6 285,-7 4 0,0-10 0,0-9 0</inkml:trace>
  <inkml:trace contextRef="#ctx0" brushRef="#br0" timeOffset="28">20360 4123 7964,'2'-8'14,"3"3"-34,-4-3 0,5 0 92,-6-6 0,5 5 1,2-1-225,0-1-426,-3-2 448,8-1 0,-9 5 1,7 1 129,1 2 0,27-12 0,8 2 0</inkml:trace>
  <inkml:trace contextRef="#ctx0" brushRef="#br0" timeOffset="29">20645 3824 8032,'1'-9'-1055,"4"-1"1,-2 2 983,7-1 1,-6-4 70,6 4 0,-5 1 1,4-2-1,2-1 0,2 5 0,1 0 0,-5 1 0,1 0 0,1 2 0,2 1 144,1 2 1,-5-1-39,1-4-1,-1 4 0,5-6 0,1 7 0,-1-1 473,0-4 1,-4 3-71,-1-2-463,-6 2-45,4 2 0,-45-6 0,-10-2 0</inkml:trace>
  <inkml:trace contextRef="#ctx0" brushRef="#br0" timeOffset="30">17986 3497 7989,'0'-9'482,"0"-1"0,-5 6 446,0-6 511,1 7-621,4-3-656,0 6 0,0 1-26,0 4 0,0-2 0,0 7 0,0 1-21,0 1 0,0 2-101,0 1 0,4-1 0,1 0 0,-2 0-116,-1 1 1,-2-6-57,0 0 106,0 1 1,0-1 0,0 1 486,0 1-267,6-5-139,-4 1 0,9-9 1,-6-3-1,-1-4 0,1-4 125,0-1 0,4 0-460,-4 0-93,0-1 1,-5 1 0,0 0-1,1 1-4191,4 4 4590,-3 2 0,-9 39 0,-8 8 0</inkml:trace>
  <inkml:trace contextRef="#ctx0" brushRef="#br0" timeOffset="31">17915 3924 8031,'-10'-7'731,"1"-2"1,4 3 799,-4 1-391,5-3-897,-2 6 0,6-5-200,0 2 1,6 3 0,4-3 0,3 4-43,1 1 0,0 0-144,0 0 0,0 0 1,1 1-304,-1 4 128,0-3 217,0 10 0,-1-8 1,-4 5 40,-4 2 1,-3-3 19,-2 1 0,0 1 166,0 4 1,-7-4 0,0-1 0,-3 1 97,1-3 0,-1 5-155,-4-8-25,6 7 0,-5-7-76,4 5 1,3-4 352,1 4-198,3-6 1,4 4 0,3-7 0,4 0 91,4 0 0,1 0-447,0 0 121,-6 0 1,5 0 0,-4 0-1,2-2 1,0-1-659,-1-2 0,-6 0-260,6 5 1029,-7 0 0,-22 19 0,-12 5 0</inkml:trace>
  <inkml:trace contextRef="#ctx0" brushRef="#br0" timeOffset="32">17815 4393 6609,'2'-8'1083,"1"2"1365,2-1-2203,-1 6 0,-2-6 0,1 6 0,4-2 0,-1-4 0,2 1 120,0 0 0,1-1 1,5 4-309,1-1 0,-6-1-223,1 5 1,-1 0-123,5 0-59,0 0 39,1 0 345,-7 0-61,-2 6 52,-6 2 0,-2 1 0,-2-1 0,-4 0 0,-2-1-106,1-1 98,-1 5-102,-4-9 0,5 4 0,1-5-992,1 4 1114,3-3 0,5 4 21,4-6 1,3 5 0,6 0 675,0-2-382,0-2-88,1 6 0,-6-6 1,-1 6 341,-2-1 1,-1-3-331,-5 6 1,-6-5-581,-4 0 0,-2-2 1,-4 0-1,-3 1-390,-5 1 0,4 1-189,1-5 0,-2 0-1888,2 0 2768,0 0 0,11-6 0,2-2 0</inkml:trace>
  <inkml:trace contextRef="#ctx0" brushRef="#br0" timeOffset="33">17758 4890 8031,'10'-1'559,"-1"-4"1380,-5 4-663,2-6-738,-6 7-935,0 0-122,0 7-393,0-6 1,6 10-429,4-6 795,2 0 235,2-5 0,1 0 0,-1-2 429,0-3 867,0-3-356,1-6 1,-6 5 1120,1-1-1407,-7 1 0,8 2 1,-7 7 506,0 8 1,-3 5 269,-1 1-853,-6 0 1,4 5 0,-2 2 0,2-1 0,2 1 269,0-4 1,0 4-765,0-2-152,0 0 1,0-5 0,0 0-1276,0 0 499,0-6 209,0-1 0,0-9 1,0-3-1,0-4 945,0-4 0,8-24 0,3-9 0,1-5 0,0 0 0</inkml:trace>
  <inkml:trace contextRef="#ctx0" brushRef="#br0" timeOffset="34">22024 3440 7951,'14'-14'145,"-6"0"0,-2 0 0,-1 0 1447,0-1-1050,-1 7 1,-8 4-1,-3 8 1,1 6 200,0 3 1,1 1-467,5 0 0,-5 0-180,0 0 0,1 1 0,4-1-201,0 0 1,0 0-409,0 0 294,0-6 86,0-1 0,0-9-14,0-3 1,0-7 69,0-7 1,0 0 29,0 5 1,0-1-1,0 1 1,0 0-76,0 0-973,0 0 453,0-1 0,-2 7-536,-3 4 1177,4 15 0,-31 61 0,16-22 0,1 0 0</inkml:trace>
  <inkml:trace contextRef="#ctx0" brushRef="#br0" timeOffset="35">21953 3810 7879,'-8'-2'5115,"3"-2"-4932,-3-4 0,7-2 0,-3 2-122,8 2 1,-1-3 107,6 4 1,1-1 0,4 2 0,0 0 0,0 0 195,1 3 1,-1 1-671,0 0 0,-5 5 1,-1 1-1,-1 2 158,-4 3 1,-2 2 0,-1 1 0,-1 0 165,-4 0 1,-3 0-33,-6 1 1,0-1 14,0 0 1,-1 0 0,3 1 0,1-3-89,1-2 98,7 2 0,-3-9 170,6 7 0,1-7 1,4 2-1,4-4 134,4-1 1,1 0-68,1 0-266,-1 0 1,0-4 0,0-1 0,-1 0-1,-2 0-867,-2 1 1,-4-1-893,5 5-1261,-7-6 3037,3 4 0,-12-4 0,-2 6 0</inkml:trace>
  <inkml:trace contextRef="#ctx0" brushRef="#br0" timeOffset="36">21924 4293 9282,'-8'-1'4065,"4"-4"-3718,2-3 0,2-1-19,0-1-257,0 7 0,2-5 1,2 5-1,6-2 0,2 2-173,3 1-25,-1 2 0,0 0 0,0 0-469,1 0 489,-1 0 0,-5 2 0,-1 3 54,-2 4 1,-1 4-2,-5 1 41,0-6 0,-6 5 0,-4-5 0,-2 1 0,-2 1-50,-1 1 0,1-4-407,0 3 191,0-7 1,-1 8-481,1-6 722,6 6 90,2-9 1,12 4 0,4-6 0,2 0 381,3 0 0,-1 0-112,0 0 116,0 0 1,1 5 93,-1-1 1,-6 3-12,-4-3-258,-2-2 0,-8 9 1,-5-5-1,-5 1-892,-3-1 239,0 5 0,0-9 0,0 4 0,0-1 389,-2-1 0,12 7 0,-4-3 0</inkml:trace>
  <inkml:trace contextRef="#ctx0" brushRef="#br0" timeOffset="37">22024 4720 15169,'0'9'127,"0"1"-455,0 1 1,0-3 44,0 1 0,0-4 0,0 4-805,0 3 0,1-1 462,4-2 0,-2-3 356,7-6 1,-6 0 1355,6 0-724,-1 0 83,-1 0 0,0 0 878,-3 0-1123,-4 0 443,6 0 232,-7 0-584,0 0 0,0 7 1,0 2-79,0 4 1,0 1 4,0 0-164,0 0 0,0 1 0,0-1 0,0 0 544,0 0-1841,0 1 783,0-1 876,0 0-473,-7-6 33,6-2-394,-5-6-1093,6 0-3630,0 0 5141,0-6 0,0-27 0,0-13 0</inkml:trace>
  <inkml:trace contextRef="#ctx0" brushRef="#br0" timeOffset="38">19393 3540 8038,'0'-10'-442,"0"1"543,0 6-204,0-4-307,0 1 410,0 5 0,7 1 0,1 7 0</inkml:trace>
  <inkml:trace contextRef="#ctx0" brushRef="#br0" timeOffset="39">19493 3526 8038,'0'-10'-954,"0"1"1214,0 6-132,0-10 34,0 11 0,2-4 55,2 6-423,-2 0 1,6 0-113,-3 0 1,-2 0 20,6 0 1,-4 2 0,4 1 296,2 2 0,-3 4 0,2-4 0,-1-1 0,1 1 0,-1 0 0,2 0 0,2 1 0,-4-4-278,1 2 298,-7-2 0,5 3 0,-3-1 109,4 0 0,-1-3 88,2-1-132,-7 0 1,9 5 0,-2 0 374,2-2-95,3-2-229,-1-1 0,0 0 0,0 0-193,1 0 0,-6 0-138,0 0-198,-5 0 1,4 0 392,-4 0 0,-15 7 0,2 1 0</inkml:trace>
  <inkml:trace contextRef="#ctx0" brushRef="#br0" timeOffset="40">19919 3639 5914,'57'0'0</inkml:trace>
  <inkml:trace contextRef="#ctx0" brushRef="#br0" timeOffset="41">20005 3668 8038,'8'9'-248,"-2"-1"8,0-1-493,-4-3 733,4-4 0,1 0 0,0-6 0,8-2 0</inkml:trace>
  <inkml:trace contextRef="#ctx0" brushRef="#br0" timeOffset="42">20147 3753 8038,'14'5'-283,"0"0"1,-4-1-354,-1-4 0,-4 0 767,5 0 1,-6 0-132,6 0 0,-7-12 0,3-4 0</inkml:trace>
  <inkml:trace contextRef="#ctx0" brushRef="#br0" timeOffset="43">20517 3853 8038,'8'0'-516,"-2"0"-175,-6 0 691,0 0 0,0 0 0</inkml:trace>
  <inkml:trace contextRef="#ctx0" brushRef="#br0" timeOffset="44">20773 3924 8033,'14'6'-136,"0"-4"1,0 2 232,0-2 35,1-2 0,-1 5 0,0-1 1,0 0-1,1-3 0,-1-1-536,0 0 144,0 0 0,0 5 0,1 0-336,-1-2 0,-5 3 596,1-1 0,-1 6 0,5-10 0,1 18 0,-1-3 0</inkml:trace>
  <inkml:trace contextRef="#ctx0" brushRef="#br0" timeOffset="45">21071 4023 7990,'14'0'-346,"-4"0"1,-1 0-542,2 0 1914,2 0 74,1 0 17,-6 0-179,-2 0-63,-6 0-2214,0 0 1,-12 7 0,-4 0 0</inkml:trace>
  <inkml:trace contextRef="#ctx0" brushRef="#br0" timeOffset="46">21114 4037 7990,'-14'0'1067,"6"-6"-386,1 5 0,7-7 157,0 3-958,0 3 1,0-6 119,0 4 0,13 8 0,3-2 0</inkml:trace>
  <inkml:trace contextRef="#ctx0" brushRef="#br0" timeOffset="47">21114 3995 7992,'-14'0'-98,"4"0"1,1 0 538,-2 0 1,4-2 0,1-1 759,0-2-463,4 1-698,-4 4 0,7-5-17,4 0 0,-2 0 1,7 5 52,1 0 1,1 0-22,3 0 1,-1 0-1,0 0 1,2 0 13,3 0 1,-2 0 6,7 0-46,-7 0 1,10 0 0,-3 0 0,4 0-1,4 0 49,1 0 0,6 0 26,-1 0-110,-3 0 1,5 0 0,-6 0 0,1 0-1,0 0 133,-4 0 0,-2 0-89,-5 0 58,-4 0 1,-6 0 238,1 0-171,-8 0 108,6 0 113,-11 0-183,4 0 147,-6 0-2848,0 0 644,-6 0 514,4 0 452,-11 0 888,12 0 0,-31 13 0,1 3 0</inkml:trace>
  <inkml:trace contextRef="#ctx0" brushRef="#br0" timeOffset="48">19635 3568 8256,'-8'-1'2018,"4"-4"-2137,-4 3-1221,6-4 1141,-4 6 0,7 2 0,4 1 0,5 3 0,2 0-918,2 1 971,7 4 0,1-8 0,6 6 0,1 3 0,-1-1 146,1-2 0,-1 4 0,1-4 0,-7-2 0,11 5 0,-3-4 0</inkml:trace>
  <inkml:trace contextRef="#ctx0" brushRef="#br0" timeOffset="49">20119 3753 8033,'20'0'-105,"-4"0"175,3 0 1,-3 5-1,-2 0 749,0-2-656,7-2-171,-6-1 0,6 0 0,-7 0 1,0 0-1,1 2 8,-1 3 0,6 3 0,2 6 0</inkml:trace>
  <inkml:trace contextRef="#ctx0" brushRef="#br0" timeOffset="50">20929 4037 8009,'28'0'0,"1"-1"0,-2-2 667,-4-2-56,-2 0 1,-8-1 694,-4-4-1708,-3-2 1,-7 4 401,-4 3 0,-34 4 0,-15 1 0</inkml:trace>
  <inkml:trace contextRef="#ctx0" brushRef="#br0" timeOffset="51">28507 3156 8125,'-8'-2'289,"3"-2"67,4 2 0,-1-6 73,-3 4 0,2-3-296,-6-2 0,4 1 0,-4 5 1,-2-2-248,-2 2 96,-8 1 1,4 2-1,-7 0 1,-1 0-1,-3 2-232,-6 2 204,-2-2 0,-2 11 0,2-4 1,0 2-1,1 0 21,0-1 0,3-1-34,9 5 69,-4 1 0,11 0 0,-3 3 0,5 1 0,3-2 19,1-1 1,6-2-15,-6 0-14,7 1 0,-3-1 1,6 0-1,0 0 0,0 1 2,0-1 0,6 0 8,3 0-1,-2 7 0,5-6 0,-2 4 1,3-3-1,1-2 150,0 1 1,0-1 21,0 0 1,5 0-136,0 1 1,2-1-1,-4-2 1,4-1 78,1-1 0,0-7-55,2 2 1,3-2 0,-4 0 0,4 2 126,2-2 1,1-3-132,3-5 1,-2 2-31,7-6 0,-5 4 0,5-5 0,0-1 52,-1-1 0,-1-2-1,-3-1 1,-4 1 0,1-2 0,-7-1-89,-2-2 1,-2 0 94,-5 5-79,-6 0 1,-2-7-1,-6-1 1,-3-2 0,-5 2 59,-6 2 1,-10-6-265,0 3 1,-7-7 32,-2 1 1,-5-2 0,3 8 0,-1 0-277,-4-1 0,1 7-34,1-2 1,-2 8 193,7 1 0,-5 7 1,5-2-1,1 5-460,2 5 1,10 3-325,6 6 1055,-1 0 0,45 20 0,4 3 0</inkml:trace>
  <inkml:trace contextRef="#ctx0" brushRef="#br0" timeOffset="52">28678 3284 8201,'-5'-9'216,"0"-1"586,2-1-468,1 5 0,2-7 0,0 4 155,0-4 0,0 3-406,0 1 0,2 4 0,3-4 0,4-1-152,4 2 1,3-4 20,3 2 1,7-2 0,11-4 0,4-2-135,8-1 1,11-6 91,6 2 1,5-4-1,-33 12 1,0 1-1,2 0 1,-1 0-52,1 0 0,-1-1 131,0 1 1,0 0 0,25-14 0,-5 1 53,-10 3 1,-10 3 22,-15 7 0,-8 2 316,-7 2 95,-6-3-445,-3 12 1,-3-5-829,-6 6 435,6 0 0,-4 1 1,6 2-738,-4 2 228,3 0 869,-4 1 0,6 8 0,0 8 0</inkml:trace>
  <inkml:trace contextRef="#ctx0" brushRef="#br0" timeOffset="53">29971 2559 8348,'-7'-6'106,"-6"2"1,3-3 330,-2 0 0,2-2 0,1 4 0,-2 2-341,-2 1 1,4 2-32,-1 0 1,1 0-130,-6 0 0,1 0 0,-2 0 0,-1 2 32,-2 3 0,0 3 0,3 6 1,-1 0 45,-2 0 1,-1 5-147,1 0 0,1 5 93,-6-5 0,7 6 0,-2-3 0,3 2 14,2 0 1,0-1 17,0 6-14,6-1 0,1-4 0,7-2 0,0 0 0,2-1 18,3-1 0,4-1 48,10-5 0,3 0 81,7 1 0,1-6 0,3-1 0,5-2-8,3-2 1,2-3 55,-1-1 0,7-1-83,3-4 0,-3-3 1,-1-6-1,-6-2 167,-4-3 0,-3 2 178,-7-7-386,1 0 1,-12-4-1,-4-1 1,-5 1-1,-5-1-25,-1 1 0,-6 4 83,-5 1 0,-4 4-225,-15-5 1,1 7 0,-11-2 0,-1 4-309,-2 6 1,-2 3 53,0 6 67,1 0 1,0 0 0,5 0 0,3 1-1,4 6-639,2 7 1,6 0 234,3 5 708,3 3 0,15 32 0,2 14 0</inkml:trace>
  <inkml:trace contextRef="#ctx0" brushRef="#br0" timeOffset="54">30170 2914 8333,'0'-14'-215,"0"0"1075,0 6-455,0-5-330,0 12 1,2-5 0,3 7-1,4 2 465,4 2 0,9 11-431,6-2 1,7 8 0,9-1 0,4 1 21,4 3 1,2 2-1,-1 0 1,0-2-116,0-1 1,1-2-30,-2 2 0,-8 1 39,-6-6 0,-11-5 1,0-5-321,-5 2-76,-9-4 230,-7-1 1,-8-6-1,-2-1-19,-6-4 1,-2 3-895,-3-3 711,1 4 0,0 1 0,0 0 1,0 0 341,-1 0 0,-5 6 0,-2 2 0</inkml:trace>
  <inkml:trace contextRef="#ctx0" brushRef="#br0" timeOffset="55">31152 3483 8284,'1'-9'-197,"2"-1"403,2-1 0,0 3 1,-4 0-1,2 0 0,2 0 830,-2-3 1,-1 3-923,-2-1 0,-2 6-26,-2-2 0,-4 4 1,-6 1-1,-2 0-154,-3 0 1,1 0 58,-5 0 0,-1 1-49,-4 4 0,-1 3 0,1 6 0,-2 0 95,-4 0 0,6 5-22,0 0 0,-1 2 0,5-2 1,2-2-1,0 7 0,3 0 65,7-2-151,4 5 0,8-10 0,0 7-53,0 1 1,8-3 79,6 2 1,11-7-1,10 4 1,1-2-3,4-1 1,2 1 102,6-4 1,-2-6 0,6-1 0,1-2 596,3-2-496,1-3 1,-2-2-1,-3-6 179,-5-7 0,-7-2-168,-2-8 1,-11 1 0,-2-6-1,-8 1 227,-9-1 1,-5 1-355,-3 0 1,-1-1 0,-4 2 0,-6 2-250,-6 1 65,-12 7 1,-7-8 0,-7 6 0,1 1 0,-1 4-645,0 5 0,1-2 508,-1 6 1,5 0-365,0 5 1,7 0 0,-3 2-1,4 2-1584,2 6 2224,-1 3 0,-12 7 0,-3 2 0</inkml:trace>
  <inkml:trace contextRef="#ctx0" brushRef="#br0" timeOffset="56">29019 3511 8170,'-14'-9'141,"1"0"1,2-1 1309,1 2-179,7 2-697,-3 6-567,6 0 0,2 0 0,2 0 0,6 0 1,4 0-42,5 0 0,0 1 42,9 4 0,-2-2 1,8 5-1,1 0 48,3 0 0,6-3 43,8 4-64,-6 1 1,16 4 0,-10-1-1,3-2 1,2-2-118,0 2 32,-6-5 1,-2 5 0,-7-4 0,1-1 0,1 0-88,3-2 0,2 2 120,4-1 13,2-1 1,-3 3 0,8 1-1,0 1 1,-3 1 59,-3 1 0,-9-3-42,3 1 1,-4-1 1,-1 1 1,-2 2 0,-2-4 0,-2-1 14,-3 0 0,4 4 157,-5-5-168,1-1 0,-6 1 0,1 0 0,-1-2 0,-1 0 142,-4 2-103,4-4-33,-11 6 1,5-7 0,-7 0-58,0 0 95,-6 0-441,-2 0-1085,-6 0 1028,-6 0 0,-8 0-434,-10 0 0,-9 0 867,-5 0 0,-15-3 0,-16-2 0,-2 0 0,-6 0 0,-1 0 0,1-1 0</inkml:trace>
  <inkml:trace contextRef="#ctx0" brushRef="#br0" timeOffset="57">28052 3810 8220,'-8'-6'-1543,"2"-2"1551,6 0 0,0 0 117,0 3 1,0 2 206,0-6 0,0 4 11,0-5 259,0 7 437,0-3-344,0 6-802,0 0 130,-6 0 0,-2 0-133,-7 0 96,1 6 0,0-3 1,0 7-1,0 1 1,-2 3-30,-3 5 0,3-3 14,-3 3 36,-3 3 0,1-1 1,-4 4-1,1-2 0,-1 3-70,-2 1 0,-1-4 69,-1 1 0,6 0-11,-1 4 1,2-1 0,-3-2 0,2-1-7,3 1 1,-4-4 2,5-2 22,0-4 1,5 4 0,-2 0 0,1-1 0,-1-2 39,3-2 0,2-5 92,-3 1 0,4-2-1,1 1 27,6 4-209,-4-12 33,7 6-942,0-7 364,0 0 1,38-7 0,10-1-1</inkml:trace>
  <inkml:trace contextRef="#ctx0" brushRef="#br0" timeOffset="58">28336 3782 8626,'-1'-8'1801,"-4"3"-1890,4 3 92,-6 2 1,9 2-18,3 3 0,-4 3 0,5 7 0,1 3 0,2 2 0,2 2-11,-1 4 0,2 2 1,-2 4-1,2 2 135,3 3 1,-1-1 85,0 2 0,0 3-148,1-3 0,-1-2 0,0 1 0,0-3 74,0-2 0,1-2 24,-1-2-100,-6 1 1,4-5-1,-4-2 1,2-2 0,-2-2 321,-2-3-253,5 0 4,-3-1 141,0-6-134,-2-2 232,-6-6 0,0-2-182,0-2 1,0 1-1497,0-7 669,0 7 0,-1-5 0,-4 5-1820,-5-2 2471,4 0 0,-19 12 0,1 1 0</inkml:trace>
  <inkml:trace contextRef="#ctx0" brushRef="#br0" timeOffset="59">31052 4080 8171,'0'-14'198,"0"0"781,0-1-750,0 1 1,-2 8-44,-2 6-90,-4 6 0,-6 13 0,-1 0 0,1 0 0,-2 0 54,-3 0 1,2 6-1,-7-1 1,-1 3 75,-2 1 0,-1 1-252,-1-1 0,1 1 43,-1-1 1,1-1-1,0-2 1,-1 0-140,1 5 73,6-1 1,-1 1 0,6-6-34,-2 1 1,0-3 32,5 2 1,0-7 0,0 2-1,-1-5-172,1-4-16,6 2 1,-3-9-240,6 7 363,1-7 1,4 2 0,1-8-331,4-2 0,3-6-656,6 1 1099,0 4 0,57-32 0,-28 18 0,0 1 0</inkml:trace>
  <inkml:trace contextRef="#ctx0" brushRef="#br0" timeOffset="60">31464 4052 7954,'0'-8'617,"7"1"1,-1 9-373,3 3 0,2 7 1,-4 9-1,1 1 334,3 3-469,-5 2 1,7 6 0,-5 2 0,1 1 0,1 2 181,1-1 1,-3 5-221,1 1 0,-4-5 0,3 3 0,0-3 36,-1-2 1,-3-4 0,2-1 0,-1-4 268,-1-3-175,1-7-227,-5 4 184,0-13 320,0-2 1,0-17-1301,0-3 0,0-4 282,0 4 0,0 0 0,-1 0 539,-4 0 0,-16-13 0,-9-3 0</inkml:trace>
  <inkml:trace contextRef="#ctx0" brushRef="#br0" timeOffset="61">30526 4777 8237,'8'-10'375,"-3"1"-211,-4-2 1,-2 3 0,-4 0-1,-5 2 1,-2 2 0,-4 3-7,-3 1 0,3 0 1,-4 0-1,-1 0-28,-3 0-67,-2 0 0,-3 6 1,1 2-1,-1 3 1,-1 2 84,-3 3-125,3 1 1,-6 2 0,4 1 0,1 1-1,0 1-16,1 0 0,12 2-14,-6 4 1,6-4 0,6 0-1,2 1-49,6 2 0,4 1-27,4 1 99,4-7 1,8 3 0,3-6 0,5-2 0,4-1 220,5-2 0,-1-1-49,6-3-142,0 2 1,4-10 0,1 2 0,0-2-1,1-2 145,3 0 1,-2-6-63,2-4 37,-3-9 0,-8 2 0,-2-7 0,-6-1 0,-3-2 116,-1-1 0,-11-5-335,1-1 101,-9 1 0,-1 0 1,-8 0-1,-7 1 0,-7 2-297,-5 2 0,-11 1-401,-4 3 331,-9 4 1,-2 7 0,-3 2 0,5 3-1,4 2-753,5 3 1,-2 3 318,7 4 753,6 4 0,26 38 0,10 8 0</inkml:trace>
  <inkml:trace contextRef="#ctx0" brushRef="#br0" timeOffset="62">31763 4905 8500,'0'8'1916,"0"-2"-1768,-6-6 0,-4 0 1,-7 0-1,-4 0 26,-1 0 1,-2 0-173,-4 0 1,-5 1-1,-2 4 1,-1 5-1,-2 2 1,1 4 65,4 3 0,3 3-78,2 7 0,1-1 1,5 0-1,8 1-34,7-1 1,9 1 0,6 1 0,8 0 5,4-2 0,9 2-90,4-11 147,6 0 1,-6-3-1,7 0 1,1-2-1,-2-5 40,2-1 0,1-6 469,0 3-351,1-4 1,4-9 0,1-4-1,-3-7 1,-2-3 481,-5-4 1,2-2-319,-7-5 0,-6 0-289,-8-10 1,-5 3 0,-5-9 0,-6 4-354,-6 2 0,-13-1 148,-12 11 0,-7 4-365,-7 5 0,-7 9 1,-4 0-1,-3 9-997,-6 5 0,2 2 198,-6 4 1273,6 3 1,-6 9 0,-7 5 0,-3 1-1,0 0 1</inkml:trace>
  <inkml:trace contextRef="#ctx0" brushRef="#br0" timeOffset="63">28663 4890 8175,'0'-20'124,"0"4"1,0-3-1,0 3 1,0 2-1,0 0 948,0 0-943,0 0 0,-1-1 1,-2 1-1,-4 0 1,-1 1-1,-1 2 1,-2 3-1,-2 2 1,-3 3 332,1 1 0,-7 2-288,-2 0 0,-3 7-200,-1 2 1,-6 4 0,0 2-1,-1 3-55,0 1 0,7 6 1,6-1-1,1 1 126,4-1 1,1 3-110,2-4 0,6 3 0,5-1 0,6-2-38,6 3 1,10-4 130,5 2-8,9-7 1,8 5-1,8-5 1,2 2-1,2-3 167,3-5 0,-4-4-23,0-7 1,-2 0 13,3 0 1,-6-7 0,-9-4 0,-6-6 430,-7-7 0,-11-3 16,-9-1-563,-4-7 1,-2 5 0,-6-5 0,-7 2 0,-9 2-490,-9 4 0,-6 0-658,-9 8 657,2 0 0,-8 11 0,5 3 1,1 4-1,-1 1-788,1 0 1,4 1 417,6 4 337,-1 3 460,-5 6 0,-19 19 0,-4 5 0</inkml:trace>
  <inkml:trace contextRef="#ctx0" brushRef="#br0" timeOffset="64">27341 4635 8175,'-1'-23'0,"-3"4"0,-2 4 541,-2 0-425,5 1 0,-10 0 0,4 0 0,-5 0 0,-4 1 0,-2 2 1,-1 3 470,1 2 1,-6 1-460,3 5 0,-4 2 0,-2 2 0,-1 6-57,-3 2 0,5 7-30,-1 0 0,3 7-145,7-3 0,-5 9 1,5 1-1,2 0-144,1 2 334,8-5 0,0 6 0,5-4 1,-2 1-1,2-1 10,1-2 0,9-3 17,2-4-23,10 4 0,3-11 1,7 3-1,1-3 1,3-4 23,5-2 0,9-4 55,5-6-62,-3 0 0,2 0 1,-5-3-1,-1-5 1,-2-6 408,-3-2 0,-9-6-451,2-2 3,-9-9 1,-5 1-1,-8-7 1,-3-2-1,-2-2 46,-3 2 1,-7 2-736,-6-4 278,-9 7 1,-4 2 0,-11 11 0,-2 5 0,-2 7-1435,0 7 0,5 2 593,-5 2 1184,7 0 0,-12 13 0,-6 6 0,-1 0 0,0 1 0</inkml:trace>
  <inkml:trace contextRef="#ctx0" brushRef="#br0" timeOffset="65">28080 2687 8211,'-14'0'40,"0"0"1,0 0 0,0-2 583,-1-2-489,1 2 1,-2-4 0,-1 6 0,-2 0 0,0-2 0,0-1 0,-1-2 272,-3 2 1,1 1-442,-1 2 0,-4 2 0,3 1 0,-3 4-73,-1 0 1,-1 3 102,1 4 1,0 2 0,-3 1 0,0 4-80,-2 1 0,-5 2 32,5 4 0,-1 1 1,6-1-1,1 0-59,3 1 136,-2 6 0,5-7 0,-3 2-6,5-5 0,4-3 15,0 2 0,3 1 1,1-6-1,3 0 128,2 2-110,1-5 1,3 4 0,-1-4-1,-2 1 1,2 2-23,2-1 0,1-1 41,0 2-106,0-3 0,1 4 1,2-5-1,4 0 1,1 3 35,3 1 1,1 0 187,2-5-181,1 6 1,-6-4 0,1 3 0,1-2 0,1 1 56,3 1 0,3 0-49,1-5 20,0 0 1,0 0 0,2 1 0,1-3 0,3-1 119,2-1 0,8-1-30,3 5-114,3 1 1,0-6 0,-2 1 0,-1-1-1,0 1-2,-1-1 0,2-1 59,-6 1-114,-6 4 0,0-10 0,-2 5 0,5 0 0,3 0-130,-1 3 0,0-3 149,1 1-26,3-5 1,5 7 0,-1-5 0,-2 0 0,1 2-43,2 0 1,2-3 44,-1 4 15,1 1 0,0-1 1,-1-1-1,1 0 1,1-2-80,4 1 1,-4 2-57,3-4 122,-2 6 0,2-8 1,2 5-1,0-2 0,0-3-52,-3-1 1,-7 3 83,-1 0-2,0-1 0,9-4 1,1 0-1,-2 2 0,-1 1 97,3 2 0,2-1-127,7-4 84,0 7 0,-5-6 0,-1 6 0,-1-3 0,1 1 4,3-2 1,-1 4-43,-1-3 3,-3 7 0,0-7 0,2 3 0,0 1 0,-4-1 2,-3-1 1,-3 4-24,-3-6 38,3 7 0,-4-8 0,5 5 1,2 0-1,2-1 23,2-1 0,9 3-25,-5-4-56,12 0 0,-11 0 0,8-1 0,-2 1 0,-3 0-87,1 0 1,-1-1 112,-4-4-30,3 7 0,-4-6 0,5 4 0,1-2 0,-1 0-100,-4 2 0,3 1 57,-3-1 135,10 3 1,-4 1 0,4-1 0,-2 0 0,0 0 99,2 3 1,-2-3 72,-8 2-147,-3-7 1,-8 3-1,-3-6 1,-5 0 0,-5 0 88,-4 0 1,-2-6-273,-3-4 140,-3 4 0,11-7 0,-5 4 0,2-4 0,-1-1 83,2 0 0,-2-1 46,0 1-107,1 0 1,0 0 0,-2 0 0,-2-1-1,-1 0 116,2-4 0,-5 1-70,3-5-28,-4 5 0,-7-4 0,-1 5 0,-3-4 0,1 1-31,-2-1 0,-1 1 111,-2 1-111,0 3 0,0-9 1,0 4-1,0 0 1,-2-1 58,-3 0 1,2 3-275,-6-4 187,-1 5 1,-4-7-1,-2 4 1,-1-1 0,-4-1-26,-1 1 0,-3-5-201,-8 3 180,3 3 1,-6-5-1,4 3 1,-3 0-1,-1-1-113,-4-1 0,4 0 94,-2 1 53,7-3 0,-11 6 0,5-4 1,-6 1-1,-3 1 43,-1 1 0,-7-4-66,2 7 86,-3-6 1,-2 8 0,1-5-1,3 1 1,-1 2 54,-5-1 0,3 4-94,-6-3-33,-3-3 0,0 6 0,-6-5 0,0 2 1,2 1-46,2 0 1,4 2-61,6 2 91,1 0 0,-6 0 1,0 0-1,2-1 1,0 1-204,-1 0 0,1 0 150,-7-1 62,7 8 1,-3-6-1,6 3 1,-1-2-1,-5-1-75,-9 4 1,6-4 35,-5 4 12,-3 2 0,1-4 0,-4 5 0,-1 0 0,-1-2-69,0 0 1,37 6 0,1 1-618,0-2 0,1 1 676,-37 0 1,35 2 0,1 0 0,-34 0 0,0 0 0,3 0-230,1 0 1,-1 7 416,1 2-182,7 4 0,0 1 0,6 0 0,-2 0 0,-5 1-141,-4-1 0,7 0 0,-4 0 100,6 0 0,3 1 1,0-1-1,2-2 1,4 0-342,8-3 0,1 1 230,4 4 56,-3 0 0,-2-1 1,2-2-1,3-2 0,5 2-295,3 2 1,2-1 157,-1-2 84,1 3 0,6-7 0,1 3 191,0-4 0,-1 3 0,-6 0 0</inkml:trace>
  <inkml:trace contextRef="#ctx0" brushRef="#br0" timeOffset="66">26844 3184 8260,'7'-14'95,"4"5"1,-6-1-1,-2-1 1,1 0 1503,0 2 35,-2-4-1270,4 11 1,-12-4-307,-4 6 1,-2 0 0,-4 0 0,-3 2 26,-5 2 1,-3 0-1,-1 4 1,0-2-304,-1-3 0,-4 3-53,0-1 0,-5 5 1,3-6-1,0-1-208,1-1 0,5-2 268,5 0-92,7 0 0,-3 0 1,5 0-290,1 0 819,6 0 31,2 0 134,19 0-55,-10 0-482,9-6 67,-12 4 1,0-3 80,0 10 28,0-3 0,-1 4 0,-2-4 0,-4 1 1,1 3-247,0 2 184,1-5-81,-1 3 1,4-4 435,-3 3 3,4-4-98,7 6 0,-3-7 31,7 0 0,-2-2 65,1-3-196,-3 4 1,-4-6 0,1 6-117,2-4-349,0 4-662,-5-6 379,0 7 423,0 0 228,0 7-116,0 0 0,0 8-78,0-1 0,0-5 0,-2-1 1,-1 0-1514,-2 0 1675,0 2 0,31-9 0,5-2 0</inkml:trace>
  <inkml:trace contextRef="#ctx0" brushRef="#br0" timeOffset="67">24299 3085 10377,'-8'-6'2281,"1"2"-2332,7-5 1,8 6 0,6-2-1,9 4-89,3 1 1,9-2-132,3-3 0,9 4 0,4-4 0,0 3 1,-6 2-1,-5 0-2544,-7 0 2815,-3 0 0,-90-12 0,19 4 0,0 0 0</inkml:trace>
  <inkml:trace contextRef="#ctx0" brushRef="#br0" timeOffset="68">24540 3042 8292,'8'0'506,"5"0"552,-12 0-891,6 0 1,-7 2 9,0 3 0,0 3 121,0 6-315,0 0 1,-2 0 0,-1 2 0,-3 3 0,-2 5 133,-3 2 1,3 3-62,-2-1-51,7 1 1,-8-1 0,6 1-1,1-3 1,-1 0 68,0-3 0,0-5-232,5 1-55,0-3 1,0-2-833,0 0 452,0-6 593,0-2 0,13-37 0,3-9 0</inkml:trace>
  <inkml:trace contextRef="#ctx0" brushRef="#br0" timeOffset="69">24697 3284 8225,'0'-8'221,"0"-5"0,0 10 1223,0-6-510,0 6-635,0-4 0,0 9 1,0 3-18,0 4 0,1 4 9,4 1-311,-3 0 0,4 2 0,-6 1 1,0 2-1,1-1-279,4-2 1,-3-2 132,3 0-61,2-6 0,-5 4 0,4-4 0,1 2-94,2-1 1,4-6 308,1 2-19,0-3 1,0-2 0,1 0 0,0-2 0,3-3 66,1-4 1,0-4 169,-5-1-146,0-6 0,-1 4 1,-2-5-1,-3 2 0,0-1-29,0-2 1,-5 4-36,1-1 1,-2 4 1,-2 5-228,0 1 1,-2 5-74,-2 0 215,2 2 0,-9 10 0,5 5 0,-2 4 0,-2 2 157,2 2 0,-3-6 98,7 4-90,-1 3 0,5-4 0,0 4 1,0-2-1,0-2 4,0-2 1,6-2-56,4 0-15,2 0 1,7-6 0,2-2 0,1-1-1,2 0-176,-2-2 1,3-3 83,-6-5 103,6-3 0,-7-6 0,4 0 1,-2 0-1,-4-2 128,-5-3 0,0 3-145,-6-3 94,6-3 1,-9 6 0,2-3 542,-2 4-407,-2 7-535,-6 1 0,2 9-370,-5 3 587,6 3 54,-4 6 1,7 0-1,0 0 1,2-1-185,3-4 374,-4 4-122,12-5 1,-11 6 0,4 0 315,0 1 1,-4-1 79,3 0-265,2 0 1,-5-4-1,3-1 1,-4 2 373,-1 2-364,0 1-76,0 0 1,0-4-1,2-2 11,3-2 1,-2-1 51,6-5-471,-6 0 1,10-2-1,-5-3 1,1-2 0,1-3-998,1 1 0,2 4 1301,1-5 0,32-24 0,7-12 0</inkml:trace>
  <inkml:trace contextRef="#ctx0" brushRef="#br0" timeOffset="70">25649 3227 8236,'0'-14'452,"0"0"0,0-1 41,0 1 0,0 5 1655,0-1-1755,0 7 0,-1-3 0,-2 7-149,-2 4 1,-6 5-37,1 9 0,2 3 0,-1 6 1,-1 1 462,2-1-599,-4 0 1,9-4 0,-5 0-248,1 1 0,1-4-354,1-2 1,4-4-1,-4 0 1,4-1-1817,1 0 2345,0-6 0,31-21 0,9-10 0</inkml:trace>
  <inkml:trace contextRef="#ctx0" brushRef="#br0" timeOffset="71">27682 4336 8280,'0'-14'110,"-4"0"0,-1-1 740,2 1-793,-5 0 0,5 6 1,-5 2-1,-2 1 1,-1 0-1,-6 2 1,-5 1-1,-8 2 0,-7 0 356,-4 0 0,-8 0-362,-3 0 0,-3 7 41,-2 2 1,0-1-1,0 0 1,0 0-12,1 0 0,0 0 1,4 3-1,5-2-19,3 2 0,-1-3-178,-2 2 59,9-1 0,-3 5 1,12 2-1,1 2 0,0 2-69,-1 2 0,1 2 153,-1 4-103,1 1 0,4-1 0,2 1 1,2-1-1,2 1-46,2-1 1,4-1 70,2-3 111,4 2 0,6-5 0,0 3 0,0-5 0,1-4 236,4 0 0,-2-1-120,7 0-126,-1 0 1,7-1-1,2-2 1,0-3 0,1 0 129,2 0 1,-5 0-236,3 1 44,-3 4 0,2-7 0,1 5 1,0-2-1,0 1-101,0-2 0,2 4 150,-2-2-45,3-4 0,6 7 1,2-5-1,2 1 1,3-1-30,1-1 1,2 4 19,5-2-10,6-3 1,-5 5-1,3-4 1,-3 1 0,1 1-87,2-1 0,-3 3-108,4-6 200,-10 6 0,7-8 0,-2 7 0,1-1 1,2 0-57,2 1 0,-4-5 125,3 4-43,-3-6 0,2 10 1,-2-4-1,-2 2 0,-3 1 42,-3-3 1,5 1 177,-3 4-174,-3-6 0,5 4 0,-6-4 0,3 2 0,4-2-4,5-2-25,-2 5 1,6-8 0,-2 5-18,4-2 0,3 4-17,2-5 0,0 1 0,0-3 0,0 3-170,-1 2 156,1-5 1,-1 5 0,-3-5 0,-2 2-1,-2-2-5,-3-1 1,-2 3-124,-1-1 140,-1 1 1,-2-5 0,1 0-1,5 0 1,3 0-80,4 0 0,3 0-50,0 0 144,1 6 1,5-4 0,0 3 0,-2-4-1,-2-1 106,-1 0 1,-7 0-151,-2 0 78,2 0 0,-7 0 0,1 2 0,-4 1 1,-2 2 54,-2-2 1,5-1-60,-3-2 55,-3 6 0,4-5 1,-4 6-1,1-3 0,4 3-4,1 1 0,3-4-206,4 6 83,-4-7 0,11 8 0,-4-5 0,1 1 1,-2-1-13,-1-3 1,-1 4-135,-6-3 172,7 1 1,-4 0 0,2 0 0,-3-2 0,-1-2-71,-1-1 1,1 0 19,0 0 14,-1 0 1,1 0-1,0 2 1,-1 1-1,1 2-111,0-2 1,-1-2 80,1-1 64,-7 7 0,5-6 1,-3 4-1,2-2 1,-1 0-28,-1 2 1,-5 0-56,5-5 140,0 0 1,3 0 0,-1 0-1,-2 0 1,1 0-29,2 0 1,2-5 40,0 0-32,-1 1 1,6 2 0,-1-1 0,-1-2 0,-4 0 121,-4-1 0,2 3-26,-7-6-52,0 5 1,-3-7-1,0 5 1,0-2-1,-3-1 147,0 1 1,5-5-81,1 4-80,0 2 1,-6-5-1,-3 2 1,-6-1 0,-2-2 113,-2-1 0,-1 6-58,-3-11-97,-4 7 0,-6-9 0,-2 5 0,-2-3 0,-6-3 41,-3 0 1,-7-5-205,-4 4 116,-9 2 0,-2-6 0,-4 4 1,1-3-1,-2 1 22,-1 1 1,-8 5 137,-3-4-109,3-1 0,-6-3 0,3 2 0,-5 3 0,-5 0 49,-4 0 1,-5 4-33,-5-1-54,3-3 0,32 13 0,-1 1 0,1-3 0,0 0 0,-3-1 0,1 2 0,-2-1 0,1 1-3,2 0 1,0-1 0,0 1-1,1 0-1322,-35-9 1364,0 3 0,0-4 0,0 4 1,1-2-1,-1 0 26,0 0 1,35 12 0,0 1-47,0 0 0,1 1 22,-31-6 1,31 4-1,0-1 1,-33-4-1,-4 4 1,35 3-1,0 0-133,-3-1 0,1 2 0,4 0 1,0 1 76,0-3 1,-1 1 36,-2 2 0,-1 0 1,4-3-1,0-1 1,-6 3-1,0 2 1,2-2-1,0 1 1,1-1-1,0 1-12,-36-3 1,5-1-19,3 1 23,0 4 1,0-6 0,1 7 0,2-1-1,4-2-133,0-2 1,3 0 129,4 5-55,0 0 0,5 0 1,0 0-1,-2 0 1,-1 0-168,-2 0 1,5 5 43,0 0 147,6-1 0,-8-2 0,5 1 0,-1 2 0,-4-2 13,-1-1 0,-2-2-77,0 0 107,6 0 0,-7 0 0,6 0 0,3 0 1,3 0 12,3 0 1,-1 0 209,-3 0-152,2 0 1,-5 0-1,4 0 1,-3 0 0,-1 0 68,-4 0 1,3 0-38,-1 0 161,0 0 0,0 0 0,1 0 0,2 0 0,2 0-351,-2 0 0,5 1 134,-4 4-19,4-3 1,8 4 0,3-6 0,3 0-1,1 0-530,1 0 1,-1 0 167,1 0-103,6 0 0,1 0 0,7 0 1,0 0 432,0 0 0,12 0 0,4 0 0</inkml:trace>
  <inkml:trace contextRef="#ctx0" brushRef="#br0" timeOffset="72">25948 4635 8203,'8'-7'178,"4"4"0,-4-6 1,0-2 500,-3-2-746,-4 5 0,-2 2 0,-4 6 1,-4 0-190,-4 0 1,-1 0 0,-2 0-1,-1 0 38,-2 0 0,-5 4-97,5 1 1,-5 0 314,5-5 0,-37-13 0,-6-3 0</inkml:trace>
  <inkml:trace contextRef="#ctx0" brushRef="#br0" timeOffset="73">23900 4535 8203,'-1'-8'2037,"-4"3"-918,4 4-722,-6 1 0,14-5-328,2 0 0,10 1 0,5 4 1,3-2-1,3-1 0,3-2-132,5 2-182,3-5 1,-5 6-1,-1-4 1,-2 1 0,-1 1-2293,-6 1 2537,-3 1 0,-34 2 0,-7 0 0</inkml:trace>
  <inkml:trace contextRef="#ctx0" brushRef="#br0" timeOffset="74">24142 4563 8886,'0'-7'1168,"0"0"1,0 6-564,0-4-360,0 3 0,0-2-144,0 8 0,-1 0-266,-4 5 83,3 0 1,-6 10 0,5 2 0,-2-1 0,1 3-267,-3-1 0,6-3 153,-4 4 90,4-5 1,1 9 0,1-5-1,4 0 1,4-3-101,4-3 1,1-2 99,0 0 93,7-6 0,-5 3 0,3-6 0,-4-2 0,0-2 193,-1-1 1,0-6-93,0-3 0,-1-4 0,-2-1 0,-1 0 155,1-1 0,-4-4 72,3 0-160,-7 1 1,3 3-1,-4 3 1,1 1 668,2 1-1402,0 1 234,-5 1 0,0 3-8,0 10 1,-5-2 400,0 6-92,0 1 1,5 4 0,0 0 0,-1-1 0,-2-2-28,-2-2 1,0 1 44,5 4 5,7-6 0,-4 3 0,6-5 0,2 1 0,2-1-11,1-3 1,5 4 14,0-3-4,0 1 0,0-5 0,1-2 0,1-1 0,0-3 194,-4-2 0,-1 3 90,-2-4-72,-6-1 1,0-2 0,-5 1 0,2 1 998,-2-1-1269,-2 5 353,-1-7-363,0 12-620,0-6 245,0 7 1,-1 0-508,-4 0 830,3 0 322,-4 0 219,6 0 687,0 0-1568,0 7 417,-6-6 0,4 6 0,-4-6 1,6 4 22,0 4 55,0-2 0,-5 5 1,0-2 90,2 2 1,2-2 11,1-1 0,6-4 73,3 5 0,4-6-133,1 6 4,1-7 1,-6 3-1,1-6 1,1 0-1,1-1 227,2-4 0,1 2-197,-1-7 1,-5 6 106,1-6 1,-5 2-1,2-3 3,0 2 1,-1 1-551,-1-2-348,-4 4-438,6 0 919,-7 4 1,-2-4-151,-3 6 0,4 1-60,-4 4 0,4-2-242,1 7 686,0-7 0,0 5 0,1-5 67,4 2 1,3-1 33,6-4-63,-6 0 1,5 2-1,-4 1 706,4 2-330,1 6-120,0-10 0,-6 7 1,-2-4-1,-1 2 326,0 2 0,-1-4-394,-4 6-91,7-7 0,-6 5 0,6-5 25,-1 2-1131,2 0 627,6-5 1,0 0 323,1 0 0,24-57 0,-16 21 0,0 1 0</inkml:trace>
  <inkml:trace contextRef="#ctx0" brushRef="#br0" timeOffset="75">24924 4720 8203,'8'0'295,"-2"0"0,-4 0-56,3 0 1,-2-5-1111,6 0 0,-4 1 487,5 4 1,-6-5 0,6 0 383,1 2 0,1 0 0,3 0 0,-1-2 0,0 0 0,0 5 0,1 0 0,-1 0 0,0 0 0,2 0 0,1 0 580,2 0 1,2 0 279,-2 0-523,-4 0 0,6 0 0,-5 0 1,1-1-1,2-3 921,-2 0 0,-1-1-1068,-2 5-352,1 0 1,-1 0-1135,0 0 189,-6 6 846,-2 2 1,-6 6-1,0 2 1,0 2-1,-1 1-272,-4-2 1,2 0 622,-7 2 17,7-3 0,-8 5 1,5-7-1,0 0 1,-2 0 1320,0 0-887,5 1 176,-4-1 0,7-5 235,0 1 1,3-2-285,7 1-513,-1-2 0,17-7 0,-4 0 0,3 0 0,5 0 16,0 0 1,0-5-873,-1 0 419,-7 0 0,3 1 1,-6-1-1,-2 2 0,-3 0 282,-4-2 0,-35-3 0,-15-6 0</inkml:trace>
  <inkml:trace contextRef="#ctx0" brushRef="#br0" timeOffset="76">27739 5416 8037,'-57'0'0,"-12"0"0,-4 0 0</inkml:trace>
  <inkml:trace contextRef="#ctx0" brushRef="#br0" timeOffset="77">27099 5217 8126,'0'-9'667,"0"-1"370,0-1-224,0 5 1,0-2-419,0 3 0,-1 4-447,-4-4 1,2 10-1,-7 4 1,-1 4-171,-1 1 1,-2 2 142,-1 3 0,-4 3 1,-1 7-1,-1-1-39,1 0 0,-4 2 69,5 4 48,-6-4 0,7 4 1,-5-5-1,-1-1 1,0-1-38,1-3 1,4 1-50,-5-6-90,7 6 0,-4-9 1,7 1-1,0-4-763,-1-3 0,1-3 212,0 3 728,6 3 0,21-18 0,10 3 0</inkml:trace>
  <inkml:trace contextRef="#ctx0" brushRef="#br0" timeOffset="78">26673 5829 8188,'-6'-13'831,"-4"4"0,-3 2-655,-1 7 1,5 0 0,-1 0 0,-1 0 254,-1 0 0,-1 7-365,4 2 0,-4 4 26,3 1 1,2 5 0,1 1 0,0 1 49,4 0 0,-3-1-170,1-1 0,0-2 1,7 5-1,3-1 171,4-4-104,4-1 0,6-2 1,1 1 49,2-1 0,0-2 0,4-2 0,-3-5 112,3-4 0,5-1 186,2 0-243,1 0 0,-1-6 0,0-4 0,-1-2 0,-2-4 309,-2-3 0,-6 2-127,-3-7-279,-3 7 0,-3-10 0,-4 2 0,-4-5 0,-5-4-518,-5 3 1,-4 1 161,-10 1 24,-10 1 0,-7 6 1,-7 4-1,1 6 0,0 4-766,5 2 0,-5 2 252,5 9 436,2 3 0,2 6 1,9 2-1,7 3 0,6 5-1383,6 3 1746,3 1 0,65 19 0,-23-21 0,-1 0 0</inkml:trace>
  <inkml:trace contextRef="#ctx0" brushRef="#br0" timeOffset="79">27455 5303 8188,'-2'-14'-241,"-1"-1"964,-2 1 0,1 5-308,4-1 1,0 9-1,1 1 1,4 7 272,4 6-537,4 8 0,1 1 0,2 6 0,2 2 0,2 2 105,2 1 1,2 6-141,4-1 0,-4 3-152,0 2 0,-5 0 1,3-1-1,-2-1 33,-2-3 0,-4 2-845,-5-7 514,4 0 1,-7-6 0,5-2-1,-3-3 1,-1-1 333,-4-4 0,5-14 0,0-4 0</inkml:trace>
  <inkml:trace contextRef="#ctx0" brushRef="#br0" timeOffset="80">27924 5928 8188,'0'-14'309,"0"0"212,0 0 5,0 6 0,-1-3 0,-3 4 147,0-1 1,-7 5-396,1-1 1,-3 4-116,-1 4 1,-5 4-1,-1 6 1,-1 2 132,1 3 1,-6-1-168,3 5-131,2 1 0,-4 4 1,7-1-1,4-2 1,5-1-43,2 1 1,3 2-333,4 2 314,0-7 1,8 3 0,6-6 0,10-2 0,6-1-106,3-2 0,6-4 158,-1-1 15,3-5 0,2 2 0,0-8 0,-1-2 0,-1-6 275,-3-3 1,0-7-156,-9-4-21,2-3 1,-17 2 0,1-2-1,-9-3 1,-8 0-370,-7 0 1,-4-1-221,-15 2 238,-4-2 1,-11 15 0,1-3-1,-1 5 1,2 3-1196,3 1 0,3 7-249,7-2 1690,6 10 0,33 22 0,14 11 0</inkml:trace>
  <inkml:trace contextRef="#ctx0" brushRef="#br0" timeOffset="81">28834 5530 8208,'14'-14'251,"-4"0"1,-2 0 1006,-2-1-630,-1 7 0,-5 4-119,0 8 1,-2 4-347,-3 7 1,-3 0 0,-6 4 0,-2 7 223,-3 5 1,2 1-218,-7 6 0,5-5-37,-4 5 1,4-5 0,-3 5 0,0 1-82,-1 2 0,6 2-345,-2 0 135,10-7 1,-4 5 0,5-5-1,0-1 1,3-6-514,4-9 0,1-2 205,0 0-137,0-8 1,1 3-350,4-13 567,-3 0 798,4-7 0,-6 4 0,0-6 639,0-2-271,0 4-396,0-5 0,-1 10 113,-4-3-345,-3 4-94,-6 7 1,-1-3 0,3 7 0,1 1 0,1 1 67,-1 3 0,3 0-295,-1 4 157,6-3 1,-4 6-1,7-4 1,4 1 0,3-2-89,8-1 1,8 1 157,1-3-71,3 4 1,1-12 0,2 5-1,2-3 1,3-2-6,1-3 1,-3-3 4,5-4 70,-13-4 1,9-8-1,-11-1 1,3-4-1,-3-1-31,-4-3 0,-9-2-290,-6-2 147,-2 1 1,-2 0 0,0-1 0,-3 1 0,-7 1-456,-9 3 1,-6 4-142,-3 5 335,-7 1 0,-1 2 1,-7 2-1,0 5 1,2 4-814,3 1 0,-1 6 1190,6 4 0,25 27 0,11 9 0</inkml:trace>
  <inkml:trace contextRef="#ctx0" brushRef="#br0" timeOffset="82">29104 5573 8227,'-8'-14'33,"4"-1"1,0 1 950,0 0 0,2 4-490,-3 1 0,10 12 0,5 2 0,2 8 394,2 6-682,1 3 0,4 6 0,1 2 0,2 3 0,2 5 130,-2 3 1,5 7-308,-3-1 1,2 5 34,3-4 1,-1 0-1,1-2 1,1 3-785,3 2 536,-3-12 1,0 7-1,-6-13-567,1-1 0,-3-7 339,2-1 0,-7-7 0,2 1 0,-3-7-1284,-2-7 1360,0-2 0,-1-4 1,-4-4 58,-4-8 0,-3 0 741,-2-5-242,0 3 0,0 2 0,-2-1 0,-3 1 908,-4 0 1,-4 1 94,-1 4-992,6 3 1,-4 6-1,2 0 1,-3 0-1,-1 0 134,0 0 1,0 0 25,0 0-314,-1 6 1,1 2 0,0 6 0,1 0 0,2 2-15,2 3 1,1-2-53,-2 7-34,4 0 0,6 4 0,0 1 0,2-1 0,2 0-45,6 1 0,4-5 6,5-1 44,3-5 0,8 2 0,2-7 0,1-2 0,0-3 14,2-2 1,0-1-19,3-5 49,3-6 0,-11-4 0,3-7 0,-5-4 0,-4-1 61,-5-3 1,-3-4-103,-2-4-157,-6 3 0,-8-6 0,-11 4 1,-7-1-1,-7 1-478,-7 2 0,-4 8 126,-7 3 105,1 10 0,4-2 1,2 6-1,2 2 1,8 3 415,5 5 0,37 47 0,9 17 0</inkml:trace>
  <inkml:trace contextRef="#ctx0" brushRef="#br0" timeOffset="83">30611 5786 8206,'14'-22'152,"-4"-3"1,-2 6 0,-2 1 543,-3 3 1,-1 5 0,-2 1 180,0-2 0,0 6-605,0 5-117,-6 6 0,-2 15 0,-7 2 1,1 4 143,0 2 1,0-1-175,0 1 0,-2 4 0,-2 1 0,-1 3 74,2 2 0,-3-2-223,1 0 0,0-5 1,4 9 0,1-5 0,0 1-1,1-4-236,4-3 0,-2-2-1,6 1 95,0-1 1,1-6-1,-1-3 1,3-4-1,4-4-325,3-2 0,1-6 110,-1 2-91,-4-3 1,12-2 98,-4 0 772,-2 0 112,-1 0 322,-6 0 214,0 0-1081,0 6 0,0 2 111,0 6-91,0-6 1,0 5 0,0-4 0,0 4-71,0 1 0,0 0 133,0 0-41,0 1 0,5-1 0,1 0 0,2-1 0,3-2 6,2-2 1,2-1-72,4 2 51,-3 2 0,11-10 0,-5 2 1,2-2-1,0-2-23,1 0 0,2-5-46,1 1 100,-6-14 1,4 9 0,-8-12 0,-2 1 0,-3-4 18,-4-3 0,-5 0-16,0 4-72,-8-4 0,-6 5 1,-9-7-1,-5 1 1,-4 1-175,-5 3 0,-4 5 51,-5 10 83,-1-4 0,1 12 0,0-4 1,5 3-1,5 4-287,7 3 1,-1 4 41,7 10-97,0-3 1,12 9-1,2-4 1,3 1-1,2 3-1930,0 2 2356,0-5 0,44 5 0,12-5 0</inkml:trace>
  <inkml:trace contextRef="#ctx0" brushRef="#br0" timeOffset="84">30839 5772 8229,'-7'-14'117,"6"-1"0,-4 1 0,4 0 392,1 0-349,0 6 0,6 2 0,3 6 0,4 1 1,1 4-1,2 4 0,1 6 779,2 4 1,5 3-855,-5 6 0,1 1 1,-2 1-1,1 3 20,-2 5 0,4-2-38,-2 2 1,4 0-1,-2 4 1,1 1 36,3 0-106,2-1 1,-3 1-1,0-2 1,-1-1-1,1-4-176,0-1 1,-7-4 168,2-7-260,-3-4 1,-7-7-1,-1-2 1,0-3-656,0-2-77,-5-1 809,3-5 0,-6-6 0,0-4 0,2-2 2,3-3 1,-2 1 176,6 0 122,-5 0 1,7 4-1,-5 1 1,0-2 488,1-2 0,-3 4-94,-4-1 122,0 7-727,0-3 1,-1 6 79,-4 0 132,-3 0 1,-11 6 0,-1 4 0,-1 2 0,1 2 34,2 1 0,2-1-213,2 0 0,0 2 93,0 3 0,6-3 1,3 4-1,3-1 55,2 0 1,2 5-120,3-5 1,3 0 1,12-5 0,2 0 0,2 0-1,0-1 42,1-4 1,2-2 0,1-7 1,1 0 112,-1 0 0,-4-2 0,-2-3 1,0-4 36,0-4 0,-4-3-74,1-2-42,-4-5 0,-5 0 1,-2-1-1,-2 0 1,-3 2-129,-1 3 1,-9 3 84,-2 2 0,-5 0-103,-5 0 0,-3 4 1,-7 2-1,1 2 27,-1 3 1,1 1 41,0 2 1,4 2-30,0 3 0,7-2 0,-1 6 0,7 2-324,7 2 0,-3 1-113,3 0 1,0 1-102,9-1 1,3 0 603,6 0 0,51 1 0,12-1 0</inkml:trace>
  <inkml:trace contextRef="#ctx0" brushRef="#br0" timeOffset="85">30967 6113 8067,'-10'-13'934,"1"2"0,-4 2-746,-4-2-114,1 5 0,-13-7 0,3 5 0,-8-1 0,-2 1 0,-5 0 0,-5 0 0,-6-2 0,-3 1 60,-2-1 1,5 6 0,1-6 0,1 1 74,-1 1-193,5-5 1,-4 10-1,4-5 1,-3 0-1,-2 2-100,-2 0 0,-3-4 59,0 5-38,-1-6 0,-5 8 0,0-5 0,1 0 0,-1 2-100,1 0 1,-6-4 122,6 5 28,-7-6 1,6 8 0,-1-5-1,6 0 1,2 1-46,0-4-17,4-2 0,-9 3 0,3 1-39,-1-2 1,-2 0 52,-2 1 0,2-2 0,-5 4 1,2-2-198,3 1 233,1 6 1,1-8-1,-4 6 1,-2 0-1,-1 0-151,3 1 129,4-1 0,3 3 1,-1-1-12,-1-2 0,10-1 60,-5 1 1,0 2 0,0-5 0,-4 0-60,-1 1 1,2 3 4,3 0 0,-2-3 0,7 3 0,0 0-44,-2 3 1,4 1 18,-2 0 45,-4 0 1,7 6-1,-5 2 1,2 2-1,-1-1-7,3 2 0,5 0 43,2-1 1,7 2 1,-9-5-1,7 4 1,1-2 0,2 1 93,2-3 1,-5 6-107,-1-3 53,1-4 1,5 7 0,1-4-1,2 4 1,1 1 175,-1 0 0,9 0-144,2 1 41,3-1 1,-2 0-1,2 2 1,2 1-1,-1 2 59,2-2 0,-3-1-240,6-2 48,1 1 1,2-1 0,-1 0 0,-2 0 0,2 1-65,1-1 0,2 0-63,0 0 134,0 0 1,0 1 0,0-1-1,2 0 46,3 0 0,-4 0 105,4 1-67,3-1 1,-5 0 0,7 0 0,1 1 0,1-1 408,2 0-433,7 0 0,-4 0 1,9 1 69,4-1 1,0 0-57,8 0 0,0 5 0,6 0 1,2-1-56,1-3 0,7 0 0,-2-1 0,3 0 84,2 0 0,6 5-16,4 0-70,-4 0 1,5-5-1,-7 1 1,1-1-1,-2 0 38,-3 0 0,-2 0-175,-8 1 101,-2-1 0,10 2 0,-3 1 1,3 2-1,2 0 24,0 1 0,2-4 82,2 3-83,4 3 1,0-6 0,-2 3-1,-1-2 1,1 1-62,1 1 0,1 0-256,2-5 292,-4 0 1,-6 0 0,0 1 0,1-1-1,2 0-115,2 0 1,1-1 47,-2-4 64,4 4 0,6-10 1,-1 5-1,-4 0 1,-3-2-87,1 1 1,0 2 8,7-4 146,7 6 1,-10-5 0,1 5-1,-2-3 1,-4 0 255,0 0 0,3-5-97,-4 2-146,0 3 1,-1-7 0,1 6-1,-1-3 1,3 1 12,2-2 0,-1-1-286,1-2 222,0 6 1,12-4-1,1 2 1,0-2-1,-3-2-66,-4 0 0,-7 0 9,-3 0 46,-4 0 0,-9 0 1,-5 0-1,-4 0 1,-2 0 87,-2 0 1,8-5-84,-6 1 60,6-7 0,-7 4 0,5-4 0,1 2 0,0-2 239,-1-2 0,-1-1-51,-3 0-123,3-1 0,-9 0 0,4-3 1,-2-2-1,-6-1 136,-3 1 1,-3-6-275,2 3 1,1-4 51,-6-2 0,0-4 0,-6-2 0,-2-1-69,-2-3 1,-5 2-79,0-1 105,-2 7 0,-4-9 1,-2 5-1,-7 1 1,-7-3-195,-6 1 1,-4 4 78,-5-1 25,-4-3 1,-11 6-1,-5-3 1,-2 4-1,-2 4-285,0 1 0,-1 5 150,-4-4 0,9 7-269,-4 2 1,3 1 0,-3 8 0,0 2 501,0 2 0,6 8 0,-5 5 0,-4-1 0,0 1 0</inkml:trace>
  <inkml:trace contextRef="#ctx0" brushRef="#br0" timeOffset="86">31294 7321 8276,'-15'0'1834,"1"0"-1616,6 0 1,24 0 0,13 0 213,2 0 1,7 0-385,0 0 1,2 0 0,-3 0-1,-3 0 1,-3 0 0,-1 0-759,-1 0 0,1 2-263,-11 3 0,-5-4 1,-6 6-462,-2-1 1434,-1-4 0,-36-1 0,-20-2 0,-1-3 0,1 0 0</inkml:trace>
  <inkml:trace contextRef="#ctx0" brushRef="#br0" timeOffset="87">31450 7350 8276,'-14'0'239,"4"5"452,1-1 184,6 1-426,-4-5 0,7 2-68,0 2-45,0-2 0,0 11 0,0-4 0,0 4 139,0 1 0,0 2-450,0 3 3,0-3 1,-1 6 0,-2-5-1,-2 4 1,2-1-120,1 1 1,4 2-253,3-4 200,-4 7 0,12-11 0,-2 4 0,5-3 0,4-2-643,2 1 0,-3-8-55,5-2 692,-7-3 1,9-2-1,-6 0 1,1-2-1,-1-3 60,-2-4 1,-3-5 142,0-5 15,-1 3 1,-5-9 0,-1 4 0,-2 1-1,-2-1 291,-3 4 0,-1 1-59,0 2-11,0-1 0,-1 8 1,-4 2-309,-5 3 0,3 4 67,-3 3-4,1 2 1,1 8 0,1 0 0,3 3 0,-1 2 55,2 3 1,1-6-120,2 2-6,6 3 0,2-5 1,8 5-1,2-1 0,2-4-271,2-1 1,-3-3 165,5-4 74,0 4 1,-1-12-1,-1 4 1,0-3-1,-1-2 67,0 0 1,-3-7-118,-3-2 169,-1-4 0,-1-1 1,-2-2-1,-3-1 1,-2-2 335,-3 2 1,-1-4 50,-2 2-377,0 0 1,0 5 0,0 0 0,-2 1 0,-3 2 233,-4 2 0,1 5-310,-2 0-5,7 2 0,-9 2 1,2 2-84,-3 2 0,6 4-123,2 7 196,3-1 0,2 0 0,0 0 1,0 0-93,0 1 0,5-1 63,0 0-54,6 0 0,-3-1 0,6-2 0,0-3 0,2 0-318,3 0 0,-3-5 122,3 2 269,-4-4 1,4-2-1,0-3 1,0-2-1,0-2-86,0-3 1,0-1 445,-5-3-278,-6 1 0,3-5 0,-4 2 0,-1 3 0,0 2 73,-3 1 680,-1-1-540,-2-2 1,-2 6-1,-2 3-586,-6 3-5,4 2 245,0 7 0,6-4 0,0 6 0,0 2-114,0 2 191,0 1 0,4 0 0,3 1 0,-1-1 0,2 0 167,0 0 1,-5 1 9,2-1 0,1 0 1,-1 0-1,-2 0 249,-2 1 1,-1-6-5,0 1-159,0-1 0,0 1-256,0-1-1236,0 0-56,0-1 27,0-1 1,7-7 1258,2 0 0,17-26 0,4-5 0</inkml:trace>
  <inkml:trace contextRef="#ctx0" brushRef="#br0" timeOffset="88">32246 7421 8282,'-14'-14'0,"0"0"551,0-1 1,4 3-42,1 2 0,4-1-851,-5 6 0,9 1 341,1 4 0,31 19 0,15 4 0</inkml:trace>
  <inkml:trace contextRef="#ctx0" brushRef="#br0" timeOffset="89">32687 7492 8282,'0'-14'-294,"0"-2"294,0-3 0,2 8 877,2-3 0,0 3 0,5-2 0,2 2-369,2 2 0,1 5 1,0 0-1,0 2-129,1 2 0,4 0-125,-1 0 0,1 2-186,-4 2 1,-3 4-71,-2 7 1,-4-1-88,-6 0 1,-6 0-1,-4 0 1,-2 1 98,-3-1 1,-4 0 72,1 0-301,-1 0 0,6 1 1,2-1-1,3 0 1,0 0-202,0 1 1,5-1 324,-2 0 67,4 7 0,9-6 0,4 6 0,6-2 0,-1 0 140,-1-2 1,-2-1 165,0-2 131,0 0 0,-7-1 1,-7-4 748,-8-4 0,-11-3-522,-5-2-530,-3 0 1,-1-5 0,-2-1 0,-2-1 0,1 0-1917,4-1 1048,-2 4-1237,14-2 1998,-6 6 0,32 13 0,7 3 0</inkml:trace>
  <inkml:trace contextRef="#ctx0" brushRef="#br0" timeOffset="90">4692 5175 8076,'-14'-14'157,"0"1"-176,0 3 0,-1-1 78,1 7 1,0-1 0,0 5 0,0 0 0,-1 0 0,1 0 0,-2 0 0,-1 1 0,-2 3 0,2 2 166,1 2 1,2 0 0,-1 3 0,1-2-40,0 2 0,4 2-75,1 1 1,1 0 0,-3 1 34,2-1 1,1 0-94,-2 0 1,2-4 0,5-1-1,-3 2 18,-2 2 1,3 1 75,-4 0-158,6 7 1,-9-4-1,6 5 1,0 1-1,-2-1 97,0 3 1,5 2 15,-2 1-76,4-6 0,1 10 0,0-5 0,0 0 0,0-2 39,0 0 0,0 2-104,0 1 32,0 1 1,-2-1-1,-1 1 1,-2-1-1,2 1-57,1-1 0,-2 0-11,-1 1 75,0-1 0,0 2 1,1 0-1,0 0 1,3-3 94,1 0 0,-2 0-79,-2 1 29,2 7 1,-4-10 0,6 4 0,0-2 0,0 0 110,0 1 0,-5 0-63,0 1-85,0-1 1,5 1 0,0-1 0,0 1 0,0-1 29,0 0 0,0 1 191,0-1-139,0-6 1,0 5 0,0-5 0,0 0 0,0-1 119,0 0 0,0-6 45,0 4-213,0 3 1,0-4 0,0 4 0,0-2 0,0-2 1,0-2 0,0 3 90,0 0-161,0-1 1,-4-3 0,-1-1 0,2 2-1,1 1-88,2 2 0,0 2 43,0-2 35,0-4 1,0 7-1,0-4 1,2 1 0,1-2-74,2-1 0,1-2 118,-1 0-15,-4 7 0,10-5 0,-6 3 0,-2-4 0,0 0 0,2-1 0,-3 0 65,3 0-61,2 1 1,-5-1-1,3 0 1,-2 0-1,0 0 12,2 1 1,0 0 10,-5 4-27,6-3 1,-5 5 0,6-6 0,-3 3-1,1 1 3,-2-2 0,4-1-1,-3-2 40,1 7 0,-3-5 0,1 4 0,2-1 0,-2 0 20,-2-2 0,1 4-28,3-2-40,-4 0 0,6-5 1,-7 0-1,0 0 1,0 1-41,0-1-114,0 0 161,0 0 0,0 1 0,0-1 1,0 0-1,1 0-35,4 0 0,-3-4-11,2-1 53,-2 1 0,-1 4 1,3 0-1,0 0 51,-1 1 1,-1-1-51,-2 0-2,6 0 0,-4-4 0,3-1 0,-2 1 0,0-1 48,2 1 0,1-6 175,-1 6-156,3-7 1,6 3-1,2-6 1,1 0-1,5 0 46,5 0 0,-2 0 6,9 0-220,2-6 0,-6-2 0,3-6 1,-5 1-1,-2 2-1572,-3 2 1672,-5-1 0,-10-10 0,-10-2 0</inkml:trace>
  <inkml:trace contextRef="#ctx0" brushRef="#br0" timeOffset="91">16123 7748 8374,'10'-8'-254,"-1"3"278,2 4 0,-3 1 0,2 0 58,1 0 1,-3 0 51,1 0-63,-6 0 0,5 0 37,-3 0-21,-3 0 61,4 0-10,-6 0 0,0 1 0,-2 4 66,-2 5 0,2-3-86,-3 3-78,4-1 0,-1 1 0,-1-1 0,-2 2 0,2 2 95,1 1 0,-2 0 9,-1 1-111,0 5 0,0-2 0,-1 4 1,0 0-1,-2 0 52,0 3 0,3-3-66,-4 2-5,-1 0 0,1 4 1,-1-1-1,1 0 0,-1-2-5,1 0 0,4 5-44,-4-6 31,6 3 1,-4 0-1,7-2 1,0-1-1,0-1-18,0 0 1,0-1 48,0-3-30,-6-4 0,4 8 1,-2-6-1,0 2 1,1-2 64,-1-1 0,-6-2-46,5 1 14,-6-1 1,10 2 0,-6 1 0,3 2 0,-1-2 68,2-1 1,1-2-48,2 0-40,0 1 1,-5-1 0,1 0-1,1 0 1,1 1 28,2-1-129,0 0 90,0 0 1,0 0-1,0 1 1,0-1 1,0 0-1,0 0 1,0 0 1,0 1-1,0-1 27,0 0 1,0 0-20,0 1 137,0-8 1,0 6-47,0-3 0,-2 1-43,-2-2-5,2-3 0,-6-1 24,3 0 0,2 4 177,-6-4-186,6 0 1,-5-5 0,3 0 2,-4 0 1,-4-2-461,-1-2 252,-1 2 0,1-9 1,-2 5-1,-1-2 1,-2-2-2600,2 2 2734,-5-4 0,-13-3 0,-9-7 0</inkml:trace>
  <inkml:trace contextRef="#ctx0" brushRef="#br0" timeOffset="92">6498 10293 7381,'0'-10'1522,"0"1"-1276,0 6 1,0-5-57,0 3-159,0 3 1,-2-6 0,-2 5 0,-6-1 0,-2 0 0,-3 3-81,1 1 0,5 0 36,-1 0 1,1 6-1,-7 4 1,-2 2 8,0 2 1,-1 1 17,4-1 1,1 2 0,0 3-1,0 3-3,-1 0 0,6 3 17,0-6-27,5 6 1,-7-4 0,7 4 0,0-3 0,3 0 21,1 1-46,0-6 0,1 8 1,3-6-1,2 0 0,2 0-156,3 0 0,1 2 128,3-3 1,-1-2 0,2 3 0,1-3 10,2-2 0,2 0 36,-2 1 11,3-1 0,6-1 0,1-4 1,-1-3-1,0-1 456,1 0-332,-1 0 1,1-7 0,-1-3 0,-1-4 0,-2-4 376,-1-1 1,-2-5-15,2 0-326,3-6 1,-12 3 0,6-7 0,-2 1 0,0-1 240,-2 1 0,-3-2-228,-4-3 1,1 3 0,-6-3 0,-2 1 88,-2-1 1,-2 3-253,-4-3-29,-3 3 0,-8 1 0,-1 2 1,-3 2-1,-3 3-333,-2 1 71,-8 2 0,3 7 0,-3 2 0,3 6 0,0 2-340,-3 2 1,1 0-900,-6 0 1044,6 6 0,-2 8 1,5 9 467,1-1 0,-7 42 0,-1 6 0</inkml:trace>
  <inkml:trace contextRef="#ctx0" brushRef="#br0" timeOffset="93">7180 10520 7701,'-1'-8'-242,"-2"2"1279,-2 0-608,0 4 0,0-6 0,-1 5 663,-2-2-1270,5 1-49,-3 4 251,6 0 0,6 0 0,4 0 1,2 0-1,2 0-1,1 0 0,5 0-7,4 0 23,3 0 1,3 0 0,1 1 0,4 2-1,1 2 115,4-2 1,-4-1-132,2-2 6,0 0 0,-2 0 0,-1 1 1,-2 2-1,2 2 43,1-2 1,-2-1-9,3-2-38,-5 0 1,4 0-1,-4 0 1,3 0-1,1-2 39,4-2 0,-4 2-4,2-3-24,0-3 0,1 7 1,1-5-1,1 1 1,-3 0 70,-2 2 1,2 1-62,-5 2 0,0 0-29,-4 0 0,-1-1 1,1-2-1,-1-2 42,1 2 0,-1 1 2,0 2 2,7 0 1,-3 0 0,4-2 0,0-1 0,1-1 139,2 0 1,-2 3-195,0 1 1,-5 0 3,1 0 1,-3 0 0,-1 0 0,-1 0-3,1 0 0,-1 0-166,0 0 142,7 0 0,-3 0 0,4 0 0,0 0 0,-1 0 62,0 0 1,3 0-61,-5 0 1,5 0 109,-5 0 0,2-5 0,-4 0 0,3 1 41,-3-3 1,-1 6-47,-1-4-77,-1 3 1,5 1 0,2-2 0,1-2 0,4 2 29,1 1 0,2 2 91,-1 0 1,1-5-106,0 1 0,-2-1 0,-2 5 1,-2 0 39,-3 0 1,-2-5-153,-8 1 0,-4-1 52,-6 5 0,1 0 1,-1 0-559,0 0 221,-6 0-492,-2 0-717,-6 0 171,0 0 1401,-6 0 0,-34 0 0,-13 0 0</inkml:trace>
  <inkml:trace contextRef="#ctx0" brushRef="#br0" timeOffset="94">10849 10250 8311,'0'-9'-34,"1"1"1,2 0 0,2 0 255,-2-3 124,-1 4 0,-2-5 0,0 2 727,0-2-1089,0-2 0,-2 6 65,-3 3 0,-2 3 0,-8 2 0,1 2 122,0 3 0,0-2-216,-1 6 90,1 1 0,-2 4 0,-1 0 1,-3-1-1,-1-1 53,0 3 0,1-4-21,1 8-57,-3-4 1,0 1-1,1 2 1,2 1-1,0-2 4,2-1 0,3 3 62,4 0-112,-2 6 1,8-9 0,-3 4 0,0 1-1,4 1 58,1 0 1,2 3 0,0-6 42,7 0 0,-4 0 0,6 2 0,1-1 0,-1 1 11,1-4 1,-1-1-66,6-2 5,-1 0 1,0 1-1,0-3 1,0-1 0,2-1 27,3 1 1,-3-3 152,3 1-160,3-6 1,-5 4-1,7-7 1,1 0 0,2 0 208,2 0 1,-2 0-159,-4 0 22,4-7 0,-5 1 0,7-5 0,-2 2 1,-2-4 208,-2-4 0,0 1-69,0-3-154,4 3 0,-11-3 0,3-2 0,-3 1 0,-2-2 357,0 0 1,-1 3-468,-4-5 81,4 7 1,-12-10 0,4 3 0,-3-1 0,-4 0 48,-3 1 1,1 5-111,-10-5-25,2 7 0,-10-5 0,3 4 0,-6 1 1,-5 3-324,-3 3 1,-7 3-428,3-2 469,2-2 0,-6 10 1,4-3-1,-1 4 0,1 1-1224,-3 0 0,7 6 404,4 4 662,1 2 448,19 2 0,21 7 0,20 1 0</inkml:trace>
  <inkml:trace contextRef="#ctx0" brushRef="#br0" timeOffset="95">6981 10563 8105,'-8'-10'243,"2"2"1363,0 2-1193,4 1 0,-3 5 0,10 0-138,5 0 0,2-1-208,3-4 1,-1 3-12,0-2 1,0 2-1,2 2 1,1 0 39,2 0 1,2 0 0,-4 0 0,2 0-60,-1 0 0,2 0-4,-1 0 7,6 0 1,-7 0 0,5 0 0,3 2 0,-1 1-24,-1 2 0,3-1 85,-4-4-83,10 0 0,-3 0 0,4 0 0,-4 0 0,-2 0 31,0 0 1,1 0 45,-1 0-84,1 0 1,-1 0 0,1 0 0,-1 0 0,1 0 13,-1 0 0,0 0-152,1 0 160,-1 7 1,1-6-1,-1 4 1,1-3 0,-1-2 93,0 0 0,1 0-57,-1 0-49,1 0 0,4 0 0,0-2 0,-1-1 0,-2-2-40,-2 2 0,1 0 83,-1-2-98,0 3 0,1-4 1,-1 6-1,-1-1 0,-2-3-76,-1 0 1,0-1 94,4 5 13,1 0 0,-1 0 0,2 0 0,2 0 0,1 0 1,-1 0 1,-2 0 182,-2 0-133,7 0 1,-5 0-1,5 0 1,-2 0 0,0 0 13,-2 0 1,1 0-211,1 0 138,-3 0 0,5 0 0,-7 0 0,1 0 0,-1 0-58,1 0 0,-1 0 64,1 0-44,-1 0 1,-4 0 0,-1 0 0,1 0-1,0 0-85,0 0 1,-6 0 83,6 0 47,0 0 1,3 0 0,-2 0 0,-1 0 0,1 0-16,2 0 0,-2 0 93,4 0-84,-4 0 0,10 0 1,-7 0-1,0 0 0,1 0 7,-1 0 0,1 0-106,-1 0 91,1 0 0,-1 0 1,1 0-1,-1 0 0,0 0-29,1 0 1,-1-5 48,1 0-10,-1 1 0,-1 4 0,-2 0 0,-3-2 0,0-1 10,1-2 0,-6 1-29,2 4 32,-3 0 1,-2 0-1,0 0 1,0 0 17,1 0-27,-1 0 62,0 0 0,-4 0 0,-1 0-33,2 0 1,-3 0 132,1 0-61,-5 0 1,3 0 317,-2 0-250,-3 0 47,4 0 19,-6 0 0,-1 0-101,-4 0-196,-3 0 0,-6 0 0,-1 0 0,1 0 0,0 0-156,0 0 1,-5 0 252,0 0-98,-6 0 1,4 0 0,-4 0 0,1 0-1,0 0-27,2 0 0,-6 0 172,-1 0-90,7 0 0,-16 0 1,10 0-1,-4 0 1,-2 0 15,-4 0 1,1 0 117,-1 0-89,1 0 0,-8 0 0,0 0 1,-1 0-1,1 0 97,1 0 1,5 0 14,-9 0-85,4 0 0,0 0 1,-2 0-1,-1 0 1,1 0 21,2 0 0,-4 0 8,1 0-86,6 0 1,0 4 0,4 1 0,-2-2-1,-1-1-15,1-2 0,-1 0 48,7 0-69,3 6 1,-11-4 0,5 2 0,-1-2-1,4 0 8,3 2 0,0-2-217,-3 3 220,3-4 0,-5 1 1,7 1-1,-1 2 0,-1-2-67,-3-2 0,3 4-178,-3 0 203,3 0 0,-3-1 0,-2 1 0,0 0 0,-1 0-113,0-1 0,4 3 60,-1-3 107,3-2 0,-3 9 0,0-6 0,1-1 0,2 1 64,2 0 1,-1 0-117,1-5 69,-1 0 0,1 4 1,1 1-1,2-2 1,1-1 26,-1-2 1,-1 0 79,3 0-115,-4 0 1,9-2 0,-5-1 0,-3-2 0,1 2 22,2 2 1,-4-4-202,3 0 171,3 0 1,-5 5 0,2 0 0,-1 0-1,-1 0-35,3 0 1,4 0-36,-5 0 83,7 0 1,-4 0-1,7 0 1,0 0 0,-1 0 75,1 0 1,0 0-85,0 0 11,6 0 0,-10 0 1,4 0-1,-2 0 1,1 0 13,0 0 0,-4 0 16,1 0-54,-8 0 1,10 0 0,-3 0 0,4 0 0,0 0 23,1 0 1,0 0 222,0 0-37,6 0 399,2-6-393,6 5-35,0-6-243,0 7-231,0 0-198,6 0 235,2 0 0,1 0 153,1 0 1,-5 0 0,4 0 36,2 0 1,2 0 88,1 0 0,0 0 1,0 0-1,1 0 154,-1 0 1,2-1 92,3-4-246,-4 3 0,12-4 1,-2 6-1,5-2 0,5-1-28,2-1 0,0-6-92,6 5 80,0 1 0,1-1 0,2 0 0,0 0 1,-4 1-179,-2-1 0,-9 0 140,3 5 30,2-6 0,-6 4 0,3-2 0,-3 2 0,-1 2 33,-1 0 1,5-2-67,0-2 95,1 2 1,-4-4 0,1 6 0,4-2 0,0-1-1,-1-2 1,0 1 35,-6 4-62,0 0 0,2 0 0,2 0 0,1 0 0,-1 0 4,-2 0 0,-2 0-155,1 0 141,-1 0 1,-1 0 0,-2 0-1,-1 0 1,1 0-21,2 0 1,6 0 7,0 0 21,1 0 1,-6-5 0,-1 0 0,0 2 0,-2 1 18,0 2 1,5 0-28,-6 0 7,-3 0 0,5 0 0,-2 0 0,3-1 0,0-2 2,-3-2 1,2 0-6,-2 5 6,9 0 0,-3 0 0,3 0 0,-3 0 0,0 0 1,4 0 1,-3 0 32,7 0-37,-6 0 1,4 0-1,-4 0 1,2 0 0,1 0-12,0 0 0,3 0-1,-5 0-1,0 0 0,-4 0 0,-1 0 0,1 0 0,-1 0-40,0 0 1,1 0 35,-1 0 14,7 0 1,-5 0 0,3 0-1,-3 0 1,0 0 92,3 0 0,-1 0-95,6 0 127,0 0 0,0 0 0,-2 0 0,0 0 0,-1-2 131,0-2 0,-2 2-59,-4-3-142,-1 4 0,-4 1 0,-2 0 0,-2 0 0,-1 0 104,2 0 1,-5 0-167,3 0-121,-10 0 0,4 0 56,-12 0-827,6 0-105,-7 0 1,-2 0 1007,-3 0 0,-72 0 0,26 0 0,1 0 0</inkml:trace>
  <inkml:trace contextRef="#ctx0" brushRef="#br0" timeOffset="96">6569 10278 8120,'0'-9'117,"0"0"1,0-3 468,0 0 1,0 2 0,0 1 160,0-2 0,-6 4-454,-4 3 0,-2 2 0,-4 2 10,-3 0 1,1 0-194,-5 0 0,-1 6 0,-4 4 0,-1 3 31,1 1 1,-1 2-56,1 3 1,-1-4-1,3 4 1,2-3-102,5-2 1,3 1-117,2-1 111,0 0 1,6 2 0,2 1 0,1 2 0,0-2 16,2-1 0,1 3-43,2 0 60,0 0 1,5-5-1,1 1 1,2 0 0,2 3 36,-2 1 0,4 0-5,-2-5-10,2 0 1,4 0 0,2-1 0,1-2 0,-2-2-41,-1 3 1,3-5 59,0 3-67,6-7 1,-9 8-1,4-5 1,-1 1 0,0 1 6,-2 0 0,4-5 22,-2 1 30,0-2 1,-3-2-1,1 0 1,2 0 0,0 0 162,2 0 0,-6-2 359,4-2-376,-3 2 0,3-9 0,0 5 1,-2-2-1,-1-3 434,-2-2 0,1-1 7,-1 0-501,0 0 1,0-1-1,-1 1 1,-2 0-1,-2 0 148,3-1 1,-6 1-47,-1 0-233,2 0 1,-5 0 0,3-2 0,-4-2 0,1-1-89,3 2 0,-4 1 128,4 2-148,-3-6 0,-2 4 0,0-3 0,-2 1 1,-1 1-75,-2-2 1,-4 0-499,4 5 439,-6 0 1,1-1-1,-7 3 1,-4 1-1,-1 3-582,-3 2 0,3 1-517,-2 5 745,7 0 0,-10 0 0,5 0 0,-2 1 0,2 4-3141,2 5 3733,1 2 0,-2 21 0,-1 5 0</inkml:trace>
  <inkml:trace contextRef="#ctx0" brushRef="#br0" timeOffset="97">6270 10392 8130,'10'-5'818,"-1"1"-147,2 1 0,2 1 1,1 2-1,1 0-231,-1 0 0,0 6 0,2 4 0,1 2-265,2 3 0,2 0 0,-4 3 0,4 1 43,1-2 1,-3 4-167,4-2 1,-4 0 0,3-5 0,-1 0-300,-4 0 0,4 0 6,-2 1 1,0-3-1,-7-1 1,-1-3-1316,-1-1-604,-1-3 615,-1-4 1545,5 0 0,-18-25 0,4-7 0</inkml:trace>
  <inkml:trace contextRef="#ctx0" brushRef="#br0" timeOffset="98">6825 10378 8111,'0'-9'932,"0"-1"1374,0 7-1347,-6-3 0,-2 6-524,-6 0 0,-1 0 0,0 1 0,-4 4 960,-5 4-1178,-9 4 1,3 8 0,-5 2 100,0 4 1,5 2-161,-3-1 0,3 0 0,2 1 0,1-1-41,3 1-257,-3-1 1,11-1 0,-3-3 0,4-5 0,2-4-1631,3 0 1,-1-6 452,7 1-1634,-1-7 2951,5 3 0,13-38 0,2-7 0</inkml:trace>
  <inkml:trace contextRef="#ctx0" brushRef="#br0" timeOffset="99">10650 10335 8080,'7'-6'388,"1"4"1,-5-4-1,4 1 223,1 1 0,1-1 1,5 5-1,-1 1 0,-2 4-79,-1 5 1,-1 2 0,5 4-1,0 3 66,1 5-476,-1 3 1,2 1 0,1 1 0,2-1 0,0-1 447,2-4-548,-6 4 1,7-6-1,-4 3 1,1-5-1,-3-4-738,-5 0 657,1-1-2154,-4-6 532,0-2 616,-2-6 686,-6-6 0,-4-2 1,-1-6-1,2-1 379,1 1 0,2-38 0,0-10 0</inkml:trace>
  <inkml:trace contextRef="#ctx0" brushRef="#br0" timeOffset="100">11204 10307 8080,'8'-14'2211,"5"-1"-1202,-12 1-549,5 6-113,-6 2 1,-6 8 0,-5 2-1,-5 6 1,-4 2 526,-2 3 1,3 5-267,-5 4 0,0 3-331,-4 1 0,-1 1 1,1-1-1,-2 1 113,-3-1 1,3 0-250,-3 1-39,3-1 0,1-1 0,1-2 1,1-3-1,2-3-241,1-6 1,6 0-413,0-9-1172,8 1-654,-3-5 1593,12 0-48,-5 0 1,13-1 831,8-4 0,49-22 0,-22 8 0,0 0 0</inkml:trace>
  <inkml:trace contextRef="#ctx0" brushRef="#br0" timeOffset="101">8773 10819 8173,'0'-15'627,"0"1"593,0 0-873,0 0 1,0 8 0,0 6 138,0 7 0,-2 8-392,-3 4 1,4 3 0,-4 6 0,4 2-33,1 3 1,0-3 15,0 3 1,0 2 0,0 0 0,0 0 27,0 0 1,0 2-47,0-3 0,0 3 0,0-3 0,0-4-89,0-5-5,0 2 0,0-10 1,1 5-1,4-1-20,4-4 0,4-6 85,1-1 1,5-7 61,0 2 1,11-4-1,0-1 1,5 0 295,4 0 1,1 0-157,-2 0 0,1 0 0,-6 0 0,-1 0 29,-2 0 0,-3 0-338,-3 0 228,-4 0 0,-12-1-52,-3-4 0,-4 2 54,-1-7-350,-6 7 0,-3-10 1,-9 4-1,-2-4 1,-1 1-589,1 2 0,-1-2 343,2 2 381,3-3 1,-4-1 0,6 0-203,-1 0 438,7 6-71,2 2 1,8 6-1,2 0 1,6 0 0,4 0 443,5 0 0,-3 4-33,3 1-382,-3 6 1,-2-3-1,0 6 1,-1 2 0,-4 1-41,-4 2 0,-3 2 12,-2-2-210,-7-3 0,-1 6 1,-7-5-1,-4 2 1,-4-1-1456,1-3 0,-5 4 283,4 0-1457,2 0 2733,1-11 0,18-27 0,4-12 0</inkml:trace>
  <inkml:trace contextRef="#ctx0" brushRef="#br0" timeOffset="102">9796 11444 8071,'0'-14'1092,"0"0"1,2 1-4,3 4-365,-4 2-553,6 7 1,-7 2 0,-2 3 0,-1 4 509,-2 4-563,-6 1 1,8 2 0,-5 1 0,0 2 0,2 0 95,0 2 1,-1-4-247,2 7 6,4-1 1,-5-1-1,4-3 1,-1-1-1,-2-1-185,2 2 1,3 0-5,5-5 137,-4 1 0,12-8 0,-2 0 0,5-2 0,4-1-141,2-1 1,-3-3 180,5-4-50,0-11 1,4 0-1,1-6 1,-1 1-1,-1-4-218,-3-3 0,-2-1 337,-3-1-8,-4 1 1,1-1-1,-8 1 1,-1-1-1,-4 1 86,-2 0 1,-1 5 263,0 4-159,0 4 1,-1 7-1,-2 1 1,-4 3-1,1 1 170,0 4 0,-4 2-138,5 12-53,-6-4 1,8 14 0,-5-5 0,2 3 0,3 0 499,1-1 0,-3 5-77,1-3-522,-1 3 0,5-4 0,0 0 0,0-1 1,2-2-187,2 1 1,-1-2 347,7-5-603,-1-6 1,7 3 0,2-6 0,1-2 0,-1-2-440,3-1 0,0-1 145,2-4 449,4-3 0,-11-6 0,3 0 0,-3-2 0,-2-1-345,0-2 0,-1-2 131,-4 2 1087,4 3 1,-12-4 0,4 6 1288,-3-1-1326,-2 7-562,0 2 1,0 8-1,0 2 1,-2 6 384,-3 3 1,4 1-18,-4 0-380,4 6 1,1-4 0,-2 5 0,-1-2 0,-2 0-186,2-2 1,1-1-893,2-2 541,0 0 0,0 1 0,0-1-1273,0 0 1551,0-6 34,7-2 0,-6-12 0,4-5 1,-2-5-1,2-3-153,4 2 0,-1-4 663,2 2-182,-7-6 1,9 9 0,-4-3 0,2 5 0,-1 3 485,2 1 0,-3 3-267,2-3-232,-1 4 0,5 6 0,1 1 0,-1 4 175,0 5 1,-4 2-87,-1 2-314,1 1 1,-1-1-1,1 0 1,1 0 0,1 0-410,2 1 1,1-1-845,-1 0 1005,0-6 0,0 3 0,1-6 0,-1-2 0,0-1-495,0-2 1,0 0 748,1 0-38,-1-7 1,0-1 0,0-7 0,2-3 0,1-1 371,2 2 0,0 1-21,-4 2-7,-1 0 0,-2-1 1,-1 1-1,-1 2 0,-1 0 1477,-1 3-1284,5 6 470,-11-3-174,10 6-844,-10 0-8,4 0 0,-7 0-420,-4 0 0,2 4-357,-7 1 681,7 0 0,-10-4 1,4 2-1,-4 4-10,-1 1 1,0-4-33,0 6 277,-1-1 1,1 4-1,2-2 1,0-1-1,3 1 195,-2 1 0,3 1-8,-1-4-117,5 4 0,-2-5 0,6 6-30,0 0 0,6-6-74,4-3-3,2-3 0,3-2 0,1 0 0,1 0 0,2-2-67,-2-3 1,1-3-135,1-6 206,-10 0 0,10-2 1,-10-1-1,3-4 1,-1-1 0,-2-3 1,-6-2 16,2-1 45,-3-1 1,-2 5 0,0 1 0,-2-1 0,-1 2 705,-2 3-597,-6 3-9,9 8 1,-10-1 0,4 10-91,0 10 1,-3 4-16,6 8 169,0 1 1,5 4 0,0 1 0,0-2 0,0 0 111,0 1 0,5-7-395,0 7 113,6-9 1,-3 6 0,6-4 0,2-1-1,1 1-90,2-4 0,7-6-427,-3-1 267,4-7 1,-3 3 0,-2-6 0,0-1 0,-1-4-365,-1-5 0,4-7 338,-5-2 118,0-6 1,-4 4 0,1-4 0,0 1 0,-3-1-2,-1-2 1,-5 3 30,-3 1 329,-2 5 0,-2 3 211,0 5 1,-5 9-324,1 1-51,-8 6 0,5 8 0,-6 2 1,2 1-1,3 4 201,2 1 0,1-5-321,5 2 28,0 3 1,0-6 0,0 3 0,1-3-483,4-2 0,5-4-224,9-1 506,-4-6 0,8 4 0,-6-9 0,2-1 0,0-4-193,1 0 1,-4-3 174,3-4 173,-3-7 1,-2 6 0,0-4 0,-1 3 1236,-4 2-643,4 6 179,-5 1 1,2 7-1,-3 2 472,0 3 0,2 3-450,-4 6-629,0 0 1,-1 0 0,1 0 0,0-1-1,0-2-5,-1-1 1,3-2-2044,-3 1 662,-2 4 0,6-12 1270,-3 4 0,53-35 0,-19 10 0,0 0 0</inkml:trace>
  <inkml:trace contextRef="#ctx0" brushRef="#br0" timeOffset="103">12171 11530 8124,'-10'0'3781,"1"0"-2719,6 0-1315,-4 0 1,18 0 0,4 0 252,0 0 0,64 0 0,-32 0 0,0 0 0</inkml:trace>
  <inkml:trace contextRef="#ctx0" brushRef="#br0" timeOffset="104">12668 11430 9815,'-6'-8'477,"3"2"1,-7 6-1,-1 0 946,-1 0-1365,-2 0 1,4 0-1,2 1 1,0 3 0,2 2-1,0 2-102,3 3 1,1 1 0,2 3 1,0-1 0,2-1 0,2-2 69,6-2 0,-2 1 0,1 4 0,2-2 31,2-2 1,-4 2 240,1-2-223,-7 3 1,8-4 0,-5-1-1,1 0 125,-1 0 1,3-3-36,-4 4 137,0-6 342,-5 3-343,0-6-307,0 0-190,-6 7 202,4-6-99,-4 6 0,6-6 23,0 4 5,0-3 6,0 4 303,0-6-72,0 6-143,-7-4 0,6 6 1,-4-4 134,3 6-235,2-4 96,0 7 1,-1-12-1,-2 6 1,-4-2 52,-1-1-207,5 1 1,-9-5-1,2 0-173,-2 0-1096,4-6 366,1 4 1031,1-11 0,17-1 0,-1-8 0</inkml:trace>
  <inkml:trace contextRef="#ctx0" brushRef="#br0" timeOffset="105">12654 11416 8086,'-6'-14'0,"3"-1"0,-5 1 1382,2 0 1,-1 1 555,2 4-1484,4 2 0,-5 15 0,6 5 0,0 6 221,0 3 0,0 2-212,0 4-336,0 1 0,0-1 1,1 2-1,2 2 1,2 1-106,-2-2 1,-1-5 19,-2-3-1011,0-5 0,0 7 1,0-6-1,0-2-3035,0-1 2589,-7-2 1157,0-6 0,-3-8 0,1-9 0,-1-4 0,1-3 258,-1-3 0,7-3-615,-2-6 749,-3 6 0,7-3 1,-4 4-1,5 0 0,5 2 1290,4 7 0,4-2-425,1 4-582,0 4 1,7-5 0,3 6 0,2 2 0,3 1 318,-1 2 0,1 0-354,-1 0-235,1 0 1,-6 0 0,-1 0 0,-1-1-272,-4-4 218,-1-3-802,-8-6 1,-3 4 0,-10 1 0,-4-1 258,-4 3 1,-1 0 582,-1 7 1,1 0-30,0 0 0,5 2 0,1 3 1,1 4 521,4 4 1,2 2 328,1 4-645,0-3 0,0 9 0,1-4 0,2 0 0,4 1 6,1 0 1,-4-5-276,6 2 0,-7-3-1854,2-2 1270,3 0 0,-5-6 72,6-3 197,-6-3 0,4-9 0,-7-2 0,1-4 0,2-1-204,2 0 0,5-5 883,-6 0 0,6 5-67,-5 4 0,6 5 0,-2-3 356,4 2 1,1 1 118,0 5-490,0 0 1,-4 2 0,-1 1 0,2 3-1,4 1 211,4-1 1,-4 4-268,4-6-297,4 7 1,-8-9 0,6 3 0,-2-4 0,0-1-362,-2 0 0,2-1 209,-5-4 0,4-1-94,-9-4 0,-1-3 151,2 4 0,-9 3 48,-1 1 0,-1 3 89,-9 2 1,2 2 0,-3 3 0,3 4 185,2 4 0,0 1-12,1 0 1,3 0-280,-2 1 1,4-6 0,3 1 0,3 1-718,2 1 0,1-2 111,6-1 0,-1-6 698,0 2 0,19-29 0,5-7 0</inkml:trace>
  <inkml:trace contextRef="#ctx0" brushRef="#br0" timeOffset="106">13863 11672 8080,'0'-15'162,"4"1"1,1 0-1,0 0 1,0 0 0,-1-1 338,0 1 1,2-5-1,-1-1 1,-1-1 0,1 1-1,0 1-90,-2-2 0,3 5 0,-1-3 0,-2 4-169,-1 0 1,3 6-298,-1-1 1,1 9-10,-5 1 0,-6 3 1,-4 10-1,-2 2-438,-3 1 1,1 5 152,0-2 271,0 6 1,4-8 0,2 5-1,2-1 1,3-4-17,1-1 91,2 5 1,5-6 0,1 4-1,2-3 1,3-2 202,2 1 1,1-3-1,0-2 8,-6 2 0,5-10 493,-4 3-340,-2-4-352,-7-1 1,-10 0 0,-7 0 0,-2 0-1,2-1-143,1-4 1,2 3-28,-1-2 0,1 2 30,0 2 0,4-5-219,1 1 238,6-1 97,3 5 1,3-5-1,8 0 1,3 1 0,5-1 97,3 0 1,-3-4-28,5 4-61,0-6 1,-1 8 0,1-7 0,1 1 0,1-1-21,-3 1 1,4-1 29,-3-4 1,-4 5-35,-1-1 1,2 1 0,-2-5 11,-2-1 1,-6 1-18,-1 0 166,-7 6 0,2-3 0,-9 5 188,0-2 0,-7 5-216,1-2 1,-2 3-44,-3 2 0,1 5 0,0 1 0,0 2 74,-1 3 1,3-3-185,2 2 1,-1-1 25,7 5 1,-1 1 0,5-1-77,0 0 0,6-1-607,4-4 417,9 4 0,-1-7 1,9 3-1,5-4 1,3-3-547,4-2 1,1-2 545,-2-3 1,1-2 319,-6-8 1,5 1 0,-5 0 0,-1 0 39,-2 0 1,-8-1 33,-3 1 1051,-9 6 588,2-4-1397,-10 10-176,4-4 0,-8 6 9,-2 0-156,2 0-45,-10 0-168,4 6 1,-5-3-1,2 5 1,1 0-103,-1 0 1,-3-3 378,-5 4 0,3 1 1,-3 4 27,4 0 0,0 0-73,1 0 1,2-4-137,2-1 1,4 1-303,6 4 0,3-6 14,6-3 88,1-4 0,12-7 1,-5-4-1,4-2 0,-1-2-185,1-1 0,-2 1 902,-5 0-231,0 0 1,1 0 0,-3-1 0,-1 3 1648,-1 2-1116,-7 4-215,3 6 1,-6 1 0,0 4 351,0 5 0,0 2-463,0 3 1,2-1-543,3 0 0,-2-5 1,6 1-1,2-1-1068,2-1 0,1 0 660,0-3 1,-4-4-1134,-1 4 1683,1-3 0,-9-21 0,-2-5 0</inkml:trace>
  <inkml:trace contextRef="#ctx0" brushRef="#br0" timeOffset="107">13763 12183 8083,'-6'-14'404,"3"5"1,-7-1-1,-1 1 2024,-1 1-2149,4 2 1,-5 6 0,4 0 0,-4 1 0,0 4 0,2 4 0,3 4-119,2 1 1,1 5 0,5 0 0,0-1-126,0-3 0,0 4-243,0 0 1,7 0-1,4-6 1,4-2-267,4-2 0,7-1 92,-3 2 196,4-4 1,2-6-1,1 0 1,1-2-1,2-2-73,-1-6 1,-7-2 227,-1-3 0,0-4 140,4 1 1,-1-6-1,-3 5 1,-5 1 23,-4 3 0,0 0 384,-1 1-58,0 0 1,-6 5 805,-3-1-694,-4 7-355,-1-3-391,-6 6 104,-2 0-192,-6 0 0,1 1 1,2 2-1,2 2 0,-2-2-407,-2-1 1,-1 3 286,0-1 383,-1 7 1,1-7 0,0 5-1,0 0 1,-1 1 183,1-1 80,0 1-224,6 4 1,2 0 0,6 1 63,0-1 1,6-6-713,4-4 395,9-2 0,-4-2 0,6 0 0,-2 0 0,0-2-313,-2-2 0,4-4 349,-2-6 1,0-1 158,-5 1 1,-5 5-1,1-1 399,1-1 1,-5 3-23,-1-1-55,-3 6 1,-2-2-1,0 10 541,0 4 0,0 4-407,0 1 0,0 0-184,0 0 0,0 5 1,1 0-1,4-3-36,4-5 0,-1 2-516,2-4 149,5 4 0,1-5 0,3-4 1,-1-2-1,-1-2-1032,2 0 0,2-2 303,-3-2 1,-2-9 508,3-6 0,0-6 1,-3 1-1,-3-3 83,-1-1 0,-1-5 156,-1 0 0,1-5 172,-6 4 0,4 3 0,-4 7 0,-2 5 1525,-1 3-814,-2 9-183,0 0 1,-5 20 0,0 4 559,2 4 1,-3 6-401,1-4 0,0 4-457,5 2 1,-5-1 0,1-1 0,0-2 37,3-1 1,1-7-736,0 2-309,-6 3 1,4-6-1488,-3 3 1486,4-9 0,1-6 301,0-8 1,0-4 0,0-7-1,1 1 205,4 0 0,-2 0 212,7 0 18,-1-1 0,5 3 1,1 1-1,-1 3 0,0 1 822,0 4 1,-4 2 306,-1 1-816,1 0 1,2 1 0,-2 4 0,-6 4 317,-2 4 1,-2 1-499,0 1-71,0-1 0,-6-5 0,-4 1 0,-2-1 0,-3 1-32,1-1 0,-5-4-843,0 4 373,0-5 1,5 2-1,0-6-983,0 0 843,6 0 637,1 0 0,19 0 0,3 0 0,6 0 76,4 0 0,4-6-27,4-4-38,-3 4 0,6-8 1,-3 1-1,4-6 0,0-2-131,1 1 0,-6-5-69,1 1 0,-3-3 118,-1-1 0,-3-1 1,-3 1-1,-8-1-55,-4 1 0,-7 1 147,0 3-85,-2 4 0,-8 7 1,-4 4-1,-2 4 0,-3 3 33,1 2 0,-5 4 24,0 5 42,0 0 1,5 17-1,0-6 1,1 2-1,2 2 513,2-2 0,5 5-133,0-3-307,-4-4 0,6 6 0,-1-6 1,6 1-1,7-1 150,2-2 1,4-3 104,3 0-712,-3-8 0,11 5 0,-4-8 0,4-1 0,2-3-421,-1-4 0,-4-4-35,0-6 570,-7-1 0,8-4 0,-6 0 0,-3 2 0,-5 1-234,-6 2 452,-4 0-75,-1 6 1,-1 2 0,-6 6 0,-5 0 0,-6 1 334,1 4 0,1 8-116,2 6 67,0 6 0,1-8 1,4 5-1,4 0 1,5-1 261,5-1 1,4-1-484,10-4 0,3-6-156,7 1 0,4-7 1,0 1-1,-1-2-706,-2-2 0,-2-6 829,1-4 0,-7-21 0,-2-7 0</inkml:trace>
  <inkml:trace contextRef="#ctx0" brushRef="#br0" timeOffset="108">6967 10605 7965,'-8'-6'246,"2"5"1,4-7 716,-2 3-299,2 3-551,-4-4 1,12 6-1,3 0 1,4 0 0,3 0-1,1 0 1,4 2 319,1 2 0,2-2-434,4 3 1,2-4 0,2-1 0,2 0 116,3 0 1,1 0 13,4 0 1,1 0-118,0 0 0,-5 0 0,1 0 1,2 0 160,0 0-164,5 0 0,-11 0 1,4 0-1,-1 0 1,2 0 27,1 0 0,-5-1 65,-3-4-63,4 3 0,-6-4 1,6 4-1,-3-1 0,-1-1 45,2 0 1,-3-2 2,6 1-29,0 1 1,-2-1 0,-1 0 0,-2 2 0,0 1 97,-1 2 1,-2-4-222,-2-1 34,1 0 1,-6 5 0,1 0 0,1 0 0,1 0-92,-3 0 0,4-1 41,-3-4 65,3 3 0,6-4 1,0 6-1,-1-2 0,-1-1-40,2-2 0,-3 1 50,4 4 23,-4-7 0,-7 6 0,1-4 0,0 4 0,-1 1 137,1 0 0,-5-5-142,5 0 4,-7 0 1,5 4-1,-4-2 1,2-2 0,1 0 24,-1-1 1,5 4 5,-1-3-95,3-2 1,1 5 0,1-3-1,-1 2 1,1 0-1,-1-2 0,1 0 38,-1 5 9,0 0 0,1 0 0,-2 0 0,-2 0 0,-1 0 3,1 0 0,0-1 29,-1-4-42,3 4 1,-5-6-1,6 7 1,1 0-1,-2 0-13,-4 0 0,4-1-3,-3-4 21,3 3 1,1-4 0,1 6 0,-1 0 0,1 0 16,-1 0 1,0 0-27,1 0 18,-1 0 0,-6 0 1,-1 0-1,-1 0 60,4 0 1,-8 0 169,-2 0 239,-9 0 104,1-6-454,-6 4-50,0-4 1,-1 6-991,-4 0-761,3 0-83,-4 0 1761,0 0 0,-9 12 0,-7 4 0</inkml:trace>
  <inkml:trace contextRef="#ctx0" brushRef="#br0" timeOffset="109">5759 9596 8102,'8'-6'3137,"-2"4"-2678,-6-10-286,0 10 0,-2-3 0,-2 10-191,-6 4 1,2 4-75,-1 1 1,4 1 84,-5-1 0,3 0 0,-5 0 0,5 0-37,0 1 1,-2 4 0,2 0 0,1-2-73,0-1 1,0-4 71,1-2 28,3 2 1,-4-8 0,4 3 609,-2 0-201,2-2-114,-4-5-153,6 0-158,0 0-90,0-7 1,0 4-627,0-6-83,0 5-943,0-2-1052,0 6 2826,0-6 0,0 4 0,6-10 0,2 4 0</inkml:trace>
  <inkml:trace contextRef="#ctx0" brushRef="#br0" timeOffset="110">5702 9667 6897,'-8'-6'334,"0"3"0,5-7 1362,-2-1-1563,0-1 1,7-1 0,1 2 0,3 1 0,2 1-1,3-1 1,2 2 0,1 1 380,0-1 1,1 5-379,-1-2 1,0 3-47,0 2 1,0 2-1,1 3 55,-1 4 1,-5 4 41,1 1-71,-7 6 0,8-2 1,-5 4-1,1 0 1,-1-1 210,-3-1 0,0 4-74,2-5-239,-3 6 1,4-9 0,-6 3 0,0-3-1,0-2-89,0 0 0,0-5 47,0 1-1200,0-7-289,0 3-572,0-6 401,0 0 1688,-6-6 0,-9-21 0,-7-11 0</inkml:trace>
  <inkml:trace contextRef="#ctx0" brushRef="#br0" timeOffset="111">5716 9781 8069,'-10'0'1263,"1"0"-448,6 0 853,-3 0-1104,-1 0 1,6-2-748,-4-2 209,10 2 0,3-4 0,6 6 0,2 0 0,3-2-97,4-3 1,9 4-763,1-4 592,0-3 0,-4 7 0,-1-6 0,0 3 0,1-3-649,-1-1 0,1 4 392,-1-6 378,-6 1 0,-1-6 1,-7 1-1,0 0 1,-1 0 122,-4 0 1,-2-1 177,-7 1-110,0 6 0,0-4 0,-2 4 0,-3-2 321,-4 1 1,1 6 111,-1-2-290,5 3 0,-4 2 0,4 2 17,-6 3 0,-1 2 184,2 8-321,2-1 0,3 0 0,-3 0 0,1 1 0,0 0 206,3 4 1,1-1 273,2 5-441,-6 1 0,4 3 0,-3-2 0,4-1 0,1 1 111,0 2 1,0 1 36,0 1-215,0-1 0,0-4 0,1-2 0,2-1 0,2-2 125,-2 1 1,-1-9-17,-2 3-1035,0-9-629,0 8-727,0-12 1309,0 6 1,0-9 906,0-3 0,-19-40 0,-5-17 0</inkml:trace>
  <inkml:trace contextRef="#ctx0" brushRef="#br0" timeOffset="112">6000 9923 8032,'0'-9'166,"0"-1"1,0 5 664,0-4 0,0 4-368,0-4 1,2 6 0,1-4 158,2 1 1,6 0-158,-2-4-416,-2 4 0,5 1 1,-2 0-1,2 1 1,4-1-453,3 0 1,-3-1 234,3 1-261,-3 3 1,3-4 0,0 5 0,-2-3 0,-1-2-270,-2-2 1,-1 3 462,-4-4 75,4 6 0,-12-10 0,4 4 366,-3-4 296,-2-1-72,0 6 0,-7-3 23,-2 6 1,1 0-304,-1 5 14,5 7 1,-7 1 0,5 6 0,0 0 264,-1 0 1,1 2-317,1 3 1,4-8-1,-4 3 1,3-1-9,2 0 0,0 1-231,0 0 103,0-6 0,0 5 0,0-4-54,0 4 1,2-5 3,3-4 126,-4-2 0,10-1 0,-4 3 78,1 0 1,-4 1-78,6-5 66,-7 0 1,5 0 0,-3 0 82,4 0-247,-3 6 47,7-4 1,-10 4 0,7-6-130,1 0 1,-3 0-434,1 0 353,1 0 0,4-1 1,0-2-1,0-4 0,0-1-234,1-3 1,4-1 213,0-3 214,0 1 0,-5 0 1,-2 0-1,-1 0 0,-3-1 641,-1 1-368,4 0 197,-10 0 1,6 4 85,-7 1-176,0 6 0,0 7-140,0 11 0,0 2-160,0-3 1,0 0 0,0 1 0,0-1 75,0 0 1,0-5-700,0 1 372,0-1 1,4 1 0,3-2 0,1-2 0,3-3-445,1-1 0,2-2 336,1 0 0,-1-2 280,0-2 1,0 0-1,2-5 1,2-2 54,0-2 0,3 1 75,-2 2 63,-3-3 1,4 7 0,-5-5-1,-1 3 919,0 2-723,0-5-309,-6 9-98,-2-4-111,-6 6-1690,0 0 1822,-6 0 0,3 5-54,-7-1 87,1 1 1,-1 1 0,1 2 0,0 2-1,-1-1 233,1 2-301,-1 2 103,-4 1 1,4-1 0,2-2 0,2-2-494,3 2-142,1-4 404,2 5 1,2-10 0,3 3 0,4-4 0,5-1-413,5 0 1,-1-6 413,5-4 67,1-2 1,0-2-1,0-1 1,-1 0-1,-1-3 165,-3-1 0,2 2 739,-2 7-445,-7-2 0,1 9 0,-3-5 679,2 1-667,-4 3-153,-2 4 1,-1 6 0,0 3 326,-2 4-375,-1 1-273,-2-6-918,0 5-268,0-12 688,0 6 0,0-9 135,0-3 528,0 4 125,-7-5 1,4 6-1,-6 0 910,-2 0-778,-2 0-398,-1 0 0,4 4-337,1 1 0,4 1 89,-4-1-121,5-3-28,-2 4 1056,6-12-225,0 4 1,2-6 623,2 3-184,-2 4-303,4-5 1,-6 7 220,0 4-807,0 3 20,7 0 0,-4 3 0,6-7 0,2 1-297,2 2 1,1-6 49,0 4 261,-6-4 1,5-1 0,-4 0 0,4 0-18,1 0 16,1 0-169,-1 0 0,-5 0 1,1 0 231,1 0 0,1 19 0,3 5 0</inkml:trace>
  <inkml:trace contextRef="#ctx0" brushRef="#br0" timeOffset="113">10607 9625 6463,'-8'0'721,"2"-7"1,4 6-25,-3-4 1114,4 3-362,-6 2-1250,7 0 223,0 0 1,0 7-267,0 2 1,0 4-238,0 1 82,0 0 0,0 0 0,0 1 0,0-1 1,0 0 66,0 0 0,0 0-336,0 1 0,0-6-403,0 1 411,0-1 0,0 1 133,0-1 189,0-6 0,0 2 0,0-10 0,0-4 345,0-4 1,0-6-33,0 0-304,0 0 1,0 3 0,0-1 0,0-2 0,0 2 145,0 1 0,0 6-535,0 1 268,7 6 0,-4-8 0,6 6 0,2 3 102,2 6 0,1-1 192,1 6-173,-1 1 1,0 9 0,0 0 0,0-2 0,1-1-12,-1-2 1,0 0-63,0 0 5,0 1 0,-4-6 0,-1-1 0,3-2 0,0-2-17,2-3 27,1-1 49,-1-6 0,0-1 0,-1-5 1,-4-1-1,-3-3 58,1 1 0,-6-1-36,4 2-370,-3-7 0,-2 5 1,0-3-1,-2 4-1548,-3 0-1902,4 7 3736,-12 2 0,18 50 0,-4 12 0</inkml:trace>
  <inkml:trace contextRef="#ctx0" brushRef="#br0" timeOffset="114">11090 9724 8061,'10'-2'0,"-1"-2"0,-4-3 1130,4-2 1,-5-4 380,0 4-1117,-2-4 0,-4 1 1,-2 2-1,-6 4 678,-3-1-1003,-1 6 1,0-5 0,0 6 70,0 0 1,-5 4-163,0 1 1,0 6 0,5-1 0,1 2-306,3 2 150,-2 1 0,9-1 0,-5 0 0,1 0-278,4 0 1,2 1-107,1-1 477,6-6 0,2 0 0,6-5 0,2 2 0,1-2 278,2-2 1,0-7-82,-5-3 0,5-3 0,0 0 0,-3-1 81,-5-3 0,2-1-68,-4 3-376,-2 0 0,-1-1 0,-6 1-1457,0 0 1,-6 6 950,-4 3 1,-1 5 413,2 5 0,-4-2 0,5 7 0,0 1 342,3 1 0,4 3 0,1-1 0,0-6 0,1 3 0,4-5 0,5 0 0,4 1 0,5-4 0,-3 3 0,3-1 63,-4 0 0,4-7 0,0-3 0,-1-3 0,-3-1 844,0 0 1,-3-1 695,-2-4-913,2 6 0,-10-5 0,3 4 1533,-4-4-1654,-1 5-492,0 2 1,0 8 221,0 2 1,0 4 49,0 6-283,0 1 1,0-1 0,0 0 0,0 0 0,0 0-486,0 1 217,0-1-211,0 0 1,0-4-270,0-1 781,0-6-91,0 4 0,0-19 0,2-2 0,1-3-79,2-4 0,4 6 226,-4-4-101,6 3 0,-5-3 0,5 1 0,-1 4 0,-1 3-188,-1 0 1,3 3-106,-6-1-157,6 6 0,-8-4 0,7 9 1,-1 3-1100,-1 4 1,0-1 438,-3 1 647,-4 1 409,6 4 0,-7 0 0,0 1 0</inkml:trace>
  <inkml:trace contextRef="#ctx0" brushRef="#br0" timeOffset="115">11645 9525 8065,'0'-9'0,"0"-1"1190,0 1 1,0-1 1054,0 1-285,0 5-1411,0-2 0,0 19 0,0 4-171,0 4 1,0 1-266,0-3 1,0 3-13,0 6 0,0-4 0,0-2 1,0-1-80,0-4 0,0 4-1134,0-2 153,0-1 0,0-3 0,0-1-831,0 0 0,0-4 239,0-1 1161,0-6 0,0 2 0,-2-10 1,-1-6 389,-2-6 0,-1-1 0,1-5-15,4-1 1,-6 0-1,6 2 1,-2 2 0,-2 2-30,2 3 63,1-6 799,2 5 1,2-3-1,2 8 1,6 3 131,3 2 1,6 1-856,-1 5-121,1 0 1,-3 0 0,2 0 0,1 0 0,-2 0-634,-1 0 1,-2 0-263,0 0 513,-6 0 1,5 0 719,-4 0-114,-3 0-45,1 0 1,-7 7 0,0 2 893,0 4 0,0 1-153,0 0-417,0 0 1,0 1-1,0-1 1,0 0 130,0 0-1092,0 0 313,0 1 1,0-6-589,0 1 116,0-7 456,0 3 0,5-12 1,1-2-1,2-2 1,1 1-175,-1-2 1,5 3 476,-4-2 116,-2 7 0,5-8 0,-2 6 556,2 2 0,1 3-253,-4 5-273,4-3 1,-10 9-1,5-5 1,-2 2 215,-2 3 0,2 2-108,-1 1-3136,-1-6 1388,-4 4 0,2-5 1378,3 2 0,15-28 0,10-12 0</inkml:trace>
  <inkml:trace contextRef="#ctx0" brushRef="#br0" timeOffset="116">12697 9539 8065,'0'-8'1805,"0"2"0,-6 12-1444,-4 4 1,2 2 0,-1 3 0,-2 0-98,-2 4 0,0-1-184,4 5 1,-2-4-1,5 4 1,-1-3-1,1-3 1,3-1-228,1-2-924,-4 1 633,4-7 1,-2-4 263,8-8 85,-2-4 1,9-8 0,-5-1 0,2-4 0,3-1 96,2-3 0,-1-2-81,-2-2 191,3 7 1,-6-3 0,6 6 0,-2 2 366,-1 1-619,-1 2 190,5 6 0,-1 8 0,-2 11 1,-3 6-1,-2 5 685,-3 0 0,4 8 179,-3-6-744,1 6 0,-5-9 0,0 4 0,0-3 1,2-1-292,3-4 0,-4-1-7,4-2-1054,-4 0 1,-1-4-3237,0-1 4412,0-6 0,-38-53 0,15 14 0,-1 1 0</inkml:trace>
  <inkml:trace contextRef="#ctx0" brushRef="#br0" timeOffset="117">12654 9696 8065,'0'7'758,"0"0"-309,7-1 1,-4-4 374,6 2-575,-6-2 1,10-2 0,-4 0 0,4 0 0,1 0 136,1 0 0,3-5-151,1 1-370,7-8 1,-4 9-1,5-6 1,-4-1 0,-2 1-760,-1-1 1,-4 3 276,3-3-398,-9-3 500,2 12 792,-10-5-55,4 6 1,-6 6 0,-1 3 0,-3 4 652,0 1 1,-1 0 445,5 1-849,0-1 1,-2 0 0,-1 0-1,-1 0 691,0 1-1334,3-1 184,1-6 0,0 0-92,0-4-211,0-2 0,0-7 0,0-9-252,0-2 1,1 0 23,4 2 432,-3 0 0,6 0 0,-5 0 0,3-1 165,2 1-125,1 0 99,-1 0 1,5 6 0,-4 3 488,4 4 0,-3 5-102,-1 1-213,-6 6 1,4-8 0,-6 7 0,2 1-204,2 1-1188,0 3 867,-5-8 0,1 5 0,2-6 0,4 0-247,1 1 0,-4-3 34,6-4 332,-7 0 0,10-4 1,-4-3-1,4 1 203,1 0 0,0-4 701,1 5-289,-1-6 1,-5 10-1,-1-6 99,-2 1 0,1 4-405,-3-2 7,-2 2 0,4 4 0,-4 1-439,3 2 120,-4 6 1,12-5 0,-5 5-1,3-3-370,3-2 0,-3-1 166,8-5 301,-3 6 0,3-4 1,0 3-1,-2-4 1,1-2 136,1-4 0,-4 2 134,4-7 109,-9 1 1,1-1-1,-6 1 1,-2-2 882,-2-2-1113,-1-1-39,0 6 1,-6 0 0,-4 5 0,-2-2-1,-2 4-244,-1 4 0,1 0 128,0 6 0,5-4-12,-1 5 0,7-1 0,-3 5-262,-1 1 252,6-1 1,-6 0 0,9 0-114,3 0 1,3-4 146,6-1 0,0-1 0,2 2 0,1-5-35,2-4 0,2-1 149,-2 0 0,-2 0 0,5 0 1,-1-1 321,-4-4 1,-1-2-86,-2-2 97,-6-4 0,5 7 1,-6-5 60,1 2 0,-1 4-813,-7-5-54,0 7 157,0-3 0,1 15 234,4 1 0,-3 1 40,2-6-80,-2-4 0,3 12 1,1-5-17,2 0 0,-3 3 130,4-7-33,-6 1 0,4-3 0,-6 1 233,4 2-281,-4 6 447,6-10 0,-2 7 538,-1-3-44,1-4-324,-5 6 0,0-9-201,0-3 1,2 2-350,2-6-19,-2-1 1,4 1 0,-4-1 0,1-1 0,3-1-338,2-3 0,-5 1 75,2 0 48,3 0 0,-5 4 1,7 1-1,1-1 1,1 1-436,3-1 1,-1 7 475,0-1 110,0-4 0,0 6 0,1-3 0,-1 4 0,0 1-47,0 0 1,0 0-451,1 0 15,-1 0 0,0 4 0,0 3-2933,1 1 2051,-1-5 1430,0 9 0,0-10 0,0 4 0</inkml:trace>
  <inkml:trace contextRef="#ctx0" brushRef="#br0" timeOffset="118">14275 9696 8078,'14'0'383,"0"0"0,-4 0 973,-1 0-650,-5 0 852,2 0-420,-6 0-151,0 0-303,-6 0-888,4 6-35,-4-5 0,6 12 0,0-3-683,0 2 408,0-4 259,0 5 0,6-12 1,4 4 95,2-3 0,2-2 94,1 0 179,-8 0 1,6 0 0,-3 0 321,2 0-357,-4-7-25,-2 6 0,1-7 13,2 3-675,4 4 433,1-6 0,0 7 0,1-1 0,0-2 0,3-2-87,1 2 0,0-1 447,-5 0-143,6 2 0,-9-9 1,4 6-1,-4 1 1,-2-1 992,1 0-681,-7-6-239,3 9 0,-7-9 0,-4 7 0,-5 1 1,-2 1 201,-3 2 1,1 2-800,0 2 211,0-2 0,1 10 0,2-2 1,2 3-595,-2 1 581,4 0 134,1 0 1,6-4 0,2-1 0,2 1-233,6-2 0,2-2 209,3-6 173,-1 0 0,32-6 0,7-2 0</inkml:trace>
  <inkml:trace contextRef="#ctx0" brushRef="#br0" timeOffset="119">6924 10563 8293,'0'-10'2795,"0"1"-2387,0 6 0,0-5 93,0 3 0,7 3-365,2-2 1,5 2-1,4 2 1,2 0 23,3 0 1,0 0-70,6 0 1,-1 0-1,1 0 1,-1 0 51,0 0 0,1 0 79,-1 0-189,7 0 1,-5 0 0,3 0 0,-3 0 0,-1 0 48,-1 0 1,1-5 110,-1 1-230,0-1 0,1 3 0,-1-1 0,1-2 0,-1 2 144,1 2 1,-6 1-15,1 0-55,-7 0 0,5 0 0,-4 0 0,2 0 1,1 0 82,-1 0 1,-1-2-67,-4-3-2,-1 4 1,5-5-1,0 6 1,-2 0-1,1 0 48,0 0 0,0 0-80,6 0-31,-7 0 1,5-5 0,-5 0 0,4 2 0,1 1 12,3 2 1,-3 0 48,2 0-74,-6 0 1,7 0 0,-6 0 0,0 0 0,0 0-44,0 0 1,1 0 67,-1 0-4,-3 0 0,9 0 0,-4 0 0,-1 0 1,1 0 52,-4 0 0,5 0 46,2 0-87,-3 0 1,5 0-1,-3 0 1,0-1-1,1-2 47,1-2 0,-3 0-6,2 5-46,-7 0 0,9-2 1,-6-1-1,1-1 1,1 0-140,0 3 1,-3 1 145,5 0-20,-7 0 1,8 0 0,-6 0 0,0 0-1,0 0-145,0 0 0,0 0 111,-5 0 41,0 0 0,1 0 0,-1 0 0,0 0 0,2 0-24,3 0 1,-3 0 67,3 0-49,-4 0 0,1 0 0,2 0 0,2 1 0,1 3 54,-1 0 1,1 1 53,-2-5-63,-3 0 0,10 0 0,-4 2 1,2 1-1,0 2-10,1-2 1,-3-2 15,2-1-53,-7 0 0,10 0 0,-5 0 0,2 0 1,-2 0-67,-1 0 0,2 0 90,-4 0-56,0 0 1,0 0 0,0 0 0,0 0-1,0 0-63,0 0 0,2 0 99,-2 0-4,3 0 0,1 0 1,-1 0-1,1 0 0,-3 0-3,1 0 1,2 0-26,-4 0 35,0 0 1,-4 0 0,-1 0 0,0 0 0,0 0 70,0 0 0,1 0 56,-1 0-108,0 0 1,0 0 0,0 0-1,1 0 1,-1 0 7,0 0 1,0 0 18,1 0-49,5 0 1,-4 0 0,3 0 0,-3 0 27,-2 0 1,0 0-24,0 0-17,1 0 1,-6 0 0,0 0-1,3 0 9,0 0 1,2 0 86,1 0-74,-7 0 0,4 0 0,-2 0 0,2 0 13,2 0 0,-4 0 154,-1 0-81,-5 0 1,3 0 136,-2 0-150,-3 0-53,4 0 250,0 0-221,-4 0 261,4 0 0,-4 0 136,3 0-272,-4 0-85,6 0 24,-7 0-241,0 0 69,-7 0 1,-1 0-1,-7 0 1,-3 0-1,-4 0-191,-5 0 1,0 0-77,-11 0 78,1 0 1,-12 0-1,-5 0 1,-6 2 0,-7 1-1985,-2 2 0,-2 4 2225,0-4 0,4 0 0,-7 1 0,-5-2 0,0 0 0</inkml:trace>
  <inkml:trace contextRef="#ctx0" brushRef="#br0" timeOffset="120">6953 10449 8237,'-10'0'-587,"1"0"0,-2 0 969,-2 0 1,4 0 272,-1 0-490,7 0 1,6 2-1,8 1-43,0 2 0,0-1-141,4-4 0,-1 0 0,0 0 33,0 0 1,5 2-77,0 3 63,0-4 0,-3 6 0,1-7 1,4 0-1,1 0-51,3 0 0,-3 0-83,2 0 126,0 0 1,3 0-1,-2 0 1,-1 0-1,1 0 88,2 0 0,-4 0-76,1 0 9,0 0 0,0 0 0,-2 0 0,0 0 0,-2 0 2,1 0 0,3 0 17,-5 0-38,6 0 0,-8 0 0,5 0 0,0-2 0,1-1 24,2-2 1,2 0 128,1 5-126,-6-6 1,5 4 0,-3-2 0,3 0 0,1 1 74,1-1 1,-6-1-8,1 5-48,0 0 1,9-5 0,2 0-1,-1 2 1,1 0 43,-3-2 1,2 4-51,0-4-64,5 3 0,-9-2 0,3-1 1,-3 2-1,-1 1-106,-1 2 0,-1 0-162,-3 0 244,-4-6 0,-6 4 1,2-2-1,2 2 1,1 2-121,-2 0 0,3 0 74,-1 0 97,7 0 1,-4 0 0,6 0 0,1 0 0,-1 0 51,1 0 1,-1 0 75,0 0-125,7 0 0,-5 0 0,3 0 0,-3 2 0,-1 1 28,-1 1 0,1 1 60,-1-5-81,1 0 1,-1 0 0,0 0 0,2 0 0,2 0 7,1 0 0,-4 0-25,-6 0 1,1 0 1,4 0 0,1-1 0,-2-3-1,-2 0-46,-1 1 1,-5 1 43,4 2-8,-5 0 0,7 0 0,-6 0 1,0 0-1,2 0-29,2 0 0,-1 0 91,2 0-49,-7 0 0,9 0 0,-6 0 0,2 0 0,2 0 34,-2 0 1,3 0 49,-6 0-75,0 0 0,-3 0 0,2 0 0,0 0 18,0 0 1,-2 0 120,-2 0-90,0 0 1,0 0 0,2-2 99,3-2 1,-3 2-106,3-3 9,-3 4 0,-7-4 0,1 0 16,1 2 0,-5 2-1797,0 1 1723,-6 0 0,-57 12 0,-14 4 0</inkml:trace>
  <inkml:trace contextRef="#ctx0" brushRef="#br0" timeOffset="121">640 9298 7887,'14'-7'1829,"1"-2"-922,-7 2-660,-2 1 1,-8 11-144,-2 0 0,2 6 0,-3-2 0,4 4 0,1 1 0,0 0 0,0 2 160,0 3 0,0-3-280,0 3 1,0 1 0,0-1-1,0-1-7,0-3 1,0 4-62,0 0 1,-2 0-210,-3-5 1,4 1-1,-4-1-363,3 0 0,1-1-36,-4-4-472,4-2 0,-6-9 1164,7-3 0,7-47 0,0-17 0</inkml:trace>
  <inkml:trace contextRef="#ctx0" brushRef="#br0" timeOffset="122">626 9397 7903,'0'-14'410,"-6"0"1,4-1-40,-3 1 0,4 5-126,1-1 1,1 2 0,4-3 0,6 2 183,7-2 0,-1 3-104,7-2-286,-7 7 1,10-3 0,-5 6 0,2 0 0,-2 0 134,-2 0 1,4 1-258,-5 4 1,0 3 54,-5 6 0,-1 2 1,-2 1-1,-3 4-139,-2 1 169,-1-4 0,-7 7 1,-1-6-1,-3 0 1,-2 0-69,-3 0 1,-3 0 35,-5-5-20,3 0 0,-6 0 0,4 0 0,-2-1 0,-2-2 38,-4-1 0,4-7-104,-1 2 123,5-4 1,-7-1-1,6 0 1,2 0 28,1 0 0,6-5 311,1 1-221,6-1 1,-2 0 216,10 0-244,3 1-73,6 4 0,0 0 0,0 0 0,0 1 1,1 2-113,-1 2 0,2 0-3,3-5 1,-2 0-46,7 0 1,-5 0-1,3 0 1,0-2-176,0-2 1,2-3 222,4-2 1,1-9 44,-1 4 0,0-3 0,-1 3 0,-1-1 4,-3 1 0,-1-5 106,2 0 1,1 0-33,-6 5 0,0 5 0,-4-1 115,-1-1 0,-5 5 98,1 1-154,-7 3 9,9 2 1,-10 2-28,3 3-505,-4-4-37,-1 6 372,0-7 1,-1 4 45,-4 1 1,2 0 0,-7-4 172,-1 4 1,-1-2-27,-2 7 0,-1-5-29,1 4 1,0-1-1,1 3 1,2-2 246,2 2 0,-1 1-72,-4-3-185,0 4 0,1-5 1,2 4-1,3-1-103,2-1 0,-4-6-711,6 6 600,-1-7 1,8 3 0,5-6 0,6 0-203,2 0 1,1-6 237,2-3 0,-3 1 1,3-2-1,-3-1 231,-2-1 1,0 2 294,1 1-246,-1 5 1,-5-7 0,-1 5 384,-2-2-345,5 5 92,-9-3 0,4 12 0,-6 3 22,0 4-314,0 1 1,2 1 0,1-1 0,3-2-355,2-2 0,-3 1 237,5-6 0,-1-1 0,5-4 0,0 0-86,1 0 0,-6-1-194,1-4 330,-1-3 0,5-8 1,1-3-1,-1-3 0,-2-1-9,-2-1 1,-2 0 242,-3-4-71,-4-1 0,5 1 0,-6 1 0,0 2 1124,0 1-858,0 7-326,0-4 1,0 15-1,0 6 1,0 8 145,0 4 1,0 4-14,0 3-69,0-3 1,0 9-1,0-4 1,0-1-1,0 2-150,0 1 1,5-6-373,0 2 313,0 3 1,-1-6 0,3 3 0,-1-3 0,2-4-178,0-2 0,1 1-343,6-7 531,-8 1 0,6-5 1,-2 0-1,5-1 1,3-4-137,-2-5 1,-1-2 395,-2-2-76,0-1 1,1-4-1,-1 0 1,0 2-1,0 3 135,1 4 1,-1-2-135,0 2 137,-6 4 0,5-2 0,-4 5 112,4-2 1,-4 0-439,1 5-89,-7 0-180,3 0 190,-6 7 35,0-6 0,-1 6 0,-4-7-117,-5 0 1,2 4 497,-1 1-164,-1 6 1,1-8 0,-1 7 0,-1-1 0,0 1 309,2-1 0,-2 1-185,6 4 1,-4-5-250,4 1 0,-1-5 1,2 4-191,0 2 213,-1-5-144,5 1 1,1-7 0,4 0 0,5-2 0,2-3-120,3-4 0,-1-4 401,0-1-74,0 0 1,-1 4 0,-2 3 0,-3-1 0,0 1 419,0 1-365,-5 1 211,9 5 0,-8 2 0,3 3 552,0 4 0,-1 2-272,-1-1-661,-4 2 0,7-5 0,-3 4 1,5-3-772,2-2 1,2-1 256,1-5 36,-1 0 0,0 0 0,0-2 0,0-1 0,-1-5-2447,-3-5 3002,2 2 0,-31-28 0,-17-12 0,4 1 0,-1-1 0</inkml:trace>
  <inkml:trace contextRef="#ctx0" brushRef="#br0" timeOffset="123">1479 9340 8101,'-14'0'352,"0"0"282,-1 0 1,6 0 0,-1 0 1725,-1 0-2248,5 0 0,6-1 0,11-3 1,5-2-663,3-2 1,6-1 89,-1-5-95,9 6 0,-3-5 0,2 5 1,-5-1 554,-4-1 0,-5 7 0,2-3 0</inkml:trace>
  <inkml:trace contextRef="#ctx0" brushRef="#br0" timeOffset="124">1024 10094 8029,'6'-15'86,"-4"6"1,3-1-1,-4-1 1,-2 0 1209,-4 2-980,3 3 1,-5 4-1,2-1 1,-5-2 0,-2 4-25,-3 4 0,1 6-219,0 10 0,0-3 0,1 4 0,2 1 45,2 3 1,4-2-77,-5 1 0,7-4 0,-1 4 0,2-1-167,2 0 92,0-5 1,0 4 0,2-7 0,2 0 0,6-1-171,2-4 0,9-2 162,3-7-106,2 0 1,8-5 0,-1-2 0,-2-2 0,-1-5-38,-1-4 0,-5-5-76,-1 4 223,-5-6 1,2 9 0,-7-5-1,-4 2 1,-4 0 153,-3 2 335,-2 1-316,0 2 0,-7 6 1,-2 3-1,-4 4 0,-1 2 185,0 4 1,4 3-196,1 6-13,-1 0 1,-2 1-1,2-1 1,5 0 0,2 0 4,-1 0 1,2 1 93,-3-1-609,10 0 0,3-1 0,6-2 1,2-3-1,3-2-590,5-3 1,2-1 231,3-2 542,-1-7 0,-1-1 1,-2-6-1,-1 0 1,0-2-577,-2-3 1413,-2 3 264,-5-4 0,-7 6 1992,-4 0-2181,-2 6-343,-2 1 1,-5 14 0,-1 2-1,-2 4 1,-2 3 499,3 2 1,-5-2-405,8 3-358,-7-3 1,9-2-1,-4 0 1,1 1-877,0-1-234,1 0 540,4-6 0,0-3 0,0-10-668,0-4 1,1-4 443,4-1 583,3-1 1,1 1 0,1 0-1,1 0 1,1 0 238,3-1 1,-6 3 390,1 2-280,-1-2 0,5 10 1,1-3-1,-1 4 420,0 1 0,0 4-187,0 1-269,-6 6 1,5-3 0,-4 6 0,2 1-108,-1-1 1,3-5 91,-4 1-706,4-7 0,1 5 0,0-5 0,0 2-361,1-2 1,-1-8 112,0-4 554,-6-4 1,0-3 0,-5-1-1,2-4 1,-2-1-79,-2-3 0,-1-2 155,0-1 180,0-1 0,0 1 0,0 1 1,0 3-1,0 5 1894,0 3-1305,-6 2-448,5 0 1,-6 8 0,7 6 0,-1 9 272,-4 9 1,3-1 110,-2 7-209,2-1 1,2 4 0,0-2 0,0-1 0,0 1 515,0 2 1,5-5-1140,-1-3 208,1 3 1,0-6 0,1 3 0,2-3 0,3-3-332,2-4 1,-2 2-541,3-6 669,-3 0 1,10-5-1,-7-2 1,0-3 0,2-4-407,3-4 1,-3-3 81,3-2 515,-4 2 1,0-6 0,-1 3 0,-1-3 0,-2-1 183,-2 4 1,-6 4-45,2 0 480,-3 8 1,-4-5-49,-3 8 1,-3-1-186,-6 5-144,6 6 0,-4 2 0,2 6 1,-3 1-1,1-1 292,2 0 1,2 0-691,4 1 103,2-1 1,-4 0 0,7 0-1,4 0-439,5 1 1,2-6-416,2 1 731,1-7 1,4 3-1,1-6 1,1 0-1,-1 0-134,-2 0 1,2-6 105,-1-4 476,0 4 0,-9-7 0,-1 4 1409,2-4-1035,-5 5 148,7 2 1,-11 8 248,2 2 0,-2-1-303,-2 7-551,0-1 0,0 1 0,0-1 0,2 2-354,2 2-684,4-5 723,6-2 1,1-1 0,-1 0 0,0-2 0,0-3-492,0-5 0,1 2 201,-1-6 70,-6-1 0,3 1 0,-5-1 0,1-1-3200,-1-2 3616,-1-1 0,-37-32 0,-8-7 0</inkml:trace>
  <inkml:trace contextRef="#ctx0" brushRef="#br0" timeOffset="125">1749 10079 8058,'-22'0'840,"2"-4"62,5-1 1,3-6 0,2 1-37,5-2 1,5 2-753,5 1 1,8 1-435,6-2 1,6-1 0,-1 7 0,3-1-2436,1-1 2123,7 4 0,-5-4 632,3 6 0,-3 6 0,-2 2 0</inkml:trace>
  <inkml:trace contextRef="#ctx0" brushRef="#br0" timeOffset="126">2332 10094 9256,'0'8'3132,"-6"4"-2650,4-10 0,-4 10-89,6-2-285,0-4 0,-2 5 1,-1-4-1,-2 0 47,2 5-45,2-6-1141,1 6 33,0-10 1,0 3 997,0-10 0,-7-28 0,-1-13 0</inkml:trace>
  <inkml:trace contextRef="#ctx0" brushRef="#br0" timeOffset="127">1436 10819 7859,'0'8'4206,"0"-2"-3192,0-6 0,-1 1-291,-4 4 0,-3-2-624,-6 7 0,5-5 1,-1 4-1,1 2-621,1 2 323,-5 1 1,10 0-385,-7 0 0,7-4-480,-2-1 854,4-5 300,1 2 0,1-17 88,4-3 1,-2 1-42,7 3 1,-5 6 0,4-4 37,2 2 0,2 1 120,1 5-178,-6 0 0,5 0 0,-4 0 1,4 1-1,1 3 314,0 0 1,2 7 756,3-1-1252,-3-4 0,4 5 0,-4-5 0,1 1 0,2-1-478,-1-3 527,-3-1 115,0-2 0,-3-2 0,-2-2 0,-4-6 1,-1-3 62,0-1 0,-1-5-441,-4 0 20,-6 0 1,4 0-1,-4 0 1,0 2-3444,-4 1-55,4 8 3755,0 2 0,18 31 0,4 7 0</inkml:trace>
  <inkml:trace contextRef="#ctx0" brushRef="#br0" timeOffset="128">1962 10733 8082,'0'-22'0,"-4"-3"982,-1 6 1,-1 0 0,3 5 2052,-2 0-1532,0-1-1270,5 8 0,0 2 1,0 11-1,0 7-7,0 4 0,0 8 1,0-1-1,0 5 304,0 4 1,0-2-267,0 7 0,0-1-136,0 0 1,-2 3 0,-1-7-1,-3 0 84,-2 2 1,3 0 0,-3 3 0,1-7-92,-1-5 0,3-1 28,-5-6-1283,1 6 0,-1-11-1040,1 1 1,6-9 237,-2-11 1,4 2 1001,1-7 1,1 1 389,4-5 1,3-5-1,8-2 1,1-1 543,2-3 0,5-2 0,-4-1 0,1 1 0,-1 3 0,4-3 0,-5 3 0,0 2 0,-5-1 0,-1 5 0,-2-1 0,-3 4 2358,-2 0 1,-1 1 2937,-5 0-4024,0 6-938,0 2 0,0 17 1,0 5 52,0 4 1,-2-3 0,-1 4 0,-2-2-549,2 0 0,1 5-707,2-5 1,0 4 266,0-4 0,2 0 1,3-5-128,4 1 0,4-3 0,1-2 1,0-6 88,1-2 1,-1-8 621,0-4 1,0-2 203,0-3 0,-4 1 1,-2 0-1,-2 0 522,-3 0 0,-1 4 0,-2 1 1282,0-3-1145,0 6-718,0 0 1,0 7 0,1 4 8,4 5 0,-2 1 0,7 0 0,1-2-457,1 2 0,4-3 71,3 2 1,-1-7 49,5 2 1,-1-4 0,4-1 0,-4 0 118,-2 0 0,-1-6 187,-4-4 1,-3-2 0,-2-4 0,-6-1 124,-2-2 1,-2-2-439,0 2 1,-6 3-1,-4-1 1,-2 4-1676,-3 4 0,1 6 1,0-2 1880,0 3 0,-26-4 0,-6-2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04:35:28.776"/>
    </inkml:context>
    <inkml:brush xml:id="br0">
      <inkml:brushProperty name="height" value="0.053" units="cm"/>
      <inkml:brushProperty name="color" value="#FF0000"/>
    </inkml:brush>
  </inkml:definitions>
  <inkml:trace contextRef="#ctx0" brushRef="#br0">25408 7805 7863,'-15'0'182,"6"0"1,-1 0 0,1-2-1,-1-1 1,3-3 894,0-2 0,2 3 1,5-4-1,2-2-708,3-2 0,4-1 1,12 0-1,7-1-129,9 1 1,5 0-28,6 0 0,1-1-155,3 1 0,8 0 0,-2 0 0,4 1-220,1 4 0,-3-2 41,-8 6 1,-4-5 0,-12 6-617,-8 0 453,-12 3 216,-16 1 1,-8 0-45,-6 0 0,0 0 1,-2-2-1,-1-1-524,-2-2 0,-5-4 277,5 4 1,-5-6 0,5 3 271,2 0 1,3 0 5,4 4 0,2 2 178,4-3 1,4 4 0,0 1 473,8 0-366,4 0 0,2 0 0,2 0 0,2 1 0,1 3 589,-2 0 1,-1 7-181,-2-1-343,-6 2 0,4 3 0,-4-1 1,0 0 123,-3 0 1,-3 1-514,-2-1 1,-2-2 0,-3-1 0,-4-1-640,-4 1 0,4 2-1367,-1 1 1,2-5 2123,-1 1 0,-4-7 0,5 3 0</inkml:trace>
  <inkml:trace contextRef="#ctx0" brushRef="#br0" timeOffset="1">26502 7549 7873,'-9'0'0,"-1"0"2120,-1 0-1221,5 0 0,-2-2 1,5-2 740,-2-6-1576,0 4 0,12-7 0,2 4 0,5-6 0,4-2-111,1-2 1,8-6-355,1 1 0,1-3 231,4-1 0,-3-1 1,-2 1-1,-1-2-343,-3-3 1,-4 4 308,-6 1 0,-6 1 0,-3 8 41,-3 2 1,-9 7 233,-2 6 1,-4 4 3,-1 4 0,-2 6 0,-1 9 0,-2 4 181,2 4 1,1-1 234,1 2 0,6-3-50,0 8 1,1-3 0,-2-1 0,5-1 841,4 1-1123,-5-1 0,4 1 1,-3-3-1,4-2 0,1-5 412,0-3-804,0-2 172,0 0 1,0-7 0,0-7-417,0-8 0,4-5-213,1-1 0,0 0 414,-5-1 1,5 1-1,1 2 1,0 1 22,1 1 0,-1 2 41,-1-1 0,-2-4 398,6 4 0,-4 2 0,4 3 454,3 2-454,-6 2 1,6 0-13,-2 0 1,-2 0 0,0 2 0,0 2-59,0 6 1,-1-2-236,3 1 1,1-4-16,-6 4 1,6-4 0,-2 3-237,4-2 0,-4 4 286,1-5 0,-5 1 210,4-1 0,-4-4 189,4 4 897,-6-4-383,10-1-555,-11 0 1,6 0-179,-4 0 0,-1 0-249,7 0 0,-1 0 0,6 0-218,-1 0 1,0 0 197,0 0 0,-4 0 211,-1 0 1,1 0-1,4 0 256,0 0-101,-6 0 0,0 0 0,-5-1 662,2-4-705,0-3-131,-5-6 0,0 0 0,0 0 0,0-1-153,0 1 1,0 0 33,0 0 0,-2 0 0,-1-1-201,-2 1 65,-6 0 1,3 1 13,-6 4 0,4 2 0,1 7 0,-2 0-191,-2 0 371,-1 0 1,0 0-1,0 2 1,-1 3-1,1 4 59,0 4 0,4 3 141,1 3 1,4-4-1,-3 4 1,2-3 116,3-2 0,1 1-49,2-1 1,7 0-27,2 0 0,4-1 0,1-2 0,2-3 146,3-2-354,3-1 1,2-5 0,-1 0 0,1-2 0,-2-2-181,-3-6 1,2-3 96,-2-1 1,-1-5 0,-5-1-1,-3-2-74,-6-4 1,3 6-39,-3 1 0,1-2 124,-5 2 0,-5 5 1,-1 6-1,-2 0-90,-3 0 1,-2 5 80,-1-1 1,0 4 37,0 4 0,0 3 1,1 4-1,2-2 22,1 2 10,7 2 1,-3-4 0,6 1 0,0 1 11,0 2 0,8-1-29,6-2 1,2-2-14,8-4 0,-1-2 1,6 3-1,-1-4 142,1-1-85,-1 0 1,0 0 0,1 0 0,-2 0 0,-4 0 131,-4 0 0,-3 0 189,-2 0 1,1 2 36,-1 3 1,-6-2 0,-4 6 603,-2 2-746,-2 2 0,0 1 1,-2-1-1,-2-2 1,-6-2 367,-2 2 0,2-3-586,1 2 1,-1-7-48,-4 2 1,-2 1 0,-1-1-1225,-2-2 741,0-2-158,11-1 0,2-1 0,7-4-338,4-4 1,4-4 736,10-1 0,4-5 0,5-2 0,0-1 98,1-3 0,-1-2 120,1-1 38,-1-1 0,-1-4 0,-2 1 1,-4 4-1,-4 3 328,-4-1 1,-7 6 87,4 1-50,-7 3 1,1 3-1,-8 4 167,-6 4-430,-2 4 0,-1 7 0,2 2 0,1 3 0,1 2 156,1 2 0,0 3-42,3-4 0,4 2 0,-4 1 1,4 2 495,1-2 1,0 4 32,0-2-539,0 0 0,0-5 1,0 0-1,0 1-425,0-1-916,6 0 52,2 0 1,1-6-1982,1-3 2103,-7-4 0,3-2 0,-6-4-277,0-4 1,0-4 1108,0-1 0,0 0 761,0-1 208,-6 1-268,4 6 1,-2-4 1419,8 2-1568,11 4 1,2-1 0,7 6 0,2-2 0,4-4 138,4-1 0,-1 5-298,-5-1-435,1 2 1,-2-3 0,-4 1-497,-4 0-875,-9 3 0,-7 2 1565,-13 4 0,-24 7 0,-11 3 0,-8 4 0,-1 0 0</inkml:trace>
  <inkml:trace contextRef="#ctx0" brushRef="#br0" timeOffset="2">25692 9468 7839,'0'-14'-396,"0"0"1279,0-1 1,-2 3-1,-1 1 1,-2 1-48,2-1 1,2 3 0,1-1-542,0-2 0,1 0 1,4 0-1,4 0 61,4-5 0,8 0-248,2-8 0,12 5 0,8-4 1,7-3-24,6 0 0,7-8-106,3 1 0,-29 16 1,0 1 16,1 2 0,0 0 0,3-1 0,0 1 0,-1 0 0,-1 0 0,0 0 1,0 1-81,32-11 0,-8 4-42,-11 5 1,-4 6 73,-11 0 1,1 4 0,-8-3 0,-4 2-160,-4 2 1,-5 1 223,-7-1-180,-4 2-54,-6-4 1,-2 6 76,-2 0 20,-4 0 0,-13 0 0,-2 1 1,-4 2-1,-2 2-578,1-2 1,4-1 330,0-2 0,7 0 264,-2 0 0,3 0 130,2 0-301,6 0 452,8-6 1,8 4 0,8-3 0,3 2-1,3 0 741,0-2 1,3 0-98,-6 5-580,0 0 0,-5 2 0,1 3 0,-3 4-222,-2 4 0,-4-4-1118,-6 1 799,-6 6 1,-2-1-1,-6 4 1,-1-3 0,0 0 302,-4 3 0,-10 3 0,-7 6 0</inkml:trace>
  <inkml:trace contextRef="#ctx0" brushRef="#br0" timeOffset="3">27270 8573 7927,'0'-21'0,"0"5"0,0-3 0,0 3 0,0 2 4074,0 0-2933,0 6 0,0 8 1,0 10-1,0 2-108,0 2-901,0 1 0,0 4 0,0 0 0,0-2 0,0-1 78,0-2 0,0 0 0,0 0-628,0 1-60,0-1 379,0 0 1,-2-6 0,-1-5-240,-1-6 0,-1-5-8,5-6 278,0-7 1,0 1 0,0-6-1,1 4 1,3 0 64,0 0 1,3 5 3,-3-2 0,0 9 11,5 6 0,1-3 0,4 3 0,0 2 950,0 5-730,7 5 1,-4 6 0,5 2-1,0 1 1,-1 2 440,-1-1 1,1-4-80,-2-5-533,-3 4 0,4-7 1309,-6 4-938,1-4-618,-7-12 1,-7-7-1,-7-7 1,-2-2-1,-3-4-637,-2-1 1,-1 1 46,0 2 0,1-1 146,4 6 1,-2-5 0,4 7 0,1 2-3977,0 4 1556,1 8 3050,11-3 0,27 31 0,13 7 0</inkml:trace>
  <inkml:trace contextRef="#ctx0" brushRef="#br0" timeOffset="4">27853 8288 7927,'0'-22'1971,"0"-3"-1389,0 6 1,0 0 410,0 5 0,0-1 2473,0 1-2892,0 6 1,-5 4 0,-1 10 0,0 7 267,-1 4 0,-4 13-125,2-2 1,1 6-417,-2-1 0,6 1 1,-4 6-1,0-2 95,0 1 1,5-2-146,-2 1 0,-3-5-140,-1 5 1,1-7 0,0 2-1,2-3-246,2-1 1,-2-7 197,1-3-2708,-6-3 0,10-2-3262,-4 0 2263,3-6 3644,2-2 0,32-31 0,7-6 0</inkml:trace>
  <inkml:trace contextRef="#ctx0" brushRef="#br0" timeOffset="5">27953 8487 11694,'-7'-8'2404,"-1"2"0,-4 12-1339,2 4 1,-1-1-728,6 5 1,-4-2-1,4 6 1,2-2-74,1-1 1,2-1-683,0 0 330,0 0 0,7 0 1,2-1-1,4-4 0,1-4 44,0-3 1,7 3-16,3-1 1,-4 1-879,-1-5 0,-2-5 0,-1-1 0,0 0 176,-3-1 717,-2-4 796,3 3 1,-5-1 1484,1-1-1396,-7 7-229,3-9-625,-6 10 1,7-9-398,2 6 348,-3 1 0,7-1 0,-3-2 0,2 0 0,2-5 47,1 0 1,-1-1 293,0 4 0,-4-9-181,-1 4 1,-6-3-1,2 3 1,-3-1-259,-2 1 1,-2 5-488,-3-1 1,-3 7-1132,-6-2 0,-5 5 1,-1 5 1776,-3 4 0,-8 19 0,-5 8 0,-6 2 0,0 1 0</inkml:trace>
  <inkml:trace contextRef="#ctx0" brushRef="#br0" timeOffset="6">26701 11217 7838,'-9'-8'90,"1"2"1,0 1 985,0 0 0,3-1-213,-4 1 1,7 2 0,4-5-418,11 2 1,7-4-1,10 4 1,5-2 62,8-3 0,1-2-261,8-1 0,6 0 0,7 0 1,0-1-51,-3 1 0,-1 0-108,-4 0 0,3 0 0,-9-1 0,-1 1-171,-2 0 0,1 4 7,-2 1 31,-6-1 1,3-2 0,-6 1 0,-5 3-1,-6 0-488,-8 0 256,-3 5 230,-8-3 0,-2 4 0,-7-1-12,-4-2 0,-3-4-718,-6 4 560,-7 0 1,4 0 0,-7 1 0,0 0 0,2 3-837,3 1 604,4 0 0,5 0-12,1 0 707,5 0 1,11 0-1,10 0 1035,4 0 0,1 0-339,-3 0-626,-3 0 1,4 0 0,-7 1-1,-2 3 519,-2 0-758,-6 7-204,4-3 1,-9 2 0,-4-1-1,-7 2 1,-6 2-1600,-3 1 0,3 0-1922,-5 1 1886,7-1 1760,-10 0 0,5 7 0,-6 1 0</inkml:trace>
  <inkml:trace contextRef="#ctx0" brushRef="#br0" timeOffset="7">28507 10719 7873,'-5'-14'137,"1"0"1,-1 0 0,0-1 0,-1 3 959,-2 2 0,0-2-731,-2 2 0,-2 2 1,2 0-1,-2 0 1,-4 2-1,-1 0 1,-2 3-1,1 3 566,2 4 0,2-1-850,0 7 1,6-1 0,3 7 0,4 2-7,1 1 0,0 4 0,1-4 1,6 0-240,7 2 0,6-5 96,9 2-15,-1 5 1,-4-8-1,0 3 1,-1-6-1,1-2-502,0 1 352,-7 2 199,4-6 0,-17 5 0,-8-8 380,-14-1 0,-13-1-790,-7-2 333,-3 0 0,0 0 1,3-2-1,5-1 0,4-1 42,5 0 1,4 1 288,6-2-299,6 4 0,3-5 1,10 6-1,4-2 60,4-3 1,3 4 56,3-4 16,-4 3 1,6 2 0,-5 0 0,1 0-1,2 0-144,-2 0 0,-1-4-44,-2-1 40,1 0 1,-1 4-1,0-3 1,0-2 0,1 0-117,-1-1 1,-5 1 219,1 1-49,-1-3 1,4-1 0,-2 0 0,-2-1 0,1 1 91,-2-1 826,4 1-123,-10-6 0,6 6 1421,-3-1-1706,-4 7-243,6-3 1,-9 8-1,-1 2 1,-2 6 343,2 2 1,1 3-244,2-1-343,0 0 1,0-4-1,2-1 1,3 2 0,3 2-651,-1 1 1,6-5-610,-3 1 942,2-7 0,2 3 0,1-6 0,-1 0-332,0 0 0,0-6-12,0-3 543,1-4 0,-6-1 0,-1-2 1,0-1-1,-2-4-14,1-1 308,-3 4 0,-4-2 1,0 6 1186,0 0 284,0-1-1334,0 1-139,0 6 1,0 8-1,0 10 1,0 2 0,0 4 620,0 3-742,0-3 0,0 6 1,2-5-1,1 2 0,3-1-243,2-3 0,2 0-268,4-1 1,-3-5 0,3-1-93,7-1 0,-2-3 205,0-4 253,-3 0 1,-2-6 0,0-3-1,0-4 1,-1-3-113,-4-3 0,2 2 478,-6-7-119,6 7 1,-9-4 0,2 5 0,-2-1 0,-4 0 489,-2 4 0,1-1-163,-7 4-290,1 4 0,-4-2 0,2 5-17,1-2-60,1 0-593,1 5 1,3 0-1,10 0 1,5 0-551,2 0 0,2 5 732,1 0 241,5 0 0,-4-5 1,3 0-1,-3 0 0,-2 0 417,0 0 6,0 0 168,-6 0 1,3 6 688,-6 3 1,0 4 68,-5 1-1112,0 1 1,0-6-1,0 0 1,0 3-1,0 0-75,0 2 0,0-4-128,0-1 7,0 1 1,5-1-1,1-1 1,2 0-1,3-2-1425,1 1 793,3-3 356,-1-4 0,0 0 1,2-1-1,1-4 1,2-4-282,-1-4 1,-3-3 96,0-3 347,5-3 0,-4-8 0,1-1 0,-4-3 0,-4 1-293,3-2 1,-6 5-65,-1-3 442,-4 3 0,-1 3 0,0 4 0,0 4 0,-1 5 496,-4 4 1,2 4-185,-7 6-126,1 0 1,-1 1-1,2 4 1,2 5-1,1 2 404,-1 2 1,4 5-76,-2 0 143,2 7 0,2-6 0,0 5 0,0-1 0,0 1 512,0 2 0,2-3-853,2 0-225,-2-7 0,9 5 1,-6-5-1,0 2 1,-1-1-332,1-2 1,4-7-1816,-4 1 861,0-7 1,-3 3-2019,2-6 1593,-2-6 1187,4-8 1,-11-2 0,-1-5 0,0 2 0,-2-1-207,0-2 1,0 4 365,-1-1 506,2 3 0,3 7 0,-1-1 366,2-1-662,1 5 849,2-7 1,8 12 0,5-4 0,6 4-1,1 1 455,1 0 0,2 0-1289,-4 0 67,7 0 0,-9-2 1,5-1-1,-1-2 1,-4 2-153,-1 1 1,-2-2-207,0-1 164,-6 0 0,3 4 1,-5-3-127,2 0 299,-4-1 432,2 5 0,-6 6 741,0 4-759,0 2-195,0 3 1,0-6 210,0 1-472,0-7-25,0 3-194,0-6 2718,0 0-2105,-6 0-223,-2 6 26,-7-4 0,6 4 0,1-4 0,0 1 0,2 3 159,0 2 1,-4-3-310,5 4 0,-4-4 1,4 5-89,2 1 0,1-3-50,2 1 62,7-6 0,-4 5 0,8-5 0,3 2 0,5-2-356,3-1 0,2-7-19,4 0 386,1-6 0,-2-1 0,-2-7 0,-1 0 0,-1-2 33,-1-3 1,4-2 339,-7-3-234,-7-6 0,-1 5 0,-6-3 0,-2 5 1,-1 4 782,-2 5-483,0 3-230,-7 8 0,0 4 0,-8 8 1,1 6-1,0 4 236,0 5 0,-1-2-86,1 7-145,6-6 0,-3 7 0,7-6 0,0-2 0,3-1-466,1-2 1,0-4-208,0-1 383,0-6 1,6 8 0,4-6 0,2-2-1,2-1-611,1-2 1,4-2 202,0-3 465,0 4 1,-5-10 0,0 6 0,0 2-1,0 1 352,1 2 1,-1 0 1213,0 0-1057,0 0 0,2 0 1,1 0-1,2 0 1,0 2 945,2 3 0,-5-4-475,3 4-795,3-3 1,-6-2 0,4 0-1,-1-2 1,0-3-481,-2-4 1,-1-4 293,-2-1-1070,-6 0 0,0 0 0,-5-1 1205,2 1 0,-51-6 0,-17-3 0</inkml:trace>
  <inkml:trace contextRef="#ctx0" brushRef="#br0" timeOffset="8">24782 9809 7765,'0'-14'126,"2"0"1,1 0 0,1-1 1254,0 1-1063,-3 0 0,-2 5 1,-3-1-1,-2-1 1,-2 0-1,-3 1 1,-1 4-1,-4 1 1,-2 1 277,-1 1 0,-6 1 0,3 4 0,-2 2-215,1 6 1,-1 4-204,-5 5 1,6-2-1,1 7 1,1 0 43,4-2 0,3 5-162,4-4 1,-1 3 0,6-3 0,4-2-20,4-1 0,5-5-43,6-1 64,6 0 1,7-11 0,8 5 0,1-2 0,2-4-16,-1-5 1,2 0 63,-6-7-39,1 1 0,-6-6 0,-1 1 1,-3-2-1,-7-1 214,-6-2 1,-5-5-743,-6 6 213,0-8 1,-1 4-1,-4-5 1,-6 4-1,-5 4-1391,-3 3 1,-6 2-256,1-1 1183,-3 7 0,-1 2 0,-1 6 0,1 0 0,0 2-385,-1 2 1,2 0 1090,4 5 0,-4-6 0,1 8 0,-2-4 0,7 1 0,9 3 0,6-5 136,6 0 1,6-1 0,3 0 1586,4-2 1,1-2 667,0-1-1878,1 0 0,-1 0 0,0 0 0,0 2 0,2 1 688,3 2 0,-6 6-573,6-2-520,-13 4 0,13 1 1,-8 1-1,5-1 1,3 0-282,-2 0 1,-3 0-867,-4 1 154,2-1 1,-4 0-1,5 0 1,-2-1-1537,-2-4 1,-1-1 1126,2-3 1140,3-3 1,-12 2 0,4-10-1,-4-7 1,-1-4 153,0 0 0,0-4 0,0 2 68,0-6 1,0 9 0,0-4 0,-1 1 367,-4 0 1,4 0 2422,-4 4-1118,3 8 0,1-4 1218,-4 6-2332,3 0-516,-10 5 0,8 6 0,-5 4 0,-2 2 0,-2 4-637,-1 3 1,0-3 145,0 3-209,-1-3 1,1 3 0,0 0-1,1-2 1,2-1-2126,2-2 0,6 0 2714,-2 0 0,48-12 0,12-4 0</inkml:trace>
  <inkml:trace contextRef="#ctx0" brushRef="#br0" timeOffset="9">25308 9781 7822,'-14'-10'-56,"0"1"0,-1-1 18,1 3 1969,6-6 0,-3 10-253,6-7 0,1 9-1255,4 1 1,0 6 49,0 8 1,1 0 0,2 1-1,4-1 221,1 0 1,-4 0-572,6 1 0,-1-1 1,6 0-1,-1 0 14,0 0-148,7-6 1,-4 3 0,7-6 0,1 0 0,0 0-290,-1-1 0,1 1-10,-6-5 1,5-5 0,-4-1 0,1-3-37,-1-7 0,-2 2 181,-9-5 44,-2-4 0,-7 6 0,0-7 0,0-1 0,0-2-186,0-1 1,-8 6-123,-7 3 320,1 3 1,-11 2-1,4 1 1,-1 4-1,-3 4-101,-2 3 1,4 4 73,-1 3 93,6 3 0,-7 7 0,6 3 0,2 2 0,1 2-156,2 4 1,6-4 66,3 1-261,4-5 0,1 7 1,0-6-1,1 0 1,4-2-1390,4-2 0,4 2 1782,1-8 0,19-15 0,5-3 0</inkml:trace>
  <inkml:trace contextRef="#ctx0" brushRef="#br0" timeOffset="10">25351 9724 7888,'-7'-14'0,"4"4"725,-6 1 0,4 1 1,-3-3 2028,2 1-1075,1 7-1229,5-3 1,0 8 0,0 2 293,0 6 1,5 2-123,0 3-486,6-1 1,-4 2 0,8 1 0,-1 2 0,0-2-430,0-1 0,1-2 240,-1 1-1300,0-8 1,0 6 0,0-3 0,1 2-3307,-1 2 3347,0-6 1035,0-1 1,-4-7 276,-1 0 0,-12-45 0,2-10 0</inkml:trace>
  <inkml:trace contextRef="#ctx0" brushRef="#br0" timeOffset="11">25521 9738 7888,'-9'-4'2325,"-1"-1"-966,7 0-457,-9 5 0,4 0 1,-7 0 103,1 0 0,2 6-293,2 4-720,-3 2 1,6 3-1,-8 0 1,1 3 0,0 2-678,0 3 1,1-6-2196,4 2 1948,-4-3 0,5-2 1,-6 2 930,0 3 0,-39-23 0,-8 1 0</inkml:trace>
  <inkml:trace contextRef="#ctx0" brushRef="#br0" timeOffset="12">24867 9866 7888,'-8'-6'0,"2"3"2101,6-7-882,0 1 0,0-1 1,0 1 0,6 1 0,5-2-70,7 6 0,-1-3-458,7 3-584,0-1 1,9 5 0,2 0 0,1 0 0,3 0-870,2 0 0,0 0 278,-3 0-280,-3 0 0,-8 0 1,-3 1-1,-5 3 1,-4 0-4687,0 0 4009,-7 3 1440,-2 1 0,-57 0 0,-12-1 0</inkml:trace>
  <inkml:trace contextRef="#ctx0" brushRef="#br0" timeOffset="13">25479 9951 7860,'0'-9'217,"-2"0"1,-1-3 1263,-2 0 0,-1 2-723,1 1 0,-3 6 0,-4 0 205,2 6-771,-3 5 0,10 6 1,-6 0-1,-2 2 0,-2 1 758,-1 2-804,0 6 0,-1-4 0,1 4 0,0-1 0,0 0 16,0-2 1,-1 3-622,1-6 59,0 0 0,0 0 0,1 0 0,2-3 0,2-4-1576,-3-2 0,5-1 874,-3 5 369,7 1 0,-10-6 733,4 1 0,-42-7 0,-10 3 0</inkml:trace>
  <inkml:trace contextRef="#ctx0" brushRef="#br0" timeOffset="14">25081 10350 7901,'7'-2'380,"-2"-3"1017,-3 4 0,-2-7 1023,0 3-1969,-7 3 0,0-4 1,-8 6-1,1 0 226,0 0 1,0 0-513,-1 0 1,1 0-1,0 2 1,0 2 119,0 6 1,4-2 39,1 1-337,-1 1 0,2 9 1,4 0-1,2-2 1,2-1-246,0-2 0,2 0-123,2 1 286,4-1 0,11-6 1,2-2-1,2-1 1,6-1-159,2 0 1,7-4-28,-5-5 218,7-3 0,-10-6 1,2 0-1,-7-2 0,-6-2 111,-3-1 1,-4-6 171,-2 1-364,-4-2 1,-8-1 0,-2 1 0,-7 3 0,-7-1-485,-5 2 1,-4 1 215,-2 7-113,-5 6 0,4 2 0,-4 6 0,4 0 0,3 2-1381,4 2 1,-3 4 1903,8 6 0,-14 39 0,2 8 0</inkml:trace>
  <inkml:trace contextRef="#ctx0" brushRef="#br0" timeOffset="15">24896 10364 7901,'0'-14'0,"0"-1"0,0 1 0,0 0 598,0 0 0,0 4 0,1 2 1277,4 2 1,-2 1-1312,7 5 1,-6 2-1,7 3 1,4 4 0,2 4 1,4 1-1042,-2 0 271,-4 0 0,11 1 0,-6-1 1,1 0-1,-1 0-992,-2 0 0,-3 1-566,0-1 1082,-1-6 0,0 3 1,0-6-1,-1-1-572,-4 3 1,-2-7 1252,-7 0 0,-7-7 0,-1-7 0,-6-2 0,2-1 0,1-2 0,1 2 0,5 1 0,-4 2 989,6 6 0,-8-5 3303,6 4-1744,0 2-1755,5 1 0,0 7 1,0 4-64,0 5 0,-1 2-1669,-4 3 467,3-1 0,-6 0 0,5 0 0,-3 0-1452,-2 1 0,0-6-789,-1 1 2713,-4-7 0,-45-29 0,19 7 0,0-1 0</inkml:trace>
  <inkml:trace contextRef="#ctx0" brushRef="#br0" timeOffset="16">24640 9994 9131,'-7'-8'3671,"6"2"-3206,-5 6 0,12 6 0,5 4 0,5 4 1718,3 5-1869,6-3 0,-3 11 1,8-4-1,2 4 1,2 2 14,3-1 0,-4-1-256,5-3 0,-11 1-587,1-6 1,-7-5 0,-1-5 0,-2 1-3090,-6-2 657,-7-2 2946,1-6 0,-18-25 0,-4-7 0</inkml:trace>
  <inkml:trace contextRef="#ctx0" brushRef="#br0" timeOffset="17">26545 9852 7748,'-14'0'-32,"0"0"0,-1 0 1,3-2 1049,2-2 1,2 2 0,5-4 349,-2-1-994,1 6 0,4-7 0,0 3 1,0-4-1,1-2 315,4 1 1,-3-2-579,2 2 1,4-3 0,2-1-1,2-2-59,3-3 1,3 4 24,1-4 0,7-3-130,-3-2 1,3-1 0,-1-1 0,-1 3-98,1-3 0,0-5 94,-1-2-22,9-1 1,-9 1-1,11 0 1,-1 2 0,4 2-33,3 5 1,8-1 5,3 6 77,4 0 0,1 10 0,-1 1 1,3 2-1,1 2-62,2 3 0,-1 1 96,-4 0-3,0 0 1,1 0 0,2 0-1,2 0 1,-2 0 123,-2 0 1,-1 0-67,0 0-33,6 0 1,-6 0 0,2 0-1,-7 0 1,-3 1 31,-3 4 1,-4-3-6,-4 2-26,-3-2 1,-13-2 0,-3 0-1,-3 0-210,-2 0 202,-6 0-172,-2 0 366,-6 0-510,-6 0 195,-2-6 0,-1-1 0,-1-4 0,1 2 0,-1-2-292,1-2 0,1 4 42,-2-1 339,4 1 1,1-1 0,-1 2 37,-2 2-150,5 1 119,-4 5 1,9 0 0,3 2-1,3 3 584,0 4 1,4 4-197,-2 1-126,-4 0 0,5 5 0,-6 0 0,-2-2 0,-1 1 308,-2 1 1,0-3-747,0 3 3,0-4 0,-2 0 1,-3-1-1,-4 0 1,-5-1-1082,-5-4 0,1 4 1257,-5-4 0,-39 16 0,24-10 0,0 0 0</inkml:trace>
  <inkml:trace contextRef="#ctx0" brushRef="#br0" timeOffset="18">28862 9482 7742,'-4'-9'1650,"-1"-1"-514,2-1-511,1 5 1,2-2 0,0 3 0,2-4 252,3-4 1,2-1-770,8 0 0,-1 0 1,0-1-1,2 1-86,3 0 0,-2-5 1,5-2-1,0-1-195,1-3 1,-4-2 18,4-1-2,-12-7 1,8 5-1,-11-3 1,2 3-1,-2 1-207,-2 1 0,-1 6 152,-5 3 271,-7 9 1,4 4 0,-6 6-1,-2 0 1,-2 0 210,-1 0 0,0 11-260,-1 3 197,1 10 1,-2-2 0,-1 7 0,-2-3 0,3 0 524,5-3 0,-2 6 66,4 4-620,-4 0 1,5-9 0,4 0-1,2 1 1,2 0-79,0-1 0,2-4-394,2-5 214,11-1 0,2 0 1,7-1-1,1-4 1,2-4-804,1-4 1,1-1 114,-1 0 448,1-6 1,-7-2-1,-3-6 1,-4 0-1,0 0-130,-1-1 1,0-4 268,0 0 371,-6 1 1,3 3 0,-6 1 374,-2 0 231,-1 6-383,-2 2 1,0 7 0,-2 4 320,-3 4 0,4 4 152,-4 1-719,4 1 0,-1-1 1,-1 0-1,-2 0 1,2 0-126,1 1 1,4-3-63,3-2-204,3 2 0,1-8 0,1 3 0,1 0 0,1-4-1138,2-2 0,2-1 328,3 0 770,-3 0 1,5-4 0,-7-3-1,0 0 1,0-3 141,0 2 0,1-4-108,-1 2 678,0 4 0,-4-5 0,-3 4 0,1 1 1080,0 0-664,-5 1-12,4 5 1,-7 2 168,0 2 1,0-1-614,0 7-599,0-7 1,0 10 0,0-4-405,0 4 1,0-4 327,0 1-2072,0-7 329,0 3 1689,6-6 381,2 0 0,1-1 0,1-2 0,1-4 0,2 1 105,1 0 0,0-4 210,0 5 0,0 1-60,1 4 1,-1 0-1,0 0 1,0 0 748,1 0 0,-1 1-359,0 4 1,-5 1-423,1 4 0,-5 1 0,3-5-701,-2 2 314,5 1-221,-9-1 1,10 3 0,-2-6-408,2-2 1,2-7 222,1-6 75,-7-3 0,4-1 1,-2 0-1,1-2 0,0-3-488,-2-4 1,-1-4 877,2-2 72,-4 1 0,-1 4 0,-1 2 0,0 2 0,-3 2 646,-1 2-61,0 8-382,0 2 0,-1 8 1,-3 2-1,0 6 670,1 3 1,-4 7 961,3 4-1556,-1 3 0,3-4 1,-1-1-1,-2-1 1,2-2-349,2 2 0,1-6-101,0 4-78,0-3 0,1-2 0,4-1-934,4-4 0,4-2 299,1-7 413,0-7 1,2-2 0,2-8 0,2-4 0,1 0-9,-1 1 0,-1-4 893,-5 5-240,1 0 1,-1 5 0,-2 0 1005,-2 0-54,-4 6-916,-6 1 0,-8 7 0,-4 2 0,-7 3 1,-2 3 48,1 0 0,-4 3-55,5-7-408,0 7 0,5-3 1,1 7-242,4-1 0,2 0 78,7 0 400,0-6 0,12 5 1,3-5-1,6 1 1,4-1 394,2-2 0,0 1-318,-3-3-152,2-2 0,-10 4 1,3-6-1,-3 0 0,-2 0-197,0 0 1,-4 0-1912,-1 0-250,-6 0 2369,4 0 0,-20-6 0,-3-2 0</inkml:trace>
  <inkml:trace contextRef="#ctx0" brushRef="#br0" timeOffset="19">30298 9354 7885,'-6'-14'1678,"5"-6"0,-11 4-771,8-3 1,-3 5 244,3 4 0,2-2 0,-3 2 298,4-3 1,-1 6-438,-3 2-663,4 3 0,-7 2-271,3 0 1,-3 0-370,-6 0 0,5 0 0,-1 2 1,-1 1-380,-2 2 1,4 1-50,0-1 313,5-4 0,-4 6 0,5-6-354,-1 4 690,-1-3 220,5 4 0,-2-1 0,-1 1 1,-2 2 599,2 3 1,2-3 355,1 1-651,0-6 0,-2 10 1,-1-3 268,-2 2 0,-1-2-999,1-1 188,4-6 1,-7 8-1,4-4 1,-2-1 0,-2 0-1817,-3-3 1,3 4 297,-1-2 1074,-1-1 530,-4 3 0,-25-12 0,-7 3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04:35:28.796"/>
    </inkml:context>
    <inkml:brush xml:id="br0">
      <inkml:brushProperty name="height" value="0.053" units="cm"/>
      <inkml:brushProperty name="color" value="#FF0000"/>
    </inkml:brush>
  </inkml:definitions>
  <inkml:trace contextRef="#ctx0" brushRef="#br0">26644 8373 6694,'8'0'-472,"-1"0"0,-6 0 616,4 0 189,-3 0 1,6 0-1,-5-1 424,1-4 0,1 2-22,-5-6-315,0 5-189,0-2 1,0 4 245,0-2-267,0 2-194,0-4-98,0 6 1969,0 0-1782,0 6 1,0-3-30,0 7 0,0-5 0,0 4-9,0 2-24,0 2 0,0 1 1,0 0-23,0 0 0,0 1 4,0-1 2,0 0 0,0-5 0,0 1 0,0 1 16,0 2 0,0 1 21,0 0 11,0 0 1,0-4-1,0-1 196,0 2-193,0 2-32,0 1 1,0-4 6,0-1-84,0 1 48,0 4 0,0-5 1,0 1-29,0 1 96,0 1-44,0 3 1,0-6-1,0 1 113,0 1-98,0 1-39,0 3 1,0-6 0,0 0-15,0 3 1,0-5 36,0 3-40,0-7 0,0 5 0,0-3 9,0 4 11,0 4-31,0 1 1,0-4 0,0-1 0,0 2 19,0 2 0,0-4-41,0 1 36,0-7 1,0 9-1,0-2 12,0 3 0,0 1-2,0 0 17,0 0 1,0-4 0,0-1 0,0 2 28,0 2 0,0 1-33,0 0-18,0 1 0,0-6 0,0 0 1,2 1-1,1-1 77,2 1 1,-1-1-88,-4 6 1,0-6-1,0 1 0,0 1-1,0 1 0,0-2-9,0-1 2,0 1 1,0 4 0,0 0 0,0 0 13,0 1 1,0-1-1,0 0 50,0 0 0,5 0-46,0 1-3,0-1 0,-5 0 1,0 0-1,0 0 1,0 1 35,0-1 1,0 0-57,0 0 0,0 1 16,0-1 0,0 0 0,0 0 1,0 0-7,0 1 1,4-1-2,1 0 1,0 0 0,-5 1-3,0-1 0,0 5-3,0 0-30,0 0 0,0-5 0,0 0 0,0 0 0,1 0-51,4 1 0,-3-1 19,2 0 1,-2 2-1,-2 1 1,0 2 30,0-1 1,2-1 37,2 2 1,-2-3 0,3 3 0,-2-2 13,2 2 0,-4-3 56,4 3-50,-4-3 1,1-2 0,1 0 0,2 0 0,-2 0 13,-1 1 1,-2-1-17,0 0-7,0 0 0,0 1 0,0-1 0,0 0 54,0 0 1,0 0-46,0 1 101,0-1 1,0-5 0,0 1 0,0 1 16,0 1 0,0 3 78,0-1-154,0-6 0,0 4 0,0-2 0,0 3 94,0 1 1,0 0-22,0 0-76,0-6 0,0 5 0,0-4 0,0 4 150,0 1-94,0 0-105,0-6 0,0 5-71,0-4 118,0-2-238,0-1-1701,0-6 1414,0-6 191,0-2 280,0-6 0,6-58 0,-2 30 0,0-1 0</inkml:trace>
  <inkml:trace contextRef="#ctx0" brushRef="#br0" timeOffset="1">25009 8914 8158,'-9'0'1734,"-1"0"-1237,7 0 1,-5 0 452,4 0-456,2 0 0,-3 0-204,10 0 1,3 0-216,6 0 1,2 0 0,3 0-1,5 0 62,3 0 1,3 0-82,3 0 1,3 0 0,8 0 0,4 0-70,4 0 1,-2 0-26,3 0 64,-1 0 0,0-2 0,-2-1 0,-1-2 0,-3 2-7,-2 1 1,-6 2-44,0 0 18,-6 0 1,1 0 0,-8 0-1,-1 0 1,0 0-39,-2 0 0,8 0 85,-7 0-21,7 0 1,-7 0 0,5 0 0,0 0 0,1 0 73,-1 0 0,1 0-61,-1 0 16,1-6 0,1 5 0,1-4 0,1 3 0,-4 2 28,-2 0 1,-4-4-186,1-1 117,4 0 0,-11 0 1,3 1-1,-3 0-32,-2 3 0,-5 1 9,1 0-158,-7 0-564,3 0 348,-18 0-50,2 0 0,-10 0 0,4 0 0,-3 0 0,-5 0 438,-3 0 0,-15 0 0,-7 0 0,-5 0 0,0 0 0</inkml:trace>
  <inkml:trace contextRef="#ctx0" brushRef="#br0" timeOffset="2">23531 8416 8165,'9'0'118,"1"0"1473,-7 0-1312,10 0 1,-12 2-1,4 2 1,-4 6-1,-1 3 87,0 1 0,-4 5-176,-1 0 0,0 6 0,5-1 0,0 3 163,0 1 1,-1 2-124,-4 3 0,3 3 0,-2 6 1,2-3 185,2-1 1,0 0 17,0 4-335,0 1 1,0-7 0,0-1 0,0-2 0,0 1 117,0-3 0,0-1-45,0-1-215,0-1 0,0-1 0,0-2 0,0-3-250,0-1-379,0-2 154,0-5 1,2-6-352,2-3 1,3-10-836,2-5 1163,4-2 1,-12-2 0,6-2 0,-3-3 540,1-5 0,6-33 0,2-14 0,-1-6 0,0-1 0</inkml:trace>
  <inkml:trace contextRef="#ctx0" brushRef="#br0" timeOffset="3">23630 8487 8217,'-9'-6'497,"-1"-4"1022,-1-2-1179,5 4 0,0 0 134,6 3 1,0 2 0,1-5 155,4 2 0,3 1-459,6 5 1,7-5 0,2 1 0,6 0 360,4 3-452,3-5 0,7 4 0,0-4 0,-1 1 0,2 0-116,4 2 0,-2 1 85,6 2-118,-6 0 1,3 0-1,-7 0 1,1 0-1,1 0-141,4 0 1,-9 0 102,4 0 49,-4 7 0,4-6 0,-1 4 0,0-3 0,-5-1-190,-3 4 1,-4-3 37,-2 2 178,1-2 0,2-2 0,-2 0 0,-6 0 165,-1 0-216,0 0 533,1 0 278,-9 0-346,-8 0 34,-6 0 417,0 0-488,0 6-302,0 2 9,0 6 0,0 1 0,2-1 0,1 0 52,2 0 1,-1 0-10,-4 1-45,0 5 1,0-4 0,0 5 0,0-1 0,0 2 83,0 0 0,0 5-32,0-3-16,0 3 0,0 1 0,0 1 0,0-1 0,0 0 142,0 1 1,-1-1-78,-4 1-114,3-7 0,-4 5 0,5-4 0,-3 3 0,0-3 103,1-4 0,1 2-190,2-2 3,0 0 0,-5-5 0,0 0 0,2 0-141,2 1 1,-1-1 5,-3 0-4,4-6 1,-6 0 154,7-3 328,0-4-189,-6 5 0,-2-6 1,-6 0-1,-2 0 1,-3 0-144,-4 0 1,-6-1-11,-4-4-26,-3 4 1,-4-10 0,-1 6 0,-5 0 0,-3 0 9,-4 1 0,-3-1 53,-1 5 0,1 0 1,-1 0-1,0 0 73,0 0 0,0 0-66,0 0 1,5 0 0,2 0 0,-1 0 41,0 0 0,6 5-60,-3-1-26,17 1 0,-1-5 1,13 2-1,2 1-366,1 2-3,8-1 65,2-4 1,7 0 0,4 0 0,4 0-898,4 0 0,1-1 322,1-4 54,-1 3 1,5-6 869,0 4 0,31-29 0,4-13 0</inkml:trace>
  <inkml:trace contextRef="#ctx0" brushRef="#br0" timeOffset="4">24810 10136 11784,'7'-8'1719,"-6"2"0,7 5-1551,-3-4 0,-2 3 1,7-3-1,1 4 150,1 1 1,4 0-240,3 0 0,5 0 0,9 0 0,6 0 0,6 0 0,4-2 95,1-2-120,2 2 0,5-4 1,0 6-1,0-2 1,-2-1 2,-3-2 1,4-1-81,-4 1 1,-2 4 21,2-4 1,-1-2 0,3 1 0,-4 0 213,-1 0 1,0 1-99,-1 5-57,-11 0 0,9 0 0,-11 0 0,0 0 0,1 0 20,0 0 1,-2 0 53,4 0-122,-7 0 0,10 0 1,-3 0-1,5 0 1,3 0-84,1 0 1,0 0-27,-4 0 87,-7 0 1,2 0-1,-9 0 1,-7 0-1,-6-2-229,-7-3-8,-3 4-38,-6-5 0,-1 6 0,-4 0-1056,-4 0 0,-6 1-1156,-4 4 1538,-3-4 1,-11 12-1,-2-5 961,-1 0 0,-11 1 0,-7 1 0,-7-2 0,0 0 0</inkml:trace>
  <inkml:trace contextRef="#ctx0" brushRef="#br0" timeOffset="5">23659 10079 8160,'-7'-7'5,"6"-1"0,-5 4 1,1-2 1935,0-2-1288,0 5 1,5-5-1,2 3 1,3-2 265,4-1 1,5 1-770,5 7 1,5-4 0,9-1 0,7 2 99,5 1 1,14 1-171,12-4 0,2 2 0,-33-1 0,0 0 1,1 0-1,-1 1 58,39 0 1,-38 2-1,0-1 1,33-1-1,-6-2-100,-9 2 1,-9 1-202,-7 2 138,-7 0 0,2 0 1,-8 0-1,-5 0 1,-3 0-110,-4 0 1,-7 0 0,-2 0-290,-5 0 1010,2 0-402,-12 7 1,4-4 49,-3 6 0,4-4 0,1 5 1,-2 2 357,-3 6 1,4-1-240,-4 7 1,3-1-9,2 6 1,-1 1 0,-2 1 0,-2 4 141,2 2 1,1 0-126,2 6-336,0 0 1,-5-5-1,1 0 1,1-1 0,1-2 198,2-6 0,0-2-654,0-9-218,0 1 1,0-9-823,0-1 1,0-7-147,0-2 0,-6-6 0,-4-9-2349,-2 1 3963,-3 6 0,-37-49 0,21 26 0,1-1 0</inkml:trace>
  <inkml:trace contextRef="#ctx0" brushRef="#br0" timeOffset="6">23701 10122 8099,'-14'0'124,"5"0"0,-1 0 593,-1 0 1,-1 0 0,-3 0 566,1 0-1021,6 0 0,0 6 0,5 4 0,-2 3 338,2 1 0,2 0 84,1 0-436,0 7 0,4-4 0,1 5 0,-2 0 0,-1 0 390,-2 4 1,-2-1-309,-2-1-200,2 3 0,-11-5 1,5 6-1,-1 1 1,0-3 241,-3-2 1,1 3-353,2-3-8,-4-4 1,7 7 0,-4-3 0,4 1 0,1 0-236,1-1 1,-1-7 95,5 2 85,6 3 0,2-6 1,6 3-1,2-5 0,3-3 196,5-1 0,7-5-29,3 4-10,11-6 1,-5 4 0,14-7-1,6-2 1,8-3 245,6-4 0,-34 3 0,0-1 151,36-7-303,-34 7 0,-2 0 0,28-8 0,2 1 0,-7 2 0,-9 1 150,-10 1 1,-9 2-1029,-12-1-219,-2-4-209,-7 11-1961,-12-4 1869,-4 6 0,-14 0 0,-3 0 1188,-4 0 0,-18-8 0,-8-3 0,-5-1 0,0 1 0</inkml:trace>
  <inkml:trace contextRef="#ctx0" brushRef="#br0" timeOffset="7">23844 7364 8131,'7'-9'581,"0"-1"1,-2-1 3092,-1-2-2250,1-1-1175,-5 6 1,-2 4-1,-2 7 1,-6 3 875,-2 2-1072,-3-5 0,1 8 0,0-4 0,-2-1 0,-1 2 17,-2 0 0,-5-4-330,5 6 0,-5-7 0,4 2 0,-1-4-855,1-1 729,1 0 156,5 0 1,6-6 0,3-5 0,5-6 0,5-7-611,4-3 784,10-1 0,3-1 0,7 2 0,-1 2 0,1 3 289,-1 1 1,-1 4-148,-3 8 0,1-3 90,-6 8 1,0-1 0,-5 7-1,-1 4 363,-4 8 1,2 2-76,-6 8-108,0 6 1,-5 1 0,-2 7 0,-3 2 0,-4 1 482,-4 1 0,4 1-489,-1 0-254,1-7 0,-5 5 0,-1-5 0,1 1 0,0-4-101,0-3 0,0-8-587,-1-3 419,1-3 1,0-4 0,0-2 0,-1-5 0,1-4-454,0-1 0,-5-1 74,0-4 413,0-3 0,0-11 1,0 0-1,2 0 0,1 0 63,2 0 1,4 0 144,1 5 55,6 6 1,-4-5 0,9 6 0,3-1 50,4 3 0,4 3-174,1 2 8,7 0 1,-6 0 0,6 0 0,-2 2 0,1 1-138,3 2 1,0 0-559,6-5 456,-1 0 1,2 0-1,2-2 1,1-1-1,0-3-431,2-2 0,-5 3 743,3-5-76,-3 1 0,-3-1 0,-3 3 0,-6 0 845,-2 4-562,-1 1-6,-8 2 1,0 2-1,-7 3 1,0 6 652,0 6 0,0-1-256,0 3-437,0-3 0,-2-2 0,-1 0 0,-2 0 0,1-1 109,-3-3-1230,6 2 317,-6-10 317,1 10 0,3-12-369,-7 0 385,7-6 1,-3-8 0,6 0-1,1-1 1,4 0-143,5-4 1,-2 3 255,1-3 1,-4 5 284,4 4 1,-1-2-1,3 4 1,-1 0 24,1 3 0,-3 3-165,1 2 1,-4 0 265,4 0 0,-4 7 1,3 2-1,-2 4 317,-3 1 1,-1 0-307,-2 1 1,0-1-242,0 0 0,0 0 1,0 0-1,0 1-270,0-1-262,0 0 335,0 0 1,-5-4 0,1-1 0,-1 1-194,-1-2 1,4 0 147,-3-4 313,4-2 1,-4 6 182,0-4 0,-1-2 54,1 3-539,3-4 0,-5-1-758,2 0 565,3 0-1101,-4 0 1,6-1-157,0-4 0,2-1 853,2-4 575,-2-2 1,10 8-1,-2-5 1,3-2 30,1-2 1,-5 4 208,1-1 53,-7 7 1,8-9 0,-5 4 2140,2 0-1564,-5-5-444,4 12-449,-7-6 22,0 7-281,0 7 0,-5-4 0,-1 6-667,-2 2 0,3-3 508,-4 2-435,5-7 1062,-8 9 0,-9-4 0,-9 7 0</inkml:trace>
  <inkml:trace contextRef="#ctx0" brushRef="#br0" timeOffset="8">24427 7663 8120,'-8'-10'209,"3"1"0,3-2 1040,2-2 1,-1 4-1,-2-1 1584,-2-1-1960,0 5-574,5 6 1,0 8 0,0 6-1,0 2 1,0 1 806,0 2-986,0 6 0,-5-3 1,1 7-1,-1-2 1,0-2-40,0-1 0,1-5-217,4 4 86,-7-5 1,6 2 0,-4-6 0,2 1-1278,-2-1 931,4 0 0,-6-8 44,7-6 0,0-11-463,0-8 619,0-6 1,2 1-1,1-7 1,3-4 0,2-1-229,3-4 1,-3 5 216,2 2 1,-1 3 268,5 2 1,5 6 0,2 3-1,-1 4 128,1 6 1,-1 3-255,-1 6 249,-3 0 1,5 6 0,-7 3 0,-1 4-1,-4 1 159,-4 1 1,-4 4-39,-1-1-268,0 1 1,-6-4 0,-5-1 0,-5 0 0,-4 0 46,-2 1 1,3-6-911,-5 0 531,0-5 1,0 7 0,1-7 0,-1 0 0,2-3-372,3-1 0,3 0 533,2 0 5,0 0 0,6-1 70,3-4 0,10 3 76,4-2 24,4 2 0,6 2 1,1 0-1,3 0 1,2 0 778,2 0 0,3 0-358,3 0-573,-3 0 1,5-2-1,-7-1 1,-1-3 0,-2 0-821,-1-1 0,-7-4 685,2 2 204,-3-4 1,-2 4 0,-1-1 0,-4-1 1361,-4-2-54,-3 6-883,-2 0 0,-2 7 0,-3 0 196,-4 0 1,1 7-226,-1 2-238,5 4 1,-3 1 0,3 0 0,0 0-1,0 1-40,3-1 1,2-2-85,4-2-410,3 2 0,6-5 1,1 2-1,0-4 0,4-3-584,5-2 1,-2 0 471,2 0 0,-5-2 319,4-3 0,-5-3 0,1-6 0,-3 0 176,-2 0 1,-5 0 241,1-1 394,-7 7 0,3-4 1267,-6 2-1271,0 4-378,0 0 0,-5 12 0,1 3 1,1 4 273,1 1 1,2-4-213,0-1-285,0-6 1,6 8 0,4-4 0,2-1-1,3 0-482,-1-2 1,5-3 218,0-1 1,4-6-3,-4-4 0,5-7 1,-5-2-1,-2 0-195,-1-1 0,-2-3 470,1-5-79,-1-7 1,-5 5 0,-1-3 0,-1 5 0,-4 4 298,-2 5 446,-1 3-615,0 8 1,-1 4 0,-2 8 0,-2 7 0,0 7 761,-1 5 0,4 9-62,-2 1-340,-4 7 1,6-10 0,-3 3 0,4-3 0,1-3 132,0-4 1,0-2-516,0-7-464,0 0 0,0-4-858,0-1 1,4-12-1908,1-2 2492,0-6 1,-5-4-1,0-3 1,0-2 0,-2-2-650,-2-4 0,-3 1 1124,-2 1 254,-4-3 1,12 7 0,-4-4 0,3 5 0,2 3 961,0 2 0,11 2-477,4 2-21,15-2 0,1 8 0,17-4 0,4 2 0,3 3-505,2 1 12,0 2 0,19 19 0,-36-7 0,0 0 0</inkml:trace>
  <inkml:trace contextRef="#ctx0" brushRef="#br0" timeOffset="9">26701 8317 8181,'-14'0'-116,"0"-2"1,0-1 0,-1-2 0,1 2 993,0 1 1,0 2 0,0 0 496,-1 0 1,8-1-1023,2-4 1,14 3 0,7-2-1,5 1 95,4-2 1,2 3-204,1-2 0,7 0-147,3 0 0,3 2 0,2-3 1,-1 4 29,1 1 0,4 0-152,1 0 0,5 0 0,1 0 1,5 0-159,2 0 0,2 0-81,-1 0 222,-4 0 1,12 0 0,-5 0 0,1 0 0,-1 0-55,-2 0 1,-1 0 119,-6 0-44,-5 0 0,-7 0 0,-6 0 0,2 0 0,2 0-1,6 0 1,-3 0 7,8 0 84,-1 0 0,6 0 0,4 0 0,3 0 0,-1 0 9,-2 0 0,-4 0-112,-1 0 31,6 6 1,-4-4-1,1 2 1,-5-2 0,-3-2-164,2 0 0,1 0-183,2 0 270,0 0 0,5 0 1,1 0-1,0 0 1,2 0 61,0 0 1,-7 0-76,-1 0 95,0 0 0,-13 0 0,5 0 0,0 0 0,2-2 20,-1-2 0,5 2-42,-2-3 55,8 4 1,-2 1-1,2 0 1,-2 0 0,-4 0-29,-3 0 0,-3 0 92,-6 0-79,-7 0 0,-3 0 1,-9 0-1,-5 0 139,-3 0-133,-8 0 380,-2 0 623,-19 0-593,10 0-319,-10 0 1,12 0 313,-4 0 1,4 1-233,-4 4 1,3-2 0,2 7 27,0 1 0,-4 1-81,-1 3-79,0-1 0,5 0 0,0 2 0,-2 1 0,-1 2 341,-1-1-325,-1 4 1,5-5 0,0 7 0,0 1 0,0 2 158,0 1 1,0 1 73,0-1-236,0 1 0,0 4 0,0 2 0,0-1 0,0 3 21,0-1 0,-2-3 47,-3 5 0,4-2-101,-4 2 0,4 2 0,1-6 0,0 1 183,0 0-168,0 4 1,1-4-1,2 5 19,2-2 1,5-5-33,-6 5 1,6-2 0,-5 4-1,-2-3-3,-2 3 1,-1-4-83,0 2 1,0 3 0,0 3 0,0-2 48,0-1 0,-1 0-36,-4 1 0,3 1 41,-2 0 1,2-2-1,0-2 1,-1-2 33,-1-3 1,-1 6-36,5-2 0,-2-4 4,-3 0 1,2 0 0,-5 1 0,2 0-57,3 0 0,-3-1 64,1 0-21,-6-4 0,9 6 1,-2-5-1,2 3 1,2-3 59,0-1 1,0-1-53,0-1 0,-2 1 79,-2-1 1,2-4-1,-3-2 1,4-2 135,1-2-280,0-3-402,0-7-322,-7-1 1,6-14-3714,-4-2 2162,10 3 2320,3-7 0,19-52 0,-12 23 0,0-1 0</inkml:trace>
  <inkml:trace contextRef="#ctx0" brushRef="#br0" timeOffset="10">26772 10435 8136,'-1'-14'302,"-2"-1"1,-2 1 1175,2 0-452,1 6 1,2-5-35,0 4 1,2 3-597,3 1 1,-2 5-187,6 5 1,-6 3-1,4 7 1,-3 3 180,1 1 0,1 6-66,-1-1-207,-3 3 1,6 1-1,-5 0 1,2 1-1,-2 1 125,-2 3 1,4 2-254,0 3 1,0 3 48,-5-3 0,4 7 0,3 4 0,-1 0-56,0 0 0,4 5 63,-6-2 1,8 3-1,-3 2 1,2 0 36,-1 0 1,1-5-297,-7 0 176,1-6 0,0 5 0,0-7 0,-2 0 0,-2-3-208,-1 0 0,0 0-43,0 2 231,0 0 0,0-5 0,0-2 0,0 0 0,0 1-23,0 2 0,0-3-26,0 2 101,0-6 0,0 3 1,0-5-1,0 1 1,0 2 137,0-1 0,0-2 0,0-2-129,0 1 1,0-4-1,0 0 1,0 1-1,0-4 17,0 0 0,0-6 68,0 3-72,0 3 0,5-6 1,0 3-1,-2-4 75,-2 0-78,-1-1 3,7-6 0,-4 3 1,6-7 318,3 0-199,0 3-111,2-5 0,1 4 1,-1-6-1,0 0 1,0 0 72,0 0 1,2-1 3,3-4-35,3 3 0,7-4 0,-1 5 0,1-3 1,1 0 103,3 1 1,-3 1-255,3 2 98,3-6 0,-1 4 0,6-3 1,0 2-1,2 0-133,-4-2 1,7 1-67,-8 4 0,11 0 135,-6 0 0,3 0 0,-4 0 0,1 0-289,0 0 318,-1 0 0,1 0 1,-1 1-1,0 2 0,-3 2-18,-1-2 0,-5 3 11,5-1 1,-2 0-25,2-5 1,3 2-1,-4 1 1,2 1-78,4 0 1,-4-3 58,9-1 1,1 0-23,-2 0 1,7-1-1,-2-3 1,2 0 132,-2 1 0,-3-1-57,-7 0 1,1 2 0,-2-3 0,-3 4 76,-5 1 0,2 0 4,-2 0-56,7 0 0,-4-5 0,7 0 0,-1 2 0,1 2 169,0 1 0,1-2-49,3-3-72,-9 4 0,8-6 0,-13 7 0,-1-1 0,-2-2-73,-2-2 0,1-1-3,-1 1-108,-6 3 1,5-6 0,-2 5 0,5-2 0,2 2-4,-5 2 0,1 1 194,-4 0-90,-4 0 0,6 0 1,-6 0-1,1 0 1,-1 0 49,-2 0 1,-3 0 247,0 0-147,-1 0 1,0 0 0,0 0-1,1 0 154,-1 0-233,0 0 4,0 0 0,-4 0 0,-2-2 595,-2-3-379,-1 4-61,-5-6 1,0 1 62,0-3-101,0-4-178,0-1 1,0 4-1,0 1 1,0-2 0,0-2 127,0-1-237,6 0 1,-4-5 99,2 0 0,3 0 1,-1 3-1,0-1 44,1-2 1,-1-7 41,-1 3-69,-4-4 0,7 3 0,-5 1 0,2-3 0,-2-1-126,-1-1 0,2 0 141,1-1-36,0 1 0,0-1 1,1-1-1,0-1 0,2-3-166,0 3 0,-3 1 36,4 1 199,-5 7 0,7-6 1,-5 3-1,0-4 1,1 2-70,-4 0 0,-2 1 33,-1-3-10,0 1 1,0-1-1,0 1 1,0-2-1,0-2 27,0-1 0,0-2-161,0 2 0,0 2 45,0-7 1,0 4-1,0-3 1,0-1-85,0 1 164,0 3 1,0 4 0,0-2 40,0-1 1,0 0-71,0 4 1,0 2 0,0 2 0,0 1-23,0-1 1,0 0-33,0 1 0,0-3 0,0 5 1,0-2 44,0 1 69,0-1 0,0-3 0,0 4 1,0 4-1,0 3 213,0 2 1,-1 1-73,-4 3 253,3 4-523,-4 6 1,6 8-37,0 6 0,-2 7 68,-2 7 0,1 9 0,-7 5 0,1 9 412,1 4 0,-5 3-123,4 4 0,-2 1-169,1 4 0,4-4 0,4-6 0,-1 0 66,-2-1 1,1-5-269,4-4 1,1-2-453,4-3 0,-2-4 0,5-2 0,-2-1-4450,-3-3 5058,-1-2 0,-15 30 0,-2 8 0</inkml:trace>
  <inkml:trace contextRef="#ctx0" brushRef="#br0" timeOffset="11">24853 10478 8077,'8'-7'1113,"-3"-2"0,-4 1 855,-1-2-30,0 7-1330,0-3 0,0 22 0,0 4-190,0 4 0,0-4 0,0 4 0,0 1-26,0 2 0,0 2-283,0-1 1,0-1 0,0-2 0,0-1 86,0 1 1,0-4 50,0-2-260,0-4 0,-4 0-128,-1-1 222,0-6 0,-1-2 0,-4-6 0,-2-1 0,-4-4-498,-3-5 0,1-2-29,-5-3 152,-1 1 0,0 0 0,2 0 1,2 0-1,2 1-735,3 3 1,5-1 87,1 7-2092,5-7 3033,-8 9 0,23 15 0,-2 10 0</inkml:trace>
  <inkml:trace contextRef="#ctx0" brushRef="#br0" timeOffset="12">26701 11572 8019,'15'-6'203,"-1"3"0,0-7 1,0 1 814,0 1 1,-6 0-1,-1 5 982,-1-2-505,-4 0-913,4 5 0,-8 0-313,-2 0 1,-4 0 0,-7 0-1,0 0 90,-4 0 0,-5 0-152,-9 0-130,-10 0 1,-7 0 0,-7 0 0,-3 2-1,-5 1 37,-6 2 0,29-2 0,0 0-244,2 0 1,0-1 48,-4-2 0,1 1 0,-30 10 0,-1-6 0,4-2 0,7-1-182,5-2 124,10 6 1,15-4 0,9 3-391,5-4 283,10-1-717,3 0-2106,18 0 1629,-9 0-1831,10 0 3271,-13 0 0,-38 6 0,-9 2 0</inkml:trace>
  <inkml:trace contextRef="#ctx0" brushRef="#br0" timeOffset="13">23659 11657 8155,'-7'-14'266,"6"5"1,-4-1 0,2 1 1824,-2 1-1778,4 2 1,-7 9 0,5 5 0,-2 7 0,2 8 0,1 5 699,2 4 0,0 2-754,0 0 0,0-4 1,0 3-1,0-2 121,0 2 1,0-7-504,0 2 0,-5-7 0,1 1-1541,0-2 1028,3-1 1,1-12 90,0-7 126,0-7 1,0-12 0,-2-1-1,-1-4 1,-2-4-392,2-4 1,2-6 970,1 5-110,0-6 0,0 7 0,0-6 0,0 0 0,1 2 392,4 3 0,-2 9 685,7 5-801,-7 3 1,9 2 0,-2 1 0,4 4 0,5 4 699,5 4 0,4 1-556,5 0 1,4 0-305,5 0 1,3 4 0,2 1-1,7-2 8,6-1 0,0-2-66,6 0-171,0 0 1,6-2 0,0-3 0,2-2 0,2-3-129,-1 1 1,-9 1-87,-4-2 126,-10 4 1,-7 1 0,-11 0-337,-11 2 91,-12 2 405,-11 1 1,-3 4 0,-5 3 197,2 1 1,-3-4 538,4 6-482,0-7 1,5 10 0,0-4 0,0 4 244,0 1 0,0 0-275,0 0 1,2 1-114,2-1 0,-2 5 0,4 1 0,-1 1 83,0-1 0,1 6-156,-1-3 0,-4 4 0,4 2 0,-2-1 76,2 0 1,-3 1-21,2-1 1,-2 1-29,-2-1 0,0-6 1,0-1-1,0-2 19,0 0-111,0 0 1,0-10 0,0 1-85,0 1 150,0-5 46,0 0 0,-6-6 0,-5 0 1,-7 0-1,-7 0 173,-7 0 1,-10 2-168,-10 3 0,-16-2-116,-8 6 1,35-5 0,0 0 0,-3 2 0,1-1 0,-1 0 0,-1 0-221,1 0 0,-2 1 0,-3 0 1,-1 0 180,2 2 0,1-1 1,1-1-1,2 0-230,3-1 0,1 0 1,-32 3-1,1-5 0,9 2-609,8-2 1,7-2-225,9-1 0,3-1-888,7-4 395,6 3-289,7-4 1407,15 0 1,15 3-1,8-7 656,4-1 0,21-27 0,4-8 1</inkml:trace>
  <inkml:trace contextRef="#ctx0" brushRef="#br0" timeOffset="14">23403 9411 8039,'-13'-14'-70,"2"1"1,3 2 0,0 2 380,0-2 1,4 3 115,-6-2 0,5 6 0,-2-6 1,-1 1-1,1-1 2266,1 1-2382,1 6 0,4-4 0,-2 9 0,-2 3 75,2 4 1,1 5 0,2 4 0,0 2 163,0 2 0,0 0-205,0 2-252,0 3 0,0-6 0,-1 4 0,-3-1 0,0-1-134,0-1 0,3-1 67,1-7-2160,0 0 2,0 1 1671,0-8 1,6-3 0,4-12 0,2-8-79,3-5 0,5-2 295,4-6 1,-2 1 311,2-1 0,-5 6 0,3 1 0,-2-1 352,-2 1 1,-4 10-358,-5-3 958,4 11 1,-13-7-405,0 6 1,-6 7-463,-9 7-62,-5 4 0,-2 1 0,-5 0 0,2 0 0,2 0-287,3 1 1,1-1-45,5 0 1,0-1-4,-1-4 0,3 4 1,2-4 198,5 4 1,4-4 122,1 1 78,6-7 1,4 10-1,7-5 1,4 0 0,1-2 381,3 0 0,-3-4-230,2 3 0,-2 1-152,2-1 0,1-1 1,-5-4-1,1 0-179,0 0 0,2-6-784,-4-3 620,6 2 1,-9-7 0,3 1 0,-1-4-1,-1 0-376,2 1 0,-2-3 381,-7 0 1,1 0 112,-6 5 1,4-1-1,-4 1 183,-2 0 389,-1 6-431,-9 2 0,-1 6 1,-6 1-1,0 4 1,0 5 193,-1 2 0,1 4-156,0 3 1,5-3-6,-1 3 1,7-3-1,-3-2 1,1 0 106,0 0 1,0 0-304,5 1 21,7-1 0,2-5 0,10-1 1,5-1-1,3-4-357,1-2 1,2-1-598,3 0 779,-3 0 1,5-6-1,-8-3 1,-2-4 0,-3-1-811,-1-1 1067,-2 1 1197,-5 0-583,-6 0 1,-3 6-298,-10 3 0,2 4 50,-7 1 0,1 6 0,-4 3 112,4 4 0,1 0-79,3-4-270,3 4 0,-2-7-512,8 4 0,4 1-390,7-7 0,0 1 444,4-5 1,-3-5 0,3-1-1,-3-2-1010,-2-3 1219,7-2 31,-6-1 1,6 2-1,-8 1 460,-4 1 345,4 7-309,-12-3 0,6 7 0,-7 4 1,-2 4 595,-3 4 0,4 1-329,-4 0-441,-3 1 1,6 4 0,-4 0-1,1-2 1,1-1-9,1-2 1,-4 0 17,2 0-331,1 1 1,-1-6 0,-1-1 0,-2 0 0,-3-2-342,-2 1 0,-1-1-737,0-1 835,-1-4 0,1 5 0,0-7 0,0-4-304,0-4 0,6-4-31,3-1 464,3-7 0,9 4 0,2-5 0,4 0 0,3 0-309,3-4 0,-2 1 265,7 1 0,1-3 48,8 4 0,-3-4 0,3-2 0,-3 1 26,-1 0 1,-1 4 222,1 0 308,-7 7 1,-7-2 64,-5 9 0,-8 6 64,-2 8-271,0 4 0,-13 7 1,5 0-1,-1 4 1,-1 3 839,-1 1 0,3 3-500,-1-2 0,5-2-358,0 2 1,-3-2-1,3 2 1,0-4-66,3 1 1,1-5-394,0 3 138,0-4 0,0-5 0,0-1-1267,0 2 1001,0-4 0,0-3 154,0-8 1,0-1 0,0-8 0,1-3-140,4 1 0,-2-1 39,7 2 1,-1-1 133,6 1 0,4 0 1,-1 1-1,0 2 300,-2 2 1,3 6 698,0-2-570,0 3 1,-5 2 0,0 0 0,0 0 258,0 0 0,-6 7-320,-3 2 0,-3 4-149,-2 1 1,-7-1-1,-2-2 1,-5-2-271,-5 2 0,1 0-26,-5-1-15,-1 2 1,0-10 0,2 3 0,2-2 0,2 0-437,2 2 0,2 0 368,0-5 799,0 0-185,6 0 165,1 0 1,19 0 0,3-2-172,6-3 0,-2 4 69,5-4-362,-7 3 0,10 1 0,-5-2 0,2-2 0,-2 0-505,-2-1 0,4 3 281,-5-7 173,6 7 0,-9-8 0,1 5 0,-4-2 0,-4-2 173,2 2 1,-4 0 196,-2 4 405,-4 2 403,-1-4-1033,0 6 56,0 0 0,-1 6 1,-3 4 34,0 2 21,-1 2-194,11 1 1,2-7 0,5-2 0,-1-1 0,1-1-295,3 0 0,1-3-57,-3-1 228,1 0 1,0 0 0,1-1 0,0-4 0,-3-5-94,-1-2 1,-1 2 281,-1 1-54,-4-1 0,-6-4 1,0 0-1,-1 0 7,-4-1 1,0 6 147,-9-1-148,3 7 0,-11-3 0,4 7 0,-1 3 0,2 2 131,1 2 0,2-3-131,0 4-61,0-6 1,6 10 0,1-5 0,3 1-150,-1 1 0,2-2 75,7 1 96,4-3 1,11-1-1,2 0 1,-1-2 0,3-1-67,-1-2 1,1-2 428,6-3-209,-7 4 1,5-10 0,-5 4 0,2 1 0,-1-2 402,3 0 1,-6 5 2,-1-2-355,-3-3 0,-2 7 0,0-4 0,0 4 27,1 1 0,-6 0-442,1 0-54,-7 0-169,3 0 419,-6 0 266,0 0 1,-6 0-240,-4 0 0,-2 0 21,-3 0-27,1 0 1,-5 4-1,0 3 1,2-1-1,0 2 1,-2 0 0,3-4-83,-3 6 14,9-7 1,-2 8 0,2-5-305,-2 2 1,4-3-251,3 5 443,3-7 0,9 3 0,2-6 0,4 0 0,3 0-474,3 0 1,-4 0 165,4 0 449,-3 0 1,3-5 0,0 1 0,-2 0 652,-1 3-366,-2-5 159,1 4 0,-6-4 0,1 6 951,1 0-500,-5 0-453,0 0 0,1 4 0,2 3 106,4 1 1,-4-5-1070,1 2 426,-1-4 1,10-1-1,0 0 1,-2 0 0,-1 0-596,-1 0 1,3-5 154,1 1 418,0-1 0,-4-1 0,-1-2 0,-2-2 0,-1 1-26,-1-2 1,-5 3 174,4-2 357,-6 7 1,4-10 1045,-7 4-1065,0 3-140,0-1 0,-2 7 1,-3 0 81,-4 0 0,1 5-202,-1 0-71,5 6 0,-4-8-406,4 7 49,2-1 242,-4 5 1,12-6-1,2-2 1,1-1 16,1 0 1,-5 4 11,4-4 192,1 0 1,-1 0 0,-1 1 0,0 0 391,0 1 1,-3 4-116,4-2-44,-6-3 1,5 2 0,-5-3 364,2 5-432,6-4-258,-3 0 0,1-1 1,1 0-1,1-2 0,2-2-302,1-1 0,0-6-214,0-3 390,1 2 1,3-5 0,3 2-1,0-2 1,-1-3-212,-3 1 1,-1 0 256,-2 0 71,1-7 0,-3 10 0,-2-3 0,-5 1 25,-4 1-78,-1-3 42,-6 7 1,-2 2 0,-6 6 0,-1 2 0,1 1 26,0 2 0,0 6-46,0-2 195,-1 4 1,1 1 0,2 0 0,2 0-81,5 1 1,-1-6-56,1 1 12,1-7 1,5 8 0,5-6 0,7-2 6,4-2 1,4-1-404,-2 0 226,-3-6 0,9-2 1,-4-6-1,-1 0 1,1-2-181,-4-3 1,-1 2 201,-2-7 40,0 0 1,-1-4-1,-4-1 1,-4 1-1,-3-1-82,-2 1 1,0 6-4,0 3 252,-7 9 1,-1 4-1,-6 6 1,0 0-1,0 3 369,0 7 1,-1 6 1138,1 12-1173,0 0 1,4 1 0,3 1-1,0 1 1,4 1 725,1-5 0,2 1-1027,0-4-215,0-3 0,7-1 0,2-7 1,4-4-1,1-4-1840,0-3 1,1-2 1940,-1 0 0,6-51 0,2-12 0</inkml:trace>
  <inkml:trace contextRef="#ctx0" brushRef="#br0" timeOffset="15">23460 11131 7968,'-15'-7'-120,"1"0"0,0 3 107,0-1 1,0-5 589,-1 6 0,8-3 1,0 4 1211,1-2-1348,4-6 0,-2 10 1,8-6 201,6 1 0,2 4-543,3-2 0,-1-3 0,0 1 1,2 0-133,3-1 43,-3 3 0,-1-1 0,-5 0 0,1 1 0,2-1-62,1 0 1,-5 0-542,1 5 207,-7 0 0,5 0 356,-3 0 0,-4 2 848,4 3-543,-4 3 1,-1 6-1,0 2 1,0 1-1,0 3 406,0 3 1,-4-4-181,-1 4-358,-6 1 1,5 4 0,-5 1 0,1-2 0,-1-2-166,-2-1 1,2-2 98,-3 1-308,3-2 0,-10-2 0,6-2 0,-3-3 1,-2-4-314,-2-4 0,3-1 194,-5-5 252,7 0 1,-9 0-1,9-2 1,3-1 0,4-3 92,4-2 1,-4-1 532,6-6 164,-1 7-606,5-4 0,2 10-273,2-3 380,-2 4 1,11 1 0,-4 1-137,4 4 0,1-3 24,0 3-254,7 2 0,-4-5 1,5 3-1,0-4 0,0-1-642,4 0 0,0 0 372,3 0 263,-1 0 1,1-6-1,-1-2 1,1-3-1,-2-2-89,-4-2 1,-2-3 633,-7 4-275,0 0 0,-1 0 0,-4-1 1,-4 1 995,-3 0 106,-2 0-882,0 6 0,-7 2 0,-2 7-73,-4 4 0,5 3-58,4 6-154,-4 0 1,6 0-1,-3 1 1,4-1-1,1 0-37,0 0 0,5 0-105,-1 1-129,7-1 1,-3-5-1,6-1 1,1-1 0,0-4-402,4-2 0,-3-1 286,3 0 311,-3-6 1,-2 3 0,-1-7 0,-2-1 0,-3-3 98,-2-5 0,4 2 187,-6-7-136,1 7 1,-11-4 0,-4 7 0,-2 0 0,-4 1 225,-3 4 1,1-2-240,-5 6-64,5 0 0,-7 5 0,6 2 0,2 2 0,1 4 18,2 0 1,4 5-1,1-4-222,6 4 1,-4 1 0,9 0 0,3-1-299,4-3 0,9-4 251,0-6-138,8 0 1,1 0 0,6 0 0,-2-2 0,-1-2-259,-1-6 0,2 2 907,-2-1-155,2-1 0,-10-4 0,3 0 1,-5 1 1545,-4 4-870,-7-4-261,-1 11 1,-9-2 250,-3 8 0,4 4 53,-4 7-602,3-1 1,-2-5-1,-1 1 1,2 1-255,1 1 0,9-2 14,2-1-213,4-5 1,1 3 0,0-3-1,0 0 1,1-1 107,-1-1 1,2-7-2032,2 1 1691,-2-7 1,3 3 0,-8-7 0,-1 3-1,-1 1 45,-1 1 0,3 1 1119,-6-5 19,0 6 0,-5-5 767,0 4-1182,0 2-66,0 7 0,-2 13 0,-1 6 1,-2 0 541,2 1 0,-3-2-149,1 5-623,0-5 1,5 7-1,0-6 1,0 0 0,0 0-344,0 0 0,0 0-174,0-5 398,0 0 0,0-4 0,-1-2 0,-2-1 0,-4 0-326,-1-1 0,-1-1-147,-5-5 391,-1 0 0,1 0 1,0-2-1,1-2 242,4-6 0,-2 2 58,6-1-188,0-1 1,7-4-1,3-2 1,6-1-1,4-2-243,4 1 1,7 3 108,-3 0 172,-2 1 0,6 0 0,-5 0 0,2 0 0,-2-1 9,-2 1 1,-1 0-151,-5 0 447,1 6 0,-1-3 547,0 6-563,-6-6-218,-2 9 0,-1-2 0,1 7 0,2 3 0,3 0 151,2 1 0,-4 2-141,1-4-160,-1 6 0,1-5 0,-1 5 0,1-1-291,-2 1 1,-2-3-100,-6 1 380,0-5 0,-2 7 1,-2-7-1,-7-1 0,-5 1-288,-3 0 1,-5-2 86,5 3 202,0-4 0,5-1 1,0 0-1,0 0 1,-1 2-369,1 3 291,6-4-27,-4 5 311,10-6 1,2 0 446,10 0-441,9 0 0,-4 0 0,6-1 0,-2-2 0,1-4-115,2 0 1,-3 2-309,5-5 228,-6 1 0,8-1 0,-4 1 1,2-2-1,-2-3-388,-1-5 1,3 3 211,-6-3 184,1-3 0,-6 4 0,-2-5 1,-3-1-1,-2 0-28,-2 1 0,-3 1-3,-1-2 223,0-3 1,-1 13 0,-3-2 0,-2 6 332,-2 4 1,3 1-120,-4 5-215,6 0 0,-4 2 1,6 3-1,-2 4 1,-2 4 223,2 1 0,1 7 670,2 2-628,-6 4 1,4 0-1,-2-2 1,2-1 0,2 0 477,0-2 0,0 3-718,0-6-161,0 6 0,6-10 1,2 0-1,2-4 0,-2 0-164,-2 2 1,5-5 170,-2-3-464,4-4 1,1-1-1,1 0 1,-1-1 0,0-4-1238,0-5 1,0-1 613,1 2 809,-7-4 1,4 5 0,-2-6 0,1 0 0,-2 0-493,-4 0 0,1 4-182,-1 1 609,0-1 1,-5 1 358,0-1 0,-19 13 0,-5-1 0</inkml:trace>
  <inkml:trace contextRef="#ctx0" brushRef="#br0" timeOffset="16">24640 11188 8046,'-8'-8'2810,"-5"-4"-2098,12 4 0,-6-2-288,7 1 0,2 6 1,3-4-1,4 3-119,4-1 0,3 0-457,3 5 0,-2 0-287,7 0 0,-1 0 0,4 0 1,-2 0-2891,-1 0 2656,-6 0 673,8 0 0,-4 19 0,7 5 0</inkml:trace>
  <inkml:trace contextRef="#ctx0" brushRef="#br0" timeOffset="17">24896 11174 7836,'-8'-8'1515,"0"2"-279,3 6 723,4 0-1273,-6 0 1,7 1 0,0 4 228,0 5 1,0 2-123,0 3-628,0-1 1,0 0 0,2-1 0,1-2-1,2-2 23,-2 2 1,3 2-528,-1 1-4,6-6 1,-8 5-1,7-6 1,1 3-1120,1-1 0,3-5 306,-1 0 792,0-2 1,2-4 0,1-1 0,2-3 0,0-4-284,2-5 0,-4-1 244,7-8 422,-7 0 0,5-2 1,-6 0-1,0 4 1,-4 0 11,1 0 1,-2 5 878,-1-2-489,2 3 1,-9 3 0,7 2 408,1 2 1,-3 5-279,1 0-352,-6 2 1,5 7 0,-4 1 0,0 2 94,-1 3-200,5 2-358,-6-5 0,4 4-636,-6-2 506,0-4 741,0 0 0,-1-6-528,-4 0 0,2 0 92,-7 0 121,1 0 0,-5 0 0,-1 2 0,1 1 0,0 4 267,0 0 0,-1-2 181,1 5-356,0-1 1,5 4 0,1-2 0,0-2-1,1 2 556,1 2-408,1 1-245,5 0 1,7-1 0,4-3 0,5-6 0,4-1-377,2 2 0,2-3 48,4 2 76,1-8 1,-2 1 0,-2-7-1,-1-1 1,-1-3-435,-1-5 1,1 1 316,-4-5 346,-4 5 1,4-7 0,-8 5 0,-3-1 0,-1-1-106,-4 0 0,-2 4 833,-1 0-488,0 8 1,0 2-1,-1 5 1,-4-2 394,-5 2 0,3 8-111,-3 4-306,7 10 1,-8-3-1,6 3 1,0-2 0,1 1 305,-1 1 0,0 0-150,5-5-638,0 0 0,0-4 1,2-1-711,3 2 0,2-5 330,8-1 303,-1-3 1,0-2 0,0-2-1,2-3 1,1-4-125,2-4 0,0-1 488,-4 0 115,-8 0 1,6 1-1,-5 2 1483,0 2-998,-2-1-389,-6 2 0,-1 3 0,-4 10 0,-3 5 153,0 2 0,-3 2-197,6 1-232,1-7 0,4 4 1,1-2-1,4 1-252,4-2 1,6 2 0,4-6-224,-4 0 1,7-5 0,-4 0 0,1 0-1,-2 0 512,-1 0 0,5-26 0,1-5 0</inkml:trace>
  <inkml:trace contextRef="#ctx0" brushRef="#br0" timeOffset="18">27412 9084 8037,'0'-9'-76,"-1"1"1,-2 0 534,-2 0 32,0 5 1,3-5 0,-1 3 231,-1-4 0,-3-2-150,2 1 0,4 2 601,-4 4-590,4-4 0,-4-2 47,0 1-433,0 6-164,5-4 165,0 7-116,0 0 0,0 7 1,0 2-1,0 4 212,0 1 0,0 5-55,0 0-107,0 0 0,0 1 1,0 3-1,0 0 1,0 1 71,0 1 0,0 2 2,0 1-204,0-5 1,-1 3-1,-2-2 1,-2 3 0,2 1-196,1 1 0,2-2-46,0-4 139,0 4 0,0-5 1,0 5-1,0-2 0,0-1-35,0 1 1,0 1 40,0-3 69,0 4 1,0-11-1,0 5 1,0-1 0,0 2-40,0 0 0,0 4 3,0-7 55,0 6 0,0-8 0,0 5 1,0 0-1,0-1-20,0 0 0,0-1-17,0-1 49,0-3 0,0 4 0,0-5-38,0-1 14,0 0-308,0-6-59,0-2 305,0-6-829,0 0 0,2-6-2651,2-4 1066,-2-2 2493,11-2 0,7-58 0,-5 30 0,0-1 0</inkml:trace>
  <inkml:trace contextRef="#ctx0" brushRef="#br0" timeOffset="19">27370 8956 8062,'-5'-14'769,"0"0"320,2 0-854,1 6 0,2-5 0,2 5 0,3 0 0,4 4 0,5 2 488,5 2 0,5 0 0,8 0 1,2 0-63,3 0 1,-1 0-312,2 0-265,3 0 0,-5 0 0,5 0 0,-1 0 0,-4 0 94,-1 0 0,5 0 44,-3 0-165,-2 0 0,6 0 0,-3 0 1,5 0-1,3-2-12,1-2 1,0 2-242,-4-3 201,6 4 1,-3-1 0,4-1 0,-1-2 0,-3 2-118,-2 2 0,-1 1 126,0 0-39,-1-7 0,1 6 1,-2-4-1,-1 3 0,-4 2-148,-1 0 0,3 0 146,-5 0-122,0-6 1,-5 4 0,1-2 0,1 2 0,0 2-261,-2 0 0,4 0 270,-8 0 81,2 0 0,3 0 1,-2 0-1,-2 0 1,-1 0-25,1 0 0,-3 0 265,2 0-194,-7 0 1,5 0 0,-4 0 0,1 0 0,0 0 70,1 0 0,2-5-7,7 1-23,-1-1 1,-4 5 0,0 0 0,1 0 0,0 0 147,-1 0 1,-4 0-61,-5 0 2,-8 0 180,6 0-59,-11 0 103,4 0-25,-12 0 1,4 2 10,-3 2-179,-3-2 0,7 10 0,-4-2 0,4 3 133,1 1 1,0 0-131,0 0-90,0 0 1,0-2 0,0 0-1,1 4 1,2 0 38,2 0 1,0-2 57,-5 0-100,0 7 0,1-4 0,2 5 1,2 0-1,-2 0 149,-1 4 1,-2 0-54,0 3-80,0-1 0,5 1 1,-1-1-1,0 1 1,-3-1-21,-1 0 1,5-1-161,0-3 76,-1 3 1,1-2 0,0 5 0,0-3 0,-1 0-45,1 0 1,5-4-29,-6 1 91,7 0 0,-7-1 1,3 1-1,1 0 0,-1 0-3,-1-1 0,-1-4 13,-5 5-3,6-7 1,-4 4 0,2-5 0,-2 1 0,-4 2 13,-2-2 1,2-6-8,-3-1-69,-3-1 1,7 1-1,-6-1 1,1 2 0,3-4 29,-6-3-371,5 4 94,-2-6 351,6 4-117,0-6 245,0 0-111,-6 0-64,-2 0 0,-6 0 0,-1 0 0,0 0-95,-4 0 1,3 0 94,-3 0-55,-3 0 0,0 0 0,-5 0 0,0 2 0,0 1-129,-3 2 1,-3-1 88,0-4 32,3 7 1,-10-6 0,4 4 0,-2-3-1,-3-1 2,1 4 1,1-4 126,-4 4-46,1-3 0,-1 3 1,2-1-1,1-1 0,2 1 45,-1 0 1,-2-2 64,-2 3-155,1-4 1,4 1 0,0 1-1,0 2 1,0-2-143,0-2 1,6-1 131,-1 0-28,-3 7 0,4-6 0,-6 4 0,0-3 0,1-2-57,-1 0 1,0 0-5,-5 0 157,0 0 1,1 0 0,1 0-1,1 0 1,2 0-5,-1 0 1,-5 0-83,1 0 54,-3 0 1,10 0 0,-5 0-1,0 0 1,1 0 9,1 0 1,-1 0 267,7 0-239,3 0 0,-5 0 0,8 0 0,4 0 0,4 0 232,3 0 1,2 0-236,-1 0 44,8 0 1,-4-2 0,7-1-294,6-2 0,0-1 38,7 1 0,0 4-985,6-4 0,-1 3 0,0 2 0,-1-1 1164,-4-4 0,10 3 0,-3-4 0</inkml:trace>
  <inkml:trace contextRef="#ctx0" brushRef="#br0" timeOffset="20">27853 9141 8088,'2'-9'1993,"2"-1"-298,-2 1-168,4 1-1200,-6 2 1,0 7 0,0 4 0,-1 4 0,-4 6 845,-5 3-1023,4-2 1,-7 11 0,6-5-1,-3 4 1,1-1 281,-2 0 1,-1 5-80,3-6-469,-4 3 1,10-1 0,-5-2-1,0-5 1,2-3-673,0-2 0,1-4 307,5-1 9,0-6 0,0 2 1,0-10-231,0-4 0,2-5-80,2-5 568,-2 3 0,11-11 1,-6 3-1,3-3 1,-1-1-89,2 0 1,-3 4 538,2 0-83,-1 0 1,1-2 0,-2 2 0,0 3 689,0 1 1,-5 4-366,1-3-286,4 10 0,-5 2 0,5 9 0,0 3 603,0 4 1,-3 8-177,4 2-267,-5 7 0,7-9 0,-5 7 0,0 1 0,2 0 645,0-1 1,-5 3-604,2-3-261,3-4 0,-7 7 0,6-5 0,-3 0 0,1-3 181,-2-3 1,1-2-654,0 0-540,-2-6-2051,4 5 980,-6-12 606,0 6 1,0-14-1,-1-2-415,-4-4 0,-1-1 924,-4 0 628,-3 0 1,6-1 0,-8 1 0,1 0 205,0 0 0,1 4 0,4 1 0,-4 6 0,4-4 0,-4 3 502,-1-1 0,4 0-60,1 5 1175,6 0 1,-10-5 1635,4 1-2500,2-1-156,1 5 1,17 0 0,5 0 104,4 0 0,-2 0-1385,1 0 418,-4 0 1,4 0-1,0 0 1,-1 0 0,-2 0-2364,-2 0 778,0 0 445,0 0 1,0 0-1335,1 0 2739,-7 0 0,-2-6 0,-6-2 0</inkml:trace>
  <inkml:trace contextRef="#ctx0" brushRef="#br0" timeOffset="21">28152 9226 8088,'7'-14'-434,"6"0"1,-7 0 799,4 0 0,-2 4 2267,-3 1 618,-4 5-1032,5-8-1404,-6 10-416,0-4 1,0 8-1,-1 2 1,-2 6 469,-2 2 1,0 3-517,5-1-135,0 0 0,0 2 0,0 1 1,0 2-1,-1 0 107,-4 2 1,3-4-304,-2 7 0,2-7 1,2 4-1,0-2-165,0 0 1,0-1-10,0-3 14,0-1 0,0 0 0,2 0 0,2-1 0,7-4-254,7-4 1,-1-3 230,7-2 1,4-2 119,5-3 0,-1-1 1,-7-5-1,-3 2-27,-1-2 1,1-2-280,-8-1 120,4 6 1,-15-5-2028,6 4 1324,-6 2-211,4 1 0,-14 6 0,-2 0-1053,-4 0 0,4 5 945,-1 0 1249,7 6 0,-16 3 0,3 8 0</inkml:trace>
  <inkml:trace contextRef="#ctx0" brushRef="#br0" timeOffset="22">28507 9269 6656,'0'-20'-716,"5"4"1447,-1-3 0,1 1 1,-5 1-1,0-2 645,0 2 1,2 3-444,3 4 382,-4-3 1,7 12-172,-3-4 1,-4 5-670,4 5-70,-3 3 1,-2 11 0,0 1 0,0 2 0,0 4 327,0 0 0,0 0-254,0 2-388,-7-9 1,6 13 0,-4-12 0,3 1 0,1 1-46,-4 0 1,4-5-802,-4 2 504,3-3 0,7-6 0,1-2 0,2-2 1,3-3-766,2-1 0,3-4 512,3-3 327,-4-9 0,11-2 0,-7-4 0,-2-1 0,-1-3 53,-2-2 0,0 2 208,0 0-49,-6 1 1,3-6-1,-6 2 1,-2 2 0,-1 3 222,-2 1 0,0 2-209,0 5 155,0 6 0,-2 2 1,-2 6-86,-6 0 0,2 6 215,-1 4-205,6 2 0,-4 4 0,6 2 0,-2 2 0,-2 1 824,2-1 1,1 5 146,2-1-908,-6 3 1,4-3 0,-3-2 0,4 0 0,1-2-71,0 1 0,0-2-56,0-5-386,0 0 0,5 1 1,1-3-1,2-2 0,3-6-1917,1-2 0,7-4 476,0-2 360,7-4 1,-9-6 0,7-1 1400,1 1 0,27-25 0,8-7 0</inkml:trace>
  <inkml:trace contextRef="#ctx0" brushRef="#br0" timeOffset="23">27896 10463 8132,'12'-1'-297,"-1"-2"0,-1-2 1,-1 0 1236,-1-1 1,0 4 322,-3-3-779,-4 4 1,6-1-6,-7-2 406,0 2 86,0-4 1,-7 6 379,-2 0-872,3-7-235,-7 6 0,10-6 0,-7 7 376,-1 0-344,-1 0-113,-3 7 0,1-4 1,0 6-74,0 2 1,0 2-86,-1 1 6,7 1 0,-3-1 1,5 0-1,0 0 1,-1 0 142,4 1 0,-3 0-297,1 4 89,0-3 1,5 5-1,0-7 1,0 0-1,0 0-38,0 1 1,0-1-130,0 0 168,7-6 1,-4 3 0,5-5-1,0 1 1,0-1-160,3-3 170,1-1 31,3-2 1,-1 0 0,0 0 0,0 0 0,2-2 0,3-3 0,-3 2 50,3-6 1,-8 4 41,-2-5 0,1 6 1,4-4 176,0 1 26,-6-4-54,-2 4 0,-4-1-73,3 3 0,-4 2-72,4-2-247,-3 3 413,-2-4 0,-2 11 204,-3 0-343,4 6 0,-6-3 1,7 6-1,0 0 0,0 0 63,0 0 0,0 1-13,0-1 1,0 0-365,0 0 1,0 0-1,2 1 1,3-3-309,4-2 0,4 1-248,1-6 587,0-1 0,5 1 0,2 0 0,-1-4 0,2-2-123,1-4 0,-5-6 408,6 2-80,-6-4 1,2-6 0,-6-2 0,-1 1-1,-4-2 48,-4 0 1,-3 3 63,-2-5 1,-2 5-207,-3-5 1,-2 12 0,-9-1-1,-2 5-105,-1 5 1,-1-3 134,1 1 0,3 2-71,-3 8 0,3-2 0,2 6-112,0 2 126,0 2 137,-1 1 0,3 0-86,2 1 0,4-6-161,6 0 189,0-5 210,0 2 35,0-6 46,0 0-377,6 0-11,-4 0-142,4 0-193,-6 0-20,0 0 88,0-6 359,0 4 6,0-4 302,0 6-589,0 0-1646,7 0-613,-6 0-506,5 0 2123,-6 0 1,2 0 934,3 0 0,15 12 0,10 4 0</inkml:trace>
  <inkml:trace contextRef="#ctx0" brushRef="#br0" timeOffset="24">28194 10534 8094,'-8'-14'252,"-3"-5"0,5 0 0,0 2 877,-1 1 1353,-4 8-213,10 2 1,-6 12-1805,7 4 0,0 2 0,0 3 0,0 0 36,0 4 0,-4-1 0,-1 5 0,2 1-42,1-2 0,1 5-189,-4-3-217,3 3 0,-4-4 0,6-1 0,0 0 0,0-1-24,0 0-361,6-3 1,2-3 0,6-1-472,1 0 1,4-6 509,-1-3 1,8-4 0,-1-2-1,5-4 25,3-4 0,0-4 0,-4-3 1,-1-3 183,1-5 0,-7-1 258,-3 1-126,-3-2 1,-2 2 0,-2-8 0,-2-1 0,-5 3 304,-4 5 1,-1-2-32,0 3-159,0-2 1,-1 3-1,-4 6 1,-3 4 671,0 4-384,2 6-287,-1-4 1,6 9-1,-4 3-169,4 4 1,1-1 476,0 2 1,-5-1-232,0 5 1,0 5 0,5 0 0,0 0 60,0 2 0,-4-4-149,-1 7-130,0-7 0,0 8 1,-1-4-1,0 1 1,-2 2-351,0-2 1,0 3 190,-1-6-2,-4 0 1,5-5 0,-6 0-1,0 1-94,-1-1 1,1-6 166,0-3 1,4-4 53,1-1 1,0-1 0,-4-4 0,2-5-301,1-2 1,2-4 41,-1-3 1,-4-2-229,4-2 1,1-3-1,0 7 1,2 2-652,3 1 0,1 2-1819,2 0 2138,0 0 0,2 6 0,2 3 829,6 3 0,15 47 0,5 10 0</inkml:trace>
  <inkml:trace contextRef="#ctx0" brushRef="#br0" timeOffset="25">27370 10065 8067,'0'-9'-318,"0"-1"520,0-1 1,0-1 0,0-3 363,0 1 1,0 5 389,0-1 166,0 7-845,0-3 1,0 7 0,0 4 0,1 3 78,4 0 0,-4 4-219,4-2 0,-3 3 0,-2 1 1,0 0 1,0 0 0,0 0-159,0 1 33,0-1 0,0 5 1,0 1-1,0 1 1,0 1 102,0 0 1,0-3 50,0 5-114,0-1 0,5 6 1,-1-1-1,-1 1 0,-1-1 64,-2 1 1,0-6 62,0 1-245,0 0 0,0-1 0,0 0 0,0-3 1,0-1-21,0 2 1,-5-6-105,1 4 185,-1-3 0,5-2 1,0 1-1,0-1 0,0 0-32,0 0 1,0 0 43,0 1-4,0-1 1,0 0 0,0 0 0,0 0-1,0 1-25,0-1 0,5 0 28,-1 0-14,1 1 1,-5-1 0,0 0-1,0 0 1,2 0-11,2 1 1,-2-1 1,3 0 40,-4-6 0,-1 5 0,0-4 1,0 4 279,0 1-119,0-6-45,0 4 1,0-8-64,0 5-117,0-6 189,0 4 61,0-7 1,7 0-158,2 0 25,-3 0 1,7 0 0,-4 0 0,4 0-1,1 0 164,1 0 0,0 0-73,4 0-117,-3 0 0,6 0 0,-4 0 0,2 0 0,1 0 132,-1 0 0,5 0-34,-1 0-90,3 0 1,1-5 0,1 0-1,-1 2 1,1 1 122,-1 2 0,1-1-203,-1-4 66,1 3 0,-1-4 0,0 6 0,1 0 0,-1 0 55,1 0 0,-1 0-142,1 0 42,-1 0 1,0 0 0,1 0 0,1 0 0,1 0 11,3 0 0,-1 0 27,-5 0-39,1 0 0,-1 0 0,1-1 0,1-3 0,1 0-5,2 1 1,1 1 32,-6 2-13,7-6 1,-4 4-1,6-4 1,-1 1-1,-1 0 0,0 2 1,-1 0-48,-1-2 41,-3 4 1,10-6 0,-7 7-1,-1 0 1,-2 0 29,-2 0 1,5 0 77,1 0-110,5-6 1,-9 4 0,3-2 0,-3 2 0,-1 2 6,-1 0 1,1-5-3,-1 1-18,0-1 1,-4 3-1,0-1 1,1-2 0,0 1-63,-1-3 0,1 6 70,-6-4-28,7 3 0,-12 1 0,3-2 0,-3-2 26,2 2 0,2 1-21,-4 2 35,-6 0 1,4-5 0,-2-1 51,2-2-120,3 5 39,-1-3 1,0 1 0,0 0 0,-1 1 0,-2-1-71,-2 0 1,1-1 29,4 1 65,0 3 0,-1-5 1,-2 3-1,-3-2 1,0 0 94,0-1 1,-4 1-124,6 1 113,-7 4 0,3-12 0,-6 4 0,0-4 183,0-1 0,0 0-182,0-1-75,0 1 0,0-2 0,-1-1 0,-2-4 1,-4 1-20,-1-1 0,4-5-60,-6-3 40,7 1 0,-8-7 0,6 5 1,1-2-1,-1-2-270,0-3 1,-4-1 46,4-4 220,0-1 0,4 5 1,-3 0-1,-2-1 1,0-1-28,-1 2 0,-2 4 23,4 5 5,0 1 1,1 1 0,-3 3-1,1 5 1,0 3-49,3 2 0,-1 5 37,0-1-683,2 7 0,-4-2 0,6 10-1903,0 5 0,-2 2 1577,-2 2 1038,2 1 0,-17 30 0,3 9 0</inkml:trace>
  <inkml:trace contextRef="#ctx0" brushRef="#br0" timeOffset="26">27099 8757 7982,'0'-14'-1064,"0"0"4614,0 0-2618,0-1 1,-1 8-450,-4 2 1,4 5-1,-4 5-118,3 4 0,-2 4-258,-1 1 0,0 0 0,5 0 0,0 1 298,0-1 1,0 5-239,0 0 1,0 4 0,0-2 0,0-1 102,0 1 0,0 4-61,0-1-109,0-4 0,2 7 0,1-3 0,2 3 0,-2 1-123,-2 1 1,-1-1-116,0 1 81,0-1 1,0 0 0,0 1 0,0-1-1,0 1-230,0-1 0,5 1 178,0-1 80,-1 0 1,1-1-1,0-1 1,0-3-1,-1 3-53,1 0 1,0-2-235,-5 0 293,0-7 1,5 8 0,-1-4-1,0 0 1,-3-1-51,-1-3 0,0 4 228,0-2-126,0 0 1,0 0 0,0 0-1,0 0 1,0 0 184,0 0 1,5 4-197,0-4 39,-1 0 1,-4-3 0,0 1 0,2 2 0,1-1-62,2-2 0,0 3 80,-5-1-150,0 1 1,0-3 0,0 2-1,0 1 1,0-2-253,0-1 0,0-2 255,0 0 56,0 7 0,0-5 0,0 2 0,0 0 0,0-1 7,0 2 1,0 2 210,0-2-225,0-4 0,0 8 0,0-6 0,0 3 0,0 1-147,0 0 1,0 2-179,0-4 277,0 0 1,0 2-1,0 1 1,0 1 0,1 0-139,4-3 0,-4 4 43,4-5 152,-3 6 0,-2-8 0,0 6 0,1-1 0,3-2 61,0 1 0,1 2-44,-5-4-22,0 0 1,2 0 0,1 2 0,1-1 0,0 1-47,-3-4 0,-1 4 11,0-2 22,0 6 0,0-8 1,0 6-1,0-3 1,0-1-69,0 2 0,0-6 87,0 4 12,0 3 0,0-1 0,0 3 0,0-4 1,0-1 25,0 0 0,0 5 221,0-5-307,0 6 0,0-9 0,0 3 0,0-2 0,0 1-162,0 0 0,0 1 98,0-4 27,0-1 0,0 0 0,0 0 1,0 1-1,0-1-96,0 0 0,0-5 15,0 1 439,0-7 0,0 5 1,2-5 456,3 2-454,-4 0-47,5-5 0,1 0-24,2 0-149,-2 0 90,-1 0 1,0 0 347,4 0 0,2 0 79,3 0-372,-8 0 1,6 0 0,-3 0 0,2 0 117,2 0 1,-4 0-95,-1 0-252,1 0 1,6 0 0,1-2 0,2-1-1,0-2 0,1 2 0,-2 1 219,6 2-175,-7 0 1,10 0 0,-5 0 0,2 0 0,-2 0 16,-2 0 0,5 0-26,-1 0 13,3 0 0,-3 0 0,-1 0 0,3 0 0,1 0-37,1 0 0,-4 0-83,-1 0 52,1 0 0,5-1 0,-1-2 0,0-2 1,1 2-142,-1 1 0,-4 1 144,0-4 86,-1 3 1,11-4-1,-1 6 1,-3 0-1,-3 0 190,-4 0 1,1 0-133,4 0-97,1 0 0,-5 0 0,-1 0 0,1 0 0,0 0 8,-1 0 1,1 0-254,4 0 246,-5 0 0,3 0 1,-2-2-1,3-1 1,1-2-47,1 2 0,-5 0 55,-1-2-48,1 4 0,4-5 1,1 6-1,-2 0 1,-2 0-157,-1 0 0,-1 0 134,6 0 81,-1 0 0,-1 0 0,-2 0 1,-1 0-1,1 0 105,2 0 1,2 0-43,-1 0-28,0 0 1,-2 0 0,1 0 0,3-2-1,0-1 66,0-2 1,-2 0-557,1 5 320,5-6 0,-4 3 0,3-5 1,-3 2-1,-1 1-280,-1-1 0,-1 4 218,-3-3 138,3 4 0,-10-4 0,5 0 0,-1 2 0,-2 1-48,1 2 0,-4 0 402,3 0-209,-3-6 0,-2 5 1,0-4-1,0 3 1,1 1 147,-1-4 1,0 3-162,0-2-126,1 2 0,-1-3 0,0 1 0,0-1 1,0 0-14,1 0 1,2-1 28,-3 1 252,4 4 0,-10-10 0,6 4 252,0-1 0,-5 4-81,1-6-179,-7 7 1,5-10 0,-5 4 40,2-4 0,0-1-104,-5 0-86,0 0 1,4-1 0,1 1 0,-2 0 0,0 0 48,2 0 0,-3-5 39,2 0-95,-2 0 0,0 0 0,1-2 0,2-1 1,-2-3-39,-2-2 0,-1-1 4,0-1-48,0 1 0,0-6 0,0 0 0,0-1 0,0 0 133,0 4 1,0-6 1,0-1-113,0-3 1,0 3 0,0 0 0,0-1 0,0-2-6,0-2 0,0 1-345,0-1 244,0 7 0,2-4 0,1 5 0,2 1 1,-2-1 98,-2 3 0,-1 7-83,0 1 117,0 1 1,0-1 0,0 0 0,0 1 0,0-1 129,0 0 0,-1 0-136,-4-4-54,4 0 1,-6-2-1,6-2 1,-2-1-1,-2 0-372,2-2 1,-1 5-39,0-3 355,2 3 0,-4 1 0,6 1 1,0-1-1,0 1-279,0 0 1,1 4 305,4 0 32,-3 7 0,9-8 1,-5 6-1,2 1 1,1 2 147,-1 2 1,3-2 168,-6-3-263,6 4 0,-9-6 0,4 7 0,-1 0 1,0-1 107,-2 1 1,-2 0-90,-1 0 28,0 0 0,0-1 1,0 0-1,0-3 1,0-1-54,0 2 0,-1 1 53,-4 2-121,3 0 1,-4-5-1,5 0 1,-3 0-1,0 0-17,1 0 1,-1-2-115,0 2 181,2 4 1,-9-8-1,5 8 1,-2-1-1,-2 3 76,2 1 1,-4-1 164,2-1-212,-2 6 0,-3-5 0,3 4 0,1-2 0,1 0 4,-1 1 1,-1 5-90,-3-4 27,1-1 0,0-4 0,0 0 0,-1 0 18,1 0 1,5-1 1,-1 1 37,7 0 1,-5 1-1,5 2 1,-3 2 410,-2-2-277,5 4-133,-10 1 1,11 4 0,-4-1 19,0-1 1,3-1-63,-7 5 30,7 0 0,-10 0 0,4 0 0,-4 0-34,-1 0 0,-2 0-7,-3 0 15,3 0 0,-6 5 0,3-1 0,-4-1 0,-4-1-64,-2-2 0,-1 0 77,-3 0-22,3 0 1,-12 0 0,1 0-1,-5 0 1,0 0-81,2 0 0,-4 5-126,1 0 152,-13-1 0,12-4 0,-8 0 0,0 0 0,1 0-111,-2 0 0,-4 0-86,-1 0 187,7 0 1,-4 0 0,5 0 0,-1 0 0,-2 0-68,2 0 1,0 0 220,7 0-93,-2 0 1,-7 0-1,0 0 1,0 0 0,0 0-62,0 0 0,1 0 5,-1 0 37,0 0 1,0-4-1,2-1 1,1 2 0,3 1-3,2 2 1,-3 0-54,5 0 87,6 0 1,6 0 0,7 0 0,1 0 0,1 0 98,3 0 1,5 0-156,-1 0 8,-3 0 1,5 0 0,-5 0-1,0 0 1,1 0-318,1 0 0,-4 0-749,5 0 704,0 0 1,10 0 0,1 2 0,3 1-962,6 2 1,7 4-644,11-4 2018,3 0 0,23-10 0,8-3 0,5 0 0,0 0 0</inkml:trace>
  <inkml:trace contextRef="#ctx0" brushRef="#br0" timeOffset="27">28166 7862 8040,'5'-22'199,"-1"3"0,-1 3 0,-1 2 1425,-2-1 1,0 9-1148,0 6 0,0 8 0,0 11 0,2 6-92,2 7 0,-2 4 1,3 8-1,-4 2 26,-1 2 0,0 5 22,0-1 1,0-1-205,0 1 1,0-5 0,0 4-1,0-2 410,0-3-618,0-8 0,0-4 0,0-7 0,0-3-190,0-5 48,0-10 11,0-2 1,-5-14-1,-1-4 1,0-6 0,-2-7-384,0-3 1,0-3-776,-1-3 953,-4-3 0,10-8 0,-5-4 1,2-5-1,2-7-255,3-7 1,-1-2 681,-2-2 52,2 0 1,-4 6 0,6 5 0,0 8 0,0 11 867,0 11-719,0 14-25,0 9 0,-2 7 0,-1 2 0,-3 3 0,-1 4 115,1 4 0,-5 1-230,1 0-349,-2 1 1,2-6 0,2 0-1,1 1-880,-1-2 419,4 4 282,-2-10 1,6 6 0,2-5-384,2 2 1,11 0 977,8-5-41,11 0 1,-3 0 0,7 0 0,0 0-1,0 0 486,0 0 1,-2 0-318,2 0-380,-9 0 1,-4 0 0,-6 0-1,-2 0-2406,-1 0 1319,-8 0 297,-8 6 0,-8-5 802,-6 4 0,-26-6 0,-10-3 0,-5 1 0,1-1 0</inkml:trace>
  <inkml:trace contextRef="#ctx0" brushRef="#br0" timeOffset="28">27597 7066 8163,'0'-15'-155,"0"-4"0,0 0 1359,0 2 0,0 1 1560,0 2-1976,0 0 0,-2 6-539,-2 3 0,1 5 0,-7 5 0,-1 4 184,-2 4 1,-1 6 74,0 0-431,0 6 0,0-3 1,-1 7-1,1-2 1,1-2-88,4-1 0,-2-1-5,6 6-125,-6-7 0,10 0 0,-3-5 0,8 1 0,7-4-174,6-3 0,5-3 32,7 1 126,5-2 0,-4-7 0,3 0 0,-2 0 1,-3 0-306,0 0 1,-1 0-822,-3 0 839,-4 0 1,-5-5 0,-1 0 0,0 2 0,-1 0-1078,-4-2 1,-1 2 352,-3-7 1167,-4 7 0,-1-28 0,-7-1 0</inkml:trace>
  <inkml:trace contextRef="#ctx0" brushRef="#br0" timeOffset="29">27896 7080 8159,'0'-10'357,"0"1"0,1 1 1294,4-2 347,-3 4 0,4 5-950,-6-4 0,0 10 321,0-1-1032,6 7 0,-4 5 0,3 3 1,-4 3-1,-1 2 236,0 0 0,0-2-592,0 1 73,0 4 0,0-9 0,0 4 0,0-2 1,0-2-302,0-3 1,0 0-12,0-1 10,0-6 1,0 0 0,-1-7-238,-4-1 0,2 0 185,-7-14 157,7 3 0,-8-16 0,6 2 0,2-5 0,1-5-159,2-1 0,0-7-122,0-4 353,7-1 1,1 10 0,6 2 0,2 1 0,1 5-197,2 5 1,2 11 85,-3 9 132,-2 4 1,5 1 0,-7 3-1,-1 5 1,-4 7 61,-4 6 1,-4-2-83,-1 5 118,0-1 0,-1-1 1,-4-1-1,-6-2 1,-5 0-477,-3-2 1,-1-1-11,1-2-220,3 0 1,-4-1 0,7-2-1,2-3 1,1-2-3608,-1-3 4264,5 5 0,12-25 0,10 0 0</inkml:trace>
  <inkml:trace contextRef="#ctx0" brushRef="#br0" timeOffset="30">28208 6966 8131,'13'-22'497,"-3"3"0,-4 3 2989,-6 2-912,0 6-1800,6 2 0,-4 12 256,3 4 0,-9 8-502,0 6 1,-1 3-1,5 0 1,-2-2 368,-2-1 1,2-2-863,-3 2 1,4 1-141,1-6 0,4 0 1,3-5-1,1-1-424,3-4 0,3-2 456,5-7 1,-2 0-489,7 0 0,0-12 0,4-3 0,0-6-229,1-4 1,-5-2 543,-1-1 1,-5 1 372,1 3 1,-5-1-1,-5 6 1,-2 1 787,-1 3-852,-4 7 1,-2 3-6,-10 10 1,-3 7 0,-1 10-1,0 4 114,0 4 0,4 1 161,1-2 0,6-6-440,-2 1 0,3-2 1,4 2-1,3-5-795,4-3 1,5-7-320,5 1 1,0-7-3051,10 2 4271,-4-4 0,25-21 0,11-10 0,0-2 0,1 0 0</inkml:trace>
  <inkml:trace contextRef="#ctx0" brushRef="#br0" timeOffset="31">27370 11913 8131,'0'-9'135,"0"-1"545,0-1 1,0-1 0,0-3 321,0 1 1,0 5-155,0-1-643,0 7 0,0-2 1,0 10-1,0 5 265,0 2 0,0 7 0,0 2 0,0 2-95,0 7 0,0-1-247,0 4 1,0 2 0,0 0 0,0-1 124,0 1 0,0-2-329,0-4 61,0-1 0,0 1 0,0-3 0,0-2 1,0-5-195,0-3 0,0-7-488,0 1-938,0-7-542,0 3 871,0-6 914,0-6 1,0 3 0,1-7 0,2-1-857,2-1 1,0-3 351,-5 1 896,0-6 0,2-29 0,2-13 0,0-7 0,0-1 0</inkml:trace>
  <inkml:trace contextRef="#ctx0" brushRef="#br0" timeOffset="32">27384 11956 8131,'0'-14'0,"1"1"1187,4 4-72,-3-4 0,4 10 984,-6-7-1124,6 1-709,-4 1 1,6 0-1,-3 5 1,4-2 85,4 2 0,6 0 67,0-2-422,0 4 0,1-6 0,5 6 0,5-2 1,5-2-150,1 2 0,6-4 72,0 3-42,10-1 0,-18 0 0,8 0 0,-1 2 0,0 0-107,2-2 0,-5 4 142,0-4 53,0 3 0,1 2 0,1 0 0,1-1 0,-2-2-150,2-2 1,5 0-19,2 5 163,5-6 1,-9 4-1,2-4 1,-5 1 0,-3 1 39,2 0 1,-1 3-82,-1 1 69,-3-7 1,-7 6 0,1-4 0,-1 4 0,1 1 77,-1 0 0,1 0-89,-1 0 110,0 0 0,2 0 0,2 0 0,1 0 0,-1 0 26,-2 0 1,0-2-3,3-3-95,-3 4 1,5-6 0,-7 7-1,-1 0 1,-2 0 37,-1 0 1,0 0-40,4 0 3,-6 0 0,4 0 0,-6 0 0,1 0 0,1 0-49,0 0 0,-5 0-81,2 0 77,-3 0 0,0 0 0,1 0 1,2 0-1,0 0-4,2 0 1,-6 0 9,4 0 3,-3 0 1,-6 2 0,-1 1 2,2 2 7,-4 0 169,-1-5 197,-6 0-35,0 0-196,-6 0 1,4 1 536,-3 4-11,4 3-485,1 6 0,0 0 1,0 0-1,0 1 0,0-1 103,0 0 1,0 0-7,0 0-203,0 1 0,0-1 1,0 2-1,0 1 0,0 2 125,0-2 0,0 4-41,0-2-78,0 0 0,0-3 0,0 1 1,0 2-1,0-2 174,0-1 1,0 3-137,0 0-50,0 0 0,0-5 0,0 2 1,0 1-1,0 2 25,0-1 1,0-2-175,0-2 45,0-6 0,0 4 1,0-2-1,0 2-206,0 3 150,-7-7-11,6 4 1,-12-9 18,4 7 0,-4-7 37,-1 2 49,0 3 0,-1-7 1,1 4-1,-2-2 1,-3 0-109,-4 2 0,-1 0-32,-4-5 136,2 6 1,-10-4-1,3 4 1,-4-1-1,-1-1-39,1 0 0,3-1 172,-4 1-132,1-2 1,-1 4-1,1-4 1,3 1-1,0 2-31,0-2 0,2-1-34,-6-2 55,0 0 1,0 1-1,0 2 1,-1 2-1,-2-2-46,-2-1 1,0-2 13,1 0 32,-7 0 1,3 0 0,-6 0-1,0 0 1,1 1-85,4 4 1,-2-3 45,1 2 64,1-2 1,0 0 0,-1 1 0,2 1 0,2 1-56,2 2 0,4-6 145,0 4-94,6 3 1,-7-7 0,6 4 0,-1-2 0,1 0 14,0 2 0,0 0-59,4-5 31,1 0 1,-5 0 0,0 0-1,-1 0 1,1 0-45,0 0 1,0 0 25,4 0 23,1 0 1,1 0 0,2-2 0,3-1-34,1-2 1,2-1 8,5 1-107,6 4-527,2-6 1,7 7-766,4 0 898,-3 0 1,10 0 0,-2 0 0,3 0 0,1 0-3163,0 0 3703,-6 0 0,23-6 0,1-2 0</inkml:trace>
  <inkml:trace contextRef="#ctx0" brushRef="#br0" timeOffset="33">27611 12240 8111,'0'-14'0,"0"0"0,0 0 0,0-1 733,0 1 1,0 0-1,0 0 1091,0 0-1178,0 6 0,-1-3 1,-2 4 568,-2-1-1019,0 5 0,5-1 0,0 10 0,-2 6 571,-2 6 1,2 1-111,-3-5-466,4 7 0,1-6 0,-2 4 0,-1-3 1,-2-2 130,2 1 1,2-6-459,1 1-808,0-7 0,0 9-609,0-2 1116,0-4 265,0 0 0,0-7 1,0-4-1,1-4 0,2-4-138,2-1 0,6-7 71,-1-2 342,-4 2 1,7-6-1,-4 5 1,2-2-1,0 2 253,-1 2 0,-2 1 181,1 5-226,4 6 0,-10-3-71,6 6 0,-1 2 359,2 7-387,-4 4 0,-6 7 0,0-1 0,2 0-540,2 0 0,-2 0-6,3 1-618,-4-7 0,-1 4-1061,0-2 1258,0-4 638,0 0 1,2-6 0,3 0 0,4-1 156,4-4 1,-4 2 729,1-7-543,-1 1 1,4-5-1,-2 1 1,-2 2 530,2 1 1,-3 3-81,2-3-269,-7 4 1,5 1 76,-3 0 0,-2 2 436,6 8-726,-6-4 0,4 12 0,-7-3 0,0 2 0,0 2-149,0 1 0,0-1-30,0 0-265,0 0 0,0 2 1,0 1-1,0 2-348,0-1 1,0-2 275,0-2-525,0 0 1,0 0-456,0 0 1438,6 1-145,-4-7 1,10-2 0,-2-6 0,1-2 0,0-1 48,-2-2 0,1-6-61,4 2 19,6-4 1,-4-1 0,3 0 0,-3-2 0,0-1-236,3-2 1,-3-5 139,3 5 75,-10 0 1,4 0-1,-5 0 1,-1 2 204,-2 1 0,-3 6 107,-2 1-226,0 6 0,-2-2 0,-3 10 49,-4 4 0,-4 4 225,-1 1-234,0 0 1,1 5 0,4 0 0,2-1 0,3-3 262,-1 0-740,0-1 146,5 0 0,2 0 1,3-1-417,4-4 0,5-2-81,5-7 413,3 0 0,5-2 0,-2-3 0,-1-4 0,1-2-168,2 1 1,-3-2 322,0 2 398,-1 4 1,0-5-1,-5 6 1,-3 0-1,-4 1 931,-2-1 0,-4 0-218,4 5-591,-5 0 1,2 2 0,-6 3 0,0 4 549,0 4 0,-2 1-189,-2 0-574,2 0 1,-6-4 0,5-1 0,-3 2-330,-2 2 1,5-4-1311,-2 1 317,3-7 0,1 5-974,-4-3 1438,3-4 672,-4 6 0,6-9 0,0-3 0,0-4 51,0-4 0,5-1 73,0 0 43,6 0 0,-5-1 0,5 1 0,-2 0 0,3 0 628,0-1 0,-2 6-284,-1 0-292,1 5 1,-1-2 0,1 6-1,1 0 329,1 0 0,-2 2 56,-1 2-448,-6 4 0,5 6 0,-5 1 0,2-1-791,-2 0 1,-1-4-945,-2-1 705,0-6 0,0 10-607,0-4 1072,0-2 454,0-1 0,1-8 0,3-2 0,2-7 249,2-7 0,0 2 903,1-3-843,4 4 0,-10 2 0,6 2 0,1 2 340,-2-3 0,3 5-617,-6-3 218,6 7 1,-8-2-1,5 10 436,-2 4 0,4 4-757,-6 1-159,1 0 0,0 1 0,1-1 0,2 0-1041,3 0 1,2-1 522,1-4 552,-6-2 1,9-6 0,-3 3 0,2 0 0,0-2-538,-2-5 0,-1 0 107,-4-7 652,4 1 1,-7-6 0,5 1 0,-3 0 0,-1-2 539,-4-3 1,-2 3 356,-1-3-671,0 4 1,0 5 0,-1 2 0,-2 0 887,-2 0-1285,0 5 168,-1-3 0,3 12 0,-5 4 1,1 4 168,4 5 1,2-3-115,1 3-170,0-4 1,0 0 0,0-1 0,0 0-277,0 0 0,0 1 45,0-1 277,6-6 0,2 3 0,6-7 0,0 0 31,1-3 1,-1-1-15,0 0 167,0 0 0,-1-1 1,-2-4-1,-2-5 1,1-2 216,-2-2 0,3-1-32,-6 1-289,6 0 1,-10-2 0,4-1 0,-3-2 62,-2 1 1,-2 3-352,-3 0 186,-3 7 1,-6-3 0,0 7 0,0 1-1,-1 1-247,1 2 1,-5 5 154,0-1-53,0 7 0,10-3 1,-1 7-1,1-1-968,1 0 783,2 0 61,12 0 0,2-6 0,8-1 0,1-3 0,4 1-383,1-2 0,0-1 714,2-2 36,2-6 0,-8 2 1,4-3-1,-2-1 1,-2 0 816,-2-3 1,-4 3 714,-2-2-5,2 7-343,-10-9-905,4 10-100,-6 2 1,0 8-1,-1 6 1,-2 0 0,-2 0 91,2 1 1,1-1-244,2 0-365,0 0 1,0 1-1,-2-3 1,-1-1-598,-1-1 1,-1-6 594,5 6 110,0-7 0,0 2 0,0-10 0,1-6-351,4-6 0,-3 1 696,2-3-65,4-3 1,-4 6 0,3-3 0,1 3 0,-1 2 1090,-1 0-619,5 0-342,-3-1 1,6 7 0,0 4-1,1 2 189,-1 2 1,0 0-92,0 0-428,0 0 0,5 2 1,2 1-1,-1 3 1,3 1-617,-1-1 0,0-1 210,2-5 123,-4 0 1,-6 4-1,0 1 1,1-2-1615,-1-1 32,-6-2 1972,-2 0 0,-69-13 0,-16-3 0</inkml:trace>
  <inkml:trace contextRef="#ctx0" brushRef="#br0" timeOffset="34">28308 11629 8111,'0'-14'-126,"0"0"0,-2-1 1,-1 1-1,-2 0 1097,2 0 0,2 0 438,1-1 1,0 1-628,0 0 1,4 12 0,1 9-1,0 7-120,1 5 0,-4 4-572,3-4 0,-4 7 0,-1-4 0,2 2 44,3-1 1,-4-4 73,4 5 0,-4-7-396,-1 2 0,0-3 1,0-2-861,0 0 580,0 1 219,0-7 1,-1-2 373,-4-6 0,2 0-228,-7 0 94,7-6 0,-9-1 0,4-4 0,-2 2 1,2-2 22,2-2 0,-3 4-12,4-1-191,-6 7 139,9-10 234,-4 12-108,6 1 0,1 6 0,4 5 0,5-1 0,2 1 46,3 1 1,3 1-69,1-4-192,7 4 1,-3-11 0,9 2-1,1-2 1,0-2-587,2 0 1,-5-6 366,3-4-74,-3-3 1,-3 4-1,-3-1 1,-5-1 0,-3-1-2044,-2-2 1426,-6 6 1048,-2-5 0,-38 18 0,-7-4 0</inkml:trace>
  <inkml:trace contextRef="#ctx0" brushRef="#br0" timeOffset="35">28720 11601 8111,'7'-8'1824,"-4"0"116,6 3-542,-6 3-1009,4-4 0,-7 8 0,0 2 0,0 6 617,0 3 0,-2 1-811,-3 0 1,2 0-1,-5 0 1,2 1-234,3-1 0,0-1 102,-2-4 0,3 4-404,-2-4 1,2-1 0,0 2-284,-2 1 244,2-5 1209,-4 0-86,6-6-395,0-6-295,0-2 1,5-6-1,-1-2 1,-1-1-1,-1-2 66,-2 1 0,5 1-114,0-2-49,-1 3 1,-4-4 0,0 5 0,0 1-300,0 0-232,0 6 417,0 2 1,0 7-1,0 4 1,2 5 295,3 2 1,-4 4 108,4 3-206,-4-3 1,-1 9-1,0-4 1,0-1-1,0 1 120,0-4 1,0 0 16,0 2-206,7-3 0,-6 0 0,4-7 0,-3 2-136,-2 2-21,0-5 484,0-2 502,0-6-620,0 0-281,6 0 1,-4-6 0,2-4 0,-2-2-489,-2-2 1,0 4 162,0 1 2,0-1 0,0 1 0,0-1 0,0-1-2174,0-1 1880,0-3 539,0 1 0,0 0 0,-2 0 1,-1-1-1,-2 1-117,2 0 0,2 5 759,1-1-238,0 1 1,0-6 0,-2 3 1344,-3 2-892,4 4-360,-6 6 0,6 0 1,-2 2-1,-2 2 305,2 6 1,-3-2-258,1 1-328,0-6 1,3 10 0,-1-4-132,-1 4 216,-1-5-192,5-2 1,0-7-287,0-4 1,0-3 131,0-6 231,6 0 1,-3-1-1,5 1 1,-1 0 333,-4 0-250,5 0 0,-7 4-212,4 1-195,3 5-37,0-2 176,6 6 0,-5 0 0,1 0 0,1 2 0,2 1-1533,1 2 0,2-1 1707,3-4 0,47 13 0,-24-5 0,0 0 0</inkml:trace>
  <inkml:trace contextRef="#ctx0" brushRef="#br0" timeOffset="36">30768 8857 10480,'4'-10'1520,"1"1"1,1 6-1040,-1-2 1,-2 3 43,7 2 0,-5 0-286,4 0 1,1 0 0,5 0 0,3 0 0,4 0 0,3 0 535,5 0-638,8 0 0,0 0 0,8 0 1,3 0-1,0 2 223,0 3 0,4-4-375,-1 4 8,-3-3 1,0-2 0,-6 0 0,0 0 0,-1 0 6,1 0 0,0 0 146,-1 0-83,-5 0 0,2 0 1,-4 0-1,0 0 0,-1 0 42,-2 0 0,-2 0 42,-2 0-149,1 0 1,-1 0 0,-1 0 0,-2 0-1,-2 0-49,-3 0 0,-1 0 137,-5 0-148,1 0 1,-3-2-215,-2-3-360,-4 4 189,-12-6 1,-2 3 0,-8-1 0,-3 2 0,-3 1-3931,0 2 4377,-5 0 0,-14 6 0,-11 2 0</inkml:trace>
  <inkml:trace contextRef="#ctx0" brushRef="#br0" timeOffset="37">30896 7478 8245,'0'-14'85,"1"-2"1,2-2-1,2-1 1,-2 2 1731,-1 1 1,-2 7 0,0-1-500,0-1 0,-2 5 0,-3 1-47,-4 4-1064,-4 7 0,-1 7 1,0 7-1,0 2 0,0 2 171,-1-2 0,6 5-300,-1-3 0,2 2 1,-3 3-1,3-2-78,2-4 1,1 3-698,5-7 1,0 4 280,0-4 0,7 0 0,2-6 0,5-4-744,5-4 1,-1 1 271,5-1 708,1 0 1,3-11-1,-2-4 1,-1-4-1,0-3 80,-2-2 1,3-7 124,-6 3 122,-6-4 1,-2 0 0,-7 0 0,0 2 0,-4-2 353,-5 2 0,-8 6-198,-6 0-144,-6 9 0,4-1 0,-4 6 0,3 2 0,2 2 322,2 1 0,2 1-548,2 4-218,0-3 0,6 10 1,5-4-851,6 0 0,7 3 26,8-6 849,5 0 1,5-5 0,2 0-1,2 0 1,1 0 16,-2 0 1,-1 0 428,-1 0 164,-7 0 0,3 0 1,-6 0-1,-1 0 0,-4 1 1153,-5 4 1,-1-2-338,-3 7-765,-3-1 1,2 7 0,-7 1 0,-3 4-1,-1-1 236,1 1 1,-3 3-355,4-6-458,-6 1 0,9-4 0,-2-1 1,2 0-1,2 0-800,0 1 1,6-8-1240,4-2 1706,9-3 0,-3-2 1,4 0-1,-1-2 0,2-3-409,1-4 0,0-5 1005,1-5 0,-2 3 10,-7-3 0,0-2 1,1 3 1408,-1 0-929,-6 2 0,-2 7 1177,-6-1-1292,0 7 0,0-2 0,-1 10-29,-4 5 1,3 2-287,-3 3 1,4 4-1,1-1 1,0 0-612,0-2 292,0-2 0,6-5 0,4-1 0,2 0 0,3-2-937,-1 1 0,5-2 281,0-5 493,0 0 1,0-7-1,0-2 1,-1-4-1,1-3-235,0-3 0,0-3 519,-4-6 1,-6-5 96,1-1 0,-6-5 0,4 3 0,-2-1 60,-2 4 1,-3 5-239,-1 4 523,0 3 0,-1 14 0,-3 3 1285,0 8 1,-3 10-220,3 9-1051,2 4 1,-4 6 0,6 2 0,-2 0-1,-1 1 388,-2 1 1,1-6-419,4 2-505,0-3 0,0-1 0,0-2 1,0-4-1,0-4-3573,0-3 2348,0-2-1234,0 1 0,0-9 556,0-6 0,-5-8 943,0-11 975,0-3 1,1-6 0,-1-1 0,0 1 0,0-1 247,1 1 0,-6 4 378,5 0-303,1 7 0,4-5 0,0 5 1,0-2 1534,0 1 0,6 7 13,3 2-1441,4 6 1,8-4-1,1 7 1,1 0 0,1 0 63,1 0 1,1 0-138,-3 0-304,-2 0 1,-2 0 0,0 0 0,-2 2-300,-1 3 0,-8-2 396,-3 6 1,-4 1 380,-1 4 0,0 2 0,0 1 0,0 4 505,0 1 1,-4-3-36,-1 4-603,-6 1 1,8 3-1,-5-2 1,0-1-1,1 0 356,1-2 1,-3 3-594,4-6 0,0 0 0,5-5-467,0 0-742,0 0-13,0-6 88,0-1 858,0-7 0,0-7-275,0-2 325,0-4 0,0-1 43,0 0 0,0 0 1,0-1-1,0 0-192,0-4 1,2 1-12,3-5 0,-2-1 120,6-5 0,-4 1 1,4 0-1,2-2-298,2-4 1,0 9 172,-4-3 261,4 9 1,-5-2 0,6 9-1,0 2 1,0 5 389,1 4 0,-1 2-130,0 4 1,-5 3 0,1 8 0,-1 1 391,-1 2 1,-1 5-57,-7-5-360,0 0 0,0 0 1,-2 0-1,-3-4 1,-3-2 174,1-3 1,-6-3-411,3 3 1,-2 1-68,-2-6 1,-1-1-1,1-4 1,0 0-397,0 0 354,-1 0 1,6 0-420,0 0-90,5 0 1,0 0 367,8 0 1,9 0 0,8-1 0,1-2-153,3-2 0,2-5-51,1 6 513,1-7 0,-1 4 0,-1-4 0,-2 2 0,-3-2 342,-1-2 1,-2 4-27,-5-1 0,-1 5 1030,-4-4-806,-3 6-161,-6-4 0,0 9 0,0 3 1,-1 4-1,-2 4 481,-2 1 0,0 0-462,5 1-382,-6-1 0,4-5 1,-2 1-1,2 1-50,2 1-543,6-4 0,2-1 321,6-7 1,1 0 0,-1 0-1,0-2-444,0-3 0,2-3 335,3-6 1,-5 0 327,1 0 1,-1 1-1,-5 2 1,2 2-18,-1-2 1,1 3 405,-6-2-220,-1 7 0,-4-2 1,-1 10 366,-4 4 1,3 9-221,-2 1 0,-3 1-20,3-1 0,-1-3 0,5 3 0,0-3-157,0-2 1,1-1-15,4-4-230,-3 4 0,10-12 1,-2 4-1,4-3 0,4-4 92,0-3 0,1-2-317,-4-8 279,-1 1 0,0-5 0,0-1 0,-1-3 0,-4-2-238,-4-2 405,3-1 1,-6-1 0,2 3 0,-2 0 0,-2 4 488,0 2 1,0 1-251,0 5 0,-2 6-68,-2 3 0,0 3 0,-3 4-62,0 3 1,-2 7 272,4 7 0,-4 7-191,4-3 1,-6-1 0,3 0-1,-2 1-339,1-1 1,1-5-769,-1 2 0,-4-3 382,3-2 1,3-1-1,-1-2 1,0-3-3695,0-2 3039,-2-1 0,-2-7 1131,2-3 0,29-59 0,-3 21 0,0 0 0</inkml:trace>
  <inkml:trace contextRef="#ctx0" brushRef="#br0" timeOffset="38">32488 7492 8196,'16'-19'-1231,"3"0"1663,-10 0 1056,10 5 0,-17 8-931,2 6 1,-2 11 145,-2 8 0,-5 1 0,-1-1 0,0 3 429,-1 0 0,-2 4-384,4-7-1411,0 6 1,4-8 0,-2 5 0,-2-1-1,2-2-1475,1 1 1,2-4 2137,0 3 0,-38-16 0,-9-4 0</inkml:trace>
  <inkml:trace contextRef="#ctx0" brushRef="#br0" timeOffset="39">32346 8757 8217,'0'-14'345,"0"0"1828,0 0-1231,0 6 0,0 3-415,0 10 0,0 4 0,1 10 0,3 5 392,0 3 1,1 1-668,-5 1 1,0-1-1,0 0 1,0 1-180,0-1 1,0-1-16,0-3 1,0 1-252,0-6 1,0 5-1,0-5-2571,0-2 1492,0-7 310,0-4 1,0-8 0,0-2-623,0-6 1484,0-2 0,-5-4 0,1-2 1,-1-2-1,0-4 80,0-6 0,1 0-42,4-8 335,0 7 0,1-9 1,2 7-1,4 0 1,1 0 560,3-1 0,3 8-338,5 7-333,-3 3 0,4 8 1,-6 3-1,1 4 1,-1 1 198,0 0 1,-1 1-346,-4 4 6,4 3 0,-12 6 0,4 0 0,-3 0 1,-2 1 112,0-1 1,0 5-102,0 0 0,-2 0-102,-3-5 0,-3 0 0,-6 0 0,0 1-348,0-1 0,0-2 73,-1-2-34,1 3 0,5-7 0,-1 5 1,-1-3-1,0 0-2683,2 0 3059,2-5 0,7 9 0,0-4 0</inkml:trace>
  <inkml:trace contextRef="#ctx0" brushRef="#br0" timeOffset="40">32488 9042 13441,'-8'6'2166,"2"-4"-2107,6 4-593,0-6 434,0 0 1,6 0-1,4 0 1,2 0-280,2 0 0,-1-2 211,-3-2 1,2 0 0,-2-5 0,2-1 258,3 3 1,-3-6-11,-2 3 43,2-2 0,-9-2 0,5-1 0,-1 1 624,-4 0-551,-2 6-148,-1 2 1,-6 6 0,-3 0-44,-4 0 1,3 1-234,1 4 218,6-3 0,-3 10 0,6-2 0,0 2-22,0 3 1,0-6 300,0 1-149,6-1 1,-3 4 0,6-2 0,1-2 0,-1 2 351,1 2 1,-5-4-130,4 1-220,-6-1 0,8 1 1,-4-1-1,-1 2 121,0 2-514,5-5 141,-3-2 1,2-4 0,-1 1 0,2 2-800,2-2 730,1-8 0,-1 2 0,-2-5 0,-2 0 0,1 0-274,-2-3 0,4-1 101,-2-3 455,-4 1 1,2 0 0,-5 0 0,2-1 334,-2 1 57,-1 0-262,-2 6 1,-2 2 0,-1 7 79,-2 4 1,-4-2 165,4 7-317,0-1 1,5 5-1,0 1 1,0-1-1,2 0-295,3 0 1,2-1 41,8-4 0,-1 2-295,0-6 0,7 0 0,1-5 0,1 0-175,1 0 1,-5 0 117,5 0 478,-7-6 0,5 2 0,-4-5 710,1-2-89,0-2 333,-12 5 1,0 0 188,-7 4-1130,0 2 3,0-4 1,-2 6-213,-3 0 1,4 1-73,-4 4 1,5-3 15,5 2 0,-2-2 1,7-2 155,1 0 1,0-2 28,-2-2 0,4 2 166,-4-3 0,-1 4 0,2-1 166,1-2 1,-3 2 185,1-3-327,-6 4 1,10 1 193,-4 0-432,-2 0 0,4-2 51,-7-3 0,7 4-44,-1-4 1,3 3-612,1 2 378,0 0 1,0-4 0,0-1-569,1 2 627,-1-5 0,-1 0 0,-2-6-405,-2 0 1,-6-2-353,2-3 762,-3-3 1,-2-7-1,0 1 1,0-1-1,-2 3-562,-3 2 1134,4-3 1,-12 11-152,4-3 1,1 10 30,-2 4 0,2 5 0,-3 5 0,2 6 437,-2 6 1,3 4 0,0 4-1,2-1 664,2 1 1,3 2 253,1 1-1286,0-6 1,0 0 0,0-4 0,1 1 0,3-2-647,0-1 1,6-2 264,-5 0 1,6-6-291,-2-3 1,4-2 0,1 0-872,0 2 0,0-6 739,1-9 1,-3-3-1,-1-1 1,-1-2 332,1-3 0,-3-1 217,1-4 136,-6-3 0,8 12 1,-6-4-1,-2 3 1,-1 2 574,-2-1 1,5 6-255,-1-1-344,1 7 0,-3-3 0,2 6 0,6 0-2364,3 0 2242,1 6 0,-25 34 0,-7 13 0</inkml:trace>
  <inkml:trace contextRef="#ctx0" brushRef="#br0" timeOffset="41">30640 10307 8240,'-7'-14'-355,"4"4"0,-5 1 0,0-2 645,1-2 425,3 5 0,-4-3 0,5 5 1,-1-2-1,-1-2 2803,-2 2-3037,6 2 1,-4 6 182,10 0 1,3 0 0,8 2 0,3 1-177,4 2 0,12-1 1,6-4-1,6 2-312,4 3 0,6-4-834,5 4 474,-1-3 0,-9-2 1,-1 0-1,-2 0 0,-7 0-802,-7 0 0,-3 0-1714,-13 0-680,-7 0 1996,1 0 1,-13 0-161,0 0 1412,0 6 0,-13-4 0,5 1 1,-1-5 131,0-3 0,5-6 0,-2 3 0,6-6 0,0 0 0,2 1 0,2 4 0,0-4 347,5 4 1,-4-4 739,4-1 0,-6 0 0,4-1 185,-1 1 1,-4 5-687,2-1-639,-2 7 1,-2-5 0,1 5-671,4-2 0,-3 2-1837,3 8 2560,-4-4 0,-14 44 0,-2 2 0</inkml:trace>
  <inkml:trace contextRef="#ctx0" brushRef="#br0" timeOffset="42">31550 10165 8273,'6'-14'293,"-4"-2"0,4 0 1,-1 0-1,1 3 0,0 1 2686,1-1-2529,-3 5 1,-2 2 0,3 6 0,2 2 0,1 2-1,-3 6 1,-2 4 825,2 5 1,-3-2-1001,2 7 0,-2-2-82,-2 2 1,0 1-1,0-6 1,0 0-209,0 2 1,-5-6 0,0 4-868,2-3 0,2-6 181,1-1 246,0-6 0,-2 4 0,-1-9-487,-2-3 0,-4-7 765,4-7 1,0-7 82,5 3 1,0-4-1,0-2 1,0 3 251,0 2 0,2-1 1020,3 6-694,-4-7 0,7 11 0,-5-4-2,2 3 1,1 8-290,-1 3 0,-2 4-79,7 1 0,-6 6 1,6 2-1,-1 1-560,-1 1 1,5-1 161,-4 5 1,2-4-272,-1-1 1,3-5 0,-6 2 0,3-1-177,-1-1 1,-4 1 554,5-5 836,-7 0 0,8-1 26,-6-4 1,1-2-90,-1-2 82,-4-4 0,6 10 192,-7-6 0,0 4-995,0-5 417,6 7 1,-5-1 0,4 8 250,-3 6 0,-1-2-299,4 1 1,-3 1-207,2 4 1,-2 0 0,-2 0 0,0 1-234,0-1 0,2-2-140,2-2 1,-2 2-162,3-2 1,-2-2 0,2 1-93,4 2 1,-1-4 232,1-3 1,-4-2 145,5-2 1,-1-2 0,5-2-37,0-6 0,1-2 138,-1-3 0,0 3 52,0 2 0,-4-2 1,-1 2 494,2-2-295,-4 4 214,5-5 88,-10 11 0,4 2-169,-6 10 0,0-2-57,0 1 1,0 1-1,0 4 60,0 0-356,7 0 1,-6 1 11,4-1 0,-4-5 1,1 1-365,3 1-95,-4-5 327,12 7 1,-10-12 0,5 6 0,0-3-956,0 1 537,1 0-348,6-5 0,-6 0-2308,0 0 2002,1 0 1265,4 0 0,-6 0 0,-2 0 0</inkml:trace>
  <inkml:trace contextRef="#ctx0" brushRef="#br0" timeOffset="43">32260 10250 8302,'-7'-6'810,"-1"-1"-297,3-2 1,3-4 0,-4 5 1301,0 0-1104,4-4 1,-4 9 0,6-7 1926,0-1-740,0 5-763,0 0-1020,-6 6-1,-2 0 1,-2 6-1,1 2 1,-2 3-1,0 1-18,1 4 1,-1 2-89,6-4-175,1 6 0,4-4 0,0 3 0,0-3 0,1-2-515,4 0 0,3-1 416,6-4 26,0 4 1,5-11-1,2 2 1,-1-2-1,2-2-160,0 0 0,-4-6 537,1-4-119,-3-2 1,-2-3-1,-2 0 1,-2-3-1,-5-1 84,-4 2-1,-1-4-250,0 2 115,-12 0 1,2 5-1,-10 2 1,-1 0-1,-1 5-57,0 0 0,-5 3-8,3 4-1,4 6 0,-1-3 1,7 6-1,1 3-267,4 0 1,-2 2 87,6 1 195,0-7 0,13 3 0,5-7 0,6-1 0,3-1-627,3-2 0,2 0 382,1 0 312,7 0 1,-5 0 0,3-2-1,-4-1 1,-5-1 454,-5 0 1,1 3 1112,-1 1-744,0 0 0,-11 1 1,-3 4 369,-4 5 1,-1 2-454,0 2-644,-6 1 0,3-6 1,-7-1-1,1 0-1097,1 0 0,0-5 203,3 2-24,4-4 1,-4-1-1,10-1-678,4-4 1,4 2 732,1-7 774,0 1 0,-4-1 0,-1 1 0,2-2 0,2 0-240,1 1 1430,0-2-616,1 10 0,-1-9 0,0 6 758,0 2 0,-1 8 145,-4 4-1133,-2 4 0,-3 1 1,1 0-1,0 1 0,1-1 74,4 0 1,-2-1-310,1-4-237,0 4 1,6-7 0,-1 5 0,0-3-1,0-2-1225,1-2 0,-1-3 288,0-1 569,7 0 0,-6-1 0,4-3 1,-3-2-1,-3-2 97,-4-3 0,4-1 343,-4-3 24,-2 1 0,-1-5 1,-4 0-1,1 0 1,1-1 100,0-4 1,-3 2 116,-1-2-62,0 7 1,0-5 0,0 4 0,0-1 218,0 2 1,-1 8 342,-4 4-323,3 3 1,-4 5 0,6 5 518,0 6 0,-5 5-195,0 0-206,1-3 0,4 11 0,0-5 1,0 2-1,0-2 523,0-1 1,0 2-611,0-4-673,0 0 1,0-5 0,1 1 0,2-1-1298,2 0 363,6 0-48,-9-6 0,6-2-843,-4-6 1,-2-6 100,3-3 1538,-4-4 0,-1-1 0,-1 0 1,-4-1-1,-4 0-584,-4-4 1,-1 3 671,0-3 393,-1 9 0,6-2 0,-1 4 0,1-2 1,-1 2 1420,1 2-1119,6-5 1048,-4 9 0,9-4 0,4 5 323,9-4 0,5 3-1300,9-2-295,-1 2 0,0 2 0,1 0 0,-1 0 0,1 0-103,-1 0 1,1 0-213,-1 0 41,0 0 1,-1 0-1,-1 0 1,-4 0-777,-2 0 867,-1 6 424,-11-4 0,3 6 883,-6-4-766,0-2-51,-5 4 1,0 1-89,0 2 0,0 4 3,0 1-383,0-6 0,1 5 1,4-4-1,3 4 0,1 1-177,1 0 1,-1 0 129,5 1 75,7-1 1,-5 0 0,4-1-1,-1-4 1,0-3-35,-1 1 1,4-6 30,1 4 114,-2-3 1,4-9 0,-4-2 0,1-4 0,2-1 417,-2 0 0,-2-2-93,-6-3-317,-6 3 0,-1-6 1,-7 5-1,-2-2 0,-3 1 2,-4 3 1,-10 2 80,-5 3-243,-9-2 1,3 10 0,-3-2 0,4 2 0,6 2-353,4 0 439,-3 0 1,7 2-1,0 1-77,4 1-261,7 1 1,0 0-1,8 0 82,6-2 1,7-2 0,4-1 0,1 0-18,3 0 1,2-4 213,2-1 0,-6-1 0,1 2 0,0-2 471,-2-2 1,3 5-109,-6-2 84,0-3 1,-5 7-1,0-4 252,1 4-314,-8 1-133,0 0 0,-7 6-413,0 3 0,1-2-395,4-3 395,-3-2 0,10-2 154,-2 0 1,1-6 422,-2-4-220,4 4 1,-10-7-136,7 4 0,-20-10 0,1-3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04:35:28.840"/>
    </inkml:context>
    <inkml:brush xml:id="br0">
      <inkml:brushProperty name="height" value="0.053" units="cm"/>
      <inkml:brushProperty name="color" value="#FF0000"/>
    </inkml:brush>
  </inkml:definitions>
  <inkml:trace contextRef="#ctx0" brushRef="#br0">24185 583 8058,'0'-10'303,"0"1"1,0 4 540,0-4 0,0 4 959,0-5-821,0 1-821,0 1 0,0 3-38,0 10 1,0-2 0,0 7 0,0 2-21,0 6 1,0-2-1,0 4 1,0-1 12,0 0 1,0 2-140,0-3 31,0-2 0,5 5-1,-1-7 1,-1 0-41,-1 0 223,-2 1 1,0-6 952,0 1-952,0-7 1,0-8-1,0-11 1,0-4 1,0 1-117,0-5 1,-5 5-104,1-5 0,-6 7 1,4-2-1,-1 3 431,1 2-263,1 6-693,-1-4 0,4 8-352,-2-5 1,2 7 521,2 2-137,0 7 0,-1 4 0,-3 1 0,0 4 1,1 0-978,1 0 1,2-2 1495,0 0 0,6 7 0,2 1 0</inkml:trace>
  <inkml:trace contextRef="#ctx0" brushRef="#br0" timeOffset="1">24242 355 8102,'-8'-14'372,"-3"5"0,4 1 1594,0 2-1475,-3-6 0,1 11 1,-1-4-1,-1 4 0,-2 2 315,-1 4-727,0 3 1,0 6-1,0 0 1,-2 2-1,-2 1 26,-1 2 0,0 7-131,5-3 0,0 4 0,0 3 1,0 2-16,-1 1 0,6 2 161,-1-2-116,1-3 1,-1 9 0,3-5-1,0-3 1,4-1-29,1-1 1,4-3 2,3-2 1,3 1-1,6-6 1,0-1-177,0-3 1,7-5 115,3-1 120,2 1 0,3-2 0,-1-3 0,1-4 0,-1-1 112,1 0 1,-1-1-77,0-4 25,1-3 1,-1-11 0,-1 0-1,-2 0 1,-2-1 233,-3-4 0,1-3-119,-2-1-41,-4-1 1,1-4-1,-6-2 1,-1 0-1,-1-1 264,-3 0 1,-5-1-363,-5 0-73,-3-11 1,-6 17 0,-2-7-1,-1 6 1,-4 5-162,-1 4 0,5 2-291,-2 7 178,-3 6 1,6-3 0,-3 6 0,3 2 0,2 3-1547,0 5 1,-1 4-627,1 10 1632,0 3 1,6 5 810,3-3 0,23 41 0,5 4 0</inkml:trace>
  <inkml:trace contextRef="#ctx0" brushRef="#br0" timeOffset="2">24782 398 8082,'0'-9'3814,"0"-1"-3112,0 1-474,0 1 1,0 9 0,0 12 0,0 6 335,0 3 1,0 2-391,0 4 0,0 5 0,0 0 0,0-1 91,0-2 0,0-1-234,0-1 1,0 0 0,0-1 0,0-1 0,0-3 0,0-5 3,0 1-1600,0-10 0,0 4-96,0-4 1,0-4-347,0-5 946,0-6 1061,0-15 0,0-58 0,0 29 0,0 1 0</inkml:trace>
  <inkml:trace contextRef="#ctx0" brushRef="#br0" timeOffset="3">24782 441 8082,'-14'-15'-1431,"1"6"1915,4 0 1,1 5 1332,3 0 0,5 2-1400,0 2 0,6 0 1,9 0-1,-1 0 252,0 0 0,2 0-224,3 0-329,-3 0 1,10 6 0,-4 2-1,2 2 1,-2-1 142,-1 2 1,-2 2-468,-5 1 109,0 0 0,0 1 1,-1 0-1,-2 3 1,-3 1-264,-2-2 0,-1 0 150,-5 2 0,-1-1 0,-4 4 0,-5-2-247,-2-2 1,-3-1-214,1 2 528,-6-3 0,4 0 1,-5-7-1,2 1 0,0-2-361,2-4 498,1 4-2,2-6 0,5 4 392,-1-6-84,7 0-106,-3 0 0,17-1 0,3-3 0,3 0 207,4 0 1,-4-3-213,7-3-273,0 4 0,4-7 0,2 4 1,2-4-1,2-3-346,3-3 1,-1 3 319,2-2 112,-3-5 0,-12 8 1,-2-4-1,-4 1 1,-4 1 411,0-2 657,-7 0-653,0 5 0,-12 1 1,-4 4 400,-2 4-909,-2 3 37,-1 2 0,1 7 1,0 2-1,1 4 1,2 3-253,2 3 0,1-4 72,-2 4 143,-2 3 1,10-4 0,-3 4-1,4-2 1,-1-2 31,-2-2 1,2-2-28,-3 0-37,4 0 0,7-1 0,3-2 0,4-3 0,1-2-52,1-3 1,3-1-161,1-2 0,7-6 168,-3-4 1,0-4 0,0-3-1,2-4-162,2-1 371,-5-2 0,4-3 0,-7 2 255,-2 1 0,4 7-146,-2-2 1,0 3-1,-5 4 1,0 2 36,0 5 1,2 4-101,3 1 0,-8 1 1,3 4-1,-1 5 539,-1 2-550,-4 2 1,3 1-1,-6-1 1,-2 0-1,-1 0 178,-2 1 0,0-1-364,0 0 24,0-6 0,-2 4 0,-2-2 0,-6 1-153,-3-1 0,-1-3 98,0-2 1,-5-3-1,0 2 1,0 0-303,-1 0 1,4-2 424,-3 3-56,9-4 1,-2-1 0,2 0-96,-2 0 58,4 0-31,1 0 585,7 0-148,7 0-269,7 0 0,2 0 0,4 0 0,1 0 0,3 0-116,2 0 1,4-1-313,4-4 320,-4-3 0,4-1 0,-5-1 0,-2-1 1,-4-2-17,-4-1 1,-3 0 120,-2 0 7,1 0 0,-6-1 0,-1 1 881,-2 0-422,-1 6-476,-5 2 0,-5 7 0,-1 4 250,-2 4 0,5 4-25,-2 1-159,4 1 0,1-1 1,0 0-1,0 0-375,0 0 0,6-1 214,3-3-263,-2 2 1,5-10 0,-1 4 0,5-1-1,5 0-440,1-2 1,-3-3 425,4-5 237,-5-3 1,7-6 0,-4 0-1,1-2 1,1-2-133,0-1 0,2 1 865,-6 3-245,0 1 0,-5 5 0,0-1 418,0-1 0,-4 5-298,-1 1-83,-5 3 1,2 4 237,-6 3-390,0 3-190,0 0 1,0-1-362,0-2 435,0-3-118,0 4 1,-2-6 0,-2 0-206,-6 0 1,2 0-1,-1 0 121,-1 0 0,-4 5 0,-2 1 0,-1 0 0,-1 2-181,6 0 0,-6 2-148,9 4 264,-7-6 0,10 4 0,-4-2 0,4 3 0,1 1-218,1 0 1,-1-4 184,5-1 0,6-4 42,4 4 1,7-6 0,3 2 0,3-3-173,2-2 1,0-2 172,-1-3 0,1-3 142,-6-6 1,5 0 0,-7 0 0,-3 0 471,-3-1-20,-7-5 0,7 4 991,-7-3-717,1 3 1,-6 4-420,-4 2 0,-2 5-155,-2 10 0,-4 3 1,5 8-1,1 1 1130,2 2-1044,-3 6 1,6-2 0,-2 3 0,2 0 0,2-3 154,0 3 0,0 1-484,0 1 62,0-6 0,0 5 0,0-5 0,0 2 0,0-2-154,0-2 1,-2 4 0,-1-5-1,-1-2-637,0-1 1,3-6 124,1-1 426,-6-6 0,2 8 0,-5-6 446,-2-2 64,-2-1 0,-1-4 14,0-2 1,4-4-1,2-7 1,2 1-72,3 0 0,-3-7-500,1-2 0,2-4 1,6-2-1,3 1-547,2 0 1,6-1 396,5 1 0,6-1 102,-1 1 0,8 1 0,1 3 0,-1 5 284,-2 4 0,-2 5-194,0 1 523,-5 5 0,2-2 0,-6 8 1,-2 2 402,-1 6 265,-8 3-591,-2 1 1,-6 0-1,0 0 1,0 0 453,0 1 1,0-1-675,0 0-434,0-6-540,0 5 432,0-12 287,0 6 0,0-9 0,0-3 1,0-4-690,0-4 1,0-1 112,0 0 474,0-1 0,2 1 0,1 0 0,3 1-107,2 4 474,-5-4 3,10 12 1,-10-6-1,7 9 1,-1 3 906,-1 4 1,0 2 738,-3-1-1421,-4 2 1,10-4 0,-4 6 0,0 1-692,5-1 1,0-6-723,2-3 1,2 1-1106,3-1 0,3-7 2153,7-7 0,5-19 0,4-8 0,4-2 0,0-1 0</inkml:trace>
  <inkml:trace contextRef="#ctx0" brushRef="#br0" timeOffset="4">27199 867 7861,'-14'0'1158,"0"0"1,1-1 1843,3-4-2528,-2 3 1,10-6 0,-3 4 0,5-6 0,4-2 255,0-3 0,6 1-798,-5 0 0,4-5 1,-3-2-1,2 1-153,3-1 0,-3-4 65,2 1 0,-6 4 0,4 1 0,-1 3-496,-4 2 1,0 4 169,2 1 627,-4-1-391,6 3 1,-9 2 0,-1 10 0,-3 4-273,-2 4 1,5-4 188,-2 1 262,-3-1 1,6 1-1,-2-1 163,2 2 1,4 0 343,2-1 1,-1 1 0,7-5 2190,1 2-1523,-5-5-703,7 10 1,-10-10-283,7 6 1,-6-1-27,6 2-90,-7 2 0,5-5 0,-5 4-500,2-2 0,6-1-281,-2 2 608,-2-4 1,5-1-1,-2-1 1,2 0 0,4-3-126,3-1 1,-1 0 280,5 0 4,1-6 0,4-7 0,1-7 0,-1-1 1,-1-1 93,-3 0 1,-1 4 387,-8 0-256,2-5 0,-11 8 0,4-4 685,-5 3-567,-4 2-516,-1 6 0,-1 1 1,-4 9-637,-5 3 1,4-2 474,1 6 228,-3 1 0,5 4 0,-5 0 0,0 1-269,1-1-100,3 0 218,-2 0 1,6 0 0,2-1 0,2-3-616,6-6 664,3-2 0,7-2 1,4 0-49,3 0 1,1-2 121,0-2 0,6-3 0,-1-4 0,-2 2 78,-1-2 1,2-2 145,-4-1 1,7 4 0,-11 2 0,-4 2 202,-2 3 0,-4 1-38,0 2 0,-4 0 702,-1 0-389,-6 0-253,4 0 0,-9 0 564,-3 0-12,4 0-587,-6 0-266,1 0 1,3 0-120,-6 0 0,4 0-140,-5 0 0,1 2-47,-5 3 0,-1-4 0,1 6 1,0-3-138,0 1 1,0 6 162,-1-1 0,1 2 251,0 2 0,0 1 1,1-1 58,4 0 1,-3 0-168,8 0 36,-1 1 1,7-6-1,2-1 1,6-2-1,4-2-76,5-3 0,3-1-178,7 0 0,-3-1 221,-2-4 0,1-2 0,-4-5 1,-1-1 299,1-3 1,-2-1 323,-5 3-237,0 0 0,-4-1 0,-2 1 0,-2 0 1497,-3 0-1280,-1 6-329,-2 2 1,0 7 0,-2 4-81,-3 4 0,4 4-100,-4 1 507,-3 7 0,7-4 0,-4 7 1,3-1-1,2 1 518,0 0 0,-4 0-840,-1 4-44,0 0 1,5-4 0,0-2-1,0 0 1,0-1 123,0-1 0,0-1-969,0-4-25,0-1 0,0 0 0,0 0-3024,0 0 1486,0 1 1010,0-7 1,0-4 371,0-8 1,0-4 439,0-7 475,0 1 0,0-33 0,0-15 0,0-4 0,0 0 0</inkml:trace>
  <inkml:trace contextRef="#ctx0" brushRef="#br0" timeOffset="5">28109 768 7984,'-8'0'1871,"2"0"-306,-1 0-254,6 0 133,-6 0-1210,7 0-395,0 0 0,7 0 28,2 0 1,4-5-329,1 0 294,7-6 0,-6 8 1,4-6-1,-1-3 0,-1 0-286,2-2 0,0-1 666,-5 1 115,1 0 1,-3 4 0,-1 1 815,-1-2-771,-1-2-280,-1 5 1,-2 4-236,-6 8 408,0 11 0,0 5 0,0 5-54,0-1 0,2-11-117,3 1 1,-2-3-344,6 3 0,-4-1 0,5-4 0,1-2-110,1-1 1,2-4 132,1 2-48,-1-2 1,5-4 0,0-1 0,-2-3 0,-1-2-97,-2-3 0,-1-6 652,-4-2-139,4 0 1,-10 0 0,5 0 0,-2 1 487,-2 3 0,-3 5 399,-1 1-34,0 5-680,0-2-142,0 19 90,0-4 0,0 12 1,2-7-1,1 0 0,2 0 4,-2 1 0,0-1-374,2 0-123,-4 0 0,10 0 0,-4 1 0,0-1 0,5-1-479,0-4 0,2-3-327,1-6 809,5 7 0,-4-6 1,4 2-1,-1-6 1,2-6-217,1-4 0,0-3 713,2-3-204,-4 4 0,-5-11 1,-3 6-1,-1-1 1,-3 1 416,-1 2 1,-3 3 107,-4 0-32,0 7 0,-1-3-296,-4 7 1,2-1-336,-7 5-16,7 0 0,-5 5 0,5 1 0,-2 2 0,2 3-718,2 2 582,1 1 29,0 0 1,0 0 0,1 0 0,4-1-179,4-3 0,-1-3 352,2-2 1,-1-3 17,6 2 0,-1-2 0,0-2 0,0 0 191,0 0 0,-4-6 489,-1-4-421,1 4 1,2-7-1,0 4 1,-5-4 276,0-1 0,-2 4-291,-5 1 446,6 6-655,-5-10-191,6 12-395,-7-6 0,-2 7-928,-3 0 1062,4 0 207,-5 7 1,4-4-1,-1 6-185,-2 2 615,0 2-42,5-5 0,0 4 1,2-4 358,3 0 1,-4 0 2,4-3-211,-3-3 0,-1 5-209,4-2 0,-2-2-21,6 7-7,-5-7 0,2 5 0,-4-3-2,2 4 0,-1 2 14,7-1-205,-7 2 0,5-9 1,-5 7-1,3-1-568,2-1 479,2 5 1,4-10 56,0 7 0,0-7 0,1 1-84,-1-2 1,2-7 242,3 1 1,-4-12-153,4 1 1,-1-3 0,-1-1 0,2-4-218,-1 1 1,-7-3 249,-2 6 0,-6-5 50,2 5 0,-3 1 0,-2 3 249,0 1-31,0 6-188,-7 2 1,-1 6-1,-6 0 1,0 1-1,1 4 161,4 5 1,-4 2 247,4 3-293,2-1 1,-1 0 0,5 0 0,-1 0-40,0 1 0,3-1-244,1 0 159,6 0 0,-3-1 0,7-2 1,2-3-1,4-2-528,3-3 1,6 4-297,-1-3 707,9 1 0,-3-6 0,3-4 0,-3-5 0,-1-1 52,-1 2 0,-1-4 157,-3 4-35,-4-4 0,-10 5 0,-2 2 1268,-2 0-828,-1 4 2,-5-4 1,-2 6-1,-1 1 1,-3 4 573,-2 4 0,5-1-7,-2 2-691,-3-7 0,7 10 1,-6-6 328,1 1-1402,4 5 30,-4-11 1,4 4-1420,-2-6 1491,2 0 292,-4 0 0,6-2 0,1-2 1,3-6-157,0-3 1,3-1 186,-3 0 287,-2 0 0,11 0 1,-4 1 403,4 3 1,-4-1 468,1 7-543,-1-1 0,1 5 0,-1 0 0,2 2 611,2 2 1,-4 4 8,1 6-735,-7-6 0,8 5 0,-6-4 0,-2 4 0,0 0-591,2-4-841,-4 4 33,6-5 0,-7 1-520,0 1 1332,0-7 1,4-5 0,3-10-14,1-6 1,-4-1 303,6 5 41,-1-6 0,1 5 0,-1-1 0,1 5 0,-1 2 876,1 1-624,-1-5-59,5 12 0,1-5 0,-1 7 0,0 2 561,0 2 1,-4 6-94,-1-1-363,1 2 1,-1 2-1,1 1 1,1-1-1,1 0 201,3 0 0,-1-4-1261,0-1 589,0 1 1,0-2 0,1-4 0,-1-2 0,0-2-616,0 0 1,0 0 178,1 0 420,-1-6 0,0 2 0,-1-5 1,-2-2-366,-2-2 661,-6-1 37,4 0 0,-7 4-501,0 1 47,0 6 474,0-4 0,1 9 1,4 3-1,5 3 401,2 0 0,-1 3-290,4-7-164,-4 7 1,15-9-1,-2 3 1,3-4 0,3-1 180,3 0 0,3-1-206,7-4 1,-7 2 11,-2-7 1,-1 1 0,-3-5-1,-5-1-103,-3 1 0,-3 0 89,-5 0 4,-6 6 1,-3-3-96,-10 6 101,-3 0-213,-6 5 1,5 0-277,-1 0 117,7 0 536,-3 0 0,7 0 115,4 0-66,3 0-217,6 0 0,-6-1 0,-2-2 0,-1-4 294,0-1-470,0-1 59,-5-5 0,0-1 0,-2 1 56,-3 0 0,2 6 64,-6 3-33,6 4 1,-10 1 0,5 1 511,0 4 1,2 3-25,6 6-54,0 0 1,-5 2 0,0 2 0,2 1 0,2-2 523,1-1 1,-2-2-577,-3 0-634,4 0 0,-6 1 0,7-1 121,0 0 0,2-6-1120,3-3 831,-4-4 1,12-1 0,-4 0 0,4-1-1,1-4-850,0-5 0,2-4 117,3-5 867,-3 3 1,9-9-1,-4 6 1,-1 2 0,1 1 163,-4 2 0,4 4 24,-2 1 126,0 6 0,-4-4 0,3 7 0,2 2 0,1 3 1021,-1 4 0,4 4-446,-5 1 1,0 0 0,-6 1 0,-2-1 2177,-2 0-2000,-6 0-649,4 0 0,-7-4 0,-3-2 0,-5 0 0,-8-2-23,-5 0 0,-2-1-102,-6-5-619,-6 0 1,4 0 0,-5 0 0,1 0 0,3 0-2935,2 0 0,6 0 3533,1 0 0,-14-25 0,-7-7 0</inkml:trace>
  <inkml:trace contextRef="#ctx0" brushRef="#br0" timeOffset="6">24014 1777 7927,'-9'-9'577,"1"-1"668,2-1 0,1-2-928,5-1 0,1 5 0,4 1 0,5 0 0,2 2 0,2-2 0,1 1 441,-1 1-709,0 1 1,0 5 0,1 0 0,-1 0-44,0 0-39,0 7 0,-4 1 0,-2 6 0,-2 0 1,-3 0 149,-1 0 0,-4 2 102,-3 3-115,-3-3 0,-11 9 0,0-4 1,1-1-1,-1 1 29,0-4 1,1-1 76,9-2-265,-4 0 0,7-4 0,-4-1 354,6 2 0,15-4-111,8-2 59,6-4 1,8-1 0,2-1-1,0-3 1,-1-2 407,-2-2 1,-4 3-632,-4-4 1,-3 4-148,-7-4-1851,0 6-269,-6-4 1364,-2 7 0,-7 0 1,-4 0-1,-5 0 879,-2 0 0,-28-19 0,-6-4 0</inkml:trace>
  <inkml:trace contextRef="#ctx0" brushRef="#br0" timeOffset="7">24213 1578 7927,'-1'-19'636,"-4"0"0,2-5 218,-7 5 0,6-4 375,-6 4 0,2 0 1,-3 5 204,2-1 0,4 3-273,-5 2-966,1 4 1,-7 6 0,-1 2 0,-4 2 58,-1 6-266,-2 9 0,-4 3 1,0 8-264,-1 3 0,1 3 226,-1 7 0,2-2 1,4-1-1,4-3-183,3 3 0,2 1 135,0 2 1,6-7 0,3-3 0,3-3-11,2-1 0,7-6 125,2 1 0,4-7 49,1 2 0,5-3 0,1-2 0,3 1 190,2-1 1,3-5 158,5 1-326,4-7 1,1 5-1,0-5 1,1 2 0,1-2 64,-2-2-90,3-1 1,-10-4 0,6-3 72,-3 0 1,-2-3 37,-8-4 1,-2 0 0,-5-2 0,2-2 832,-2-1-675,-1-6 1,-3 3 0,-2-6 0,-3-2-1,0-4 515,0-3 0,-5-5-407,1 0-464,-8-1 1,1-1 0,-8 0 0,-4 1 0,-2 7-222,0 4 0,-6 5 375,0 4-825,2-4 1,-6 16 0,4-2 0,-3 5 0,1 5-3741,1 1 3206,1 2 1,1 2 0,3 4-566,3 9 1,2 0 1791,-1 9 0,-18 19 0,-5 9 0</inkml:trace>
  <inkml:trace contextRef="#ctx0" brushRef="#br0" timeOffset="8">25081 1649 7866,'6'-8'1558,"-5"0"642,4 4-2040,-3 2 0,-2-3 1,1 12-1,2 5 0,2 7 1,-2 3-1,1 4 0,-1 0 181,1 3 0,3-1 0,-4 1 0,2-1-51,-2 1 0,3-3-320,-1-2 1,1 1 0,-3-6 0,2-1-428,-2-2 1,-1-7-1551,-2 0 1366,0-5 1,0 0 0,0-8-1146,0-6 1354,0-2 0,0-3 1,0 0 431,0-4 0,-5 1 0,-1-4 0,-1 2 0,1 2 0,1 7 0,5 2-183,0 5 1,0-8 1870,0 2-744,0 4-491,0 0 0,7 6 0,2 0 0,4 0 218,1 0 1,2 0-352,3 0-417,-3 0 0,4-2 1,-4-1-1,1-3 0,2-1-97,-1 1 0,-3-3-280,0 4 332,-1-6 1,-1 3 0,-2-6 0,-4-1-95,0 1 1,-2 5 186,-5-1 225,0 7 0,0-5 628,0 3-620,0 4-53,0-5 0,0 12 0,0 3 0,0 4 750,0 1 0,0 5-92,0 0-398,6 6 1,-5-7 0,4 4-1,-3 0 1,-1 0 181,4 3 1,-3-4-454,2-2-65,-2 3 1,3-6-1,-1 3 1,0-3-41,-3-2-825,-1-6-1007,0-2 261,0-6 0,0-2 575,0-2 584,0-4 397,0-6 0,13-39 0,3-8 0</inkml:trace>
  <inkml:trace contextRef="#ctx0" brushRef="#br0" timeOffset="9">25678 1820 9285,'0'-8'3912,"0"-5"-3673,0 12 1,-7-6-1,-1 9-195,1 3-13,-6-4 0,7 12 0,-5-4 0,3 4 0,0 1-123,0 0 0,5 1-90,-2-1 1,-1 0 0,1 0-57,2 0 0,1 1 0,4-3 1,2-1-82,6-1 0,4-7 300,5 2 1,-1-4 35,5-1 0,-4-1 1,3-4-1,-1-4 57,-4-4 0,-1-1 55,-2-1 1,-4 0-26,-1-4 0,-6 3 0,2-5 0,-5 2 163,-5 0 1,-3 2-367,-6 8 0,-2-2 0,-1 6 1,-2 2-260,2 1 1,-1 2-282,-1 0 388,4 6 0,-1-2 0,6 5 0,1 2-438,1 2 1,2-4 99,6 1 469,6-7 1,3 5 0,9-5 0,4 2 0,3-2 138,5-2 0,0-1 398,-6 0-185,3-6 0,-5 4 0,5-2 0,-4 2 0,-4 2 601,-3 0 1,-2 0-165,1 0-412,-1 0 1,-6 2 0,-2 2-1,-1 6 434,0 3 1,-1 1-294,-4 0-322,0 0 0,0 0 1,0 1-1,0-1 1,0 0-228,0 0 1,0-4-956,0-1 747,0-6 0,2 4 0,3-7-61,4 0 1,4 0 129,1 0 282,0-7 0,-4 0 0,-1-8 0,1 1 159,-3 0 0,1 6 57,-3 3-302,-3 4 0,6-4 239,-4 0 0,-1 5 81,7 5-146,-7 6 0,8-8 1,-5 7-1,2-1 1,3 1 270,2-1 1,-3-4-138,-1 4-106,1-6 0,4 4 0,0-7 0,0 0 1,0-2 465,1-3 1,-1-2 109,0-8-521,-6 1 1,0-2 0,-5-1 0,2-2 0,-2 0-116,-2-2 0,-2 6-737,-4-4-147,4 3 1,-12 3 0,3 2 0,-2 3-3741,-2 2 4576,-1 1 0,14 24 0,2 5 0</inkml:trace>
  <inkml:trace contextRef="#ctx0" brushRef="#br0" timeOffset="10">26730 1877 5897,'8'1'3373,"-4"4"-3276,-2-4 0,-2 7 0,0-3-200,0 5 0,2 2 1,1 2-1,3 1 1,2-1-188,3 0 0,2-1 0,1-2 0,0-3-15,0-2 313,7-1 0,-5-5 0,3 0 0,-4-2 1,0-3 335,-1-4 0,0-5-214,0-5 0,-4-3 0,-2-7 1,-2-1 108,-3-3 1,-1-3-327,-2-7 110,0 7 0,0-2 0,0 9 0,-2 7 1,-1 5 353,-2 3-306,0 6-307,5 1 0,-4 20 0,-1 6 0,2 6 526,1 4 0,2 4 231,0 0-208,0 0 0,0-1 0,0-2 0,0-3 1,0-2 276,0-3 0,2 3-684,3-6-19,-4 0 0,5-4 1,-4-3-1,1-1-1672,2-1-673,6-7 1956,-9 3 1,9-12 0,-7-4 501,0-2 0,-13-28 0,-6-10 0,-1-5 0,0 1 0</inkml:trace>
  <inkml:trace contextRef="#ctx0" brushRef="#br0" timeOffset="11">26858 1805 7886,'9'0'-673,"1"0"1,-6 0 737,6 0 1,1 0 425,8 0 1,3 0 0,6-1 0,1-2-154,-1-2 1,2-1-979,4 1 484,-4 3 0,3-4 156,-10 6 0,4-6 0,-5-2 0</inkml:trace>
  <inkml:trace contextRef="#ctx0" brushRef="#br0" timeOffset="12">27483 1706 7819,'0'-14'460,"0"0"1266,0 6-1038,0 1-580,0 7 1,5 7 0,0 2-1,-2 4 368,-1 1 1,-2 5-351,0 0 0,0 5 0,0-4 0,1 1-89,4-1 0,-4 4-254,4-5 1,-3 0-1,-2-5 1,0 0-667,0 0 486,0 1 0,1-3-602,4-2 796,-3-4 1,10-6 0,-2-1-131,2-4 309,3-3 1,-1-11-1,0-2 1,-1 1-1,-2-1 235,-2 4 1,-1 1-38,2 2 37,-4 6 0,-1-5-410,-1 4 35,7 3 279,-9-1 1,4 14 0,-6 2 0,2 4 0,1 1 583,2 0 1,4 0-688,-4 1 2,6-8 1,-3 6-1,6-5 1,0 1-1,1-1-195,-1-1 0,0-3 54,0-4 154,1 0 1,-1 0-1,0-1 1,0-4-1,-1-4-2,-4-4 1,2-6 293,-6 0-236,0 0 1,-5 5 0,0 0 0,0-1 404,0 1-333,0 0-637,0 6 0,-2 2-1139,-2 6 1251,2 0-160,-4 0 1,7 1-1,4 3 1,6 2 185,6 2 1,-1-5 692,3 2-218,-3 3 0,-2-7 0,0 4 0,1-2 1247,-1 2-679,0-4-273,0 6 1,-4-3 0,-2 3 1102,-2 1-1033,-1 1-357,1 5 1,-4-4 0,2-1 0,-2 2 105,-2 2-298,6 1-142,-4-6 0,6 3 0,-5-5 0,3 1-227,2-1 0,-3-1 255,4-5 151,-6 0 0,10-2 0,-3-2 0,1-6 0,0-4-20,-2-5 0,1-3-402,4-7 300,0 1 0,0-5 0,1-2 0,-3 0 0,-2-1-69,-6 0 1,3 6 133,-3 1 94,1 7 0,-5 8-112,0 0 15,0 6-28,-6 1 1,0 14-1,-4 4 1,5 5 0,2 4 501,-2 2 1,4 2 22,-4 4-71,4-6 1,1 5 0,0-5 0,0 2 0,0 0 618,0 1 1,1-4-296,4-2-602,3-4 1,1 0-1,1-1 1,1 0 0,1-1-353,3-4 1,0-3-251,4-6 429,-3 0 1,9-1-1,-6-2 1,0-5 0,0-3-335,0-5 1,0-8 36,-5 1 192,1-4 0,-3-8 1,-2-1-1,-4-2 1,-1 1-577,0 3 1,-1 0 117,-4 6 544,-6 6 1,3 1 0,-7 9-1,-1 2 1,-1 6-243,-3 2 0,-4 10 206,1 6 173,-1 7 1,6 7 0,2 0-1,3 1 1,2 1 511,3 3 0,1-3 1271,2 3-1323,0-3 0,2-1 0,2-1 0,6-1 0,2-3 686,3-5 1,-1-4-861,0 0-306,0-7 0,0 3 1,1-7-1,-1 0 1,0-3-1333,0-1 0,1-5 245,-1 1 574,-6-7 516,4 3 0,-16-32 0,2-6 0</inkml:trace>
  <inkml:trace contextRef="#ctx0" brushRef="#br0" timeOffset="13">29232 1592 7688,'5'-6'2747,"0"6"-2083,-2 8 0,-2 4 0,1 4 0,1 3 0,2 5 0,-2 3-135,-1 1 0,-2 1 1,0-1-1,0 0-146,0 1-434,0-7 1,0 0 0,-2-4 0,-1 0-763,-2 0 0,0-7-1199,5-2 1559,0-5 1,0-11 0,2-10 89,3-4 1,3 1 575,6 6-200,0-1 0,0 1 0,2 1 0,1 4 1,2 4 246,-1 4 0,2 1 623,-1 0-626,0 0 0,-5 6 1,-1 3-1,-2 4 1,-3 1 413,-2 1 0,-1-1-215,-5 0-369,0 0 0,-8 0 0,-6 1 0,-7-3 0,-2-1-63,-1-1 0,0-5 77,-4 4-794,-1-6 0,1 4 0,0-7 1,1 0-1,3 0-1682,5 0 2214,3 0 14,8 0 0,5 0 0,13 0 234,9 0 0,6-5 198,3 0-155,1 0 0,4 1 1,2-1-1,-1 0 0,4 0 381,3 1 0,-1-7-327,7 1-281,-2-3 0,-8-1 0,0 0 1,-4 1-1,-6 2-201,-7 2 1,-5-1 61,-6-4 253,-3 0 1,-6 0-1,-1-1 1,-4 1-1,-4 0 132,-4 0 1,-1 4 528,0 1-501,-1 6 1,-4-4 0,0 9-1,2 3 1,1 4 294,2 4 0,1 3 182,4 3-360,3 3 0,4 5 0,-1-2 0,-2-1 1,2 1 478,1 2 1,9-5-466,2-3-384,-3 3 0,12-6 1,-4 3-1,2-5 1,1-5-1493,2-4 1,3 1 364,7-1 215,-7 0 1,5-7 987,-4-3 0,13-24 0,6-13 0,4-4 0,-1-1 0</inkml:trace>
  <inkml:trace contextRef="#ctx0" brushRef="#br0" timeOffset="14">30170 1848 7776,'8'-6'4640,"-1"-2"-2087,-7 0-1264,0-5-597,0 12 1,0 1-1,0 9 1,0 4-154,0 1 1,-5 0-1,0 2 1,2 2-452,1 0 0,2 3-566,0-2 296,0-3 1,7 4 0,2-7 0,4-2 0,3-2-1005,3 3 1,-2-6-1078,7-1 1782,-1-4 0,1-1 0,0-1 0,0-4 1,-2-5-109,-3-2 0,-4-7 555,0 0 0,-1-6 1,-2 2-1,-2 1-115,-5 3 0,-4 4 974,-1 0-357,0 1 0,-1 6 0,-4 3 479,-5 4 1,3 2-378,-3 4-351,7 3 0,-8 6 1,6 1-1,2-1 0,1 0 139,2 0 1,0 0-150,0 1-422,0-1 0,7-5 0,2-1 1,5-1-1,4-3-1000,1 3 1,4-6 305,-4 4 744,7-10 1,-4 2-1,5-6 1,-2-1 0,-3 1 371,-1-1 0,2 2 737,-4-1-734,0-4 1,-5 12-1,1-4 1,-1 3 0,0 2 1144,0 0-500,1 0-576,-8 7 0,4 0 0,-6 8 1,-2-1 8,-1 0 1,-4-4-35,-2-1-333,2 1 0,-11-1 0,2-1 0,-4-2 0,-4-1-492,1 1 1,-2-4 179,1 3-139,0-4 1,5-1 0,-1 2-1,1 1-618,0 2 0,4-1 594,1-4 514,6 0 0,-2 0 0,10 0 0,4-1 169,4-4 0,7 3-156,4-2 59,3-4 0,6 2 1,2-6-1,0 3 1,1-4 117,0-4 0,1 1-147,1-3-1,3-3 0,-11 5 1,1-5-1,-5 1 1,-9 4 256,-6 1 0,-5 6 71,-6 1-256,0 6 0,-8-4 0,-4 7 0,-7 0 1,-3 0 237,-4 0 1,0 7-38,-3 2-127,7 4 1,1-4-1,9 1 1,1 1-1,3 2 927,2 1-1052,-6 0-55,11 0 1,-4-1 0,10-2 0,6-2 0,5 1-292,3-2 0,6-2-88,-1-6 231,3 0 1,6 0-1,0 0 1,-2-1-1,0-4-357,-3-5 1,2-2 339,3-3 245,-3 8 1,5-6 0,-8 5 0,-2-1 0,-1 1 198,1 1 1,-9-2-87,-2 4 239,-3 0-47,-3 5 1,-2 2-116,-6 3 600,0-4 289,0 6-68,0-7-48,0 0 0,-4-2-965,-1-3 1,-6 4 308,1-4-504,-2 3 0,-3 2 0,1 0 0,-2 0 0,-1 0-276,-2 0 1,-1 0 166,1 0 1,8 5 0,-4 1 0,3 1-667,-1-1 487,5 5 352,2-9 1,7 9-1,4-7 1,5 0-81,2-3 1,9-1 310,2 0-115,-2 0 0,6-5 1,-3-1-1,1-2 1,0-4 148,-1-6 0,-7 1-46,2-7-124,3 0 1,-6-6-1,3-1 1,-5-4 0,-3 0-312,-1 1 0,-7 2 6,2 8 158,-4 4 1,-2 12-1,-2 5 1,-4 6-298,-1 6 0,-1 12 44,-5 7 588,6 1 1,-3 7 0,4-4 0,1 1 0,0-3 589,3-5 1,3 0-842,4-6-60,4 7 0,8-12 0,1 2 1,5-7-1,4-3-906,4-2 1,3-3-2464,0-1 1679,3 0 1801,7 0 0,15-21 0,9-8 0,6-3 0,-1 0 0</inkml:trace>
  <inkml:trace contextRef="#ctx0" brushRef="#br0" timeOffset="15">4849 5573 7856,'8'-6'1137,"-2"-2"16,-6 0 372,0 1-790,0 7 311,0 0-935,0 7 1,0-4-25,0 6 1,0 1 0,0 4-1,0 0 39,0 0 1,0 1-138,0-1 55,0 0 1,0 5 0,0 2 0,0 1 0,0 1-31,0 0 0,-2 3-93,-2-2 37,2 3 1,-6-3 0,5-2 0,-2 0 0,2 0-55,1 3 0,2-3-81,0 2 175,0-7 0,0 4 0,0-5 0,0 1 0,0 2-13,0-2 0,0-1-54,0-2 52,0 1 0,2-3 1,1-1-1,2-1 1,-2 1-89,-1 2 1,-2-4-55,0 1 33,0-7 0,1 8 0,2-5-544,2 2 342,0-5-232,-5 3 137,0-6 0,0-1 92,0-4-355,0 4 0,0-12 0,0 3 686,0-2 0,6-47 0,2-10 0</inkml:trace>
  <inkml:trace contextRef="#ctx0" brushRef="#br0" timeOffset="16">4920 5601 7915,'-8'-1'51,"2"-2"1351,-1-2-227,6-6-626,-6 3-388,7 0 1,2 2-1,1 4 30,2-3 1,6 4 0,-2-4-1,4 3 14,1 2 0,0 0-17,1 0 0,4 0-103,0 0 1,6-1-1,-1-2 1,2-2 91,3 2 0,-1 1 95,1 2-236,5 0 1,-4-1 0,4-3 0,-4 0 0,0 1-30,3 1 0,-2 2-87,7 0 31,-6 0 1,4-5-1,-4 0 1,1 2-1,0 2 13,2 1 0,-3 0-74,5 0 75,-5 0 1,8 0-1,-6-2 1,1-1-1,1-2 4,1 2 0,-4 2 46,5 1-25,0-7 0,0 6 0,-2-6 0,0 3 0,1-1-3,2 2 1,-4 1 8,-2 2 5,-3-6 0,-1 4 0,-1-3 0,0 4 0,-1 1 4,-3 0 1,3 0-13,-3 0-9,-4 0 1,7 0-1,-3 0 1,2 0 0,3 0-116,-1 0 1,2 0 98,4 0 32,-4 0 1,9 0 0,-4 0 0,0 0 0,1 0-29,0 0 0,-4 0-44,1 0 64,-9 0 0,3 0 1,-4 0-1,4 0 1,2 0 5,-1 0 0,-1 0 63,-3 0-57,2 0 1,-4-2 0,7-1-1,-2-2 1,-2 2 6,-1 2 1,-5 1-2,4 0-20,-5-7 0,2 6 0,-5-4 0,-1 3 1,0 2-1,0 0 0,-4 0 5,-1 0 4,-6 0 1,10 0 0,-4 0 0,4 0-2,1 0 0,-4 0-7,-1 0 45,1 0 0,-1 0 1,1 0 56,1 0 1,-3 0 78,1 0 200,-6 0 34,4 0-267,-7 0 592,0 0-586,-7 7 91,6-6-100,-6 12 1,7-5 165,0 6-165,0 0 0,0 1-60,0-1 0,0-5 1,0 1-1,0 1 68,0 1 0,5 3 6,0-1-104,0 0 0,-5 0 0,0 0 1,0 1-1,0-1 86,0 0 0,4 5-39,1 0-96,0 0 1,-5 0 0,0 1 0,0 1 0,0 0-64,0-4 1,0 3 131,0-1-90,0 0 1,0-3-1,0 2 1,0 1 0,0-2-10,0-1 0,0-2 49,0 0-50,0 0 0,0 1 0,0-1 1,0 0-1,0 0 0,0 0 0,0-4-200,0-1 185,0 1 1,0 4 0,1 0-156,4 0 165,-3 1 42,4-1 0,-4-6 0,1-2 102,1 0-142,1-4 63,-5 11 29,0-12-48,0 6 29,0-7 89,0 0-30,0 6-84,0-5 0,-1 6 20,-4-7-107,-3 6 69,-6-4 1,4 4 0,1-6-3,-2 0 1,-2 5 10,-1-1 38,6 1 0,-5-5 0,2 0 1,-4 0-1,-4 0 74,1 0 1,-2 0-82,1 0-35,0 0 1,-2 0 0,-2 0 0,-4 0 0,-2 0-204,1 0 0,-1 0 206,1 0-114,-1 7 0,-1-6 1,-1 4-1,-4-4 0,-1-1-73,-4 0 1,4 2 278,-2 3-119,6-4 1,-7 6 0,3-7-1,-2 0 1,-3 0 33,1 0 1,7 1 179,0 4-176,-4-3 1,7 4-1,-3-6 1,3 0 0,2 0 33,-1 0 0,-1 0-29,-3 0-58,9 6 0,-9-4 0,10 3 0,-6-4 0,-2-1-91,-3 0 1,1 0 87,5 0-57,-7 0 1,5 0 0,-5 0-1,2 0 1,-2 2-1,-1 2 1,4-2 264,-1 3-182,3-4 0,-3-1 0,0 0 0,1 0 0,2 0 22,2 0 1,-1 0-126,1 0 101,0 0 1,5 0-1,3 0 1,1 0-1,-2 0-73,-1 0 0,3 0-32,-4 0 68,5 0 0,-7 0 1,4 0-1,1 0 1,-1 0 46,4 0 0,-4 0-64,2 0 85,-6 0 1,8 0 0,-7 0 0,0 0 0,1 0-6,-1 0 1,0 0-20,-4 0 128,-1 0 0,1 0 0,0 0 0,1 0 0,1 0 126,3 0 0,1 0 40,-2 0-216,3 0 1,7 0 0,-2-1 0,-1-2 0,-2-2 221,2 2 1,6 1-142,1 2 47,1 0-449,-6 0 82,8 0-404,0 0 0,9-5 1,3 1-1,4 0-2124,4 3 0,-4-4 2701,1 0 0,12-12 0,8 1 0</inkml:trace>
  <inkml:trace contextRef="#ctx0" brushRef="#br0" timeOffset="17">5275 5786 7928,'0'-9'-161,"-1"-1"0,-3-1 3724,0-2-2047,-1-1-1261,5 6 1,-2 2 0,-1 8 0,-1 2 737,0 6-806,3 2 0,-1 3 1,-1-1-1,-2 2 1,1 1 210,-3 2 1,4 2-70,-6-3-260,5-2 0,-7 10 0,5-7 0,-2-1 0,-1 1 16,1 0 0,-3 0-24,6-4-409,-6-8 0,9 6 1,-4-5-1959,0 0 796,4-2 1118,-4-6 1,6-6 0,1-4 0,3-2 0,2-4-543,2-3 0,3-3 412,8-7 429,-3-5 0,4 8 1,-6-2-1,1 3 1,-1 1 210,0 0 1,0 7 503,0-2-4,-6 3 1,3 7-1,-4 1 1733,1 2-1552,-5 1-467,3 5 0,-4 1 1,1 4-1,2 5 333,-2 2 1,0 4-185,2 3-168,-4-3 1,6 6-1,-7-5 1,1 2 0,2 0 239,2 2 1,0-6-427,-5 4-86,0 4 1,0-8-1,1 6 1,2-2-1,2 0-47,-2-2 0,-1-1-263,-2-2-158,0 0 1,0-4-1,0-1-1841,0 2 688,0-4 942,0-1 0,0-8 0,-2-2 0,-1-6-1484,-2-2 0,-1-7 825,1 0 1297,4 0 0,-37-21 0,-2-6 0</inkml:trace>
  <inkml:trace contextRef="#ctx0" brushRef="#br0" timeOffset="18">5247 5942 7928,'-22'0'0,"3"0"0,8 0 1404,1 0-667,1 0 1514,1 0-1156,1 0 1,9-1-480,3-4-522,3 4 0,7-6 1,3 7-1,2 0 1,1-1-317,-1-4 0,4 3-1723,-5-2 1141,6 2 0,-7 2 0,4 0 0,-2 0 804,-2 0 0,23-6 0,5-2 0</inkml:trace>
  <inkml:trace contextRef="#ctx0" brushRef="#br0" timeOffset="19">5545 5886 7928,'0'-8'1112,"0"0"213,0 3 2254,0 3-1415,0-4-1694,0 6 1,0 6 0,0 4 0,0 3 130,0 1 1,0 5-426,0 0 0,0 6-184,0-1 1,0-2 0,0 0-1,0 0 131,0 0 0,0-3-636,0 5 264,0-7 0,0 4 0,0-7 0,0 0-1251,0 0 967,0-6 196,0 5 0,0-13 0,0 0-283,0-8 0,-4-9 187,-1-2 260,0-7 1,5 4 0,0-6-1,0-1 1,2 1-100,2 0 1,0-1 155,5 1 169,1 6 1,5-4-1,3 7 1,1 2 0,0 3 511,1 4 1,-4 4-160,3 6-236,-3 0 1,-2 0 0,0 0 0,-1 2 644,-4 2-427,-2 4-196,-7 6 1,0 1-1,0-1 1,-2 0 192,-3 0 1,-1 0-557,-3 1-41,-10-1 0,9-5 0,-10 1 1,1-1-1,-2 1-748,-1-1 1,5-4 348,-2 5-548,-4-7 1,12 8 0,-3-7 1158,2 0 0,37-28 0,8-8 0</inkml:trace>
  <inkml:trace contextRef="#ctx0" brushRef="#br0" timeOffset="20">5872 5928 7436,'0'-14'1493,"0"6"650,0-5-47,0 6-1518,0-1 0,-1 1 0,-2 9 171,-2 3 0,0 3-547,5 6 1,0 5 0,0 0-1,0 0-53,0 1 1,0-2 114,0 5-187,0 1 0,0 0 1,0-2-1,0-2 0,0-1-92,0 2 1,0-5-39,0 3-415,0-4 1,0 0 168,0-1 953,0-6-536,0-2 0,0-8 0,0-2 1,0-6-1,0-4-10,0-5 1,-1-1-641,-4-4 292,3-9 0,-4 9 1,6-9-1,0 4 0,2 4-640,2 1 0,-1 2 516,7-1 0,-1 2 171,6 7 1,0 4 0,3 2 0,2 2 16,2 3 0,-4 1 25,1 2 164,-3 0 0,-2 5 0,-2 1 0,-1 1 0,-3 1 568,-1 0 65,-3 1-467,-4 5 1,-1 0 0,-4-1 0,-4-2 172,-4-1 1,-1-6-456,0 6 0,-2-5-149,-3 4 1,3-6 0,-3 4 0,3-3-3196,2 1 869,0 0 1742,0 1 836,6-4 0,27-15 0,12-11 0</inkml:trace>
  <inkml:trace contextRef="#ctx0" brushRef="#br0" timeOffset="21">6270 5886 7928,'0'-15'-106,"0"6"0,0-1 4349,0 1-327,0-5-3619,0 6 0,0 3-49,0 10 1,0-2-1,0 8 1,0 3 977,0 4-1147,0 1 0,-4-5 0,-1 2 87,2 3 0,1-4-262,2 4 0,0-8 1,0-1-1,0 1-173,0 2 1,0-4-47,0 1 0,0-6 645,0 6-305,0-7 0,0-8 0,2-9-156,3-2 1,-4-6 66,4-2 45,3-3 0,-7 1 0,4 2 0,-3 3 0,-2 2 420,0 0-332,6 1-419,-4 3 0,4 9 378,-6 6 1,0 6 41,0 9-52,-6 5 1,2-4-1,-3 3 1,0-3 0,4-2-321,1 0 1,-2 0-1095,-1 0 1,0-4-1907,5-1 3302,0 1 0,19-34 0,5-9 0</inkml:trace>
  <inkml:trace contextRef="#ctx0" brushRef="#br0" timeOffset="22">8375 5516 7889,'-8'0'3643,"1"0"-2514,7 0-397,0 0 54,-6 0-453,5 0 1,-6 6 0,7 4-12,0 2 1,0 4-223,0 3 0,0-1 1,0 5-1,0 2 62,0 2 1,-1 7-236,-4-1 1,3 1 50,-2 0 1,2-3 0,2 6-1,-2-3-116,-2-2 1,2-2 79,-3-2 67,4 1 0,1-6 0,0 0 0,0-3 1,0-3 51,0-1 1,0-2-15,0 1-48,0-1 0,5-5-326,-1 1 210,1-7-222,-5 3 1,0-7-1018,0-4-1574,0-3 1950,6-6 1,-2-2 979,5-3 0,26-53 0,-12 26 0,0 0 0</inkml:trace>
  <inkml:trace contextRef="#ctx0" brushRef="#br0" timeOffset="23">8375 5544 7935,'-2'-9'678,"-1"-1"143,-2-1 1,0 3 0,4 1 1018,-4 0-1306,4 3 1,-6 2 73,7-3-304,0 4-261,0-6 0,7 7 1,2 0-1,5 0 147,5 0 1,-1 0-229,5 0 0,-4 0 1,5 0-1,3 0-121,4 0 1,1 0 60,6 0 0,0-4-19,4-1 0,1 0 1,0 5-1,-1 0-329,1 0 411,0-6 0,4 4 0,2-3-51,2 4 0,-6 1 43,3 0 0,-4 0 0,-1-2 0,1-1 15,3-2 0,-7 1-18,3 4 0,-6 0 0,3 0 1,-2 0-48,1 0 0,1-5 22,-2 0 1,-2 0 54,-3 5 1,-1 0 0,4 0-1,-1-1 12,-3-4 0,-2 4-59,-2-4 61,0 3 1,6 2 0,-1 0 0,-2 0-1,-1 0 65,-1 0-53,-1 0 0,5 0 0,2 0-11,2 0 1,-4 0-1,5 0 1,0-1 0,4-2 0,1-2 62,-1 2 0,1 1 0,0 2 1,-1 0 62,1 0 0,-7 0-168,-2 0 1,-4 0 36,-2 0 1,0 0 0,1 0 0,-1 0 107,1 0 1,-1-2-66,1-2 0,-1 2-19,1-3 1,-1 4 0,0 1 0,-1 0 17,-3 0 1,1 0-108,-6 0 0,5 0 37,-5 0 0,1 0 1,-1 0-1,5 0-33,3 0 1,1 0 5,1 0 1,-1 0 74,1 0 1,4 1 0,-2 3 0,-2 0 16,-4-1 0,-8-1-64,2-2 229,-3 0 332,-2 0 4,-6 0 1703,-1 0-2076,-20 0-265,10 0-112,-10 0 13,13 0 142,0 0 200,0 6-35,0 2 0,0 2 0,0-1 212,0 2 0,0 2-175,0 1 0,0 0-49,0 1 1,0 0 0,0 3 0,0 2 50,0 2 1,0 0-183,0 2 1,2 3 85,3-3 1,-4 3 0,4-1-1,-2 0 33,2-3 0,-4 0-10,4 0 1,1 2-49,-1-6 1,0 5-1,-4-3 1,3-1 56,0 1 0,1-2 5,-5-5-60,0 0 1,0 0 0,0 1 0,0-1-1,0 0 16,0 0 23,0 0-136,0 1 1,0-6-134,0 1 10,0-1 127,0-1 1,-1 3-265,-4-6 404,3-1-56,-4 3 0,4-6 188,-2 4 0,0-2 52,-5 2-102,6-3 1,-10 4-1,4-6 6,-4 0 1,-1 2-1,0 2-169,-1-2 0,0 4 0,-3-6 0,-2 0 0,-2 0-38,-4 0 1,-1 2-126,-1 2 1,-5-2 77,0 3 0,-12-4 0,3-1 0,-2 0-9,-1 0 1,-2 5 209,-1 0-74,-5 0 0,4-5 1,-2 0-1,7 0 0,6 0 57,3 0 1,-4 1-96,1 4-28,3-4 1,-1 6 0,4-7 0,-1 0 0,-2 0-187,-4 0 0,6 5 34,-10-1 125,10 1 1,-8-5-1,1 0 1,-6 2 0,-4 1 44,-1 1 1,1 3-18,2-2 1,4-4 76,-3 4 0,3-2 0,2 0 0,5 2-30,3-2 1,3-1-3,-2-2-19,9 0 0,-9 0 1,9 0-1,-4 0 1,-6 0-30,-3 0 1,2 0-152,2 0 0,-2 0 87,2 0 0,-7 0 0,4 0 0,-2 0-28,0 0 0,2 0 45,-2 0 0,-3 0 101,3 0 0,1 0 0,1 0 0,0 0 92,-1 0 0,0 0-66,-6 0 0,2 0 8,3 0 0,-2 0 0,6 0 0,-1 0-33,0 0 0,7 0-78,4 0 1,5 0 22,-5 0 0,7 0 1,-2 0-141,3 0-299,8 0-338,-4 0-813,10 0-139,-4 0 118,6 0 1,0-2 526,0-3 0,-2 4 1122,-3-4 0,4-28 0,-5-7 0</inkml:trace>
  <inkml:trace contextRef="#ctx0" brushRef="#br0" timeOffset="24">8858 5687 7336,'-9'-8'115,"1"1"2513,1 1-2199,-4 4 0,8-2 1,-5 8-1,2 6 540,3 3 0,0 1-685,-2 0 0,2 5 0,-5 1 0,0 1-112,0 0 1,3-2-1,-3-5 1,1 2-97,-1 2 0,4-6-468,0 2 294,-4-3 0,6-2 0,-4-1-415,0-1 174,4-3 119,-4-10 0,6-2 0,1-6 0,4-2 1,3-3-510,0-5 1,4 2 427,-2-1 1,1 0 305,-2 0 1,4-3 0,-3 8 0,1 0 20,-2 2 38,4 2 1,-10 6 0,6 3 474,2 4 0,-3 2-17,2 4 1,-5 5-3,4 9 0,-6-2 1,2 7-1,-3-1 245,-2 0 1,0 3-378,0-2 1,4-2-285,1 2 1,0-7-1,-5 2 1,0-3-297,0-2 0,0-4-928,0-1-1080,0 1 0,0-1-1541,0 1 2098,0-7 1643,0 3 0,-38-44 0,-10-9 0</inkml:trace>
  <inkml:trace contextRef="#ctx0" brushRef="#br0" timeOffset="25">8716 5886 7861,'0'-8'1361,"0"1"1,0 6 505,0-4-1344,0 3 0,0-5 0,1 3-42,4 0 1,3-1-794,6 5-40,1-6 0,0 4 0,4-3 0,7 4 0,4 1-1534,3 0 0,2 0 295,-2 0 1358,-3 0 0,4 0 0,-7 0 0,-3 0 1,-5 0 232,-3 0 0,-2 0 375,0 0 817,-6 0 770,-2 0 1,-7 0 235,-4 0 1,2 0-1146,-7 0-464,7 0 0,-3 1-126,6 4 1,0 3-244,0 6-161,0 7 0,-2-4 0,-1 7 0,-1-1 0,0 1 52,3 0 0,1 0-358,0 4 1,0-1 58,0-3 0,-2 1 0,-1-6 1,-2-2-336,2-1 1,2-7-119,1 1 663,0-7 0,0 2 178,0-10 0,-2-3-66,-3-6 0,4-7-464,-4-2 0,3-10 1,2-5-1,0-3-493,0-2 1,5 2 207,0 3 367,6 3 1,-3 7 0,6 1 0,0 3 0,2 7-239,3 6 0,2 0 542,2 6-64,4 0 1,-6 12 0,2 2 0,-4 4-1,-3 2 149,-2 4 0,-1-3 463,-4 3-404,4-3 0,-11-2 0,2 0 0,-4-1 0,-4-2 308,-6-1 1,-3-1-341,-1 5 0,-2-4-364,-2-1 0,0-6 1,-6 4-1,1-3-1294,1 1 1,-4 0-165,7-5 0,0 1 1654,5 4 0,38-28 0,9-3 0</inkml:trace>
  <inkml:trace contextRef="#ctx0" brushRef="#br0" timeOffset="26">9441 5857 7874,'-8'-9'0,"3"-1"2187,-3 7 0,7-5 1946,-4 3-2620,4 4-1136,1 1 1,0 9-61,0 10 0,0-3 1,0 5-1,0-2 17,0 0 0,0 4-352,0-4 0,0 6 1,0-1 1,0-3 0,0-1 0,0-1-172,0 0 0,0 0-635,0-5 196,0-6 1,-2 3 347,-3-6 364,4 0 0,-6-7-157,7-3 0,0-4 0,0-8 0,-1-4-411,-4-1 1,3-7 62,-2-4 44,2-6 1,2 9 0,0-3 0,0 3 0,2 3-264,2 3 1,0 2 107,5 3 394,1 10 1,5-9 0,3 13 0,2 2 0,1 2-109,-1 1 1,-1 1 404,-4 4-94,-1 3 0,-5 6 0,-1 0 1,-2 1 443,-2-1 1,-3 0-64,-1 0 1,-1-4-223,-4-1 0,2-4 1,-7 3-1,-1 0-858,-1 0 1,-3-4 291,1 6 0,0-7-551,0 2 0,-1-2 892,1 2 0,6-16 0,2 1 0</inkml:trace>
  <inkml:trace contextRef="#ctx0" brushRef="#br0" timeOffset="27">9754 5786 7886,'0'-14'180,"0"4"0,0 1 0,0-2 0,0-2 552,0-1 0,1 5 0,3-1 0,2 1 1,2 1-348,3 3 0,1 2 1,3 0-1,-1-2-245,0 2 0,5 1 0,0 4 0,-2 1 81,-1 2 1,-3 6-273,-4-2 0,4 4 0,-5 1 1,0 0-62,-4 0 0,-2 5 503,-2 0-225,-6 7 1,-1-9 0,-4 5 0,2 0 0,-2-1 190,-2-1 1,-1-1-85,0-5-177,0 1 1,4-3-1,2-1 19,2-1 0,3-7 71,7 2-63,11-4 0,7-2 1,6-4-1,1-3 1,-3-1-124,-2-1 0,3 1-1168,-3-6 869,-4 8 0,1-4 0,-7 6 1,-1 0-1,-2 0-1674,-2 1-911,-6-1 1394,4 5 1490,-7 6 0,-57 8 0,-14 8 0</inkml:trace>
  <inkml:trace contextRef="#ctx0" brushRef="#br0" timeOffset="28">5005 7378 6158,'8'-8'2741,"-2"-4"-1944,-6 10-42,0-4-624,0 0 175,0 4 148,0-4 402,0 6 1568,0 0-2297,0 6 1,0 2-65,0 6 1,0 0-1,0 1 1,0-1 51,0 0 1,0 5 91,0 0-175,0 6 0,0-3 1,2 7-1,1-1 1,2 1 90,-2-1 0,-1 0-36,-2 1-67,0-1 0,0 2 0,1 2 1,2 1-1,2-3 101,-2-5 1,-1 2-19,-2-3-1,0-4 0,4 3 0,1-6 0,-2 2 0,-1-2 71,-2-1 1,0 3-93,0 0-42,0 0 0,0-5 0,0 0 0,0 1 7,0-1-148,0 0 62,0 0 0,0-4 1,0-1-646,0 2 380,0-4-460,0-1-353,0-6-6742,0 0 7521,0-6 0,2 4 339,2-3 0,-2 4 0,17-12 0,-3-3 0</inkml:trace>
  <inkml:trace contextRef="#ctx0" brushRef="#br0" timeOffset="29">5062 7421 7890,'-10'0'-1284,"1"0"2508,-2 0-518,-2 0 1,4 0 733,-1 0-768,7 0 53,-3 0-242,6 0-62,0 0-518,0-6 1,1 4-69,4-3 259,-3 4 1,10 1 0,-2 0 0,3 0 154,1 0 1,0 0-196,0 0 0,0 0 1,1 0-1,0 0 73,4 0 0,-1 0 30,5 0-124,-5 0 1,4 0 0,-5 0 0,4-2 0,-1-1-31,1-2 0,-1 1 18,-1 4 0,-3 0 1,5 0-1,-2 0 23,0 0 1,4 0 35,-4 0-52,7 0 1,-4-2 0,5-1 0,-2-2-1,-1 2-94,1 1 74,2 2 1,1 0-1,1 0 1,-1 0 0,0 0-42,1 0 1,-1 0-2,1 0 20,-1 0 1,-1 0 0,-2 0 0,-1 0-1,0 0-44,-2 0 0,5 0 42,-4 0 0,-2 0 1,-1 0-1,-1 0-66,0 0 0,5 0-195,-5 0 255,6 0 1,-7 0 0,5 0 0,1 0 0,0 0 33,-1 0 0,0 0-53,0 0 1,4 2 36,-3 3 0,3-4 0,1 4 1,1-3 43,-1-2 0,0 0-24,1 0 0,-1 0 0,1 0 0,-1 0 46,1 0 1,-1 0 35,0 0-94,1 0 1,-1 0 0,1 0 0,-1 0 0,2 0-19,3 0 0,-4 0-14,-1 0 0,-1 0 0,-6 0 0,1 0-103,3 0 0,-3 0 67,2 0 1,-5 0-1,3 0 1,0 0 51,0 0 0,-3 0-50,5 0 100,-7 0 0,8 0 0,-4 0 0,1 0 0,3 0 2,2 0 1,2 0-19,-1 0 0,1 0 0,-1 0 1,0 0 115,1 0 1,-1 0-105,1 0 0,-1 0 0,1 0 0,-1 0 34,0 0 1,-4-2 60,0-3-122,-7 4 0,10-6 0,-5 7 0,0 0 0,-3 0-7,-3 0-2,-2 0 1,5 0 0,2 0 0,1 0 0,2 0-18,-2 0 1,5 0 1,-4 0 0,4 0 60,2 0 1,-1 0 0,0 0 0,2 0-75,4 0 36,-11 0 1,10 0 0,-9 0 0,1-1-1,1-2 26,-3-2 0,1 0 14,5 5-21,-7 0 0,5 0 0,-4 0 0,4-1 0,0-3-11,-3 0 1,2-1 4,-2 5 1,3 0-24,1 0 0,-1 0 0,-1 0 1,-3 0 40,3 0 1,-1-2-42,-1-2 0,2 2 1,-3-3-1,0 4-4,1 1 0,0 0 0,4 0 42,0 0 0,1 0 0,-1 0 1,1 0-1,-1 0 62,1 0 0,-1-5-65,1 0 2,-1 0 0,2 5 0,2 0 0,-1 0 1,-2 0 0,-4 0 1,-1 0-26,4 0 0,-1 0 0,-2 0 1,-1 0-37,1 0 1,0 0 4,-1 0 18,9 0 0,-14 0 0,10 0 0,-2 0 0,-1 0 1,3 0 1,-2 0 12,-4 0 0,4 0 0,-3 0 1,3 0 14,1 0 1,-1 0 93,-3 0-103,3 0 1,-7 0 0,4 0 0,-4 0 0,1 0-38,3 0 0,-4 0 21,-1 0 0,2 0 0,-1 0 0,2 0-13,4 0 1,-4 2-51,1 3 62,-5-4 1,7 6 0,-4-7 0,-1 0 0,2 0 8,0 0 0,0 1 18,2 4 1,3-3 0,-3 2 0,3-2 13,1-2 1,-4 0-242,-1 0 196,1 0 0,5 0 0,-1 0 0,0 0 0,1 0-34,-1 0 0,5 0 39,1 0 1,-1 0 0,-5 0-1,2 0 137,3 0 1,-3 0-83,4 0-69,-4 0 0,-4 0 1,0 0-1,-4 0 1,-2 0-99,-2 0 64,4 0 1,-6 0-1,3 0 1,-4 0 0,0 0-163,-1 0 1,0 0 76,0 0 1,2 5-3,3-1 0,-3 1 0,3-5 1,-3 0-52,-2 0 183,0 0 1,5 0 0,0 0-7,-2 0 1,-1 0 52,-2 0 1,1 0-1,-1 0 1,0 0-30,0 0 0,2 0 0,1 0 0,4 0-65,1 0 0,-3-1 87,5-4-57,-7 3 0,5-4 0,-4 6 0,1 0 0,0 0-59,1 0 1,-4 0 89,3 0 1,-3 0 0,-2 0 3,0 0-29,-6 0 160,5 0 198,-12 0-12,5 0-51,-6 0 1,-1 0 305,-4 0-477,4 0 23,-6 0 1,6 0 13,-4 0-26,3 0-174,-4 0-211,6 0-1004,0 0 1524,0 6 0,0-3-9,0 7 1,0-5 0,0 4 61,0 2 0,0 2-223,0 1 0,0 0 1,0 2-1,-2 1-79,-2 2 1,2 2-32,-3-2 0,4-2-163,1 7 1,0 0 0,-2 4-1,-1 0-184,-2 1 0,-1-1 248,1 1 1,4-1 84,-4 1 0,-1-6 0,1 1 0,2 0 40,1-2 122,2 5 0,0-12 1,0 6-1,0-2 775,0 0-728,0 6-20,0-9 0,0 4 0,0-5 0,0-1 93,0 0 1,0-4-176,0-1 0,0 1 0,-1 4 0,-3 0-93,0 0 0,-1-4-68,5-1 50,0 1 1,0 4 0,-2 0 0,-1 0-1,-2 1-74,2-1 0,2 0 53,1 0 60,0 0 1,0-4 0,0-1 0,0 2-2,0 2 28,0 1 1,0-4 0,0-1 0,0 2-4,0 2 1,0-4-9,0 1-65,0-7 1,0 10 0,0-4 38,0 4-20,0-5 1,0 4 0,-2-4-126,-3 0 132,4-2-87,-5 1 1,6-4-22,0 6 128,0-5 329,0 2-225,0-6 255,0 0 354,-7 0-469,6 0 0,-7 0 1,3 0-50,-5 0 1,3 0-367,-3 0 168,1 6 1,-7-4 0,-3 2 0,-3-2 0,-2-2-244,0 0 188,1 0 1,-12 0 0,-3 0 0,-1 0 0,-1 0-39,2 0 0,0 0 65,-4 0 34,-7 0 0,3 0 0,-5 0 0,2 0 0,2 0 142,-2 0-100,5 0 0,-16 0 0,3-2 1,-2-1-1,1-1-71,1 0 1,-1 3-276,-4 1 220,3 0 0,-4 0 1,6 0-1,1 1 0,-1 3-396,0 0 0,5 1 396,0-5 1,6 5-1,-3 0 1,0-2-75,-3-2 0,-4-1 263,-1 0-87,1 7 0,-1-6 0,-2 4 0,1-3 0,-1-2 60,4 0-76,1 0 1,-1 0 0,1 0 0,5 1 0,4 2-131,4 2 1,7 0-78,1-5 144,-3 0 0,6 4 1,-3 1-1,3-2 1,0-1-59,-4-2 0,3 0 145,-7 0-32,0 0 1,-3 0-1,1 0 1,1 0-1,-4 0 23,-3 0 116,-1 0 1,4 0-1,1 0 61,-1 0 0,0 0-155,1 0 1,1 0-1,3 0 1,5 0 20,3 0 0,0 0 1,-2 0-1,-1 0-1,1 0 1,-2 0-31,0 0 12,-5 0 1,9 0-1,-3 0 1,3 0-1,0 0 99,-4 0 1,4 0-131,-3 0 0,-2 0 0,2 0 1,2 0 3,1 0 1,1 0-131,1 0 86,-1 0 1,6-5 0,-1 0 0,-1 2 0,-2 2-21,-2 1 41,1 0 0,0 0 0,-1-2 1,1-1-1,-1-2 2,1 2 1,-1 2 40,1 1-46,0-7 0,-2 6 0,-2-4 0,-1 3 1,0 2-105,-2 0 96,5 0 1,-5-1 0,8-2-1,2-2 1,3 2 30,1 1 1,1 2 207,1 0-232,3 0 1,-6 0 0,4 0 0,0 0 0,-1 0-32,-2 0 1,4 0-89,-7 0 113,7-6 1,-10 4 0,5-3 0,-2 4 0,0 1-67,-1 0 1,-2 0-20,-1 0 59,-1 0 1,-1 0 0,-1 0 0,-3 0-1,3 0 17,1 0 0,1 0-23,1 0 0,0 0 41,-1 0 1,5 0 0,2 0 0,0 0-84,0 0 1,0 0 43,-2 0 49,4 0 1,-1 0-1,-1 0 1,-2 0 0,2 0-31,2 0 0,-4 0 74,5 0 0,-5 0-68,5 0 1,-6 0 0,1 0 0,-1 0-48,1 0 27,-2 0 0,8 1 1,-6 3-28,-1 0 1,3 1 22,-2-5 1,5 0-1,-3 0 1,0 0-26,0 0 1,5 5 82,-2 0 1,3-1-1,2-4 1,0 0 82,-1 0-58,1 0 0,0 0 0,0 0 0,-1 2 0,1 1-18,0 2 0,0 0 6,0-5-17,-1 0 0,1 0 1,0 0-1,1 1 1,2 2 108,2 2 1,4 0 216,-4-5 384,5 0-356,-2 0-416,6 0 18,0 0 115,-6 0-182,4 0 1,-6-5 603,4 0-183,2 1-329,-4-3 0,6-1 0,0-6-100,0 0 127,0 0 0,0-2 0,0-2 12,0 0 1,-5-6-148,0 5 1,-6-6 0,2 1 0,-4-1-85,-1 1 1,0 2 0,-1 4 0,1-1 437,0 2 1,4 6-193,1 2 809,6 5 1,-5-2-90,3 6 516,4 0-1263,-6 0-53,7 0-509,0 6 1,2 1 0,1 4 0,2-2 0,-2 2-1510,-2 2 0,4 1 153,0 0 0,4 1 1908,-4-1 0,38 13 0,4 3 0</inkml:trace>
  <inkml:trace contextRef="#ctx0" brushRef="#br0" timeOffset="30">6327 7876 6512,'13'-6'189,"-4"-4"1263,-4-3-761,-3 6 1,-2-6 0,0 3 1543,0-2-1460,0 4-331,0 2-251,0 6 0,0 1 184,0 4 1,0 3-67,0 6-153,-7 0 1,6 2-1,-4 1 1,4 4-1,-1-1 95,-3 1 0,4 3-527,-4-5 219,3 0 1,2 0 0,-1 0 0,-2-1-356,-2 3 0,0-5-726,5 3 524,0-3 0,0-7 1,0 1-2337,0 1 2147,0-5 408,6 0 1,-4-7 0,4-4 0,-1-5 392,0-2 0,4-7 0,-4 0 0,0 0 0,0 0 0,-1 0 0,1 2 0,0 1 0,-1 2-426,1-1 1078,-5 1 1,2 5 2307,3-1-1636,-4 7 23,5-3-527,-6 6-821,0 0 1,5 1 0,1 2 70,2 2 0,2 0-806,4-5 529,0 0 0,5 5 0,0-1 0,0 0 0,0-3-571,0-1 1,0-1 252,-5-4 427,0 3 0,1-9 1,-1 5-1,-1-2 1,-2-3 346,-2-2 0,-6-1-134,2 0 380,3 0 0,-7-1 1210,4 1-1097,-3 0-448,-2 6 0,-2 2 1,-1 7-1,-2 4 283,2 5 0,2 7-69,1 2 0,0 5 0,0-4 0,0 2 260,0 4 1,0-1-95,0-1-449,0 2 0,0-4 0,0 5 1,0-1-1,0-4-46,0-2 0,0-1 188,0-5-565,0 1 1,0-6-1112,0 1 219,0-7 439,0 3 0,0-7 1,0-4-1482,0-5 1,0-2 2265,0-3 0,19-43 0,4-12 0</inkml:trace>
  <inkml:trace contextRef="#ctx0" brushRef="#br0" timeOffset="31">6939 7975 7809,'0'-7'4373,"0"-1"-1012,0 3-645,0 3-2369,-7-4 1,-1 6 0,-6 0-93,0 0 0,0 5-94,0-1 1,1 8-249,3-3 0,-2 4 1,4 1-1,-2 2-566,1 3 0,6-4 31,-2 4 236,4-3 1,1-2 0,0 1 0,1-3 0,4-1-382,4-1 1,6-7 418,3 2 353,5-4 1,0-1 0,1-1 0,1-4 0,2-6 43,2-7 0,-7 3 420,-3-4-343,-4-3 0,0 4 1,-3-4-1,-2 0 0,-5 1 208,-4 1 1,-2 3-570,-4 7 127,-3-3 1,-8 7 0,-1-3 0,-4 4 0,1 5-244,-1 5 0,-3-2 168,5 6 0,0 1 1,5 4-1,2 0 1,1 0-1,3 1-298,1-1 386,3 0 10,4 0 0,1-1 0,6-2 0,7-3-273,8-2 1,5-1 78,1-5 242,1-6 0,-1-1 0,0-4 0,-1 3 1,-1 0-18,-3 1 0,1-1 523,4-2-252,-5 4 1,2 1-1,-6 0 1,-2 2 0,-1 2 492,-2 1 0,0 0 148,1 0-602,-8 6 1,6 2 0,-5 6 0,0 0 119,-3 0 0,-4-4-13,-1-1-264,0 1 1,-6 4 0,-4 0-1,-2-1 1,-2-2-137,-1-1 1,-4-3-928,0 3 660,0-4 0,5-1 0,0 0 0,0-1-1246,0 3 905,-1-6 117,7 6 1,5-7 303,13 0 0,-1-2 547,10-3-244,3 4 0,0-12 1,7 4-1,-1-4 0,1-1 339,-1 0 1,5-2-136,1-3-203,-1 3 0,-6-9 0,-2 4 0,-3 1 0,-1-2 126,-4-1 0,-3 6-117,-4-2 51,2 3 0,-10 2 395,3 0-681,-10 6 122,3 2 0,-10 7 0,4 4 1,-2 6 58,1 6 1,-1 1 344,-4 6-136,6-7 0,-3 8 1,6-4-1,1-1 0,-1 2 586,0 0 1,0-4 60,5 1-833,0-3 1,0-2-1,2 0 1,3 0-658,4 0 1,5-6 180,5-3-50,-3-3 0,6-2 1,-4-2-1,2-3 0,1-4-2032,-1-4 0,4-3 1562,-5-3 938,0-3 0,-23-19 0,-9-9 0,0-4 0,0 0 0</inkml:trace>
  <inkml:trace contextRef="#ctx0" brushRef="#br0" timeOffset="32">7422 7947 7809,'-8'6'5375,"2"-4"-4732,6 4 0,6-6 134,4 0 1,15 0 0,7-1 0,4-4-700,2-5 0,0 3-980,4-3 575,-5 1 0,2-1 0,-6 2 0,-3 0 1,-4 2-3359,-7 0 587,-4 1 3098,-7 5 0,-52-6 0,-19-2 0</inkml:trace>
  <inkml:trace contextRef="#ctx0" brushRef="#br0" timeOffset="33">7152 8871 7792,'-2'-8'47,"-1"2"1,-3 0 412,-2-4 1,5 2 0,-3 0 1884,-1 2-1172,6 1-546,-6-1-315,7 4-155,0-4 0,0 8 140,0 2 0,0 4-197,0 6-44,0 1 1,0-1-1,0 2 1,0 1-1,0 4 136,0 1 1,5-3 43,0 4-188,0 1 1,-5 4-1,0 1 1,0-1-1,0 1 134,0-1 1,0 1-27,0-1-127,0 0 0,0 1 1,0 1-1,0 1 0,0 3 105,0-3 1,0-1-179,0-1 34,0-7 0,0 6 0,0-1 1,0 3-1,0-1-15,0-4 0,0-1-32,0 4 20,0 0 0,0-1 0,0-1 0,0-3 0,0 1-176,0-2 1,0 5-49,0-3 209,0 2 1,0-2 0,0 0 0,0-1 0,0 1-76,0 0 1,0-5 17,0 5 101,0-7 1,1 10 0,2-5 0,2 0 0,-2-3-76,-1-3 65,-2-2 0,0 5 1,0 0-1,0-2 1,0-1-64,0-2 1,0 0 14,0 1 33,0-1 1,0 0 0,0 0 0,0 1 0,0-1-22,0 0 1,-2 0-17,-3 0 81,4 1 0,-5-1 0,6 0 0,0 0 0,0 1-6,0-1 1,-2-5 101,-3 1-106,4-1 0,-6 1 0,7-1 59,0 2 0,0-3 183,0 2-144,0-7 0,2 3 117,3-6-156,-4 6 160,6-4-17,-7 4-117,6-6-28,-5 0 1,12 0 0,-3 0-9,2 0 0,-2 0 41,-1 0-61,-6 0 0,10 0 1,-4 2-1,4 1 101,1 2-197,0-1 88,1-4 0,-1 0 0,0 0 0,0 2 0,1 1 86,-1 2 1,0 0 19,0-5-108,0 0 1,5 0 0,0 0 0,-1 0 0,-2 0-39,-2 0 0,5 0 83,0 0-76,6 0 1,-8 0-1,5 0 1,1 0 0,-1 0 39,3 0 1,2 0-10,1 0 13,-6 0 1,5 1 0,-3 2 0,1 2 0,0-2 5,-1-1 1,-5-2 21,5 0-38,0 0 1,2 0 0,0 0-1,-3 0 1,3 1 39,0 4 0,-2-3-164,0 3 98,0-4 1,2-1-1,0 0 1,-3 2 0,3 1-154,1 2 0,-1-1 53,-2-4 67,3 0 1,-7 2 0,6 1 0,-3 2 0,1-2-73,-2-1 0,4 2 36,-8 1 87,8 0 1,-6-5 0,6 0 0,-3 1 0,1 2 21,-2 2 1,8 0 74,-6-5-109,6 0 0,-8 0 0,6 0 1,1 0-1,-2 0 21,-4 0 0,3 0-79,-7 0 41,6 0 0,-3 0 0,5 0 0,-2 0 0,-1 0-57,1 0 0,0 0 54,-1 0 0,6 0 65,-6 0 0,6 0 0,-7 0 0,3 2-37,-3 2 0,7-2-14,-6 3 10,6-4 0,-9-1 0,4 0 1,-1 0-1,1 0 27,2 0 1,-4 0-12,1 0 33,-6 0 1,8 0 0,-3 0 0,0 0 0,-1 0 16,-1 0 0,-2 0-100,-5 0 70,0 0 1,1 0-1,-1 0 106,0 0 88,0 0-149,-6 0-645,-2 0 191,-6 0-5629,0 0 5995,-6 0 0,-40-38 0,-15-9 0</inkml:trace>
  <inkml:trace contextRef="#ctx0" brushRef="#br0" timeOffset="34">10578 10307 7816,'-9'-5'86,"1"-1"0,0 0 1,2-2-1,-2 1 426,0 1 1,3-3-1,-4 2 1,-2 1-1,0-2 81,1 0 1,-2 5-1,2-2 1,-3 2-300,-1-2 1,-2 4 0,-1-4 0,-3 3 93,-3 2 0,1 2-157,-1 3 0,-9-2 0,4 6 0,-4 1-21,-3-2 0,4 9-24,-7-3 1,5 5-112,-5 0 1,4 2 0,-2 4 0,3-1 73,6 1 1,-1 2-90,4 1-30,3 1 1,6-1 0,5 1 0,1-1 0,-1 2 177,1 3 1,6-3 7,-2 3-170,-3 4 1,6-7 0,-2 4 0,2 0 0,2-1-38,0-2 0,0 4 105,0-2 0,2 1-209,2-6 1,4 0-1,6 1 1,1-1-71,-1 1 0,5-1 178,0 1 53,6-1 0,-3-6 1,7-3-1,-1-2 1,1 1 174,-1 1 1,0-2-174,1-7-82,-1 2 0,5-10 1,2 3-1,0-4 1,0-1 83,-4 0 0,-1 0-139,-1 0 72,-1 0 0,5-6 0,1-4 0,-3-2 0,-1-3 203,-1 1 1,5-5-62,4 0-125,-3-6 0,4 3 0,-5-8 0,-3-2 0,1-2 90,1-3 1,-9 1-39,-1-2 0,-7-3 82,-6 3 0,-4-3 1,-6-2-1,-2 1-192,-2-1 1,-4 0 142,-6 1-339,-1-1 0,-5-3 1,-4 2-1,-1 5 1,0 1-316,1 1 1,-1 6 109,-9-2 0,4 9 178,-3 5 1,3 3 0,2 2-1,-1 1-169,1 4 1,-1-2 86,1 6 76,0 0 0,-1 5 1,1 0-1,-1 0 1,1 2-1198,-1 3 0,3 2 1464,2 8 0,-41 18 0,-4 5 0</inkml:trace>
  <inkml:trace contextRef="#ctx0" brushRef="#br0" timeOffset="35">9882 10520 7890,'-5'-9'943,"0"-1"1896,1 7-1292,-3-10-1071,6 12 1,1 1 0,9 11-1,5 6 371,5 7 0,5-2-527,9 2 0,-1 1 0,6 7 0,1 1 445,2-2 1,7 6 202,-1 1-719,0 3 1,1-3 0,-1-2-1,-1-1 1,-2-4 207,-1-1 1,-2-3-221,-3-3-312,-10 3 1,-1-12-1,-5 3 1,0-5-516,-3-4 1,-8-6 120,-1 2-2582,-7-4 0,5-1-2081,-3 0 2779,3 0 1380,0-6 973,4-8 0,-4-36 0,-2-17 0,5-6 0,0-1 0</inkml:trace>
  <inkml:trace contextRef="#ctx0" brushRef="#br0" timeOffset="36">10849 10634 7890,'0'-14'0,"0"-1"1588,0 1-267,0 6 1,-2-3 1955,-3 7-1482,4-1-1344,-12 5 1,4 6-1,-10 4 1,-5 4-1,-5 5 562,-4 4 1,-3 9 53,-7 1-799,-6 7 0,5-6 1,-5 6-1,2-2 1,-2 1 328,-2 2 0,5 2-274,-1 0-386,9-7 1,-1-1-1,5-7 1,4 1-1,5-2-110,6-4-1911,3-2 864,8-7 0,-1-6 0,9-3-1575,6-4 1,10-1-599,3 0 3393,13 0 0,10-12 0,17-4 0</inkml:trace>
  <inkml:trace contextRef="#ctx0" brushRef="#br0" timeOffset="37">11744 10932 7747,'-14'0'-210,"0"0"0,1-1 0,2-2 2058,2-2-338,6 0 1,-10 5 914,3 0-1720,4 0-252,0 0-111,6 0-1364,0 0 793,6 0 0,2 0-308,6 0 350,-6 0 1,9 0-1,-2 2 0,0 1 1,3 2-508,1-2 1,-2-2 448,7-1 210,-7 0 0,9 2 1,-6 1-1,1 2 1,1-2 369,0-1 0,2-2-223,4 0 0,0 1 106,1 4 1,-4-3 0,2 2-1,3-2 104,0-2 0,0 0 16,-2 0-268,1 0 0,-1 0 0,1 0 0,-1 0 1,1 0-17,-1 0 1,1 0-37,-1 0-14,0 0 0,-4 0 1,-2 0-1,-1 1 1,-2 3 59,1 0 1,-4 1 41,3-5-56,-3 0 1,-4 2 0,-1 1 0,-1 2 161,1-2 1,-3-2 158,1-1-266,-5 0-845,2 0 0,-6-1 360,0-4 0,-2 3-406,-2-2 1,-4 2 0,-7 0 785,1-2 0,-44-17 0,-12-9 0</inkml:trace>
  <inkml:trace contextRef="#ctx0" brushRef="#br0" timeOffset="38">9754 10051 7800,'-2'-8'-992,"-1"2"2906,-2-1-819,-6 6 1,10-7 1150,-4 3-1269,3 4-425,-4-6-139,4 7-506,-4-6 0,6 3-297,0-7 1,2 6 29,2-6 96,-2 7 1,9-10-1,-5 5 1,2-1-1,3 0-326,2-3 617,8 0 1,-6-2 0,4-1 111,-3 1 1,3 2-47,0 2 1,2-3-1,-4 4 1,3-4 12,3-1 0,-1 0-164,1 0 0,4-1 0,-3 0 0,3-3-11,1-1 0,1 0 71,-1 5-122,7 6 1,-4-4 0,7 2-1,0-1 1,-1 2-282,-4 4 0,-2-1 220,3 1 203,-4 0 0,0 5 0,-7 0 0,1 0 0,0 0 170,-1 0 0,1 0-124,5 0-28,-7 0 1,4 0-1,0 0 1,2 0-1,2 2 78,-3 2 1,-3-2 184,-1 3-203,-2 3 0,-2-2 0,0 3 1,-2-2-1,-1-3 136,-2 1 1,1 5-148,-1-6-32,-6 1 0,4-5 0,-4 2 0,2 1 0,-1 2 8,2-2 1,2-2 39,1-1-31,-6 0 1,5-4 0,-6-3-1,3 1-59,-1 0 1,-4 1 75,5 5-185,-7-6 1,9 2 0,-2-3 0,3-1-39,1 0 1,-3 5-29,3-2 76,-3-3 0,10 5 1,-6-5-1,4 0 0,7 0-206,5-3 1,1 3-126,6-1 333,0-1 0,4 1 1,3-1-1,0-1 1,3 0-214,-2 2 0,3-4 113,-2 4 96,7 2 1,-5-4 0,3 5-1,-5 0 1,-3-1 24,-1 4 0,1-3 85,4 1 23,-4 0 1,10 1 0,-5-1 0,0 2 0,1-1 200,1 0 0,-5 2-14,1-3-148,-3-2 0,-6 5 1,-2-4-1,-1 1 1,-5 0 76,-5 2 1,-2 0-44,-4-2-111,-4 4 0,12-11 0,-3 8 0,1-1 0,2 0-30,1 0 0,-1-4-309,11 4 267,-6-6 0,3 5 0,-7-5 0,0 1 0,1 1-137,-1 1 1,1-3 137,-1 6 28,1-6 1,-6 10 0,-1-6 0,1 3-1,-3-1 118,1 2 0,-2-1-7,-5 0 42,6 2 0,-4-6 0,3 5 0,-3-3 1,0-1 12,3 1 1,-2-3-392,7 4 200,-1-6 1,1 5 0,0-6 0,3 5 0,3-1-89,3 0 1,6 3-319,-1-4 342,3 5 0,4-4 0,0 5 1,4-1-1,3 0 54,7 3 1,6-4-12,10 0 67,-32 0 0,0-1 1,1 5-1,0-1 1,3-1-1,-1-2 1,1 1-1,0 0 0,-1 1 1,1-2 75,1 0 1,0-1 0,6 1 0,0-1-1054,0 1 0,1 1 1019,-1 0 0,1 2 0,-5 1 0,1 2 0,0-1 0,0 0 0,3 0 0,0 0 0,0 0 0,1 0 110,0 0 0,0 0 0,3 0 0,-2 0 60,-4 0 0,0 0-137,4 0 1,-1 0-1,-3 0 1,0 0-1,3 0 1,1 0-1,-1 0 1,0 0-1,-1 0 1,-2 0 106,0 0 1,-1 0 0,2 0 0,0 0-790,1-1 0,1 2 654,1 2 0,0 0 1,-1-2-1,-1-1 1,0 3-1,-1 1 1,1-2-1,-2 1 1,0-1-1,-1 2-73,0 0 1,-1 0-1,-1-2 1,-2 0 57,-1 3 1,-2 0 82,34-2 1,-9 10-1,-2-5 1,1 1-1,-2 1-10,-4 1 0,-5 0 59,-5-2-187,3 4 1,-5-10-1,9 6 1,3 1-1,4-2-162,3-3 0,4 1 162,3-1-36,3 6 0,0-8 0,-5 5 0,-4 0 0,-4 0 76,2 3 0,0 1 350,-2 2 78,4 1 1,-10-1-1,6 0 1,2 0 0,2 1-267,1-1 1,0 0-48,0 0 187,0 0 1,5 1 0,-2 0 0,-3 3 0,-3 1-217,0-2 1,-3 4-81,1-2 91,-12 6 0,1-8 0,-12 5 0,-1-1 0,-1-2-97,-3 1 0,-9-5 306,-10-1-420,-3 0 0,-4-11-419,-2 7-974,-4-7 1030,-12 3 0,-2-1 1,-8 0-1,-3-1 473,-5 3 0,-40-12 0,-12 3 0</inkml:trace>
  <inkml:trace contextRef="#ctx0" brushRef="#br0" timeOffset="39">9811 10079 7756,'0'-14'96,"0"0"0,0 0 1,-2 1-1,-3 2 141,-4 2 0,-4 4 1,-1-3-1,0 2 1,-2 3-1,-3 3 191,-5 4 1,-1 4-1,0 6 1,1 2-13,-1 3 1,-2-2-1,-3 7 1,-2 1-25,-1 2 1,0 2-322,5-1 1,-1 2-1,-1 2 1,-1 1 164,-3-1-1,0 4-144,0 2 0,3 1 1,-5 2-1,-1 0 7,1 4 1,4 0-120,-1-2-4,3 6 0,-3-3 0,0 6 1,3 0-1,4 0-97,7 0 1,4 1-207,0 3 267,1 1 1,6-1-1,4-3 1,2-2-1,2-2-16,0-3 1,2-2 217,2-2-124,-2 1 1,11-5 0,-4-2 0,4 1 0,-1-3-104,-2 1 0,2 0 79,-2-2-14,3-3 1,1 5 0,2-7-1,1 1 1,3-1-112,3 1 0,-4-1-1,4 0 140,1 1 1,0-1 0,-1-1 0,1-2 0,1-1 20,4 1 1,-9-4-54,9-2 115,2 3 0,-1-1 0,5 4 1,-2-3-1,0-2 8,-1-2 0,4 2-205,2-1 74,3 0 1,7-1-1,-1-3 1,1-2-1,-1 0-66,0-1 1,9 3-19,0-1 120,1-6 1,7 4 0,-6-4-1,2 2 1,2-1 87,-2 2 1,-2 2-106,-1 1 33,0 0 0,1-4 1,4-1-1,3 2 1,1 2 20,0 1 0,-4-4 1,4-1-53,1 1 0,8-1 0,1-1 0,-1-2 0,-1-1-28,2 1 0,-2-4 44,-34 0 1,0 1 9,35-2 1,-34 1 0,0 1 0,35 2 0,0-1 0,1 1 34,-37-3 0,0 1 1,36 6 98,-5-4-142,0 6 0,-4-4 1,9 4-1,3-3 0,-39-5 1,0 1 3,1 1 1,-1-2 0,36 2-888,-36 0 1,0 0 883,0-4 0,1 1 1,3 3-1,2 1 0,-1-4 1,0 0-1,0 1 0,0-1 1,0 1-1,0-1-7,0 0 1,0 1 0,3 0 0,0 0 3,0 0 1,-1-1-3,-1-2 1,0 1 0,2 3 0,0-1 0,-2-3 0,0 0 0,0 0 0,-1 1 0,2 1 0,0-1-6,-1 2 0,1-1 0,-3 1 0,0-1 14,1-2 1,0 0-57,2 0 1,0 0-1,-3 0 1,0 0-1,3 0 1,1 0-1,-1 0 1,-1 0-1,-1 0 1,0 0-153,-2 0 0,-1 0 0,0-1 1,0 0 263,3-1 1,0 0-70,-2 1 0,1 0 0,3-3 0,1 0 0,-4 2 0,-1 1 1,-1-2-1,-1 0 0,1-1 0,0 1 18,0 0 0,0 0 1,1-2-1,1 0-3,1 3 1,0 0-24,-2-4 1,1 1-1,-1 3 1,1 1-1,-4-4 1,0 0-1,1 0 1,0 1-1,1-1 1,0 0-75,1 0 1,-1 1-1,1 1 1,0 1 27,-1-3 1,1 0 51,36 2 0,-37-2 1,0-1-1,-2 3 1,0 0-1,2 0 0,0 0 1,0-1-1,0 0 12,-2-1 1,0 2 0,2 0 0,0 1-38,-2-3 1,0 1 29,5 2 1,1 0-1,-5-3 1,0-1-1,1 3 1,1 0-1,-1-1 1,0 0 0,0-1-1,-1 1-6,2 0 0,0 0 1,1-3-1,0 1-21,-1 1 1,0 1 23,1 1 0,0-1 0,35-8 0,-36 7 0,1 2 0,1-2 0,0 0 0,1 1 1,0 0-6,-2 1 1,0 0 0,1-2 0,-2 1 45,33-1-56,-35-1 1,0 1-1,38 3 1,-37-1 0,0 0-1,-1 0 1,0 0-1,38-5-59,-1 0 1,-1-5 0,-1 4 76,3-4 0,-39 8 0,0 1 0,39-6 0,0-1 0,-1-2 40,-1-1 1,-36 8 0,-1 0-69,36-4 36,-1-3 1,-5 6-1,-2-8 1,0 3 0,1 1-167,1 1 1,-2 1 174,-11-6-33,0 1 1,6 0 0,0 0-1,0-2 1,-3-1-1,0-2 1,0-2 76,-3 2-70,0 3 1,-6-9-1,-3 6 1,0 0 0,1 0-72,1 0 1,1-4-9,1 4 69,-3-7 0,-2 9 0,1-5 0,-2 0 0,-2 0 725,-1-4 1,-7 4-746,-3-1 24,3-1 1,-4-5 0,4 1 0,-1 0 0,-3-1 438,-2 1 0,-7-1-377,1 1 15,0-7 0,-1 5 0,0-3 1,-1 1-1,-2 1 215,1-2 1,-1-7-518,-1 2 179,-3 3 0,5-4 0,-7 4 0,0-3 0,0-3-61,0 0 1,-1-5 155,-3 8-6,2-9 1,-10 1 0,3-4 0,-4 1 0,-1 3 213,0 2 1,-1-1 192,-4-2-319,-3-4 0,-6-1 1,-2 0-1,-1-2 0,-6-1 2,-3-2 0,0 5-52,-7 0-134,-3 0 1,-2-3 0,-11-1 0,-8 1 0,25 26 0,-2 0-158,-3-1 0,-1 1 1,-1 0-1,-2 0-1340,-3 0 1,-2 1 1441,-3-1 1,-2 1 0,-7-2-1,-2 0 1,-4 0 0,-2 2-1,-1 0 1,0 2 0,-2 0 0,-1 0-250,0 0 0,-1 1 0,-2 4 0,-2 1-270,-1-2 0,0 1 426,8 4 1,0 1 0,-2 1 0,0 2 214,6 3 0,0 1 0,-2-1 0,1 1 0,-3 1 0,0 2 0,1 1 0</inkml:trace>
  <inkml:trace contextRef="#ctx0" brushRef="#br0" timeOffset="40">20133 10620 7719,'6'-15'96,"-4"1"0,2 0 0,-2 0 749,-2 0 0,0 4 1,-2 1-155,-2-2 1,-4 4-1,-6 1 1,-1 1 214,1 0-743,0 1 0,0 4 0,-2 0 1,-1 0-1,-4 0 68,-1 0 0,0 6 1,-4 4-1,3 4-104,-3 5 1,0-2-110,-3 7 0,2-1 0,2 6 1,3-1-151,1 1 1,4-1 13,8 1 135,-4 5 1,11-4 0,-2 4 0,2-4 0,4-2 101,2 0 1,6-1-40,9-3 95,-3 3 0,6-10 1,-3 5-1,4-1 1,4-5 236,2-5 1,1 1-407,3-2 52,-3-4 0,5 5 0,-7-6 0,2-2 0,3-1-87,5-2 0,-3 0 155,-2 0-56,3-7 0,1-1 0,4-6 0,-3 0 0,-4-2 178,1-3 0,-6 2-106,-1-7-52,1 1 1,-14-1 0,3 0 0,-7-1 0,-6-2-103,-4-1 0,-1-1-118,0 1-81,-6-1 0,-4 1 0,-7-1 0,-4 1 0,1 1-1096,-1 3 0,-4 4-1574,1 6 2160,4-1 0,-9 1 0,2 2 0,-4 2 721,-1 5 0,-8-4 0,-7-2 0,-2-1 0,-1 0 0</inkml:trace>
  <inkml:trace contextRef="#ctx0" brushRef="#br0" timeOffset="41">19806 10478 12849,'11'6'1653,"1"3"1,6 4-876,2 1 1,10 7-1,8 2 1,5 6-353,4 4 0,4-1 0,6 5 0,-2 1-295,-3-1 1,-3-3 0,-6-7 0,-2-1-243,-3-3 1,-5-7-415,-9-2-368,-4 1 1,-6-9 0,1 3-5729,-1-4 4865,-6-3 1079,-2-2 0,-6-4 0,-1-3 677,-4-8 0,-16-53 0,6 30 0,0-1 0</inkml:trace>
  <inkml:trace contextRef="#ctx0" brushRef="#br0" timeOffset="42">20474 10605 7784,'-9'-1'863,"-1"-4"0,5 2-326,-4-7 1,4 7 1460,-4-1-1470,-1 2 0,1 2 1,-1 0-1,-2 2 1,-6 4 955,-6 8 1,2 2-410,-1 8-809,-7 6 0,0 0 0,-4 4 1,4 1-1,2 1-555,0 1 1,1-2-30,3-7-324,3 0 0,3-4 0,0-2 0,5-1-6105,7-4 6747,5-7 0,32-17 0,9-8 0</inkml:trace>
  <inkml:trace contextRef="#ctx0" brushRef="#br0" timeOffset="43">21796 10776 9550,'8'2'530,"-2"1"0,1 2 0,4-2-187,6-2 1,4 1 0,6 1 0,-1 2-1,6-2 1,4 0 502,9 2-744,-3-4 1,12 6 0,-5-7-1,0 1 1,1 2 0,-1 2 0,0-2 209,-3-1 0,-2-2-104,-1 0 0,0 0-181,-1 0 0,6 5 1,-1-1-1,1 0-147,1-3 162,-5-1 0,10 0 0,-7 0 0,-1 0 0,-4 0-83,-4 0 0,-1 0 63,-4 0 0,-3 0-28,3 0 0,2 0 0,0 0 1,1 0 45,3 0 0,2 0-25,2 0 1,4 0 15,1 0 0,1 2 0,-5 1 0,0 2 243,-3-2 0,-3-2-245,0-1 0,-1 0-3,-4 0 1,-3 0 0,1 0 0,-4 0-52,-3 0 0,0 0 46,4 0 0,0 0 0,-1 0 0,-1 0 44,-3 0 0,-5 0-17,1 0-54,-4 0 128,-7 0-466,-1 0 116,-7 0 1,-2 0 0,-1-1-1065,-2-4 0,-6 3-1977,2-2 2632,-4 2 1,-1 2 636,0 0 0,-32-38 0,-8-9 0</inkml:trace>
  <inkml:trace contextRef="#ctx0" brushRef="#br0" timeOffset="44">24384 8786 7719,'0'-14'122,"0"-1"0,0 1 1000,0 0-509,0 6 1,0 3 775,0 10-1078,0 3 1,0 6 0,0 0 0,0 1 870,0-1-986,0 0 1,0 0-1,0 0 1,0 1 135,0-1 0,0 0 236,0 0-447,0 0 0,0 5 0,0 0 0,0-1 1,0-1 245,0 2 0,0-2 91,0 7-307,0 0 0,5 0 0,-1-1 0,0 3 0,-3-1 123,-1-2 1,0 4 23,0-3-222,0 3 1,0 1 0,0 1 0,2-1 0,1 1 17,2-1 1,-1 2-45,-4 3-82,0-3 0,0 5 0,0-5 1,0 2-1,0 2-320,0 3 1,0-4 178,0 5 67,0-7 1,0 9-1,-1-5 1,-2 1 0,-2 2-268,2-2 0,1 1 203,2-4 116,0-3 0,-5 9 0,1-6 0,0-1 0,3-2 87,1-2 1,0 6 157,0-1-133,0 0 1,0-5 0,0 1 0,0-1-1,0 1 176,0-1 0,0 1-188,0-1-71,0 0 1,0 1 0,0-1 0,0 1 0,0-1 57,0 1 1,0-6-9,0 1 33,0 0 0,0-1 0,0-1 0,0 1 0,0-3 192,0 1 1,0-1-11,0-1-194,0-3 1,0 4-1,0-5 1,0-1 71,0 0 1,-2-1-198,-2-4-324,2-2-330,-4-7-19,6 0-1813,0 0 978,0-7 1,0 4 732,0-6 854,0-1 0,-3-26 0,-1-12 0,0-2 0,0-1 0</inkml:trace>
  <inkml:trace contextRef="#ctx0" brushRef="#br0" timeOffset="45">23118 7691 7713,'-7'-20'-226,"-1"2"0,5-4 1,-2 2 1665,2 2-940,-5 9 1,6 4 0,-3 10 0,5 4 0,4 5 691,0 5 0,1-1-841,-5 5 1,0 6-1,0 6 1,0-1 279,0 1 1,-5 5-412,1-3 0,-3 6 0,4 3 1,-3 1 120,-2-1 1,5 3-123,-2-2 1,-1 7 0,1-3 0,2-1 164,1-2 0,1-10-87,-4-5-269,3-3 1,-4 1 0,6-2 0,0-7-1408,0-5 808,0-9-316,0-1 1,2-7-1,1-2-786,1-3 0,1-3-498,-5-6 1680,0 0 1,0-7 0,2-4-1,1-7 491,2-5 0,3-1 0,1-3 0,-1-4 0,0 0 0</inkml:trace>
  <inkml:trace contextRef="#ctx0" brushRef="#br0" timeOffset="46">23118 7691 7750,'0'-14'0,"-1"4"924,-4 1 0,4-1 1284,-4-4-1470,3 6-506,2 2 1,2 6 0,3 0 0,4 0 268,4 0 1,7 0-347,4 0-68,-4 0 1,7 5 0,-1-1 0,5 0 0,7-3 32,3-1 1,2 0 78,-1 0-165,7 0 1,4 2 0,7 1-1,1 2 1,1-2 134,1-2 0,-3-1 25,6 0-112,7 7 0,0-6 1,1 4-1,-4-2 0,-3 0-14,6 2 0,1 0-1589,2-5 1518,0 0 1,-11 0 0,6 0 0,2 0 0,1 0-180,2 0 0,-5 0 47,-5 0 63,0 0 0,7 0 1,0 0-1,-1 0 1,-2 0-272,-1 0 0,1 5-70,1-1 352,6 1 0,-9 0 0,3 0 1,-1-1-1,-1 1-229,3 0 1,3 4 141,1-4 109,-35 1 1,0-1 0,38-2 0,-36 1 0,0 0-1,0 0 1,1 0 0,-1-1 0,0 0-54,0 0 1,0 1 0,1-1 0,-1 0-50,32 2 195,1-4 0,-9 7 1,-3-5-1,-2 2 0,-7-2 35,-6-1 0,-4-2 99,-3 0-191,1 0 1,-2 0-1,-2 0 1,-2 0 0,-3 0 25,-2 0 0,1 0 1467,-4 0-1338,-4 0 1,-11 0 1288,0 0-1091,-6 0-187,-1 0 0,-9 0 27,-3 0 23,4 0-335,-6 0 1,7 1-1,0 4 265,0 5 0,0 2 214,0 2-195,0 7 0,0-5 1,2 4-1,1 1 1,2 3 208,-2 2 0,-1 3-5,-2-1-219,0 1 0,-2 4 1,-1 2-1,-3-1 1,-1 3 191,1-1 1,-4 4-283,6 7-19,-7-3 1,9 5 0,-3-6 0,4-1 0,1 1-49,0 0 0,4-1 182,1 1-177,0-7 1,0 4 0,-1-5 0,0-1 0,-3 1-36,-1-3 1,0-7 114,0-1 2,0-7 0,0 4 1,-1-7-1,-3 0 132,0 0 1,-1-4 11,5-1-120,0-6 0,-2 4 190,-2-7-52,2 0-185,-11 0 1,6 0 0,-8 0 0,-1 0 0,-2 0 3,-6 0 1,-5 0-273,-4 0 88,-3 0 0,-7 0 0,1 0 1,-3 0-1,-2 0-314,-5 0 0,-3 0 112,-2 0 210,0 0 1,0 0 0,0-2 0,-1-1 0,-2-2-76,-2 2 0,2 0-33,8-2 250,-3 4 1,9-6 0,-8 6 0,-1-3-1,-2 0-9,2 1 0,-1-4 110,-5 3-139,2-1 0,-9 5 0,7-2 1,-1-1-1,0-2-15,1 2 0,-7 2 3,2 1 31,2-7 1,1 6 0,6-4-1,-1 2 1,-1 0 39,3-2 0,-5-1-61,9 1 35,-3 3 0,-3-9 1,-2 5-1,-2 0 0,2-2 6,1 0 0,7 3-10,0-4-14,-6 5 0,6-7 0,-2 7 0,5-1 0,0 0 16,-2 0 1,1-4-16,-2 4 4,-4 0 0,11 1 0,-6-1 0,1 0 1,1 0 11,0 1 0,-4-6-18,6 5-13,0 1 1,-1 2-1,1-1 1,1-2-1,3 2-30,6 2 0,0-4-7,4 0-9,3 0 0,-5 1 1,7-1-1,-1 2 1,3 0-244,2-2 1,-1 3-31,6-3 166,0 4 0,4 1 0,1 0 0,0-2-372,0-2 0,4 2 205,1-3-867,6 4-378,-4 1-378,7 0 1079,0 0 1,-4-2 0,-3-1 876,-1-2 0,-1-31 0,-5-4 0</inkml:trace>
  <inkml:trace contextRef="#ctx0" brushRef="#br0" timeOffset="47">23645 8004 7764,'0'-14'239,"0"-1"1,0 1 805,0 0 531,0 6 1,0-5-780,0 4 0,0 4-444,0 5 1,0 7 0,-2 8 0,-1 4 163,-2 5 1,-1 3-1,3 1 1,-4 1-100,-1-1 0,4 1-113,-6-1-398,7 0 1,-8-1-1,6-1 1,0-4-1,1-2-2,-1-2 0,0-3-1715,5 0 319,0-7 0,0-1-229,0-2 1,0-5 391,0 0 1042,7-6 0,-1-8 0,5-1 1,-2 1-1,1 0 25,-2 0 0,3 0 201,-6-1 216,6 7 1,-8-4 0,6 4 0,2-2 850,2 1 0,1 4-167,0-4-442,1 6 1,-1-5 0,0 4 0,2 0 0,1 1 77,2 1 1,0-3-643,-5 1 189,7-1 1,-10 0-1,3 0 1,-1 1 97,-1-3 52,-4-1 1,-1-6 1066,-7 0-815,0 0 510,0 6 0,-2-3-76,-3 6-322,-3 7-326,1 5 0,-1 12 0,5 2 0,-2 0 0,0 1 618,-1 0 0,4 1-84,-3 6-640,-3-7 0,5 5 1,-5-3-1,1 1 1,0-1-632,1-6 0,1-2 225,5-2-462,-6 1 1,4-1-4336,-2 0 3299,2 0 862,8-6 1,-3-1 936,7-7 0,14-26 0,6-12 0,4-1 0,1-1 0</inkml:trace>
  <inkml:trace contextRef="#ctx0" brushRef="#br0" timeOffset="48">24128 8260 7788,'0'-14'649,"0"-1"1,0 6 901,0-1 1,-5 6 949,0-6-1849,-6 7 0,4-3 1,-8 6-1,1 0 472,0 0 1,0 0-604,-1 0-472,8 6 0,-5 2 1,6 6-1,0 0 0,0 1-128,2-1 1,3 0-291,1 0 1,6 0 0,4 1 0,2-1-559,2 0 1,7-4-302,3-1 942,-4-6 0,5 5 1,-4-5-1,1 2 1,2-2-86,-2-1 0,3-9 438,-6-2-77,0-4 1,-5-3 0,-1-1 0,-4-3 0,-4-1 299,-3 0 0,-4-2-141,-3 4-81,-2 0 1,-9 6-1,-2 2 1,-2 3-1,-1 2 100,1 3 1,-5 1-144,1 2-79,3 0 0,1 5 1,6 1-1,-1 2-381,1 3 0,6 2-435,3 1 666,10-6 0,5 3 0,7-6 0,4-2 0,2-1-194,7-2 0,0 0 817,8 0-294,0 0 0,5 0 0,-2 0 0,-2 0 0,-1-2 420,2-3 0,-2 4 825,-5-4-949,0 3 1,-12 2-1,2 0 1,-5 2-1,-6 3 1132,-2 4-1244,-7 4-208,3 7 0,-7-4 0,-4 3 0,-5-3 0,-2-2 150,-2 0 1,-1 0 15,1 1-475,0-7 0,0 3 0,-1-5 1,1 0-1,0 1-626,0-4 0,0-2-353,-1-1-246,7 0 204,-4 0 859,10 0 271,-4-6 0,14 3 0,4-7 0,7-1 0,2-1-8,0-3 1,4 0-10,-2-4 85,11 3 1,-4-11 0,3 5-1,-3-2 1,-2 1-11,1-3 0,-7 1-24,-3 1 265,-3 4 0,-4 6 1,-2-1 449,-6 1-339,-2 6-234,-8 2 1,-2 12 0,-6 4 0,-1 2 0,3 4 75,2 3 1,-1-2 452,6 7-396,-6-6 0,10 8 0,-4-3 0,4-1 0,1-2 190,0 1 1,4-5-246,1 2-332,6-2 0,2-3 1,7-2-1,1-3 0,-1-2-1334,-2-3 0,2-1 343,-1-2 512,0 0 0,-6-6 0,-2-2 0,-3-3 656,-2-4 0,-39-34 0,9 15 0,0 1 0</inkml:trace>
  <inkml:trace contextRef="#ctx0" brushRef="#br0" timeOffset="49">24697 8203 7888,'-7'0'1282,"7"0"0,13 0-387,11 0 0,9 0-459,5 0 0,3 0 0,3 0 0,0 0-124,-1 0 1,1-2-715,-11-2 0,-6 2 0,-8-3-1209,-3 4 0,-10 1 1611,-6 0 0,-76-13 0,26 5 0,-1 0 0</inkml:trace>
  <inkml:trace contextRef="#ctx0" brushRef="#br0" timeOffset="50">22137 5857 7713,'-1'-14'69,"-2"0"1,-2 0 2562,2-1-1701,-5 7 0,6 4-525,-2 8 0,2 4 0,2 8 0,0 1 178,0 2 1,0 5-351,0-5 1,0 6 0,0 1 0,0 4 246,0 3 0,-5 0-309,1-5 0,-3 1 1,4 1-1,-2 1 140,2 3 1,-3-1-271,1-5 0,0-4 13,5 0 1,-4-2-1,-1 1-278,2-4-483,1-3-1561,2-8 362,0-2 0,2-6 730,2 0 176,-2-6 0,11-2 0,-5-6 999,-1 0 0,1-39 0,-3-16 0,-1-5 0,0 0 0</inkml:trace>
  <inkml:trace contextRef="#ctx0" brushRef="#br0" timeOffset="51">22109 5857 7780,'0'-14'10,"0"4"344,0 1 0,0 4 1,-2-3 1924,-2 2-978,2-5-969,-4 9 0,7-4 1,4 6-1,5 0 1,2 0 545,2 0 0,2 0-719,3 0 1,3 0 0,8 0 0,2 2 52,1 2 1,7-2-332,-2 3 95,3-4 1,3 1 0,2 1 0,3 2-1,1-2-249,4-1 0,1-2-452,2 0 504,0 6 1,5-5-1,-1 4 1,-1-3-1,-1-2-312,-3 0 1,-3 0 260,-1 0 172,-13 0 0,9 0 0,-12 0 0,2 1 0,0 2-36,1 2 0,-2 0 30,1-5 99,-1 0 0,5 0 0,-1 0 0,0 0 0,3 0-48,0 0 1,2 0-54,1 0 50,-2 0 1,7 0 0,-6 0 0,-2 0 0,0 0-79,-5 0 0,6 5 261,-3-1-134,-5 1 0,5-5 0,-10 2 0,1 1 0,0 2 100,2-2 0,-10-2-138,4-1 102,-4 0 1,-1 0 0,-1 0 0,3 0 0,1 0 23,1 0 0,0 0-130,1 0 22,-1 0 1,-1 2 0,-3 1 0,-5 2 64,-3-2-66,-2-1 185,-6-2 1,0 0 64,-4 0 1,-2 1 52,3 4-145,3-4 0,-5 6 1,6-7 536,2 0-486,2 0 64,-5 6-73,4-4-139,-10 4 141,4-6 0,-6 6 1,0 4 183,0 2 0,0 0-117,0 2-51,0-3 0,0 9 0,0-4 0,0 3 0,0 5 445,0 3 0,0 1-306,0 0-203,0 1 1,0 1 0,0 2-1,0 2 1,-1 1 169,-4 0 1,3 3-127,-2-5-105,2 0 1,1 0 0,-3 0 0,0 1-1,1-1 138,1 0 0,2 5-66,0-5 1,5 0-82,-1-4 0,3-1 0,-4-1 0,2-2-46,-2-1 1,-2-7 68,-1 2-34,0 3 1,0-11 0,0 4-19,0-3-67,0-5-106,0-1 212,0-6 0,-1 0 40,-4 0-98,3 0 1,-10 0 0,2 0 0,-2 0-1,-4 0-5,-3 0 0,2 0-147,-7 0 102,-6-6 0,-2 4 0,-6-4 1,-1 1-1,-4 0-206,-4 2 1,-4-3 66,-6 1 168,1-6 1,-1 8 0,-2-5 0,-2 0 0,-6 2-142,-2-1 1,-1 1 71,4 1 56,-4 4 1,4-7-1,-7 5 1,2-2-1,6 2 40,5 1 1,-1 1 121,-1-4-141,-12 3 1,14-6 0,-6 5-1,6-2 1,3 1 11,0-3 0,-5 6 87,1-4-89,-1-3 0,10 5 0,0-5 0,-4 0 0,0 2-17,-1 0 1,-2-6-36,12 3 47,-7 3 1,10-5 0,-3 6 0,2 0 0,3 0-75,-1 1 0,7-3 55,2 3-47,-2 2 1,11-4 0,-2 6-1,5-2 1,3-1-233,-2-2 1,1 0-12,-4 5 120,10 0 0,1 0 0,4 0-824,-4 0-356,5 0 880,2 0 0,8 0 0,1-1 1,3-2-1,4-2-1175,5 2 1,0 1 982,3 2 683,5 0 0,24-31 0,13-9 0</inkml:trace>
  <inkml:trace contextRef="#ctx0" brushRef="#br0" timeOffset="52">22635 6099 7766,'0'-14'157,"-5"-1"0,1 1 691,0 0 1,3 5 0,-1 1 1123,-2 1-1596,2 3 1,-4 5 0,6 4 0,0 4 519,0 4 1,-5 6-497,0 0 0,-4 6-119,4-1 1,-6-2-1,1 2 1,-1-1-105,2-1 0,-4 4-61,4-7-124,2 6 1,-4-9 0,5 1 0,0-4 0,-2-4-614,0 2-366,5-4 594,-4-1 0,7-8 1,2-2-78,3-6 1,0-7-150,9-2 471,-3-6 1,11-2 0,-3-6 0,3-1 0,2 1 174,-1 0 0,0 0 39,0 4 239,-2 7 1,-7 2 0,0 6 50,0-1 1,-6 9-94,-3 6 102,-3 13 0,-2 4 1,0 7-1,0 1 1,0 2 365,0 1 0,0 1-4,0-1-573,0 1 1,1-3 0,2-2 0,2-3 0,-2-2 316,-1 0-1142,-2 0-528,0-5 0,0-5-4032,0 1 3875,-6-7 945,-2 3 1,-7-6 0,1-1 0,0-4 0,-2-5-801,-3-2 1,3 2 1210,-3 1 10,-3-1 0,7-2 1,-3 1-1,6 3 0,4 0 369,1 0 1337,-4 5-1000,10-10 1,-4 10 0,10-5 427,4 2 1,5 1-595,5 5-304,3 0 0,7 0 0,-1 0 0,1 0 0,-1 0-458,1 0 0,-1-5-706,0 1 622,1-1 1,-2 5-1,-4 0 1,-4 0 0,-3-2-965,-2-3 568,1 4 1334,-7-5 1248,-2 6-1076,-6 0 289,0 0 1,-5 1-102,0 4 0,1 4 28,4 10-792,0-3 1,0 9 0,0-4 0,0-1 0,0 3 251,0-1 1,0 1-453,0 6-36,0-1 0,0-4 0,0-2 0,0-1 1,0-4-251,0-1 1,0-2 130,0 0-322,0-6 443,-7-2 1,1-12-176,-3-3-103,-4-4 0,11-8 0,-2-2 0,2-4 0,2-3-341,0-3 1,2-4 215,2-5 1,4 4 173,6 0 1,2 6 0,3-1 0,5 5-110,3 4 1,1 10 166,1 9 149,-1 3 1,0 2-1,-1 2 1,-3 3 0,-7 6 274,-6 6 1,-4 1-173,-7 5 47,0-5 1,-2 2 0,-3-6-1,-6 1 1,-4-1-195,-4 0 1,-7-4-207,3-1-188,2-6 0,-6 4 1,5-6-1,-2 2 1,2 2-1122,2-2 1,1-1 1576,5-2 0,31-26 0,8-5 0</inkml:trace>
  <inkml:trace contextRef="#ctx0" brushRef="#br0" timeOffset="53">23303 6241 7785,'8'-2'1566,"-3"-2"0,-2 2 116,2-3 960,-4 4-1546,6 1 0,-9 8 199,-3 6-1032,4 0 0,-7 13 0,5-3 1,-2 3-1,0 1 106,-1 0 1,3 1-401,-7-1 46,7 1 0,-3-2 0,6-2 0,-2-3 0,-1-2 0,-2-2-300,1-2 28,4-2 1,0-8-100,0-6 0,-2-6 177,-3-8-30,4-7 0,-6 2 1,7-8-1,0-3 0,2-1-713,3-4 0,3 0 285,6-3 453,0-3 0,2 11 0,1-1 0,4 5 0,1 7-206,3 4 0,-3 7 376,2 3-17,0 3 1,-2 9-1,-3 2 1,-5 4-1,-5 1 80,-4 0 1,-3 5 646,-2 0-508,0 0 1,-7-3 0,-2 0 0,-4-1 0,-1-2 169,0 0 0,-5-2-210,0-2-439,0 4 0,0-11 1,0 2-1,2-1 1,1 1-1623,2 0 1,0 1 459,-1-5-599,7 0 2052,2 0 0,38-25 0,7-7 0</inkml:trace>
  <inkml:trace contextRef="#ctx0" brushRef="#br0" timeOffset="54">23758 6213 7796,'8'-7'5,"0"6"3020,-3-4-2189,-4-3 0,6 8-176,-7 0-142,0 6 0,-5 10 1,-1 3-1,-1 5 1,-1 3 988,1 1 0,2 1-720,-5-1-677,7 0 1,-8-1 0,6-1 0,2-3 0,2 1-239,1-2 1,0-6-243,0-7 377,0-6 1,0 7 0,0-10-96,0-6 1,0-7-641,0-6 519,6-3 0,-4-8 0,4-2 0,-1-2 0,1-3-234,2-2 1,-5 4 23,2 2 332,3 9 0,-7-1 0,4 6 0,-2 3-1392,2 5 822,-4 5-30,6 6 0,-3 8 1,1 6-1,-2 8 687,-1 5 0,-8 33 0,-2 8 0</inkml:trace>
  <inkml:trace contextRef="#ctx0" brushRef="#br0" timeOffset="55">7735 5416 8372,'-36'0'-467,"7"-4"0,12-3 226,6 0 604,4 3 1,9-2 0,1 4 225,2-2-353,0 2 0,-4-4 414,4 6 187,-4 0-800,6 0-69,-7 0-364,0 0 0,-13 0 0,-3 0 0</inkml:trace>
  <inkml:trace contextRef="#ctx0" brushRef="#br0" timeOffset="56">7621 5374 8372,'-14'-14'1809,"6"4"-1184,3 1 1,2 4-143,-2-5 0,4 6 0,-4-6 732,3-1-819,2 5-240,0-7 0,0 10 43,0-6 0,2 5-143,3 0-1587,-4-4 774,6 6 1,-7-6-65,0 4-368,0 2 609,0-4 1,0 4 142,0-3 206,0 4 1,0-7 0,0 3 0,0-4 49,0-4 0,0 4 118,0-1 74,0 1 0,0-6 0,0 1 0,0 0 124,0 0 0,0-1-134,0 1 0,0 5-222,0-1 1,0 1-857,0-5 1077,0-1 0,6 7 0,-4-4 0,17 17 0,-4-4 0</inkml:trace>
  <inkml:trace contextRef="#ctx0" brushRef="#br0" timeOffset="57">7635 4990 8372,'-9'-5'-1209,"-1"0"1,7-1 2430,-1 1 0,2 2 366,2-6-946,-6-1 0,4 1 0,-3-1-288,4-1-402,1 5-1395,0 0 1,1 6 1165,4 0 277,3 0 0,19 6 0,3 2 0</inkml:trace>
  <inkml:trace contextRef="#ctx0" brushRef="#br0" timeOffset="58">7749 4919 8372,'0'-8'2145,"0"0"-764,0 3-1012,0 4 1,0-7-204,0 3-657,0 4-2925,0-6 1380,6 7 2036,2 0 0,19 13 0,3 3 0</inkml:trace>
  <inkml:trace contextRef="#ctx0" brushRef="#br0" timeOffset="59">7977 4919 8372,'9'0'113,"1"0"94,-7 0 1,5-5 5,-4 0 0,0 1 0,5 2 44,2-3 1,-3 4-602,1-4 64,1 3 1,-1 2 0,1 0 0,2 0 0,4 0-316,3 0 595,0-6 0,27 5 0,8-6 0</inkml:trace>
  <inkml:trace contextRef="#ctx0" brushRef="#br0" timeOffset="60">8503 4933 8372,'14'0'3762,"0"0"-2768,-6 0-1183,-2-6 1,1 3-1302,2-7 0,4 7-714,1-2 2204,0 4 0,45 1 0,10 0 0</inkml:trace>
  <inkml:trace contextRef="#ctx0" brushRef="#br0" timeOffset="61">9014 4947 8372,'0'-8'4677,"7"-4"-4501,-6 4 1,10-2-745,-6 1 1,6 6-1,-1-2 1,4 2 567,5-2 0,32 1 0,15 0 0,7-3 0,1 0 0</inkml:trace>
  <inkml:trace contextRef="#ctx0" brushRef="#br0" timeOffset="62">9782 4890 8372,'14'0'3403,"-6"0"-4112,5 0 334,-5 0 0,6 0 1,2 0-1,1 0-910,2 0 0,8 0 1285,2 0 0,29-5 0,13-2 0,-17 2 0,0-1 0,-1 1 0</inkml:trace>
  <inkml:trace contextRef="#ctx0" brushRef="#br0" timeOffset="63">10578 4848 8372,'19'0'0,"0"0"0,0 0 221,-4 0 1,-1 0 272,0 0 1,2-5 0,1-1 0,2-1 231,-2 1 0,6-3-650,0 4-223,4 0 0,-3 0 1,1 1-1,4 1 0,2 1-2084,1 2 2231,4 0 0,7 0 0,7 0 0,7 0 0,0 0 0</inkml:trace>
  <inkml:trace contextRef="#ctx0" brushRef="#br0" timeOffset="64">11673 4805 8299,'0'-14'2581,"7"0"-1473,-6 0-1640,12-1 0,-5 6 0,7 1 0,6 2-487,7 2 0,2 3 254,8 1 578,0 0 0,10 0 1,1 0-1,1 0 1,4 1 186,1 4 0,-3-3 0,0 2-228,-6-2 1,16 4-1,-4 2 1</inkml:trace>
  <inkml:trace contextRef="#ctx0" brushRef="#br0" timeOffset="65">12839 4734 8184,'35'0'408,"-7"0"1,1-6-14,-6-4 1,6 2 227,4-1 1,-8 4-291,4-4 1,-9 4-1,4-3 1,1 0 180,2 0 1,-3 5-611,-1-2-23,1-3 0,5 7 1,-1-4-1,0 4 0,2 1-395,4 0 1,-1 0-592,9 0 592,-2 6 513,15-5 0,-1 5 0,6 1 0,8-3 0,0 0 0</inkml:trace>
  <inkml:trace contextRef="#ctx0" brushRef="#br0" timeOffset="66">14048 4691 8153,'14'-7'0,"0"2"0,0-2 565,0 3 1,1-3-281,-1 3 1,2 2 0,1-3 0,2 2 117,-2-2 1,5 4-976,2-4 312,-3 4 1,6 1 0,-4 0 0,4 0 0,2 0-553,-1 0 1,7 0 427,3 0 185,3 0 1,1 0 198,1 0 0,3 2 0,12 3 0,1 0 0,5 0 0,0 1 0,1-1 0</inkml:trace>
  <inkml:trace contextRef="#ctx0" brushRef="#br0" timeOffset="67">15228 4677 8153,'20'0'0,"-4"0"-810,3 0 717,-3 0 0,-2 0 0,0 0 1,0 0-1,1 0 681,-1 0-287,0 0 0,0 0 1,2 0 258,3 0 1,2 0 0,4 0 0,-3 0-601,-2 0 0,6 0-65,-3 0 82,4 0 23,-5 0 0,-1 7 0,-7 0 0</inkml:trace>
  <inkml:trace contextRef="#ctx0" brushRef="#br0" timeOffset="68">15939 4748 8191,'14'-1'0,"0"-4"0,0-1 1445,0-4-1915,-6-2 470,-1 10 0,-7 2 0,0 8 0</inkml:trace>
  <inkml:trace contextRef="#ctx0" brushRef="#br0" timeOffset="69">16408 4763 8212,'-10'-7'611,"2"-2"0,0-2 972,1 1 1,3 2 259,0 4 0,2 0-817,2-5 1,2 6-1,2-2-2062,6 3 0,4 2 394,5 0 1,3 0 0,8 0-1,3 0-1788,5 0 0,11 0-23,8 0 2411,0 0 1,-6 0 0,12 0 0,0 0 0,3 0 0,1 0 0,-1 0-1</inkml:trace>
  <inkml:trace contextRef="#ctx0" brushRef="#br0" timeOffset="70">17403 4649 8141,'22'0'-243,"-1"-5"243,-7 0 952,0-6 1,0 8 0,0-5 0,1 0 0,-1 2 307,0 0 0,0-4-303,1 5-871,-1-6 0,-5 10 0,1-4 0,1 3 0,3 2-1142,5 0 1,-2 0-1273,7 0 1797,0 0 1,6 2 0,3 1-1,6 4 1,6 0 530,2 4 0,0 1 0,4 2 0,2 1 0,0 0 0</inkml:trace>
  <inkml:trace contextRef="#ctx0" brushRef="#br0" timeOffset="71">18825 4649 8132,'14'-8'0,"0"-3"843,0 6 1,1-6 0,-1 3 274,0 0 0,0-3-978,0 6 0,1-1 0,-1 3 0,0-2-477,0 2 1,7 1-1159,3 2 900,2 0 0,9 0 0,3 2 0,3 1 595,2 2 0,25 19 0,6-1 0</inkml:trace>
  <inkml:trace contextRef="#ctx0" brushRef="#br0" timeOffset="72">20133 4620 8132,'20'0'0,"-4"-1"315,3-4 0,-8 3 1,-3-4-1,0 1 1071,0 1 1,-3-3-1047,4 3-433,1 2 0,4-4 0,2 6 1,1 0-1,3 0-710,3 0-1473,7 0 2276,6 0 0,5 8 0,5 3 0,3 0 0,0 1 0</inkml:trace>
  <inkml:trace contextRef="#ctx0" brushRef="#br0" timeOffset="73">21398 4677 8137,'22'-8'34,"4"-3"156,-8 7 0,3-3 131,-2 2 1,-2 2-1,7-5 1,0 2 519,-2 3 0,5-3-554,-4 1 1,1-1-1,1 2 1,2 0-255,-1 0 1,4 3-1060,3 1 409,0 0 0,6 1 0,4 3 617,1 0 0,7 10 0,6 2 0,4 0 0,-1 0 0</inkml:trace>
  <inkml:trace contextRef="#ctx0" brushRef="#br0" timeOffset="74">22991 4677 8167,'14'-6'0,"0"0"-163,0-4 0,-4-3 0,-2 4 949,-2-4 1,-1 4 106,-5-1 563,0 7-850,0-9-1054,0 10 255,0-4 0,1 6-67,4 0 0,-2 0 43,7 0 45,-7 6 1,9-3-1,-2 5 207,2-2 0,-2 4-12,-1-5 1,-4-1 33,5-4 1,-7 2 0,3 1 0,0 2-9,-4 0 227,4-5 713,1 6-763,-6-5 797,6 6 0,-7-6 110,0 4 0,1-3-635,4 2-245,-4-2 0,6 4-33,-7 4-109,0 2 0,0 3-32,0-1 1,0 0 0,0 0 0,0 2 392,0 3 1,0-2-34,0 7-327,0 0 1,0 4 0,0 1 0,0-1 0,-2 1-67,-3-1 1,4 0 20,-4 1 0,-1-2-210,1-4 0,0 3 1,5-7-1,0-2-196,0-1 1,0-2 153,0 0 1,0 0 158,0 1 1,0-1 0,2 0 0,1 0 172,2 1 1,0-1 88,-5 0-212,0 0 0,0 0 0,0 1-204,0-1 146,0 0-553,0-6-191,0 5 500,0-12 150,0 5-85,0-6-269,0 0 544,0-6-14,0 5-3,0-6-874,0 7-356,0 0 1134,0 7 0,0-4 14,0 6 122,0-6 0,0 5 0,0-3 86,0 4 0,0-1-105,0 2 356,0-7 0,0 5 1003,0-3-1065,0-4-189,0 6 1,0-6-514,0 4-341,0-4 294,0 6 1,0-6-316,0 4 533,0-3-25,0 10 1015,0-10-444,0 11 311,0-12-1047,0 5-18,0-6-756,0 0 566,0-6 329,0 5 643,0-6 286,0 7-442,6 7 0,-3-4 1,7 5-1,-1-1 204,-1 1 1,5-3-298,-4 5-66,-3-1 0,7 1 0,-4-3-131,4 0-105,1 4 0,-4-10 8,-1 4-59,1-3 1,-2-4-1,-4-3-1155,-2-4 707,-2-4 431,0-1 1,-2 5 0,-1-1 0,-3 1-384,-2 1 606,5-5 0,-3 10 0,4-5 522,-3 2-53,4 1 467,-6 5-524,7 0-373,7 0 1,-4 0 0,6 0 0,2 0-24,2 0 0,1 0 13,0 0 8,-6 0 1,5 0-1,-4 0 258,4 0-505,1 0 212,-6 0-27,5 0-745,-12 0 393,6 0 0,-9 0 1,-1 2-1,-3 2-740,-2 6 1,3-2 432,-4 1 155,-1-6 0,-9 8 1,-3-6 521,-5-2 0,-20-7 0,-17-6 0,-2 1 0,-9-2 0,1 1 0,-1-1 0</inkml:trace>
  <inkml:trace contextRef="#ctx0" brushRef="#br0" timeOffset="75">29289 8032 7963,'0'-8'923,"0"2"353,0 6 8104,0 0-9062,0 6 1,0 7-1,0 8 1,-2 1 359,-2 3 0,2 3-371,-3 6 0,4-3-145,1 7 1,0-2 0,0 4-1,0-4 8,0-1 0,0 3 1,0-5-1,1-3-39,4-5 1,-3-4-445,2-7 1,0-1 0,-1-2-573,1-2 686,8-6-366,-11 4 1,7-7 0,-5-2-752,2-3 1353,6-2-30,-9-1 1,5 1 0,-3 6 432,0-4-265,7-3-168,-9 0 0,11-3 0,-4 5 0,4-1 0,1 0-256,0-1 1,0 3 210,1-5-41,5 1 1,-2 0-1,4-1 1,0-1 0,-2 0 16,1 1 1,3-2-84,-6 2 193,1-2 1,-6-3 0,-2 1 0,-3 0 0,-2 0 429,-2 0 1,-4 4-485,-5 1-45,-3-1 0,-13-4 0,-4 0 0,-5 0 0,-3 1-240,1 3 1,2 3 36,2 2 232,-7 3 1,10-4 0,-2 6 0,5 0 0,4 0-142,3 0 108,0 0-143,8 6 1,-5-3 0,9 5-28,5-1 1,4-3 103,8-4 157,1 0 1,4 0 0,1 0-1,2-1 1,4-4 362,0-4 1,-2-4-108,0-1-80,-7-1 1,4 1 0,-7 0 0,-1 0 0,-4 0 469,-4-1 0,-4-5-557,-1-4-193,-6 4 1,-3-3 0,-9 6-1,-2-2 1,-2 2-584,-4 1 0,-1 3-1231,-1 4 1311,0 3 0,1 6 1,1 0-1,6 1 1,2 5-2078,6 9 0,7 2 2648,0 11 0,16 36 0,-3-23 0,0 0 0</inkml:trace>
  <inkml:trace contextRef="#ctx0" brushRef="#br0" timeOffset="76">2944 7705 8094,'-13'-22'148,"2"3"0,3 3 0,0 4 1,2 1 1935,-1 1-854,3 7 1,-3-8-1,-2 6 172,-4 2 0,4 3-1123,-1 5 0,1 8 0,-5 7 1,-1 2 388,1 3 1,-2 7-443,-3 1 0,4 0 0,-4-3 0,3 2-42,2 1 1,-1 0-1,1-4 1,2-2-73,2-4 1,-1 3-122,6-7 0,-1-1-938,1-3 535,4-7 197,-6-2 0,9-8 1,1-2-1,3-6 0,2-3-654,3-1 0,2-6-745,1-4 1232,0-3 0,5-1 0,2-1 1,1-1-1,2-1-526,-2-2 0,3-5 830,-6 4 57,6-5 1,-9 9-1,5-2 1,-4 7 0,-1 6 266,-4 3 771,-7 8-900,2 2 1,-7 8 0,1 2 0,2 6 0,2 3 1904,-2 1 1,-1 5-358,-2 0-1270,6 6 0,-4-3 0,2 7 0,0-1 0,0 0 507,6 1 1,-2-1-462,1 1-220,1-7 1,-1 5 0,1-4-1,-1 3 1,1-3 108,-1-4 1,-4-3-453,4-2-257,-6 0-1009,10-6-517,-11-1 894,4-7 1,-6-2 0,-2-1-2132,-2-2 0,0-6 1182,-5 2 1323,-1-4 637,-4-1 0,-17-7 0,-9-4 0,-2-2 0,-1 0 0</inkml:trace>
  <inkml:trace contextRef="#ctx0" brushRef="#br0" timeOffset="77">2787 7919 8094,'-14'-8'1218,"6"-5"1,-3 10 724,6-7 1,0 6-763,5-6 1,-4 5-1,1-4 471,4-2 0,5 3-804,9-1-684,5-1 1,1 1 0,4 1 0,-1 0 0,-1 1-709,0 1 0,-3-3 160,-6 4-1803,1 0 1,-1 5-829,0 0 0,-12 2-14,-7 2 3029,-6 4 0,-28 0 0,-12-1 0,-4 0 0,1 0 0</inkml:trace>
  <inkml:trace contextRef="#ctx0" brushRef="#br0" timeOffset="78">12654 5374 7849,'0'-8'814,"0"-5"0,0 10 83,0-6 1,0 4 1042,0-5-1470,0 7 0,0-1 92,0 8 1,0 4-399,0 6 0,0 5 0,0 2 1,0 1 96,0 3 0,0 1-360,0-3 89,0 4 1,0-6 0,0 4 0,0-1 0,0-1-196,0-1 1,-5-1 40,1-7-292,-1 0 0,5 1 0,-2-1-2429,-2 0 1718,2-6 48,-4-2 1,6-7 1118,0-4 0,0-54 0,0-18 0</inkml:trace>
  <inkml:trace contextRef="#ctx0" brushRef="#br0" timeOffset="79">12597 5431 7329,'0'-15'-1170,"0"1"1866,0 0 0,0 0 1,0 0-1,2-1 315,3 1 1,1 5-368,3-1-397,4 1 0,-5-1 1,8 1-1,1-1 1,2 2 98,-1 4 0,-3 2-594,0 2 292,-1 0 0,5 0 0,0 0 0,-2 2 1,-1 2 97,-2 6 0,0 3-406,0 1 210,1 0 0,-3 0 0,-2 0 0,-5 1 0,-4 0 68,-1 4 0,0-8 678,0 4-470,-6-4 0,3 3 0,-8-1 0,-4-2 0,-2-4 151,0 0 0,-5-1-42,-2-1-669,3-4 0,-6 6 0,5-7 0,-1 0 1,1 0-2074,1 0 1,7 0 2410,4 0 0,39-13 0,4-3 0</inkml:trace>
  <inkml:trace contextRef="#ctx0" brushRef="#br0" timeOffset="80">13010 5502 7849,'-8'0'5841,"-5"0"-4385,12 0-281,-6 0-977,7 6 1,0 2-61,0 6 1,-1 0 0,-3 1-1,0-1-33,1 0 0,1 0 0,2 0 0,0 1-110,0-1 1,0 0-177,0 0 1,0-4-1,0-1 39,0 2 163,0-4 803,0-1 1,0-8-411,0-2 0,0-4-742,0-6 0,2-5 1,1-2-1,3 1-497,2-1 1,-3 0 347,4 3 1,-1 2-105,2-3 0,2 5 0,-4 2 1,2 5-508,-1 0 1,1-2 25,4 4 0,0 0 555,0 5 0,-4 0 0,-1 0 507,2 0 0,2 26 0,1 5 0</inkml:trace>
  <inkml:trace contextRef="#ctx0" brushRef="#br0" timeOffset="81">13351 5488 7849,'-8'-2'3404,"3"-3"-2244,-3 4 0,5-6-443,-6 7 0,4 0 1,-3 2-118,2 3 1,-5 3-379,1 6 1,2 0 0,-1 0 0,-1 0-22,2 1 1,-3 4-154,7 0 1,-3-1-264,3-3 0,2-1 1,-3 0-1,4 0-669,1 1 772,6-1 0,-3-5 0,7-1-134,1-2 0,6-1 228,2-5 0,0 0 0,-3 0 0,1 0 173,2 0-8,0-6 0,-6-2 0,-2-6 0,-2 0 0,1-2 21,-2-3 1,-2 1-95,-6-5-306,0 5 1,0-2 0,-2 6-1,-2-1 1,-4 1-1486,0 0 1,-6 6 371,-1 3 747,1 4 0,-6 1 1,5 1-1,1 4 598,0 5 0,12 27 0,4 9 0</inkml:trace>
  <inkml:trace contextRef="#ctx0" brushRef="#br0" timeOffset="82">13692 5473 7849,'0'-14'4748,"0"0"-3880,-6 0 1,4 4 0,-4 2-116,0 2 1,-2 1-459,-7 5 1,1 2-158,0 3 1,0-2 0,0 8-1,-1 3-51,1 3 1,-5 2 0,2-3 0,3 1-141,3 2 0,3 0-397,-2-4 0,2 4 190,4 0 1,2-1 0,-3-3 0,5-3-412,5-2 1,3 2 156,6-2 238,7-4 1,-4 2-1,7-5 1,1 2 0,0-2-1047,-1-1 0,3-4 424,-4-3 898,4 4 0,14-50 0,4-4 0</inkml:trace>
  <inkml:trace contextRef="#ctx0" brushRef="#br0" timeOffset="83">13962 5473 9537,'-8'-8'2564,"2"-4"0,4 10-911,-2-3-898,2 4-550,-4 1-88,6 0 0,0 1 1,-2 4 133,-2 5 1,2-2-336,-3 1 0,2 1-80,-2 4 1,4 0-1,-6 0 1,3 0-690,-1 1 712,0-7 0,5 4 1,0-2 105,0 2 0,0 2 75,0 1 0,0-6 0,0 1 679,0 1-156,0 1 222,0 3-357,0-8-293,6 0 0,-2-7 0,5-2 0,2-1-100,2-2 0,-4-6-47,1 2-17,-7 2 1,10-5-1,-6 2 1,3-2-1,-2-3-112,-2 1 1,0 0-155,-1 0 31,-3 0 0,4-1 1,-6 1-1128,0 0 877,0 6 323,-6 2 1,-2 6 0,-6 1 0,-1 4 0,0 5 66,-4 2 1,3 7 138,-3 0 102,3 0 1,2 0 0,0 0 0,1-2 0,2-1 431,2-2 1,5 1-307,0-1-144,2 0 0,2 0 0,2 0 0,2 1 38,6-1 1,4-6 14,5-3-152,3-4 0,7-1 0,-1 0 0,0 0 0,1 0-128,-1 0 1,1-6-209,-1-4 291,1-2 1,4-4-1,0-3 1,-1-3-1,-2-2-172,-2 0 0,-6 1 57,-3-6 102,-3 1 0,-3 1 0,-2 3 0,-3 5 0,-2 4-16,-3 0 0,-1 6-28,-2-1 141,0 7 1,-4-3 0,-3 7-322,-8 4 1,-2 2 400,3 2-100,-1 4 0,3-5 0,1 6 0,3 0 1,0 0-73,0 0 1,5 1-545,-2-1 535,4 0 0,2-4 1,6-1-1,5 2 0,7 2 435,3 1 1,-3-5-91,5 1-177,0-1 1,-2-1-1,-2-1 1,-1-3 344,0 1-37,-6 0 28,-1 1 1,-12-4-132,0 2 1,-6 3-1,-8-3 1,-2 1 26,-3 2 0,3-6-423,-3 4 1,-1-4 0,1-1-743,2 0 591,1 0 1,6 0-410,1 0 189,6 0 0,-4-1 1,9-2-260,3-2 0,2-6 541,8 1 0,5-7 0,4-2 0,3 0-50,1-1 200,7-3 0,-3 0 1,5-1-1,1-1 1,-1 0-190,-4 1 0,-5 3 204,-4 7 605,-3 0-163,-7 6 1,-14 2-272,-10 6-214,-2 6 0,-10 2 1,4 5-1,-1-2 0,3-2-254,5 2 1,0 2-54,7 1 337,-1 0 1,5 0 0,0 1 0,0-1 0,1 0 323,4 0 1,-2-1 768,7-4-774,-7 4 0,8-10 0,-5 5 0,1 0 900,-1 0-1109,-1-5-221,-5 10 1,-2-12 0,-4 4 0,-7-3-1359,-4-2 1,-7 4-762,5 1 1260,-6 0 1,7-5 991,-5 0 0,-20-19 0,-9-5 0</inkml:trace>
  <inkml:trace contextRef="#ctx0" brushRef="#br0" timeOffset="84">15057 5601 7798,'-5'-9'-157,"-1"1"1,0 0 4204,-1 0-934,-4 5-2541,10-3 0,-4 6-677,10 0 1,-2 0 138,6 0 0,1 0 0,4 0-62,0 0 1,0 0-2052,1 0 312,-1 0 1,0 0-521,0 0 2286,1 0 0,11-13 0,4-3 0</inkml:trace>
  <inkml:trace contextRef="#ctx0" brushRef="#br0" timeOffset="85">15412 5374 7801,'0'-14'716,"0"-1"1,-1 6 2367,-4-1-760,4 7-817,-6-9-1063,7 10-227,0-4 1,0 14 0,0 4 0,0 7 1359,0 3-1175,0 2 0,0 4 0,0 1 360,0-1 1,-4 1-503,-1-1 1,0 1 0,5-1 0,0-1 80,0-3 0,-5 1-835,1-6 1,-1 0 0,3-5-2994,-3 0-1393,4 0 2871,-5-6 1,6-3-1051,0-10 3059,0-3 0,6-50 0,2-12 0</inkml:trace>
  <inkml:trace contextRef="#ctx0" brushRef="#br0" timeOffset="86">15313 5516 7888,'-8'0'2467,"2"0"-551,6 0 1068,0 0-2768,6 0 1,2 0-553,6 0 290,7 0 0,1 0 0,6 0 1,1 0-1,-1 0-258,1 0 0,-1 0 59,0 0 192,1 0 0,-7 0 0,-3 0 0,-3 0 198,-2 0 1,-6 2-50,-3 2 73,-4-2 0,-1 11 0,-1-4 0,-3 4 1,-2 1 360,-2 0 0,3 0-365,-4 0 0,6 2-65,-2 3 0,4-3 0,2 3 118,4-3 1,4-4 30,10-2-152,-3-4 1,9-6 0,-4 0 0,-1 0-1,3-1 249,-1-4-143,-5-3 1,4-11 0,-7-1-1,-2-1 1,-1-1 533,-1 0 0,-7 0-169,2-2-673,-4-3 0,-7 11 0,-3-3 0,-4 4 0,-1 2-1231,0 3 1,-7 4-1,-3 6 0,-3 5 0,1 1 0,0 4-746,3 5 0,4 0 766,-5 4 1316,7-4 0,-4 25 0,7 6 0</inkml:trace>
  <inkml:trace contextRef="#ctx0" brushRef="#br0" timeOffset="87">16138 5601 7793,'-2'10'1072,"-3"-2"2408,-4-2-1755,2-1 1,1-7-853,6-3-937,0-3 1,6 1 0,4 0 0,3 3-1777,1-1 1276,-6 0 1,3 3 0,-5-1-2597,2-1 1774,1-1 0,1 5 1386,-1 0 0,14 0 0,7 0 0</inkml:trace>
  <inkml:trace contextRef="#ctx0" brushRef="#br0" timeOffset="88">16450 5516 9577,'-8'-10'2539,"4"1"-719,2 6 260,-4-3-1720,4 6 0,-4 1 0,6 5 0,0 7 433,0 4 0,0 4 167,0-2-710,0 3 1,0 5-1,0-2 1,0-1 0,0 1 358,0 2 0,0 0-565,0-3 0,-5 1-186,0-6 0,1 4 0,4-4 0,0-1-195,0-2-1651,-7-2 0,6 0-1307,-4 0 1,3-4-210,2-1 3504,0-6 0,7-47 0,1-19 0</inkml:trace>
  <inkml:trace contextRef="#ctx0" brushRef="#br0" timeOffset="89">16393 5644 7828,'-1'-14'999,"-4"-1"0,4-3-423,-4-1 1,3-2-203,2 2 0,0 3 1,2-3-1,3 4 512,4 0 0,4 3 144,1 2-763,0-2 1,7 10-1,2-3 1,4 4 0,2 2 781,-1 4-933,1-3 1,-3 15 0,-2-3-1,-5 2 1,-3 0 143,-2-2 1,-6 2 105,-3 3-371,-4-3 1,-1 4 0,-1-6 0,-6-1 0,-5-2 177,-6-2 0,-5-1-564,4 2 1,-2 1-8,2-6 0,2 1 0,-7-3 1,0 2-814,2-2 0,2-1-1593,6-2 1793,-1 0 1,6 0 0,1-2 1010,2-3 0,45-47 0,-11 17 0,-1 1 0</inkml:trace>
  <inkml:trace contextRef="#ctx0" brushRef="#br0" timeOffset="90">16834 5459 7423,'8'0'3016,"-2"0"1,-4 0-797,3 0-1122,-4 0 1,6 2 181,-7 2 0,0 0-265,0 5-763,0 1 0,0 4 0,0 0 0,0 0 1,-2 0 191,-3 1 0,4 4-267,-4 0 0,3-1-332,2-3 0,-1-6 0,-2 1-359,-2 1 1,0-3 64,5 1 141,0-6 0,-1 4 1,-2-9-265,-2-3 0,0-3-448,5-6 730,0-6 0,2-1 1,2-6-1,4 2 1,3-2-301,4 2 1,-4 4-80,8-2 320,-4 5 0,0-1 1,0 8-1,3 3 1,1 2-740,-2 3 0,-1 1-201,-2 2-62,0 7 0,-1 0 1351,-4 8 0,-9 18 0,-7 5 0</inkml:trace>
  <inkml:trace contextRef="#ctx0" brushRef="#br0" timeOffset="91">17247 5488 7828,'0'-10'1549,"0"1"1,-5 4 337,0-5 1,-6 1-93,2-5 1,-3 4-803,3 1-832,-4 6 1,5-4 0,-6 7 0,0 0 0,0 0-44,0 0 1,-1 7-72,1 2 1,0 4-112,0 1 0,0 5 0,1 1 0,2 1-485,1-1 1,6 4-248,-6-5 1,7 2 465,-2-2 0,4-4 0,2 4 0,4-4-298,4-6 0,9-1 517,1-3 1,4-4 29,-4 4 0,7-5 1,-3-5-1,4-4 222,2-4 1,-7-1 457,-3 0-506,3-1 1,-6-3-1,1-3 1,-6-1-1,-5-2 31,1 2 0,-6-3-61,4 6 1,-10-5-279,-4 5 1,-4 2 0,-3 6 0,-1 3-536,-2 2 0,-6 1 211,1 5 1,-1 6 117,1 4 0,-1 2 0,6 2 1,2 1-669,1-1 511,2 0 0,1 0 260,3 1 0,4-6 0,8-1 0,2-2-220,6-3 1,7-1 32,2-2 505,6 0 0,-1 0 0,8-2 0,1-1 0,0-3 0,2-2 0,-4 0 0,7-1 0,-6-4 201,1 4 1,-8-4 0,-2 0-1,-3 2 318,-3 2 0,-1 4-23,-2-4-171,1 5 1,-1-2 0,0 6 0,0 0 0,1 0 296,-1 0 1,-5 0-238,1 0 0,-2 2 81,1 2 0,2 0 663,-6 5-344,0-6-477,-5 3 1,-2-6-1,-3 0 1,-4 0 146,-4 0 0,-6 5-258,0 0 0,-4 4-104,4-4 1,-5 6-1,5-3 1,2 2-145,1-1 0,-3 1 110,0 4 1,5 5-107,4 0 0,2 0 0,-1-5 0,4 0-221,4 0 1,1 5 68,0 0 1,6-5 25,3-4 1,9-2 0,2 3 0,2-3 11,4-2 1,0-1 43,3-5 0,-1-2 87,1-3 0,2-2 0,-1-8 1,-3 1-14,0 0 1,0 0 62,1-1 0,-5-3-50,-5-1 0,-2 0 1,-2 4-1,-1 0 18,-3-4 1,1 8 24,-7-4 1,1 9-1,-6-2 130,-4 2 53,3 1-215,-4 5 1,0 0-1,-4 0-22,-3 0 56,-1 6 105,0-4 1,0 9 0,0-5 0,-1 1 196,1-1 0,5 0-125,-1-1-149,7-3 1,-10 6 0,4-4 218,-4 6-163,5-4 1,1 2 0,3-3 219,0 4-218,-1 4-105,5 1 0,0-4 0,0-1 0,1 0-55,4-1 38,-3 5 1,10-11 0,-2 4-1,3-1 1,-1 1-37,-2 2 1,2-5-4,-2 2-10,2-4 0,7-1 0,0 0 1,-1 0-1,-3 0-343,0 0 401,-1 0 0,0-1 0,0-4 1,2-3-1,2-1-21,0-1 1,1 1 197,-4-6-191,-1 1 1,2-2 0,1-1 0,2-2 0,0 2-317,2 1 0,-4 6 136,7 1 0,-5 6 81,4-2 1,1 4 0,3 1 0,-4 0 185,-4 0 1,2 1-126,-2 4 1,0 3 235,-5 6 1,-6 0 0,-2 0-1,-1 1 488,0-1-66,0 0-449,-5 0 0,-2-1 0,-3-2 0,-4-3 0,-4 0 92,-1 0 1,-2-5-1180,-3 2 690,3-4 1,-6-1-1,5 0 1,-2 0-1,0 0-622,-2 0 0,6-5 464,-4 1 1,8-3 20,1 3 1,1 0-115,-6-5 84,8 6 413,0-4 1,9 7 556,3 0 1,2 0-210,8 0 0,0 0 1,3 0-1,2 0 167,2 0 1,2 0-310,5 0-201,-1-6 1,0 3 0,1-5 0,-1 0 0,1 0-266,-1-3 1,5-1 148,1-3 0,-1 1 19,-5 0 0,-1 1 1,-2 2-1,-3 3-72,-1 2 213,4 1 1,-9 5-1,3 0 1,-5 2 279,-4 3 1,-4 3-108,-6 6 0,0 0 175,0 0 0,-2 0 1,-1 2-1,-3 0 393,-2-2 1,-1 4-175,-6-9-1013,1-3 1,-2 5 0,-1-4 0,-4-1-1,-1 0-1320,-3-2 0,-2-3-935,-1-1 2658,-7 0 0,-11-13 0,-8-5 0,-6-2 0,-1 0 0</inkml:trace>
  <inkml:trace contextRef="#ctx0" brushRef="#br0" timeOffset="92">14090 6468 7732,'0'-14'-12,"0"0"1,0 0 725,0 0 1,0-1-253,0 1 1,0 5 0,-1 1 0,-3 0 0,0 0 0,-1-1 1761,-1 1 1,3-3-443,-7 6-1572,7 0 1,-10 7 0,4 2-203,-4 6 0,0 3-7,4 1-7,-4 0 0,5 5 0,-4 1 0,1 1 0,3 1-287,2 0 0,1-4-797,5 1 599,0 3 0,0-7 1,3 4-1,5-3-382,6-2 0,5-6 643,0-3 0,2-3 206,2-2 0,3 0 0,-8-2 0,0-3 76,-2-4 61,-2 3 1,0-7 1372,0 3-597,1-2 0,-8-2-404,-2-1-1286,-3 7 241,-2 2 476,0 19 1,1-4 168,4 10-95,-3-9 1,10 2-1,-2-4 1,4 0-43,5-3 0,-3 1 117,3-1-39,-4 0 1,0-5 0,-1-2 0,0-1-1,0-3 247,1-2 0,-8 3-202,-2-5 34,3 1 1,-6 0 0,2-1 0,-2-1 0,-2-2 185,0-1-507,-6 0 0,-2 4 0,-6 3-213,-1 0 1,1 2-156,0 5 0,0 0 1,-1 0-1,1 0-632,0 0 0,0 2 620,0 3 0,4-2 1,2 6-1224,2 2 1099,1 2 720,5 1 0,44 1 0,12-1 0</inkml:trace>
  <inkml:trace contextRef="#ctx0" brushRef="#br0" timeOffset="93">14531 6483 7798,'6'-8'1972,"-4"0"-768,3 3 697,-4 4-1074,-1-6 0,2 7 98,3 0-670,-4 0 0,5 2 0,-6 3 1,0 4-1,0 4 529,0 1 1,0 0-435,0 0-222,0 1 1,-4-6 0,-1 1 0,2 1-81,1 1 0,2 2-152,0 1 47,-6-7 0,4 4-379,-2-2 264,2-4 449,2 0-781,0-6 0,0-6-22,0-4 1,0-4 45,0-5 1,2 2 0,2-5-1,6 1-260,2 4 1,3 1 429,-1 2 200,0 0 1,0 4-1,0 2 1,1 2 0,-1 3-63,0 1 0,-4 4 421,-1 3-71,1-4 0,2 12 0,-1-4 0,-3 4 0,0 1 420,0 0 0,-5 1-18,2-1-582,-4 0 0,-1 0 0,2-1 0,1-2-635,2-2 448,0-5-97,1 2 1,-3-1 0,7-1 0,1-1 0,1-3-436,3-4 0,-1 1 507,0-7 1,0 1 297,0-6 0,-1-4 0,-2 1 0,-1 0 114,1 2 0,-5 2 143,-1 0-65,3 0 0,-7 4 1,4 1 1013,-3-2-1238,-2 4 94,0 1 0,0 17 523,0 3 0,0 8-287,0-3 0,0 0-112,0-4 0,0-1 0,0 0 0,0 0 452,0 0-554,0 1-339,0-1-207,0 0 532,0-6-169,0-2 0,0-7-23,0-4 0,0-5-396,0-8 0,0 2 133,0-3 1,0 1 0,1 1-1,2-2-192,2 2 1,6 1 211,-1 2 1,-3 4 126,3 1 0,-5 1 1,4-2-1,2 6-164,2 2 314,-5 2 1,4 0 0,-2 2 0,2 2 0,1 6 122,-3 2 1,2 3 500,-2-1-458,-4 0 1,2 5 0,-5 0-1,2-2-117,-2-1 0,3-2-115,-1 1-479,0-7 0,-5 4-659,0-2 815,0-4 362,6 0 1,2-10 0,6-3 0,0-1 0,1-4 31,-1-6 57,6 3 1,-2-8 0,5 4-1,1-3 1,-2 0 250,-3 3 1,-3-1-169,-2 1 0,-1 0 0,-2 5 141,-2-1 0,-5 6 199,0-1-533,-2 7 0,-4-3 0,-2 8-489,-6 2 0,2 4 220,-1 6 363,-1 1 0,-2 0 0,1 3 1,1 1-1,1-2 126,1-1 1,-3-2-243,6 0 5,0 1 1,0-1 0,1 0-1,1 0-92,1 0 0,8-4 23,4-1 90,2-5 0,4 2 0,3-6 1,3 0-1,2-2-201,0-2 1,-1 0 196,6-5 32,-1-1 1,2-4 0,2-2 0,1-1-1,-1-2 64,-2 2 1,-7 1 8,1 2-79,-7-1 1,9 6 0,-7 1 0,-2 2 220,-1 3-101,-8 1 365,4 2-189,-10 0 135,4 0 328,-12 6-257,4-4 0,-10 4-417,2-6-4,4 0 0,-7 0 0,4 2 0,-4 1 0,-1 3-260,0 2 0,-5-3-183,0 4 283,0-5 1,5 8-1,-1-2 1,1 2-249,0 3 0,6-1-37,3 0 359,4 0 0,1-4 0,0-1 1,0 2-1,1 2 127,4 1 0,8-4 108,6-1-174,6-6 0,-3 3 0,6-6 0,1 0 0,-1 0-121,1 0 1,4-6-192,0-3 189,0-4 1,0-3 0,-1-1 0,-3-4 0,-6-1-155,-2-3 1,-2 3 346,-5-2 1,-6-4-80,-3-5 1,-4-5 0,-1 4-1,0 4-5,0 5 258,0 5 1,-6 7 0,-4 4 221,-2 4 1,-1 5-557,4 5 0,-2 7 1,4 9-1,-1 1 463,-3 3 1,5 2 138,1 1-276,-3 1 0,5-1 0,-5-1 0,2-2 0,3-3 113,1-1 0,1 3-524,-4-5 43,3 0 0,-4-5 0,8-2 1,1 0-1,3-5-1488,2 0 883,1-3 1,1-4 0,-1 0-878,2 0 0,0-1 591,-1-4 1,-2-4 992,-3-10 0,-23-41 0,1-16 0</inkml:trace>
  <inkml:trace contextRef="#ctx0" brushRef="#br0" timeOffset="94">15953 6426 7852,'0'-8'1995,"0"2"-874,0 6-692,0 0 1,11 0 0,3 0 0,2 0 104,0 0 0,3 1-369,0 4-122,6-3 0,-8 4 0,5-6 1,-1 0-1,-4 0-204,-1 0 0,1 1 184,-2 4-57,2-3 1,-9 6 427,6-4-45,-6 4-174,-2 6 0,-6 1 0,0-1 0,0 0 435,0 0 1,0 1 17,0-1-353,0 0 0,0-5 0,2 1-182,3 1 1,-2 0-901,6-1 590,-6-4 0,10-6 0,-3 0-130,2 0 1,-2 0-28,-1 0 272,-6 0 1,10-5 0,-4-1 0,4-2 0,0-3-232,-4-2 0,4-3 148,-4-3 154,4 4 1,1-6-1,-1 7 1,-2 1-1,-3 2 122,-2 2-87,5-1 406,-9 2 1,4 0-131,-6 4-219,0 8 284,0-2 0,-2 12 1,-1 0-1,-1 1 1,0 0 491,3 4 1,1-3-275,0 3-425,0-3 0,0-2 1,0 0-1,0 1 0,0-1 23,0 0 1,5 0-241,-1 1-89,7-8 1,-8 4 0,7-4-1,1-1-375,2 0 1,1-1 198,0-5 256,0 0 1,1 0 0,-3-1 0,-1-4 0,-1-5-134,1-2 1,6-2 20,2-1 143,0-5 1,-9 2 0,-1-5-1,1-1 1,-1 0-30,0 1 1,-5 5 150,0-1-20,-2 10 1,-2-4 0,0 4 0,-2 2-298,-2 3 1,0 4 0,-3 4-644,0 6 859,3 2 0,4 3 1,0-1-1,0 0 127,0 0-274,0 1 53,6-1 1,-3-5-1,6-1 1,3-2 0,2-2-181,5-3 1,-4 4 224,4 0 113,-3-1 0,-2-5 0,1-2 0,-1-4 0,0-1 194,0-3 1,-1 4 377,-4-3-244,4 1 0,-10-1 366,7 1-961,-7-1 213,3 2 1,-6 3-1,0 10 1,0 5 528,0 2 0,-1 3-81,-4-1-239,3 0 0,-4 0 0,6 0 0,0 2 0,0 2 51,0 1 0,2-2-11,2-8-307,4 4 0,6-10 0,1 5 1,-1-2-1,0-2-244,0-3 0,1-1 10,-1 0 218,6 0 1,-4-6 0,3-4 0,-3-2 0,0-4-148,3-3 0,-4-3 79,4-7 95,-3 1 1,-6-2 0,-1-3-1,1-4 1,-3 0-281,-2-1 1,-3 6 182,-2-1 122,0 3 0,0 12 0,0 4-252,0 2 0,-7 13 15,-2 9 396,3 2 1,-7 15-1,5-2 1,-1 5 0,1 4 992,1-3 0,3 4 649,4-2-1459,-7 0 1,6-4 0,-4-2 0,3-2 0,2-3 105,0-1 1,2-2-1367,3-5 89,-4 0 1,7-6-2808,-3-3 1676,-3-4 1524,4-1 0,-6-6 0,0-4 0,0-2 1,0-4-427,0-3 0,0 2 592,0-7 389,0 7 0,0-9 0,0 7 0,0 2 619,0 1 1,1 2-230,4 0-75,-3 6 0,10 1 0,-2 7 0,3 0 1,1 0 537,0 0 0,5 0-595,0 0-273,0 0 0,-5 0 0,0 0 0,1 0 0,-1 0-75,0 0 1,-5 0-231,1 0 77,-7 0 236,10 0-135,-12 0 230,6 0 0,-7 7 0,0 2 1,0 4-1,0 1 664,0 0 0,0 1-187,0-1-394,0 0 1,1 0 0,2 0 0,4 1 0,1-1-64,3 0 0,1-6-127,2-3-263,1 3 0,0-7 0,3 4 0,1-4 1,-2-2-220,-1-4 0,3-4 98,0-10 271,0 3 0,-6-9 0,-2 4 1,-2 1-1,1-1-51,-3 4 556,0-5-389,-7 6 1,0 3 0,0 13 460,0 8 0,0 13 17,0 7-324,0 7 1,-2 3 0,-1 0 0,-3 1 0,-1 2 853,1 2 1,-5-1-268,2 1-560,2-7 1,-5 4 0,2-7-1,-3-3 1,-1-5-17,0-6 1,0-3-283,0-2 80,-1 1 1,1-8 0,0-2-1,-2-3 1,-1-4-20,-2-3 1,0-2-263,5-8 162,-1-5 1,7 2 0,4-5 0,2-4 0,5-5-273,7-6 1,7-3-491,16-1 521,4-7 1,7 4 0,2 0-1,1 5 1,-1 9-1189,-2 5 0,-3 3 514,-3 8 583,-3 4 1,-13 11 0,-3 2-1,-3 3 1,-4 4 432,-2 4 0,-10 14 0,-8 3 0</inkml:trace>
  <inkml:trace contextRef="#ctx0" brushRef="#br0" timeOffset="95">12242 7791 8159,'-10'0'-144,"3"-2"0,-1-1 0,0-2-482,-3 2 0,4 0 143,3-2 483,-4 3 0,6-4 0,-4 6 0,18 6 0,4 2 0</inkml:trace>
  <inkml:trace contextRef="#ctx0" brushRef="#br0" timeOffset="96">12270 7805 8159,'10'-2'147,"-1"-3"-113,-6 4 0,9-7 68,-8 3 0,3 4 0,-4-6 14,1 1 0,3 4-708,-2-2 0,-2 2 592,6 2 0,-6 0 0,4 0 0</inkml:trace>
  <inkml:trace contextRef="#ctx0" brushRef="#br0" timeOffset="97">12583 7805 7760,'8'-7'223,"-2"6"-556,-6-12 333,0 12 0,7-12 0,1 5 0</inkml:trace>
  <inkml:trace contextRef="#ctx0" brushRef="#br0" timeOffset="98">12825 7819 8159,'8'-2'-249,"-4"-2"307,4 2 0,-6-6 331,3 3-306,-4 4-83,-1-12 0,13 12 0,3-6 0</inkml:trace>
  <inkml:trace contextRef="#ctx0" brushRef="#br0" timeOffset="99">13237 7819 8411,'0'-14'83,"2"4"-363,2 1 1,0 4 279,5-4 0,39-1 0,13-4 0</inkml:trace>
  <inkml:trace contextRef="#ctx0" brushRef="#br0" timeOffset="100">13578 7847 8159,'10'-1'214,"-2"-4"1,0-3 96,0 0 0,-4-3 0,4 5 0,0 0 54,0-1 0,1-4-371,6 2 0,-1 1 0,0 0 0,0 0-154,1 0 0,5 5-1576,4-2 1736,-4 4 0,32 7 0,2 2 0</inkml:trace>
  <inkml:trace contextRef="#ctx0" brushRef="#br0" timeOffset="101">14090 7805 8159,'14'0'-78,"-4"0"39,-1 0 0,-4-2 524,5-3 1,-6 4 0,6-5 262,1-1-793,-5 6 0,7-7 0,-4 5 45,4-2 0,33 0 0,7 5 0</inkml:trace>
  <inkml:trace contextRef="#ctx0" brushRef="#br0" timeOffset="102">14630 7805 8399,'8'-2'464,"-3"-3"1,-2 4 377,2-4-277,-3-3 1,6 2-1059,-4-4 1,4-1 150,6 7 0,2-1 0,3 5 0,6 0-495,7 0 0,0 0 431,6 0 0,-1 0-131,6 0 537,0 0 0,12 6 0,3 2 0</inkml:trace>
  <inkml:trace contextRef="#ctx0" brushRef="#br0" timeOffset="103">15299 7776 8183,'22'0'0,"-2"0"98,-5 0 1,-1-4-1,0-1 1,0 2 413,0 1 0,1 2-687,-1 0 0,0 0 199,0 0 0,5 0-24,0 0 0,44 0 0,7 0 0</inkml:trace>
  <inkml:trace contextRef="#ctx0" brushRef="#br0" timeOffset="104">15924 7805 8183,'22'-5'352,"-3"0"701,-3-6-1082,-2 10 1,1-6 0,-1 7 0,0 0-959,0 0 1,7 0 986,3 0 0,40 0 0,12 0 0</inkml:trace>
  <inkml:trace contextRef="#ctx0" brushRef="#br0" timeOffset="105">16664 7791 8202,'14'0'0,"5"0"104,0 0 0,4-5-10,-4 0 1,5 0-1,-3 4 1,1-2-398,3-2 1,2 0-185,1 5 0,-4 0 487,0 0 0,37 0 0,15 0 0</inkml:trace>
  <inkml:trace contextRef="#ctx0" brushRef="#br0" timeOffset="106">17332 7791 8202,'28'0'-735,"1"0"1,-7 0 484,-3 0 0,-3 0 213,-2 0 0,5 0 0,0 0 0,-2 0-83,-1 0 1,-2 0 330,0 0 0,2-5-89,3 0 1,-2 0-1,7 5 1,1 0 431,2 0 1,2-1-331,-1-4 0,1 3 0,-1-2 0,-1 2-285,-3 2 61,2 0 0,9-12 0,9-4 0</inkml:trace>
  <inkml:trace contextRef="#ctx0" brushRef="#br0" timeOffset="107">18313 7833 8230,'9'-4'0,"1"-1"0,-2-6 1787,1 1-1454,4 4 0,-10-5 0,7 5-795,1-2 0,1 4-697,2 0 820,1 2 1,4 2 0,1 2-1,2 1 339,4 2 0,17 3 0,10 1 0,5-1 0,-1 0 0</inkml:trace>
  <inkml:trace contextRef="#ctx0" brushRef="#br0" timeOffset="108">19337 7862 8230,'36'0'0,"-1"1"-91,-7 4 0,5-3-52,0 2 1,7-2 0,-1-1-1,7 3 77,6 0 0,4 1 1,1-5-1,-1 0 65,1 0 1,0 0 150,0 0-106,-6 0 1,-2 0 0,-7 0 0,1 0 0,0 2-51,-1 2 0,-4 0-90,0 5 96,0-6 0,11 10 0,1-5 0</inkml:trace>
  <inkml:trace contextRef="#ctx0" brushRef="#br0" timeOffset="109">21370 8046 8340,'50'-6'146,"-1"-2"73,-6-6 0,-2 6-219,-3 3 0,28 4 0,2 1 0</inkml:trace>
  <inkml:trace contextRef="#ctx0" brushRef="#br0" timeOffset="110">22251 8089 8340,'35'6'-425,"1"-4"171,7 3 636,-7 3 1,-6-7 0,-6 4 0,1-3 0,2-1 861,2 4-1354,5-4 0,-2 6 1,6-7-1,1 1 0,2 3-573,2 0 1,0 1 259,-1-5 222,1 6 1,-5-4 0,-3 3-1,-5-4 1,-8-1 200,-5 0 0,-3-25 0,1-7 0</inkml:trace>
  <inkml:trace contextRef="#ctx0" brushRef="#br0" timeOffset="111">13849 8302 10073,'0'-8'2922,"1"-3"-2845,4 7 0,-2-3 0,6 4 0,3-3 45,0-2 0,7 3-217,0-4 1,6-5 0,1-7 0,4-1 0,4-3 0,1-2-861,0-2 796,-2-5 1,-6 4-1,-3-4 1,-7 6-1,-6 3-128,-6 1 1,-4 11 245,-1-1 1,-6 9 0,-5 1 0,-5 2 205,-3 2 0,-4 2-77,4 2 0,-5 0 54,5 5 1,0 1 0,5 4 0,1 0 92,4 0 0,-2 0-122,6 1 0,-5-1 33,6 0 0,-3 2 1,4 1-1,-2 4 378,2 1 0,2 0 302,1 2-633,0 3 0,0-7 1,0 5-1,0-1 0,0 0 193,0-2 1,0-2-463,0-5 116,0-1 1,0 0-163,0 0 70,0-6 103,0-2 0,0-7 0,0-4 0,0-4-657,0-4 1,1-1 288,4 0 1,-2-5-89,7 0 0,-1 0 1,5 5-1,-1-1 8,-4 1 1,4 5 220,-3-1 0,2 5 209,2-4 1,1 6 0,-1-2 144,0 3 369,0 2-384,1 0 0,-6 5 1,-1 1-1,0 2 0,-2 5 361,0 4 0,1-1-107,-2 3-363,-4-3 0,7-2 0,-5 0 1,3 1-531,2-1 0,-3-2 88,5-2 128,-7 3 1,14-12 0,-3 4 0,2-4 0,0-1-405,-2 0 0,0-1 142,1-4 617,-1-3 1,0-6 0,-1 0 0,-2 0 822,-2-1-290,-6 7 31,4-4-127,-7 10-478,0-4 52,0 12 0,0-3 0,0 7 0,0 1 1,0 2 233,0 1 1,0-5-226,0 1-90,6-1 0,2 4 1,6-2-1,0-3 1,2 0-28,3 0 0,-3-5 43,3 2 0,-3-4-61,-2-1 1,0-1 0,0-4 0,0-5 163,1-2 0,-7-4-95,-4-3 0,-2 2-24,-2-7 0,0 2 1,-2-4-1,-2 4 27,-6 2-133,-3 1 1,-1 5-1,0 1 1,0 4-1,-2 4-412,-3 3 0,3 2 140,-3 0 151,4 7 1,0 0 0,1 8 0,1-1 0,2 0-23,2 0 1,6 5 58,-2 0 1,3 0 61,2-5 1,2 1 0,3-3 0,4-1-49,4-1 1,3-7-107,3 2 222,3-4 0,1-1 1,1 0-1,1 0 0,2-1 149,2-4 0,-1-1-92,1-4 0,-1-2 129,0 2 1,-4-1 0,0 0-1,0 3 102,-2 2 1,-2 1-81,-6 5 0,1 0 43,-1 0 1,0 0 0,0 2-1,-1 2 51,-4 6 1,-2-2-25,-7 1-59,6 1 1,-4 4-1,2 0 1,-4 0 101,-4 0 0,-4 1-265,-6-1 1,4-5-16,1 1 1,-1-7 0,-4 3-365,0 1-520,-1-6 311,1 6 0,5-7-557,-1 0 509,7 0 116,-3 0 0,7-2-726,4-3 1093,3-3 1,5-1 245,-4-1 0,4 6 0,-4-6 274,4-1 1,-5 3 125,-4-1-443,4 6 0,-6-10 0,4 5 0,-1-1 1,1 1 20,2 1 1,-5-4-154,2 2 0,1 1-9,-1-2 0,6 1 163,-1-5 1,-2 0-48,1-1 1,-6 6 70,2-1 1,1 6 0,-1-6 313,-2-1-305,-1 5 0,-1-5 238,4 6-348,-3 0-33,4-1-25,-6 4 1,2-6 103,2 4 0,-2 1 245,3-7-256,-4 7 1,4-10 0,0 4 193,-2-4-1,-2 5-133,-1-4 0,2 10 0,1-4-439,2-1 54,0 6 404,-5-6 0,0 9 0,0 3 0,-2 4 0,-1 4 693,-2 1 0,0 2-184,5 3-380,-6-3 0,5 11 0,-4-4 0,3 3 1,2-1 346,0-2 0,0-5-561,0 1 1,0 1-47,0-1 0,0 0 1,0-5-1,2-1-245,3-3 0,-2 1-1041,6-7 0,1 1 516,4-5 0,0 0 0,0 0 1,1-1 770,-1-4 0,19-47 0,5-18 0</inkml:trace>
  <inkml:trace contextRef="#ctx0" brushRef="#br0" timeOffset="112">15057 8146 7891,'-14'0'34,"0"0"399,-1 0 1,6 0 1517,-1 0-2048,7 0 0,8 0-108,9 0 0,11-5 0,2-1 0,7 0-910,2-1 1,-5 1 1114,3 1 0,21-28 0,5-13 0</inkml:trace>
  <inkml:trace contextRef="#ctx0" brushRef="#br0" timeOffset="113">15583 8231 7764,'-14'0'285,"4"0"0,1 0 0,-2 0 2197,-2 0 697,5 0-327,2 0-2777,6 0 1,0-1-1,2-2-533,2-2 1,4 0 0,6 5 0,1 0-1780,-1 0 1,5 0 2236,0 0 0,25 0 0,2 0 0</inkml:trace>
  <inkml:trace contextRef="#ctx0" brushRef="#br0" timeOffset="114">15839 8146 7777,'0'-14'0,"0"-2"870,0-3 0,5 3 0,1-3-111,2 3 1,-3 7-346,4 0 0,-4 5 1,3-2 787,-2 0-951,5 4-88,-3-4 1,2 11 0,-3 1 0,1 2-1,-1 4 787,-1 6-814,5-2 0,-9 9 0,2-5 0,-2 3 0,-2 2 283,0 2 1,0-4-186,0 1-125,-6 0 0,4-1 0,-4 1 0,1 0 0,0-2 180,2-3-340,2 3 1,1-6-332,0 3 1,1-5 0,4-5-144,4-4 1,9-3 78,1-2 301,0 0 1,-4-7-1,3-2 1,1-4 0,-2-2-290,-1-4 0,-2 3 342,0-3 1,-1 1 297,-4 0 1,3 6-1,-8-2 197,-1 2 1,-1 4 110,-2-2-252,0 7 0,0-2-57,0 10 1,-5 3 127,1 6-257,-1 0 0,3 1 0,-1-1 0,-2 0 0,2 0-30,2 0-111,1 1 0,6-1 0,3-1 0,4-2-121,1-2 0,0-6 85,1 2 48,-1-3 1,5-9 0,0-1 0,-2-1 0,-1-2-185,-2-5 283,0 2 0,-6-7 0,-3 5 0,-3-1 1,-2-2-215,0 2 0,0 1-1203,0 2 871,-7 6 0,-1-3 0,-7 6 0,-3 2 0,-2 1-1437,-2 2 0,-2 0 1937,-5 0 0,-7 8 0,-7 3 0,-2 1 0,-1 0 0</inkml:trace>
  <inkml:trace contextRef="#ctx0" brushRef="#br0" timeOffset="115">15867 8274 7847,'0'-14'3856,"5"4"-2849,0 1 1,1 4-382,-1-4 0,-2 4 0,7-5-948,1-1 0,1 5-758,3 1 680,5 4 1,-4 1 0,4 0 0,-1 0 0,2 0 399,1 0 0,46 19 0,-26-8 0,0 1 0</inkml:trace>
  <inkml:trace contextRef="#ctx0" brushRef="#br0" timeOffset="116">16649 8331 8977,'-7'0'5634,"-6"-6"-4632,11 4 1,-4-6-1476,6 3 39,0 4 1,6-6 0,4 7 0,2 0-1,3 0-922,-1 0 0,5 0 654,0 0 1,1 0 0,-2 0 0,1 0-650,-2 0 1351,-1 0 0,4 7 0,2 1 0</inkml:trace>
  <inkml:trace contextRef="#ctx0" brushRef="#br0" timeOffset="117">17048 8160 7825,'0'-14'5,"0"-7"459,0-2 0,0 2-95,0 2 1,-7 3 0,-2 2 0,-4 0 1032,-1 0-813,0 0 1,-1 6-1,1 3 1,0 3 130,0 2 1,0 7-552,-1 2-25,7 4 0,2 7 0,6 4 0,0 3 0,0 1 539,0 1 0,0-1-301,0 1 1,0-1-221,0 1 0,2-1 0,1 0 0,2-1 104,-2-3 1,-2 1-87,-1-6 0,0 0-124,0-5 0,0 1-436,0-1 219,0-6-230,0-2 0,0-8 0,0-2 0,2-6-1024,3-2 1,-4-3 731,4 1 355,-3 0 0,2 0 0,1-1 0,0 3 1,0 1-567,-1 1 1008,7 1 0,-8 1 3,7 3 1,-5 4-1,4 1 559,2 0 1,-3 0 968,2 0-1271,-7 6 1,8 2 0,-5 6 0,2 0-62,3 0 1,-3-1-198,1-3-145,1 2 0,4-5 0,0 4 0,1-4 0,0 0-881,4-4 0,-3-1 317,3-2 1,2 0 233,-2 0 0,0-2 0,-4-3 0,1-4 133,-2-4 0,2-1 883,-11 0-419,6-1 0,-9 1 0,2 0 364,-2 0 0,-4 6-45,-2 3 1,0 4-382,-5 1 1,1 1 0,-1 4 0,2 4 64,1 4 1,4 1-108,-2 0 1,2 1-150,2-1 0,2 0 0,2 0 0,7 1-328,7-1 204,-2-6 1,6 3-1,-5-7 1,4 0 0,-1-3-488,1-1 1,2-1 429,-4-4 176,0-3 1,-5-6 0,-1-2-1,-3-1 1,-6-4 65,-2-1-92,-2 5 1,-6-9-1,-4 7-13,-3 2 1,-2 3 73,-4 4 1,-2 4-1,-4 6 1,1 0-64,-1 0 0,4 0 1,2 2-1,4 2-89,0 6 0,3-2-179,2 1 167,4 1 0,6 4 1,2 0-1,4-1 1,8-2-358,8-2 1,5-4 356,2 4 1,-1-5 0,2 0-1,2-2-11,1-2 0,0 0 371,-5 0-16,7 0 0,-5 0 0,2 0 0,-5 0 1,-5 0 632,-2 0 1,-1 0-131,-5 0-209,1 6 1,-7 2 0,-4 6 535,-2 1-913,-2-1 0,0-5 0,-2 1 0,-2-1 0,-4 1 166,0-1 0,0-4-304,3 4-249,4-5 0,-12 2 1,3-6-817,-2 0 779,4 0 156,2 0 1,4 0 0,-1-2 0,-2-2 0,2-6-439,1-3 0,9-1 111,2 0 355,-3 0 0,7 0 0,-3-1 0,4 1 0,3-2-164,2-3 1,0 2 95,-5-7 107,0 7 1,1-5 0,-1 4 0,0-1 0,-1 2 13,-4 1 0,-2 2-86,-7 0 286,0 6 0,-2 2-4,-3 6 0,-1 1-47,-4 4 0,-2 4 422,2 10 1,2-1-1,1 4 1,-1 0 829,0 0 0,5-3-675,-2 5 1,3-5-415,2 4 1,0-5 0,0 1 0,0-3-17,0-2 0,7 0-1269,2 0 539,4-6 1,1 3-1,0-6 1,0-2-1598,1-1 1,-1-4 152,0-3 0,-5-3 1953,1-6 0,-13-51 0,1-12 0</inkml:trace>
  <inkml:trace contextRef="#ctx0" brushRef="#br0" timeOffset="118">17787 8302 7851,'-10'0'1639,"1"0"-47,6 0-634,-4 0 1,14-4-537,2-1 1,10 0 0,5 5-1,4 0-1017,5 0 399,-3-6 0,5 4 0,-8-2 196,-3 2 0,-10 2 0,-8 0 0</inkml:trace>
  <inkml:trace contextRef="#ctx0" brushRef="#br0" timeOffset="119">18768 8373 7706,'0'-14'344,"-5"5"0,-1 1 0,-1 0 0,0 2 1482,-1-1-1566,-2 3 1,1-1 0,-1 0 0,-1 2 0,-1 1-1,-3 2 1,1 0 0,0 0 0,0 2 362,-1 3 1,1-2 0,2 6 0,1 2-317,1 2 1,1 3-217,-6 3 0,3-3 0,1 4 0,3-1-270,1 0 0,3 5 137,4-5 0,0 0-115,0-5 0,11 0 0,5-1 1,4-2-611,5-2 1,4-6 282,4 2 0,-3-3 267,3-2 0,-3-2 1,-1-3-1,-3-2 50,-2-1 1,-2-5 676,-3 3-394,-3-2 0,0-2 0,-8-1 0,-2 1 0,-3 0 602,-1 0 841,-2 6-1159,0 2 0,-2 6 1,-2 0-342,-6 0 1,-1 1-16,1 4-26,-2 3 0,10 6 1,-2 0-1,2 0 1,2 1-21,0-1-142,0 0-30,6 0 1,2-4 0,6-2 0,2-2-1,2-3-414,1-1 1,4-2 127,-4 0 341,0 0 1,-3-5-1,1-1 1,1-2 0,-4-3-136,-3-2 0,-8-3 265,2-3 1,-4 4-15,-1-4 0,-1 3 1,-4 2-1,-4 1 71,-4 3 0,-6-1 76,0 7-81,-6-1 1,9 5 0,-5 0 0,3 0 0,-1 0 49,1 0 1,2 5-102,2-1 0,5 6-52,-1-5 0,7 6-88,-2-2 0,5-1 22,5 2 52,3-7 1,6 3 0,2-6 0,1 0 0,4 0 51,1 0 1,-3 0 385,5 0 1,-2 0-137,1 0 1,3 0 0,-6 0-1,1 0 418,-1 0 0,-1 2-362,-4 2 1,-6 3 0,0 4 0,1-2 149,-2 2 1,-2 2-373,-6 1-18,0 0 1,0 1 0,0-1-62,0 0 0,0-5-1480,0 1 449,0-7 1,2 3-6,2-6 1,4-6 418,7-3 447,-1-4 0,-5-1 1,2 0-1,4-1 0,2 1 33,0 0 0,-1 0 166,-2-1 86,1 1 1,-3 0 0,-1 1 0,-1 2 1134,1 2-769,-5 6-239,0-4 1,-6 9 0,0 3 0,0 4 0,0 4 629,0 1 1,0 2-195,0 3-526,0-3 0,0 4 0,0-4 0,0 1 0,0 2 101,0-1 1,0-7-363,0-2 47,-6 1 1,5-1 0,-4 1-842,3 1 566,2-5 502,0 0 0,0-7-29,0-4 1,0 2-108,0-7-108,0 1 1,0-1 0,0 1 0,0-2-57,0-2 0,5 4-148,0-1 4,-1 1 1,-2-1-545,3 1 988,3 6-105,0-4 1,4 7 0,-2 0 134,2 0 1,-2 5-140,-1 0-45,-6 0 0,10-1 1,-5 3-1,1-1 1,1 0-62,1-3 1,0 1 73,-1 0-78,2-2 1,-9 4 0,7-6 187,1 0-155,1 0-21,3 0 0,-7-1 0,-4-4-13,-2-5 0,-2 2 47,0-1 26,0 6 0,0-5-53,0 3-87,0 4 409,0-6 471,0 7-598,0 7 7,0-6 1,0 12-1,0-4 10,0 4 0,0-4-12,0 1-87,0-7 0,0 5 61,0-3 0,0-2 127,0 6-216,0-6-225,0 4-383,0-7 366,0-7 0,0 4 0,-2-5 0,-1 1-667,-2-1 643,1-2 105,4-4 0,0 4 0,0 1 0,0-2-72,0-2 1,0 4-5,0-1 156,0 7 0,1-8 0,2 5 0,4-2-44,1-3 1,-4 5-50,6 1 212,-7 3 1,10 2-1,-4 0 142,4 0 1,1 0-113,0 0 1,-6 0 0,5 2 1,-4 3-1,2 4 133,-1 4 1,1-4-153,-6 1-95,-1-1 0,1 1 0,0-1 0,0 1-258,1-3 0,-3 4 3,6-6 169,-5 0 0,4 0 0,-4-1 0,6 0 0,2-3-144,3-1 1,-1 0 106,0 0 103,0 0 0,0 0 1,1 0-1,-1-1 1,0-4-38,0-5 1,1-2 110,-1-2-74,0-1 1,0 1-1,-1 0 1,-2 0-1,-3-1 88,-2 1-9,-1 0-99,-5 0 0,0 4 0,-2 2 0,-2 2-90,-6 3 0,-3 1 93,-1 2 109,0 7 1,0 1 0,1 7 0,2 3 0,2 1 273,-2-2 0,3 0-11,-2 2-268,7-3 1,-3 5 0,6-7 0,0 0 0,0 0 81,0 1 0,6-3 77,4-2-560,2 2 0,7-10 0,2 3 0,-1-4 1,2-1-527,0 0 0,1-1 166,0-4 501,4-3 1,-5-6 0,7 1-1,-1 2 1,-1 2-101,-3-2 1,2-2 315,-2-1 4,-3 6 1,-1-3-1,-6 6 815,1 2-571,-1 1 294,-6 2 1361,-2 0-1558,-19 0-330,10 0 1,-16 2 0,10 1 0,-4 2-289,-1-2 201,0-1 28,0 4 1,-1-3 0,1 6 0,0 1 0,1-1-35,4 1 0,-2-1 84,6 6 4,0-8 0,5 6 1,0-3-1,0 2 0,2 1-69,3-4 1,3 2 84,6-6-169,0 0 0,5-5 0,1 0 1,3 0-1,0 0-443,-1 0 1,5-6 161,-3-4 195,3-3 1,-4-2 0,0-3 0,-1-2-1,-2-2-306,1-4 0,-2 0 450,-5-3 22,-6 1 1,3-1 0,-6 1-1,-2 1 1,-2 3 163,-1 5 0,0 8 327,0 2-341,0 6 1,-1-2-1,-2 10 1,-2 6 0,0 6 328,-1 7 0,4 3 189,-2 1-273,2 0 1,-3 1-1,0-1 1,2 1-1,2-2 292,1-4 1,-2 3-360,-3-8-547,4 1 1,-5-4 0,6-1-2083,0 0 1502,0-6 524,0-2 0,0-7 0,-2-4 0,-1-4-485,-2-4 0,-1-1 614,1-1 90,3 1 1,-4 0 0,6 0 0,0 0 0,0-1 105,0 1 1,5 5 327,0-1-254,6 7 1,-3-8 0,6 6 0,2 2 519,2 2 0,-2 1-152,3 0-217,-3 0 0,0 0 0,1 0 0,2 0 249,-1 0 1,-3 4-177,0 1-221,-1 0 1,-5 1 0,-1 4 265,-2 2 0,-1 2-47,-5 1-232,0-8 0,5 6 0,0-3 0,-2 2-50,-2 2-668,-1 1 282,7-1 1,-4-6-1,5-2 1,0-1-465,0 0 0,-4-1 133,6-4 532,-1 0 1,1-1 0,-2-4-1,0-4 1,-1-4-124,5-1 1,-1-1-21,-2 1 347,-3 0 1,1 0-1,1 0 1088,0-1-784,-2 7-157,-6 2 0,0 8 0,0 2 278,0 6 1,0 3 406,0 1-675,0 6 0,0-4 0,1 3 1,3-3-1,2-2 7,2 0 0,-3-1-502,4-4 222,-6 4 1,10-7 0,-4 4 0,4-5-1,1-4-279,0-1 0,1 0 115,-1 0 146,0-6 0,-1-2 1,-2-6-1,-2 0 0,2-2 3,2-3 1,-4 1-31,1-5 4,-7-1 0,8-3 1,-6 2-1,0 3 1,-1 1-192,1 4 524,0 1-220,-5 2 0,-2 8-190,-3 6 0,4 6 927,-4 8-466,4 0 0,-4 1 1,0-1-1,2 0 0,1 0 443,2 0 0,0-4-360,0-1-389,0 1 0,0-1 0,0 1-58,0 1 99,0-5-236,0 0 1,2-6-122,3 0 1,-2 0 276,6 0 28,-6-6 0,10 3 1,-5-7 14,0-1 58,5 5-40,-12-7 1,10 10 0,-5-6-31,2-2 0,-4 3-90,0-2 22,-2 7 1,-1-5 0,3 4-213,0-6 0,3-2 116,-3-3 62,-2 7 0,6-4 1,-5 2-1,3-2-116,2-3 1,0 1 43,2 0 222,2 6 0,-9-5 0,5 4 0,0-2 0,-1 0 47,-1 1 1,0 7 126,-1-2-117,-4-2 1,7 5-31,-3-3 1,-3 5-229,2 5 349,-2 3 0,-2 6 1,0 0-1,0 2 0,0 2 902,0 0 1,0 6-414,0-5-564,0 6 0,0-9 0,0 3 0,0-3 0,0-2-722,0 0 0,0-4 136,0-1-1126,0-6-1281,0 10 2207,0-11 448,0-2 1,0-3 0,0-7 0,-2-1 0,-1-2 1,-1-1 1,-1 0 682,5 0-232,0 6 1,0-5 357,0 4 1,6 2 192,4 3-504,2 2 1,2 2-1,2 0 1,2 0-1,2 0 430,2 0 0,0 0-277,2 0-379,3 0 1,-7 0 0,4 0 0,-5 0-1,-3 0-70,-2 0 207,0 0-196,-6 0 0,-1 2-176,-7 2 0,0 0 409,0 5-72,0 1 1,0 4-1,0 0 1,0 0 133,0 0 0,6-1-406,3-4 72,4 4 1,1-7-1,0 4 1,1-5-1,-1-4-333,0-1 1,0 0 153,1 0 172,-1 0 0,0-1 0,0-3 1,0-2-1,-1-2 21,-3-3 0,1 3-21,-7-1 329,7 6-548,-9-10 290,4 11 171,-6-4 0,0 14 0,0 5 0,0 4 1,0 2 459,0 2 0,0-1 402,0 4-775,-6 3 1,3-7 0,-5 5 0,2-2 0,1-3 135,-1-3 0,-2-1-469,-7-2 119,8 1 1,-6-3 0,3-2 0,-2-5 0,-2-4-248,-1-1 0,6 0-35,-1 0 130,1 0 0,-1-6 1,3-5-1,0-5 1,4-5-261,1-1 0,9-1 86,2-6 78,10 1 0,3-1 0,7 1 1,-1-1-1,1 3-365,-1 2 1,1 3-1122,-1 7 1239,0 0 1,1 6 0,-1 3 463,1 4 0,24 7 0,7 2 0</inkml:trace>
  <inkml:trace contextRef="#ctx0" brushRef="#br0" timeOffset="120">13052 10563 7989,'-1'-14'363,"-2"-1"0,-4 3 403,-1 2 1,5 2-367,-2 4 1,-2 2-1,-3-3 1,-3 5-1,-1 5 126,0 5 1,0 4 0,0 3 0,-2 2 4,-3-2 0,3 4-286,-3-2 0,-1 6-58,1-1 0,-2 1 0,4 0 0,-2-1 413,1 1-492,3 2 0,0 2 0,3 1 174,2 3 1,-1-3-160,6 3 0,1-3 0,4-1 0,0-1 50,0 0 1,6-1-97,3-3 0,4 1 0,1-4 1,1-1 40,-1 1 1,2-2-42,3-5-50,-4 0 0,11-1 0,-6-2 0,2-2 0,4 1 167,0-2 1,4-2-32,4-6-17,2 0 1,7 0 0,-1-2 0,1-2 0,0-6 224,-1-2 0,1 2-138,-1 1-85,-5-1 1,-2-4-1,-9 0 1,-2 0-1,-3-2 158,-1-3 0,-4 1-290,3-5 78,-3-1 1,-2-4 0,0-2 0,-1-4 0,-2-4 176,-2-3 1,-6-1-942,2-1 462,-3 0 0,-2 1 0,0-1 0,-2 2 1,-4 3-351,-8 5 0,-2 3 219,-8 2 94,1 5 1,-8 8 0,0 7 0,-4 1-1,-1 3-745,-4-3 1,4 6 302,-2-4 68,0 4 1,0 2 0,2 2-1,1 4 1,4 0-1723,1 5 1,7 0 2340,4 2 0,10 20 0,3 3 0</inkml:trace>
  <inkml:trace contextRef="#ctx0" brushRef="#br0" timeOffset="121">12896 10648 18764,'14'14'747,"2"2"1,3 3-1,5 6-267,2 7 1,4 0 0,4 5 0,4 3-135,3 1 1,0-3-211,-3 0 0,1-7 0,-6 3 1,-1-6-243,-2-4 0,-8-8-892,-3-7-224,-3-6 1,-7 3 0,1-6-3562,1 0 4055,-5 0 1,0-6 0,-4-3 0,1-4 0,2-3 727,-2-3 0,-4-19 0,-3-9 0,0-7 0,0 1 0</inkml:trace>
  <inkml:trace contextRef="#ctx0" brushRef="#br0" timeOffset="122">13450 10691 8041,'0'-14'1508,"0"4"627,0 1-547,0 5-1145,0-2 1,-6 6 0,-3 2 0,-4 4 0,-1 7 1145,0 4 0,-7 8-413,-3-1 1,-3 8-702,-1 1 0,1 5 0,2-4 0,1 1-856,-1 0 82,4-2 1,-4-3 0,5 2 0,-1-1 0,-1-2-1151,0-4 0,4-8-3310,-1 2 4759,-3-3 0,-13-21 0,-9-7 0,-5-1 0,-1 0 0</inkml:trace>
  <inkml:trace contextRef="#ctx0" brushRef="#br0" timeOffset="123">11048 10321 7792,'0'10'1952,"0"-1"-842,0-6-491,0 4-795,0-7 0,0-2 0,1-1-587,4-2-58,-3 0 1,9 4 0,-5-2 820,2-2 0,33-13 0,13 3 0</inkml:trace>
  <inkml:trace contextRef="#ctx0" brushRef="#br0" timeOffset="124">11446 10321 7792,'8'0'976,"0"0"924,-4 0-1507,-2-6 0,6 4 0,-5-4-464,2 0 1,1 4-219,-1-3 0,-2-1-662,6 1 1,1 0 0,4 5-789,0 0 1486,-6 0 1,5 0 252,-4 0 0,17 13 0,4 3 0</inkml:trace>
  <inkml:trace contextRef="#ctx0" brushRef="#br0" timeOffset="125">11815 10335 7793,'15'0'0,"-1"0"947,0 0 1,0-1-291,0-4 0,1 3 0,-1-4 246,0 0 0,0 4-620,1-3-658,-1-2 1,0 5 0,0-3 0,0 4-1509,1 1 1,-1 0 667,0 0 922,0 0 293,1 0 0,11 6 0,4 2 0</inkml:trace>
  <inkml:trace contextRef="#ctx0" brushRef="#br0" timeOffset="126">12285 10335 7796,'19'8'0,"-1"-3"0,1-3 438,-4-2 1,-1 0-103,0 0 1,-4 0-1,-1 0 1,1-2 1028,-3-3-1505,6 4-16,-5-6 0,6 3 0,0-1 1,1 2-1,-1 1-588,0 2 1,0 0 575,0 0-142,1 0 1,-1 0 0,0 0 0,0 0 0,1 0-378,-1 0 0,0 2 687,0 2 55,-6-2 0,5 4 676,-4-6 32,-2 0-218,-1 0 1,-8 0 1099,-2 0-3050,2-6 1405,-11 4 0,-26-29 0,-15-1 0</inkml:trace>
  <inkml:trace contextRef="#ctx0" brushRef="#br0" timeOffset="127">11844 9781 7772,'9'-6'618,"1"-4"0,-7 2-174,2-1 0,-2 6 0,0-4 1425,2 1-1239,6 4 1,-8-9 0,6 7-45,2 0 1,-3 4-380,2 5 1,-5-2 0,3 7-1,-2 1 185,-3 1 0,-1 7-176,-2 0 0,4 2 0,1-4 0,-2 2-61,-1-1 1,-2-1-174,0 2 2,0-3 1,0 4 0,0-6-305,0 1 65,0-7-45,0-2 0,0-8 0,0-4-519,0-8 1,0 0-310,0-5 974,6-3 0,2 4 0,6-4 0,0 2 0,-1 2 251,-3 2 0,2 2-106,-2 0 265,2 6 1,3-3 0,-1 6 251,0 2 0,-1 3-227,-4 5 86,4 3 1,-12 6-1,4 2 1,-2 1-1,0 2 417,2-2 1,0 4-819,-5-2-69,0 0 1,1-5 0,3 0 0,0 0-1338,-1 1 586,5-1 494,0-6 0,2-2 0,-1-6 0,2 0 0,2-1-411,1-4 0,0-3 534,1-6 256,-1-1 1,0-3-1,0-1 1,0 1 0,-1 2 1201,-3 2-830,2 0 954,-4 0-727,0 6 1,-2 3 264,-6 10-678,0 3 1,0 8 0,0 1 0,0 2 0,0-2 175,0-1 0,2 3-874,3 0 235,-4 0 0,12-10 1,-4 1-1,6-1 0,2-1-506,2-3 0,5-3 185,-5-2 385,6 0 0,-5-2 1,6-3-1,-4-6 0,-2-5-71,-2-3 1,-3-6 243,0 1 81,-7 4 1,-2-7-1,-6 5 1,0 0 0,-2 1 243,-2 1 0,-4 9-154,-7-3-130,1 9 1,-6-2 0,-2 7 0,-2 0 0,0 0 9,-1 0 1,4 7-133,2 2 111,4 4 1,-3 1-1,2 0 1,5 1 0,3-1 29,5 0 1,2-5-579,1 1 356,0-1 1,6-1 0,4-3-1,4-3 1,5-2-231,4 0 1,4 0 198,2 0 257,-1 0 0,1-5 0,-1-1 0,0-1 0,2-1 508,4 0 0,-6 4-115,1-6-248,-1 7 1,-8-3 0,4 6 0,-5 0 0,-3 0 647,-2 0-767,-6 0 25,-2 0-308,-6 0 534,0 0 0,-6 0-422,-3 0 0,1 0-40,-2 0 1,1 0 0,-7 0-102,-3 0 0,3 0 184,-3 0 9,3 0 1,2 5 0,-2 1 0,-1 0-1,-2 2-103,2 0 1,2 1-11,6 6 211,-4-7 1,10 4 0,-5-2-1,2 2 179,3 2 0,8-1-87,4-3-173,4 2 1,7-10 0,2 3 0,2-4 0,0-1-110,1 0 1,2-5-57,1 1 164,-6-7 0,4 1 1,-6-7-1,1-4 1,-2 1-176,-7-1 0,3-6 58,-6-1 107,-3-1 1,5-10 0,-6 4 0,-2 0 0,-1 1-78,-2 2 0,0 4 22,0 4 273,-6 10 0,4 6 0,-4 5 0,1 0-103,0 4 0,-1 2-259,1 11 377,4-2 0,-7 14 1,4-2-1,0 3 1,-1 1 822,-1 1 1,4-1-181,-3 1-618,4-1 1,1-4-1,1 0 1,3-1-1,2-1 219,2-3 0,1-3-501,5-2 33,7 0 1,-4-6-1,7-3 1,1-3-1,1-2-570,-3 0 1,4-2-457,-3-3 818,-4-3 0,7-10 0,-5-3 0,0-1 0,-3-2-376,-3 2 1,-3-5 229,-4 4 316,4 2 0,-11 0 0,2 7 93,-2 0 0,-8 1 0,-4 4-19,-3 9 1,-1 5 0,0 7 0,-2 6 0,0 2 260,2 5 1,-2-2 344,12 0-384,-7-5 1,9 7 0,-3-6 0,5-2 0,5-1 263,5-2 0,2-1-840,2-4-66,7 4 1,-4-11 0,5 2-1,1-2 1,-3-2-1859,1 0 0,2-5 684,-4 0 1067,0-6 526,-11 10 0,-21-43 0,-10-4 0</inkml:trace>
  <inkml:trace contextRef="#ctx0" brushRef="#br0" timeOffset="128">13920 9667 7768,'0'-14'558,"0"0"0,0 0 2036,0-1-1552,0 7 1,0 1-1,0 5 787,0 2-1502,0 3 0,0 13 1,0 3-1,0 3 508,0 0 1,0 6-519,0 1 0,-5-1 1,0 4-1,2-5-307,1-3 0,2-2 0,0 3 0,0-3-97,0-1 1,0-3-1023,0-3 0,2-3-876,3-2 1083,3-4 698,6-6 1,0-6 0,0-4 0,-1-2 0,-2-3 135,-2 1 1,-1 0 90,2 0 273,2 0 0,-10 4 0,4 2 779,1 2-506,-6 1-230,6 5 1,-7 2 0,1 3 282,4 4 1,3 4-446,6 1-139,0 0 0,2-1 0,1-2 1,4-3-1,1 0-124,3-1 1,2-3 229,2 0-163,-7-2 1,3-2 0,-6 0-1,-2 0 290,-1 0 0,-8-6 96,-3-4-476,-4-3 1,-2-1 0,-2 0-1,-4 0 1,-1 0-897,-3-1 1,-1 1-190,-3 0 866,-5 0 1,3 4-1,-6 1 1,3-1-1,3 2-734,1 4 0,-3-3-2,0 3 703,0-1 1,5 5-1,-1 0 1,1 0-1,0 1-928,0 4 1,-2-3 1288,-3 3 0,-35 15 0,-14 4 0</inkml:trace>
  <inkml:trace contextRef="#ctx0" brushRef="#br0" timeOffset="129">13692 9795 8157,'-6'-8'3011,"4"-4"1,-3 8-1985,10-5 1,3 4-695,6-4 0,7 6-584,3-2 1,2-1 0,3-1 0,-1 1-385,1 0 1,-1 1-1,1 5 1,-3 0-177,-2 0 1,-3 0-2438,-7 0 3248,-6 0 0,-65 6 0,-22 2 0</inkml:trace>
  <inkml:trace contextRef="#ctx0" brushRef="#br0" timeOffset="130">13621 9795 7768,'-14'10'-636,"0"-1"1,-1-6 2080,1 2 841,6-3 1,0-2 1178,4 0-2830,2 0 1,-3 0-676,10 0-201,-3 0 1,15-5-1,-3 0 1,2 2 0,0 0-1604,-2-2 1,5 3 1504,0-2-1684,0 2 0,-5 2 2023,0 0 0,7 6 0,1 2 0</inkml:trace>
  <inkml:trace contextRef="#ctx0" brushRef="#br0" timeOffset="131">14645 9895 7768,'-15'0'731,"1"0"0,2-2 2484,2-3-1839,4 4 1,4-6-279,-2 7 0,4 0-1175,0 0 1,1-4-1,9-1 1,1 2-1,1 1-3229,2 2 1931,1 0-351,-1 0 0,-1 2 1726,-4 3 0,-3 9 0,-6 8 0</inkml:trace>
  <inkml:trace contextRef="#ctx0" brushRef="#br0" timeOffset="132">14915 9866 7768,'0'-14'460,"-5"0"221,0 0 0,-1 4 0,3 1 2972,-2-2-1105,0 4-1662,5-5 0,0 12-53,0 0-652,7 0 1,-4 12-1,5-2 1,-2 4-1,-3 3 556,-1 2 1,3 2-304,-1-2-326,1-3 0,-5 4 1,0-6-1,0 0 0,0 1-252,0-1 1,0-5-270,0 1-1276,0-7-1531,0 10 2074,0-12 908,0-1 1,0-8-1,0-7 1,0-3 0,0-1 73,0 2 1,2 1-34,2 2 425,-2-7 0,11 10 1,-5-3-1,1 1 0,0 2 88,3 2 0,-5-2 356,3 6-423,-1 0 0,6 5 0,-1 0 1,0 2 298,0 3 0,-1 3 100,-4 6-481,4 0 0,-10 0 1,5 0-1,0 2-356,0 3 1,0-3-1355,1 3 838,-2-3 0,-6-4 0,2-1-1013,2-1 1120,0-7 897,-5 3 0,1-6 0,3-1-113,0-4 0,1-3-65,-5-6 167,6 6 1,-4-5 297,3 4-459,-4-4-66,-1 5 1,2 2 220,3 6 154,-4 0-245,12 0 0,-10 2 0,6 1-72,2 2 1,2 4 33,1-4-169,1 6 1,-1-10 0,0 6 0,0-3 0,0 1-290,1-2 210,-1-1 96,0-2 0,0-2 1,0-1-1,1-3 0,-3-2-14,-2-3 0,-2-2-210,-4-1 173,-2 0 1,4 0 0,-6-2 0,-1-2 0,-4 0-512,-4 0 1,-4 4-145,-1 4 492,-7-2 1,4 10 0,-5-3 0,0 4 0,1 2-171,0 4 0,-2-2 66,4 7 276,0-1 0,5 6 0,-1-1 0,3 0 0,2 0 282,6 0 0,-3 1-79,3-1-180,-1 0 1,11-6 0,5-3 0,7-2 0,5 0-432,4 2 1,6-1 118,0-4 238,1-6 0,-1 0 1,2-5-1,1 1 1,2 1-170,-2 1 0,-1-3 858,-7 6-301,1-6 1,2 10 0,-2-4 0,-6 3 643,0 2 0,-8 0-398,4 0 383,-9 0 85,-4 0-705,-6 0 85,-6 0 0,3 0-89,-7 0-1047,1 0 593,-6 0 1,1 0 0,-2 0 0,-1 0-176,-2 0 1,0 5 26,5 0 209,0 6 0,0-8 1,-1 6-1,1 2 1,0 0-20,0-1 0,4 3 266,1-4-52,6 4 0,-4 1 1,7 0-1,2-1 57,3-4 1,4 2-141,10-6-91,-3 0 1,11-5 0,-5 0-1,1-2 1,0-1-153,-3-2 0,5-6 67,-1 2 29,-3-10 1,1 3 0,-5-5 0,0 1-1,-2-4-61,-4-3 0,-3-1 108,1 0 74,-3-1 1,-6-4-1,0 0 1,0 1 271,0 2 0,-4 8 19,-1 3-278,-6 10 0,8 2 0,-5 9 0,2 3 0,1 6 119,-2 6 1,4 7 226,-6 9-63,6-3 0,-4 5 0,7-5 0,0 1 0,0 2 482,0-1 1,7-4-214,2-4-513,4 3-1,3-11 1,1 1 0,3-4 0,3-5-13,2-2 1,2-1-717,1-5 531,1-7 0,-3 4 0,0-6 0,-4-4 0,-2-3-444,-2-3 1,-2-1 111,-2 1 289,-6 3 1,3-6 0,-7 5 0,0-2-404,-3 1 491,-1 3 12,-6 7 1,-2 1-1,-6 9 1,0 3-1,-2 4 227,-3 4 0,5 3-2,-1 3 181,1 3 0,8 0 1,-4-2-1,6-1 1,2 0 160,2-1 1,2-3-208,2 0-799,4-8 0,13 5 0,3-8 0,2-1 0,3-1-499,-1-2 0,1 0-1932,-1 0 1436,1 0 1529,-1-6 0,-6-21 0,-1-11 0</inkml:trace>
  <inkml:trace contextRef="#ctx0" brushRef="#br0" timeOffset="133">16749 9866 7699,'-6'-12'530,"-2"1"1,-2 3 0,1 1 0,-1 3 2930,2-3-2943,-4 6 1,4-6 0,-6 7 0,-1 0-1,1 2 1,0 3 0,1 4 36,4 4 1,-2 1-1,6 0 1,2 2-394,1 3 1,2-3-266,0 3 0,0-4-274,0 0 0,0 1 0,2-1 0,3 1-453,4-3 1,4-7 411,1 4 0,5-7 1,1 1-1,1-2-333,0-2 715,4 0 0,-8-5 0,5-1 0,-1-2 1,-4-3 228,-1-2 1,-3 4 283,-4-1 0,4 3 507,-4-3 0,-2-3 307,-3 4-546,-2 3-590,-2-1 89,0 7 0,0 7-73,0 2 1,0-1-260,0 1 1,0 1 0,1 4-288,4 0 0,3-1-121,6-4 0,1 3 301,-1-8 0,0 3 1,0-4-1,0 1-113,1 0 0,-3-4 244,-2-5 1,1 2 0,-5-7 0,0-1 227,1-1 0,2-3 80,-4 1-247,0 0 0,-7-5 0,-3 0 0,-4 2 0,-4 1-237,-1 2 0,-2 1 11,-3 4 140,4-4 0,-11 11 1,6-2-1,-1 2 1,1 2-121,2 0 1,-2 6-27,1 4 208,0 2 0,9-2 0,2-1 0,2 2 0,3 2-248,1 1 1,2-4 14,0-1-11,7-6 1,5 8 0,7-6-1,0-2 1,2-1-467,2-2 1,0 0 343,0 0 452,-5 0 0,7-5 1,-6-1-1,0 0 0,0-1 257,0 4 1,-5-3 838,-5 1-581,1 0 1,4 5 0,0 0 1845,1 0-2024,-1 7 1,-6 0 0,-4 8 133,-2-1 0,3 0-188,0 0 0,-1 1 0,-4-1 0,0 0-236,0 0 1,0-4 0,0-1-665,0 2-1387,0-4 458,-6-1 994,4-6 249,-4 0 0,6-6 0,0-4 1,0-3-1,0-1-505,0 0 692,0 0 1,2-2 0,1-1-1,3-1 1,0 4 231,1 3 1,2 1-63,-4-4 247,6 0 1,-3 6-1,6 3 417,0 4-630,1 1 1,-1 6 0,-2 4-1,-1 2 763,-1 2 1,-2 1-133,1-1-766,-2 0 0,-1 0 0,2 1 0,1-1 1,1 0-766,1 0 0,-3-4 212,1-1 226,-6-6 1,10 4-1,-3-7 1,2 0-705,2 0 1,1-2 813,-1-3 180,-6-3 0,3-1 1,-5-1-1,0-1 1,1-1 188,-4-2 0,0 1 414,2 3-307,-4-2 0,6 9 0,-7-7 573,0-1-638,0 5-163,0-1 0,0 9 1,-2 1-1,-1 4 742,-2 0 1,0 3-57,5 4-481,0 0 1,-1 1-1,-2-1 1,-2 0-310,2 0 0,1-4-280,2-1 196,0-6 0,0 5-650,0-3 474,0 3 124,0 0 0,0-3 1,0-10-1,0-5-289,0-2 1,2-4 16,3-3 377,-4 3 0,7-4 0,-5 5 0,4 1-74,0 0 0,1 0-94,2-1 306,2 8 1,-4 0-1,7 7 1,-1 2 609,0 3 0,-1 2-413,-4 8 86,4-1 1,-5 0 0,4 2 0,-1 1 0,-1 2 137,1-1 0,-3-3-757,1 0 185,-6-1 1,8-5 0,-4-1 0,1 0 0,3-2-1541,1 1 696,3-2 746,-1-5 0,0-2 0,0-3 1,0-4-1,1-4-38,-1-1 1,-1-5 130,-4 0 59,4-6 1,-7 9-1,3-5 1,-4 2-1,-3 0 251,-2 2 1,0 6 15,0 2 66,0 5 1,-2-7 0,-3 7-248,-4 0 0,-4 9 309,-1 5-242,6 2 0,-3 2 0,5 1 1,0-1-1,-1 2 97,4 3 1,1-4-180,2 4-59,0-3 1,7-2 0,2 1 0,4-3 0,1-1-615,0-1 0,5-5-344,0 4 785,7-6 1,-9 4 0,5-7 0,0-2 0,0-3-135,4-4-1,-6 1 119,-1-2 245,3 1 1,-4-5-1,4-1 1,-2 1-1,-2 2 587,-3 2-483,0-3 257,-1 12 0,-5-7 138,1 3-284,-7 4-126,3-6 0,-7 9 164,-4 3-195,3-4 43,-4 6 1,4-7-23,-2 0-330,-4 0 177,-6 0 1,4 1-1,1 2 1,-1 4-1,1-1 0,-1 0 0,5 5 51,-4-1 52,6 2 0,-5-2 0,5-1 0,-2 2 0,2 2 206,1 1 0,2-4-342,0-1 45,7 1 1,-4-1-1,6-1 1,4-2-1,3-2-258,3-3 1,1-1 154,-1 0 42,-3-6 0,11 1 0,-5-8 1,2-2-1,-2-3-390,-2-2 1,-1-2 420,-5-7 29,1 1 1,-1-1 0,-2-1 0,-2-1 0,-5-2 229,-4 1 0,-1 4 25,0 4 27,0 3 1,0 12-85,0 9 0,-4 6-72,-1 23 312,0-4 0,0 14 0,1-4 1,0 0-1,3 1 731,1 1 1,0-7-1077,0-2-163,0 0 0,0-7 1,0 3-1,0-5-1231,0-4 306,0 0 557,0-7 0,0-4 0,0-8 0,0-6-556,0-3 0,-2-2 90,-2-4 838,2 3 0,-4-9 1,6 4-1,0 0 0,0-1 199,0 0-90,0 5 103,0-4 1,6 9 0,3 2 0,4 6-1,1 2 808,1 2 1,3 0-354,1 0-230,7 0 0,-6 5 0,6 1 0,-3 2 0,1 1 229,-2-1 0,-1 0-381,-7-3 0,0-4-46,0 4 0,-6-2 26,-3 2-66,-4-3 0,-1 10 0,0-2 467,0 2 1,-4 3-18,-1-1-414,0 0 0,4-1 0,-3-2 0,0-2 1,1 2-30,1 2 1,4-4-415,2 1 0,-1-7 1,7 3-1,1-1-257,2 0 1,-4 0 239,1-5 19,-1 0 1,5-2 0,1-3 0,-1-4 0,0-2-199,0 1 0,4-7 697,-4 3-146,3-4 1,-9 4 0,5-2 0,-2 0 0,-3 1 578,-2 2-169,5 2-212,-9 3 0,4-1 232,-6 9 1,0-2-12,0 12-203,0-1 1,0 5-1,0 0 1,0 1-1,1-1 261,4 0 0,-2-1-174,7-4-384,-1 4 0,6-10 0,-1 5 1,2-2-1,1-3-455,2-1 0,1-2-266,-1 0 594,4 0 1,5-2 0,0-1-1,-1-3 1,-1-2-289,-3-3 1,-5-2 305,1-1 199,-4 0 0,0 4 1,-3 1 240,-2-2-26,-4 5-469,-6-1 1,0 9 1117,0 3-457,0 2-260,6 8 0,2-3 0,6-1 1,1-3-1,0 0-361,4 0 0,-3-5 131,3 2-21,3-3 1,0-2-1,5 0 1,-1 0-1,-3-2-143,3-3 0,0-1-40,3-4 196,-7-2 1,-2 5 0,-5-4 0,-1 2 1006,0-2-129,-6-2-402,-2 5 1,-7-3-373,-4 7 0,2-1-177,-7 5 50,7 0 1,-9 6 0,4 4 0,0 2 340,3 2 1,3 5 177,2 0-306,0 0 0,0-4 1,2-1-1,1 0-340,2 0 1,4-4-61,-4-1 112,6-6 0,-8 4-800,7-7-496,-7 0 1027,3-7 1,-6-1 0,0-6 0,0 0 0,0 0-400,0 0 1,-1 1 468,-4 3 286,3-2 0,-4 9 1,6-7 146,0-1 0,2 5-135,2 1 357,-2 3 1,12 2 0,-1 0 0,4 0 0,2 0 428,2 0 1,-4 0-341,7 0-602,-7-6 1,8 5-1,-4-6 1,0 2 0,-1-1-129,-3-2 0,-1 4-109,-2-6 264,1 1 1,-6-1-1,-1 1 1,0-1 69,0 2 600,-5-4-408,3 10 1,-7-3-1,-4 10 326,-4 5 1,1 4-56,-2 5-220,1-4 1,-4 12 0,2-5 0,2 2 0,-1-2 32,2-1 1,-3-1 11,6-1-605,1-3 0,-1 0 0,0-7-863,2 2 990,1-4 178,2-1 0,0-8 0,2-2 0,4-7 0,7-5-400,4-3 1,7-6 12,-5 1 206,6-3 0,-3-1 0,7 1 1,-2 2-1,-2 2-1275,-1 3-310,-7 7 1883,-3 1 0,-39 10 0,-15-4 0</inkml:trace>
  <inkml:trace contextRef="#ctx0" brushRef="#br0" timeOffset="134">11559 11259 7729,'10'-14'32,"-2"0"0,0 1 0,-2 2 1049,0 2 1537,-1 6-1664,-5-4 1,0 9 0,0 3-369,0 4 1,0 4-374,0 1 0,0 0 1,0 2-1,-1 1 178,-4 2 1,3 5-217,-3-5 1,-1 5-130,1-5 0,1 6 1,2-1-1,-1 2-47,-2 3 1,0-1-15,5 1-50,0-1 0,0 1 1,2-3-1,3 0 1,4-4-159,4-2 1,3 4 167,3-5-32,3 0 0,6-6 1,1-2-1,-1-3 1,1-2 9,-1-3 1,0 0 249,1 2-102,-7-3 1,-2 4 0,-5-6 0,-1 0 0,0 0 559,0 0-331,-6 0 203,-1 0 1,-7-2 849,0-2-781,0-4-893,-7-7 1,4 3 0,-5 1 0,0 1 0,0-1-1077,-3-1 0,0-3 858,2 1 243,-4 6 1,12-4 0,-6 4 0,3-2-560,-1 1 897,0 6 56,5-4 1,2 7 0,2 2 0,6 3 770,2 4 1,-2 4 264,-1 1-945,1 0 0,-2 0 1,-3 1-1,-4 0 1,-1 3-180,0 1 0,0 0-82,0-5-449,-6 0 1,-2 0 0,-6 0 0,-2 1 0,-1-1-2099,-2 0 1,0 0 924,4 1 1694,1-1 0,-13 0 0,-3 0 0</inkml:trace>
  <inkml:trace contextRef="#ctx0" brushRef="#br0" timeOffset="135">12540 11885 7729,'0'-14'167,"0"-1"1,0 1 0,-1 0 1057,-4 0 0,2 1-518,-6 4 1,4-2 0,-5 6 0,-1 2 207,-1 1 0,-3 2-673,1 0 1,-3 7 0,1 2 0,3 4 174,1 1 0,4 2-328,-2 3 1,7-4 0,-2 4-1,5-1 34,5 1 0,-2-4-78,7 4 0,-1-3 0,6-2 0,-1 1-104,0-1 0,0-5 6,0 1 1,-4-1-117,-1 6 0,-5-6 0,0 0-76,-2 3 1,-2-5 3,0 3 43,-6-7 0,-2 3 0,-8-6 0,-2 0 0,-1 0-503,2 0 656,1 0-4,2 0 1,5 0 0,2-1 88,6-4 0,5 2 145,15-7-72,4 1 0,5-1 0,0 1 1,1 0-1,-1-1-107,1 1 1,-2-1-84,-4-4 39,4 6 0,-10-5-1,6 4 1,-3-4-223,-2-1 1,-4 0-45,-5 0 216,-2 6 0,-7-5 0,-2 5-36,-3 0 0,-3 2 266,-6 6-101,0 0 0,1 2 1,2 1-1,2 3 1,-2 2 61,-2 3 0,5 2 735,3 1-600,-3 0 1,7 0-1,-4 0 1,4 1-1,1-1 350,0 0 1,0 0-384,0 1-357,0-8 1,6 6 0,3-5 0,4 0 0,1-3-885,0-4 0,2-1 328,3 0 486,-3 0 1,5 0-1,-7-1 1,0-3-1,0-2-97,0-2 0,-1 3 20,-3-4 827,2 0 1,-9 1 0,5 1 1131,-1 1-116,4 4-849,-10-4 0,5 12 355,-6 4-663,0 3-423,0 1 1,0-5-1,0 1-2309,0 1 1613,0-5-86,0 0 1,2-6 71,3 0 0,-2-1 326,6-4 439,1-3 1,4-1 0,0-1 0,1 1 0,-1-1 312,0 1 0,5 4 790,0-4-847,0 5 0,-5-2 1,2 6-1,1 0 1,2 0 532,-1 0 1,-3 5-255,0 0-422,-1 6 1,0-5 0,-1 5-1,-2-3 1,-2 0 56,2 0-756,2-5 260,1 9 0,0-10 0,1 3 0,-1-5-345,0-5 1,-4-1 232,-1-4 385,-6-2 0,3 4 0,-6-6 0,0-1 0,0 1 27,0 0 1,-1 0 222,-4-1-160,-3 8 1,-6 0-1,0 7 1,-2 0 0,-1 0 81,-2 0 1,0 2-291,5 3 154,-1 2 1,3 8 0,1-1 0,3 0 0,1 0 231,4 1 0,2-6-197,1 0-96,0 1 0,1 3 1,4-2-1,4-3-432,4-2 0,6-1 190,0-5 171,0 0 0,-5-7 1,0-2-1,1-4 1,-1-1-277,0 0 1,0-7 103,0-2 310,-6 2 1,3-7 0,-6 1 0,-2-5 0,0-1 57,2-2 1,-3 7 489,3-1-396,-4 7 1,-2 10 0,-3 4-76,0 8 1,-1 14 815,5 14-537,0 1 1,0 12 0,0-5 0,0 0 0,0-2 499,0-4 1,0 0-597,0 3-581,0-9 0,1 4 0,4-11 0,5 2-1787,2-1 0,3-9 476,-1-4 582,-6-4 1,4-1 1042,-2 0 0,21-37 0,7-11 0</inkml:trace>
  <inkml:trace contextRef="#ctx0" brushRef="#br0" timeOffset="136">14289 12084 7729,'0'-10'13,"0"1"1,-1-2-1,-4-2 1940,-5-1-1549,-2 0 1,-4 4-1,-1 2 1,-4 2-1,-1 3 1,-3 1 0,-1 2-1,1 0 1,3 2 305,2 3 1,-4-2 0,5 6 0,3 2-237,5 2 1,0 1-299,6 1 1,0-1 0,5 0-238,0 0 1,2-4-90,3-1 1,3-6-100,6 2 1,5-3-1,1-4 1,1-3-624,-1-4 0,4-2 335,-5 1 368,6-2 0,-9 4 1,3-6-1,-5-2 0,-3-2 52,-1-1 1,-2-1 200,1 1-19,4-3 0,-11-2 0,2 0 0,-2-1 0,-2 0 1136,0 1-581,0 4-453,0 5 1,-6 8 0,-2 3 0,-2 9 54,1 9 1,4 4 703,-5 10-574,7-3 0,-8 10 1,6-6-1,2-1 0,2 0 320,1 1 1,0-5-373,0-1-428,0-5 0,1 2 0,4-6 1,5-1-1,2-3-385,2-6 0,1-2 292,-1-2-328,6 0 0,-2-2 0,4-2 0,-2-6 0,-1-3-251,2-1 0,-5 0 847,3 0-32,-4 0 1,0-1 0,0 1 0,4 0 95,5 0 0,-8 4 342,-2 1-239,-3 6 1,3-4-1,1 7 168,-1 0 0,-6 2-276,-4 3 143,-2-4 0,-2 7 559,0-3-357,0-4-508,0 6 1,-2-7 0,-2 0-120,-6 0 1,-2 0-124,-3 0 185,1 6 1,-5 2 0,0 6 0,3 0 4,5 1 0,-1-1 245,2 0-194,-2 0 0,4 0 1,1 1-1,3-1 1,-1 0-149,2 0 0,1-4-220,2-1 230,7-6 0,-4 8 0,6-6 0,2-2 0,2-1-332,1-2 0,0-6 211,1-4 308,-1-3 1,0-1-1,2 0 1,0 0 0,-1 0 409,-2-1 1,-4 1-53,1 0 104,3 0 0,-10 1 96,6 4-325,-6 2-265,4 7 0,-3 7 0,3 1 1,-1 1 31,0 0-119,5 1 0,-3-1 0,7-1 0,-1-1 1,0-3-587,0 3 1,0-6 218,1 4 362,-1-3 1,2-4 0,-1-3 0,1-3 0,-3-1-62,0-1 0,-6-1 608,3-8-278,-7 4 1,3-6 0,-6 5-1,0-1 1,0-2 1109,0 2-103,0 1-509,0 2 1,-4 7-132,-1 7 0,-1 11 78,1 8-390,3 7 0,-4-9 0,6 5 0,0-1 1,0-4-531,0-1 1,0 3 66,0 0-714,-6 0 0,4-10 1,-3 1-2273,4 1 2852,1-5 273,0 0 0,-5-7 1,0-4 98,2-5 1,2-2 423,1-2-280,0-1 0,1 3 0,2 1 0,4 1 0,0 1 676,5 1 0,2-3-349,5 6 1,-3-4-284,2 4 0,-2-1 0,-1 2 0,-1 0-64,0 0 0,0-2 14,0 1-97,-6 1 0,3 2 1,-4-1-1,1-2 61,3 2 12,-5-5 726,0 7-636,-6-6 0,-1 7-196,-4 0 59,3 7 1,-10 0-1,2 8 1,-2-1-1,-3 2 196,1 3 0,5-4-339,-1 4-64,7-3 1,-8-2 0,6 1 0,1-1-1,-1 0-514,0 0 1,0-4 86,5-1 145,7-6 1,1 4 0,6-7 0,0 0-130,0 0 1,5-7 327,0-2 312,0-4 1,-9-1 0,-1 0-1,0 0 1,1-2 627,-1-3 0,-5 8 999,0-3-76,4 3-1251,-6 3-77,4 1 0,-6 14 1,0 2-1,0 4 1,0 1 450,0 0 1,0 0-315,0 1-843,0-1 1,6-5-1,2 1 1,2-1-1,1-1-990,5-3 1,-1-4-212,9-1 1040,-6 0 0,8 0 0,-3 0 1,0-1-1,-1-4 589,-1-4 0,-2-36 0,-5-8 0</inkml:trace>
  <inkml:trace contextRef="#ctx0" brushRef="#br0" timeOffset="137">15953 11999 7676,'-5'-15'190,"-1"1"1,-2 0-1,-3 0 489,-2 0 1,-1 4 0,0 2-1,-1 2 1,1 3 0,0 1 151,0 2 1,-2 6-1,-1 4 1,-1 3 296,6 1-937,-3 6 0,7-2 0,-4 4 0,2 0 1,6-2 224,2 1-375,2 4 1,0-7-1,2 4 1,2-2-1,7-4-205,7-5 1,-1 0-926,7-6 773,-7 0 1,10-5 0,-5 0 0,2-2 0,-2-1-608,-1-2 0,-4-6 529,-8 2 346,4-10 1,-10 3 0,5-5-1,-2 2 1,-2-1-65,-3-2 1,-7 4 27,-4-1 202,-2 4 1,-2 0-1,-1 3 1,1 2-1,-2 6 135,-3 2 0,4 2-357,-4 0 1,3 2 99,2 2 0,4 3 1,2 4-1,2-2-1,3 2 0,1 2-17,2 1-107,6-6 1,4 3 0,7-6 0,4-2-1,1-1-142,3-2 1,2 0 171,2 0 1,-1 0 403,0 0 0,1 0 0,-2 0 0,-2 0 645,-1 0 1,-7 0-518,2 0 119,-3 0 0,-7 0 0,-1 1 1,-2 4 136,-2 4 1,-3 4-248,-1 1-372,0 0 1,0-4 0,0-1 0,0 2 0,2 2-82,3 1 0,-4-4-1102,4-1 577,3-6 0,-5 4 0,6-7 0,2 0-777,2 0 1,1 0 924,1 0 0,-6-5 311,0 0 1,-1-6 0,3 2 0,-3-6 80,-1-3 0,-1 2 12,-1-3 88,-4 3 0,6 2 0,-7 0 0,0-1 1554,0 1-564,0 0-896,0 6-222,0 2 128,6 12 0,-3 0 1,7 5-1,-1-1 0,1-1-221,-1-1 1,0 3-8,6-6 0,-1 4-153,0-4 1,5 0-1,0-5 1,-2 0-109,-1 0 1,-2 0 202,1 0 105,-1-6 1,-1 2 0,-2-5 0,-4-2-126,0-2 325,-2-1-55,-5 0 0,0 4 0,-2 2 0,-3 2 19,-4 3 0,-4 1-71,-1 2-15,0 0 1,1 7 0,2 2-1,1 4 1,1 3 317,1 3 1,2-4-28,6 4-128,0-3 1,0-2 0,0 1 0,1-1-1,4 0-125,5 0 0,4-4-343,5-1 1,-2-6-3,7 2 0,-5-3 0,3-2 0,0 0-127,0 0 0,0-2 128,2-3 1,-3 2 216,-7-6 0,-5 1 1,-1-3 293,-2 1 0,-1 6 711,-5-6 194,0 7-472,0-3 1,0 7-111,0 4-183,0-3 0,-5 10 0,-1-4 631,-2 0-686,5 5-367,-3-12 0,1 7-322,0-3 0,-1-4-185,1 4 385,4-10 1,-6 2 0,7-6-1,0-2 1,0-2-546,0-1 0,2-2 297,3-3 349,3 3 1,7-4 0,3 6 0,2-2 0,2 0-212,4 2 48,-6-4 1,5 17 0,-4-4 0,-1 3-1,1 2-937,-4 0 0,-2 7 1,-6 2 781,4 4 0,-12 1 415,4 0 0,-29 7 0,-7 1 0</inkml:trace>
  <inkml:trace contextRef="#ctx0" brushRef="#br0" timeOffset="138">17588 12098 7655,'-2'-14'178,"-1"0"1,-2 0 2604,2-1 1,2 6-1076,1-1 0,0 9-1186,0 1 0,-2 6 1,-1 8-1,-2 2-12,2 3 1,1-3-518,2 3 1,0-3-1,0-2 1,0 0-1884,0 0 1522,7 0 0,1-4-367,6-1 1,-5-5 0,1 0-1,1-2-22,1-2 1,-2 0 345,-1 0 529,1-6 1,3 2 0,-2-3 0,-4-1 0,1 0-9,0-3 1,-5 3 1018,2-2-532,3 7 0,-6-5 391,2 4-548,-2 2-330,-2 2 1,0 3-1,0 7 1,2-1 0,1 1 270,1-1-343,8 0 0,-9 1 1,6-2-254,2-2 1,2 4-107,1-6 0,0 1 0,0-5 0,1 0-154,-1 0 1,-1-1 397,-4-4 0,4-3 0,-5-6 0,1-1 125,1 1 0,-7 0-229,1 0 232,-2-7 0,-2 5 0,0-2 0,0 2 1,-2 2 626,-2-1-692,-4 1-50,-6 6 1,-1 2 0,1 7 0,0 3-520,0 0 553,6 7 1,1-3-1,7 7-146,0-1 9,0 0 0,7-1 0,2-2 1,4-3-232,1-2 1,5-1 156,0-5 0,2 0 0,-4 0 1,2 0 185,-2 0 92,5 0 0,-6-5 970,3 0-537,-3-6 1,-3 8 783,-4-7-702,-3 7 1,-6-1 601,0 8-1000,0 4 0,0 6 0,0 1 98,0-1 0,0 0-141,0 0 0,2 2 0,1 1 0,3 1-199,2-6 1,-3 3-65,5-6 1,-6-1-1,6 0 1,1-2-984,1-3 851,3-1 1,-1-2 0,0 0-182,0 0 1,1-6 300,-1-4 1,0 1 0,0-4 0,-1-3-11,-4 0 0,4-1 258,-4-2 1,3 2 0,-3-5 0,-3 1 163,1 4-138,-6 1 1,6 2 0,-7 0 173,0-1-132,0 7 1,-7 2-1,-2 6-163,-4 0 0,-1 0 32,0 0 1,1 6-1,2 4 36,1 3-391,7-6 0,-3 1 114,6-3 1,2 1 137,2 4 0,4-4 0,8-4 1,1 1-211,2 2 330,0-1 1,0-4 0,2 2-1,-1 1 1,1 2 469,-4-2 1,-1 0-107,-2 2-115,1-3 1,-3 10 0,-1-4 0,-3 2 0,-2-1 274,-2 2 1,-1-3-152,1 1-260,-2 1 0,4-1 0,-6 1 151,0 1-313,0-5 0,7 1 1,2-7-242,4 0 1,1 0 17,0 0 1,0-2 0,2-3 0,2-4-378,1-4 470,6-1 1,-9 0 0,3-1 0,-4 1 0,0 0-81,-1 0 0,-5-2 97,1-3 229,-7 3 1,3-4 0,-6 6 196,0-1-347,0 7 1,-6 2 0,-4 6 0,-2 0 0,-1 2-83,4 2 0,-4 0 102,4 5 192,2 1 0,-4 4 0,7 0 0,0 0 518,3 0 0,2-1-413,4-3 0,-2 2-199,7-2 0,1-4 1,6 0-1,4-1-99,1 0 0,-3-1-49,4-4 23,-5 0 0,7 0 0,-6 0 0,-2-1 0,-1-2-207,-2-2 1,1-4 267,-1 4 20,-6-6 0,4 3 1,-4-6-42,0-1-52,-1 7-457,-7 2-2215,0 0 1555,0 4 179,0-4 0,-2 6 1,-3 0-1,-4 0 1002,-4 0 0,-33-13 0,-7-2 0</inkml:trace>
  <inkml:trace contextRef="#ctx0" brushRef="#br0" timeOffset="139">18412 11956 7686,'0'-14'611,"0"0"1,0 4-244,0 1-730,7-1 362,-6-4 0,18 6 0,-3 2 0</inkml:trace>
  <inkml:trace contextRef="#ctx0" brushRef="#br0" timeOffset="140">4778 14131 6890,'9'0'1277,"1"0"-418,-7 0 121,3 0-403,-6 0-12,0 0-219,0 6-170,0-4-57,0 11 1,0-10-1,0 6 53,0 2 1,0-3 73,0 2-214,0-1 1,0 1-1,0-1 1,0 2 86,0 2 0,0 1-74,0 0 2,0 1 0,0-1 1,0 0-1,0 0 1,0 0 83,0 1 0,0-1-81,0 0-1,0 0 0,0 0 0,0 1 0,0-1 0,0 0 35,0 0 1,0 1-60,0-1-17,0 6 1,0-4-1,0 3 1,0-3-1,0 0 56,0 3 0,0-2 1,0 7-44,0-7 0,0 4 0,0-6 0,0 3 1,0 1 28,0-2 1,0-1 8,0-2 25,0 7 0,0-6 0,2 4 0,1-3 0,2-2 92,-2 1 1,-2-6-138,-1 1 35,0-1 1,2 0 102,3 1-511,-4-7-1054,5 3-1535,-6-6 1332,0 0 1591,0-6 0,-12-33 0,-4-15 0</inkml:trace>
  <inkml:trace contextRef="#ctx0" brushRef="#br0" timeOffset="141">4834 14202 8472,'0'-9'-1602,"0"-1"1674,0 1 0,0-1 235,0 1 0,-1 6 1160,-4-2-422,4 3 354,-6 2 186,1 0-1305,4 0 454,-4 0-116,6 0-412,0-6 1,6 4 0,4-2-13,2 2 1,3 2 134,-1 0-298,0 0 1,0 0 0,2 0 0,2 0-1,2 0 227,2 0 1,-3 0-143,5 0 1,0 0-25,4 0 1,0 0 0,1 0 0,1 0 39,3 0 0,-3 0 6,3 0-84,-3 0 1,-1 0 0,-1 0-1,-1 0 1,-2 0 8,-1 0 1,-2 0-3,2 0-66,3 0 1,-10 0 0,5 0 0,0 0 0,0 0 55,4 0 1,0-1-59,3-4 105,-1 3 0,2-4 0,2 6 0,1-2 0,-1-1 184,-2-2 0,-2 1-294,1 4 58,-1 0 0,0 0 1,1 0-1,-2 0 1,-2 0-50,-1 0 0,-1 0 105,6 0-67,-1 0 0,1 0 1,-1 0-1,2 0 1,2 0 1,1 0 0,5 0-59,-5 0 15,0-7 1,-4 6-1,1-4 1,0 3 0,0 1-43,-3-4 1,-2 4 77,3-4-42,-6 3 1,5 2 0,-5 0 0,2 0 0,-2 0-55,-1 0 0,4 0 48,-1 0 15,-4 0 0,7 0 1,-3 0-1,3 0 1,1 0-18,0 0 0,1 0 32,-1 0-14,1 0 0,1 0 0,1 0 0,3 0 0,-3 0 32,-1 0 0,-1 0 34,-1 0-58,0 0 0,1 0 1,-1 0-1,-1 0 1,-2 0 46,-1 0 0,0 0-29,4 0-24,1 0 1,-1 0 0,2 0-1,2 0 1,1 0-102,-1 0 0,-2-1 103,-2-4-18,0 3 1,2-4 0,0 6 0,0 0-1,-3 0-21,0 0 1,0 0 58,2 0-26,-1 0 0,2 0 1,2 0-1,1 0 1,0 0 2,2 0 0,-4 0 51,7 0-48,-6 0 1,7-2 0,-6-1 0,1-1-1,-1 0 43,0 3 1,5 1-40,-5 0 0,0 0 0,2 0 0,1-2 0,2-1 0,0-2 97,2 2 1,-4 2-76,2 1-29,0 0 1,-2 0 0,-3-2 0,-3-1 0,-1-2-9,-1 2 1,1 1 36,-1 2-63,0 0 1,3 0-1,0 0 1,4 0 0,0 0 12,-1 0 1,0 0 295,-6 0-263,0 0 1,1 0 0,-2 0 0,-2 0-15,-1 0 1,-7 0-320,2 0-413,-10 0-3263,-2 0 2305,-20 0 1694,4 0 0,-32 4 0,-24 4 0,-2-1 0,0 1 0,-1 0 0,0 0 0</inkml:trace>
  <inkml:trace contextRef="#ctx0" brushRef="#br0" timeOffset="142">4792 14998 8441,'0'-14'119,"0"0"733,0 0 1,0-1 13,0 1 1,0 5 150,0-1 161,0 7 1340,0-3-2059,0 18 1,0-2 111,0 9-398,0-10 1,0 4 0,-2-4 0,-1 4 127,-2 1 1,1 1-371,4-1-4,-7 0 0,6 0 1,-4 0-1,3 1 0,2-1-156,0 0 1,0 0-23,0 0 231,0 1 1,0-1-1,0 0 1,0 0-50,0 1 51,0-1 1,5 0 5,0 0 26,0 0-95,1-6 1,-5 0 241,4-3 1,-2-3-12,2 2-19,-3-2 0,10-2 1,-2 0-1,2-2 173,3-2 0,-1 2-115,0-3-144,0 4 0,5-4 1,2 0-1,1 2 1,3 0 56,2-2 0,2 4-73,-1-4 1,0 3 4,1 2 1,-1 0 0,1 0-1,1 0 86,3 0 1,-8 0-3,4 0 1,-4 0 13,3 0 1,2 0 0,2 0 0,0 0-29,-6 0 0,3 0 8,-5 0 0,2 0-119,3 0 1,-1 0 0,1 0-1,-1 0-11,1 0 1,-1 0 99,0 0-98,1 0 1,-1 0-1,1 0 1,-1 0-1,1 0 20,-1 0 1,0 0-26,1 0 1,-5 0 24,-1 0 0,3 0 0,5-1 0,2-3-2,-1 0 0,-2-1-190,-2 5 184,1 0 0,4 0 0,2 0 0,-1 0 0,3-2-5,-1-2 1,-3 2 21,5-3 36,-6 4 0,7 1 0,-5 0 0,-3-2 1,1-1 75,1-2 0,-3 1-104,3 4 1,-3 0-15,-1 0 0,-4 0 0,0 0 0,2 0 8,-2 0 1,0 0-4,4 0-27,-1 0 1,-4 0-1,0 0 1,1-2-1,2-1-221,1-2 0,1 0-66,-1 5 241,1 0 1,-6 0 0,1 0 0,1 0 0,2 0-70,2 0 0,-6 0 103,1 0 1,0 0 0,4 0 1,1 0-1,-1 0 1,0 0 24,1 0 1,-1 0-50,1 0 14,5 0 0,-4 0 0,4 0 0,-4-1 0,-2-2-19,1-2 0,2 0 14,-2 5 52,2 0 0,-13 0 0,5 0 0,3 0 0,-1 0-38,-2 0 0,4 0 144,-3 0-124,3 0 1,1 0 0,1-1 0,-1-3-1,1 0 0,-1 0 1,1 3 88,-1 1 0,5 0-34,0 0 0,0-5 0,-4 0 0,-1 2-17,1 2 0,4 1-4,0 0-17,0 0 0,-4-2 0,-1-1 1,1-2-1,-1 2-23,0 1 1,1 1 46,-1-4-44,1 4 0,6-6 0,1 6 0,2-2 0,-2-2 84,-1 2 0,-2 1 90,-5 2-154,7 0 0,-9-5 1,2 1-1,-3 0 1,-1 3 35,0 1 1,-5 0 24,4 0-56,-5 0 0,2 0 1,-6 0-1,1 0 0,-1 0-108,0 0-19,0 0-176,0-6 0,1 4 1,-1-4-1236,0-1 859,-6 6-1012,-2-6 1,-9 7 1675,-6 0 0,-64-6 0,23 2 0,1 0 0</inkml:trace>
  <inkml:trace contextRef="#ctx0" brushRef="#br0" timeOffset="143">9100 14145 8018,'1'-8'-199,"3"2"1,0 0 1019,-1-4 1,4 2 0,-1 1-406,2 0 1,1-2-1,6 4-207,-1 2 1,5 1-1,1 2 1,2 0 163,4 0 1,1 0-271,1 0 1,5 0 0,2 0-1,1 0 106,4 0 1,6 0 43,1 0-184,0 0 1,-6 0-1,-1 0 1,-2-1-1,0-2-23,-2-2 1,-1 0 151,-7 5-214,1 0 0,-6-2 1,0-1-1,-3-1 1,-3 0-51,-1 3 1,-1-1-86,-1-2 99,0 2 1,0-4 0,0 6-1,1 0 41,-1 0 196,0 0-74,0 0 1,0 0-1,1 0 361,-1 0-362,-6 0 24,-2 0-28,-6 0 403,0 0-280,0 6 245,0-4-237,0 10 1,0-9-1,0 7 255,0 1 1,0-3-96,0 1-332,0-6 1,0 10 0,0-4 0,0 4 0,0 1 157,0 1-138,0-1 0,0 2 0,0 1-44,0 2 0,0 5 2,0-5 0,5 6 0,0-1 0,-2 2-41,-2 3 20,-1-1 0,0 1 0,0-1 0,0 1 1,0-1-89,0 0 0,0 1 47,0-1 28,0 1 0,0-1 1,0 1-1,-1-1 1,-2 0 37,-2 1-38,0-7 1,5 3 0,0-4-18,0 1 0,0 0 6,0 2 0,0-4 0,0-6 1,0 2-12,0 3 0,0-3-88,0 3 0,0-8 1,0-2-1,0 3-205,0 0 253,0 2 1,-1-4-16,-4-1 0,2-1 77,-7 2 0,5-2 235,-4-4 0,4-2 6,-4 3 1,-1-4-1,-4-1 1,0 0 984,0 0-823,-1 0 1,-7-4 0,-5-1 24,-4 2 1,-9-4-307,2 3 1,-9-3 0,-5 4 0,-3-2-59,-2 2 1,-5 2-290,0 1 0,-1 0 1,3 0-1,0 0-1180,5 0 963,-2 0 0,14 0 0,-2 0 0,5 0 0,4 0-2192,6 0 1,9 1 1099,2 4 475,3-3 0,2 4 1050,0-6 0,0-19 0,0-5 0</inkml:trace>
  <inkml:trace contextRef="#ctx0" brushRef="#br0" timeOffset="144">726 12695 8096,'0'-9'1303,"0"-1"1,0 6-624,0-6 0,0 5-11,0-4 1,-2 6-284,-3-2 1,2 3 0,-5 4 0,0 3 725,0 4-1002,5 4 0,-5 1 0,5 0 0,-3 0 0,0 2 78,-1 3 0,-2 3 49,4 7-173,0-7 1,0 5-1,1-4 1,1 4-1,-1 2-111,0-1 0,2-4 24,-3 0-94,4-7 1,6 3 0,1-5-1,2-3 1,4-2-137,6-5 1,-1-4 168,7-1 69,0 0 0,4 0 1,0-1-1,1-3 1,-1-2-34,1-2 0,-6-1 300,1-6-215,0 8 0,-2-6 0,-2 3 1,-1-1-1,0 0-44,-1 2 0,-7 1 42,-2-2-86,1-2 0,4 4 1,-1-6-1,-2 1-99,-2 4 1,-6-4 65,2 3 148,-3 4 0,-2-2 0,-2 4 35,-3-6 1,2 4-325,-6 1 198,-1 3 1,-9 2-1,0 0 1,0 0-1,0 0-139,0 0 0,-4 2 44,4 3 92,-7 3 1,11 6 0,-4-2 0,3 1 0,2 0 2,0 3 1,-1 1 289,1-3-233,6 0 1,2 1-1,6-1 1,0 0-264,0 0 1,6-1-52,4-4 110,9-2 1,-2-7-1,5 0 1,0 0-1,-1-2-332,-1-3 0,-1-1 77,-5-3 462,1-4 0,-1 5 1,-1-6-1,-2 0 0,-4-1 308,0 1 0,-1 2 558,-1 2-368,-4-3 1,6 10 609,-7-6-1128,0 6 93,0-4 0,0 9 0,0 3 0,0 4 0,0 4 37,0 1 1,1 0-52,4 0-217,-3-6 1,10 5-1,-2-4 1,2 2-1,3-1-784,-1-5 0,5 1 286,0-1 368,6-1 0,-4-5 0,4-2 0,-3-4 1,-1 0-459,-4-5 1,-1 0 278,-2-2 627,0-1 0,-4 1 1,-3 0-1,0 0 1027,-4 0-18,-1 6-766,-2-5 0,-2 11 0,-1-1 70,-2 6 0,-1 1-200,1 5-266,3 1 0,-4 4 1,5 0-1,-3 0 1,0 0-179,0 1 0,9-1-24,5 0-134,2-6 0,4 3 1,2-6-1,2-1 1,2 1-664,3 0 0,2-2 592,2-8 328,-1 4 0,-6-12 1,-3 4-1,-5-4 1,-2 0 245,-3 4 0,-1-8 853,1 2-267,-2-2 1,-7 7-1,0 1 486,0-2 1,-2 5-411,-3 1-434,4 3 1,-10 5 0,6 5 0,0 8 428,-1 5 0,4-2-156,-2 4-497,2 1 1,2 6 0,0 2 0,0 1 0,0-2-407,0-1 0,0 4-332,0-1 295,0-6 1,0-1-1,0-3 1,0 0-1,0-1-711,0-1 1,0-2-103,0-5 821,-6-6 0,-2 3 0,-6-6 1,-2-2-1,-2-1-391,-1-2 1,-6-2 14,2-3 516,2-3 1,-4-11 0,7-1 0,4-1 0,5 1 132,2 2 1,4-2-136,8 1 73,3 0 0,12 0 0,4 0 0,3 2 0,3-1 69,3-1 1,-1 4-29,6-4-104,-1 3 0,5 2 0,-3-2 1,-3-2-1,1-1-304,-1 2 0,-4 0-26,1-2 270,-9 3 1,-4-3 0,-7 8 0,-4 1-225,-4-1 723,-4-1-229,-7 4 0,-2 0 1,-6 5-1,0-2 1,0 2 406,-1 1 0,3 4 84,2 3-420,-2-4 0,4 12 0,-5-4 0,2 4 0,3 1 225,2 0 1,0 1-112,1-1-152,3 0 0,-4 5 1,6 0-1,0-2 1,1-1 8,4-2 0,3-4-48,6-1-235,1 1 0,0-2 0,4-4 1,3-2-1,2-2-717,0 0 0,-1-2 99,6-2 549,-1-4 0,-1-6 1,-2-2-1,-2-2 0,-3-2-174,-2-2 0,-3 3 474,0-5-63,-1 7 1,-6-4-1,-4 7 1,0 1 0,-1 2 857,1 2-350,1 6-334,-5-4 0,0 9 0,2 3 169,3 4 1,-4 4-231,4 1-65,3 0 0,-5 0 1,5 2-1,0 0 0,0 1 131,3 1 1,-3-9-48,1 10-673,-6-13 0,8 13 1,-4-9-709,0 3 847,3-6 74,-2 0 1,4-7 110,-2 0 487,3-7-192,1 0 1,0-8 0,0 1 0,0 0-58,1 0 1,-6 1-45,1 4-111,-1-4 0,5 7 0,-1-5 0,-2 1 1,-2 1-131,3 1 0,0 0 139,2 3 30,-6 3 1,5-4-1,-4 6 457,4 0 208,-5 0-262,5 6 1,-12-2 327,4 5-624,-3 1-62,4-3 0,-3 0 1,6-6-1,3 3-268,0 0-283,2 1 364,7-5 0,-5 0 0,3 0 0,-4 0 0,1 0 1,3 0 0,-3-5-10,3 1 187,3-8 0,-6 11 1,3-5-1,-3 1 784,-2 0-384,0-6 1635,0 9-293,-6-10-1714,-1 10-193,-7-4-813,0 6 380,0 0 332,6 0 1,2 0 150,6 0 0,0 0 0,0 2 0,1 1 106,-1 1 1,2 1-7,3-5 50,-4 0 1,11 0-1,-7-1 1,0-3 0,0-2 95,-1-2 1,6 3-140,-5-4 23,0 0 0,-9-4 0,-1 2 0,1 1 0,-3-1-55,-2-1-320,-3-3 228,-2 1 0,-7 6 1,-2 4-1,-4 2 0,-2 2-424,-4 0 0,1 0 268,-6 0 172,7 6 1,-5 2 0,5 8-1,-2 1 1,1 2 10,2-1 1,2-2 21,0-2 252,6 6 1,0-4 0,5 5 0,-2-1 0,2 2 722,2 0 1,1 0-283,0-3-319,6-3 1,-3 9-1,5-6 1,0-1 0,-2-2 499,1-2 0,2 0-651,-4 0-65,-1 0 1,-4 1-1,0-1-29,0 0-373,0 0 265,-6-6 1,3-1-1,-6-7 1,-3 0-1,0 0-181,-2 0 1,-1-2-118,1-3 195,0-3 0,0-7 0,1-4 0,4-5 0,4-3-963,3-1 0,4-2 239,3-4 555,3 4 1,7-4 0,4 7 0,5 2 0,3 2-818,1 3 0,1 1 364,-1 5-648,1 0 1433,-1 6 0,-12 8 0,-4 8 0</inkml:trace>
  <inkml:trace contextRef="#ctx0" brushRef="#br0" timeOffset="145">5304 14558 8089,'-8'-2'-1003,"1"-3"2141,1-4 1,5 1-320,-4-2-663,3 7 0,2-5 87,0 4-195,0 2-57,0-4 1,2 6 236,3 0 210,-4 0-74,5 0 50,-6 0 304,0 0-607,0 6 2,0 2-37,0 6 1,0 0 0,0 1 0,0 0 41,0 4 0,0-3-51,0 3 1,0 2 0,0-1-1,0 1 29,0-1 0,0 4-27,0-5-37,0 0 1,5 0 0,0 0 0,-2-2 0,-1-1 262,-2-2-193,0 0-102,0 1 1,0-6-135,0 1 202,0-7-1460,0 3 0,0-8 1392,0-2 0,12-48 0,4-18 0</inkml:trace>
  <inkml:trace contextRef="#ctx0" brushRef="#br0" timeOffset="146">5304 14600 8199,'-7'-12'124,"-2"1"0,-2 1 1014,1-1 0,-1 3 520,7-1-1328,-1-1 1,6-2-1,4 0 1,5 5 69,2 0 0,7-2-30,0 4-273,6-6 1,-2 9-1,3-2 1,0 1-1,-4-1 190,-2 0 0,-1-1-395,-5 5 102,1 0 0,-1 1 0,-1 4 0,-4 5 30,-4 2 0,-4 7 459,-1 0-416,-6 6 0,-2-7 0,-6 4 0,-2 0 1,-1-1 100,-2-1 0,-6 4-82,1-5-174,3 0 1,-6-5-1,4-1 1,-3-2-1,3-3-933,4-2 1,5 0 175,4-1-22,-3-3 1,13 4 0,0-8 0,10-1 866,7-2 0,50-25 0,-25 15 0,-1-1 0</inkml:trace>
  <inkml:trace contextRef="#ctx0" brushRef="#br0" timeOffset="147">5673 14629 8134,'-9'-15'0,"-1"1"0,6 5 2176,-6-1-1512,7 1 0,-3-5 458,6-1 1,0 6-643,0-1 1,6 3-367,3-3 0,6 4 0,2 6 1,2 0 132,-2 0-67,-1 0 0,-2 1 0,1 4-214,-1 5 1,-5-3-4,1 3 1,-7 4 0,2 5 0,-4 0-178,-1 2 226,-6 1 0,-4 1 1,-7 1-1,-2 1 0,0 1-49,-1-3 0,4 3-48,-3-7 93,3 0 1,2-5-1,1 0 1,4 0-31,4 0 0,5-6 487,5-3-274,3-3 0,12-2 1,5-2-1,5-3 1,5-3 315,2 0 0,-6-3-191,2 7-392,-9-7 0,-3 9 0,-7-4 1,0 1-922,0 0 743,-6 1-292,-2 4 0,-17 4 0,-3 3 0,-2-1-1893,1 0 0,0 4 2439,1-6 0,13-5 0,2-7 0</inkml:trace>
  <inkml:trace contextRef="#ctx0" brushRef="#br0" timeOffset="148">6128 14600 8076,'0'-14'221,"0"0"0,0 0 1560,0-1 1,0 6-112,0-1 1,2 7-1060,3-1 1,-4 4 0,4 4 0,-3 7 370,-2 7 0,0-1-231,0 7-540,0-1 0,0 4 0,0-1 0,0-3 0,0 1 112,0-2 0,-2 3 29,-3-6-468,4 7 1,-6-11 0,7 4 0,0-3-1,0-2-692,0 1-438,0-8 539,-6 6 0,3-11 163,-7 2 0,7-8-394,-2-6 721,-2-9 0,3 2 0,-4-7 0,2-3 1,3-4-257,1-7 0,2-3 121,0-2 297,0 7 1,8-4-1,5 7 1,6 2-1,3 2-41,3 5 0,2 9-95,2 5 387,-1 7 1,0-3 0,-1 7 0,-3 2 0,-5 4 294,-3 1 0,-7 1 118,1 5-438,-7 7 0,2-5 0,-10 3 1,-5-4-1,-4 0 296,-5-1 0,-3 0-676,-6 0-51,-1 0 0,1-1 1,-1-2-1,1-3 1,1-2-1450,3-2 0,4 2-1274,6-1 2983,-1-1 0,39-16 0,9-4 0</inkml:trace>
  <inkml:trace contextRef="#ctx0" brushRef="#br0" timeOffset="149">7237 14515 8113,'-8'-10'352,"4"1"0,0-2 1598,0-2-1182,2 5 1,-4 1 0,4 3 0,-2 0-18,-6 0 1,2 4 0,-1 5-1,-2 5-128,-2 2 1,-1 7-297,0 0 1,-1 6 0,1-1 0,0 3-116,0 1 1,4-1-271,1-3 1,6 3-135,-2-3 1,3-4 0,2 1-234,0-1 0,11-4-1211,3 3 1194,10-10 0,-6-2 0,5-7 0,3-2 0,0-3-620,3-4 1,-7-4 882,-3-1 274,-3 0 1,1 0 0,-1-1 0,-3 1 673,-1 0 0,-6 5-253,-1-1 3,-3 7 1,-2-5 205,0 3 0,-5 10-64,0 0-485,1-1 1,-1 9-1,0-3 1,2 2-1,1 2-7,2 1 1,0-1-694,0 0 423,0 0 0,2-1 0,4-2 0,7-3 0,6-2-142,3-3 1,0-1-288,2-2 411,3-6 0,-5-4 1,5-7-1,-2-4 1,-3 1 218,-1-1 1,-4-4 123,-8 1-219,-2-3 0,-9 0 1,-3 2-1,-6 5 1,-6 2-211,-7 6 1,-3 7 69,-1 0-135,0 4 0,-6 7 1,3 3-1,2 4 1,6 3-1159,2 3 1,2-2 682,5 7 177,6-7 1,2 9 0,6-8-1,0 0 1,1-2 567,4-2 0,53 0 0,20 0 0</inkml:trace>
  <inkml:trace contextRef="#ctx0" brushRef="#br0" timeOffset="150">7664 14657 8113,'8'-14'0,"-2"0"1019,-6-1 0,2 6 1807,2 0-1768,-2 5-465,4-2 1,-11 8 0,1 2-1,-1 6 1,0 2 542,1 3 0,-1-1-929,5 0-64,-7 0 1,6 1 0,-5-1-1,1 0-331,0 0 1,-1 0-867,1 1 360,3-7 1,-5 3-1964,2-7 1191,3 1 1311,-4-11 0,8-2 0,1-6 0,3-2 0,2-2 248,3 0 0,2-6-62,1 5 169,0 0 1,0 6-1,0 2 1,1 3 0,-1 2 643,0 3 1,0 1 212,1 2-758,-1 0 1,-2 7 0,-1 4-1,-3 4 1,-1 4 315,-4-1 0,3 2-778,-1-1 9,0 0 0,-5-5 0,0 1-387,0-1 0,4-5-991,1 1 981,6-7 1,-8 2 0,7-10-1,1-5-163,2-2 0,1-2 297,0-1 399,0-5 1,-4 4 0,-1-3 0,1 3 0,-1 2 21,1 0 0,-7 4 30,1 1 1768,4 6-1291,-6-4 1,0 9 393,-7 3-617,0 3 0,0 1 0,1 1 0,-1 1 1,0 1 617,0 3 1,1-1-640,4 0-197,-7-6 0,6 5 0,-4-4 78,3 4-825,2-5 339,0-2-689,0 0 497,0-4 0,0-7 78,0-9 391,0-4 0,0 4 0,2 2 1,1 1 45,2 1 1,0 5 122,-5-4-110,6 6 1,-3-4 0,7 7 341,1 0 1,-3 0 681,1 0-625,-6 0 0,10 2-574,-4 3 0,-1 1-75,2 3-40,-7-2 0,3-6 0,-4 3 0,2 0-554,6-1 1,-2-1 229,1-2 442,1 0 1,-1 0-1,1 0 1,1 0 0,1 0-84,3 0 1,-1-5 491,0 1-142,0-8 1,1 11-1,-3-5 1,-1 1 0,-1 0 853,1 2 76,-5-5-412,0 6 1,-6-5 560,0 2-767,0 3-55,0-4-649,0 6 161,0 0 73,-6 0 149,4 0 0,-9 1-139,7 4 260,-1-3 149,5 4-336,0-6-559,0 0-1409,-6 0 45,4 0-353,-4 6 1174,6-4 833,0 4 773,0-6-5041,0 0 4519,-7 0 0,4 0 0,-6 0 0,-13 7 0,-8 1 0</inkml:trace>
  <inkml:trace contextRef="#ctx0" brushRef="#br0" timeOffset="151">4806 15581 8085,'0'-14'-245,"0"0"0,0 0-147,0-1 0,0 6 0,0-1 1,0-1 391,0-1 0,0-3 0,-2 3 0,-2 2 138,2-2 0,-4 9 280,6-7 0,0 5 540,0-4 1,0 4-239,0-4 1,0 4 15,0-5-401,0 7 0,0-5 0,0 4 242,0-6 1,0 2-226,0-1 60,0 6 0,0-10 664,0 4-871,0 2 154,0 1-363,0 6 1,0 1 484,0 4-353,0-3 0,0 10 1,0-2-1,0 3 0,0 1 222,0 0 1,0 2 10,0 3-255,0-4 0,0 6 1,0-5-1,0 1 512,0 2-630,0 0 1,0 0 179,0 0-130,0 0 1,0-3 0,0 1 0,0 2 0,0 0-8,0 2 1,0-4 59,0 7-101,0-7 0,0 10 1,0-3-1,0 2 1,0 3 93,0-1 0,1 1 14,4-1-75,-3 1 1,4-1 0,-6 0-1,0 1 1,0-1 30,0 1 0,0-2-248,0-4 52,0-2 0,0-2 1,0 0-1,0-2-292,0-1 1,-2-2 238,-2 0 111,2-6 0,-4 5 0,6-4-82,0 4 26,0 1 227,0 0 0,0-4 204,0-1 45,0-5-96,0 2 0,1-6-57,4 0 0,-2 0 235,7 0-309,-7 0 0,5 0 0,-3 1 85,4 4 1,4 2-40,1 2-123,0 4 1,0-10 0,1 6 0,-1 1-1,2-1-31,3 1 0,3-2 111,6 1-95,1 4 1,-1-10-1,2 5 1,2-2 0,2-1 59,3 1 1,-4-4-68,5 2-66,-7-2 0,4 3 1,-6 0-1,-1-2 1,0-2 8,1-1 1,-7 0-10,-3 0 76,3 0 1,-5 0 0,7 0 0,3 0 0,3 0 70,3 0 0,7 0 248,-2 0-316,3 0 1,6 0-1,0 0 1,-1 0-1,-2 0-29,-1 0 0,-7 0 96,-2 0-111,-11 0 0,3 0 1,-7 0-1,-2 0 1,0 0-18,2 0 0,-1-4 4,5-1 21,-5 0 1,10 3 0,-1-1 0,5-1 0,1 0-1,2 3 0,-4-1-80,7-2 92,0 2 0,5-4 0,-2 6 0,-3-2 0,-7-1-2,-6-2 0,1 0 32,-7 5-33,0 0 1,0-1-1,1-2 1,2-2-1,4 2-46,0 1 1,11-3-48,5 1 96,1-1 0,14 3 1,-3-1-1,2-2 1,-2 2 7,-3 2 0,-10-4-32,-8 0 47,10 1 1,-10 2-1,9-1 1,0-2 0,-1 2 79,1 1 0,1 1-55,0-4-32,-1 3 0,-4-4 0,-2 6 1,1-1-1,-2-3-25,-1 0 0,1-3-203,-2 3 130,-3 2 1,7-6 0,-4 5 0,5-2 0,3 0-198,1-1 1,1 5 109,0-4 149,-1 3 0,-4-3 0,-1 1 0,-1 1 0,-1 1 117,-1 2 0,4 0-61,-4 0 34,5 0 0,-9 0 1,3 0-1,-1 0 0,-1 0 150,3 0 0,-1 0-135,-5 0-86,1-6 1,-1 4-1,-1-3 1,-2 4 0,-1 1 10,1 0 0,-3 0-159,2 0 140,0 0 1,-1 0 0,0 0 0,-1 0 0,-2 0-58,1 0 1,4 0-55,-1 0 75,3 0 1,-4 0-1,-1 0 1,0 0-1,-1 0-91,0 0 0,2 0 80,-4 0 21,6 6 0,-7-4 1,4 2-1,0-2 1,-1-2-83,-1 0 1,4 0 30,-5 0 33,6 0 0,-9 0 1,4 0-1,-1 0 1,2 0 0,1 0 1,-5 0-33,2 0 78,-3 0 0,-6 0 0,-1 0 0,2 0 0,2 0-151,1 0-94,0 0 241,0 0 1,1 0 69,-1 0 0,-5 0 182,1 0-191,-7 0 1,3-2-1,-4-1 609,3-1-455,-4-1-126,12 5 1,-12-2 0,6-1 0,-1-2 54,4 2 1,1 0-10,-2-2-150,4 4 0,-10-6 0,6 7 0,1-1 59,-2-4 1,0 3 40,-4-2 61,-2 2 0,6 2 568,-3 0-594,-4-6-65,6 4 0,-7-6 0,0 4-88,0-6 1,0 2 149,0-1-55,0-1 0,0-4 0,0 0 0,0 0-41,0-1 1,0 0 29,0-4-116,0 3 0,0-9 0,0 4 0,0-1 0,0-5-253,0-4 0,0 0 25,0-2 182,0-3 1,0 4-1,0-6 1,0-1-1,0-2-229,0-2 0,1 1-105,4-1 326,-4 0 0,10 1 0,-4 1 0,1 3 0,3 3 103,1 0 0,1 5 67,-4-3-23,4 3 1,-7 8 0,6 3 0,-5 2-89,0-2 0,-3 3 4,-4-3-304,0 9 1,-6-1 0,-3 5-1,-4 0 1,-3-1-1887,-3 4 0,-3 10 2257,-6 7 0,-1 14 0,-2 8 0,-3 6 0,0 0 0</inkml:trace>
  <inkml:trace contextRef="#ctx0" brushRef="#br0" timeOffset="152">5346 15624 8181,'0'-10'415,"0"1"965,0-2 0,0 6-816,0 5 1,0 8-1,0 9 1,0 4-188,0 1 1,-1 2 0,-2 4 0,-2 1 33,2-1 1,1 0-417,2 1 1,0-2 0,0-2 0,0-3-152,0-1 0,-1-2-307,-4-5-99,3 0 0,-4-4-1950,6-1 1294,0-6 1,0-8 0,0-9 367,0-2 1,0 1 849,0 0 0,0 1 0,0 0 0,0 0 0,0 0-74,0-1 357,0 1 0,6 5 1,4 1 1328,2 1 1,-2 3-155,-1 4-1243,1 0 1,2-2 0,-1-1 0,-1-2 0,1 2 144,2 1 1,1-2-421,0-1-7,0 0 0,0 0 0,1-1 1,-1-2-605,0-3 1,-1 3 150,-4-1 397,4-1 0,-12 1 0,4-1 0,-3-1 0,-2-1 397,0-3 1,0 6 307,0 0 35,0-1 1,0 1 1684,0-1-2092,0 7 47,0-3 0,0 17 0,0 4 1,0 4 578,0 2 1,0 4-19,0-1-666,0 3 0,1-4 1,3 1-1,0 1 0,-1 2 156,-1 2 1,-2-6 37,0 1-355,0-6 1,0 2-1,0-6 1,0 0-2185,0 1 1250,0-7-1128,0-2 0,2-8-436,2-2 0,-2-4 2507,3-7 0,9-30 0,2-9 0</inkml:trace>
  <inkml:trace contextRef="#ctx0" brushRef="#br0" timeOffset="153">5688 15780 8181,'6'-14'0,"-5"-2"1466,4-3-1033,-3 3 0,2-4 0,3 6 0,-1-1 0,2 1 557,0 0 1,3 0 459,8 0-1093,-3 6 0,6-3 0,-5 6 0,4 2 1,-1 1 435,1 2 0,-1 2-549,-1 3 1,-8 2-243,4 8 1,-9-1 0,2 2 0,-2 3 146,-3 4 0,-9 4 218,-8 2-395,0-1 0,-13 0 0,3 1 1,-1-2-1,1-4-433,5-4 1,-1 2 234,1-2 0,0 0 81,4-5 0,6-4 0,1-1 29,2 2 1,4-5 565,12-1-238,5-3 0,14-9 0,1-2 0,1-4 0,3-1 418,-3 0 1,-1 4-340,-1 1-358,-7-1 0,-2 1 0,-5 1-2132,-1 2 1260,-6-5-1325,-2 9-1605,-6-4 2689,-6 12-1385,-2 2 2565,0 0 0,-11 11 0,3-3 0</inkml:trace>
  <inkml:trace contextRef="#ctx0" brushRef="#br0" timeOffset="154">6199 15723 8181,'0'-14'0,"0"0"436,0 0 0,0-1 1,0 1-1,0 0 1550,0 0-1254,0 0 1116,0-1 0,2 1 965,3 0-1799,-4 6-732,12 8 1,-12 8-1,4 8 1,-3 1-1,-1 4 640,4 1 0,-3 1-666,2 6 1,-2 3-216,-2-4 0,0 4 1,0-9-1,0 4-900,0 2 1,0-7 286,0-3-678,0-4 1,-5 0-1,1-1-2738,0 0 3377,3-6 0,-4-3 82,0-10 0,1-8 0,2-7 1,-1-1 47,-2 1 1,0-6 412,5 3 1,0 2 340,0 2 0,0 3 0,2 2 155,3 0 1,3 1 1087,6 4-1152,0-4 1,2 10-1,1-5 1,2 2-1,0 3 408,2 1 1,-4-3-477,7 1-113,-7-7 1,5 7-1,-4-3 1,1-1-852,-2 0 1,-3-2 243,-4-4 0,-4 0 248,-6 0 1,0 4-1,0 1 589,0-2 1,-2 4-74,-2 3 0,0 2 51,-5 2 1,4 0-1,-3 3 104,2 7 0,0 1 62,1 12 0,3-4-199,-2 5 1,2 0 0,2 4-1,0 2 409,0 3 0,0-7-326,0 2 0,2-3-339,2 4 1,-2-2 0,4-4 0,-1-4-41,0-3 171,0-2-954,-5-6 1,4 2-1402,1-10 1,0 1-1462,-5-10-419,0-1 4002,0-4 0,-13-25 0,-3-7 0</inkml:trace>
  <inkml:trace contextRef="#ctx0" brushRef="#br0" timeOffset="155">6910 15695 8143,'0'-14'1713,"-1"1"1299,-4 4-2732,3 2 0,-10 7 0,2 2 0,-2 3 1,-3 4-1,1 5 0,2 4 0,0 2 142,3 2 1,1 0 0,-1 4 0,2-4-513,1-2 0,4 4 0,-2-3 0,2-1-240,2 1 0,2-2-446,2-5 1,4-5 430,7 1 0,-1-7 0,0 2 0,2-4-258,3-1 1,-3 0 132,2 0 475,5-6 1,-8-2-1,4-5 1,-3 2 0,-2 2 419,1-2 494,-1 4 0,-6-5 0,-2 4 2055,0 0-2374,-4-5-275,4 12 1,-6-4-63,0 10 0,0-2-293,0 6-28,0 1 0,2 4 0,1 0 0,3-1-528,2-3 1,2 1 163,4-7 233,6 1 0,-4-5 0,5 0 1,-2 0-1,1-2-62,2-2 0,-4-4-3,1-6 334,-10-1 0,2-4 0,-6-1 0,-2-2 0,-3-2 122,-5 2 1,-3 1-410,-6 7 180,0 0 0,-6 6 0,-3 3 1,0 4-1,-1 1-227,-1 0 1,4 1-144,2 4 315,-3 3 0,11 6 1,-3 0-1,3 1 0,3 0-362,3 4 260,4-3 26,1 5 1,1-9-1,4-1 1,4-3 0,4-1-642,1-4 1,0-2 145,1-1 177,5 0 0,-2-1 1,4-2-1,-2-4 0,-2 1-379,-3 0 1,0-5-5,-1 1 859,0 4 0,0-7 0,0 5 0,1-1 0,-1-1 0,-1 6-176,-4-6 674,4 7 0,-10-3 2218,6 6-949,1 0-86,-2 0 2733,-2 0-2726,-6 0-1044,0 6 1,0-3 0,0 7 729,0 1-1013,0 1-372,0 3 1,0-6 0,-2 0 0,-1 3 94,-1 0 0,-1-2-1377,5-1 574,-7-6 0,6 5-911,-4-3 1242,4-3 0,1 2 127,0-8 0,0-1 0,0-8 0,0-3-174,0 1 0,1-6 279,4 2 0,1-5 143,4 5 1,2 0-1,-2 5 1,2 0 277,3 0 1,4 1-202,0 4 1,0-2 245,-5 6 0,0 0 0,0 7 0,0 2 481,1 6 0,-6 4-407,1 5 0,-7-3-129,1 3 0,3 1 1,-2-1-1,-2-1 166,-2-2 0,-1-2-996,0 0 213,0 0 0,2-4 1,3-2-900,4-2 1,-1-1 428,1-5 1,1-2 461,4-3 1,0-3 0,1-6 0,-1-2-93,0-3 1,0-1 100,0-4 321,1 4 1,-1 5-1,-1 1 1,-2 0-1,-4 0 965,0 0-75,-2 6-75,-5 1 1,0 9-164,0 3 0,0 3 109,0 6-444,0 0 0,0 0 1,0 0-1,0 1 0,0-1 586,0 0 1,0 0-713,0 1 0,0-1-80,0 0 1,0-5 0,0 1-146,0 1-448,0-5 49,0 1 511,0-7 0,0-2-17,0-3 1,0 2-127,0-6 1,0-1 0,0-4 0,0 0-377,0 0 395,0-7 1,0 5-45,0-3 0,1 3 1,2 2-228,2 0 319,6 0 0,-8 1-25,7 4 1,-6-2-1,6 6 10,1 2 1,-3 1 1,1 2 1,-4 2 352,5 2 1,-6 0-1,6 5 1,-1 2 80,-1 2 0,0 1-256,-3 0 1,-2-1-64,6-4 1,-5 4-1,2-4-203,0 4 0,-3 1-147,7 1 1,-5-8-87,4-2 1,-4 1-1,4-1-89,2-2 0,2-1 392,1-2 1,-4-5-21,-1 0 1,1-6-1,4 2 1,0-4-84,0-1 1,-4 0 88,-1 0 1,-4 1-175,5 4 0,-7-4 0,3 5 0,-1-1-1797,-1-1-910,1 7-574,-5-3 3538,0 6 0,-57 25 0,-14 6 0</inkml:trace>
  <inkml:trace contextRef="#ctx0" brushRef="#br0" timeOffset="156">4834 16434 7899,'0'-14'31,"0"0"0,-1 0 0,-2-1 335,-2 1 1,-4 0 0,2 0-1,1-1 827,0 1 1,-1 6 467,2 4-1322,4 2 1,-5 4 404,6 2-506,0 4 1,1 8 0,2 1 0,2 4-1,-2 1 787,-1 3-887,-2 2 1,0 2 41,0-1 0,0 2 0,0 2 82,0 1 1,0 2 62,0-2-218,0-3 1,0 11-1,0-5 1,0 0-1,0-1 198,0 0 0,0-3-371,0 5 53,0-5 0,0 3 1,1-7-1,3 1 1,0-1-151,-1 1 0,-1-6 49,-2 1 1,0-7 84,0 2 1,0 2-1,0-1 1,0 1-33,0-1 1,0-1 55,0-4 1,0 0-27,0 4 0,-5-8 0,1 4 0,0-3 25,3 1 0,1 1-117,0 0 102,0-6 1,0 0-1,0-3-82,0 4 109,0-2 4,0-1 1,1-6 0,3 2 81,0 2 1,3 3-49,-3 2 29,-2-3 0,11-1 1,-4 1 127,4 2 0,1-3-158,0 5 0,5-7-22,0 1 1,2-2-1,-2 0 1,3 1-47,0 2 1,5-1 84,-4-4-88,4 7 0,2-6 1,-1 4-1,0-2 1,1 0-57,-1 2 0,1 0 78,-1-5 1,5 4 20,1 1 1,-1 0 0,-5-5 0,1 0 64,-1 0-77,7 0 1,-5 0 0,3 0 8,-3 0 1,3 0-5,0 0 1,1 0-1,-6 0 1,0 0 15,1 0 0,-5 0 0,-1 0 0,3 0 34,0 0 1,3 2 86,-1 2-135,1-2 1,-1 4 0,1-6 0,-1 0 0,0 0 30,1 0 1,-1 0-150,1 0 91,5 0 0,-4 0 0,5 0 0,-2 0 1,2 0-199,2 0 157,0 0 1,1 0-1,-1 0 1,-1 0-1,0 0-110,4 0 0,-1 0 83,-1 0 64,3 6 0,-9-4 0,4 3 0,1-4 0,-3-1 39,1 0 0,3 0 228,-5 0-243,0 0 1,1 0 0,-1 0 0,-2 0 0,-1 0-153,-1 0 1,-1 0 48,1 0 45,-1 0 1,0-1 0,1-2-1,-1-2 1,-1 2-67,-3 1 0,8-3-10,-4 1 167,4-1 0,-4 5 0,0 0 0,2 0 0,2 0 11,1 0 1,2 0-40,-2 0-13,-3 0 0,10 0 0,-7 0 0,-2 0 0,1 0 0,1 0 0,-3 0 2,3 0 9,4 0 1,-7 0-1,4-2 1,0-1-1,0-2 16,3 2 0,-1-3-20,2 1-46,3 0 0,-6 1 1,6-3-1,-2 1 1,2-2-78,-1 0 1,-5 5 83,3-2 5,0-2 1,9 5 0,2-4 0,0 1 0,1 0 26,1 2 1,1 1 113,5 2-124,0 0 0,0 0 0,1 0 0,2 0 1,3-1-15,2-4 0,-5 4 0,2-4 25,-4 3 0,-1 2 0,0-1 0,-2-3 1,-3 0 32,-4 1 0,-6 1 48,-4 2-44,-9 0 358,-15 0-218,-14 0-8,-2 0 0,-10 0-127,2 0 67,4 0 510,0 0 61,6 0-718,0 0 27,0-6 1,0 3 0,0-7 11,0-1 0,0 3-205,0-1 1,0 4 67,0-5 0,1 2 0,2-3 0,2 2-127,-2-2 0,-1-2 9,-2-1 138,0 0 0,1 0 0,3-2 1,0-2-1,1-1-295,1 2 0,-2-5 213,5-2 0,-4 2 74,4-2 1,-4 1 0,5-4 0,-1 2-79,-1 1 0,5 0 95,-4-4 0,-1-1 4,1 1 0,-4 4 1,3 1-1,0-3-83,0-1 0,-5-1 113,2 0 1,1-6-36,-1 1 0,0-6 0,-5 1 0,0-3-146,0-2 0,4 0-214,1 1 399,0-7 0,-5 0 0,1-3 1,2 4-1,4 4-22,1 1 129,-5 1 1,9 6 518,-4 7 0,2 5 434,-1 10-873,-6 3-123,4 24 0,-7-4 0,0 12 1,0-1-1,-2 2 191,-3 1 0,2 3-427,-6-2 50,6 3 1,-10-3-1,5-1 1,-1 1-1,-1 0-1140,-1-1 1,0-4-453,2 5 1454,-4-7 1,3 9 0,-8-6 332,-6 2 0,-14-9 0,-8-2 0,-4 3 0,1 0 0</inkml:trace>
  <inkml:trace contextRef="#ctx0" brushRef="#br0" timeOffset="157">5659 16846 7944,'0'-9'4337,"0"0"-3873,0 5 0,0 0 0,0 8 158,0 6 1,-5 7-441,1 2 0,-3 6 0,4-1 0,-2 3 0,2 1 1,2 1 400,1-1-556,-7 1 0,6-1 0,-4-1 0,3-2-515,2-1 0,0-7-393,0 2 343,0-9 0,5-12-501,0-12 787,0 0 0,-5-13 0,0 3 0,0-3 1,0-1-169,0-1 0,0 3 430,0 2 136,0-3 0,0 11 0,0-3 0,1 4 0,2 0 404,2 1 0,1 6-226,-1 3-11,-3 4 0,10 2 0,-2 4 0,3 6 0,1 5 539,0 3 1,0 5-191,0-5-417,1 6 1,-1-5 0,0 4 0,-1-5 0,-2-3 654,-2-2 1,-4-1-697,4-4 75,-5 4 1,4-12 0,-5 3 354,1-8 1,1-3-638,-5-8-125,6-5 1,-4-2-1,3-7 1,-2-1 0,0-1-984,2-3 0,0 0 434,-5 1 291,0 3 1,0-4 0,0 11 0,0 4-3312,0 3 2424,0 8 359,0 2 1,0 22 0,0 2 913,0 1 0,12 30 0,4 5 0</inkml:trace>
  <inkml:trace contextRef="#ctx0" brushRef="#br0" timeOffset="158">6015 16932 7944,'0'-14'1109,"0"-1"1,0 6-507,0-1 0,0 1 0,0-5 0,0-1 522,0 1 1,6 0-610,3 0 1,-1 4 0,2 1-1,1-1 94,1 2 1,3 2-252,-1 6-342,6 0 1,-9 0 0,4 2 0,-4 4 0,-3 7-37,-4 4 1,-2 10-214,-2 1 161,-6 1 0,-2 7 1,-6-4-1,-1 1 0,3-2-133,2-1 1,-2-3 552,2-3-208,4 3 1,-1-11 0,9 1 511,3-6 1,4-5-115,10-6-410,10-6 1,2-2 0,6-6 0,-1 0 0,-1 0-153,-1-1 1,-7 3-46,-8 2-3541,-3-2 1842,-2 10 1,-9-4 430,-10 6 728,4 6 1,-18 2 0,9 5 0,-2-2 607,-3-2 0,14-6 0,2 4 0</inkml:trace>
  <inkml:trace contextRef="#ctx0" brushRef="#br0" timeOffset="159">6555 16946 7944,'0'-14'0,"0"0"0,0-1 1536,0 1 0,0 0 0,-2 1 2784,-3 4-2937,4 2-984,-5 7 1,6 2-1,0 4 1,0 7 363,0 4 1,0 7 14,0-5-596,0 6 1,1-4-1,2 4 1,2-3-1,-2 0-230,-1 0 0,-2-4 61,0 1-388,0-3 1,0-7 0,0 1-726,0 1 774,0-5-93,0-6 1,0-10 0,0-7 0,0-3 0,0-4-523,0-6 1,0 1 609,0-4 475,0 10 1,0-3 0,0 7 0,0 2 38,0 1 113,6 8-128,2 2 1,6 12 0,0 5 0,1 7-1,-1 5 869,0 4 1,0 2 102,1-1-865,-1 0 0,0 1 0,2-2 0,1-4 0,2-4 190,-1-3 1,2-8-233,-1-3-140,0-4 1,-6-2-1,-2-4 1,-2-6-1,1-6-78,-2-7 0,3-4-31,-7-6-513,1 4 0,-5-11 0,-2 3 1,-2-3-1,-6 0-1186,-2 3 0,-3 4-755,1 5 1378,0 1 1,4 12 0,3 10-994,0 12 1,7 5 712,5 13 1372,6-1 0,35 37 0,-15-26 0,-1 0 0</inkml:trace>
  <inkml:trace contextRef="#ctx0" brushRef="#br0" timeOffset="160">7465 16946 7901,'0'-10'269,"0"1"0,-2-2 954,-3-2 0,4 4-627,-4-1 1,-3 6 0,-1-4 0,-4 1 0,-1 4 0,0 3 2336,-1 5-2644,1-3 0,0 12 0,1-2 0,2 7 0,2 2 238,-2-1 0,3 4-437,-2-5 0,7 5 0,-3-5 0,1 0-215,0 1 1,1-4-713,4 3 1,0-3 0,1-4-575,4-2 1,-2-4 351,7-6 878,-1 0 0,10 0 0,2 0 1,1-1-1,1-4-13,0-5 1,3 3 215,-2-3 123,-3 7 1,-1-8 0,-7 5-1,-2-1 1746,-2 1-1251,1 1-226,-2 5 1,0 0-1,-5 2 1,2 2 335,-2 6 1,0-2-372,2 1-401,-4 1 1,12-2 0,-2-2 0,5-1-1,3-1-17,-2 0 0,4-3-350,-3-1 362,8-6 1,-10 3 0,3-7 0,-4-2 0,-2-4 79,-4-3 1,2-5 163,-6 5-198,0-6 0,-5 4 0,-3-4 0,-5 3 0,-8 3-87,-4 6 1,-4 1-229,-5 7 141,1 0 0,0 5 0,-1 2 0,1 3 0,1 6-335,3 6 1,4 0 107,5 7 319,8-6 1,0 4-1,7-5 1,0 2-1,0-2-153,0-1 0,11-2 48,3 1 56,4-8 1,1 1-1,1-4 1,2 0-1,2-1-342,-2-1 0,4-8 372,-8-4 80,8-2 0,-9-1 0,5 2 0,-1 1 0,-4-1 269,-1-1 0,-3-3 366,-4 1-362,4 6 1,-10-3 0,6 7 1024,2 0-725,-4 3-321,5 1 1,-10 6 0,3 5 0,-4 5 0,1 3 459,3-2 1,-4-1-213,4-2-412,-3 7 1,-2-5 0,0 3 388,0-4-1145,0 0-52,0-7 0,0-2 387,0-6 150,0-6 1,0-2-1,0-7 1,0 1 0,0 0-236,0 0 0,6 0 446,3-1-36,-2 1 0,4 0 0,-5 1 0,2 2 300,3 2 0,2 1-58,1-2-10,-6 4 1,4 6 0,-2 2 305,2 2 0,1 4-254,-3 6-300,2 1 0,-9-3 0,7-1 0,-1-1 0,1-1-492,-1-1-549,1 5 768,4-5 0,0 0 0,0-4 0,1-2 1,-1-2-546,0 0 0,-1-6 497,-4-4 285,4-2 0,-5-3 1,6 0-1,-1-3 1,-2-1 364,-2 2 0,-6 1-156,2 2 26,3 0 1,-7 4-1,4 1 795,-3-2-490,-2 4-341,0 1 1,-5 17 0,-1 3 0,-1 4 678,1 2 1,0-4-195,1 3-515,3-3 0,-4-2 1,6 0-1,-1 0 1,-3 1 155,0-1 1,-1-5-636,5 1-160,0-7-164,0 10 533,0-12 69,0 5 1,0-13-1,2-6 1,1-6 0,3-3-237,2-3 1,-5 2 182,2 0 34,3-1 1,-5 2-1,5 3 1,-2 3 0,-1 2-189,1 0 153,-4 6 147,10 2 0,-8 6 1,5 1-1,0 4 435,-1 4 0,3 6 319,-6 4-553,6-4 0,-8 6 1,5-7-1,0 0 216,0 0-749,2 1 200,4-7 0,0-2 1,0-6-1,0 0 1,1-2-666,-1-2 0,5-4 275,0-7 125,0 1 1,-7 0 0,-1 1 0,-3 2 0,0 2-2135,0-2-104,-5 5 1784,-3-1 0,-9 7 852,-10 0 0,-22 13 0,-10 6 0,-6 1 0,-1-1 0</inkml:trace>
  <inkml:trace contextRef="#ctx0" brushRef="#br0" timeOffset="161">4849 17671 7915,'0'-9'-322,"0"-1"1,0-1 854,0-2 1,0 4 0,0-1-1,0-1 359,0-1 1,0-3-247,0 1 1,0 5 45,0-1-436,-7 7 1,6-2 0,-6 10 208,1 5 1,5 4-132,-4 5-120,3-3 0,2 10 0,0-2 0,0 3 0,0 1 458,0 1 0,0 4-215,0 0-399,0 0 0,0-3 0,0 2 1,0 1-1,0 0 158,0 2 0,0-5-233,0 3 13,0-3 1,5-1 0,0-2 0,-2-2-1,-2-3-100,-1-2 1,5 4-222,0-5 259,0 0 1,-4-5 0,2 1-1,2-1 1,-2 0 121,-1 0 0,-2-4-58,0-1 152,6-6 0,-4 5-49,3-3 0,-4-2 36,-1 7-211,0-7 1,2 3 34,2-6 0,0 0 280,5 0-208,-6 0 1,10 0 0,-4 0 0,4 0 68,1 0 0,5 0 170,0 0-234,6 0 0,-2 0 1,5 0-1,0 0 1,1 0 87,-1 0 0,1 2 23,-1 2-138,7-2 0,-5 4 1,3-4-1,-3 1 0,-1 2-29,-1-2 1,0-2 76,1-1-71,-7 0 1,5 5-1,-3 0 1,2-2 0,3-1-65,-1-2 1,-1 0 54,-3 0 103,3 0 0,-2 0 0,5 0 0,-3 0 0,0 0 42,-1 0 0,3 0 45,-1 0-149,1 0 0,-2 0 1,-2 0-1,-1 0 1,1 0 9,2 0 1,0 0-18,-4 0 7,4 0 0,-5 0 1,8 0-1,2-2 1,1-1 8,-1-2 1,-2 0 0,-2 5-32,1 0 1,4 0-1,0 0 1,-2 0-1,0 0 51,-3 0 0,0 0-5,1 0-34,-1 7 0,1-6 1,-1 4-1,1-3 1,1-2 1,3 0 1,-3 0 84,3 0-87,-3 0 0,0 0 0,2 0 0,2 0 0,1 0 17,0 0 0,-2 0 103,-5 0-113,7 0 1,-5 0-1,5 0 1,-2 0 0,0 0 21,-1 0 1,-2 0-33,-2 0-39,1 0 1,-1 0-1,1 0 1,-1 0-1,2 0-10,3 0 0,2 0 41,3 0 14,3 0 0,-9 0 1,6 0-1,-1 0 0,1-2-26,0-3 1,-1 4 11,1-4-58,3 3 1,-7-2 0,6-3-1,-2 1 1,1-2-40,2 0 0,-3 4-153,0-6 231,0 7 0,0-8 0,-2 6 0,1 0 1,-3 1-13,1-1 0,0 0 33,-2 5-29,-3 0 0,5-5 0,-5 1 0,3 1 0,3 1-54,1 2 0,2-5 30,-6 0 63,7 1 1,-5-1-1,4-1 1,-3-1-1,1 1 34,-1 3 1,0-3-77,2 1-14,-3 0 1,-2 5-1,2-1 1,1-3-1,2 0-16,-1 0 0,-3 1-87,-5-1 147,-1 2 1,1-6 0,-1 5 0,-1-2 0,-3 0 12,-5-1 1,-4 3 175,0-7-61,-1 7 1,-1-5 0,-2 5 632,-2-1-502,-6-8-163,4 11 0,-6-5 0,2 4-113,2-3 0,1 4-4,-1-4-8,-3 3 0,10-2 1,-2-1-1,2 2 1,3 1-232,-1 2 234,0-6 75,0 4 1,1-6 0,-1 5-1,0-3 86,0-2 0,-1 3 180,-4-4-211,4 6 0,-10-8 0,5 4 0,0-1 0,-2-3 148,1-1 0,-1-3-265,-1 1-28,-4 0 0,7-5 0,-5-2 0,2 1 0,-2-2-337,-1 0 0,-1-2 60,4-4 46,-3-1 1,4 1-1,-6-1 1,0-1-1,0-1-951,0-2 1,-5-5 379,0 4 327,-6 1 1,3 6 0,-6 2 0,-2 3 0,-1 2-3776,-2 2 4292,-6 9 0,-22 12 0,-10 6 0,-9 3 0,0 0 0</inkml:trace>
  <inkml:trace contextRef="#ctx0" brushRef="#br0" timeOffset="162">5730 17884 7912,'0'-9'479,"0"-1"1215,0-1 1,0 7-863,0 4 1,0 11 0,0 9 0,0 2-426,0 3 1,0 4 0,0 3-1,0 1-86,0-2 0,0-1-194,0-1-152,0-7 1,0 3-1,0-6 1,0-2-65,0-1-2284,0-8 1530,7 5 0,-6-18 0,4 0 0,-4-7-24,-1-7 0,0 3 182,0-3 679,0-3 0,0 6 1,0-3-1,0 3 1,0 2-12,0 0 1,5 4-234,0 1 774,6-1 1,-8 1 0,7 1 0,1 2 0,1 1 795,2-1 1,-4 4-574,-1-3-600,1 4 1,4-1-1,0-1 1,1-2-1,-1 2-268,0 2 112,0-6 16,0-1 1,-4 0-1,-2 2 1,0 0-602,0-4 300,-5 4 1163,3 0 147,-6-1-679,0 6-56,0-6 0,0 14 0,0 2 0,0 4 1,0 1 561,0 0 0,0 2-55,0 3-590,0-3 0,0 6 0,0-5 1,0 2-1,0-1 284,0-2 1,0-2-658,0 0 56,0-6 0,0 4-720,0-2-838,0-4-2342,0 1 1317,0-7 1,0-2 2701,0-3 0,19-28 0,5-13 0</inkml:trace>
  <inkml:trace contextRef="#ctx0" brushRef="#br0" timeOffset="163">6384 18140 7919,'8'-9'35,"-2"1"1,-1 0 0,0 0 0,0-1 1052,1 1-733,-4-5 1,4 10 0,-6-7 0,0-1 0,0-1 1463,0-3-1659,0 1 1,-6 2-1,-4 1 1,-3 3-1,-1 1 1,0 4 139,0 2 0,-5 1-112,0 0 0,-5 0 0,4 1 0,-2 5 156,-4 9 1,6-1-20,1 5-213,-3 3 0,11-5 0,-4 5 1,4 1-1,3-3-38,4 1-112,2-2-134,2-5 1,6-5-1,4-1 1,3-2 0,2-4-248,4-5 1,-3 0 91,3-7 239,3 1 0,-6-5 1,3-1-1,-3 1 0,-2 0-58,0 0 1,-4 1 615,-1 4 95,-6-4 0,8 5 683,-6-6-981,0 6-20,-5 2 0,0 17 0,0 3 1,0 2 364,0 0 1,0 2-225,0 1-314,0 0 0,1-4 0,3-1 0,2-2-217,2-2 1,1-4 191,5-6-341,1 0 0,-1 0 0,0-1 1,0-4-1,1-5-375,-1-2 0,0-4 222,0-3 325,0 3 0,-4-11 0,-1 5 0,1-1 0,-2 0-64,-4 3 1,-2 1 412,-2 5 231,0 6 236,0-5-628,-6 12 74,-2 1 0,0 8 1,2 6-1,1 0 139,0 0 0,0 0-129,5 1-139,0-1 1,7-5 0,2-1 0,4-1 152,1-4 1,0 0 68,0 2-154,-6-4 0,5 6 1,-4-6-1,4 2 110,1 2 0,-4 6 117,-1-1-137,-6-4 1,5 6 0,-4-2 0,0 3-24,-1 1 1,-1-5-21,-2 1-260,0-7 0,2 8-60,2-6 0,-1-1 72,7-4 36,-1 0 1,6-1 0,-1-4 0,2-4 0,1-4-157,2-1 0,2 0 114,-3-1-65,-2 1 0,5-5 1,-7 0-1,0 2-129,0 1 1,1 2 38,-1 0 218,-6 6 1,4-3 0,-2 6-1,3 2 193,1 1 0,-5 2-13,1 0-30,-7 0 1,8 2-1,-5 3 814,2 4-636,-5 4-137,4 1 617,-7-6-611,0 4-158,0-10 1,-7 4-1,-2-6 1,-4 0-734,-1 0 251,0-6 405,-7 4 1,5-4 0,-3 6-1,4 0 1,0 0-52,1 0 1,2 2 116,2 2 37,-2-2 0,5 11 1,-4-6-1,3 3 1,2-1 123,3 3 0,1 0-142,2 2 41,0 1 1,2-3 0,2-2 0,8-4-1,3-1 5,4-1 1,0 1-18,-5-5-38,7 0 0,-5-5 1,4-1-1,-1-2 1,0-3-8,-1-1 1,-4-7-194,-5 0 172,4-7 0,-7 9 0,4-7 1,-4-1-1,-1-2-342,0-1 0,-1-1 115,-4 1 152,0 6 0,0 1 0,-1 9 84,-4 2-60,3 4 129,-4 18 1,6 0-1,-1 11 1,-3 1-1,0 0 858,0-1 1,3 1-193,1 4-426,0 1 0,-5-5 0,0-2 1,2-2-1,2-2-415,1-3 1,4-5-161,1-1-42,6-6 1,-3 4-1,8-7 1,0-2-164,-2-3 0,8-2 20,-8-8 352,4 1 1,-4-5 0,0 0 0,0 2 0,0 1 276,1 2 93,-1-7 23,0 6 0,-4-4 486,-1 9-584,-6 4-7,4 6 1,-7 6 0,0 5-1,0 5 1,0 3 425,0-2 0,0-1-47,0-2-400,0 1 1,0 3 0,1 1-1,4-1-358,4-2 0,-1-7 211,2 1-245,-7-7 0,10 3 0,-4-6 0,2-2 1,0-2-238,-1-6 1,-1-2 185,5-3 232,1 1 0,-6-5 1,0-1-1,1-1 1,-1 1 128,1 2 1,-7 7 328,2 2-144,-4 6-198,6-10 0,-6 13-14,4 0 134,-3 6 0,-2 8 1,0 1-1,1-1 0,2 0 257,2 0 1,5 1-209,-6-1-272,7 0 1,-4-5 0,4-1 0,-2-1 0,2-3-160,2 3 0,1-6 29,0 4 112,1-10 1,-1-1-1,0-5 1,0 1 0,-1-2-128,-4-6 0,-1 3 148,-3-4 23,-3 3 1,4 2 0,-6-1-1,0 1 55,0 0-85,0 0-120,-6 6 1,2 2-45,-5 6 158,6 0 44,-4 0 1,9 0 0,3 1-32,4 4 1,1-4-48,4 4 101,-3-3 0,11-2 1,-5 0-1,2-2 0,0-1 48,2-2 0,-4 1 61,7 4-33,-7 0 0,4 0 1,-7 0-1,0 0 261,1 0 0,-6 0 13,1 0 148,-7 0 673,3 0-661,-6 0-435,0 0 0,-6 0 0,-4 0-112,-2 0 0,-3 0 28,1 0-152,0 0 1,0 1 0,0 2 0,1 4 0,2 1-209,1 3 0,2 1 75,-1 2 271,-4 1 1,12-1 0,-6-2 0,3 0 0,-1-3 10,2 2 1,1 2-119,2 1 85,7 0 1,-4-6 0,6-2 0,2-1 0,2 0-275,1-2 1,0-1 102,1-2 244,-1-7 1,2 1 0,-1-5 0,1 1 0,-3-1 136,-1-1 0,-1-7-176,-1 0 119,3 0 0,-12 5 0,5-1 0,-1 1 323,0 0 1,0 5-731,-5-1 260,0 7 1,0-2 0,0 10 0,0 4 114,0 4 1,0-2 233,0 3-237,0-3 0,0 10 1,0-7-1,1 0-182,4 1 1,3-6 161,6 0-113,0-5 0,5 2 1,2-6-1,-1 0 1,1-2-124,-4-2 1,4 0 70,-2-5 152,0 0 0,-5-6 1,-1 1-1,-2-2 0,-2 0 131,2 2 1,-5-3 61,-1 7 108,-3 4-102,-2-7-361,0 12 171,0 1 1,-2 8 0,-1 6-1,-3 2 1,-1 1 457,1 2 0,0 0-117,1-5-271,3 1 1,-4-1 0,5 0 0,-3 0-200,0 0 94,-1-6 49,5-1 1,0-9-1,0-3-460,0-4 1,0-9-4,0-1 230,0-6 1,5 3 0,1-6 0,2 1 0,3 2-146,2 1 0,-4 2 324,1-2-74,-7 3 0,9 7 1,-2 2-246,2 2 608,3 4-201,-1 12 0,-1 2 0,-2 5 0,-4-2 0,1-2 126,0 2 0,-3 0-131,5-1-95,-1 2 1,5-10-1,0 4 1,2-1-340,3 0 1,-3 0 26,3-5 68,-3-7 0,-2 4 1,0-5-1,0 0-85,1 0 0,-1-1 101,0-5 337,-6 6 1,5-5 0,-6 4 9,1-4 1,-1-1 153,-7 0-213,0 6 0,-2-3 0,-3 4 0,-4-1 0,-5-3-154,-5-1 0,3 2-191,-3 1 229,3 6 0,-3-4 0,0 7 1,2 0-1,1 0-43,2 0 1,1 2-15,4 3 164,-4 3 1,12 6-1,-4 0 1,3 2-1,2 1 321,0 2 1,7 0 18,2-5-389,4 0 1,6-4 0,1-2 0,1 0 0,1-2-543,0 0 1,-3-1-362,5-5 670,-7 0 1,5 0-1,-5 0 251,2 0 0,-6-13 0,-7-2 0</inkml:trace>
  <inkml:trace contextRef="#ctx0" brushRef="#br0" timeOffset="164">5716 13136 7915,'0'-10'300,"-2"3"1,-1-1 1287,-2 0-1331,-6 5 0,8-4 0,-6 9 0,-2 3 0,-2 4 0,-1 5 0,0 4 280,-1 1 0,6 6 0,-1-1 1,-1 2-174,-1 3 0,-2-2-277,-1-4 0,3 4 0,1-5 0,1 2-43,-1 0 1,3-8-749,-1-2 172,6 0 1,-4-11-344,7 7 0,0-9-126,0-1 1,5-11-1,1-8 340,2 2 1,6-4-210,5 2 786,0-6 1,0 3 0,0-6 0,-1-1 0,-3 1 83,0-1 0,-1 2 75,0 4 254,-6-4 0,3 11 1,-5-3 1455,2 3-598,-5 8-743,10 2 1,-10 8-1,5 2 1,-2 6-1,-1 3 795,2 1 0,-4 2-460,6 3-466,-6 3 0,5 1 1,-5 1-1,4 1 1,-1 1 320,0-3 1,1 4-308,-3-3-352,-2 3 0,6-4 0,-5-1 1,2 1-1,-2-3 328,-2 1-1500,-1-2-1212,7-5 1417,-6-6 359,6-2 1,-7-8 0,-2-2 0,-1-6 0,-2-2-1316,2-3 1,-5 0 856,-1-4 1091,2 3 0,-17-14 0,-8-5 0,0 0 0,0 1 0</inkml:trace>
  <inkml:trace contextRef="#ctx0" brushRef="#br0" timeOffset="165">5574 13335 7915,'-8'0'3060,"-5"0"-2152,12 0 0,-4 0-465,10 0 0,3 0 0,7-2 0,4-1 263,5-1 1,3-6-840,1 5 0,1-1 1,1 3-1,0-2-875,-2 2 0,4 1-398,-8 2 790,2 0 1,-4 0-1,-3 0 1,-3 0-974,-2 0 0,-4 0 1589,-1 0-24,-5 0 725,2 0 832,-12-6 258,4 4 0,-6-4 1161,3 6-2206,4 0-456,-6 0 1,7 2 0,0 2-1,0 6 631,0 3 0,0 1-461,0 0-402,0 0 1,0 5-1,0 2 1,0 1-1,0 3 57,0 2 1,0-3-11,0-1-74,0-5 0,0 7 0,0-6 0,0-2 0,0-1-227,0-2 0,0-4-414,0-1 274,0-6 1,-1 4-132,-4-7 0,-1-7-12,-4-2 356,-2-4 0,10-1 1,-3-2-1,4-3 1,1-4-434,0-4 0,0-6-9,0-1 459,0-5 1,6 9-1,4-3 1,2 3-1,2 3-132,1 3 1,0 4 514,4 5-190,-3 1 0,9 6 0,-4 4 0,0 4 0,-1 4 276,-3 6 1,-1 4-88,-1 5-134,-8-3 0,0 6 0,-7-5 0,0 2 0,-2-1 330,-3-3 0,-2 0-208,-8-1-343,-5 0 1,2-4 0,-4-3-1,0 0 1,0-2-1055,-3 1 0,4-5 230,2 4 97,3-3 1,2-2 0,2-2-3051,2-3 3856,10 4 0,46-24 0,16 1 0</inkml:trace>
  <inkml:trace contextRef="#ctx0" brushRef="#br0" timeOffset="166">6270 13321 7915,'5'-14'1468,"0"-1"-965,0 1 1,-5 5 2461,0-1-860,0 7-1485,0-3 0,0 21 0,0 6-125,0 3 1,0-1 339,0 1-698,0 3 1,0-5 0,-2 7-1,-1-1 1,-2-1 46,2-4 1,1 3-99,2-7-173,0 6 1,0-9-1,0 3 1,-1-3-218,-4-2 158,4-6 1,-7-2-1,5-8-457,-2-2 0,-5-9 277,6-6 0,-3-5 1,2 5 1,4-11-1,-4 0 1,4-3-124,1-2 1,6-4 200,3 1 1,4-1 138,1 1 0,2 3 0,3 8 0,3 3 71,0 5 0,5 5 471,-3 5-318,3 2 0,-4 14 1,-1 2-1,-1 5 1,-4 4 281,-1 1 0,-8 4 218,-3-4-434,-4 0 1,-1 0 0,-1 0-1,-4-1 1,-4-3 348,-4 0 1,-3-1 113,-3 0-720,-3-6 1,-2-2 0,1-6 0,-1 0-1,0 0-1042,1 0 1,5 0 240,-1 0-84,3-6 1,7 3-1,1-7 1,3 1-1601,7 1 0,4-3 2560,8 6 0,51 0 0,13 5 0</inkml:trace>
  <inkml:trace contextRef="#ctx0" brushRef="#br0" timeOffset="167">10777 15382 6579,'-9'0'1056,"0"0"-478,-1 0 0,1 2 1713,-1 2-326,7-2-1052,-10 4-707,12-6 0,-6-1 0,9-4 8,3-4 0,-2-1-254,6-4 1,1 3 0,6-10 0,1 1-65,2-4 1,6-8-463,-1-1 446,3-6 0,-4 1 0,1-6 0,0-1 0,-2 6-147,-3 3 0,-3 4 363,-2 8 89,-6 4 1,-3 12 262,-10 3 1,-3 10-215,-6 4-74,-7 4 1,4 6 0,-7 2 0,0 1 0,1 1 370,-1-1 0,7 1-181,-2-4-267,3-4 1,6 11 0,3-7 0,0-2 0,4-1-46,1-2 1,9 0-7,2 0 18,10 1 1,-1-6 0,5-1-1,3-2 1,0-1-14,3 1 0,-7 1-151,-3 2 55,-3-3 1,-4 1 0,-2 2-9,-5 4 1,-5-4 73,-5 1-99,-9-1 0,-4 1 0,-4-2 0,0 0 0,2-2-431,-1 0 0,0-1 117,2-5 225,4 0 1,-6 5-1,7-1 1,0 0-1,-1-4-365,1-5 547,0 3-108,6-4 372,2 0 82,6 4-191,0-4 1,6 6-1,4 0 1,2 0 358,2 0 0,1 0 68,-1 0-466,6 0 1,-4 0-1,5 0 1,-1 0 0,4 0-227,3 0 1,1-2-85,1-3 76,-1 4 0,-1-12 0,0 2 0,-2-5 0,2-3-485,-2 2 1,-6 1 167,0 2 366,-3 0 1,-3-5 0,-4 0 0,-4 1 250,-4 3 21,-1 0-134,0 1 0,-6 6 0,-3 4 0,-4 4 88,-1 4 1,0 3-102,-1 2-3,7 4 0,-3-1 0,5 7 0,-2-1 0,-1-1 257,1 2 1,1-3 115,7 3-291,0-3 0,-4-2 0,-1 0 0,2 0 0,3 1 13,5-1 1,2-5 76,8 1-266,-1-7 1,2 8-1,1-6 1,4-2 0,1-3-418,3-5 1,-3-3 122,2-6 87,0 0 1,-1 0-1,-1-2 1,-1-3-1,-4-3-205,-1 0 0,-3-4 427,-4 7 28,-2 0 0,-3 5 1,1 0-1,-3 1 204,-6 4 0,1 2 159,-6 7-258,-1 0 1,-4 7 0,0 2-1,0 4 1,-1 1 169,1 0 1,0 1-189,0-1-93,6 0 1,2-5 0,4 1-322,-3 1 1,5 0 46,0-1 73,7-4 1,12-6 0,1 0 0,1-2-1,-1-2-141,-3-6 1,4 2 679,-2-1-201,0-1 1,-5 1 0,0-1 174,1-1 0,-8 3 416,-2-1 281,3 6-576,-6-4 0,2 12-6,-8 0-218,2 6 1,-4-3 0,4 6 392,-3 0-365,4 0-270,-5-6 1,6 5 20,0-4 99,0-2 36,0 5 1,0-8 79,0 5-290,0-6 63,0 4 1,0-6 159,0 4-331,6-4-9,-5 12 0,12-11-250,-3 2 407,2 4 40,2-6 1,-4 4 0,-1-6 1,2 0 0,-3 0-49,2 0-57,-7-6 1,8 3-1,-5-7 1,1-1-1,1-1-239,0-3 1,-4 6 85,6-1 216,-7 1 0,5-5 0,-5-1 130,2 1-95,-1 0 162,3 6 489,-6 2 0,6 7-164,-7 4-204,0 3 1,1 6 0,2 0-1,2 1 104,-2-1 1,4 0-51,-3 0-292,7-6 0,-7 5 0,5-5 0,2 1 0,2-1-227,1-2 0,0 4-651,0-5 646,1-1 1,0-4-1,3 0 1,1-1 0,-2-4-350,-1-4 1,3-4 83,0-1 385,0 0 1,-5-5 0,0 0 0,-1 0 0,-2 0-290,-2 0 405,-5 0 127,2 5 1,-6 4 0,-2 2 206,-2 2 1,-4 3-195,-7 7-161,1 4 0,2 2 1,2-1-1,4 1 1,1-1-350,0 1 88,1-1 77,4-1 1,1 3-1,4-6 1,4 0-738,4 1 1,6-4 230,0 2 536,0-2 1,0-4 0,1-1 0,2-3 0,2-1 142,-2 1 0,-1 0 852,-7 1-315,-6 4 1,5-6 1756,-4 7-1355,-3 0-642,1 7 0,-7-4 1,0 6-1,0 2 0,0 2 259,0 1 0,0 0-219,0 1-449,0-8 1,0 6 0,0-3 0,1 1-1868,4-2 1211,3-3 390,6-6 0,5-1 1,0-2-1,-2-4 1,-1-1-503,-2-3 1,2-3 806,3-5 73,-3 3 0,5-4 0,-7 6 0,0-1 0,2 1 359,3 0 0,-3 1 458,2 4-677,-8-4 0,3 12 0,-4-4 0,4 3 401,1 2-326,-6 0-196,4 0 0,-10 2-381,3 3 37,-4-4 163,-1 6 111,0-7 0,-1 1 74,-4 4-19,-3-4 0,-6 7 0,0-4 0,-1 2 0,1 0 56,0 0 0,5 6 321,-1-3-239,1 4 0,-4 1 1,2 0-1,3 0 1,2 1 221,3-1 1,1-5 70,2 1-357,6-1 0,4 1 1,7-2-1,5-2 1,4-3-79,4-1 0,6-2-147,-3 0-73,7-7 1,-9-1-1,5-7 1,1-3 0,-4-2-725,-3-2 0,2-2 365,-9-5 421,-2 7 1,-5-3 0,-8 6-1,-2 2-215,-3 1 0,-8 8 525,-4 3-98,-10 4 0,1 7 1,-4 5-1,2 6 1,2 7 227,3 3 1,2-3 653,4-1-589,2-5 0,7 4 0,2-5 0,3 2 0,6-3 457,6-5 0,7 0-395,9-6-593,-3 0 0,5-5 1,-7-2-1,-1-3 1,-2-4-1903,-1-4 0,-7-1 452,2 0-2341,-9-7 3974,-4 5 0,-32-32 0,-18-13 0,1-1 0,0 0 0</inkml:trace>
  <inkml:trace contextRef="#ctx0" brushRef="#br0" timeOffset="168">12569 15055 8036,'-14'0'-284,"-1"0"0,8-6 1,0-2-1</inkml:trace>
  <inkml:trace contextRef="#ctx0" brushRef="#br0" timeOffset="169">13649 15340 7882,'-14'-8'5425,"6"1"-4112,2 7 0,8 0-394,2 0 0,-2 2-731,3 3 1,-2-4 0,2 4-257,4-3 1,-1-2-1,1-2 1,2-3-752,2-4 0,1 1-597,1-2 1178,-1 1 1,0-5-1,0-1 1,0 1-1,1 0 205,-1 0 272,-6 0 1,3-1 0,-5 3 1099,2 2-1007,-5 4 1,2 12 0,-8 4-1,-4 4 408,0 5 1,-3-2-173,-4 7-495,6-7 0,-3 9 0,6-7 0,2-2 1,1-1-67,2-2-1198,0 0 869,0 0 1,7-6 0,4-3-1,5-5 1,4-5-664,2-4 0,-3-4-395,5-1 1215,-7-7 0,10 1 0,-5-5 0,0 2 0,-3 1 513,-3 0 0,-6 6-156,-1 2 340,-6 0 1,5 12 0,-5-1 794,2 6 1,0 5-514,-5 7-391,0 5 1,0-3-1,0 6 1,0-3-1,0-2 853,0-3-1835,0 6-398,-7-5-1315,6 4 1364,-5-12 503,12-2 0,2-12 0,6-5 0,0-5 0,0-3-316,1 2 1,4-4 717,0 2 136,0 0 1,-5 5 0,0 2 0,0 1 0,0 3 846,1 1 0,-6 3-190,1 4-356,-7 0 1,8 6 0,-5 3 0,0 6-1,1 2 252,-4 2 1,-2 0-549,-1-5-133,7 0 1,-6 1-1,4-1 1,-2-2-1,2-1-236,5-1 1,-3-7-1246,3 2 1052,-1-4 1,6-1 0,0-1 0,3-4 0,1-6-570,-2-6 1,4-1 318,-2-5 495,0-1 1,-5-5-1,0 1 1,-1-2 0,-4-2-147,-4-1 0,1-5-24,-1 5 318,0-6 1,-5 13 0,-2 0 0,-1 3 490,-2 6-373,-6 8 6,10 2 1,-11 9 0,8 3 0,1 6 0,1 4 336,2 4 1,-5 5 882,0-5-917,1 6 0,4-7 0,0 4 0,0 0 0,0-2 793,0 1 1,0-1-329,0-1-645,0-3 1,0 10 0,0-8 0,0 1 0,0 2 238,0 3 0,0-2-133,0 1-299,0-5 1,0 7 0,0-6-1,0 0 1,0 0-382,0 0 0,0-5 77,0-4-1314,0-1 1,1-1 201,4-3 1,-2-5-1492,7-5 2184,-7-3 1,8-6 0,-6-2 699,-2-3 0,-7-19 0,-3-9 0,-1-7 0,0 0 0</inkml:trace>
  <inkml:trace contextRef="#ctx0" brushRef="#br0" timeOffset="170">14431 15197 7882,'-14'8'2255,"0"-1"-352,6-7-976,2 0-346,6 6 0,6-5 0,5 6 0,7-2 0,5-1-42,4-1 1,2-1-973,-1-2 374,7 6 1,-4-4-1,6 3 1,-1-4-1,-1-1-40,-1 0 0,0 0-928,-6 0 685,1 0 1,-6-6-1,-1-4 1,-1-1-1,-4 0-290,-1 2 1,-8-1 794,-3-4-57,3 0 0,-7 0 0,2 1 0,-4 2 0,-6 3 218,0 2 1,-3 1 29,-4 5-212,0 0 0,-1 6 0,1 4 0,0 4 0,0 5 514,0 5 0,1 1-191,3-1-88,-2 3 1,10-5 0,-3 5-1,4-2 1,1-3 83,0-2 0,0-1-376,0-4-113,6-1 0,4-5 1,7-1-1,4-1 1,-1-4-659,1-2 0,2-5-638,-4-1 1087,7-6 0,-9-2 0,5-6 0,-1 0 0,-2 0-32,1 0 0,-4-4 247,3 4 70,-3 0 0,-1 4 0,3 1 1335,1 0-730,0 6-259,-5 2 1,-5 14-1,-1 4 1,-1 6 467,-4-1 1,-2 0-432,-1 2-366,0-3 1,0 5 0,2-7 0,1 0 0,2 0-144,-2 1 0,3-6-377,-1 1 208,6-7 1,-3 5 0,8-5 0,1 2 0,4-2-709,1-2 0,-3-7 394,5-4 461,-1-2 1,4-4-1,-2-3 1,-2-5 0,-1-2-19,0-3 0,-6-1 155,-2-3-105,0 3 0,-12-10 1,2 6-1,-2-1 1,-2 2-128,0 6 0,0 5 335,0 8-113,-6 6 0,2 1 0,-5 7 0,-1 2 20,3 3 0,-6 4 716,3 10-541,-2-3 0,2 11 0,2-5 0,0 2 1,2-1 706,0 2 0,0 2 432,1 2-1047,3-7 0,-4 5 1,6-4-1,0 4 0,0 0 648,0-3 1,0 1-285,0-6-540,6 6 0,-4-3 0,3 5 1,-4-3-1,-1-3 15,0-1 1,2-3-257,2 7 79,-2-6 0,4 4 0,-6-5 0,0 2 0,0-2-319,0-1 1,0-2-576,0 1 606,7 5 0,-4-4 0,5 3 0,0-5-442,0-4 1,-4 1 186,6-7 437,-7 1 1,10-5 0,-4 0 0,2-1 0,2-4 47,1-5 0,-3-7 407,8-2-328,-3-6 0,1 3 0,-1-8 1,-3-2-1,-2-1-82,-3 1 1,-2 2 24,-6 2-128,0-7 0,-8 5 0,-6-3 0,-8 4 0,-5 6-386,-2 4 1,1 5 539,-1 4-36,-5 4 0,4 6 1,-2 0-1,5 1 0,5 4 78,2 5 1,5 2 199,6 2-127,6 1 1,-4-1 0,9-2 0,4 0-223,8-3 0,9-6-87,10 2 110,-3-4 0,11-7 0,-5-2 0,2-1 0,-2-1-425,-1-1 0,3-3 54,-5-5 435,7 3 1,-10-6 0,3 5 0,-3-2 0,-2 1 172,1 3 0,-7 0-39,-3 1 598,-3 0 0,-7 6 137,1 3-940,-7 4 251,3 1 1,-6 1-51,0 4-184,0-3-293,0 4 121,0 0 256,0-4 74,-6 4 0,-2-4 0,-6 1 0,0 3 0,-1 1 187,1-1 0,0 3-92,0-4-15,-1 6 1,1-3 0,0 5 0,1-2 0,2-2 168,2 2 0,6 2-301,-2 1-85,-3 0 0,6 1 0,-1-1 0,6-2-454,7-2 0,3-4-228,1-6 572,6 0 1,1-1 0,4-2 0,-3-4 0,0-2-34,0-7 1,-4 2 550,1-5 1,-3 3 1,-2 0 0,-2-1-1,0-1 1171,-3 6-1005,-6-2-369,3 12 0,-7-3 1,-4 10-1,-3 4 1,-1 4 205,-1 1 0,6 1-3,-6-1-459,7 0 0,-3 0 0,6 0 1,0 1-1,1-1-483,4 0 1,3-6 254,6-3 1,2-4 128,3-1 1,-2 0 0,7-1 0,1-4-814,2-5 873,1-9 0,1 2 0,-1-5 99,1 1 1,-6 3 154,1 3 1,-6-2 0,0 1-1,-2 5 617,-2 3-491,1-3 0,-6 10 0,1-4 516,1 3-422,1 9-266,-4-6 0,0 10 0,-3-6-169,4-2 0,-1-1-293,2-2 248,-7 0 1,5 0 0,-5-2-132,2-3 433,-1-3-104,-4 1 0,-1 0 0,-4 7 0,-4 0 0,-4 0 84,-1 0 1,0 5 189,-1 0-127,1 6 0,0-3 1,0 6-1,-1 0-6,1 0 0,6 1-21,4-1-155,2-6 0,4 4 0,2-4 0,7 0-442,7-3 0,-1-4 81,7-1 53,0 0 1,2-1-1,0-4 1,-4-4 0,0-4-229,0-1 1,-6 4 574,-2 1-69,0-1 1,-7-4 147,2 0 1,-4 6 366,-10 3-187,4 10 0,-11-2 0,8 7 0,1 1 481,1 1 1,2 3 94,0-1-917,0-6 1,6-2 0,5-6 0,5 0 0,5 0-1495,1 0 0,-3 0 317,4 0 1239,-5 0 0,2-19 0,-5-5 0</inkml:trace>
  <inkml:trace contextRef="#ctx0" brushRef="#br0" timeOffset="171">8958 15510 8138,'-8'-1'2307,"1"-3"346,1 0 0,4-3-1479,-2 3 1,2 0-761,2-5 0,0-1 0,0-4-218,0 0 1,0-5-117,0 0 0,0-6 1,0 1-1,0-3-38,0-1 0,0-7 132,0-3-256,0-3 1,-1-2 0,-3 1 0,0-1 0,-1 2-147,-1 3 1,4 3 173,-3 7 269,4 0 1,1 5 818,0 5-1040,0 8 63,0 10 0,0 8 0,0 6 0,0 2 0,-2 1 397,-3 2 0,2 5 256,-6-5-482,6 0 0,-8-5 1,4 0-1,1 1-368,0-1 92,-5-6-45,9 4 0,-4-12 0,7 0-838,4-8 1,3-6 91,6-5 535,0 3 1,1-10-1,-1 3 1,0 0-1,0 1 187,0 1 0,-1 2 170,-3 5 36,2 0 0,-9 6 1,7 3-1,1 5 468,1 5 1,1 3 80,-3 6-464,2 6 0,-5-4 1,4 5-1,-2-2 0,2 0-467,2-2 1,-4-1-2087,1-2 863,-1-6 1,5 3 0,1-5 1515,-1 2 0,-19-17 0,-4-1 0</inkml:trace>
  <inkml:trace contextRef="#ctx0" brushRef="#br0" timeOffset="172">8915 14956 8008,'-10'-5'0,"1"0"0,6-6 0,-8 3 1152,6-6 0,-4 5 539,4-1 0,-1 7-304,1-2 1,-2 5-1107,-2 5 0,-4 3 1,5 6-1,-1 0 98,-1 0 1,1 1-140,-5-1-292,0 0 1,4 0-1,2 1 1,0-3-1012,0-2-99,5 2 696,-3-10 1,6 3 0,1-10 0,4-3-350,5 0 1,4-9 441,5 2 337,-3-2 1,9 3 0,-5 0-1,1 1 1,0 2 438,-4 2 0,-1 4 269,-2-5-550,0 7 0,0-3 1,1 6-290,-1 0-2248,0 0 1578,0 0 0,-4 0 837,-1 0 0,-12 0 0,1 0 0</inkml:trace>
  <inkml:trace contextRef="#ctx0" brushRef="#br0" timeOffset="173">17545 14927 8103,'0'-14'373,"0"0"0,0 0 1653,0-1-1001,0 1 0,0 0 0,-1 1 1472,-4 4-2333,-3 3 1,-8 13 0,-1 6 0,-2 6 0,0 3 519,-2 3-555,5 9 0,-6-3 0,5 7 0,-2 2 0,3 1 442,5 1 1,0 1-310,6 0 1,1 4-1,5-1 1,4-4 234,4-2 0,4-9 72,1 3-411,1 2 0,3-12 0,3-1 0,0-5 0,1-6 139,0-2 0,-5-4 58,2-6-508,-3 0 1,-2-1-2154,0-4 1378,-6-3-601,-1-6 0,-9 4 0,-3 2 0,-4 2 1529,-4 3 0,-20 20 0,-5 7 0</inkml:trace>
  <inkml:trace contextRef="#ctx0" brushRef="#br0" timeOffset="174">18014 15254 7967,'-12'-1'62,"1"-3"0,1 0 508,-1 1 0,5-1 295,1 0-490,3 2 1,4-4 4,3 6 0,-2 0-127,6 0 0,-4-5 0,5-1-161,1-2 1,-3 0-199,1-2 80,1-2 1,4 4 0,0-8 0,0-1-1,0-4-138,1-1 0,-1 3-60,0-5 137,0 1 0,-4-6 0,-2 1 0,0 1 0,-2 2 9,0 1 0,-1 7 332,-5-2-64,0 3 1,-2 8-1,-2 3 1,-6 4 402,-3 1 0,-1 6-58,0 4-356,0 8 1,1-2-1,2 5 1,3-1 0,0 2 819,0 1 1,5 2-114,-1-6-631,2 6 1,0-9-1,-1 4 1,-2-1 0,2 2 341,2 1 0,1-5-68,0 2-404,6 3 1,-4-6-1,2 5 1,0-2 0,-1 0 222,1-2 0,1 0-89,-5 2-179,0-3 0,0 5 0,0-7 0,0 0-609,0 0 386,0-6-89,0-1 1,-5-9-819,1-3 0,1-3 166,7-6 635,-2-6 1,11 2 0,-4-4 0,4 0 0,1 1-538,0 1 1,0 1 854,0 5-61,1 0 1,-6 1 0,1 3 0,1 4 443,1 0 0,1 6 816,-4 0-1031,4 6 0,-10 8 1,5 1-1,-2 0 1,-2 3 571,-3 1 1,-1 1 52,0-1-851,0-3 0,0 5 0,0-7 0,2-2-955,3-2 1,-2 1 546,6-6 1,-4-1-254,4-4 0,1 0 0,4-1 0,0-4-224,1-4 1,-1-4 667,0-1 176,0-7 1,-1 5 0,-2-3 0,-2 4 182,2 0 1,-4 6 1013,-3-1-92,-2 7-459,-2-3 1,0 17 0,0 3 380,0 2-488,6 0-493,2-2 0,2-1 0,-1-2 1,2-3-1,2-2-328,1-3 0,0-1 95,1-2 17,-1 0 0,0-2 0,0-3 0,0-4 0,1-4-307,-1-1 1,-1 0 271,-4 0 164,-3-7 0,-6 1 1,-1-4-1,-4 5 0,-4 3-394,-4 2 399,-8 0 1,4 1-1,-7 4-55,-1 4 1,3 3 69,-2 2 1,5 5 0,-3 1-1,2 2 45,2 3-44,9 2 1,-2 1 0,6 0 0,2 1 0,3-3-1,5-2-280,4-6 0,10 3-82,5-3 286,3 1 0,1-5 0,0-1 0,1-3 1,1-2-24,3-2 1,-3 0 259,3-1 0,-3-2 0,-1 6 0,-1 0 70,1-1 0,-7 4 996,-3-2-854,-10 2 0,4 7 1,-5 1-1,-1 2 1,-2 3 576,-3 2 1,-2 1-314,0 0-406,0 0 1,0 1-1,-2-3 1,-1-1-1,-3-1 170,-2 1 1,3-3-337,-4 1-162,5-6 1,-3 5 0,2-5-1408,-5 2 997,4 0-7,0-5 0,6-2 1,1-2-513,4-6 0,3-7 420,6-2 664,7 0 1,-6-2-1,6-2 1,-2-4-1,2-3-268,1-3 1,-5 1 194,2-6 66,-3 7 0,-2-3 1,-1 9-1,-4 3 438,-4 1 17,-4 9-330,-7 5 1,3 15-1,-7 5 1,-1 6 0,-1 3 611,-2 3 0,1 7-224,3 1-25,-2 7 0,10-10 1,-4 3-1,1-3 1,0-2 604,2 1 0,6-2-506,2-4-721,6-2 0,-1-9 0,7-2 0,2-5 0,0-4-901,2-1 1,-6 0-2214,4 0 2487,-3-6 1,-2-2 0,1-6-1,-1 0 1,0-2-2006,0-3 2765,-6-3 0,-8-32 0,-8-6 0</inkml:trace>
  <inkml:trace contextRef="#ctx0" brushRef="#br0" timeOffset="175">18981 15126 7967,'-5'10'0,"1"-1"0,-7-6 996,1 2 0,2 1 1121,-1-1-972,6 0 1,-2-5 0,10 0 634,4 0-1712,4-6 1,7 2 0,4-3-1027,3 0 1,-4-2-1,1 2 1,0 1-2692,-2 0 3649,5 1 0,20-1 0,13-2 0</inkml:trace>
  <inkml:trace contextRef="#ctx0" brushRef="#br0" timeOffset="176">19465 15112 8222,'0'-9'1352,"0"-1"344,0-1-1444,0 5 0,4-7 1,3 5-1,-1-1 0,2 1 1,-2 0-1,2 2 0,0-2 1,3 1 598,2 1 1,1 0 0,0 3-570,0-2 1,0 0 0,-1 7-1,-2 2 95,-1 6 1,-6 3-174,6 1 0,-7 6 0,0 2 0,-6 2 225,-6 0 1,-4 4 41,-1 5-354,-7 1 0,4-6 0,-5-1 0,1-2 1,4-3 77,1-1 1,3-2-725,4-5 414,3 0 0,6-4 0,1-2 0,4-2-154,4-3 1,9-1 84,1-2 107,6-7 1,-3 1 0,5-5-1,-2 1 1,-3 1-867,-1 1 0,-1-3 172,-1 6-552,-9-6 0,7 8 0,-10-5 1323,0 2 0,-22 1 0,-3 5 0</inkml:trace>
  <inkml:trace contextRef="#ctx0" brushRef="#br0" timeOffset="177">19877 15069 8084,'0'-15'0,"0"-4"0,-5 3 826,0-3 0,1-2 231,4 2 1,0 0 1222,0 5-1648,6 6 0,0 4 0,5 8 0,-3 6 734,-1 2 1,2 9-204,-4 3-846,-1 9 1,-4-3 0,0 5-1,0-2 1,0 2 579,0 1 1,-4-5-627,-1 3-249,0-4 1,4-7 0,-2-1 0,-2-1-1,0-4-1504,-1-1 1132,4-2-23,-4-6 1,6-3-1,0-11-789,0-9 0,1 0 265,4-9 611,3 0 0,2 1 0,-1 0 0,2 1 0,0 2-34,-1-1 1,1 2 253,-7 5 225,7 6 0,-7-3 0,5 6 1,2 2 318,2 2 0,-4 2-39,1 4-252,-7 3 0,8 6 0,-6 0 0,-1 1 1,1-1 350,0 0 1,0 0-708,-5 0-27,6-6 1,-4 5-1,4-5 1,-1 1-1,1-1-1075,2-1 1,-3-3 575,4-4 392,-6 0 1,10 0 0,-4 0-1,4-1 45,1-4 0,-1 2 230,-4-7 335,4 7 1,-10-8 0,5 5-1,0-1 1036,0 1 0,-5 0-631,2 1 215,-4 4-247,-1-6-1314,0 7 274,0 0 0,7 0 0,2 0-951,4 0 573,1 0 505,0 0 1,-4 0-1,-1 0 31,2 0 225,-5 0 1061,7 0 187,-11 0-770,4-6-494,-6-2 0,0-1 0,0-1 1,0-1-82,0-2 1,0-1-130,0 0 87,0 6 0,0-5 1,0 4-116,0-4 329,-6-1 46,4 6 0,-4 0 0,4 5 53,-3-2 1,2 1-144,-6 4-43,6 0 0,-10 0 0,5 1 0,-1 4 0,-1 4 41,-1 4 1,0 1-21,2 0 48,-4 1 0,7 0 0,-5 3 1,3 1-1,1-2 356,4-1 1,2-2 69,1 0-445,0 1 0,0-1 1,1-1-1,2-2 0,4-4 118,1 0 0,6-2-191,5-5-22,0 0 1,0-2 0,0-3 0,0-4 0,0-5-322,0-5 0,4 1-244,-4-6 422,0 7 1,-9-10 0,-3 4 0,1-3 0,-1 1-22,-1 1 1,-1 7 90,-5-2 30,-7 10 0,0-3 1,-9 8-1,-3 1 0,-5 3 30,-3 4 0,4 4-77,-1 6 238,0 1 1,-3-1 0,4 2-1,5 1 1,6 2 273,2-2 1,7-1-54,-2-2-324,4 1 0,2-1 0,4-2 0,6-2 0,6-5 1,6-4-265,5-1 35,-6 0 0,5-1 0,-3-4 0,2-3 0,1-1-331,-3-1 0,1 1 134,-6-6 464,7 1 1,-6 0-1,5 1 1,-3 2 0,-1 2 368,-4-2 0,4 4-207,-2 3 25,0 2 1,-5 2-1,0 0 1,0 2 473,1 2 1,-7 4-50,-4 6-439,-2 1 0,-2-1 0,0 0 1,0 0-1,-2 1 234,-2-1 1,-4 0-571,-7 0-29,1 0 0,0-1 1,-2-2-1,-1-3 0,-2 0-712,2 0 0,2-3 434,6 4-1658,-4-6 45,5 4 1417,0-7 642,8 0 0,8 0 0,8-2 0,1-3 0,4-3 276,1 0 0,2-6-180,4 0-70,-6 0 0,5-8 1,-5 3-1,2-5 1,0-3-155,1-1 0,-4-5-370,-2-1 319,-4 1 0,-5 6 0,-2 2 0,-2 3-80,-3 1 601,-1 9-292,-9 5 1,4 14-1,-6 2 1,-2 4-1,-2 3 873,-1 3 1,4 3-53,1 6-408,6 1 0,-8-6 0,6 1 0,2 0 1,1-1 563,2 1 0,0-7-585,0 2-689,7-3 0,-4-2 0,6-1 0,2-3 1,3-6-150,5-2 0,-3-2-3015,3 0 2420,-3 0 0,-2-2 0,0-2 0,-1-6 0,-2-3 966,-1-1 0,-20-20 0,-9-9 0,3-4 0,-1 1 0</inkml:trace>
  <inkml:trace contextRef="#ctx0" brushRef="#br0" timeOffset="178">20829 15069 8084,'-14'8'283,"0"-3"253,0-3 0,4-2 1040,1 0 1,7 0-1131,2 0 0,11-2 1,10-1-1,1-2-1001,3 2 1,-3 1 113,2 2 441,-7 0 0,23 0 0,-2 0 0</inkml:trace>
  <inkml:trace contextRef="#ctx0" brushRef="#br0" timeOffset="179">21597 15041 10106,'8'0'5374,"-3"-5"-4107,-10 0 1,-3 2 0,-6 8-1,0 5-542,0 2 1,-2 2-774,-3 1 0,8 4 1,-3 0-1,1-1 0,2 1 1,1 0-1035,6-1 778,2-2 0,4-2 0,2-2 0,6-1 0,2-3-2915,3-1 2923,5-3 1,-2-4-1,4 0 1,0-1-1,-2-2 129,1-2 0,-2-5 1142,-5 6-605,-6-1 0,5 0 0,-6-1 1582,1-2-994,-1 5-450,-7-3 0,0 12 1,0 3 790,0 4-945,0 1-464,6 0 1,2-4-1,6-2 1,2-2-358,3-3 0,-6-1 226,5-2-119,-5-6 1,8 2-1,-7-7 1,-1-3-1,-2-3-226,-2-1 1,-6-4 665,2-1-79,-3 2 1,-2-4 0,-2 6 0,-4 1 0,-7 4 105,-4 5 1,-9-2-51,3 6-8,-4 0 0,0 10 0,2 1 0,3 2 0,1 3 1,4 2 0,2 1-14,6 0-260,3 0 0,2 5 0,4 0 0,7-3-531,4-5 1,9-4 227,4-7 312,3 0 0,6 0 1,2 0-1,0-2 0,1-3-133,0-4 1,1-4 1098,1-1-527,-4 6 0,-7-3 1,-2 6-1,-4 0 0,-4 1 741,-4-1 1,-8 2 488,-1 8-1056,-2-4 1,-2 13 0,-2-1 0,-1 4 0,-3 2 541,-2 2 1,0-4-176,-1 7-612,-4-7 1,10 4 0,-5-7 0,0 0-927,0 1 496,5-8-409,-3 0 1,6-4-371,0-3 1,0-3 236,0-11 560,0-1 0,6 1 0,4-2 1,1-3-1,0-3-32,-2 0 1,1-3 780,4 6-357,0 0 1,2 5 0,0-1 0,1 1 0,-1 2 466,1 2 1,-4 4-40,-4 6-288,1 0 1,-1 1 0,-1 4 0,-2 5 0,-1 4 563,2 5 0,-6-3-660,4 3 1,-4 1 0,-1-1 0,2-2-239,3-1 1,-4-2 443,4 1-672,-3-1 1,2-5-1,3-1 1,1-1-4539,3-4 3628,8-2 1004,3-7 1,0-2 0,-2-6 0,-1 0 0,0-2 69,-1-3 1,-3 2 107,0-7 63,-1 6 1,-5-1-1,-1 8 1,0 4-1,-1-1 1212,-1 0-770,-1 5-203,-5-4 0,0 9 1,-2 3-1,-1 6 0,-2 4 573,2 4 0,-3 2 462,1-2-1079,0-3 1,0 4-1,1-6 1,0 1-1,1-3-49,-1-2-1220,2 2-554,-4-4-119,6 0 1077,0-1 442,6-7 0,-3-7 0,7-4 0,1-5 0,1-3-69,3 2 1,-1-4 215,0 3 169,0-1 0,0 4 0,1 3 1,-1 1-1,-1 1 378,-4-1 1,4 5-287,-4 1 9,-3 3 0,7 4 1,-5 3 386,0 4 0,3 5 239,-6 5-702,-1-3 0,-4 5 0,0-7 0,2-1 0,1-2-500,2-2 1,1-1-688,-1 2 691,-3 2 1,10-10 0,-2 4 0,2-1-659,2 0 0,1-2 419,-1-8 376,0 3 1,0-10 0,1 1-1,-1-5 1,-2-3 36,-2 2 0,1-4 95,-6 2 186,6 0 0,-10 5 1,4 0-1,-5-1 179,-5 1 0,-3 6-121,-6 4-107,0 2 1,0 4 0,0 2 0,-1 4 0,3 2 65,2-1 0,-1 1 159,6 4-348,1 0 0,4 0 0,0 1 1,1-1-304,4 0 0,3-5-378,6 1 506,7-7 0,-1 3 1,5-6-1,-1 0 1,1 0-264,2 0 0,0-6 176,-3-3 347,3-4 1,-7 4-1,6-1 1,-4-1-1,-2 0 557,-2 1 1,-4 3-325,-5 2 131,4 3 0,-10-4 0,7 6 689,1 0-756,-5 6-35,0 2 1,-6 2 64,0-1-694,0 1 176,0-3-383,0 0 207,0-7 121,-6 0 0,-2 0 0,-6 0 149,0 0 0,-1 0-80,1 0 256,0 0 1,4 1-1,1 4 1,-1 5 166,3 2 1,0-2-68,7-1-227,0-6 0,2 10 0,3-5 0,4 0-271,4-3 0,6-4 32,0-1 125,0 0 0,1 0 0,2-1 0,2-6 0,0-5-245,1-6 0,2-6-88,1 6 425,-6-8 1,4-1-1,-7-7 1,-1-3-1,0-1 190,-4 2 0,-3 3 141,-11 9-77,0 4 0,-1 7 1,-4 5 122,-5 8 0,-2 13 177,-3 10-176,1 4 1,0 2 0,1-1 0,4 1 0,3-1 1160,-1 0 0,6-1-1986,-4-3 326,3 3 1,2-11 0,0 3-1185,0-4-482,0-7 1317,0-1 1,-1-9 0,-2-4 0,-2-7-642,2-4 0,1-7 464,2 5 657,0-6 0,0 7 1,0-4-1,2 2 1,1 2 8,2 3 0,6 5-9,-2 1 384,4 6 1,6-4 0,1 7 0,2 0 0,4 0 665,1 0 1,1 0-407,0 0-524,-5 0 0,2 5 0,-6 1 0,-2 1 0,-1-1 22,-2-3 0,-6 5 22,5 0 1,-12 1 0,4 1 0,-3 1 890,-2 1 260,0 9-1057,0 1 0,0-4 0,0-4 1,0-2-1,0 1-281,0 1 0,1-1-16,4-4-172,3 4 1,6-10 0,0 5 0,1-2 0,-1-2-498,0-3 0,0-1 252,0 0 264,1-6 1,-1-1 0,0-4 0,0 2 0,0-2-27,1-2 0,-6-1 638,1 0-181,-7 0 0,3 4 0,-4 2 1,1 0 1455,2 0-1193,-1 5-298,-4-3 0,0 7 1,0 4-1,0 5 321,0 2 0,5-2-66,0-1-476,6 1 1,-8-1 0,7 1 0,1-1-400,1-1 0,4-2 185,3-6-47,-3 0 1,9 0 0,-4-1 0,-1-4 0,2-4-291,0-4 0,-4-1 221,1 0 275,-4-7 0,0 5 1,-3-3-1,-2 3 0,-5 2 36,-4 0 1,-1 5 572,0-1-199,0 7 0,2-3-158,2 6 1,0 0-110,5 0-118,-6 0 0,10 0 1,-4 0-1,4 0-246,1 0 0,0 0 122,1 0 66,-1 0 0,2 0 0,1 0 0,2 0 0,0 0 17,1 0 0,-4-7-59,3-2 214,3 3 1,-6-7-1,3 3 1,-3-4-1,-2-3 107,0-2 0,-1 0 74,-4 5-182,-2-1 1,-7 1 0,0 0 0,-2 1 44,-3 4 0,-2 3-79,-8 6 149,1 0 1,1 6-1,2 3 1,2 6 0,-1 2 830,3 2 0,0 6-349,7-1-161,-6-4 1,4 6 0,-2-6 0,2 1 0,4 1 101,2 0 1,0-5-222,5 2-1087,-6-9 1,8 2-1,-4-4-2045,0 0 1866,-3-1 536,2-7 0,-1-2 1,-1-3-1,0-4 0,-3-4-678,-1-1 0,0 0 443,0-1 546,0 1 1,0 0-1,0 0 1,0 0 1172,0-1-892,0 8-30,6-6 1,2 11 0,7-2 0,0 2-1,3 2 489,1 0 1,6 0-105,-1 0-778,-4 0 1,5 0-1,-6 0 1,-1 0 0,-2-2-548,-2-2 1,0 2 425,0-3 60,-6 4 0,3-6 553,-6-2 60,0 3 531,-5-1 719,0 7 1198,0 0-2262,0 7-177,0 1-246,0 6 1,0 0-1,0 0 1,0 0 110,0 1 1,0-1 107,0 0-140,0 0 1,0 0 0,0 1 0,0-1 0,0 0 151,0 0 0,0-4-489,0-1 112,0 1 0,0 4-93,0 0 100,0-6-106,0-2 0,-2-6 0,-1-1-555,-2-4 0,0-4 258,5-10 147,0 3 0,-1-5 0,-2 7 0,-2 0 0,2 0-337,1-1 1,2 1 38,0 0 428,0 0 0,-4 4 0,-1 1 1,2-2-566,1-2 368,2 5 6,0-4 0,2 10 0,2-3 0,6 4-181,2 1 0,3 0-535,-1 0 720,0 0 1,0 0 0,1 0 0,-1 0 0,0 0-1337,0 0 1680,-6 0 0,30-32 0,2-7 0</inkml:trace>
  <inkml:trace contextRef="#ctx0" brushRef="#br0" timeOffset="180">25621 14686 8094,'0'-23'0,"0"-2"1449,0 6 0,0 0 2255,0 5-3120,0 6 0,0 3 1,0 10-1,1 6 615,4 7 0,-2 4 712,7 6-1404,-1 7 1,1-4-1,-1 7 1,2 2 0,0 1 533,-1 2 1,1-1-746,-6 1 1,-1 0-2,-4-1 0,0 6 0,-3 1 0,-6 0 155,-10-1 1,-13 1-417,-6-1-34,-9 2 0,-4-1 0,-6-4 0,1-8 0,-1-2 0,0-3 0,-3-4 0,3-4 0,3-4 0,13-7 0,3-3 0,5-4 0,5-1-305,4-1-106,10 1 382,7-5 0,7-6 0,0-4-936,0-2 1,0-3 47,0 1-231,0 0 1,7 0-1,2 0 1,2-1-1,0 1 1148,-1 0 0,-13-32 0,1-8 0</inkml:trace>
  <inkml:trace contextRef="#ctx0" brushRef="#br0" timeOffset="181">10507 14288 22189,'-8'-10'-3270,"4"1"1,2 4 1487,2-5 1597,0 7 0,0-5 176,0 4 20,0 2-970,0-4 1125,6 6 1,28 12 0,11 4 0</inkml:trace>
  <inkml:trace contextRef="#ctx0" brushRef="#br0" timeOffset="182">10834 14288 22189,'15'0'2771,"-1"-7"-978,-6-1 0,3-1-2070,-7-1 1,1 6 0,-3-4-1009,3 1 1,-2 1 3960,6 1-2872,-6 4 1,23 7 0,-3 10-1</inkml:trace>
  <inkml:trace contextRef="#ctx0" brushRef="#br0" timeOffset="183">11375 14288 8401,'14'0'0,"-5"-5"0,1 0 490,-7-6 0,5 8 1,-5-7-1,3 1 63,2 1 0,-5 0-1637,2 3 1,3 4 1083,2-4 0,2 10 0,2 3 0</inkml:trace>
  <inkml:trace contextRef="#ctx0" brushRef="#br0" timeOffset="184">11972 14216 8322,'1'-12'977,"4"2"0,-3 2-571,2 4-785,4 2 1,0-9 0,6 6 0,1 2 378,-1 2 0,44 1 0,12 0 0</inkml:trace>
  <inkml:trace contextRef="#ctx0" brushRef="#br0" timeOffset="185">12540 14145 8322,'8'-8'1069,"0"-3"-585,-3 7 0,-3-3-312,2 3 1,4 2 0,2-4-638,2-1 1,-2 6-579,-1-4 1,1 3 1042,4 2 0,51 7 0,12 1 0</inkml:trace>
  <inkml:trace contextRef="#ctx0" brushRef="#br0" timeOffset="186">12939 14117 8265,'6'-8'-770,"-3"2"308,7 6 888,-7 0 1,5-5 0,-4 0-101,6 2 0,2-3-464,3 1 1,-6 0 31,1 5 0,-1 0 0,7 0 106,3 0 0,35-6 0,14-2 0</inkml:trace>
  <inkml:trace contextRef="#ctx0" brushRef="#br0" timeOffset="187">13536 14032 8265,'8'0'2416,"4"-7"-1554,-10 6-519,10-12-254,-10 11 1,9-5 0,-5 3-1,2 0-182,3 1-680,2-5-263,1 6 0,0-4-842,1 6 1068,-1 0 447,-6 0 363,-2 0 0,-25 19 0,-5 4 0</inkml:trace>
  <inkml:trace contextRef="#ctx0" brushRef="#br0" timeOffset="188">14303 13776 14518,'-9'-13'-823,"1"2"1798,2 2 1,1 4 243,5-5-1187,0 7 1,0-2 358,0 10 0,0 3-259,0 6 1,0 0 0,0 2 0,0 2 101,0 1 1,0 6-155,0-1 44,0 2 1,0 3-1,0-2 1,2-2-1,1-1 13,2 1 0,-1 0-64,-4-1-86,0-4 1,0-1 0,0 0 0,0-1-1,0-2-316,0-2 0,0-5 380,0 1-67,0-1 1,0 1-1,0-1 1,0 2 52,0 2 1,0-4-135,0 1 107,0-1 1,0 1-226,0-1-235,0 1-130,0-2 28,0-2-3,0-6-581,0 0 1,0-6-2846,0-4 4010,0 4 1,13-57 0,3-8 0</inkml:trace>
  <inkml:trace contextRef="#ctx0" brushRef="#br0" timeOffset="189">14346 13747 22510,'-8'-6'-1584,"0"4"1,5-4 0,-3 1 1901,-2 1 0,3-1 0,-3 3 887,2-2 0,0 2 1215,1-3-2250,3 4 0,-4-1-334,6-3 1,2 4 2031,2-4-1707,4 3 0,11 1 0,2-2 0,1-2 0,3 2 800,2 1 0,1 1 524,1-4-1249,-1 3 1,1-4 0,-1 6 0,1 0 0,-1 0 164,0 0 1,3 0 621,2 0-999,-3 0 0,9 0 0,-2 0 0,0 0 0,6 0-24,1 0 0,-3-5 0,7 1 0,-4-1 0,-1 5 0,-1 0 0,-1 0 0,-1 0-145,-2 0 1,-5 0-535,5 0 1,-5-5 0,3 0 0,1 2-596,-1 2 0,-3 1 48,5 0 0,-1-5 625,0 0 1,-2 0 0,-6 5 0,1 0-555,3 0 0,-8 0-1236,4 0 1983,-4-6 0,3 4 0,2-2 0,2 2 0,3 2 95,1 0 0,-3-1 99,5-4 178,-6 3 1,7-4 0,-4 6 0,0 0 0,1 0-220,0 0 1,-3 0 86,5 0 134,-6 0 0,3 0 1,-7 0-1,1 0 1,1 0-90,3 0 1,-3 0 342,3 0-233,-3 0 1,-6-2-1,-1-1 1,1-2-1,-2 2 89,-3 2 1,-1 1-16,0 0-89,-2 0 1,10-2 0,-6-1-1,1-2 1,1 2-68,0 1 1,-3 2 70,5 0 13,-7 0 1,3 0-1,-5 0 1,-1 0-7,0 0 0,-4 0-26,-1 0 88,-6 0 1,5 0-24,-3 0 175,-4 0 30,6 0 483,-7 0-363,0 0-502,0 7 248,0-6-11,0 6 1,0-6 0,0 4 78,0 4 0,4-1-125,1 2 0,0-5 174,-5 4 0,2 1 1,1 4 46,1 0 1,1 0-125,-5 0 0,0 2-58,0 3 0,0-3 0,0 4 0,0-1 160,0 0-220,0 7 0,0-9 0,0 5 61,0-1 1,0 4-147,0-1 1,0-2-1,0 1 1,0 1-138,0-2 186,0 5 0,0-9 0,2 4 0,1-2 0,2-1-84,-2 2 0,0-6 81,2 4-60,-4-9 0,6 3-234,-7-4 272,0 4-270,0-5 161,0-2 257,0-6-116,0 0 1,-7 0 94,-2 0 1,1 0 25,-2 0-146,1 0 0,-5 0 0,0 0 0,-1 0 0,1 0-124,0 0 0,-5 0 137,0 0 13,-6 6 0,3-4 0,-7 2 1,1-2-1,-1 0 12,1 2 1,-7-2-64,-3 3 92,3-4 0,-4 1 0,4 1 1,0 2-1,-1-2 84,0-1 1,4-1-88,-1 4-21,3-4 0,3 6 0,2-7 1,3 1-1,1 2-1,4 2 1,-4 0-253,2-5 229,-6 0 0,3 0 1,-5 2-1,0 1 1,0 1-86,-3 0 1,-3-3 57,0-1 60,-3 6 0,-7-4 0,0 3 0,1-4 0,-1-1 120,0 0 1,7 2-28,3 3-61,-3-4 1,5 6-1,-2-7 1,3 0-1,2 0 90,-1 0 1,3 0-46,2 0-29,-3 0 0,5 0 1,-7 0-1,1 0 0,0 0 36,-1 0 0,-1 0-259,-3 0 180,3 0 1,-5 0 0,7 0-1,-1 0 1,-1 0 5,-3 0 1,3 0-16,-3 0-12,-3 0 1,4 0-1,-6 0 1,-1 0 0,-1 0-29,2 0 1,-1 0 44,6 0-10,-7 0 0,5 0 1,-4 0-1,2 0 0,4 0 42,6 0 0,-1 0-37,4 0 91,-3 0 0,1 0 1,2 0-1,3 0 1,2 0 82,0 0 1,0 0 234,5 0-338,0 0 0,0 0 0,0 0 77,-1 0 0,6 0-207,-1 0-244,7 0-336,-3 0 307,6 0-363,0 0 1,6 0 0,4 0-1407,2 0 0,3 0 1259,-1 0 1,5 1 832,0 4 0,25-4 0,2 6 0</inkml:trace>
  <inkml:trace contextRef="#ctx0" brushRef="#br0" timeOffset="190">14588 13918 8249,'0'-10'439,"-2"2"1,-1 1 2410,-2-1-2322,1 5 1,4-2-1,0 10 1,0 4-52,0 4 1,0 1 0,0 2 0,0 3-105,0 4 0,0-1-90,0 2 0,0-2-355,0 2 1,4-2 0,1-5-1,-2 2-780,-1-1 568,-2-2 0,1-2 1,3 0-2815,0 0 1906,1-6 453,-5-2 1,-2-6 0,-2-1-1,-4-4-308,0-4 1,-3-6 1046,6-4-8,0 4 0,5-12 1,0 5-1,0-2 1,0 0 7,0-1 0,2-2 1293,3-1-888,3 6 1,1-4 0,1 7 0,1 2 0,0 1 1337,-2 2 1,4 1-1050,-4 4 0,-2 1-401,-3 3 0,4 4 1,0-2 234,0 6-181,-2 5-258,-6 12 0,0-4 1,0 3-1,-1-3 1,-2-2-204,-2 0 1,-6 2-53,1 3-185,4-3 1,-7 4-1,4-7 1,-2-2 0,0-2-1141,1 2 1,2-3 15,-1 2 821,-4-7 0,5 8 654,-6-6 0,13-19 0,2-10 0</inkml:trace>
  <inkml:trace contextRef="#ctx0" brushRef="#br0" timeOffset="191">14787 13946 8249,'0'-14'2399,"0"0"-1099,0 0-782,0-1 1,6 6-249,4-1 0,2 7 0,3-1 0,-1 2 26,0 2 0,-5 0 0,1 2-26,1 2 0,0 4-232,-1 6 0,-4 1 0,-6 0 0,0 3 36,0 1 1,-6 1-247,-4-1 167,-3-3 0,4 6 1,-1-6-1,-1 0 1,0-4 107,2 1 0,3 0 37,6 1-58,0-6 1,1 3 0,5-6 0,9-2 0,7-2 852,5-1-908,7 0 1,-4-1 0,4-4 0,-6-3 0,-4-1-99,-5-1 1,-4 7-265,0-2 0,-6-1-2462,1 1 1552,-14 0 343,3 5 1,-13 2 901,-1 3 0,-18 15 0,-5 10 0</inkml:trace>
  <inkml:trace contextRef="#ctx0" brushRef="#br0" timeOffset="192">15171 13975 8140,'0'-14'0,"0"-1"529,0 1 1,0 5-29,0-1 1,0 1-1,1-6 236,4 1 1,5 2-537,9 2 1,-4-1 0,6 6-1,-2 2-17,0 2 1,0 1-1,-5 0 568,0 0-859,-6 0 134,-2 0 0,-6 6 0,0 3 0,-1 2 425,-4-1 0,2 1-39,-7-6-270,1 6 0,-5-10 0,0 6-10,-1-1-160,1-4 32,0 4 1,4-5-443,1 4 194,-1-3 157,3 4 524,0-6 0,7 2 519,0 2-648,0-2 1,-1 11 0,-3-4-1,0 4 371,1 1 0,1 0-109,2 0-448,0 1 1,0 4-1,0 0 1,0-2-1,0 0 127,0 2 0,0-3-298,0 3-110,6-3 1,-4-2 8,3 0 1,-4-4 141,-1-1 258,0-6 1,0 2-1,0-10 1,0-4-718,0-4 0,0-3 116,0-3-229,0-3 1,0-6 0,0-2 0,0-3 0,0-4-770,0 1 0,5 1 653,0 7 547,6-1 0,-3 3 0,6 2 0,0 7 0,2 4 17,3 3 0,-3 7 89,3-1 88,-4 2 0,-5 8 0,-2 4 0,-2 2 0,-3 3 458,-1-1 0,-2 2-126,0 3-354,0-4 0,-7 6 0,-2-7 0,-4 0 1,-1 1-370,0-1 0,-2-2-1401,-3-2 1288,3 2 0,-4-5 0,7 4 458,4-2 0,2-5 0,7 2 0</inkml:trace>
  <inkml:trace contextRef="#ctx0" brushRef="#br0" timeOffset="193">15697 14017 8140,'-6'-14'2144,"-4"0"-800,4 0 1,-7 6 440,4 3-1403,2 4 0,-5 1 0,2 1 0,-1 4 1,0 4-1,2 4 821,-2 1 0,3 0-1179,-2 1 1,7-1-1,-3 2 1,1 1-772,0 2 464,0 0 1,7-5-1,3-1 1,4-2-690,4-2 0,3-6-482,3 2 1086,-4-3 1,11-2-1,-7 0 1,-2-2 0,0-3 38,2-4 0,-3-4 208,3-1 189,-3 0 0,-3 4 0,-4 1 0,-3-1 0,-1 1 1705,0 0-1045,0 5-129,-5-2 1,0 8 326,0 2 0,-5 4-231,0 6-561,0 1 0,5-1 1,0 0-1,0 0-431,0 1 1,2-3-735,3-2 769,3 2 1,6-10 0,0 3 0,2-4-1,1-1-563,2 0 0,0-6 327,-5-4 364,1-2 0,-1-2 0,0-2 0,-1-3 1,-4-3 150,-4 0 1,-4 1 65,-1 7 47,0 0 0,-6-1 0,-5 3 1,-5 2-1,-4 6 395,-2 2 1,4 2-27,-1 0-456,3 6 1,2-3 0,2 7-1,1-1 1,3 1 19,1-1 0,3-4-728,4 5 463,0-7 1,6 5 0,3-5 0,6 2 0,2-2-404,2-2 0,5-1 347,-5 0 286,6 0 1,-5 0 0,6 0-1,-4 0 1,-2-1 407,-2-4 1,-3 3 191,0-2 344,-7 2 1,3 4 442,-7 2 0,1 4-556,-5 6-604,0-6 1,0 5 0,-1-5 0,-3 1-1,-2-1-46,-2-1-1550,5-3 795,-3 3 1,4-6-608,-3 4-389,4-3 1143,-6-2 1,7-7-1,0-2 1,2-4-1,3-3-132,4-3 1,2 4 519,-1-4 83,2 3 1,-5 2-1,4 1 1,-3 2 0,0 3 1262,0 2-1038,1 1 252,-1 5 1,5 2 0,-6 2-1,1 6 765,-3 2 0,-2 1-590,2-3-922,-3 2 0,5-6 1,-3 6-1,2-5 1,0 1-1172,1 0 616,4-5 459,-3 4 1,6-7 0,0 0 0,0 0 0,-1-2-847,-4-3 1,4 2 879,-4-6 347,-2-1 0,5-4 0,-4 0 663,0 0 1,-2 4-277,-6 1 322,0 5 330,0-2-602,0 6-85,0 0 1,0 6-379,0 4 112,0 3-677,0 1 1,0-5 0,0 1 3,0 1 0,0-3 330,0 1 105,0-6 0,0 5 0,2-5 1306,3 2 241,-4 0-1610,6-5-1564,-7 0 1,1 0 304,4 0-109,-3 0 1496,4 0 0,-19-13 0,-3-3 0</inkml:trace>
  <inkml:trace contextRef="#ctx0" brushRef="#br0" timeOffset="194">11503 13776 8209,'0'-15'533,"0"1"1,0 0 1703,0 0-1693,0 0 1,0 7 0,0 7 0,0 8 0,-2 6 297,-3 5 0,4 3 1,-4 7-1,3-1 173,2 1-869,0-1 0,0 1 0,0-1 0,0 1 1,0-1 577,0 0-746,-6 1 0,4-7 0,-2-3 141,2-3 0,2-2-224,0 0 0,0-4-7,0-1-98,0-6 1,-5-9 0,1-11-233,1-4 1,1-6 66,2 3 156,-6-2 1,4-4 0,-3-4-1,4-2 1,1-2-452,0 0 1,0 7 101,0-2 687,0 2 1,0 5-1,0 2 1,0 5 639,0 3-512,0 8-176,0 2 0,0 17 0,0 3 1,-2 2 208,-3 0 0,2 3 129,-6 0-396,6 0 0,-8-5 0,6 0 0,2 0 1,-1-1-1767,0-4 1163,2 4 321,-4-11 0,12 4 0,4-6 0,2 0 1,3-2-404,-1-2 0,5-3 214,0-2 416,0-4 0,-5 7 0,0-5 0,0 3 0,0 2-230,1 3-233,-7 1 136,4 2 0,-10 2 1,3 2-1,-4 6 369,-1 2 0,-13 15 0,-2 3 0</inkml:trace>
  <inkml:trace contextRef="#ctx0" brushRef="#br0" timeOffset="195">10578 13079 8231,'0'-14'253,"-4"4"1,-1 1 0,2-2 1825,1-2 0,1 1-28,-4 2-1758,3 4 1,-4 9 0,6 5 0,0 8 0,0 4 0,0 5 1707,0 2-1864,0 2 0,0-1 0,0 1 0,0-1 0,0 0 122,0 1 1,0-2-390,0-4 1,0 3 0,0-7 0,0-2-783,0-1 1,0-7 62,0 1 383,0-7 1,-2 3 0,-1-9 0,-3-5-1015,-2-6 1,3-5 645,-4 0 683,6-3 0,-4-8 0,6-3 0,-2-5 0,-2-3-168,2-2 1,1 1 826,2-1-359,6 0 1,1 5-1,5 2 1,1 3 0,3 6 835,0 6 0,-1 7 35,0 5-791,5 2 0,-4 7 0,1 2 1,-4 3-1,-4 6 249,3 6 1,-6 1-84,-1 5-330,-4 1 1,-2 3-1,-4-2 1,-6-1 0,-5-1-395,-3 0 0,-1 2 59,1-6-240,3 0 1,-6-5-1,4 2 1,-1 0-1,2-1-1573,1-2 1,2-7 574,0 4 523,6-7 985,-5 10 0,37-18 0,1 3 0</inkml:trace>
  <inkml:trace contextRef="#ctx0" brushRef="#br0" timeOffset="196">10650 13349 8231,'0'14'2140,"0"-6"-53,0 5-1027,0-11-158,0 4 0,1-6 0,4-2-508,4-2 1,-1-3-250,2-2-81,-1-4 0,5 5 1,1-6-1,-1-2 0,0-1-3,0-2 0,0-2-442,1 2 176,-1 4 0,0-11 1,-1 7-1,-4 2 1,-2 0-245,-1-2 1,-5 8 409,4-4-52,-3 11 0,-4-3 1,-3 7-1,-4 2-132,-4 3 0,-1 3 104,0 6 149,6 0 0,-3 5 0,5 1 0,-1 1 1,1 1 405,3 0 1,1-3-192,2 5-15,0-7 1,0 4-1,0-7 1,2-1-1,3-2 237,4-2 1,4-6-362,1 2-36,6-3 1,-2-2 0,4-2 0,0-3-1,-1-4-375,-1-4 1,5-6-258,-1 0 391,-3-6 0,4 8 0,-6-5 0,-2-1 0,-3 1-274,-4-3 1,1 5 279,-6 1 104,-1 3 1,-5 3-1,-4 4 1,-4 4 33,-4 3 0,-1 4-89,0 3 162,-1-4 1,1 13 0,2-1 0,0 4 0,5 1 314,0-2 0,-2-2 327,4 0-484,0 0 0,5 0 0,0 1 0,2-1 253,3 0 0,-2-4 40,6-1-468,7-6 0,1 4 0,6-7 0,-1 0 0,0 0-215,3 0 0,-3 0-382,2 0 427,0-7 0,-2 1 1,-2-5-1,-1 1 1,0-1-36,-1-1 1,-3-4-18,0-3 183,-1 3 1,-5-4 0,-1 5-1,0 1 1,-2 0 136,1 0 0,-3 0-82,-4-1 21,0 1 0,0 5 1,-1 1-1,-4 1-33,-4 4 0,1 2-313,-2 1 194,1 0 0,-1 1 1,1 4-1,-2 4 65,-2 4 0,0 1 265,4 1-269,-4-1 0,12-5 0,-4 1-327,3 1 341,2 1-139,7-4 1,1-1 0,6-7 0,0 0 0,2 0-240,3 0 1,-3 0 268,3 0 198,3-7 0,-6 4 0,2-5 502,-2 2 542,-1 1-786,-1 5 0,-6 2 0,-4 3 1,-2 4-1,-2 4 877,0 1 0,-5 0-553,0 0-362,1 0 0,4 1 1,0-1 45,0 0-894,6 0 79,8-6 1,2-1 0,5-7 0,-2 0 0,0 0-2100,-2 0 0,0-5 793,2 0 726,-3-6 1,3 8 1050,-10-7 0,4-24 0,-5-12 0</inkml:trace>
  <inkml:trace contextRef="#ctx0" brushRef="#br0" timeOffset="197">12228 13136 8255,'-8'-2'2128,"1"-1"-404,1-2 0,3 1-341,-6 4-453,-1-7-579,-4 6 0,4-5 120,1 6-291,6 0 1,-5 0-27,3 0-26,3 0 20,-4 0-210,6 0-114,0 0 1,6-7 37,4-2 0,-4 1 166,-1-2-19,-3 7 0,2-9 0,3 2 513,1-3-404,-5-1-360,3 6 327,0-4 1,-4 16 428,3 1-380,-4 0 0,-1 8 0,0-2 0,0 4 0,0 4-7,0-1 1,5-2-368,0-2 79,-1 0 1,-2-5-1,1 1 1,4-1-1,0-1-708,4-3 0,2-3 371,1-2 143,1 0 1,-1 0 0,2-2-1,1-3 1,2-3-175,-2 1 0,-4-6 415,1 3 470,-9-2 1,12-2-1,-10 1 1,-1 2 1129,0 1-722,-1 7-388,-5-3 0,0 7 1,0 4 353,0 5 0,0 2-43,0 3-604,-6-1 1,4 0 0,-4 0-463,-1 0 1,6-4-1054,-4-1-49,4-5-462,1 2 1140,0-6 732,6-6 0,-3-1 0,6-4 0,1 2 0,-1-2 588,1-2-136,-1 5 1,1-3 0,-1 6 0,2 1 520,2-3 0,-3 6-633,-1-4 1,-4 3 0,3 4 0,0 1 354,-1 2 0,-3 1-473,0-1-132,4-4 0,-1 12 0,4-5 0,-3 1 1,-1-1-949,1-1 0,2-1 338,4-1 258,0-4 1,0 6 0,1-7 0,-1 0 0,0-2-529,0-3 1,-1-3 145,-4-6 632,4 0 1,-11-2 0,4-3 0,-1-4 0,-1-4-15,0-2 0,-4 1 302,-5-1-100,3 1 0,-6 6 0,5 3 0,-3 3 738,-2 2-446,-1 6-279,1 8 1,-3 8 0,6 6 0,0 2 0,0 1 517,1 2 0,-1 2 502,5-2-800,0-4 1,0 6 0,0-7-1,0 0 94,0 1 0,0-1-20,0 0-310,0-6-72,0 5-46,0-12-889,0 6 268,0-7 782,0 0-38,0 6 0,0-3-47,0 6 0,5-4 0,-1 5 19,0 1 0,-3-3-22,-1 1-78,0-6 1,2 8-1,1-4-71,2 1 1,6-1 10,-2 3 7,-3-4 0,7-1 0,-3 0 0,2-2 1,4-2-270,3-1 0,-2-1-21,7-4 256,0 4 0,-1-12 1,0 3-1,-1-2 1,-2-2-119,1-1 0,-4-4 212,-7 0 1,2 1 0,-10 3 1,3 1-1,-4 0 53,-1 0 1,-1 4 17,-4 1-64,-3 6 0,-6-2 1,-1 8-1,1 3 1,0 2 110,0 3 0,4 2-133,1 1 181,6 7 0,-8-6 0,6 4 0,2-3 0,1-2 345,2 1 0,0-1-196,0 0-272,6 0 1,2-4 0,7-2 0,0-2 0,3-3-129,1-1 1,4-2-950,-4 0 805,7 0 1,-11-2 0,6-1 0,-2-3 0,0-2-489,-2-3 0,-6-2 672,-1-1 62,-7 6 0,8-5 0,-5 5 1,1-1 825,-1-1-109,-1 1-494,-5 1 0,1 2 0,2 7 455,2 4 0,5-2-117,-6 7-339,1-1 0,0 1 1,1-1-1,2 2-210,3 2 0,-3-4-86,2 1-369,-1-7 1,1 5-1,-1-5 1,2 2-136,2-2 0,1-2-164,0-1 518,0-6 1,1 3 0,-1-6 0,-2-3 0,-1 0-171,-1-2 1,-5-2 153,4-3 113,1 3 0,-2-11 1,-4 4-1,-2-4 0,-2 0-37,0 3 0,0-1 34,0 6 260,0 0 0,-6 9 0,-4 3 207,-3 0 1,4 3-81,-1 4 28,1 6 1,0 2 0,1 6 0,0 0 0,1 0 567,1 1 1,0-1-128,1 0-491,3 0 0,-4 5 0,6 0 0,0-1 0,0-3 450,0 0 0,0 0-336,0 4-203,0-3 0,0 5 1,2-6-1,1 3 0,2 1 124,-2-2 1,3 4 50,-1-2-283,0 0 1,-5 0-1,0-1 1,0 0-1,1-2 4,4-2 1,-4 0 68,4 0-211,-3 1 1,-2-6-3353,0 0-691,0-5 2314,0 2 1825,6-6 0,2-19 0,6-5 0</inkml:trace>
  <inkml:trace contextRef="#ctx0" brushRef="#br0" timeOffset="198">13436 13420 8087,'0'-20'0,"-19"-53"0,7 27 0,1 0 0</inkml:trace>
  <inkml:trace contextRef="#ctx0" brushRef="#br0" timeOffset="199">13365 13235 8087,'-9'-9'278,"-1"0"0,5 4 479,-4-5 1,6 6 647,-2-6 0,3 5-539,2-4 0,2 1-202,3-1-463,3 2 1,11 2 0,1 1 0,2-1 0,4 0-169,0 0-250,-3 1 0,3 4 0,-2 0 0,3 0 0,0 0-922,-4 0 0,-2 0 718,-7 0 1,0 0 221,1 0 0,-1 0 344,0 0 0,-6-2-39,-3-3 471,-4 4 0,-7-5 0,-3 6 0,-4 0 247,-1 0 1,-1 0-167,1 0-493,0 0 0,0 6 0,0 2 0,-1 1 1,1 1 282,0 1 1,4 1-248,1 3-185,6-1 1,-5 0 0,5 0 0,-2 0-269,2 1 1,3-3-239,5-2 451,3 2 0,6-8 1,0 4-1,2-2 1,1-3-760,2-1 1,0-2-6,-5 0 667,0-7 0,1-1 1,-3-6-1,-2 0 140,-5 0 1,-4-1 559,-1 1-218,0 0 0,0 0 690,0 0-891,0 6 4,0 1 1,0 9 0,-1 3 211,-4 4 0,3 4-325,-3 1-110,4-6 1,7 5 0,4-6 0,2 1-897,3-3 0,0-3 319,4-2 402,-3 0 0,9 0 0,-4-2 0,-1-1 0,1-3-178,-4-2 1,4-3 301,-2-8 1,5 3 0,-5-3 0,-2 3 204,-1 2 0,-4 0 630,-2 0-386,2-1 1,-8 7 0,5 4 753,2 2-763,-5 2-46,1 6 1,-7 2-1,0 7 506,0-1-549,0-6-619,0 4 570,0-10-251,0 4 8,0-6 0,-7 0 1,-2 0-67,-4 0 0,-1 2 140,0 3 16,6-4 1,-5 7-1,4-3 23,-4 4 0,4 2-169,-1-1 309,7 2 0,-3-4 0,7 5 0,4-4 80,5-4 0,4 1-121,5-1-264,-3 0 1,10-5-1,-2-2 1,3-1 0,3-3-8,3-2 1,-3-3-255,3-8 266,-3 3 1,-1-9-1,-2 4 1,-4 1-1,-4-1-33,-3 4 1,-8 1 427,-3 2-296,-4 0 1,-2 6-1,-4 3 1,-6 3 0,-6 2 39,-7 0 0,2 8-40,-2 7 138,7-1 0,-2 6 1,8-5-1,1 0 1,1 3 623,1 1 0,2-5-199,6-5-434,6 1 1,2-2 0,8-4-1,2-2 1,6-2-362,3 0 1,0 0 262,-3 0-347,2-6 0,-3-1 1,3-4-1,-2 2 0,-5-1-1042,-3 3 1,-3-6-1276,-4 3 934,-3 4 1,-3-7 1712,-3 4 0,-72-10 0,21 8 0,1 0 0</inkml:trace>
  <inkml:trace contextRef="#ctx0" brushRef="#br0" timeOffset="200">12327 12965 8087,'5'-14'1344,"0"0"1287,-2 0-2847,-2 6 1,1-3 215,3 6 0,-16-12 0,1 1 0</inkml:trace>
  <inkml:trace contextRef="#ctx0" brushRef="#br0" timeOffset="201">15512 12937 7934,'0'-19'1004,"0"0"823,0 2-1560,0 1 1,-2 8-1,-2 3 1,-4 5-1,-2 5 1,1 4-1,-4 6 1,-3 2 812,-3 2 0,0 6-851,5-1 1,0 8 0,1 2-1,2 1 271,2 0 0,1 3-319,-2-5 1,4 0 0,6-5-1,0 1-3,0-1 0,2 1 33,2-1-387,4-6 0,8-1 1,2-8-1,2-2 0,2-4-422,3 0 1,-2-2-1648,0-5 1667,-5 0 0,2 0 0,-6-2 0,1-1 0,-1-4-1918,0 0 2496,-6 3 0,-8-21 0,-8 1 0</inkml:trace>
  <inkml:trace contextRef="#ctx0" brushRef="#br0" timeOffset="202">15640 13321 8224,'0'-14'2581,"0"-1"1,0 6-1958,0-1 0,0 6-421,0-6 1,5 5 0,1-2 0,2-1-152,3 0 1,3 0 81,5-2-143,-3-2 1,9 4-1,-6-6 1,0-1-1,0 1-92,0 0-306,6 0 1,-10-5 0,0-2-139,-4-1 0,-7-2 363,0-4 1,-2 4 0,-2 2-1,-2 2 64,-2 2 0,-3 3 0,-4 2 1,2 3 54,-2 6 1,-2 2 228,-1 2-118,6 6 0,-3 9 1,5 7-1,-1 1 1,1 3 582,3 4 1,1 0-58,2 8-210,0-7 0,0 4 1,0-7-1,0-1 0,-1-1 582,-4-3 1,3-1-500,-3 2-436,4 3 0,1-11-143,0 3-126,0-10 46,0-3 1,5-17-1,-1-3-364,0-2 0,-1-1 107,1-2 1,-2 3 233,3-3 1,1 3-1,-1 2 1,0 2-30,1 2 0,-3-1-17,7 6 312,-1 1 1,0 2 0,1-1 0,1-2-1,0 4 321,-1 4 0,2 0-93,-2 6-93,2-5 0,3 8 0,-1-2 0,2 2 87,2 2 1,-2-4-733,3-1 341,-3-5 0,-2 2 1,0-6-1,1 0 1,-1 0-357,0 0 1,-4-6 430,-1-4 1,-4 1 53,4-6 1,-6 4-1,2-8 1,-3 4 318,-2 0 0,0 1 116,0 0-49,-7 0 1,0 1-1,-8 4-210,1 4 0,0 5-8,0 5-190,-1 3 1,6 6 0,1 0-1,2 0 1,1 0-78,-1 1 0,4 0 55,-3 4 1,9-8-64,0 4 1,7-4 0,0 1 0,5-2-217,3-5 0,6 1 33,-1-1 1,3-1 120,1-4 0,-1-1 0,-1-4 0,-3-4-39,3-4 1,-1-1 264,-1-1 1,1 0 3,-6-4 0,0 3 0,-5-3 0,0 3 124,0 2 1,1 4-189,-1 1 0,0 6 67,0-2 0,0 4 0,1 1-143,-1 0 0,-5 0 103,1 0-97,-7 6-41,10 2 135,-12 6 62,6-6 0,-9-2 1,-3-6 791,-4 0-841,-4 0 0,-6 2-2,0 3 1,0-4 0,5 5-1,0-1 25,0 0 1,-2 6-173,-3-2 122,9 4 0,-9 0 0,11-2 0,-1-2 1,1 2-232,2 2 1,1-4 78,5 1 1,2-2-28,2 1 1,4-2 0,8-7-1,1 0-122,2 0 0,2 0 285,-2 0 1,-2-7 170,7-2 1,-7-4 0,2-1-1,-3 0 185,-2-1 1,-1 1 208,-4 0-69,4 0 1,-11 0 709,2-1-1268,-2 8 92,-2 7 0,0 7 0,0 8 1,0-1 40,0 0 1,0 0 35,0 0-137,0 1 1,0-6 0,2-1 0,2 0 0,6-2-523,2 1 1,3-3 205,-1-4 0,2 0 84,3 0 1,-4-4-1,6-3 1,-2-1-104,0-3 0,5-1 277,-5-3 74,-1 1 1,1 0 0,0 0-1,-1 1 1,-1 2 272,2 2 1,-3 6-12,3-2 1,-8 3-56,-2 2 0,1 0 0,4 0 238,0 0-335,1 7 0,-8-4 123,-2 6 359,-3-6-287,-2 4 129,0-7 0,-2 0 1,-3 0-304,-4 0 1,1 0-236,-1 0 1,-1 0-27,-4 0 0,0 0 1,-1 0-1,1 0 31,0 0 1,1 1-33,4 4 1,-4 1 133,4 4 0,1 2 1,0-2 15,2 2 0,-4 3 167,5-1 0,2-5-131,8 1 0,-2-2 0,7 3 0,2-3-194,6-2 0,-1-1 111,7-5 0,-5 0-52,4 0 0,-4-2 0,3-3 0,-1-4 13,-4-4 1,4-1-63,-2 0 77,0-7 1,-7 4 0,-2-7 0,-4-1 0,-1-2-91,0-1 1,-1-4 384,-4 4-80,0-4 1,0 16 0,-1-3 402,-4 4-682,-3 7 0,-1 3 236,-1 10 1,7 9-1,-2 10 1,4 2 611,1 3 1,0-1-327,0 1 0,0-6-17,0 1 0,0-2 0,1 4 0,3-4-147,0-2 0,7-1-94,-1-5 1,2 1 0,3-3-1,-1-1 228,0-1 0,2-7-1777,3 2 1060,-3-4 1,6-6 0,-5-1 0,2-2-1,-1-3-315,-3-1 0,0-7 270,-1 0 369,0-7 1,0 11-1,0-6 1,-1 2-1,-3 0 61,-6 2 1,3 1 147,-3 2-16,1 6 1,-7-3-217,-2 6 1,-4 7 219,-6 7-100,-1 4 0,6 6 0,-1 0 1,1 0-1,1 0 369,3 0 0,4-1-137,1-3-250,0 5 0,0-4 1,1 1-1,4-4 1,5-3-182,2 1 0,4-5 11,3-1 37,-3-4 0,9-1 0,-4 0 0,-1-1 0,2-3-151,0 0 1,-4-7 77,1 1 192,-4-9 0,-2 3 0,-2-3 0,-3 4 0,0 0 99,0 1 1,-3 5 3,4-1 422,-6 1-554,4 1 613,-7 8-425,0 8 1,1 6 0,2 0 0,4 0 0,-1 1 308,0-1 0,1 0-568,-3 0 42,-2 1 1,11-1 0,-4 0-339,4 0 1,-4-6 137,1-3 150,-1-4 1,5-1-1,0 0 1,1-1-1,-1-4 44,0-4 0,0-4-18,1-1 85,-1 0 1,0-1 0,2 0-1,1-3 1,2-1 38,-1 2 0,-3 3 99,0 4-128,-8-2 0,11 5 0,-4-2 0,2 4 126,0 3-32,-8 2 1,4 2 65,-2 3 1,1 3-31,-2 6 1,2 0 0,-6 0 163,-2 0-249,-1 1 1,-2-1 232,0 0-313,-7-6 1,-1-2 0,-7-6-1,-3 0 1,-2 0-599,-2 0 0,3 0-267,-5 0 1,5 0-1,-3 0-3173,1 0 1874,2 0 911,5 0 1259,6 0 0,46-25 0,18-7 0</inkml:trace>
  <inkml:trace contextRef="#ctx0" brushRef="#br0" timeOffset="203">18270 12937 7934,'8'-14'620,"3"0"-72,-6-1 1,4 1-1,-2 1 1,1 4 260,3 4 1,1 4 688,3 1-1132,-1 0 0,0 6 1,0 3-1,0 6 0,-1 4 517,-3 4 0,1 9 87,-7 1-656,1 0 1,-5-3-1,0 2 1,0 3-1,-2-1 555,-2 1 1,-4-2-438,-6-4-316,-7-1 1,4 1-1,-5-3 1,-1-2 0,3-5 66,-1-3 0,-2-2-29,4 0-763,0-6 1,5 3 0,-1-6-934,1-2 1,5-1-2874,-1-2 3009,7 0 0,-2 0 1406,10 0 0,22 12 0,11 4 0</inkml:trace>
  <inkml:trace contextRef="#ctx0" brushRef="#br0" timeOffset="204">9853 15851 8508,'-4'-14'304,"-1"0"0,-5 4 739,6 1-218,-1 6 0,0-5 21,0 3-850,1 4 187,4-6 1,1 7 0,4 0-17,4 0 1,4 5-1,1 0 1,1-2 28,-1-2 1,5 4-60,0 0 0,1 4 0,-1-2 1,3 1 162,0 3 1,5-3-33,-3 1-203,3 1 0,-3-1 1,-1 0-1,2 3 1,1 0-56,-3 2 1,3 1 44,-7-1 0,4-5 0,-2 1 0,1 1 67,3 1 1,2 1-59,2-3 0,-1 2-1,0-2 0,7 1 0,2 0 0,-1-2 133,-3 2-197,3-4 1,-4 5 0,4-2 0,-1 2 0,-3 1 104,-2-3 0,-2 2-16,1-2-60,5 2 0,-8 3 1,2-3-1,-1-1 0,0-1 99,1 1-101,1 1 0,-1-2 0,0-1 0,3 2 0,0 0 119,2-1 0,0 3-225,-4-4 105,-1-3 0,1 7 0,-1-5 0,1 1 0,-3 1 77,-2 1-116,-3-5 0,-2 7 1,1-5-1,1 1 0,-1 1-18,-2 1 0,-1-3-8,2 1 47,-3-6 0,11 8 1,-4-4-1,3-1 1,-1 2 19,-1 0 1,-2-3-32,1 4 6,4-6 0,-11 5 1,3-5-1,-3 4 1,0-1 2,3 0-33,-10-1 0,10 0 0,-10 1 1,4 0-1,1 2-133,1 0 0,-6-5 88,1 2 1,-1 1 0,5 1 76,0 1 1,1-5-80,-1 1 85,-6-2 1,4-2-1,-4 2 105,0 2 157,-1-2 1020,-7 4-1031,0-6 1,0-6-405,0-4 0,0-2 49,0-2-77,-7 6 0,4-5 0,-5 4 0,2-4 0,1-1-134,-1-1 1,3 1 174,-7 0 1,7 5 0,-2-1-1,2 1 132,-2 1 0,4 0 193,-4 3-247,3 3 1,1-5-73,-4 2 123,4 3 0,-6-2 0,9 7 0,1 3 0,3 2 708,2 3-514,-5 2 1,8 1 0,-4 0-1,-1 2 1,0 1 100,-2 2 1,2 0-160,-1-5 1,-1 1 0,-4-1-58,0 0 0,-1 0-581,-4 0-75,-3 1 1,-11-6-1,-1-1 1,-1-2-1,-1-1-6316,0 1 6894,4-4 0,-27-8 0,-1-10 0</inkml:trace>
  <inkml:trace contextRef="#ctx0" brushRef="#br0" timeOffset="205">13223 16576 8209,'6'-8'-137,"-4"1"1,3 2 99,-4-5 331,-1 4 1,0-2 591,0 3-261,0 4 5,0-6-15,0 7 1415,0 0-1459,0 7-206,0-6-164,0 12 1,0-10 0,0 7 0,0 1 232,0 1 1,0 3-25,0-1-281,0 6 1,0-4 0,0 5 0,0-1 0,0 4 172,0 3 0,0 1-411,0 1 195,0 5 0,0-2 0,0 4 0,0 1 0,0-3-46,0 1 1,0 0-131,0-2 55,0-9 0,0 12 1,0-12-1,2-4 1,1-2-167,2-4 0,4 0 132,-4 0-284,6-6 0,-8-1-199,7-7 209,-7 0-47,3 0 1,-6-7-685,0-2-1071,0 2 959,0-5 1,0 9 1185,0-7 0,13-37 0,2-15 0</inkml:trace>
  <inkml:trace contextRef="#ctx0" brushRef="#br0" timeOffset="206">13308 16591 8332,'-1'-10'80,"-4"1"991,-5-2 1,3 3 1421,-3-2-1683,7 7-157,-3-3-557,6 6 1,1 0 96,4 0 0,3 0 6,6 0 1,0 0 0,2-2-1,3-1 141,5-2 1,3 0-85,1 5 1,0 0-77,1 0 0,4-1 0,0-2 0,0-2 38,2 2 1,-3 1-171,6 2 1,-7 0 13,2 0 0,2 0 1,0 0-1,1 0-9,4 0 1,-4 0-56,2 0-5,-6 0 1,9 0 0,-3 0 0,1 0-1,1 0-61,-3 0 0,0 0 168,1 0-121,3 7 1,-11-6 0,3 4-1,-3-4 1,-2-1-81,1 0 0,-1 0 115,1 0-25,-7 0 1,5 0-1,-2 0 1,5 0-1,3 0-7,-1 0 0,-1 0 5,3 0 4,-4 0 1,9 0-1,-4 0 0,0 0 1,-1 0-186,-2 0 1,0 0-25,1 0 177,-3 0 1,4 0-1,-7 0 1,-1 0-1,-3 0-128,3 0 1,-6 0 14,-1 0 119,3 0 1,-6 0 0,5-1 0,-1-2-1,2-2 40,0 2 0,4 1 97,-7 2-84,6 0 1,-8-1 0,5-2 0,-1-2 0,-4 2 153,-1 1 0,-2 2-28,0 0 61,-6 0-75,-1 0-48,-7 0 45,0 0 341,0 6-267,0-4-52,0 11 1,0-10 0,0 6-1,0 2 148,0 2 0,0 1-204,0 0 1,0 1-1,0-1 1,0 0-56,0 0 0,0 0 8,0 1-50,0 5 0,0-4 0,0 5 0,0-3 1,0 1-12,0-1 1,0 2 59,0-1-40,0 7 0,0-6 0,0 5 0,0-1 0,0 0 51,0-2 1,0 5 32,0-4-76,0-2 1,0 4 0,0-4-1,0 1 1,0 2 14,0-2 0,-2-2-73,-3-6 45,4 1 1,-6 0-1,7 3 1,0 1 0,-1-3-30,-4-5 1,4 1-40,-4-2-18,-3-4 1,5 7-297,-7-4 241,1 4 49,1-5 0,0-2 122,3-6-103,4 0 145,-12 0 1,10 0 0,-7 0-1,-1 0 1,-1 0 10,-3 0 0,0 0-63,-4 0-7,-3 0 0,-2 0 1,0 0-1,-1 0 0,-2 0-4,-1 0 1,-6 0 102,1 0-113,0 0 0,0 0 0,0 0 0,0 0 0,-2 0 25,-3 0 0,2 0-1,-2 0-38,6 0 1,-7 0 0,4 0 0,0 0 0,-1 0-37,-1 0 0,6 0 56,-2 0-30,-4 0 0,7 0 0,-4 0 0,0 0 0,1 0 63,2 0 0,-4 0-26,2 0-20,-7 0 1,10 0-1,-5 0 1,1 0 0,-3 0-7,1 0 0,-4 0-85,7 0 69,-6 0 0,4 0 0,-3 0 0,3 0 0,2 0-128,0 0 0,0 0 50,4 0 56,-5 0 1,4 0 0,-4 0 0,4 0 0,2 0 101,0 0 0,1 0-8,3 0 52,4 0 0,1 0 1,0 0-1,0 0 0,1-2 199,4-2 0,-3 2-212,7-3-69,-2 4 1,-3 1-1,3-2-33,2-3-1222,4 4-123,6-5 1,1 6-4288,4 0 2821,-3 0 2832,4 0 0,0-13 0,2-3 0</inkml:trace>
  <inkml:trace contextRef="#ctx0" brushRef="#br0" timeOffset="207">13621 16804 8521,'-9'0'441,"-1"0"522,-1 0 0,5-2-449,1-3 0,2 4 1,1-4-1,2 4 1,7 1-18,4 0 1,8 0 0,1-2 0,2-1 114,3-2 0,2 0-546,2 5 0,-2 0 1,-4 0-1,-4 0-164,-3 0 0,-2 0-262,1 0-211,-1 0 0,-5 0-2562,1 0 479,-7 0 0,-6 2 2654,-7 3 0,-31-4 0,2 6 0</inkml:trace>
  <inkml:trace contextRef="#ctx0" brushRef="#br0" timeOffset="208">13806 16804 16200,'-10'1'957,"1"4"0,6-2-808,-2 7 0,-1-1 73,1 5 1,0 2-225,5 3 1,-5-3-1,1 5 1,1-1-109,1 4 0,2-4-387,0-1 0,0 2 217,0-2 0,2-2 0,1-6 0,1-1-1042,0 1 783,-3-5 321,-7 7 0,3-12 0,-7 4 0,-1-3-683,-1-2 584,-3 0 644,1 0 1,6-2 488,3-3 1,4 2-287,1-6-270,6 5 0,2-3 0,6 3 0,1-2 0,-1 0 55,0-1 0,0-2-987,0 4 464,1-6 1,-6 8-1,1-5 1,-1 0 0,1 2-508,-1 0 1,-1-1 195,1 3 578,4 2 1,-7-6 0,5 5 1284,-1-2-1014,-1 0 448,-1 5 0,3 2 1,-6 3 509,-2 4 0,-1 4-402,-2 1-769,6 0 1,-4 0 0,2 1-73,-2-1 110,-2 0-1783,0-6 755,0 5-386,-6-12 852,4 6 0,-4-14 0,6-2 0,0-4 4,0-1 0,5 4 745,-1 1-78,7-1 0,-7-4 0,5 2 319,2 2 1,-3 4-279,1 6 49,-5 0 0,8 0 0,-2 0-24,2 0 1,-4 6-74,-3 4-612,-3-4 0,2 7 0,1-4-1677,-2 4 1471,-1 1 276,-2-6 0,1-2 1,4-7-153,5-4 1,-3 2 455,3-7 1,-2 1 184,1-6 1,4 1 0,-4 0 861,4 0-665,1 6-95,1 2 0,-6 6 1,0 0 240,3 0 0,-5 6-267,3 3-362,-7 4 0,5 1 0,-5 0 0,3 1-554,2-1 0,-3-6-140,5-3 559,-7-4 0,9-1 1,-2 0-1,2 0-120,3 0 0,-6-6 253,1-4 93,-7-2 0,8-3 0,-5 3 0,1 1 0,-1 1 706,-3-1 0,-1 3 446,-2-1-647,0 6 282,0-4-288,0 7-310,0 7 1,0 1 0,0 6 0,0 0 0,0 0 650,0 0 1,0 1-46,0-1-666,0 0 0,0 5 0,0 0 1,0-2-1,0-1 125,0-2 0,0 2-380,0 3 101,0-3 1,0 5 0,-2-7-1,-1 0 1,-2 0-88,2 0 0,1-4-608,2-1 161,0 1 0,0-1-156,0 1 0,-1-7 316,-4 2 522,3-4 635,-4-1-489,6-6-436,0-2 1,0-8 0,-1-3-1,-3-4 1,0-4-1145,1-2 1,1-4 728,2 0 293,0 0 1,0 9-1,0 0 1,0 1 0,2 1 89,2 3 0,4 4 1022,6 6-670,7-4 1,-5 12 0,3-4-1,-4 3 1,0 4 464,-1 3 0,-6 3 227,-3 6-530,-4 0 1,-1 0 0,0 0 0,0 1 0,0-1 34,0 0 0,-6-4-382,-4-1-451,-2 1 0,-3-1 0,1-1 0,0 0-2583,0 0 1978,6-5-1993,-5 3 1,13-6-653,0 0 3724,7 0 0,64-25 0,-29 9 0,1 0 0</inkml:trace>
  <inkml:trace contextRef="#ctx0" brushRef="#br0" timeOffset="209">14645 16989 8521,'0'-15'0,"0"1"1663,0 0-484,0 6 1567,6 2-1556,-4 6 0,4 6-276,-6 4 54,-6 2 1,4 2 0,-3 1 0,2-1 1825,-2 0-2177,4 7-410,-12-6 1,12 6 0,-4-7-396,3 0 0,1-1-740,-4-4 591,3 4 1,-4-10-932,6 7 754,0-7 237,0 3 1,2-18 0,1-6-206,2-2 0,-1-7 229,-4 3 118,0-3 0,0 4 0,0-1 0,0 0 0,0 2 117,0 3-309,0 3 371,0 2 1,0 8-1,0 6 1,0 9 155,0 9 0,-4 2 599,-1 4-616,0 3 1,0-5-1,1 6 1,0-1 0,1-3 49,-1-5-661,2 3-800,-4-6 0,6 4-384,0-6 1,0-7 350,0-7 1,1-7 0,2-7-122,2 0 1,0 0 1381,-5 0 0,19-32 0,4-8 0</inkml:trace>
  <inkml:trace contextRef="#ctx0" brushRef="#br0" timeOffset="210">14659 16932 8521,'-2'-14'147,"-2"-1"1,2-4 208,-3 0 0,2-4 354,-2 4-537,4-7 0,-6 6 0,7-4 1,0 5-1,2 4-186,3 0 1,-2 7 12,6 4 0,7 34 0,6 9 0</inkml:trace>
  <inkml:trace contextRef="#ctx0" brushRef="#br0" timeOffset="211">14943 16918 8247,'0'-15'136,"0"1"0,0 0 1,0 0 1396,0-1 0,0 1 33,0 0-1202,0 6 0,7 2 0,1 7 0,-1 4 0,-2 5 1033,-3 2 1,-2 9-767,0 2 0,0 0-250,0 0 0,0 1 0,0 3 0,0-2-91,0-1-297,0-7 1,0 5 0,0-4-22,0 1 1,0-5-306,0-5 32,0-6 88,0 4 1,0-25-1,0-5 1,0-7-438,0-5 0,0-1 3,0-7 568,0 7 1,0 1-1,0 6 1,0 3-1,0 2 6,0 5-59,0 3-226,0 8 1,0 4 0,0 8 0,0 7 0,0 7-1061,0 5 1,0 4 518,0 2-1636,0-1 2535,6 1 0,2 31 0,6 7 0</inkml:trace>
  <inkml:trace contextRef="#ctx0" brushRef="#br0" timeOffset="212">17687 16647 7978,'0'-14'483,"0"0"653,0 0 1716,0 6-1546,0-5 1,0 13-950,0 0 0,0 11 0,-1 10 0,-2 1 367,-2 3 0,0 4-426,5 4 0,-5-2 0,1 7 0,-1 0-68,-1-1 1,4 4 0,-4-5 0,1 2-178,0 0 1,0-7-529,5 3-55,0-4 0,-1-8 0,-2-3-3143,-2-4 2610,0-7 1,5-8 226,0-9 0,0-9 0,0-4 0,0-3 836,0-5 0,5-19 0,3-9 0,0-4 0,0 0 0</inkml:trace>
  <inkml:trace contextRef="#ctx0" brushRef="#br0" timeOffset="213">17630 16576 7978,'0'-14'0,"0"0"1119,0 0-116,-6 6 0,5-5 231,-4 4 0,5-2-61,5 1-860,2 4 1,9 1 0,3 0 0,5 2 0,4 2 358,6 1 0,3-5-209,11 0-401,2 0 1,14 5 0,0-1 0,4-2 0,2-2 31,2 2 1,-30 2 0,0 0 10,39 1 0,-38 0 0,1-1-134,-4-2 1,0 1 0,1 1-1,0 0 1,1-1 0,-2 0-1,38 0-339,-5 2 1,-6 0 73,-10 0 1,0 0 117,0 0 1,-2 0 0,-2 0 0,-6 0-76,-3 0 1,-8 0 33,-2 0 196,2 0 0,-4 0 1,4 0-1,0 0 1,1 0 37,2 0 0,2 0 173,2 0-161,6 0 1,-5 0 0,3 0 0,-4 0 0,-5 0 212,-5 0 1,-4 0 24,-6 0-31,-2 0 0,-7 0 93,0 0-225,-6 0 39,-2 0 0,-7 0 359,-4 0-407,4 0 23,-6 0 1,7 2 100,0 2-71,0 4-100,0 6 0,0-4 0,0-1 1,0 2-1,0 2 231,0 1 1,0 2-51,0 3-130,0-3 0,0 11 0,0-4 0,0 4 0,0 2 300,0-1 1,-1 1-197,-4-1-26,3 0 0,-6 6-2,4-1 0,2 1 0,-4-2-12,-1 1 1,6 0-20,-4-4 0,-1 1-83,1 3 0,0-3 1,4 3-1,-2-3 6,-2-1 0,-1-1-188,1 1 81,3-7 0,-4 0 0,6-5 0,-2 0 0,-1-2-255,-2-4 203,-6-2 123,3-1 0,-1 0 0,-2-5 1,-5 2-1,-6-2 43,-5-1 1,-8-2-55,-2 0-38,-5-7 0,-7 4 1,-1-5-1,-2 0 1,0 2-92,-2 0 0,-1-4 30,-2 6 9,6-1 1,-2 0 0,5 0 0,1 2 0,-2 2-16,-3 1 1,1-5 90,-1 0-35,0 0 1,-7 5-1,-1 0 1,-3 0-1,-2 0-21,-3 0 0,-6 0-159,-2 0 145,35 0 1,0 0-1,-31 0 1,-3 0 0,7 0-1,7 0-107,2 0 1,1 0 6,6 0 101,0 0 0,17 0 0,-3 0 0,5 0 0,3 0-209,1 0 1,7-4 145,3-1 1,8 0-721,2 5 1,1-1-948,-2-4 1098,4 3-70,12-4 0,-3 4 0,7-1 0,1-2 0,2 1-944,1-3 0,0 6 403,0-4 650,7 4 656,-12-6 0,29-1 0,-6-6 0</inkml:trace>
  <inkml:trace contextRef="#ctx0" brushRef="#br0" timeOffset="214">18029 16861 8208,'0'-15'-1546,"0"1"1236,0 0 1,0 0 3401,0 0-1422,0-1 1,4 6 486,1-1-1603,0 7 0,-5-1 0,0 8 478,0 6-765,0 2 1,-2 4-1,-1 2 211,-2 1 1,-1 6-144,1-2 0,2 3 1,-5-1-1,2-3 99,3-1-328,-5 4 1,6-9 0,-3 3-1,4-4 415,1 0-262,-6-7-353,4-2 1,-4-8 0,6-2 0,0-7 0,1-7-663,4-6 696,-3-2 0,9-4 0,-5-2 1,2-3-1,1-1-237,-1-4 1,3 6-841,-6 1 1105,6 3 0,-9 6 0,4 2-441,0 1 319,-4 9 216,4 12 1,-6 9-1,-1 10 1,-3 3 0,-2 2 237,-2-1 1,3 1-243,-4 5-542,0-1 0,1-1 0,1-2 0,3-3 1,-1 0-1581,2 0 0,-4-4-777,3 1 1936,-1-3 1,5-2 904,0 0 0,44-19 0,11-4 0</inkml:trace>
  <inkml:trace contextRef="#ctx0" brushRef="#br0" timeOffset="215">18228 16946 8208,'0'-10'867,"0"1"-138,0 0 0,-2-1 2767,-3 1 291,4 5-2659,-6-2 0,7 8-396,0 2-478,0 4 0,0 7 0,0-1 0,0 0 0,0 0 7,0 0 1,0 1-441,0-1 80,0 0 1,0 0-1,-1 0-724,-4 1 458,3-7-287,-4-2-23,6-6 0,0-6 0,0-4 1,0-4-854,0-5 1373,6 3 0,1-9 1,4 4-1,-2 1 1,2-1 182,2 4 0,1 1-48,0 2 227,1 6 1,-1-3 0,0 6 0,-1 4 1353,-4 4-1210,4 5 0,-12 6 0,4 0 83,-3 0 0,-2 5 0,0 0 1,-2 0 34,-3 2 1,2-10-1012,-6 3 113,6-3 0,-5 3-954,3 0 1002,3-6 1,-4-3 0,6-10 0,0-4-641,0-4 1,6-3 361,4-2 588,3 2 0,1-10 1,2 7-1,1 2 1,2 1 111,-2 2 0,-1 1 1083,-2 4-796,1 3 0,-1 6 0,0 0 0,0 1 749,0 4 0,-6 3 448,-3 6-1201,3 0 0,-7 2 0,4 1 0,-3 2 0,-2-1 69,0-2 0,0-2-37,0 0-1828,0 0-1095,0 0 1150,0-6 638,6-1 0,2-14 0,6-2 1,0-5-55,1-5 0,4 3 41,0-3 633,0 3 0,-7 2 0,-1 1 1,-3 2-1,0 3 10,0 2 1036,-5 1 218,3 5 1,-6 2 411,0 3 0,-1 3-881,-4 6 1,2 5 33,-7 0 1,7 1 0,-1-2 0,2 2-102,2 2 1,-5-3-168,1 5-352,-1 0 0,5-1 0,0-1 0,0 0 0,0-1-72,0 0 1,0 2 5,0-4-176,0 0 1,0-5-568,0 1 899,0-8-132,0 0 0,-2-7 0,-1-2 0,-2-3 0,2-4-43,2-4 1,1-7-414,0-4 1,-5-3-52,0-1 0,0-5 0,5-2 0,2-1-171,3-4 0,1 4 226,3-2 1,4 8 340,-3 1 1,2 3-1,2 7 1,1 3 0,-1 5 0,5 4 60,0 7 1,0 0 212,-5 0 0,0 7 0,-1 2 0,-2 4 145,-2 1 0,-6 0-79,2 1 0,-3-1-59,-2 0 0,-2 3 1,-2-1-1,-6-3 330,-3-1 1,-1 1-537,0 1-260,0-6 1,0 3-1,-2-6 1,-2 0-1,-2-1-2196,-2 1 0,9 0 1495,-1-5 1,3 0-1368,-3 0 2356,6 6 0,33-36 0,14-3 0</inkml:trace>
  <inkml:trace contextRef="#ctx0" brushRef="#br0" timeOffset="216">19038 16946 8186,'8'-6'-767,"-2"4"1,-1-6 849,0 3 0,-1 2 1767,-4-6-1726,0 6 1,0-5 12,0 3 1,-1 3 203,-4-2-22,4 2 1,-6 1 39,7-4 1,-1 3 393,-4-3 797,3 4-1176,-4 1 0,4-5-342,-2 0-460,2 1-201,-4 4 340,6-7-110,0 6 1,0-7 328,0 3 855,0 4-189,0-12 0,0 10 1011,0-7-909,0 7-477,0-10 0,0 10 1,1-5-1,3 1 0,0-1 169,-1-3 1,4-2-429,-3-1-44,1 6 0,0-5 0,0 4 0,-1-4-127,3-1 193,-6 0-741,6-1 626,-7 8 1,0 2 168,0 10 258,0 2 1,0 8 0,0-1-1,0 0 1,-2 0 418,-3 1 0,2 0 56,-6 4-537,6-3 0,-5 5 1,4-7-1,0 2 0,-1 1 327,-1 2 1,4 0-209,-3-5-253,-3 0 1,7 1-1,-5-3 1,1-1-1,0-1-198,2 1 1,1-3 99,2 1-801,0-6-2205,0 4 1787,0-7-958,0 0 0,19-19 0,5-5 1</inkml:trace>
  <inkml:trace contextRef="#ctx0" brushRef="#br0" timeOffset="217">19265 16861 8186,'0'-15'0,"0"1"634,0 0 0,5 0 0,0 0 0,-2-1 719,-1 1 1,2 0-352,1 0-516,6 0 1,-8 4-1,7 1 1,1-1 94,2 2 0,-4 2-472,1 6-56,-1 0 0,4 1 0,-2 4 1,-2 5-1,1 2 16,-2 3 0,3-1-205,-7 0 1,1 2 63,-5 3 0,0 1 0,-1 6 0,-4-4 200,-5-2 1,-2 4 65,-3-5-68,1 6 0,-3-9 0,1 3 0,3-3 364,1-2-355,-1 0 0,7-1 257,6-4 0,8-3 0,11-6 1,4-1 124,4-4 1,8-3-161,3-6-252,3 0 0,0 0 1,-3-1-1,-6 1 0,-7 0 122,-6 0 0,-3 4-456,-2 1-878,-6 6 1,-5-4-54,-13 7 0,-1 7-256,-12 2 417,-1 4 1,-9 3 0,0 1 0,1 2 998,2-2 0,-9-16 0,-7-5 0,-4-1 0,0 1 0</inkml:trace>
  <inkml:trace contextRef="#ctx0" brushRef="#br0" timeOffset="218">14076 17557 6505,'0'-9'6292,"0"-1"-5358,0 7 0,0-5 411,0 4 1,0 0 202,0-5-1214,0 6-156,0-4 1,-5 18 0,1 5-1,-1 5 176,-2 4 1,4 2-405,-6 1 11,-1 1 1,1-4 0,1 2 0,0 3 0,2-2-158,-1-2 1,1-1-151,1-6 228,4 0 0,-6-5 1,7 0-1,0 0 1,2-1-113,3-3 1,-2-3 122,6-2 107,1-3 1,9 4 0,1-6 0,3 0 0,0 0 195,-1 0 1,8 0 80,-6 0-179,6 0 1,-8 0-1,7 0 1,-3 0-1,-2 0 105,-5 0 0,-3 0-28,-2 0-102,0-6 0,-4 4 0,-2-4 0,-2 0 8,-3-4 0,-1 2-252,-2-1 0,0-1 0,-7 1 1,-2-1-1,-4 1 1,1-1-710,2 1 0,-2 1 409,2-2 227,-3-2 1,-1 9-731,0-7 559,6 7 725,2-3 1,12 7 0,4 4 0,2 5 0,2 1 509,1-2 0,-1 7-147,0-7-470,0 13 0,-6-15 1,-1 9-1,-3-1 1,1 0 158,-2 2 1,-3 0-619,-5-2 33,-2-8 1,-8 6 0,1-3-1,-2 1 1,-1 0-1372,-2-2 1,0-6-1503,5 2 1562,0 3 1,1-5 1533,4 7 0,27-7 0,14 3 0</inkml:trace>
  <inkml:trace contextRef="#ctx0" brushRef="#br0" timeOffset="219">14773 17941 8505,'6'8'2631,"-4"5"1,4-10-2110,-6 6 0,0 1 1,0 4-1,-2 2 1,-1 1-114,-2 2 0,-1 2 1,3-4-1,-2 4-318,2 1-95,-5-5 0,7 8 1,-6-6-1,2-1 0,1-3-196,1 0 0,-1-1 0,1 0-518,-1 0 114,-1-6 462,5-1 0,-5-9 1,0-3-1,2-4-284,2-4 1,1-3 113,0-3 0,0-3 119,0-6 1,0-2 0,1-2-1,2-3 32,2-1 1,5 3 213,-6-5 1,7 6 199,-1-1 0,-1 8 1,4 3-1,4 3 125,4 6 1,3 1 517,4 7-655,0 0 0,1 7 0,-2 1 0,-4 3 0,-4 2 408,-3 3 1,-3 7-184,-4 1-291,-2-1 0,-7-3 0,-2-1 1,-3-1-1,-4-2 196,-4-2 0,-6 1-163,0 4 0,-6-5-472,1 1 1,-3-6 0,-1 4 0,0-1-1174,-1-4 0,5 0 200,1 2-318,5-4 0,-7 6-2936,6-7 4491,6 0 0,58-13 0,18-3 0</inkml:trace>
  <inkml:trace contextRef="#ctx0" brushRef="#br0" timeOffset="220">15071 18126 7849,'-6'-8'7054,"3"2"-5136,-7 6-934,7 0 1,-8 1 72,6 4-713,-6 3-349,10 6 1,-6 0-1,6 1 1,-2-1-518,-2 0 484,0 0 0,5-4-627,0-1 476,0-6 19,0 4 89,0-7 0,2-8 1,1-5-1,5-4 1,3-2-95,5-2 1,3 4 331,0-7-99,3 7 0,5-5 0,-2 6 0,-1 0 0,-1 3 183,-1 1 0,-1 6-102,-7 1 18,0 3 1,-6 4 0,-3 3-1,-3 4 696,-2 4-638,0 1-706,0 0 0,-2-1 1,-1-2-1,-4-3 1,1 0-2052,0-1 0,-4-2 68,6 5 1766,-7-7 0,7 3 708,-5-6 0,18-6 0,1-2 0</inkml:trace>
  <inkml:trace contextRef="#ctx0" brushRef="#br0" timeOffset="221">15441 18098 7874,'8'-8'9674,"-2"-5"-7661,-6 11-996,0-4 0,-6 6-441,-4 0 1,-2 0-363,-3 0 0,1 6-247,0 4 1,0 3-1,0 2 1,1 3-316,3 1 0,-1 1 397,7-1-463,-7-3 0,9 4 0,-3-5 0,5-1 0,5 0-405,5 0 0,4-4 460,5-1 0,1-6 193,4 2 0,3-5 0,-4-5 0,3-4-73,-3-4 0,4-2 229,-3-4-53,-3 3 1,-1-10 0,-7 6 0,-4-2-1,-4-2-195,-3 2 0,-4 1 37,-3 7 97,-9 0 0,-8 6 0,-7 3 1,1 4-1,0 1-131,-1 0 0,5 5 19,1-1 118,5 7 0,3-3 0,7 7 1,1-1-27,4 0 0,3-1-98,5-4 71,3 4 1,11-12 0,1 4 0,2-3 0,4-2-495,1 0 0,1-7 22,0-2 451,1 2 1,-2-7 0,-2 2-1,-1-6 1,-1-1-110,0-1 1,-3 4 515,-6-3-81,0-3 1,-6 5 0,-1-6 0,-3 3 0,1 2 1556,-2 3 1,-1 5-541,-2 1-675,-6 6 1,2-4-1,-3 9 1,-1 4 437,0 8 1,3 2-282,-4 8-226,5 0 1,-7 4-1,5 0 1,0 1 0,-1-1 901,4 1 0,-3-1-1314,1 1-12,0-7 1,4 3-1,-2-6 1,-2-2-1,2-1-254,1-2-1951,2-6-5,0-1 1,0-9-23,0-3 1,0-3-174,0-6 1945,0 0 1,0-5-1,0-2 1,0-1-1,-1-1 477,-4 0 0,-3-2 0,-6 6-176,0 0 1,1 10-1,2-1 2645,1-1-1681,7-1 330,-3 4 1,12 1 0,5 7 0,5 0 0,5 0 761,1 0 1,1 0-1243,6 0-561,-1-6 1,1 5 0,-1-4-1,1 3 1,-3 2-653,-2 0-439,3 0 373,-11 0 1,0 0-127,-7 0 1,-6 2 192,2 3 837,-10 2 1,2 3-1,-5-1 1,0 2-1,2 2 679,0 1 1,-4 5-433,5 0-87,-6 0 1,8-5 0,-5 1-1,2-1 1,3 0 190,1 0 1,-3 0-887,1 1 236,-1-1 0,7-5 0,2-1 0,6-1 0,2-4-270,3-2 1,-1-1-8,0 0 181,7-6 0,-6 3 1,6-8-1,-1-3 1,3-4-138,-1 1 1,3-5 122,-6-2 61,0 3 1,-5-5 0,-1 3 0,-4 0 0,-4 1-213,-3 1 1,-4 4 86,-3 7-12,-3-2 1,-12 10 0,-4-3-1,-3 4 1,-3 2-173,-3 4 0,3 3 95,-3 6 220,3 0 1,8 1 0,3-1-1,3 0 1,3 0 11,4 1 1,3-1 128,6 0-49,0 0 1,6-4-1,5-2 1,6-2 0,7-3-23,3-1 0,6-2-168,0 0 134,7 0 1,-9-7 0,6-1-1,-1-1 1,-1-1 45,-1-1 0,4 0-36,-4 2 212,-1-4 1,-6 12-1,-4-6 571,-4 1-406,-3 4-46,-8 2 0,-3 4 603,-10 5-335,3-6-10,-4 10 0,0-12 244,-4 4 1,2-3-915,-1-2 81,-1 0 0,1 0 1,-1 0-1,-1 0 1,-3 0-94,-5 0 1,3 4-539,-3 1 492,4 6 1,0-8 0,1 7 0,0 1 0,0 2-149,0 1 1,4 0 97,1 0 277,5 0 1,-2 1 0,6-1 0,2 0 14,2 0 1,9-4-91,6-1-109,0-6 1,2 4-1,2-7 1,4-2-1,2-3-236,-1-4 0,-4-4 485,-1-1-124,1 0 0,3 0 0,-3-1 0,-5 1 0,-4 0 463,0 0 1,-3 0 454,-2-1-399,-4 7 0,-6 1-249,0 2-379,0 10 136,-6-4 1,3 15 0,-5 1 0,1 2 0,4-1 73,2-3 0,1 0-12,0-1-235,6 0 0,2 0 0,6-1 0,0-2 0,2-3-159,3-2 0,-3-1 12,3-5 301,-3 0 0,3-6 1,-2-4-1,-3-2 1,-3-3 113,0 1 0,-4 0 78,-3 0-194,-2-1 1,-2 0 0,0-3 0,0-1-1,-2 2-265,-2 1 0,-4 7 152,-7-1-51,-5 7 1,4-3 0,-4 6 0,1 0 0,0 1-495,1 4 0,2 3 7,2 6 607,6 0 1,-3-4 0,7-1 0,0 2 0,3 2 288,1 1 1,0 0-170,0 1 63,6-7 1,2 3 0,8-7 0,3 0 0,4-3 266,4-1 0,0 0-253,-3 0-103,9 0 1,-9-6 0,9-4-1,-3-4 1,-2-3-140,1-2 1,-1-5-141,1 5 133,-7-6 0,1 3 0,-7-7 1,-5 1-1,-1-1-269,-2 1 1,-5 0 199,2-1 97,-10 7 0,2 1 1,-8 9-1,-4 2 1,-2 6 0,0 2 1,-1 4-70,-1 2 216,4 4 1,-6 8 0,7 1-1,0 2 1,-1 0 486,1 2 1,5-4 110,-1 7-447,7 0 0,-8 2 0,6 0 0,2-3 0,2 1 633,1-2 0,6 4-325,3-8-473,4 1 0,3-1 0,1-2 1,4-4-1,-1-1-445,1-3 0,4-1 180,-1-7 100,-4 0 0,7-7 1,-5-2-1,2-4 1,0-1-265,1 0 1,2-5-11,1 0 345,1-7 0,-6 11 0,-1-4 1,-1 3-1,-4 2 164,-1 0 0,-2 1-133,1 3 35,-1 4 1,0 6 0,0 0 0,0 2 152,1 2 1,-3 4 7,-2 7-169,-4-1 1,-1 0-1,0 0 1,-2 0-1,-2 1 352,-1-1 95,0 0-378,0 0 1,-1-1 0,-4-4 0,-4-2 0,-4-3-38,-1 1 1,-2 0-139,-3-5-10,3 0 0,-9 0 1,4-2-1,1-1 1,-1-2-1770,4 2 1095,1-5-2266,2 7 1,1-7-2012,4 3 5035,-4 4 0,30-18 0,1 3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04:35:29.062"/>
    </inkml:context>
    <inkml:brush xml:id="br0">
      <inkml:brushProperty name="height" value="0.053" units="cm"/>
      <inkml:brushProperty name="color" value="#FF0000"/>
    </inkml:brush>
  </inkml:definitions>
  <inkml:trace contextRef="#ctx0" brushRef="#br0">22038 8089 8019,'0'-9'-425,"0"-1"1,0-1 1182,0-2 1,2 4-52,2 0 1,-2 4 8,3-5-452,-4 7 1053,-1-3-948,0 18 0,0-2-124,0 9 0,0-3 1,-1-2-1,-3 0 295,0 0 1,-1 1-314,5-1-77,0 0 1,0 2 0,-2 1-1,-1 2 1,-2-1 97,2-3 0,0 0-598,-2-1 236,4 0 0,-5-5 0,6 1 0,-2-1 0,-1 1-628,-2-1 530,0-5 105,5 2 0,-1-6 0,-2-2-325,-2-2 0,0-4 109,5-7 268,-6 1 1,4-2 0,-4-3 0,1-4 0,0-4-135,2-2 0,2 1 320,1 0-80,0-1 1,0 2 0,0 2 0,1 1 0,6 1 12,7 1 0,2 6 173,7 6-196,-5 7 0,8-8 0,-2 6 0,1 2 0,1 3 50,-3 5 0,-5-2-22,1 7-53,-3-1 0,-9 10 1,-2 0-1,-3-2 1,-2 1 266,0 1 0,-2-4 153,-3 4-332,-2-3 1,-12-2 0,-2 1 0,1-3 0,-3-1 91,1-1 0,-1-7-378,-6 2 67,7-4 1,-5-1-1,5 0 1,0 0-1,3 0-1339,3 0-512,2 0 530,6-6 1436,2 4 0,56-10 0,14 4 0</inkml:trace>
  <inkml:trace contextRef="#ctx0" brushRef="#br0" timeOffset="1">22365 8103 8069,'0'-9'-1410,"0"-1"2008,0-1 1,0 3 0,0-1 1955,0-2-1963,0 5 1,0-2-1,2 5 339,2-2-378,-2 0 1,4 11-132,-6 4 1,0 2-215,0 3 0,0 4-49,0 0 1,0 1 0,0-2-1,0 0 24,0 0-140,0 4 0,0-6 0,0 3 0,0-3 0,0-1-100,0 4 0,0-8-74,0 4 157,0-4 1,0-2-1,0 1 532,0 1-490,0-5 198,0 0 1,-5-12-1,1-4 1,-1-4-223,-1-5 1,4-1-672,-3-4 498,4-9 0,1 9 1,0-11-1,0 2 0,1 0-255,4 2 1,3 0-72,6 3 315,0 0 1,2 6-1,2 4 1,1 6 0,-1 4 81,3 1 1,0 3 149,2 4-55,-2 0 1,-7 6-1,-1 3 1,-2 4-1,-3 1 212,-2 0 1,-1 1 40,-5-1-158,0-6 0,0 4 0,-2-2 0,-3 1 0,-4 0 302,-4-2 1,-3-1-801,-3 2 193,4 2 1,-11-10 0,7 3 0,0-4 0,1 1-691,-1 3 0,-5-4-1000,5 4 1001,0-3 0,9-2 0,1 0-2041,-2 0 2904,5 0 0,37 12 0,17 4 0</inkml:trace>
  <inkml:trace contextRef="#ctx0" brushRef="#br0" timeOffset="2">22777 8118 8091,'0'-10'480,"0"1"535,0-2-413,0 4 0,0-1 601,0 4-920,0 2 206,0-4-183,7 6 1,-6 1-157,4 4 1,-4-2 0,-1 7 106,0 1 1,0 1 82,0 3-261,0-1 0,0 0 0,0 0 0,0 2-98,0 3 0,0-3 44,0 3-31,0-3 1,0-2 0,0 0-1,0 0 1,0 0-79,0 1 0,0-6 51,0 1 217,-6-7 812,5 9-466,-6-4-417,7 0 1,0-8-1,0-9 1,-1-4-174,-4-1 0,3-5-494,-2 0 404,2-6 1,2 3 0,0-7 0,2 2 0,2 2-438,6 1 0,-2 2 144,1-2 294,1-2 1,4 10 0,0-2-1,0 6 1,1 4 61,-1 2 1,0 1 25,0 5 137,-6 0 1,5 1 0,-4 4 0,2 5 415,-1 2 1,-4 2-300,-6 1-82,0-1 0,0 0 0,0 0 0,0 1 96,0-1 0,-6-2-374,-4-2 18,-2 3 1,-9-10 0,-1 5 0,-2-2-1,-1-3-740,-5-1 1,2-2-1312,-6 0 1075,11 0 1125,-4 0 0,24-32 0,-2-7 0</inkml:trace>
  <inkml:trace contextRef="#ctx0" brushRef="#br0" timeOffset="3">28365 8075 8004,'0'-10'176,"0"1"1,0-2 611,0-2 1,0 4 143,0-1 0,3 7-365,-3-2 1,-2 15-1,-9 4-236,2 2 0,4 1-151,-4 2 0,1-1 0,-3 5 0,3 1 24,1-2 1,-2 5-33,4-3 1,1 1-165,4-1 1,-2 1 0,-1-5 0,-2 1 102,2 0 1,1-3 34,2-3-146,0-7 1,0 4 514,0-2-762,0-10 170,0-2 1,-4-17-1,-1-1 1,2-2 0,1-4-250,2-1 1,0-6 4,0 0 140,0 0 1,6 4-1,4 1 1,3 0-1,1-1-231,0 1 0,5 6 104,0 3 296,6 3 1,-7 2 0,4 1 0,-2 4 56,-2 4 1,-3 5-55,0 5 51,-8-4 1,1 16-1,-4-2 1,0 0-1,-1 1 328,-1-2 1,-2 5 43,0 0-335,-6 0 1,3-4-1,-7-1 1,-1 0-1,-2 0 39,-1 0 0,-2-4-815,-3-1 317,4-5 0,-12 2 0,5-5 0,-2 3 1,2 0-908,1 0 0,2-3-2,5-1 1289,6 0 0,40-19 0,15-5 0</inkml:trace>
  <inkml:trace contextRef="#ctx0" brushRef="#br0" timeOffset="4">28607 8103 8029,'-2'-9'-332,"-1"-1"1291,-2-1 0,0 3-130,5-1 1,0 4 304,0-4-595,0 6 0,0-2-312,0 10 0,0-2 1,2 6-1,1 2 247,2 2 0,0 1-118,-5 0-190,0 7 0,0-4 0,0 5 0,0 0 0,0-1 359,0 0 1,0 4-559,0-1 1,0-2-28,0 1 0,0-5 0,0 1 0,0-4-94,0 0 1,0-1-234,0 0 336,-7-6 0,6 0 1,-4-7 211,3-1 1,2-3-11,0-11-233,0-6 0,0 2 1,0-7-1,0-3 1,0-6-281,0-2 1,2 0 253,3-2-42,-4-3 1,10 11 0,-4-3-1,0 2 1,6 5-126,5 2 1,-3 3 42,4 7 194,3 6 0,-1 2 0,4 6 1,-3 2-1,-1 2 115,-4 6 0,-3 2 169,-4 3-173,-4 5 1,-6-4 0,0 4-1,-1-1 1,-4 0 356,-5-1 1,-4-2-245,-5-2-194,-3 6 1,-2-9 0,2 4 0,0-4 0,2-2-917,-1 1 1,-3-6 120,5 6-999,1-7 1,3 5 1801,1-3 0,50-4 0,13 6 0</inkml:trace>
  <inkml:trace contextRef="#ctx0" brushRef="#br0" timeOffset="5">28976 8146 8082,'0'-9'104,"0"-1"451,0-1 0,-5 3 173,1-1 316,-1 5 1,0-3-169,1 2-602,-1 3-46,5 2 1,-5 8 0,0 6-1,1 1 1,-1-1 469,0 0 1,-1 5-556,1 0 1,3 6 0,-4-3 0,1 2-54,1 0 1,-1-5 183,5 4-166,-6-5 0,4 7 0,-3-6 0,4-2-209,1-1-112,0-2 413,0-6 1,0-3 0,0-10-1,0-4-220,0-4 1,0-3-294,0-3 223,0-3 0,0-6 0,1-1 0,2-1 0,4-1-350,1-2 1,1-1 135,5 6 174,1 0 0,-1 1 0,0 3 1,0 5-1,0 5-140,1 4 0,-1-1 385,0 7-99,0-1 0,1 10 0,-1 1 0,-2 2 0,-1 4 296,-1 6 0,-7-2 50,2 3-258,-4-4 1,-1 0 0,0-1 0,0 0 0,-1 0 400,-4 0 1,-3 1-420,-6-1-231,0-6 0,0 0 1,-2-5-1,-2 2 1,-2-2-887,-2-2 1,3-1-1659,-5 0 1787,7 0 1,-4 0 901,7 0 0,44-31 0,11-9 0</inkml:trace>
  <inkml:trace contextRef="#ctx0" brushRef="#br0" timeOffset="6">22976 8118 7489,'0'-10'-1315,"0"1"1176,0 5 15,0-2 657,0 6 431,0 0-740,0-6-63,0 4 252,0-4-71,0 6-179,0 0-223,0-6 88,0 4 163,0-4 211,0 6 1277,0 0-1466,7 0-284,-6 0 204,6 0-212,-7 0-3666,0 0 3745,0 6 0,0 21 0,0 11 0</inkml:trace>
  <inkml:trace contextRef="#ctx0" brushRef="#br0" timeOffset="7">23033 8146 8107,'0'-9'-118,"0"-1"0,0-1 606,0-2 1,-5 4 0,1-1 201,1-1 1,-1 5-82,0 1-362,2 4 1,-6 1 0,3 0-1,-4 0 221,-4 0 1,-1 0-205,0 0 0,-2 6 0,-1 2 0,-2 1 92,1 1 0,-2-1-104,1 6 1,0 0-124,5 4 0,-1-3 0,1 3 0,0-3 58,0-2 0,4 2-325,1 3 109,6-3 0,-4 4 0,9-6 0,3 1 0,4-1-72,4 0 1,6-1-36,0-4 119,12 4 1,-7-12 0,11 4 0,-2-2 0,0 0-165,-1 2 0,-4 0 116,-4-5 68,3 0 1,-11 0 0,2 0-1,-3-2 1,-4-1 362,-2-2-223,-6 1 61,4 4 0,-9 0 1,-3 0 385,-4 0 0,-4 0-117,-1 0-279,0 0 0,-2 0 0,-1 0 0,-4 0 1,1 0-109,-1 0 1,-3 0-331,5 0 1,-6-2 166,1-3 0,4 4 1,-1-6-1,2 3-81,0-1 1,0-4-29,5 4 176,0-6 1,6 3 0,2-6 0,1-1 0,2 1-295,5 0 285,4-7 1,14 4 0,4-5 0,3 0-1,3 0-54,3-4 1,-3 6-147,3 1 140,-3 3 1,-1 2 0,-1 0-1,-1 1 1,-2 4-49,-1 4 1,-7 3 230,2 2 33,-3 0 1,-8 2-1,-3 3 176,-4 4 1,-1-1 96,0 1-177,0 1 1,-6-1 0,-5-1-1,-5 0 1,-4-1 423,-2-1 0,-4 3-189,-7-4-773,3 0 0,-6-4 0,4 3 0,1 0 0,2-1-645,4-1 0,7-2-894,-1 0 1,5 2 890,5 2 0,4-1 1,11 5 952,9-1 0,19 6 0,9 4 0,7-1 0,0-1 0</inkml:trace>
  <inkml:trace contextRef="#ctx0" brushRef="#br0" timeOffset="8">29232 8061 8077,'0'-15'196,"0"1"0,-1 0 1246,-4 0-930,3 0 1,-4 4 0,4 2 0,-2 2 0,-6 3 0,-3 1 955,-1 2 1,0 0-1103,0 0 1,-5 2-168,0 3 0,-6 2 1,3 8-1,-2-1 10,0 0 1,5 0 0,-3 2-1,2 1-23,2 2 0,2 2 1,2-2 1,0-2-69,0 7 1,-1-2-1,3 2 1,2-4-167,6 1 1,2-5 39,2 3 27,0 3 1,0-6 0,3 1 0,5-4 0,8-4-83,4 2 0,4 0-59,5-1 0,-1 1 22,0-7 0,2 1 1,2-5-1,1 0-296,-1 0 397,-9 0 1,3 0-1,-7 0 1,-2 0 0,-1 0 107,-2 0 1,-6-1-141,-3-4 437,-4 3 0,-2-4 261,-4 6 1,-3 0-340,-6 0-189,0 0 0,-1 0 0,0 0 1,-3 0-1,-1 0 7,2 0 1,-5 0-203,-2 0-35,4 0 1,-6-5 0,6 0 0,-2 2 0,-2 0-287,2-2 1,1 4 33,7-4 236,0-3 1,0 5 0,-1-6 0,3-3-137,2 0 0,4-2 110,6-1 1,8-4 3,6 0 0,2-1 1,8 3-1,1-4-214,2-1 1,6 5 86,0-2 0,0-2 111,-4 2 0,-1 5 0,-1 4 0,-2 1 68,-1 1 0,-7-3 360,2 6 25,-3 0 103,-8 5-148,-2 7 1,-12-6 101,-3 4 0,-9 1 0,-2 1 0,-2-1 281,-4 0 1,1 1-429,1-3 1,-3 0-366,4 5 0,2-4 0,2 4 0,3 1-1925,2-2 1573,6 4 0,2-4-138,6 6 0,2-1 0,4-2 0,7-1-1174,4 1 0,10 1 1810,1 3 0,39 5 0,-26-9 0,0 0 0</inkml:trace>
  <inkml:trace contextRef="#ctx0" brushRef="#br0" timeOffset="9">20758 9155 8094,'0'-9'1007,"0"-1"0,0 6-720,0-6 0,2 7 392,3-2-240,-4-3-96,6 7 0,-7-4-82,0 10 1,0 4-151,0 10 0,0-3 1,0 5-1,0-2 0,0 0 0,-5 4 31,0-4-106,0 6 1,5-7-1,0 4 1,0-2-1,0-1-98,0 2 1,-4-5 10,-1 3-47,0-10 0,5 4-102,0-4 186,0-2-21,0-1 1,-6-8-1,-4-1 1,-1-3-316,2-2 1,-4-2 137,4-4 102,2 6 1,-5-4 187,2 2 1,2-1 110,-1 2-21,6 2 927,-4 7-695,7 0-297,7 0 0,-4 2 0,6 1 0,2 2 0,2-2-282,1-1 1,2-2-490,3 0 412,-3 0 0,4 0 0,-4 0 0,2-2-677,0-3 1,1 4-1069,-4-4 2001,-7-3 0,-40-6 0,-15-8 0</inkml:trace>
  <inkml:trace contextRef="#ctx0" brushRef="#br0" timeOffset="10">19735 9738 8125,'-2'-9'251,"-1"-1"811,-2-1 0,-1-1-42,1-3 0,4 9-515,-4 6 1,3 2-225,2 7 1,0 2 0,0 7-1,0 2-81,0 2 1,-5-3-97,1 5 0,-1-5 0,3 3 0,-1-2 130,-1-2 1,-1-2-584,5-2 1,-5 0-1,0 0-1588,2 0 1486,2 1-279,1-7 1,-5-4 0,0-8-293,2-6 1,1-3 791,2-1 90,0 0 0,2 0 1,1 0-1,3-1 318,2 1 0,-3 2 562,5 2-445,-1 4 0,5 1 0,0 0 0,1 2 606,-1 2 1,0 1-407,0 0-390,1 0 0,-1 0 0,0 0 0,0-2 0,0-1-338,1-2 1,-6-1-33,1 1 87,-1 3 0,-1-10 1,-3 2 141,-4-2 0,-1-3 687,0 1 285,0 6 332,0-4-983,0 10-72,-6-4 1,4 12-1,-2 5 1,0 5 0,1 3 511,-1-2 1,-1 4 28,5-2-693,0 6 0,0-8 0,-2 6 0,-1-3 0,-2-3-793,2-1 479,2 5-563,1-5 1,0 4-1245,0-6 1,0-4-450,0-1 2509,0-6 0,12-34 0,4-17 0</inkml:trace>
  <inkml:trace contextRef="#ctx0" brushRef="#br0" timeOffset="11">19962 9951 8143,'6'-7'1350,"-4"-1"-456,3 3 0,-4 2 889,-1-7-1561,0 7 1,2-3-1,1 4 1,3-1-340,2-2 42,-5 1-65,10 4 0,-5-7 1,6-1-212,0 1 0,-4-5 5,-1 8 236,-5-7 0,7 8 1,-7-7-1,1 1 19,1 1 111,-4-5 5,4 11 0,-7-4 0,-4 6 0,-4 0 91,-4 0 0,-1 6-99,-1 4 111,8 9 1,-6-3-1,5 4 1,-1-1-1,1 0 250,1-2 0,3 4-124,4-2-294,-7 0 0,6-5 0,-2 0 1,6-1-1,6-2-269,4-1 0,3-7-439,3 1 573,-4-2 1,7-2-1,-4 0 1,2-2-1,1-2-249,-1-6 0,-1-2 505,-4-3-61,-1-5 1,0 4 0,0-3 0,-1 3 0,-2 2 320,-2 0 1,-4 1-47,5 4-24,-7-4 0,9 12 71,-2-4-200,-4 3-98,1 2 1,-6 2 0,2 3-202,2 4-283,0-3 20,-5 1 329,0-1 347,0-4-149,0 4 0,-2-6 0,-3 1 59,-4 4 0,-4-2 273,-1 7-351,0-7 1,0 8 0,0-5 0,-1 2-1,1 3 39,0 2 1,4-4-8,1 1-375,6-1 0,-8 1 1,8-2-428,4-2 1,1-1 314,7-5 194,7 0 1,0 0 0,4-2-1,-1-1 1,0-3-143,-1-2 1,-3-2 650,0-4-140,-1 6 0,-5-3 1,-1 5-1,0-2 1370,0-3-887,-5 5-77,3-1 1,-7 9-26,-4 3 0,4-2-223,-4 6-308,-3-6 1,6 10-1151,-2-3 687,2 2 120,8-4 1,2-2 0,6-6 0,1 0 0,-1-1-530,0-4 1,0 2 464,1-7 231,5 7 0,-4-8 0,3 5 0,-3 0 214,-2-1 1,0-2 373,0 4-206,1 0 0,-6 5 1,0 0 655,3 0-705,-6 0 86,0 0 0,-4 0 452,2 0-550,-2 0-341,4 0 0,-7 0-385,-4 0 485,-3 0 93,-6 0 1,0 2 0,0 1 0,-1 3 125,1 2 0,0-3-7,0 4-49,6 1 1,-5 4-1,5 0 1,0 1 153,4-1 1,-3-5-276,3 1-53,-1-1 1,6-1 0,4-3 0,5-4 0,2-1-340,2 0 1,5 0 98,0 0 216,0-6 0,0-2 0,0-6 0,-1-2 0,-3-1-73,0-2 1,-3-5 7,-2 5 138,2-6 1,-10 8-1,3-7 1,-4-1-1,-1-1 152,0 3 382,0-4-336,-6 11 1,3-3 0,-7 10-76,-1 4 1,5 11 166,1 8-120,-3 1 0,7 10 1,-4-5-1,3 1 0,1 1 502,-4 0 1,3-4-48,-2 0-605,2 5 0,2-8 1,2 4-1,1-3 0,3-2-381,2 1 1,2-6 136,4 1 79,0-7 0,5 3 0,2-6 1,-1 0-1,2 0-500,0 0 1,-4-6 136,1-4 411,3-2 0,-8 2 0,2 1 0,-5-2 1,-2-2 99,-1-1 1,-1-1 291,-7 1-187,0 0 0,0 5 1,-2 1-1,-1 0 110,-2 0 0,-6 5 286,2-2-322,-4 3 0,-1 9 0,-1 1 0,3 1 202,2 1 1,-1-1-189,7 5-147,-1 0 1,3-4 0,-1-1 0,-2 3-7,2 0 0,3 1 86,5-4-245,3 4 1,1-10-1,1 5 1,1-2-1,1-3-483,3-1 1,-1-2 256,0 0 271,0 0 0,1 0 1,-3-2-1,-1-1 0,-1-3-58,1-2 1,-3 3 368,1-4 82,-6 6-9,10-10 47,-11 11 73,4-4 1,-6 8 0,0 2 1232,0 6-1072,0 3-493,-6 1 1,4-5 0,-4 1-260,-1 1 57,6-5-401,-6 0 44,7-6 1,0-6-35,0-3 399,0-4 1,2-3-1,1-1 1,3-4 0,4 1-41,6-1 0,-2 2 168,5 5-45,-3 0 1,-1 4 0,3 2 0,1 2-1,-2 3-523,-1 1 329,-2 2-445,0 0 0,-4 2 0,-2 3 661,-2 4 0,-14 29 0,-8 8 0</inkml:trace>
  <inkml:trace contextRef="#ctx0" brushRef="#br0" timeOffset="12">22749 8999 8164,'-8'0'432,"-5"0"-310,12 0 0,-4 0-95,10 0 0,3 0 0,6 0 1,0 0-1,0 0-381,0 0 1,-4 0-1,-1 0 1,2 0 353,2 0 0,27 0 0,5 0 0</inkml:trace>
  <inkml:trace contextRef="#ctx0" brushRef="#br0" timeOffset="13">23332 9056 8164,'19'0'507,"0"0"10,0 0-430,-5 0-49,0 0 0,-4 0 0,-1 0-334,2 0 1,-3-5 0,1 0 0,4 2 295,4 2 0,18-6 0,9-1 0</inkml:trace>
  <inkml:trace contextRef="#ctx0" brushRef="#br0" timeOffset="14">23943 9070 8164,'16'0'0,"3"0"0,-3-5 421,3 1 1,-8-3-21,-2 3 1,1 2-310,4-3 1,0 4-1,0 1 1,1 0-204,-1 0 1,2 0 0,1 0 0,2 0-2197,-2 0 2307,5 0 0,32 0 0,14 0 0</inkml:trace>
  <inkml:trace contextRef="#ctx0" brushRef="#br0" timeOffset="15">24611 9070 8164,'15'0'-591,"-1"0"468,0 0 0,0 0 0,0 0 0,1 0 1159,-1 0 1,0-2-1019,0-2 1,1 2-1,-1-3 1,2 2-19,3-1 0,47-11 0,-24 4 0,0 0 0</inkml:trace>
  <inkml:trace contextRef="#ctx0" brushRef="#br0" timeOffset="16">25408 9042 8040,'14'0'-29,"0"0"0,0 0 488,0 0 0,5 0-367,0 0 1,2-5-129,-2 0 1,-2 0 0,8 5 0,4 0-397,3 0 0,5 0-99,-3 0 0,0 0 0,0 0 531,3 0 0,30-6 0,7-2 0</inkml:trace>
  <inkml:trace contextRef="#ctx0" brushRef="#br0" timeOffset="17">26346 9056 8164,'22'0'0,"5"0"-219,-3 0 1,-2 0 0,1 0-1,3 0 219,1 0 0,12-3 0,7 0 0,4-1 0,-1 0 0</inkml:trace>
  <inkml:trace contextRef="#ctx0" brushRef="#br0" timeOffset="18">27924 9113 8164,'14'0'-370,"-4"0"0,-1 0 0,2 0 1,2 0 369,1 0 0,7-7 0,1 0 0</inkml:trace>
  <inkml:trace contextRef="#ctx0" brushRef="#br0" timeOffset="19">27043 9056 8164,'0'-10'296,"0"1"1,0-2 0,0-2 3007,0-1-3129,0 6 1,6-3-1,3 6 1,4 2-1,3 2 1,1 1-1,4 0-482,1 0-68,2 0 0,4 1 1,-1 2-1,-2 4 1,-1 1-2643,1 3 1888,2-5 1129,1 7 0,39-6 0,9 8 0</inkml:trace>
  <inkml:trace contextRef="#ctx0" brushRef="#br0" timeOffset="20">27953 9056 8164,'26'0'0,"-2"0"0,-3 0 834,-7 0-575,0 0 1,0 0-411,0 0 0,1 0 151,-1 0 0,13 0 0,3 0 0</inkml:trace>
  <inkml:trace contextRef="#ctx0" brushRef="#br0" timeOffset="21">28720 9099 8164,'29'0'-494,"2"0"0,-1 0 0,-3 0 989,0 0 1,-5 0 0,2 0 0,0 0 905,-2 0-1229,-8 0 1,-1 0 0,-4 0-1026,4 0 543,1 0-669,-6 0 979,4 0 0,-4 0 0</inkml:trace>
  <inkml:trace contextRef="#ctx0" brushRef="#br0" timeOffset="22">24526 12368 7875,'-9'-4'-1138,"1"-3"1138,1-1 0,1 5 0,3-3 0,-2 0 0,-6 4 0,3-4 0,-1 1-368,-1 0 1,5 0 450,-4 5 0,6-1 221,-2-4 0,2 4 229,-2-4-194,4-3-156,-6 6 0,7-6-18,0 4 14,-6 2-55,4-11 0,-5 12-14,2-4 1,2-1 9,-7 1-34,7 0 1,-5 5-1,3-1 70,-4-4 1,1 3-58,-2-2-48,1 2 1,0 2 0,-1 0 0,-1 0 0,-2 0 85,-1 0 0,-2 5-59,-3 0-33,4 6 1,-8-8-1,6 6 1,-2 1-1,0-1 78,-1 1 1,4-1-25,-3 5-34,3 1 1,2-6-1,0 1 1,-1 1-1,3 1 40,2 2 1,-2 1 11,2-1-84,4 0 0,-5 0 1,4 1-1,1-1 1,0 0-52,3 0 0,0 0-47,-2 1 42,3-1 0,-4 0 0,6 0 0,0 1 0,0-1-10,0 0 1,0 0 15,0 0 24,0 1 0,0-1 0,0 0 0,0 0 0,0 0 48,0 1 1,1-3 32,4-2-63,-3 2 0,4-4 0,-6 7 1,0-1-1,2-2-19,2-2 1,-2 3 34,3-4-46,-4 4 0,4-4 0,0 1 0,0 1 0,1 0-3,3-2 1,-1 4 4,2-4-8,-7-2 1,10 5-1,-4-2 1,4 1-1,-1 0 5,-2-2 1,2-4 32,-2 5-20,3-1 1,1-1 0,-2-2 0,-1-1-1,-1 1 61,1 2 97,2-5-116,1 10 1,0-11 0,0 2 0,0-2 0,1-1 123,-1 4 1,0-3-94,0 3-14,1-4 0,0-1 0,3 0 0,1 0 1,0 0 106,1 0 0,-4 0-39,3 0-77,3 0 1,-1 0 0,2 0-1,-2 0 1,-2 0 89,0 0 0,6 0-82,-1 0-26,-4 0 1,2 0 0,-4-1 0,2-3 0,1 0 63,-1 0 1,4 3-49,-5 1-2,0-6 1,-3 4 0,1-3 0,1 2 0,-4 0 139,-3-2 1,-2-4-6,5 4-74,1-6 1,-1 3 0,0-8 0,0-1 130,1-2 1,-1 0-60,0 5-108,0-7 1,-4 4 0,-1-5-1,1 0 1,-1-1-52,1-2 0,-6 5-30,6 1 84,-7-3 1,3 4 0,-6-4 0,0 2 0,0 1 115,0-2 1,0 4 209,0-7-327,0 7 0,0-5 0,0 4 1,-1-2-1,-4-1 196,-4 1 1,1-4-298,-2 5 23,1-6 1,-6 9 0,1-3 0,0 1 0,-2 1 7,-3-2 0,2 0 108,-7 5-223,0 0 1,-6 0-1,-3 1 1,-5 2-1,-3 3-469,-1 2 0,-7 1 201,-3 5 3,3 0 1,0 1-1,6 4 1,0 5-1,2 2-1269,3 3 1,5-1 13,9 0 851,4 7 774,12-6 0,8 31 0,8 0 0</inkml:trace>
  <inkml:trace contextRef="#ctx0" brushRef="#br0" timeOffset="23">24483 13022 7776,'0'-14'254,"0"0"930,0 0 579,0-1 135,0 7-1860,0 2 0,0 8 234,0 2 1,0 4 0,0 7 0,0 0 22,0 4 1,0-1-191,0 5 1,0 1 0,0 3 0,0-2-83,0-1 1,0-2-188,0 2 119,0 3 1,0-7 0,0 4 0,-1-4 0,-2-1-528,-2 0 1,0 0 200,5-5 78,-6 1 0,4-6 1,-4-1-1011,0-2 683,4-1 642,-4-5 0,6-1 0,0-4 1,0-5-1,-2-1-57,-3 2 0,4-4 234,-4 4-103,4-4 1,-4-1 0,0 0 415,2-1-123,1 7-11,2 2 1,-1 6 512,-4 0-454,3 0-329,-4 0 1,11 2 0,1 1 0,2 2 0,3-1-9,2 3 0,6-6-15,0 4-518,6-3 1,-9-2 0,4 0 0,-1 0 0,0 0-1257,-1 0 1,-3 0-116,0 0 1256,-1 0 1,-5-2 547,1-3 0,-45-3 0,-6-6 0</inkml:trace>
  <inkml:trace contextRef="#ctx0" brushRef="#br0" timeOffset="24">24327 12496 7739,'0'-9'139,"0"-1"0,0 6 643,0-6-115,0 7-183,0-10 1,0 10 340,0-6-640,0 5 0,2-3 364,2 2-182,-2 3-47,4-4-140,-6 6-1525,0 0 0,-25 25 0,-7 7 0</inkml:trace>
  <inkml:trace contextRef="#ctx0" brushRef="#br0" timeOffset="25">24455 12354 7765,'0'-14'-364,"0"0"1,0-1 0,-2 1 1970,-2 0-1468,2 0 1,-11 4 0,4 2 0,-4 2 0,-1 3 0,-2 1 0,-1 2-1,-2 0 1,0 2 498,-2 3 1,4-2-498,-7 6 1,2 1 6,-1 4 0,-4 0 0,3 0 0,-3 1 41,-1-1 1,-1 5 0,1 0 0,1-2 50,3-1 1,-1-2 114,6 0-262,-6 1 1,7-1 0,-4 0-1,2 0 1,2 0 33,3 1 1,2 4-35,3 0 0,-1 0 0,7-5 0,-6 5 1,5 1-1,2 1 152,2-1 0,1 4-55,0-5-124,0 6 1,0-7 0,0 5 0,1 1 0,4 0 359,5-1-372,-4 1 1,6 0 0,-2-1 85,3 3 1,2-4-112,4 2 0,-3-7 0,5 3 0,-1-1 96,4 0-109,-4 0 1,6-4 0,-6-1 0,2 0-1,4 0-23,1 0 0,1-1-13,0-3 8,-5-4 0,5-1 0,-1-1 1,4-1-1,1-1-44,-2-2 0,0 0 68,3 0 67,-3 0 0,7-6 1,-4-2-1,3-3 0,4-2 338,2-3-383,-9-1 1,13 1 0,-11-1-1,0-4 1,1-2 127,0-7 1,-4 4-46,1-7-79,-3 6 1,-8-9 0,-3 3 0,-3-4 0,-3 0 76,-4-1 1,-3 1-128,-6-1 0,0-3-78,0 3 1,0 2-1,0-2 1,0 0 42,0 2 1,-1-5-37,-4 3 0,-1 3 25,-4 2 0,-2 3 0,2 2 1,-2-1-22,-3 1 1,-4 1 104,0 3-44,-6 4 0,3 5 1,-8 1-1,-3 2 0,-3 2-244,-1 5 0,-4 4 81,3 1 0,-9 0-36,-5 0 0,3 6 0,1 4 0,6 2-961,4 2 1,-2 7 550,7 3 1,0-2-227,4 1 0,7 1 1,3 5-1,4-1 853,0 0 0,-18 13 0,-5 4 0</inkml:trace>
  <inkml:trace contextRef="#ctx0" brushRef="#br0" timeOffset="26">29019 8914 7725,'0'-10'-415,"0"1"-912,0-2 1570,0 4 0,5-5 0,-1 2 0,1-2 1,0-3 1294,0 1-1228,-1 0 0,-2 1 0,1 2 555,2 2-559,0 6 621,-5-4-25,0 1-499,-7 4-265,-1-4 0,-6 6 0,0 0 0,0 2 189,-1 2 0,6 0-207,-1 5-24,1 1 1,-5-1 0,0 0-1,-1 3 1,1 0 49,0 2 0,4 1-99,1-1-51,-1 0 0,1 0 1,1 2-1,2 1 1,1 2-100,-1-1 0,4-2 142,-3-2-38,4 0 1,1 2 0,0 1 0,0 2 0,0-2 1,0-1 0,1-1 28,4-1-12,-3 0 1,9 0-1,-5-1 1,0-2-1,2-2 32,0 2 1,0 2 191,2 1-200,2-6 0,-4 5 1,6-4-1,1 2 74,-1-1 0,0 2-21,0-2-66,0-4 0,1 5 0,-1-4 1,0-1-1,0 2 39,1 0 1,-1-5-5,0 2-64,0 3 0,2-7 0,1 4 0,2-2 1,-1 0 22,-3 2 1,4 0 26,0-5-29,0 0 0,2 0 1,1 0-1,2 1 0,-2 2 92,-2 2 1,6 0-63,-3-5-18,-2 0 1,4 0 0,-6 0 0,0 0 0,0 0 59,0 0 0,5 0 85,-5 0-139,0-6 1,1 2 0,2-4-1,2 2 1,-2 1 86,-1-1 1,2 0 98,-4-4-168,6-2 1,-7 5-1,4-4 1,-1 2-1,-4-2 89,-1-2 1,3-3-18,0-3-83,0 4 0,-7-6 1,-1 5-1,-1-1 0,-1-4 64,-1-1 0,3 3-16,-6-4-71,0 5 1,-5-7 0,0 4 0,0 1 0,0-1 17,0 4 1,0-4-79,0 2 7,-7-6 1,1 8 0,-5-5 0,1 1 0,-1 2-84,-1-1 0,-7 4-55,0-3 112,0 3 1,0-3-1,-2 0 1,-1 2 0,-3 1-61,-2 2 0,-1 1 15,-1 4 74,1-4 1,-2 5 0,-2-4 0,-2 2 0,-3 5-78,-2 4 1,-2-4 34,-2 0-29,0 1 0,1 4 0,-1 1 1,0 4-1,1 4-234,-1 4 1,2 1 83,3 0-44,3 1 0,7-1 1,1 0-1,2 0 1,3 0-635,1 1 1,2-1-292,5 0 739,6 0 0,-3 2 0,6 1 0,2 4-696,1 1 1,2-4 81,0 0 557,0-2 534,0-2 0,26 13 0,5 3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04:35:29.089"/>
    </inkml:context>
    <inkml:brush xml:id="br0">
      <inkml:brushProperty name="height" value="0.053" units="cm"/>
      <inkml:brushProperty name="color" value="#FF0000"/>
    </inkml:brush>
  </inkml:definitions>
  <inkml:trace contextRef="#ctx0" brushRef="#br0">5289 3042 8108,'-6'-8'-11,"5"1"264,-4 2 272,3 3 0,2-10 0,0 2 0,2-1 1441,3 2-1842,-4 2 0,5 9 0,-6 3 1,0 4-1,0 4 308,0 1 0,0 6-205,0 4-223,0-3 1,0 4 0,-1-6 0,-2 0-1,-2 0-263,2 0 209,1 0 0,2-4 1,0 3-1,0 1-462,0-2 0,0-1-165,0-2 1,0-4-1426,0-1 787,0-6 629,0 4 0,2-7 686,3 0 0,9-64 0,-3 25 0,0-1 0</inkml:trace>
  <inkml:trace contextRef="#ctx0" brushRef="#br0" timeOffset="1">5318 3042 8108,'0'-14'420,"0"0"1,0 0 6,0-1 1,0 1-87,0 0 1,1 0-1,3 0 132,0-1 0,7 3-426,-1 2 1,-2-1 0,1 6 0,2 1 81,2-3 0,3 6 102,3-4-225,-3 4 1,4 5 0,-6 3 0,-1 0 0,-2 5-241,-2 0 1,-5 2 208,0 1 1,-2 4 0,-2-1 0,0 0 63,0-2 1,-6-2-278,-4 0 195,-3 0 0,-1 1 1,-2-3-1,-1-1 0,-2-3-251,2-2 1,1 1 101,2-3 0,0-2 128,-1 3 0,1-4 199,0-1-49,6 0 0,3-4-54,10-1 0,-2 0 0,7 5 0,1 0 123,1 0 1,3 0 8,-1 0 1,0 6 0,0 4 0,0 3 220,1 1 1,-3 0-245,-2 0-91,2 0 1,-4 1 0,5-1 0,-2 0 0,-2 2-5,3 3 1,-5-5-481,3 0 303,-7 1 1,10-12-1,-4 5 1,4-2-65,1-3 1,5-3-251,0-5 384,0-3 1,-3-11 0,3-1 0,3-2-1,0-3 103,-3-2 0,-3-2-44,-2 1 178,0-1 1,-1 7 0,-4 3 0,-4 4 614,-4 0-704,-1 1-26,0 6 0,-1 2 0,-2 7 1,-4 3-1,0 4-175,-5 4 0,5-1 166,-3 8 0,2-3 0,-3-2 0,3 2-18,2 3 0,0-3-64,1 3 1,3-8-1,-2-2 1,2 2-92,2 2 1,2-4-311,2 1 304,4-7 1,6 3 0,2-6 0,3 0 0,5-1-635,3-4 616,1-3 0,1-6 1,-1-2-1,-1-1 1,-2-2 1,-1 1 1,-2 1 161,2-2 0,-2 5 0,-5-2 126,2 5 0,0 3 63,-5-1-51,-6 2 0,5 7 359,-4 0-411,-2 7 0,-1-4-218,-6 6 99,0-6 244,0 4 1,-2-7 39,-2 0-273,-4 0 0,-6 1 0,-1 2 0,1 2-76,0-2 0,0 5 131,-1 2-61,1-4 0,0 7 1,0-4-1,0 4-30,-1 1-53,7 0 1,-3 0 0,7 1-528,0-1 581,3 0 1,2-6 0,4-3-1,5-4 69,2-1 0,3 0 314,-1 0-232,0-6 1,0 0-1,0-5 1,1 1 0,-3-1 323,-2-2-8,2 6 0,-4-6-101,7 3-166,-1 4 0,-6 1 0,-2 12 419,0 7 0,-4 2-58,3 7-292,-4 1 1,-1 6 0,0 2 0,0 1 0,0-2 626,0 0-836,0-3 0,-5 0 0,1 1 1,1-2-1,-1-4-217,0-4 0,2-3 117,-3-2 1,2-1-311,-2-4 1,4-1-170,-4-3 421,4-3 241,1-2 1,1-8 0,4-6-1,4-1-24,4 1 0,3-6-376,3-4 1,-2 2 0,7-2-1,1-1-811,2-2 0,-3 0 181,-1 3 74,1-2 1,0 10-1,-1-3 851,3 3 0,-12 2 0,-1 0 0</inkml:trace>
  <inkml:trace contextRef="#ctx0" brushRef="#br0" timeOffset="2">7010 3227 8223,'-8'0'1312,"3"5"-943,10 0 0,3-1 0,8-4 0,1 0 309,2 0 1,6 0-454,-1 0 0,7 0 1,3 0-1,-1 2 1,0 1-1,0 2 40,-1-2 0,3-1 0,-2-2 0,-2 0-107,-1 0 0,-1-2-16,-1-3 0,1 4-45,-1-4 1,-1-1 0,-2-1 0,-3 1 64,-1 0 0,-2-1-226,-5 3 1,-6 0 395,-3-5-155,-4 6-91,-1-10 0,-6 10 1,-4-5-313,-2 2-414,-2-5 231,-1 9 0,6-4-711,-1 6 520,7 0 247,-3 0 822,6 0-274,6 6 28,2 2 1,2 6 0,-2 0 0,-2 1 5,-3-1 1,-1 0-161,-2 0-700,0 1 1,-7-1-1,-2 2 1,-4 1-1,-1 2 631,0-2 0,-13 12 0,-3 1 0</inkml:trace>
  <inkml:trace contextRef="#ctx0" brushRef="#br0" timeOffset="3">8275 3028 8220,'0'-9'2274,"0"-1"-1851,0 7 1,0-2 330,0 10 0,0 4-527,0 10 1,0 2 0,0 6-1,0 0 1,0 3 0,0 0 119,0 0 0,0-2-276,0 1 1,0-3 0,0-2 0,0-3-50,0-1-163,0-4 192,0 5 0,0-17-235,0-8 0,0-6-369,0-14 0,0-1 207,0-8 1,0-3 0,0-7 0,2 0-122,2 1 0,-2-1 230,3 0 1,1 7 193,-1 3 0,4 4 0,-2 6 0,1 4-71,3 3 1,1 8 282,2 3-102,1 4 0,-1 7 0,0 4 0,0 4 1,-1 3 214,-4 2 1,-2 2 343,-7-2-503,0-4 0,-2 11 1,-3-7-1,-6 0 1,-4-1-75,-4 1 0,0 0-285,4-4 0,1-1 0,-2 0-193,-3 0 0,4 0-213,-4 1 468,3-1 1,8-5 0,3 1 0,5-1 163,5-1 1,0 3 716,9-6-568,-3 0 1,10 0 0,-6-1 0,3-1 0,1-1 439,-2-2 1,0 0-84,2 0-356,-3 0 1,5 0-1,-7 0 1,2 0 0,1-2-39,2-2 1,0-3-171,-5-2-9,1-4 1,-1 5 0,0-6 0,0 0 0,0 0 30,1-1 0,-3 0 94,-2-4 21,2 3 1,-10-5-1,3 7 232,-4 0 0,-2 6-390,-4 3 49,3 4 0,-10 1 1,2 1-1,-2 4 1,-3 6 4,1 6 1,2-1 38,2 3 0,-1 2 24,6-2 0,-1 0 1,3-4-1,-2 3-83,2 1 1,1 0 45,2-5 0,7-1-68,2-4 1,4 2 0,3-6 0,1-2-396,2-1 280,6-2 0,-3-2 1,5-4-182,-3-8 0,3-1 297,-4-4 1,3-1 0,-1-1 0,-1 1 201,1-1 0,-3 1 1,0 4-1,0 0 103,0 3 1,-3 4-88,5-1 1,-7 4-1,2 6 1,-3 2 299,-2 2 1,-1 0-147,-4 5 0,3 1-118,-8 4 1,1 5 0,-5 0 0,0-2 163,0-1 1,0-2-164,0 0 0,-2 1-317,-2-1 0,-4-5 0,-6-1 0,-1 0-544,1 0 1,-2-5 170,-3 2-47,4-4 0,-11-1 0,7 0 0,2 0-841,1 0 1100,2 0 7,6 0 1,-1-6-1,9-2-109,6 0 1,7-3 479,5 7-136,-2-8 0,6 9 0,-4-5 0,2 1 0,1 0-208,-1 1 1,1-5 15,-2 1 205,-3 4 1,4-5 0,-6 5-1,1-2 444,-1-3-118,0 4 540,0-5 0,-4 10 2147,-1-3-2059,-6 4-286,4 1 1,-7 1-18,0 4 1,0 8 254,0 6-648,0 0 1,0-4 0,0 4 0,-2 5 0,-1 3 99,-2 1 0,1 1-270,4-1-44,0 1 1,0-1-1,0 1 1,0-1 0,0 0-94,0 1 1,0-7-33,0-3-262,0-3 0,0-2-680,0 0 649,0-6 364,0-2 1,-2-17-1,-3-4 1,-3-6-765,0-4 1,-3-4 159,7-4 436,-1 3 0,0-11 0,0 3 0,2-1 0,2 1-472,1 5 0,6 3 671,3 1 89,10 1 1,-1 1 0,5 3 0,3 7 0,1 6-13,1 6 1,-1 3 390,-3 2-295,2 0 1,-10 2 0,2 3 0,-6 4 170,-2 4 0,-7 1-165,2 0 53,-4 0 0,-7 2 1,-4 2-1,-2 1 1,-4-4 288,-3-4 1,-1 2-1399,-4-3 595,-3 2 0,6-2 0,-2-2 0,2-2 0,2-1-879,0 1 0,0-4-573,5 2 200,6 4 1557,2-6 0,56-9 0,14-8 0</inkml:trace>
  <inkml:trace contextRef="#ctx0" brushRef="#br0" timeOffset="4">9583 3184 8169,'0'-14'1578,"0"0"1,-1 1-595,-4 4 0,3 1-165,-2 3 1,0 4-249,0-4 1,-4 3-366,-6 2 0,4 2-124,1 3 1,4 3 0,-3 6 0,0 0-447,0 0 258,5 0 0,-5 5 1,5 0-1,-2-1 0,2-1-637,1 2 0,4-3-214,3 3 719,3-10 0,7 2 0,3-6 0,2-2 0,1-1-197,-1-2 1,6-2 344,-3-2 0,-2-4 340,-2-7 1,0 0-1,-3-3 1,-5-2 779,-3-2-841,3-2 1,-10 0 0,2 2-1,-4 2 1,-5 2 228,-2 2 1,-3 4-478,-8 2 76,3 4 0,-9 6 1,4 0-1,0 2 1,1 2-119,3 6 0,1 2-401,2 3 256,6-1 1,-3 0 0,6 0 0,2 0-548,1 1 1,8-3 276,4-2 360,3-4 0,5-6 0,3 0 0,1 0 0,3 0-99,2 0 1,-3-1-97,0-4 629,-7 3 1,4-9 0,-6 5 0,3 0 565,1-1 1,0 2 334,-5 5-621,-6 0 1,3 2-1,-6 3 395,-2 4 1,-2 4-208,-1 1-568,0 0 1,0 1-1,0-1-699,0 0 1,-1-1 113,-4-4-489,3-3 0,-4-4-437,6 3 1,0-10 620,0 0 562,0-6 0,6-3 0,4 0 1,1 0-1,0-1-95,-1 1 1,1 1 668,8 4 1,-4-2-193,4 6 0,-8 0 0,-1 5 0,1 0 574,2 0 1,1 0-245,0 0 0,-1 7-189,-4 2 1,4 4-1,-4 1 377,4 0-905,-5 1 0,3-6 0,-5-1 0,2 0 0,3-2-602,2 0 1,1-1 233,0-5 1,0-1-1,2-4 1,2-5-135,0-2 1,3-2 67,-2-1 650,-3 1 0,4 1 0,-5 2 1,-1 4-1,0-1 83,0 0 379,0 5 0,1-4 0,-3 9 212,-2 3 0,-4-2-333,-6 6 0,5 1 1,0 4 120,-2 0 0,-2 0-649,-1 1 0,0-6-15,0 1 0,-6-6 0,-4 4-538,-2-2 0,-7 1 368,0-2 1,-2-4-1,4 4 1,-2-4-433,2-1 0,1 0 644,2 0 0,-1 0 0,1 0-150,0 0 325,6 0 61,-5 0 0,13 0 149,0 0 0,8 0 11,11 0 1,-1 0 0,5-1 0,3-2-188,1-2 1,6-5 82,0 6-311,6-7 0,-2 3 1,5-8-1,-1-1 1,-1-2-280,-2 1 1,-7 2 279,3 2 0,-11 0 1,-5 0 175,-7 0-77,-5 6 1,-8-3 0,-2 6 0,-6 2 178,-2 1 0,-3 7-81,1 0-15,-6 6 0,4-3 0,-3 6 1,3 0-1,2 2 797,0 3-661,6-3 0,-3 4 0,6-6 0,2 1 284,1-1 0,5-5-519,7 1 25,-1-7 1,18 3 0,-3-6 0,3 0 0,1 0-484,1 0 1,-6-6-154,1-4 0,-2-2-870,2-2 1515,-4-1 0,-43-5 0,-11-2 0</inkml:trace>
  <inkml:trace contextRef="#ctx0" brushRef="#br0" timeOffset="5">4906 2971 7948,'0'-9'-1636,"1"1"2411,4 2 0,-2-6 98,7 3 1,-7 1-120,1-1 0,0 4 362,0-5-439,-2 1-546,4 1 1,-6 3 103,0 10 0,0 3 0,0 8 0,0 4 270,0 9 0,0 1-173,0 8-206,0 0 0,0 4 0,0 1 0,0 1 0,2 2 65,3 1 1,-4-1 19,4-8-261,-4-3 0,-1-5 0,0 0 1,0-2-1,0-6 28,0-4 0,0-9-574,0 1 182,0-7 1,0 2-148,0-10 0,0-3-1060,0-6 1009,0-1 1,-4-3-1,-1-3 1,2 0-1,1-1-917,2 0 1,0-3 1528,0-8 0,3-21 0,1-11 0,-1-7 0,1-1 0</inkml:trace>
  <inkml:trace contextRef="#ctx0" brushRef="#br0" timeOffset="6">4920 2957 7948,'0'-9'0,"0"-1"706,0 7-126,0-10 1,0 10 56,0-6 1,1 4-72,4-5-338,-3 7 1,6-3 0,-4 4 0,6-1 2,2-2 0,3-1-7,-1 1-124,6 4 0,-2-7 0,5 5 0,3-2 0,1 2 43,1 1 0,0-2-111,1-1-44,-1 0 0,-1 5 0,-2-2 0,-1-1 0,1-1-141,2 0 0,-3 3 100,0 1 41,-1 0 1,6 0-1,-1 0 1,2 0 0,2 0 12,1 0 0,7-2 133,-3-2-111,11 2 0,1-4 1,5 4-1,-4-1 0,-1-2 74,-3 2 0,-2 0-93,-1-2-28,-1 4 1,-5-6 0,-2 7 0,-2 0 0,1 0 7,3 0 0,-6 0 42,3 0-43,2 0 0,-5 0 0,7 2 0,0 1 0,0 2-3,0-2 0,-5-2-5,5-1 72,0 0 0,0 5 0,-2 0 0,1-2 1,-1-1 33,4-2 1,2 0-56,6 0 10,-4 0 0,10-5 0,-6 0 0,3 2 0,1 1 140,-1 2 1,-2-1-238,-7-4 84,1 4 0,0-6 0,1 7 0,2 0 0,1 0 89,-1 0 1,3-1-35,-2-4-67,7 3 1,-10-6-1,4 5 1,-3-1 0,1-1 39,2-2 1,9 4 21,-5-6 17,6 6 1,-7-8 0,4 6 0,-1 2 0,-4 0 60,-1-2 0,-1 3-266,-6-3 73,-5 4 1,2 1-1,-4 0 1,0 0 0,-1 0-169,-2 0 0,4 0 22,2 0 154,-3 0 0,4 1 0,-4 3 1,0 0-1,1 0-49,1-3 0,0 4 113,6 0 18,0-1 1,6-2 0,1 1 0,4 2 0,1-2 150,4-1 0,1-2-152,-3 0-28,0 6 0,1-5 0,0 4 0,1-3 1,-5-2 30,-4 0 0,-2 0 29,-6 0-107,7 0 0,0 0 0,5 0 0,-4 0 0,-1 0 8,-3 0 1,-2 0-225,-1 0 236,-7 0 0,-1 0 1,-6 0-1,-1 0 0,-1-2-20,-3-3 0,1 4 23,-6-4 17,0 4 0,0 1 0,0 0 0,-2 0 0,-1 0 23,-2 0 1,5 0-36,0 0-2,0 0 1,-3 0-1,1 0 1,2 0-1,0 0 22,2 0 1,-1 0-18,4 0 18,-4 0 0,-1 1 1,0 2-1,-1 2 0,-3-2 48,0-1 19,-1-2-55,0 0 1,-4 0 58,-1 0-102,-6 0 27,4 0 0,-6 0-81,4 0-24,-4 0 2,6 0 66,-1 6 0,0-3-2,4 7 120,-4-7 0,-6 5 1,2-5 81,3 2 1,-4 1-111,4-1 108,-4-4 1,-1 7 0,2-3 352,3 4-297,-4-2-157,6 5 1,-7-8 0,0 5 0,0 2 103,0 2 0,0 1-18,0 0-98,0 0 0,0 2 1,0 2-1,0 2 0,-2 1 212,-3-1 1,4 5-107,-4-1-110,-3 3 1,7 1 0,-4-1 0,3-1 0,1-3-70,-4 2 1,3-2-106,-2 0 72,2-5 1,0 7-1,-1-6 1,-2 0 0,2 0-74,2 0 0,1 1 75,0-1 29,0-3 1,0 5-1,0-7 1,0 0 0,0 0 2,0 0 33,0 1-50,0-1 1,-2-1 0,-1-2-86,-2-2 0,1-4 88,4 4 11,0-6 0,-2 4 0,-1-6 0,-4 2 91,0 2 0,2 2-25,-5-3 28,7-2 1,-9 6 0,2-5 0,-3 2 0,-1-1 132,0 3 1,-5-6-132,0 4 1,-6 1-67,1-1 1,-7 0-1,-4-5 1,-2 0 7,-2 0 0,-8 0-194,-6 0 102,-2 0 0,-3 0 0,-2 0 0,-2 0 0,0 0-128,-1 0 0,5 1 87,-4 4 97,-3-3 1,9 4 0,-3-6 0,5 0 0,1 2 16,-3 2 0,0-2-56,-1 3 61,0-4 1,-2-1 0,-1 0 0,-4 0-1,-3 0-20,-1 0 0,-3 0 9,10 0-28,-1 0 0,3 0 0,-1 0 0,-1 0 1,2 0-6,6 0 1,-3 0 92,4 0-67,-3 0 1,0 0-1,1 0 1,2 0-1,-2 0 10,-1 0 0,-2-4 125,0-1-122,0 0 1,-4 5 0,-3 0 0,0-2 0,-3-1 5,3-1 1,5-1-20,7 5 6,0 0 1,0-2-1,1-1 1,4-2 0,6 2-7,6 2 1,0-1 12,2-3 9,0 4 0,3-6 0,-2 7 0,-1 0 1,0-1-50,-2-4 0,-1 4 44,-7-4-89,0 3 1,1 2 0,-1 0-1,-1 0 1,-2-1 2,-1-4 0,-1 3 32,6-2 17,-7 2 1,4 2-1,-2 0 1,1 0-1,0 0 5,-1 0 1,-2 0 246,2 0-186,2 0 1,-8 0-1,4 0 1,-2 0 0,-3 0-38,-1 0 0,0 0 16,3 0-19,-4 0 1,6 0 0,-7 0 0,0 0 0,0 0 0,0 0 1,5 0-75,0 0 69,6 0 1,-6 0-1,8 0 1,5 0-1,2 2-8,6 2 1,1-2 43,1 3-32,7-4 1,1-1-1,7 0-42,0 0-11,6 0-788,2 0-885,6 0 0,1 0 361,4 0 306,-3 0 1,17 0-1,0 0 1057,6 0 0,54-12 0,-33 4 0,0 0 0</inkml:trace>
  <inkml:trace contextRef="#ctx0" brushRef="#br0" timeOffset="7">4550 3256 7865,'6'-8'230,"-2"-3"1,3 4 0,1-1 3610,0-3-3142,-5 5 1,2 0 0,-10 6-1,-6 0-346,-6 0 0,-7 1 0,-7 2 0,-4 2-49,-1-2 1,-7 4-451,-4-3 0,-2 1 0,3-3 0,-2 1-276,3 2 1,0-1 67,3-4 0,7-1 0,7-4 0,7-3-557,5 0 494,8-4 297,2 10 1,6-6-1,2 5 276,2-2 1,-1 0 17,7 5 183,-7 0 0,5 2 1,-5 3 416,2 4 1,0 4 26,-5 1-581,0 0 0,0 1 0,0-1 0,0 0 0,0 0 220,0 0 1,0-4-587,0-1-253,0 1 0,6 4 0,3-1-1437,4-4 1,3-2 746,3-7 505,-3 0 0,4 0 0,-6 0 0,1 0 0,-1 0 584,0 0 0,-57-19 0,-14-5 0</inkml:trace>
  <inkml:trace contextRef="#ctx0" brushRef="#br0" timeOffset="8">2318 3184 7958,'-8'-14'441,"-3"5"1,5-1 1498,-2-1-1440,5 5 1,-5 0 0,5 7-1,-2 4 165,2 4 0,1 4 0,2 1 0,0 2-103,0 3 0,0-3-458,0 3 1,0 1-1,0-1 1,0-1-394,0-3 1,0 0-148,0-1 1,0-5-1,0 1-2519,0 1 1292,0-5 870,0 7 1,0-13 0,0 0-174,0-8 1,0-5 631,0-1 434,0 0 1,0 0-1,0-1 1,0 1 393,0 0 1,2 5-181,2-1 170,4 7 1,6-3 0,1 6-1,-1 0 1,2 0 845,3 0 1,-4 0-1064,4 0-284,-3 0 1,3 0 0,0 0 0,-1 0 0,-3-2-273,0-3 0,-1 4-740,0-4 781,0-3 1,-1 5 0,-4-7 0,-2-1 0,-3-1-326,1-3 1,0 6 38,-5 0 1217,0-1 0,-5 1 0,-1 1 1654,-2 1-1465,-2 3-539,-4 4 1,5 6-1,1 5 1,1 5 0,3 4 434,-3 2 1,6-3-91,-4 5-564,4 0 1,1 3 0,0-2-1,0-1 1,0-1 136,0-1 0,0 4-1024,0-7 240,0 0 0,0-5 0,0 0-3877,0 0 1944,0-6 1550,0-2 0,0-7 916,0-4 0,0-66 0,0 24 0,0 1 0</inkml:trace>
  <inkml:trace contextRef="#ctx0" brushRef="#br0" timeOffset="9">2545 3184 7958,'15'0'1132,"-1"0"-697,0 0 1,-4 0 128,-1 0 1,-4 0 0,4 0 395,2 0 0,8-1-729,5-4 1,3 2 0,3-5 0,3 0-505,5 0 0,1 0-624,-1-1 609,3-4 0,-15 10 0,1-5 0,-5 2-3212,-5 3 2033,-8 1 1313,-9 2 0,-9 2 0,-8 1 0,-4 2 0,-1-1 154,-3 3 0,-1-6-172,3 4 366,-4-3 0,11 2 1,-3 1-1,3-2 2294,2-1-1443,0-2 45,0 6 0,6-3 569,3 7 1,3-5-109,2 4-1219,7 0 0,-4 6 0,5-1 1,-2 2-1,-1 1 238,1 2 0,-4 5-181,3-5-317,-4 6 0,-1-8 1,0 5-1,0 1 1,0-3-242,0 1 1,0-2 86,0-5-1291,0 0 0,0 0-3694,0 0 2477,0-6 1933,0-1 0,6-18 1,4-5-1,3-3 657,1-2 0,4-16 0,3-8 0,2-1 0,0-1 0</inkml:trace>
  <inkml:trace contextRef="#ctx0" brushRef="#br0" timeOffset="10">2915 3270 7402,'0'-10'879,"0"1"1,2 4 888,2-4-1214,-2 5 1,12-8 0,-1 4 547,4 0 0,4-3-255,-2 6-798,3-6 1,6 8 0,1-5 0,-1 2 0,1 3-811,-1 1 1,-6 2-1720,-3 0 1026,-3 0 0,-10 0 190,-6 0 0,-6 0 1264,-8 0-42,-7 6 1,4-2-1,-5 3 1,1 0-1,4-3 542,1 3 1,2-6-184,-1 4 355,1 3 1,5-5 0,-1 7 0,1 1 1347,1 1 1,2-2-919,6-1-667,0 1 0,0 4 0,0 2 0,0 1 1,0 2 736,0-2 1,4 1-392,1 1-632,0-3 1,-4 4 0,3-6-1,0 1 1,-1 0 208,-1 4-1080,-2-3 130,0 5 0,-2-7-2133,-2 0-243,2-6 1793,-4-2 0,6-7 0,0-4 0,0-6 1175,0-6 0,38-50 0,-15 25 0,1 1 0</inkml:trace>
  <inkml:trace contextRef="#ctx0" brushRef="#br0" timeOffset="11">3199 3256 7762,'2'-8'2375,"3"3"-705,-4 3-630,6 2 1,-6 2-1,2 3 382,2 4 0,0 4-974,-5 1 0,1 2 1,3 3-1,0 3 137,0 0 0,-3 5-249,-1-3-289,0 2 0,0-2 0,0-2 0,0-1 0,0-4-346,0-1 295,-6-2-162,4 0 1,-6-6 0,4-3 0,-4-5-1,0-6-692,3-9 0,-1-5-772,1-9 1245,0-5 0,5-4 1,2-8-1,3-3 0,4 0-455,4 0 0,1 3 1082,0 8-190,7 4 0,-1 13 1,5 5-1,-2 7 1,-1 2 410,0 4 1,-6 8 321,-2 5-506,-6 8 1,-4 3 0,0 4 0,-4-3-1,-7 1 657,-5-1 0,-1-3-416,-11 4-859,7-5 1,-8 2 0,4-7 0,1-2 0,-3-2-2205,1 2 0,5-4 525,-2-3 2018,3 4 0,15-38 0,2-3 0</inkml:trace>
  <inkml:trace contextRef="#ctx0" brushRef="#br0" timeOffset="12">12981 3014 7877,'7'-8'832,"-6"-5"-274,5 12 1,-6-7 596,0 3 118,0 4-941,0-6 0,-1 7-192,-4 0-50,4 0 0,-6 7-20,7 2 0,0 4 7,0 1 1,-1-1-104,-4-4 1,3 4-1,-2-4-45,2 4 62,2 1 0,-2 0-38,-2 0-12,2 1 40,-4-1 1,6-5 36,0 1 1,0-5-9,0 4 250,0-6 0,0 10 1,0-4 316,0 4 1,0-4-326,0 1-182,6-1 0,-4 1 1,2-1-1,-2 2-10,-2 2 0,5 1-28,-1 0-67,1 1 0,-5-1 0,2 0 0,1 0 1,2 1-125,-2-1 1,0 2 67,2 2 107,-4-2 0,6 6 1,-7-4-1,0 1 1,0-2 32,0-1 1,0-2-34,0 0 0,0 1 1,0-6-1,0 0-133,0 3 142,0-6-630,0 7-110,0-12 54,0 5-449,0-6-2477,0 0 2604,-7-6 983,6 5 0,-1-35 0,4-17 0,2 2 0,0-1 0</inkml:trace>
  <inkml:trace contextRef="#ctx0" brushRef="#br0" timeOffset="13">13010 3014 7978,'8'-10'86,"-2"3"0,-1-1 1023,-1 0 1,3 5 118,-3-2-840,-2-3 1,6 6-1,-3-2 136,4 2 1,4 2-323,1 0 0,-5 0 1,1 0-1,3 0 155,4 0 0,0 0-235,7 0 0,0 0 0,6 0 0,3 0-135,5 0 0,3 0-114,2 0 65,6 0 1,-4 0 0,7 0-1,2 0 1,1 0-180,2 0 1,0 0 71,0 0 126,6 0 0,-9 0 1,1 0-1,-3 0 0,-1 0 28,3 0 1,4 0 137,-1 0-135,3 0 1,-14-5 0,3 1-1,-2-1 1,-4 0-18,-2 0 1,2 1 6,-10 4 25,6-7 1,-6 6 0,7-4 0,1 3 0,-2 2 27,3 0 0,3-4 250,3-1-213,5 0 1,-7 5 0,5 0 0,-1 0 0,-1 0 176,0 0 0,8 0-120,-5 0-123,7 0 0,-9 0 1,9-1-1,1-3 1,1 0 33,-1 1 0,-3-1-129,-5 0 99,-3 2 0,-4-4 0,-1 6 0,-1 0 1,-6 0-36,0 0 0,-7 0-120,3 0 96,-3 0 1,3 0 0,2 0-1,1 0 1,4 0-85,1 0 0,13 0 73,2 0 103,4 0 1,-3 0-1,0 0 1,0 0 0,-2-2 48,-3-3 0,-7 4-89,-7-4 38,-7 4 0,4-1 0,-7-1 0,-1-2 1,-3 2 72,-5 1 1,-3 2-43,-2 0-32,-6 0 67,4 0-166,-4 0 31,0 0-266,-1 0 195,-7 0 55,6 0 1,-5 7-1,6 1 9,-1-1 0,-3 4-33,7-6 126,-7 6 0,5-4 1,-5 4-1,3-2 191,2 2 0,-5 2-62,2 1-119,3-6 0,-6 5 0,2-4 1,-1 4-1,1 1 96,0 0 0,1 0-34,-5 1-69,0-1 1,0 5 0,0 0 0,0 0-1,0 0 115,0 0 0,0 1-84,0-1-58,0-3 0,0 9 1,0-4-1,0-1 0,0 2 34,0 0 0,0 0 11,0 2-24,0 3 1,0-10 0,2 7 0,1 0-1,2 0-33,-2-1 1,-2-5 60,-1 1-90,0 3 1,2-7 0,1 4 0,2-3-1,-2-2-52,-1 1 0,-2-6 101,0 1-12,0-7 37,0 9 231,0-10-145,0 4 1,-7-6 0,-2 2 0,-4 1 324,-1 2 0,-7-1 133,-2-4-487,-4 0 0,-8 0 1,-4 0-1,-7 0 1,-6 0-118,-4 0 1,-8 0-105,-8 0 107,1 0 1,-8 0-1,5 0 1,-3 0-1,-4 0-69,38 0 1,-1 0 0,2 0 0,-1 0-888,-2 0 1,0 0 883,-1 0 1,-1 0 0,-2 0 0,-2 0 0,-4 0 0,0 0 0,-2 1 0,0 0 0,0 0 0,2 1-185,3 0 1,1 1 0,1 0 0,1 0 138,3 0 1,1-1 96,3-1 1,1 0 0,-1 2 0,2 0 0,-36-2 0,2 3-1,1 0-247,2 0 1,0 2 308,0-1-30,-1-1 1,6-4 0,1 0 0,-1 0 0,0 0-42,-2 0 0,1 0-20,11 0 97,5 7 1,-4-6 0,3 4-1,-2-3 1,0-2-42,2 0 0,1 0-38,-1 0 68,3 0 1,7 0-1,1-2 1,1-1-1,4-2 122,1 2 1,-3 1-98,5 2-30,0 0 1,4 0-1,2 0 1,2 0-1,3 0 1038,2 0 1,1 0-1123,4 0 213,1 0 1,0 0 0,0 0-205,0 0-389,6 0-1034,-5 0-217,11 0 1,-6 0 611,4 0-1684,2 0 2749,-4 0 0,18-25 0,4-7 0</inkml:trace>
  <inkml:trace contextRef="#ctx0" brushRef="#br0" timeOffset="14">13422 3327 7915,'-8'-7'-47,"2"-1"267,6-6 1,0 5 0,0-1 0,0-1 797,0-1 1,0 2-155,0 1 0,-5 4-480,0-5-283,1 7 1,4 3 0,0 10 0,0 2 168,0 3 0,0 4-150,0-1-139,0 8 1,0-4 0,0 5 0,0-2 0,0-1-33,0 1 0,0-3-101,0 2 55,0-7 0,0 4 1,0-7-3,0 0 0,0-4 70,0-1-329,0-6 0,-2 2-514,-3-10 0,4-3 214,-4-6-670,3 6 0,2-4 1328,0 2 0,-6-9 0,-2-3 0</inkml:trace>
  <inkml:trace contextRef="#ctx0" brushRef="#br0" timeOffset="15">13365 3327 7918,'0'-15'-359,"0"1"0,0 0 2271,0 0-1349,0 6 0,2-3 1,2 6-1,6 2 946,3 1-1379,1 2 0,0 0 1,2 2-1,1 1 1,2 3 193,-2 2-304,6 2 0,-8-1 0,4 1 1,-3 1-1,-2 1-94,1 3 0,-6-1-26,1 0 78,-7 0 1,8 1 0,-6-1 0,-2 0 0,-2 0 83,-1 0 0,-6 1 48,-4-1-96,-9 6 0,2-9 0,-7 4 1,-1-3-1,0 1-143,1 1 0,-3-4 46,4-1-16,2-6 1,-1 5 0,5-5 0,-2 2-258,1-2 277,9-1-166,2-2 1,9 0-1,3-2 92,4-3 1,5 4 548,5-4-342,-3-3 0,10 7 0,-6-6 1,2 3-1,2-3-132,-2-1 0,5 4-446,-3-6 368,2 1 1,-2-1-1,0 1 1,-1-1-1,0 1-24,-4-1 1,1 1-17,-1-5 211,0-1 0,-5 1 0,-1 0 0,-2 1 0,-3 2 1061,-2 2-665,-1-1-58,-5-4 0,1 6-213,4 3-300,-3 4 193,4 7 0,-1-3 0,0 7 0,-1-1-98,3-1-11,-6 5 1,10-10 74,-6 6 178,0-5 0,-5 4 943,0-4-193,0-2-892,0 4 50,0-6 1,-2 0-1,-3 0 1,-4 0-400,-4 0 138,-1 0 1,0 2 0,0 2 0,-1 4-217,1 0 1,2 5-375,2-4 500,-3-2 0,10 4 0,-5-5 0,2 2-881,3 3 1064,1-5 0,9 1 0,2-7 0,4-2 132,1-3 1,2 2 221,3-6 0,-3 1 211,3-2 0,-8-1 0,-2 5 744,2-2-947,2-1 1,-4 1-47,1 3 0,-6 3-527,6 2 389,-7 0 1,5 7 0,-5 2 0,3 4-69,2 1 0,-4 0-457,0 0 296,4-6 1,0 3 0,6-4 0,0-1-106,1 0 0,-1-2 168,0-9 0,0-3 1,1-8-1,-1-3-180,0-5 1,-5-2-17,1-3 291,-1 1 1,-1-5-1,-3-1 1,-3 4 0,-2 4 536,0 2-112,0 6-355,0-2 0,-5 14 0,0 6 0,2 9 41,1 8 174,2 6 0,0 5 0,0 0 188,0 1 1,0-2-373,0-4 0,0 3 1,0-7-1,0-2-781,0-1-673,0-2 0,0 0-1995,0 0 2286,0-6 537,0-1 0,-6-9 0,-2-3 1,-1-4 500,-1-4 0,7-1-518,-2 0 633,-3-7 0,7 5 1,-4-2-1,4 2 670,1 2 1,1 4 516,4 1-878,-4 5 1,17-7-1,-4 7 1,3-1-1,4 0 533,3 0 1,3 1-1319,1 4 63,0 0 1,1 0 0,-1 0 0,1 0 0,-2-2-2275,-4-3 1557,-2 4 607,-7-6 1,-6 6 329,-3-4 1,-5 4 84,-5-4 590,-3-3 1,-6 6 0,0-2 0,-1 4 0,1 4 790,0 6 1,0-2-291,-1 1-844,1 1 0,5 5 1,-1 3-1,1 1 1,-1-2 116,1-1 1,6-2-427,-2 0-221,3 1 0,2-1 0,2-2-628,3-2 0,4-4 193,10-6 551,-3 0 0,6-6 0,-5-4 0,2-2 0,-1-4 243,-2-3 0,-7 3 52,1-3 0,-6 8 1110,6 2 231,-7-1-650,3 2-600,-6 8 0,0 8 0,-1 7 1,-3-1-1,0 0 172,1 0 0,1 0-1438,2 1 665,0-1 0,0 0 0,0 0 0,2-1 0,2-2-2279,6-2 1,2-5 2653,3 0 0,30-34 0,9-9 0</inkml:trace>
  <inkml:trace contextRef="#ctx0" brushRef="#br0" timeOffset="16">14943 3312 7918,'0'-14'880,"-1"5"189,-4-1 0,2 7-186,-7-2 1,6-1 0,-6 1-54,-1 2 0,-2 2-508,-1 1 1,0 0-1,0 1-150,0 4 1,-1 1-1,3 5 1,1-1-38,1 1 0,5 1-571,-4 3 241,6-1 1,-4 0 0,9 0-1,3 1-276,4-1 1,4 0 140,1 0 216,0 0 1,5-4 0,0-1 0,-1 1-1,-3-2-68,0-4 0,-6 3-2,1-2 557,-7 6 1,1-10-21,-8 4 0,-9-4-324,-6-1 0,-5 0-102,6 0 0,-6 0 0,3 0 1,1 0-239,-1 0-190,2 0-342,5 0 87,6 0 818,21 0 1,4-1-102,16-4 1,-7 4 0,-4-4 0,0 2-209,0-2 0,0 3 177,2-2 1,1-3-113,-6 3 0,5-8 1,-5 5-1,0-3-202,1 1 1,-6 4 44,1-5 1,-1 3 82,-5-3 0,-1-3 0,0 4 1,-2-5-152,-2-5 0,-3 1 290,-1-5 0,0-3 26,0-7 0,5 2 0,0-6 1,-2 3 95,-2 2 0,-1 4 779,0 4 534,0 3-640,0 13 0,0 8-87,0 10 1,0 4-169,0 5 0,-4-2 0,-1 7 0,2 0 385,1-2 1,-3 5-22,1-4-494,-1-2 1,3 6-1,-1-5 1,-2 2-1,2-2 149,2-2 1,1 1-421,0-2 1,0-3-1,0 3 1,1-4-214,4 0 1,-3-6 113,2 1-136,4-7 0,-5 8-2425,7-6 1522,-1-1 1,1-5 0,-2-4-617,-2-5 0,-1 3 774,-5-3 818,0-6 0,-2 0 1,-1-2-1,-3 2 1,-2 2 139,-3-1 0,-2 1 0,-1 0 0,4 1-25,1 4 1,-1-4 0,-4 5 1792,0 0-564,6 2 0,3 6 47,10 0 0,3 0-604,6 0-517,0 0 1,5 0 0,2 0 0,-1 0-1,1 0-156,-4 0-116,-1 0 1,0 0 0,1 0 37,2 0 0,-4 5-316,-6-1 1,-4 1 658,4-5-163,1 7 0,-2-4 1,-4 6-1,-2 2 510,-2 2-185,0-5 0,0 4 0,-2-2 115,-2 3 1,2 1-223,-3 0 0,4 0 1,1 0 97,0 1-368,0-1 1,-5-5 30,0 1 146,1-7-215,4 3 1,0-7-1,0-4 1,0-6-19,0-7 1,4 1-233,1-7 198,6 1 1,-3-1 0,6 0 0,-1 1 0,-2 1-54,-2 3 1,1 3-764,4 2 516,-6-1 0,5 6 0,-4 1 0,4 3-1211,1 7 607,-6-2 0,0 12 1,-5 0-36,2 5 0,-1-1 1005,-4 3 0,-6 15 0,-2 4 0</inkml:trace>
  <inkml:trace contextRef="#ctx0" brushRef="#br0" timeOffset="17">15484 3412 10133,'0'-8'4325,"0"2"-3434,0 6-788,0-7 0,1 6 1,4-4-1,6 4-245,6 1 0,1-2-209,5-3 0,-4 4-8,5-4 1,-7-1 0,4-1 0,-2-1-435,0-3 582,-6 5 1,-2-7-1,-7 4 104,-1-4 1,-3 5 143,-4 4 1,-4 2 83,-6 2 0,-5 0 0,-2 2 0,1 2 104,-1 6 0,2 2-60,5 3-32,6-1 1,-5 0-1,5 0 1,1 1-1,2-1 111,3 0 1,4 0-177,3 0 0,2-1-121,8-4 0,4-2 1,1-7-1,2 0-440,4 0 0,0 0 124,3 0 1,-5-7 263,-1-2 1,-1-4-1,4-1 1,-4 0 116,-2 0 1,-1 4 322,-5 1 1,1 1 41,-1-2 1,0 4 49,0 6 0,-4 0-136,-1 0 1,-4 0-35,4 0 1,-1 6 0,3 2 0,-1 2-92,1-1 1,6-4-12,2 4-268,0-5 1,-3 2 0,1-4-1,4 1 1,0 1-516,-1 0 0,4-3 474,-5-1 0,1-5-24,-1 1 0,-3-7 0,3 3-41,-3 0 1,-7-3 316,1 6-6,-7 0 0,3 4 318,-6-4-159,0 3-321,0-4 1,-1 6-564,-4 0 405,3 0 1,-4-2-284,6-2 0,0 1 0,2-5 220,2 1 0,-1 1 372,7 1 272,-7 4 0,8-7 189,-6 3-36,0 4-38,-5-6 1,0 9 801,0 3-915,6 2 1,-3 8 0,7-1-164,1 0 0,3-4 106,5-1-294,-3-6 0,10 8 1,-3-6-1,0-2 1,1-1-86,1-2 0,1 0 21,-3 0 0,3 0 71,-8 0 1,1-5 0,-4-1 0,-1-2-15,0-3 81,0-2 1,-4-3 0,-1-1 0,1-2 0,-2 2-342,-4 1 88,4 2-61,-6-1 1,4 6-570,-6-1 328,-6 7 0,-2-2 1,-6 10-1,-2 3-501,-3 0 0,2 5-640,-7-4 1234,7 4 1,-9 6-1,7 0 1,2-2 0,1-1-1111,2-2 1494,0 0 0,-7 26 0,-1 6 0</inkml:trace>
  <inkml:trace contextRef="#ctx0" brushRef="#br0" timeOffset="18">14176 3355 6513,'0'-9'16,"0"-1"496,0-1 0,4-2 1,3 1-1,0 1 412,5 1 1,-5 2 422,3-1-805,-7 3-299,3 6 1,-13 0-1,-6 1 67,-5 4 0,-7 4-4,2 10-270,-4-3 0,3 5 0,0-6 0,-1 3 1,-2 2-129,-1 2 0,-1 1 37,1 0 1,1-1-19,3-3 0,-3-3 0,4 5 0,-3-2-172,3 0 1,-4-2-58,3-8 62,4 4 1,-2-10 0,4 5-1,-1-2 1,2-2-268,1-3 1,7 4-902,-1 0 631,1-1 1,1-2 776,3 3 0,-9 9 0,-2 8 0</inkml:trace>
  <inkml:trace contextRef="#ctx0" brushRef="#br0" timeOffset="19">13166 3995 7815,'-2'-13'0,"-1"2"1706,-1 2-975,-1 5 1,3-2-1,-1 5 1,-2-1 185,2 2 1,2 3-659,1 11 0,1 1 0,2-1 0,2 2 42,-2 3 0,-1-2 1,-1 5-1,3-1-162,0-4 1,1-1-69,-5-2-151,0 0 1,0 0-543,0 1-173,0-7 137,0-2 0,-2-19 0,-1-6-462,-1-6 985,-7-3 0,9-1 1,-3 1-1,4-1 1,1 2 311,0 4 0,0 1-39,0 3 136,0 9 0,1-7 0,4 12 1,4 2 335,4 1 1,-3 4-188,-1 3 1,1 3-189,4 6 0,0 2 0,0 1 0,-1 2 63,-4-2 1,2-1-533,-6-2-269,0 0 0,0 1-732,-1-1 696,7-6 377,-9-2 1,6-12 0,-5-4 0,2-2 6,-2-3 1,3-3 35,-1-1 0,4 0 269,-4 4 0,5 1 1,-4 2-1,0 0 288,1 3 0,-1 6-144,-1-2-201,-4 4 1,12 1-1,-5 1 1,0 4 355,-4 4 1,3 9-46,-3 1-352,1 0 1,-3 0 0,1 0 0,2-2 0,-2-1-248,-2-2 0,1 3-309,3-3 1,-2 4 205,6-9 0,-4 2 0,5-1 0,1-5-278,1-4 0,3-1 350,-1 0 0,2-1 0,1-6 1,2-5-127,-2-6 1,-1-5 515,-2 4-43,0-7 0,-1 11 0,-3-4 0,-4 3 0,-1 2 1491,-1-1-1397,1 1 0,-5 5 0,-1 1-134,-4 1 0,2 7-341,-7 5 231,1 6 0,-4-1 1,2 7-1,3 2 1,0 0 82,0 2 0,5-6-32,-2 4 1,4-3-239,1-2 0,0 1 0,1-3-634,4-2 707,3-4 0,8-6 0,1 0 0,4 0 0,1-2-250,3-2 0,2-4 278,1-6 113,1-1 0,-5 1 1,-2 0-1,0 1 1,-2 2 369,1 2-138,-2-1 0,-5 2 1,0 4 443,0 2-151,1 2-297,-1 0 0,-6 2 159,-3 2-153,-4-2 22,-1 4 0,-1-6-467,-4 0 1,2 0 8,-7 0 35,7 0 1,-10 0 0,4 2 0,-4 1-1,-1 3-248,0 2 1,4-3 298,1 4 1,-1 1 87,-4 4 1,5-1 0,-1-2 0,1-2 245,1 2-7,2 2-79,-1 1 0,7-1 1,0-4 26,8-4 1,5-3-339,1-2 152,6-7 0,-2 3 1,4-9-1,-1-3 0,-3-1-242,3-4 0,-5 4 86,3-7 0,-3-1 164,-2-8 1,-5 1 0,-1-4 0,-2 1 168,-2 3 0,-3 4 51,-1 4-6,0 4 1,-1 7 0,-4 7-127,-5 11 0,3 4 71,-3 15 32,7 6 1,-8 1 0,6 6 0,2-3 0,0 0 399,-2 0 1,3-4-286,-2 4-264,2-4 0,4-7 0,1 1 0,3-2 0,2-3-452,3-5 1,3-4-53,5-1 1,-1-3 256,5-6 0,-5 0 0,2-1 0,-1-4-403,0-4 0,0-4 252,-5-1 1,-1-5 411,-3 0 1,1-5-1,-7 4 1,1-1 285,1 1 1,-4 1 119,3 4 0,-4 6 690,-1 0-792,0 5-359,0-2 1,0 8 0,0 4-1,0 7 1,0 4 445,0 0 0,0 1 126,0 1-446,0-4 0,0 6 0,2-7 1,3 0-1,4 1-174,4-1 0,-4-2 155,1-2-277,-1 3 0,5-12 0,1 4 0,-1-4 0,0-1-897,0 0 936,0-6 0,-1 3 0,-2-6 1,-1-4-1,-1-3-126,-1-3 59,5 0 376,-12 5 1,7 0 0,-5 0 640,2-1-426,0 7-319,1 2 1,-3 6 0,7 0 19,1 0 1,1 0-133,3 0 0,-1 0-165,0 0 0,0 0 0,0 0 1,2 0-361,3 0 1,-3 0 332,3 0 1,-3 0 157,-2 0 0,0 0 0,0 0 491,1 0-261,-7 0 1806,-2 0-819,-6-6 1,-6-1-861,-4-2 1,-3 3-254,-1 6 0,0 0 0,0 0 0,-2 0 50,-3 0 1,3 0-752,-3 0 449,3 0 1,2 4-1,2 3 1,1 1 0,3 3-267,1 1 0,-2 3 400,4-1 0,0-5 3,5 1 1,4-1 0,3 4-44,8-4 0,2-2 24,-3-7 186,7 0 1,-5-2 0,3-1 0,-4-3 0,0-2 307,-1-3 0,-5 3-28,1-2 390,-7 7-1232,10-10 926,-6 12-279,1-5 1,3 12 0,-4 2 42,1 0 1,1 3-53,5-7-197,1 8 0,-1-11 0,0 4 0,2-4 0,1-1-870,2 0 1,0-1 588,-5-4 1,2-1-2196,3-4 2533,-9-2 0,2-22 0,-12-11 0</inkml:trace>
  <inkml:trace contextRef="#ctx0" brushRef="#br0" timeOffset="20">14588 3952 7831,'36'-14'452,"1"-2"56,-4-3 1,-3 8-509,3-3 0,-22 3 0,-6-3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04:35:29.110"/>
    </inkml:context>
    <inkml:brush xml:id="br0">
      <inkml:brushProperty name="height" value="0.053" units="cm"/>
      <inkml:brushProperty name="color" value="#FF0000"/>
    </inkml:brush>
  </inkml:definitions>
  <inkml:trace contextRef="#ctx0" brushRef="#br0">8275 8629 7797,'-8'-1'1570,"2"-4"1985,0-4-3245,4 2 0,-9 3 0,6 8 1,1 4-252,-3 0 0,4 5 1,-5-4-1,0 4-356,0 1 0,-1 0-197,-5 0 0,1 1 51,4-1 0,-3-5 0,6-1 0,0 0-2268,0 0 2711,-6-5 0,42-28 0,4-15 0</inkml:trace>
  <inkml:trace contextRef="#ctx0" brushRef="#br0" timeOffset="1">9014 8018 7711,'-1'-8'1162,"-4"3"1,2-1-223,-6 1-609,5 1 0,0 2-53,8-3 1,4 4-1,8-4 1,1 2 340,2-2-579,7 4 1,-4-6 0,5 7 0,-2 0-1,-1-1-12,1-4 1,-3 3-461,2-2 144,-7 2 0,4 2 1,-7 0-1746,0 0 1001,-6 0 653,-2 0 1,-7 0 0,-4 0 0,-5 0-1,-4 0 379,-5 0 0,-3 0 0,-6 0 0,-39 13 0,-8 2 0</inkml:trace>
  <inkml:trace contextRef="#ctx0" brushRef="#br0" timeOffset="2">9086 7975 9057,'7'0'2419,"0"0"-2202,-7 0 0,1 5-42,4 0 0,-3 1 0,2-1 39,-2 4 1,-2-1 32,0 2-298,0 6 1,0 1-1,2 7 1,1 1 0,1 2-132,0 1 1,-3 1-19,-1-1 154,0 1 0,0-1 1,0-1-1,0-3 1,0-4-122,0 1-61,0-6-44,0 6 0,0-12-1968,0 1 1073,0-7 1167,0-9 0,19-29 0,5-17 0</inkml:trace>
  <inkml:trace contextRef="#ctx0" brushRef="#br0" timeOffset="3">9285 8246 7902,'14'-15'2013,"-6"7"-1497,-2 2-180,0 6 0,-4 2 0,3 2 1,-4 0-1,-1 5 1,0 2 195,0 2 0,0 1-462,0 0 1,0 0-1,0 1 25,0-1-90,0 0 1,0 0 0,-1-1 90,-4-4 265,3 4-368,-4-11 0,6 2 1,-2-8-1,-1-6 1,-1-3-325,0-1 0,3-6 92,1-4 67,6 3 0,2-5 0,6 2 1,2-1-1,1 1-369,2 5 1,5 3 107,-5 2 121,0 0 0,-5 6 0,0 3 1,1 4-393,-1 1 0,-1 1-323,-4 4 646,-3-4 1,-6 12 380,0-3 0,-12 21 0,-4 7 0</inkml:trace>
  <inkml:trace contextRef="#ctx0" brushRef="#br0" timeOffset="4">9683 8174 7902,'0'-9'504,"0"-1"1,0 6 1955,0-6-1081,0 7-973,-7-3 0,0 6 0,-8 1-195,1 4 0,0 0 0,1 7 1,2 4-182,2 0 0,1 1-245,-2 2 0,-1-1-99,6 5 1,-1-5 0,3 1 0,-2-3-1291,2-2 1154,2 0 0,1-4 48,0-1 1,6-6 0,3 2-1,4-5 161,1-5 0,0 2 164,1-6 119,-7-1 1,4-9-1,-2 0 1,2 2 0,1 1 526,-4 2 0,-1 0 83,-3-1-163,-3 7 0,9-4 780,-7 2-742,1 4-262,-5 0 0,0 17 0,-1 5 0,-3 2-13,0 3 1,-1-2-292,5-5-361,0 0 0,0-4 0,0-1-269,0 2 1,6-4 368,4-3 30,2-2 0,3-4 0,-1-2 1,0-6-1,0-2 5,0-3 1,5 1 821,0 0-369,0 0 1,-9 0-1,-1-1 1,2 1 892,2 0-703,-5 6-88,5 2 1,-12 7 0,5 2 0,-1 4 435,0 1 0,0 1-176,-5 5-669,0-6 1,1 5 0,2-4 0,4 2-1506,1-1 1147,-5 2 244,9-10 0,-4 4 0,7-6 0,-1 0-207,0 0 1,0-6 101,0-3 501,1 2 0,-1-4 0,0 5 0,0 0 0,0-1 450,1 4 0,-6 0 150,1-2-166,-7 4 1,8-4 255,-6 10 0,-1-2-186,-4 6-626,0 1 0,-4-1 0,-3 1 0,-1 1 0,-3 0-296,-1-2 1,-3 2-925,1-6 665,0 6 0,0-9 0,1 4 1,2-1-1,2 0-1704,-2-2 0,3 0 749,-2 2 547,7-4 922,-10 5 0,18-12 0,-3-2 0</inkml:trace>
  <inkml:trace contextRef="#ctx0" brushRef="#br0" timeOffset="5">10436 7961 7645,'2'8'981,"1"-2"1,3-1-389,2 0 1,0 6 0,3-3 0,-1 1 0,1 1 0,1 2 79,3 6 1,4-1-1,1 7 1,1 0 572,-1-2-1144,-1 5 1,0-7 0,0 5 0,0-3 0,0 1 125,0-1-355,-6-5 0,-1 4 0,-4-7-1760,0 0 1525,-2-6-945,-6-2 0,0-7 0,0-4-466,0-5 0,-4-2 516,-1-2 768,0-7 489,5-1 0,-3-22 0,0-10 0,-1-4 0,0 1 0</inkml:trace>
  <inkml:trace contextRef="#ctx0" brushRef="#br0" timeOffset="6">10735 8018 7871,'-8'0'988,"-5"0"0,10 0-244,-6 0 309,5 0-662,-2 0 1,1 2 0,1 2 0,-1 6 0,0 2 634,0 3 1,-6-1-281,2 0-584,3 7 1,-7-4 0,4 7-1,-4 1 1,-1 2 60,-1 1 0,1-4-15,0 0-307,0-7 1,1 4 0,2-7 0,3 0-1,0-1-2069,0-4 1723,5 4-1621,-3-12 1,0 6 2065,-4-7 0,-9-26 0,-3-5 0</inkml:trace>
  <inkml:trace contextRef="#ctx0" brushRef="#br0" timeOffset="7">10294 8302 7871,'-13'-9'1570,"4"-1"-555,3 7 0,1-5 327,0 4 1,2 0-426,8-5 0,3 6-734,6-2 1,5 4-1,1 1 1,2 0-125,4 0 1,-4-2-627,2-3 1,-7 4 83,2-4 0,-3 3-2165,-2 2 473,0 7 1665,-6-6 0,-8 12 0,-9-5 510,-4 0 0,-46 17 0,-10-1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04:35:29.118"/>
    </inkml:context>
    <inkml:brush xml:id="br0">
      <inkml:brushProperty name="height" value="0.053" units="cm"/>
      <inkml:brushProperty name="color" value="#FF0000"/>
    </inkml:brush>
  </inkml:definitions>
  <inkml:trace contextRef="#ctx0" brushRef="#br0">1863 3170 7861,'9'0'-1357,"1"0"2409,-7-6 1,3 3 1301,-6-7-1155,0 1-975,0 1 24,0 2 0,0 17 0,0 3 0,0 3 4,0 4 1,0-4-216,0 7 0,0-5 0,0 5 0,0 1-35,0 2 1,0-4-140,0 1 0,-4-2 0,-1 3 0,2-2-190,1-3 1,2-1 81,0-5-2053,0-6 209,0 5 1751,0-12 1,0 4-1,0-11 1,0-7 337,0-4 0,0-7 0,0 5 0,0-5 0,0 4 0,0-1 0,0 1 0,0 1 0,0 5 0,0-1 0,0 6 0,0-1 849,0-1 1194,0-1-122,0 4-1563,0 2 1,6 6 0,4 1-40,3 4 1,1-4-433,0 4 35,0-3 0,0-1 1,1 3-1,0 0 1,3-1-694,1-1 0,0-2 254,-5 0 1,0-2 0,0-2-632,1-6 964,-7-2 0,3-3 0,-7 1 1,0 0 168,-3 0 1,-1-1 95,0 1 873,-6 6-483,4-4 0,-4 12-154,6 0 0,0 11 0,0 9 0,0 2 562,0 4 0,1 1-619,4 1 1,-3-4-1,4 1 1,-1 2 60,0 0 0,-1 4-323,-4-7 1,0-2-1,0 0 1,0-1-416,0-4 0,0-6-647,0-1 1,0-6-1358,0 6 1702,0-7 0,5-8 719,0-9 0,6-29 0,-3-2 0</inkml:trace>
  <inkml:trace contextRef="#ctx0" brushRef="#br0" timeOffset="1">2318 3398 7861,'9'-5'114,"1"0"0,-5 1 219,4 4 1,-4-5 0,4-2 12,2 0 1,-3 3-380,2 0 116,-1-4 1,5 0 164,1-6-309,-1-1 0,-5 3 1,-1 1-293,-1 1 204,-3 1 97,-4 1 0,-1 2 0,-4 6 1,-4 0-1,-4 1 24,-1 4 0,-1 3 38,1 6 0,0 5 0,1 0 1,2 0 56,2 1 0,1-2-62,-2 5 0,3-5 6,2 1 0,3-3 0,-2-2 0,4 0-114,4 0 0,4-6 57,6-3 0,2-4-49,3-1 0,-2-1 1,7-4-1,1-6 11,2-6 100,-5 1 1,5-11 0,-3 3 4,3-2 0,-5-1 91,-3 3 1,1 3 0,-1 7 0,-1 0 537,-2 0-632,-2 6 0,0 2 0,0 7 389,0 4-354,-6 3 1,0 6 0,-5 0 0,4 0 181,1 1-381,-5-1 0,3-5-379,-6 1 575,0-7-47,-6 3 0,-2-6 0,-6 0 0,-1 0-87,1 0 1,-5 0 260,0 0 0,0 0-121,5 0 0,0 0 0,0 0 0,0 2 128,-1 3-176,7-4 0,-4 10 1,4-4-89,0 0 0,2-2 4,6 5 0,0-1 0,1 4-126,4-4 1,8-2 0,6-7 0,0 0-126,1 0 0,-4 0 300,3 0 1,1-7 0,-1-1 0,-1-1 296,-3-1 0,-5 3 589,-1-3-547,1-3 0,-1 7 1,-1-5 637,-1 2-655,-3 5-61,-4-2 0,0 12-193,0 4 1,0-2-1,2 0 1,1 0-563,2-1 357,6 3 1,-3-1 0,6-1 0,0-1-294,0-4 1,1-2 252,-1-1 1,5 0-1,0-1 1,-2-2-47,-1-2 0,-3-6 113,-4 1 0,4-1 284,-4 2 0,4-4 211,1 4-220,0 2 0,-4-4 0,-1 7 572,2 0-503,-4-3 1,5 5-53,-2-3-115,2 4 1,-2 1-295,-1 0 687,-6 0-270,4 0 226,-7 0-386,0 0-10,-7 0 1,0 0 0,-8 0 0,1 0-10,0 0 0,0 1 22,-1 4 1,-2 3 0,1 6 0,4-1-108,-1-4 0,2 4 3,1-4 1,-1 4 0,7 1 0,1 0-122,1 1 0,2-6 158,0 1 1,6-6 0,4 4-1,2-1-209,3-4 1,4-3-6,0-5 261,6 3 1,-5-12 0,4 1-1,-3-5 1,-2-5 19,-1-2 0,1 3 17,-4-2 0,-6-1 0,-1-7 0,-2-1 79,-2 2 0,-3 2 113,-1 6 1,-1-3 0,-4 7 116,-5 2 0,2 7-264,-1 6 1,1 8 36,-1 6 0,-3 4 0,6 4 1,0 2 81,0 2 1,1 2 211,5 4 0,0-4-250,0 0 1,0-2-1,0 2 1,0-4-91,0 1-86,0-6 0,5 6 1,2-7-1,4-1 0,5-4-310,0-4 1,6 1 5,2-1 1,3 0 0,1-7 0,-1-3-186,-3-4 1,3-4 257,-4-1 1,-1-2 224,2-3 1,-7 2-1,2-5 1,-3 0-149,-2 0 336,-6 4 0,-1-2 1,-7 6 986,0-1-774,0 7-288,-7 2 0,-1 12 0,-6 4 0,0 3 0,0 1 128,0 0 1,1 2-114,3 3 0,-1-3 0,7 2 0,-1-2-78,-1-1 1,4-1 103,-3 0-192,4 0 0,7 0 0,3-1 0,4-2 0,1-3-276,1-2 1,-1-1 86,0-5 0,5 0 104,0 0 1,0 0 0,-6-2 0,-2-2-64,-2-6 230,1 4 0,-1-7 0,0 4 0,3-4 408,0-1-247,-4 0 0,3 4 0,-5 2 185,2 2 1,-3 1 241,5 5-136,-7 0 0,9 7 7,-2 2-373,-4 4 0,7 1-393,-4 0-121,-2-6 187,5-2 1,-4-6 0,5-1-388,-4-4 372,4 3 206,-5-10 0,1 10 0,-1-4 370,-2 0-43,-1 4 359,-5-4 0,5 4 279,0-3-1144,-1 4 1,3-7-227,2 3 221,4 4 23,1-6 0,-4 3-904,-1-1 385,1 0 0,-1 5-2395,0 0 3114,-5 0 0,-11 0 0,-8 0 0</inkml:trace>
  <inkml:trace contextRef="#ctx0" brushRef="#br0" timeOffset="2">4479 2971 7831,'-5'-14'1216,"1"0"523,0 0 1,1 6-997,-2 3 0,4 10-420,-4 4 1,2 10 0,0 5-1,-2 3 1,0 3 0,1 1 960,-1 2-1136,-6 7 0,9-4 0,-4 7 0,1 1 0,-1 2 547,-2 1-618,5 1 0,-3-6 1,6-1-1,-2-3 0,-1-4-112,-2-4 44,0-2-635,5-6-253,0-1 0,0-15-3,0-6 0,7-6 1,1-10-399,-1-3 1,4 3-233,-6-3 951,0 3 561,1-4 0,-4-21 0,4-11 0</inkml:trace>
  <inkml:trace contextRef="#ctx0" brushRef="#br0" timeOffset="3">4948 3156 7876,'0'-14'1138,"0"0"1313,0-1-2099,0 7 1,-5 4-1,1 10 1,1 7-1,1 6 1,2 3 366,0 3 1,0 2-697,0 1 1,0 1 0,0-2 0,0-2-275,0-1 0,0-5-437,0 4 0,0-5 0,0 1-755,0-4 0,-2-2 270,-2-4 644,2-2 1,-4-9 0,6-3 528,0-4 0,-5-10 0,0-5-44,1-2 1,-1-8-1,0 0 1,2-1 0,1-1 43,2-1 0,0 6 340,0-3 0,2 9 15,3 1 0,3 2 0,6-1 0,2 4 474,3 3 1,-2 3 380,7 4-893,-1 2 0,4 7 0,-3 0 0,-4 2 53,1 3 0,-5 3-205,3 6 0,-10 0-65,-4 0 1,-4 1 0,-2-1-1,-4 2 109,-4 2 1,-10-2 6,-5 3-420,3-9 1,-5 2 0,2-2 0,-3 2 0,-1 1-1223,-1-3 0,6 1 591,-1-7 0,6 6-1439,-1-5 2274,4-1 0,38-10 0,11-2 0</inkml:trace>
  <inkml:trace contextRef="#ctx0" brushRef="#br0" timeOffset="4">5403 3270 7876,'0'-10'1393,"0"1"-131,0-2 0,0 3 1,-1 0-395,-4 2 0,-3 1-792,-6 5 0,0 0 0,-2 1 1,-2 4-135,-1 5 0,-4 2 106,4 3-98,0-1 1,5 0 0,-1 0 0,3 0 0,1 1-835,1-1 1,7 0 335,-2 0 19,4-6 0,2 3 1,4-6-1,4-2-202,4-1 0,3-2 630,3 0 0,-2-7 39,7-2 0,-7-4 0,2-1 0,-3 0 157,-2 0 151,1-1 0,-1 1 0,-2 0 1420,-2 0-1258,-4 6-284,-6 2 0,0 7 0,0 4 0,-1 4 25,-4 4 0,3 3-178,-2 3 1,2-3-26,2 2 0,0-2 0,0-1-188,0-1 1,5 0-444,-1 0 450,7-6 0,-7-2 1,5-6-1,2 0 0,2 0-262,1 0 1,-1-1 298,-4-4 0,2-3 404,-6-6 1,4 0 0,-2 0 379,1-1-432,-5 1 777,9 0 0,-10 4 37,3 1-994,-4 6 1,-1-2 20,0 10 1,5-2 0,1 5-1,2 0-440,3 0 162,2 1 1,1 4-21,0-4 0,5-2 1,0-7-1,-1 0-339,-2 0 0,-2 0 553,0 0 0,-5-2 0,1-3 279,1-4 1,-5-4 687,-1-1-89,3 0 0,-6 4 686,2 1-1437,-2 6 1,-4-4 45,-2 7 0,2 7 1,-3 2 0,4 5 0,1 4 0,0 2-55,0 2 0,0-3 0,1 3 0,2 0-108,2 1 0,1-4-31,-1 4 1,-3-5 80,2 1 1,-2-4-1,-2 0-243,0-1 200,0 0 0,-2-1 108,-2-4 0,-4-3 0,-6-6 0,-2 0-142,-3 0 0,3 0 115,-3 0 1,3-1 0,2-4 0,0-4 0,1-4-7,4-1-126,2 0 0,7-1 0,4 0 0,4-4 0,7-4-747,6 1 720,9-5 1,1 5-1,9-6 1,3 0 0,2-3-189,1-2 1,-3 2-42,-5-7 1,1 6 285,-6-1 1,-7 5-1,-12 2 1,-8 4 169,-4 2 1,-4-1 104,-2 2-70,-4 3 0,-7 1 0,1 7 0,0 1 0,0 4 820,0 2-706,-1 1-147,1 6 0,0 3 0,1 9 1,2 2-1,3 2 309,2 4 1,-4-4-78,6 2-181,-1-1 0,5 6 0,0-2 0,0-2 0,0-3 248,0-2 0,2 1-549,2-2 39,4-10 0,6 10 1,1-11-1,-1 0 1,0-3-463,0-3 1,1-2 305,-1 0 190,6-7 0,-4-1 0,1-6 0,-4 1 0,-3 2 64,1 2 0,-3-1 121,1-4 149,-6 6 0,5-3 106,-3 7 1,1 0-261,4 9 109,-4-3 1,-4 10 0,1-2 0,1 2 0,1 3 127,1-1 1,-2 3-364,5-3-1,1 4 0,4-10 0,0 4 0,0-2 0,0-5-407,1-4 1,4-1 214,0 0 0,0-1 239,-5-4 0,0-8 0,0-6 0,-1 0 220,-4-1 0,2-1 110,-6-2-265,0 2 0,-7 7 1,-1 0-1,-3-1 0,-4 3 146,-5 2 0,-1 4-159,-8 6 0,5 0-119,-5 0 1,7 6-1,-2 4 1,3 1-126,2-2 0,1 4-325,4-4 320,-4 4 1,13 1 0,0-1-91,8-4 1,11-2-26,5-7 188,3 0 0,6-2 1,2-3-1,1-3 1,3-1 138,3-1 1,-5 3 19,1-3 0,-6-1 125,1 6 0,-4 1 0,-6 4 0,-4 0 286,-3 0-45,-8 0 63,5 0-248,-12 0 203,5 0 0,-12 4-63,-3 1-341,-4 0 0,-1-5-106,0 0 1,-1 0-1,0 0 1,-3 0 20,-1 0 16,0 6 1,0 0-1,0 5 1,2-1 0,1 1-451,2 2 304,0 1-15,0 0 0,6 0 0,3 1 0,5-3-330,5-2 0,7-4 278,7-6 0,5 0 140,-5 0 0,5-6 0,-4-2 0,1-3 110,-1-4 0,-1 9 138,-5-8 1,1 3 0,-1-3 801,0-1-626,-6 8 87,5 0 1,-12 9 44,4 3 0,-4 2-189,-1 8 0,0-1-150,0 0 1,0-4 0,2-1-329,3 2 112,3 2 1,6-5 0,0-4 0,0-2-1,2-2-479,3 0 1,-2 0 165,7 0 287,0-6 0,3-1 0,-2-4 0,-1 2 0,-1-1-111,-1 2 1,-1 0 491,-7 4-115,0 2 0,1-4 0,-1 6 502,0 0-32,-6 0-196,-2 0 0,1 0 559,2 0-784,-3 0 0,1-2 414,-7-2-585,0 2-92,0-4 29,-7 6 1,0 0 0,-8 0 0,1 0 0,-2 0-227,-3 0 1,2 1 101,-7 4 1,7-2 93,-2 7 0,3-3 0,2 5 0,0-5-114,-1 0 0,6 4 117,0-2 0,5-1 66,0 2 1,2-6-1,4 4-10,2-1 1,9-3 123,6-4 0,5 0 35,-5 0 0,6-1 0,-1-4 0,1-4 189,-1-4 1,-2-6-195,-3 0 1,-4-6-7,4 1 1,-8-3-1,-3-1 1,-1-2-21,-4-3 0,-2 3 14,-1-4 0,0 11-56,0 4 0,0 8 0,-1 3 1,-4 1-441,-4 4 0,1 8 229,-2 5 0,5 8 211,-4 6 0,6 3 1,-3 1-1,1 1 297,0-1 0,0-4 19,5 0 1,7-5-254,2 4 1,4-10-1,3 0 1,2-4-343,6-1 0,3-5-278,1 2 1,1-10 150,-1-4 0,6-4 1,-1-1-1,-2-2-1275,-1-3 1,-8 3 327,-3-3 1306,-3-3 0,-21-6 0,-4-9 0</inkml:trace>
  <inkml:trace contextRef="#ctx0" brushRef="#br0" timeOffset="5">1664 3199 8519,'-6'-15'-87,"4"1"1,-4 0-1,1 0 1,-1 0 0,-2-1 53,-3 1 0,3 0 0,-2 0 0,1 0 0,-1-1 517,1 1 1,1 0 0,-3 0-27,1-1 1,7 6-1,-1-1 852,2-1 86,2 5-236,0-7-108,0 12-923,0-5 0,0 12 884,0 3-709,0 4 1,0 3 0,0 3-1,-2 3 1,-1 2 437,-2-1 0,-1 3-321,1 7-315,4-3 1,-5 4 0,4-4-1,-1 2 1,-2 3-83,2 1 0,1-3 25,2 5-110,0 0 1,-4 0 0,-1-2-1,2-1 1,1-5-534,2-5 0,0 1 212,0-7-183,0 0 1,0-5-1070,0 0 677,0-6 300,0-8 0,2-8 1,1-6-800,2 0 0,1-5-1060,-1 0 1305,3-7 1211,6 4 0,4-14 0,3-7 0,2-2 0,0-1 0</inkml:trace>
  <inkml:trace contextRef="#ctx0" brushRef="#br0" timeOffset="6">1621 3042 9231,'-9'-4'-79,"-1"-3"0,-1 1 882,-1 0 1,-3-5 1262,1 1-1417,6 4 1,4-7-342,8 4 1,4 2 196,6 3-381,1-4 1,0 6-1,3-3 1,2 2-1,2 0 256,4-2-365,1 1 0,-4 4 0,1 0-26,1 0 0,4-2 70,4-3 1,-2 4 0,9-4 0,3 2 52,2-2 0,14 2 0,-2-5 0,1 2-155,1 3 0,-3-4-11,1 2 1,-1-4-1,-3 4 1,-2 2-263,-2 2 0,0 1 64,-2 0 171,4-7 1,1 6 0,0-4 0,2 3 0,-1 1-19,0-4 1,2 3 231,-3-2-148,-3 2 1,2 2-1,-6 0 1,4 0 0,2 0 35,3 0 1,-4 0-102,2 0 100,-6 0 0,9 0 0,-4 0 0,0 0 0,-4 0 65,-3 0 0,4 0-124,-1 0-14,0 0 1,-4 0-1,0 0 1,-2 0-1,-2 0 19,-1 0 0,-5 0-161,5 0 149,-6 0 1,4 0-1,-3 0 1,4 0-1,1 0 52,-1 0 1,1 0 12,5 0 7,0-6 1,4 4 0,0-3 0,-2 4 0,-4 1 91,-3 0 1,0 0-86,4 0-22,-5 0 0,2 0 1,-4 0-1,1 0 0,4 0-79,1 0 0,1 0 87,1 0-104,0-6 1,-1 4 0,1-3 0,0 4 0,-2 1-55,-3 0 1,1 0 123,-6 0 1,2 0-9,-2 0 0,-1 0 1,4 0-1,-1 0-42,-3 0 80,4 0 1,-1 0 0,4 0 0,-3 0 0,1 1 31,-1 4 1,-3-3-61,5 2 0,0-2 0,3-2 0,-1 0-115,-2 0 0,0 0 103,4 0 13,1 0 1,-1 0-1,1 0 1,0 0-1,1 0 85,3 0 0,-7 0-108,3 0 54,-10 0 1,6 0 0,-4 0 0,0 0 0,1 0 79,0 0-36,-4 0 0,3 0 0,-5 0 3,3 0 0,-3 0-57,3 0 1,-8 0-1,-1 1 1,1 3-113,2 0 1,2 1 88,-1-5 1,1 0 0,-3 0 0,0 0 11,-3 0 1,-1 0 41,2 0-33,-3 0 1,-7 0-1,0 0 1,0 0 78,1 0-79,-1 0-1,0 0 1,0 0-1,0 0 1,2 0-30,3 0 0,2 0 21,2 0 0,4 0 1,-5 0-1,5 0 1,-1 0-1,-3 0-2,3 0 1,-6 0 110,-1 0-66,-3 0 0,-7 0 0,1 0 163,1 0-177,-5 0-27,0 0-99,-6 0-26,0 0 17,7 0 20,-6 0 0,6 2 130,-7 2-83,0-2 155,0 11 1,4-10 0,1 6 0,-2 2 107,-1 2 1,-2 1 145,0 0-233,0 1 1,0-1 0,0 2 0,0 1 0,0 4 175,0 1 1,0-3-18,0 4-232,0 1 0,0 0 0,0-2 0,0 0 0,0-2-4,0 1 0,0 4 102,0-1-154,0 3 1,0-4 0,0 0 0,0-1 0,0 0 44,0 3 0,0-3 30,0 2-32,0-7 1,0 9 0,0-6 0,0 1-1,0-1 68,0-2 0,0-3-26,0 0-40,0 5 0,0-4 1,0 3 139,0-3-43,-6-2-118,4-6 0,-6 3 0,3-6 0,-3-1 22,1 3 1,-1-6-26,3 4 30,-3-4 0,-6 1 0,0 1 0,-1 2 0,0-2 41,-4-1 0,0-1-13,-10 4-136,4-3 0,-11 4 1,4-6-1,-3 0 1,-1 0-58,-4 0 1,-1 5-211,-1-1 268,5 1 1,-5-5-1,1 2 1,-7 1 0,-1 2-137,0-2 0,-4-2 94,0-1 65,-2 0 1,-2 0-1,0 2 1,-1 1-1,-2 2 60,-2-2 1,-6-1 33,2-2-69,3 0 1,-5 4-1,6 1 1,2-2-1,2 0-145,1 2 1,5-3 129,0 2-42,6-2 0,-8 3 0,5-1 0,-1 0 1,-4-3-96,-1-1 1,3 0 55,-1 0 83,1 7 1,-3-6 0,1 4 0,4-4-1,-1-1-80,1 0 1,-3 0 109,-3 0-23,5 0 1,-3 0-1,7 2 1,0 1 0,-1 2-2,1-2 1,-1-1 260,6-2-227,-1 0 1,-1 0 0,-4 0 0,-4 0 0,-1 0 109,0 0 0,0 0-96,5 0 4,-5 0 0,4 0 0,-3 0 0,4 0 1,4 0 28,1 0 1,-1 0 0,-3 0-89,2 0 1,-4 0 0,7 0 0,-1 0-1,-1 0-19,-3 0 1,4 0 6,0 0 0,1 0 1,5 0 0,-7 0 0,-2 0-1,0 0-159,5 0 0,-6 0 100,4 0 59,-3 0 0,4 0 1,1 0-1,1 0 0,2 0-109,-1 0 0,-2-2-284,-2-3 353,0 4 1,1-6 0,-2 7-1,-4 0 1,-4 0-105,-3 0 1,3 0 43,-1 0 82,8 0 0,-6 0 0,5 0 0,0 0 0,4 0 188,2 0 0,2 0 79,-4 0 1,-1 0-80,0 0 0,1 0 0,-2-1 0,-2-2-47,-2-2 0,1 0-57,4 5 0,5-1 1,2-3-1,0 0 219,-1 1 1,1 1-158,-2 2 0,3 0-31,7 0 1,0 0 0,1 0 0,3 0 132,5 0 0,3 0 42,2 0 0,5 0-464,-1 0-95,7 0 0,-2 0-680,10 0-2433,-4 0 1225,6 0 0,-6 0 2203,4 0 0,3-19 0,6-5 0</inkml:trace>
  <inkml:trace contextRef="#ctx0" brushRef="#br0" timeOffset="7">271 3284 6622,'-15'-5'621,"1"-1"797,0-2 0,1-1-409,4-6 0,4 7 90,10 4-856,-4 2 0,7 2 19,-3 0 1,-3 2 192,2 2 0,-2 6-199,-2 9 1,0-3-1,0 4 1,0-1 330,0 0-546,0 6 1,0-7 0,0 5-1,0 1 1,0-2-315,0-3 0,0-3-282,0-2 129,0 7 0,0-10 0,0 3-2281,0-1 1737,0-7 621,0 0 1,0-17 0,0-3 0,0-3-264,0-4 0,1 5 612,4-3-22,-3 4 1,4 0 0,-6 1-1,2 2 1,1 0 958,2 3-530,6 0-80,-3-6 0,6 7 0,0 2 1,0 1-1,2 1 483,3 0 1,-3-2-484,3 1-477,3 1 1,-6 2-1,3-1 1,-4-2-1,0 0-166,-1-1 1,-6 3 166,-4-7 128,4 1 1,-6 0 0,3-1 0,-4-1 121,-1-2 541,0-1 3,-6 6 1,3-3 280,-7 6-669,7 1-29,-3 10 1,6 2 0,0 8 0,0 3 0,0 3 569,0 0 0,0 5-128,0-4-447,0 4 1,0 2 0,0-2 0,0-2 0,0-1 70,0 1 1,0-3-649,0 2 242,0-7 1,0 4 0,0-7-547,0 0-1062,0-6 23,0-2 1,0-7-1173,0-4 0,0 2 2869,0-7 0,19-31 0,4-13 0</inkml:trace>
  <inkml:trace contextRef="#ctx0" brushRef="#br0" timeOffset="8">612 3540 8103,'0'-14'3028,"0"4"-1178,0 1-1303,0 6 0,0-5 0,-2 5 225,-3-2 0,4-2-1220,-4 3 246,4 2-1,7-6-340,3 3 287,4 4 0,-4-7 0,1 5 0,-1-3 0,1-1-472,-1 1 1,-4-4 154,5 6 545,-7-7 1,5 7-1,-5-5 532,2-2-2,-1-2-328,-4 5 0,-1 2 0,-4 6 3,-4 0 1,-3 6-7,3 4-127,-4 3 1,10 2 0,-5 3-1,2 1 1,3-2-29,1-1 0,2-2-288,0 0 65,7 0 1,-4-1-1,6-2 1,2-3 0,3 0-453,5 0 1,-1-5 221,5 2 385,-5-4 1,7-5 0,-6-3 0,0-1 0,0-3 119,0-1 1,-5-1 75,-4 4 982,-1-4 1,1 5 723,-1-6-1865,-6 6 78,4 2-317,-7 6 26,0 6 115,0-5 0,6 11 0,3-8 1,4 1-545,1 1 1,0-4 267,1 3 337,-1-4 1,0-1 0,0 0 0,1-1 892,-1-4-518,-6 3 160,-2-10 1,-6 9-75,0-7 1,-2 2-526,-2-1 186,-4 2 0,-6 7 0,-1 0 0,1 0-79,0 0-344,0 0 214,-1 7 1,6-4 0,1 6 0,0 1-307,0-2 370,5 4-4,-3-4 1,6 2 0,0-1-126,0 2 1,0-3 103,0 2 64,0-7 1,6 3 293,4-6-55,2 0 20,2 0 1,-4 0 0,-1 0 812,2 0-379,-4-6-277,-1 4 1,-1-6-140,0 4-681,6-4 310,-10 0 0,7 0-227,-3 3 1,-2-1 33,7-4 263,-7 4 1,5 6 0,-5-2 0,3-1 103,2-1-27,-5-1-330,3 5-144,1 0 378,1 0 27,0 0 1,-2-2 0,-5-1-34,4-2 0,-2-1 177,7 1-44,-7 4 1,5-10 0,-5 4 0,2-1-1,0-3-32,1-1 0,-5-4-285,4-3 226,-3 3 1,-2-9-1,0 4 1,0-1-1,0-1-68,0 0 0,0 3 40,0 6 79,0-1 1,0 1 0,-2 2 14,-3 2 1,2 4-85,-6 6 118,6 6 1,-5-1 0,5 8 0,-2 2 0,2 1 99,1 0 1,2 4 316,0 4-264,-6-3 0,4 4 1,-3-5-1,4 3 1,1 0 618,0-1 0,0 4-203,0-7-497,0 0 1,0-5-1,0 0 1,0 0-77,0 0 6,0-6-401,0 5 1,1-11-854,4 2 811,-3-8-1383,4 2 0,-6-11 1767,0 4 0,-19-16 0,-5-5 0</inkml:trace>
  <inkml:trace contextRef="#ctx0" brushRef="#br0" timeOffset="9">399 3057 8103,'-15'0'-404,"1"0"0,0-2 0,0-1 792,-1-2 0,6 0 452,-1 5 1,7-1 0,-3-2-133,0-2 0,4 6 0,-3 9-102,4 3 0,-1 1-369,-3 0 0,4 5 0,-4 1 0,4 3 167,1 2 1,0 3 99,0 5-389,0-3 0,0 12 0,0-5 0,0 5 0,0 0 209,0 1 0,0-1-48,0 1-208,0-7 1,1 1 0,2-6 0,2 3-1,-2-4-79,-1-5 1,-2 0-136,0-6 37,0 0 0,0-5-1328,0 0 1084,-7-6-605,6-1 1,-5-9 0,6-3 0,0-4-918,0-4 1,1-3 1874,4-3 0,-29-47 0,12 24 0,-1 0 0</inkml:trace>
  <inkml:trace contextRef="#ctx0" brushRef="#br0" timeOffset="10">327 3099 8103,'-23'-1'186,"-1"-4"1,5-5 462,6-2 1,2-2 71,7-1 99,-1 1-448,11 6 0,-4 0 1,4 5 3,0-2 1,-2 1-249,5 4-13,1 0 0,4-5 1,0 0-1,0 2 0,0 1-31,1 2 1,4-4-58,0-1-114,0 0 1,-1 5 0,3-1-1,1-3 1,2 0-233,-2 1 1,5-1 58,-3 0 206,2 2 0,4-4 1,4 6-1,2 0 0,2 0-179,0 0 1,-5-5-102,5 0 315,0 1 1,0 4-1,-2 0 1,-1 0-1,-4 0-11,-1 0 0,4 0 330,-1 0-179,0 0 0,-5-2 0,1-1 0,1-2 0,1 0 204,3-1 1,3 4-117,-3-2-106,5-4 1,-3 5 0,7-5 0,-2 1 0,-1 3 12,-2-3 0,-2 6-58,2-4-147,3 4 1,-11-4 0,3 0 0,-4 2-1,-4 1-287,-2 2 0,1 0 244,5 0 88,-7 0 0,5 0 0,-2 0 1,5 0-1,5 0-26,1 0 0,-3 0 166,5 0-50,0 0 0,5 0 0,-1 0 0,-1 0 0,-3 0 107,-5 0 1,2-4-113,-2-1-39,1 0 1,-6 5-1,-1 0 1,-2 0-1,-1 0-108,1 0 1,2 0 111,1 0-19,1 0 1,-1 0-1,-1 0 1,0 0-1,-2 0 44,1 0 1,4 0-53,-7 0 60,-2 0 0,4 0 0,-4 0 0,-1 0 0,1 0-1,-4 0 0,-1 0 34,-2 0-65,7 0 0,-6 0 1,4 0-1,-3 0 0,-2 0 17,1 0-536,-8 0-350,0 0 1,-9 0-397,-3 0 0,-9 6-407,-9 4 1033,-4 3 632,-8 7 0,-11-6 0,-8 0 0,-6 5 0,-1-1 0</inkml:trace>
  <inkml:trace contextRef="#ctx0" brushRef="#br0" timeOffset="11">441 3796 8208,'-20'6'-204,"-1"-4"1,-3 2 0,5-2-1,4 0 1,0 1 852,1 1 1,0 1 0,0-5 1623,0 0-756,6 0-199,1 0-751,7 0 0,2 0-156,3 0 1,3 0-231,6 0 1,2 0-1,3 2 1,4 1 149,4 2 1,3-1-17,3-4-205,4 0 1,7 0 0,2 0 0,3-1 0,3-2 149,6-2 0,4 0-342,4 5 78,4 0 1,-6 0 0,8 0 0,-1 0 0,-2 0-178,-3 0 0,-2 0 6,-7 0 202,-1 0 0,1 0 0,-1 0 1,-6 0-1,-7 0 119,-8 0 1,-7 0 15,-4 0-295,-4 0 1,-7 2-477,-4 3 57,-2-4-203,-14 5 1,4-6-1790,-6 0 980,6 0 899,-4 7 0,6-4 1,-3 6 664,0 2 0,-7-17 0,3-3 0</inkml:trace>
  <inkml:trace contextRef="#ctx0" brushRef="#br0" timeOffset="12">25891 10961 10153,'0'-8'945,"0"0"-761,0 3 0,0 2 0,2-6 1,2-2-1,6-4 131,2-4-299,3 4 0,4-12 1,0 3-1,-1-3 0,1-3 1,0-1-1,-1-4-47,-2-1 0,-7 6 1,-1 0-1,-2 6-59,-3 3 1,-1 2 602,-2 5-309,0 6 0,-6 4-204,-4 8 0,-1 4 1,0 8-1,2 1 151,-2 2 1,-2 7-9,-1-3-76,6 4 0,-5 2 0,5-1 1,-1 0-1,1 1 148,2-1 0,-4 1-109,5-1-72,1-6 0,4 5 0,0-3 1,1 1-1,4-1-14,4-5 0,1-8-132,4-2-14,-3-6 1,10 8 0,-7-6 0,0-2 0,2-3-971,3-4 1,-3-4-804,3-6 1422,-4 6 1,0-7 0,-1 3 476,0-6 0,-6-32 0,-2-4 0</inkml:trace>
  <inkml:trace contextRef="#ctx0" brushRef="#br0" timeOffset="13">26275 10705 7819,'-8'-10'280,"3"1"1,4-2 396,1-2 1,-5 4-185,0-1 0,0 6 0,7-4 107,3 1 1,-2 3-512,6 4 1,1 0 30,4 0 0,5 0 1,0 0-1,-2 1 95,-1 4 0,-2 3-262,1 6 1,-6-3 0,-1 2 0,-2 3-74,-3-1 1,-1 3 118,-2 1 1,-2-2 0,-4 5-1,-7-1 227,-4-4 1,-2 4-106,5-2 1,-5 4 0,0-4-1,2-1 565,1-3-633,2 0 50,-1-1 0,9-2 0,8-2 136,10-5 0,4-4-124,8-1-129,-1 0 1,0 0 0,-3-1-1,-1-2 1,0-2-896,-2 2 0,-6-4 230,-1 3-2141,-7-7 1024,10 9 1,-10-4 1795,6 6 0,-24-7 0,-3-1 0</inkml:trace>
  <inkml:trace contextRef="#ctx0" brushRef="#br0" timeOffset="14">27014 10790 7819,'-8'-6'476,"-4"4"0,4-4 0,-2 1 553,1 1 0,4-1-303,-4 5-259,5 0-286,-8 0-158,4 6 1,-2 2 0,2 6 9,2 0 0,1-4 21,5-1 0,0 1 1,0 4-173,0 0-29,0 1 132,0-1 1,5 0 0,0 0-76,-2 0 1,-1 1 105,-2-1-67,0-6 1,-7 3 0,-2-6-1,-4-2 1,-1 0-128,0 2 1,-2-4 146,-3 4-77,3-3 1,-9-7 0,6-2 0,2 0 0,1-3-33,2 2 0,4-3 557,1 6-147,5-6 1,-7 8 427,7-6-383,-1 6-210,5-4 0,2 7 0,2 0 1,6 0 216,2 0 1,-2 2-73,-1 3-252,1-4 1,4 10 0,0-5 0,0 2-1,2 2-210,3-2 1,-1 3-26,5-6 185,-5-1 0,7-4 1,-5 0-1,3 0 1,2 0-233,2 0 1,-4 0-30,1 0 319,-7-6 1,4-2 0,-7-6 0,0 0-1,1 1 6,-1 4 0,-6-4 451,-3 3 148,-4 4 55,-1-7-556,-6 12-68,-2-5 0,-2 10 0,3 3 0,0 1 0,4 3 121,1 1 0,-2 2-36,-1 1-140,0-7 0,5 4 0,0-2 0,2 1 0,1 0-362,2-2 1,6-6 80,-2 2 130,4-3 1,1 2 0,0 1-1,1-2 1,-1-3-502,0-4 0,0-4 235,0-6 362,1 6 1,-1-5 0,-2 3 0,0-2 0,-5-2 130,0-1 1,2 6 649,-4-1 60,0 7-58,-5-3-303,0 6-285,0 6 1,0 2 0,0 6 0,0 1 0,0-1 72,0 0 0,0 0-15,0 1-270,0-8 0,1 6 1,4-5-1,5 0-145,2-3 0,-2-4 177,-1-1-136,1 0 0,9-6 1,0-2-1,-2-3 1,-1-2-277,-2-3 1,0-1 222,0 3 211,1 0 0,-3-1 1,-2 1-1,-4 2 1,-1 1 241,-1 1 0,0 7 60,-9-2-161,3 4 1,-10 1 0,2 0 209,-2 0-206,-3 0-202,7 6 0,4-3 0,10 5-160,8-2 0,2-1 52,8-5 102,-1 0 0,4 0 0,-1 0 1,-3 0-1,1 0-139,-2 0 1,3 0 408,-6 0-8,0 0 1,-5 2 169,1 2 0,-9 4 543,-6 6-649,-6-6 1,-4 5-1,1-4 1,-2 4-1,0 1 500,1 1-336,-2-1-423,10 0 1,-4 0-1,7-1-424,4-4 1,3-2 119,6-7 178,0 0 0,2 0 0,1 0 1,4-2-1,0-3-181,-1-4 1,1-4 180,-2-1 140,-4 6 1,7-5 0,-4 4-1,1-4 1,-2-1-70,-1 0 0,-3 4 268,-4 1-79,4-1 1,-7 1-1,4-1 1,-4 1 962,0 1-728,-4-5 437,4 12-263,-6-5-271,0 6-240,0 0-363,-6 0 405,4 0-522,-4 0 503,6 0 232,0 0-27,0-7-181,0 6-58,0-6 17,0 7-652,0 0 469,0-6 0,0 3-125,0-7 225,0 7 1,5-9 0,-1 2-1,-1-3 1,-1-2-183,-2-4 1,0 3 276,0-3 0,2 3 0,1 2 224,2 0 114,-1 0-266,-4 6 0,0 3 0,0 10 0,0 4 0,0 4 263,0 1 0,-4 6 184,-1 4-363,-6 3 1,4 1-1,-2 1 1,4-1 0,2-1-182,-2-3 0,4 1-165,-4-6 83,3 0 0,2-5 0,2-1 0,3-2 0,4-3-201,4-2 1,1-1 88,0-5 34,7-6 1,1-2 0,5-6-1,-2-2 1,-1-3-451,1-5 0,2 4 200,1 1 337,-6 3 1,-1 2 0,-7 1 0,0 3 0,1 6-41,-1 2 0,-5 2 76,1 0 205,-7 0 1,3 2 483,-6 2-211,0 4 225,0 0 243,0 5-578,0-12-286,0 6 0,-1-7 0,-2 1-39,-2 4 0,-6-3 40,1 2-73,-2 4 0,2-5 0,1 5 0,-2 0 1,-2 0 71,-1 3 0,1 2 200,4 1-235,2 0 0,3 1 0,-1-1 0,2 0-28,1 0 1,4-6-64,2-3 24,11 3 1,2-7-1,5 4 1,0-5-1,0-5-325,4-4 0,5-5-171,2-5 346,1-3 0,-6-7 1,-1 1-1,-2-1 1,-3 1-86,-1-1 1,-2 2 14,-5 4 357,-6 2 0,-3 9 0,-10 2 260,-5 5 1,-2 15-235,-2 4 342,-1 3 0,1 4 1,1 1-1,4 2 1,3-2 633,-1-2 1,6-1-506,-4-4-504,3-1 1,2 0 0,0 0-366,0 1 0,2-6 18,3 0 143,3-5 0,6 0 0,0-7 1,0-3-1,1-2-635,-1-3 0,-2 3 247,-2-1 341,3 5 0,-6-7 0,8 7 604,-1 0-184,-6 3 13,4 1 1,-8 0 0,3 1 0,1 3 705,0 0 1,-3 3-783,4-3-257,-5-2 0,8 4 1,-2-6-1,2 0-695,3 0 1,-1 0-2553,0 0 2303,-6-6 1,0 3-1,-5-8 1024,2-5 0,-28-16 0,-13-7 0,-3-7 0,-1 0 0</inkml:trace>
  <inkml:trace contextRef="#ctx0" brushRef="#br0" timeOffset="15">28223 10733 7819,'-37'0'2606,"4"0"-1366,9 0 1,10-1-364,9-4 0,10 3 0,5-2 0,2 1-427,3-2 0,5-1-1134,4-4 398,-4-3 0,7 6 1,-5-8-1,0 1 1,-3 0-1063,-3 0 0,-6-1 1348,-1 1 0,-34-7 0,-16-4 0,1-1 0,-1-1 0</inkml:trace>
  <inkml:trace contextRef="#ctx0" brushRef="#br0" timeOffset="16">27526 15112 7874,'-2'8'611,"-1"-2"2655,-1 1-2141,-8-6 0,11 4-799,-4-10-336,4 4 1,2-12-1,4 3 1,4-4 0,6-3-144,4-2 1,1-6 0,5 1 0,-1-4-213,1-6 0,-3-2 57,2-7 1,-2 1 196,2-1 1,-5 2-1,-10 2 1,-4 2 253,-3 2 25,-2 2 1,-2 13 83,-3 6 1,-3 6 0,-6 9-1,-2 6 92,-2 7 0,2 6-143,-3 9-31,-3-1 1,4 2 0,-4 3 0,2 4 0,2 1 535,2-1 1,7-3-7,-1 4-560,7-7 0,-8 4 0,7-7 0,2-1 0,5-3 109,7-5 1,2-3-558,2-2 194,1-6 1,4-2 0,1-6 0,2 0 0,2 0-541,-2 0 1,3-5-1569,-6 1 1312,7-7 1,-9 3-1,5-7 1,-1 1-1,-4 0 910,-1 0 0,-2-19 0,0-5 0</inkml:trace>
  <inkml:trace contextRef="#ctx0" brushRef="#br0" timeOffset="17">27938 14885 7972,'0'-15'467,"0"1"0,0 0 708,0 0 1,0 0-569,0-1 0,0 1 1,2 0 212,3 0 0,-2 4-558,6 1 0,1 6 0,4-2-20,0 3 0,0 2-232,1 0 13,-1 0 0,0 2 1,0 3-55,0 4 1,-6 4-76,-3 1 0,-3 0 236,-2 0 1,-7 1-1,-2-1 1,-5 0 187,-5 0 1,-2 0-136,-3 1-169,-2-1 0,11 0 0,0-1 0,5-2 0,2-2-406,0 2 279,5 2 0,0 0 0,11-2-65,6-2 0,15 1 194,-1 4 0,2-2 0,-5-1 0,-3-3 135,-1-1 20,-2 4 1,-6-8 0,-4 6 734,-4 2-652,-16-4 0,-5 4 1,-14-6 246,-3-2 0,3-2-1236,-3-1 0,3 0 0,1 0 0,2 0-3515,4 0 3022,2 0 0,12 0 1228,-1 0 0,32-6 0,3-2 0</inkml:trace>
  <inkml:trace contextRef="#ctx0" brushRef="#br0" timeOffset="18">28720 14899 7962,'14'-14'-161,"-4"-1"0,-2 1 908,-2 0 1,-3 1 0,-7 4 0,-6 4 0,-3 4-348,-1 1 0,0 4 1,0 3-1,0-1 23,-1 0-315,1 5 0,0-3 1,1 6-1,2 1 1,3-1-25,2 0 1,1-5-91,5 1 0,0-1 0,0 6 0,0-1-16,0 0 1,7 0 31,2 1 1,2-1 0,0 0 0,-1-1 2,1-4 36,1 4 0,-2-7 442,-1 4-43,-5 2 1,-4-10-645,-10 2 153,-3-2 1,-6-2-1,0 0 1,2-2-1,1-2-359,2-6 75,0-2 304,0-3 0,4 3 1,2 1-600,2 1 210,-5 7 519,9-3 0,-6 6 0,5 1 408,-1 4 0,-1-2-144,5 7-36,0-7 0,0 10-191,0-4 1,6 2-165,4-1 14,2-4 1,7-1 0,2-1-1,-1-1 1,2-1-467,0-2 0,1 0-202,0 0 527,4-6 1,-6 3 0,4-7 0,-3-1 0,0-2-13,0-1 1,-4 0 382,1 0-105,-4 0 0,-2 4 0,-2 1 1216,-1-2-779,-7-2-408,3 5 1,-6 3 0,-1 10 0,-3 4 466,0 4 1,-6 1-194,5 1-346,1 5 1,4-4 0,0 3 0,0-3-1,0-2-22,0 0 0,0 0-564,0 0 0,6-4 249,3-1 0,1-4 1,3 3-1,2-2-586,1-2 0,0-3 204,-2-1 0,2-6 442,3-4 1,-3-4 0,4-3 0,-1-4 538,0-1-262,0 5 1,-9-9 0,-2 7 0,-1 2 114,1 1 1,-5 7 538,2-1 0,-3 9-457,-2 1 0,-5 3-91,0 11 0,-4-3-49,4 8 0,0 2 0,5-2 0,0 0-28,0 1 1,0-4-153,0 3 0,0-3 17,0-2 1,2-1 0,1-2 0,3-3-330,2-2 1,2-1 139,4-5 0,0 0 157,0 0 1,1-7-1,-1-2 1,0-4-175,0-1 198,1-7 0,4-1 0,-1-6 0,0 1 0,-4 2-25,-4 1 1,1 7 210,-7-2 1,3 4 0,-4 4 628,2 2-623,-1 6-270,-10-4 1,3 9 0,-5 3 0,0 3-1,2 1-70,-1 1 0,1-2-161,1 1 213,4 4 0,-6-10 0,9 5 0,3-2 1,4-3-419,4-1 1,1-1 35,0 4 423,1-3 0,0 4 0,3-6 1,1 0-1,-2-2 661,-1-2-431,-2 2 512,0-4 445,0 6-708,-6 0-20,-1 0 0,-7 6 0,0 4 0,0 2 375,0 2 0,-2-4-397,-3-1-474,4 1 0,-6 4 1,7 0-558,0 0 356,7 1 122,1-7 0,6 3 1,0-7-1,0 0 0,1-3-495,-1-1 0,0-1 389,0-4 198,0-3 1,1-8-1,-1-3 1,0-5 0,2-2-153,3-3 1,-3-1 119,3-3 0,-4 1-54,0-5 0,-1 0 0,-2-1 0,0 5-71,-3 3 0,-6 8-2,2 3 610,-4 3 1,-1 10-283,0 6 0,-1 6 518,-4 8-368,4 1 1,-7 4 0,5 1-1,-2 2 1,2 2 625,1-2 0,0 3-168,-2-6-454,2 7 0,-4-6 1,6 5-1,0-3 0,-2-1-21,-2-4 0,2-1-160,-3-2-212,4 1 1,1-1-1,1 0 1,4-1-470,4-4 1,-1 2 193,2-6 311,-1 0 0,5-5 1,2 0-1,2-2 1,1-3-54,-2-4 1,4-4 352,-3-1-133,8-6 0,-6 2 0,6-6 0,-4 1 0,-2-1-3,-2 0 0,-3 7 4,0-2-59,-7 10 1,-1-2-116,-2 6 25,-3 0 251,4 5 0,-6 6 0,0 4-52,0 2 1,0-2-38,0-1-144,0-5 0,0 3-22,0-2 273,-6-3-157,4 4 0,-6-6 0,4 0-249,-6 0 0,2 0 585,-1 0-220,-1 0 1,-4 2 0,0 1 0,0 3 0,-1 0 224,1 1 0,0 2-249,0-4-42,6 6 1,-3-3 0,6 6 0,0-1 0,0-2 57,1-2 0,1 1 48,7 4-151,4 0 1,8-6-1,1-2 1,4-1 0,1 0-188,3-2 1,2-1 55,2-2 57,-1 0 0,2-7 1,0-2-1,0-4 1,-3-3-10,0-2 0,-5-5-39,2-5 24,-7 0 1,2-2-1,-10-2 1,-4-1-1,-3 1-157,-2 2 1,0 3 703,0 4-329,-7 8 0,0 9 0,-8 6 0,1 0 1,0 2 161,0 2 1,-1 11-134,1 8 111,6-2 1,-3 6 0,7-4 0,-1 3 0,0-1 510,0-1 1,1-5-223,4 4-562,0-5 1,0 2 0,0-6 0,0 1 0,0-1-470,0 0 1,4-4-158,1-1 534,6-6 1,-8 3 0,7-6 0,1 0 0,1-1-148,3-4 0,-6-3 382,1-6-171,-1 6 1,5-4 0,1 2 380,-1-3-115,-6 6 253,-2 0 320,0 7-538,2 0-122,0 7 1,0-4-1,-3 6 1,4 1-348,4-2 0,-4 3-9,1-7-425,-1 1 0,5 0 0,1 0-3227,-1-2 2993,0-2 892,-6-7 0,-23-24 0,-14-11 0,-3-6 0,1 1 0</inkml:trace>
  <inkml:trace contextRef="#ctx0" brushRef="#br0" timeOffset="19">29431 14870 7962,'-12'-9'0,"2"-1"0,-1 6 2107,6-6 1,1 5-1288,4-4 1,11 1 0,6-3 0,7 2-943,6-3 1,8 5-176,-1-3 1,5 2 0,0-3-1,-1 3-561,-3 2 1,-9 1 857,-10 5 0,-67 0 0,-17 0 0</inkml:trace>
  <inkml:trace contextRef="#ctx0" brushRef="#br0" timeOffset="20">1138 6383 7828,'0'-14'276,"0"0"131,0 0 0,0 4 0,0 1 280,0-2 1,1 4-1,3 1 789,0 0-993,1 4-323,-5-4 1,-2 6-1,-2 0 82,-6 0-322,-2 0 0,-3 6 1,0 3-1,-3 4 1,-1 3-80,2 3 1,1-2-39,2 7 154,0 0 1,-1 4 0,1-1 0,2 0-1,2-2-2,5 0 1,-1 5-28,1-6 61,1-3 0,10 4 0,3-5 1,4-1-1,1-1-32,0-6 0,7-5 31,3 2 38,3-6 1,1 4-1,0-9 1,1-3-1,-1-4 80,1-4 0,-1-3-100,1-3 91,-1-3 0,-4-1 0,-2-1 0,-2-1 1,-4-2 380,-5-2 0,-4 1-166,-7-1-208,-7 1 0,-2-2 1,-10-2-1,-5 1 1,-3 4-245,-1 6 1,-5 6-795,-1 0 728,1 8 0,5 0 0,-1 9 0,3 4 0,2 7-757,5 4 1,3 8-554,2-1 1110,6 3 0,3-3 1,10-1-1,6 3 1,5-1 405,3-1 0,50 2 0,9-3 0</inkml:trace>
  <inkml:trace contextRef="#ctx0" brushRef="#br0" timeOffset="21">1707 6369 7969,'-15'-13'186,"1"4"0,0 3 481,0-1 1,-1 6-1,1-4 463,0 3 0,0 2-899,0 0 0,1 7 1,3 2-1,4 2-192,0-1 1,4 2-113,-2-2 1,2 4 132,2 5 1,2-3 0,2 3 0,6-4-9,2 0-165,3-1 1,-1 2 0,0-1-1,0 1 1,-1-3-7,-4 0 1,4-1 459,-4 2-150,-2 1 0,-1-1 0,-6 0 0,0 0 500,0 1 1,-6-6-163,-4 0-434,-2-5 1,-7 7 0,-2-7 0,-1 0 0,-3-1-558,-2 1 1,3-2 58,1 3-407,5-4 0,-2-1 0,7-1-1564,4-4 1,10-3 838,13-6 1535,7 0 0,45-19 0,-28 14 0,0 0 0</inkml:trace>
  <inkml:trace contextRef="#ctx0" brushRef="#br0" timeOffset="22">1906 6355 7970,'-2'-10'0,"-3"1"0,4-1 0,-4-4 2369,3 6-668,2 2 0,0 7-926,0 4 0,0 8-389,0 6 1,-1 6 0,-2-1 0,-2 3 516,2 1-762,1 0 0,2 1 0,-1-1 1,-3 1-1,0-2-34,1-4-445,1 4 1,2-11-372,0 3 514,0-3 0,0-12 14,0-8 87,0-4 0,2-19 0,1 2 0,1-7 0,0-6-72,-3-3 1,-1 3 92,0 0-49,0 7 0,-1-4 0,-3 8 0,0 3-1762,1 5 1354,1 10 107,2 9 1,0 9 0,0 10 0,0 5 0,0 3-720,0 1 0,0 6-432,0-1 902,0 0 672,0-11 0,6 18 0,2-3 0</inkml:trace>
  <inkml:trace contextRef="#ctx0" brushRef="#br0" timeOffset="23">2403 6582 7878,'0'-14'390,"0"0"1,0 0 159,0-1 0,0 1 1,0 0-1,0 0 0,2-1-40,3 1 0,-1 5 0,9 1 0,3 2-250,0 2 1,-1 3-1,0 1 1,-1 0 76,0 0 1,0 1-190,0 4 0,-1 3 0,-2 6 0,-3 0 87,-2 1 1,-1-1 86,-5 0-373,0 0 1,0 1-1,0-1 1,0 0-134,0 0 1,0-4-161,0-1 171,-6-6 1,3 4 1,-7-7 1,5-5-510,-4 0 525,6-12 1,-4 7 0,7-9 0,0 2 0,2 0 36,3-2 1,-2 0 75,6 4 119,1 1 1,4 0 0,0 1 0,1 4-1,-1 3 417,0-1 0,0 6-201,0-4-109,1 10 0,-1-2 0,-2 6 0,0 2 0,-5 2 390,0 1 1,2 2-170,-4 3-576,0-3 1,-4 3-1,2-8 1,2-2-562,-2 2 1,-1-3-737,-2 2 849,0-7 0,0 2 0,1-10-149,4-5 1,-2-4 71,7-5 711,-1 3 0,6-9 1,-3 5-1,-1-1 0,-1 1 272,1 2 1,0 7-105,-2 2 124,4 5 1,-10-2 0,5 8 0,0 2 461,0 6 0,-5 4-152,2 5-320,-4-3 1,-1 9 0,0-6-1,0 0 1,0 0 155,0 0 0,2 0-1119,3-5 388,-4 0 1,12-4 0,-4-2-1,4-2-1824,1-3 1227,7-1 666,-6-8 0,9-2 0,-6-7 0,-3 0 1,1-3-30,-5-1 0,3 0 593,-4 5-18,-4 0 0,2 1 1,-5 2 826,2 2-762,0 6-163,-5-4 0,6 7 1,2 2 112,0 3 1,3-2-315,-6 6-54,6-6 1,-3 5-1,6-5 1,0 2-1,0-2-192,1-1 0,-1-2 35,0 0 171,0 0 0,0-6 0,1-2 0,-3-2 0,-1 1 93,-1-2 0,-7-2-69,2-1 0,-4-2-10,-1-3 1,-1 3-1,-4-1 1,-6 4-185,-6 4 0,1 1-20,-3-2 127,-3 4 0,4 6 0,-4 0 0,2 2 0,1 1-288,-2 2 1,7 6-73,0-2 387,-1 4 0,9 1 0,-3 0 0,4 0 58,3 1-26,2-1 1,7-2 0,2-2 0,5-4 0,5-1-306,5 0 1,8-1 158,1-4 1,2-4 0,-4-3 0,4 0 27,1-5 0,-3 0 284,5-2-108,-6-1 1,1 3 0,-8 1 0,-3 3 0,-1 0 216,-4 0 1,-6 5 102,-1-2 506,-7 4 298,3 1-722,-6 0 174,0 0-31,-6 0-662,4 0-39,-4 0 0,0 1 1,-4 2-1,-2 2-435,-2-2 1,-1 5-113,1 2 467,0-4 0,0 6 0,-1-2 0,1 3 1,0-1-11,0-2 0,4 2-38,1-2 255,-1 2 0,2 3 0,4-1 329,2 0 1,4-1-7,2-4-249,4-2 0,7-7 0,0 0 1,3 0-1,2-2 48,2-3 1,-4 2-138,1-6 15,-3-1 0,2-4 0,1-2 0,-1-3 0,-2-3-22,-2 0 1,-5-5-219,1 3 194,-7-9 0,5-2 0,-5-2 1,2 3-1,-2 4-12,-2 2 1,-1 6 345,0 3-434,0 3 1,-1 10-1,-2 6 160,-2 8 1,-1 11-42,1 4 137,3 4 0,-6 2 1,5-1-1,-1 0 1,0 1 374,3-1 0,1-1-61,0-3-435,0 3 0,0-7 1,1 4-1,4-5 0,3-3-4,0-2 0,9 0-64,-2 0-6,8-6 0,-5-1 1,5-7-1,3-2 1,-1-3-314,-1-4 0,1-4 187,-6-1 180,6 0 0,-9-5 0,3-2 0,-3 1 0,-4-1 218,-2 4 0,1 1-119,-6 2 50,-1 0 0,-5 1 20,-4 3 0,2 4-67,-7 6-209,1 0 0,-5 6 1,-1 4-1,3 3 0,1-1-259,1-2 0,7 2 557,-2-2-205,4 2 0,1 3 0,1-1 0,4 0 51,5 0 0,7-6 16,2-3-21,6-4 0,-3-1 1,7 0-1,-1 0 0,1-1 119,-1-4 1,-1-3 256,-3-6-319,2 0 0,-10 0 0,5-2 0,-2-3 1,0-5-35,-2-3 1,-7-3-29,-6-3-33,4 3 1,-6-5 0,2 9-1,-4 2-146,-4 5 0,-4 5 115,-6 4-86,6 4 1,-5 7 0,4 4 0,-4 6 0,-1 5-190,0 3 1,-1 6 893,1-1-419,6 3 1,-3 1 0,6 1 0,2-1 0,2-1 365,1-3 0,0 1 406,0-6-778,6 0 0,7-5 1,7-1-1,1-2 1,1-3-1016,0-2 0,-3-1 189,5-5 105,-7-7 0,4 4 0,-7-6 0,-2-2 1,-1-2-3904,-1-1 4475,-7 6 0,-9-43 0,-10-4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04:35:29.142"/>
    </inkml:context>
    <inkml:brush xml:id="br0">
      <inkml:brushProperty name="height" value="0.053" units="cm"/>
      <inkml:brushProperty name="color" value="#FF0000"/>
    </inkml:brush>
  </inkml:definitions>
  <inkml:trace contextRef="#ctx0" brushRef="#br0">20716 725 7866,'-10'2'530,"1"2"145,-1-2 0,1 4 470,-1-6 0,6 0 512,-6 0-1377,7 0 0,-5 0 0,3 0 1,5 0-39,0 0-121,7 0 0,8 0 0,4 0 0,5 0 0,3-1 94,1-4 0,7 3-293,3-2 50,3 2 0,-3 2 1,-3 0-1,-4-2 0,-5-1-500,-4-1 1,-3-1 93,-5 5-815,-6 0 1,1 0-372,-9 0 0,-8 0 762,-11 0 604,0 6 1,1-3 0,-1 5 0,1-1-1,2-4 254,2-2 0,0 1 0,0 3 0,0-4-2,-1 4 1,6-4 23,-1-1 2709,1 0-1820,1 0 1,0 0 1211,3 0-1634,4 0 1,-6 2-290,7 3 1,0-2 0,0 6 0,0 2 60,0 2 0,0 1 86,0 1-273,7 5 1,-6-3 0,4 6 0,-2-1 0,0 0-32,2 3 0,0-3-192,-5 2 0,0-7 125,0 2 0,0-3 0,0-2 1,0 0 3,0 1-448,0-1-396,0 0-739,0-6 322,0-2 262,0-6 1,0-1 0,1-4 1018,4-4 0,17-19 0,8-8 0,5-2 0,0-1 0</inkml:trace>
  <inkml:trace contextRef="#ctx0" brushRef="#br0" timeOffset="1">21327 796 8034,'-14'-6'552,"0"4"0,-1-3 182,1 4 0,0 1 0,0 0 1,0 0-180,-1 0 0,6 6-400,-1 4 1,1 2-1,-4 3 1,2-1-12,2 0 1,6 5-103,-2 0 1,-2 6-1,3-3 1,1 0-119,1-3 0,2 2-22,0-2 60,0 0 1,6-5 0,2 0 0,3-1 70,3-4 0,2 2 23,8-6-197,-3 0 1,-3-5 0,1-2 0,0-1-1,0-3-665,0-2 1,0 0-402,-5-1 1,4-4 0,-2 3 1206,-4-2 0,6-34 0,4-8 0</inkml:trace>
  <inkml:trace contextRef="#ctx0" brushRef="#br0" timeOffset="2">21569 825 8850,'-5'-15'3347,"0"1"-2621,1 6 1,2 2 228,-3 6 0,2 0-509,-6 0 1,5 8-45,0 6-332,2 0 1,1 12-1,-3-6 1,0 2 0,0 3 81,3 2 0,-4 0-46,0-3 0,1 1-190,4-6 1,0 0 0,0-5-1,-2 0-482,-3 1 0,4-6 333,-4 1 175,3-7 0,2 2 1,0-10-1,0-6-43,0-7 1,0-5-273,0-11 1,2-2 213,3-7 1,-2 1 0,6-1 0,4 1-20,4-1 0,-1 7 32,3 2 1,2 6 99,-2 4 1,4 5 0,-4 10 0,-1 4 34,-3 4 1,0 7 6,-1 3 1,-6 4 250,-3 1 0,1 2 0,-1 1 0,-4 2 180,-4-1 1,-5-1 23,-6 2-553,0-3 0,-5 4 0,-2-5 0,-1-1 0,-3-2-711,-2-2 1,0 3-835,3-4 0,-1-1 56,6 1 1591,0-5 0,24-17 0,4-11 0</inkml:trace>
  <inkml:trace contextRef="#ctx0" brushRef="#br0" timeOffset="3">22038 654 7937,'0'-14'145,"0"0"0,0-1 0,0 1 1969,0 0-655,0 0 1,-2 3-920,-2 6 1,0 13-1,-5 15 1,-2 4-17,-2 2 1,-1 4-302,0 0 0,0 7 0,-1-4 0,1 2 160,0 0 1,0 0-476,0 4 68,6-5 0,-5 2 1,5-6-1,-1-1 1,-1-4-216,-1-4 0,3 1 48,-1-6 0,6-5 0,-4-6 0,2 0-1868,1 0 1145,-1-5 27,5 4 0,0-9 0,0-3 0,2-3-2558,2 0 3445,4-4 0,51-28 0,-25 14 0,1-1 0</inkml:trace>
  <inkml:trace contextRef="#ctx0" brushRef="#br0" timeOffset="4">22337 768 8073,'0'-15'3730,"0"1"-3029,-7 6 0,4 2 0,-5 8 136,2 2 0,-1 9-560,3 6 0,1 6 1,-5-3-1,1 2 30,4 0 1,0-1-207,-2 6 1,4-5 0,-4-1 0,3 1 33,2-2 0,-1 0-335,-4-3 63,4-3 1,-6 4-1,7-5-747,0-1 573,0-6 176,0-2 0,0-17 0,0-3-373,0-2 0,0-1-999,0-2 768,0-3 1,7-5 0,2 1 0,4 4 0,1 0 738,0 0 0,0-27 0,1-11 0</inkml:trace>
  <inkml:trace contextRef="#ctx0" brushRef="#br0" timeOffset="5">22209 782 10682,'6'-10'2059,"5"3"-1456,6 0 1,-1-2 0,5 2 0,-2 1-798,0 0 0,1 1-201,-1 5 1,-3-5 0,3 1 0,-3 0-1235,-2 3 0,-5 6-310,1-1 1420,-7 7 1,3-3 518,-6 6 0,-31 26 0,-9 6 0</inkml:trace>
  <inkml:trace contextRef="#ctx0" brushRef="#br0" timeOffset="6">22194 1095 8073,'-9'8'336,"-1"-4"1,6 3 551,-6-3 0,7 3 2003,-2-3-1626,4-2 0,2 4-390,4-6-1028,9-6 1,4 3 0,5-5 0,3 0 0,0 0-1618,3-3 1,-1 5 1186,1 1 0,-6-1-1412,1 1 1995,-6 0 0,8 12 0,-4 0 0</inkml:trace>
  <inkml:trace contextRef="#ctx0" brushRef="#br0" timeOffset="7">22635 938 8050,'13'-19'-25,"-4"0"0,-2 0 249,-7 5 1731,0 0 1,0 5-645,0-1 0,0 8-698,0 2 1,-5 7-287,0 7 1,-1 5-1,3 1 1,-2 3 94,2 2 0,1 0-481,2-1 56,0 3 1,0-7 0,0 5 0,0-2 0,0-1-361,0 0 0,0-5-167,0 2 1,0-8-104,0-1 489,0-1 0,0-7-54,0-7-53,0-12 0,0-7 0,0-9 1,0-7-1,0-4-470,0-3 1,0-10 242,0 5 467,6 0 0,7 9 0,8 2 0,1 3 1,3 6 137,2 7 0,0 11-299,-4 9 242,4 4 0,-9 2 0,2 5 0,-2 7 0,-7 6 219,-4 3 1,-3 0-25,-9 2-304,-3 3 1,-8-10-1,-1 5 1,-4 0-1,-1-1-892,-3-1 1,3-1-1326,-2-4 1550,0-1 1,1-2 705,-1-2 0,-12-10 0,-9-8 0</inkml:trace>
  <inkml:trace contextRef="#ctx0" brushRef="#br0" timeOffset="8">23829 995 7954,'-8'-9'-417,"2"1"1,1 0 2097,1 0 0,-3 5 1,4-4-820,-2 1 1,2 5 0,8-4 0,5 3-493,2 2 0,4 0 1,4 0-1,7 0-101,5 0 0,3 0-269,-2 0 0,-2-1 0,6-2 1,-2-2 99,-4 2 1,-2-4-180,-6 3-302,-8-1 0,-4-1-140,-7-4 0,-1-1-173,-7 2 1,-6-4 383,-9 3 1,3 3 0,-2-3-1,2 1-97,2 1 0,-1-3 201,1 6 63,6-6 1,0 9 505,4-3 0,4 4-160,0 1 1,4 6 186,6 4 1,1 2-1,-5 3 1,0-1 18,1 0 1,2 0-151,-4 0-344,0 1 1,-5 0 0,0 3 0,0 1-1,-2-2-1407,-3-1 0,-1-2-2109,-3 0 3601,2 1 0,-5 11 0,-4 4 0</inkml:trace>
  <inkml:trace contextRef="#ctx0" brushRef="#br0" timeOffset="9">24853 697 8080,'0'-15'691,"0"1"0,0 0 1050,0 0 0,0 4 725,0 1-2231,0 6-96,-6-4 1,4 14-1,-3 2 1,4 5-1,-1 4 279,-2 1 1,2 4-245,-3-4 1,4 7-1,1-4 1,-2 1-121,-3 1 1,4-2-111,-4 2-67,3 3 0,2-11 1,2 2-1,3-2 1,4-2-875,4 1 0,1-7 213,0-4 428,7-2 0,-4-4 0,7-4 0,1-7 0,0-6-693,-1-3 1127,3-1 0,-11-6 1,3 1 101,-3-1 0,-4-1 143,-2-3 0,1 3 1,-7-3-1,0 5 747,-3 4 0,-1-1 132,0 6-1193,0 6-60,0 7 0,-5 7 1,1 4-1,1 6 1,1 5-507,2 3 0,-2 6 1255,-2-1 0,2 3-419,-3 1 1,4 0 0,-1 1-1,-1-2-195,-2-4 0,1 3-55,4-7 0,0 4-534,0-4 1,0 0 0,1-6-705,4-4 873,3 4 1,6-11 49,0 2 0,0-4 1,2-4-1,2-6 194,1-3 1,-1-5 371,-3-1 1,-1-5-211,0 5 1,0-5-1,1 5 1,-1 2 99,0 1 0,0 2-38,0 0 1,-4 4-24,-1 1 1,1 6 0,4-2 461,0 3-349,1 2 0,-6 7 0,-1 2 0,0 4 114,0 1 0,-5 0-392,2 0 55,-4 1 1,4-1-1,0 0 1,-2 0-1,-2 0-299,-1 1 0,0-6-620,0 1-247,0-7-68,0 9 1864,0-10-357,0 4 1,0-7-177,0-4 1,0 2-1,0-7-25,0-1 1,5-1 0,0-3-1,0 3 288,1 2-408,-4-2 0,9 9 1,-7-7-1,1 1-216,1 1 228,2-5 8,0 11 0,0-4 0,-5 5-31,2-4 1,1 3 193,-1-3-120,-3 4 0,4 2 275,-6 4-205,0-3-8,0 10 0,0-8 298,0 5 197,0-6-107,0 4-113,0-7 0,0 1 303,0 4-728,0-4-145,0 6-412,0-7-1644,0 0 1792,6 0 181,-4 0 328,4 0 1,-4 0 0,1 1 646,2 4-405,6-3-135,-10 10 0,10-9 1,-4 5-1,-1 0 0,2-1 446,0-1-352,-5 5-273,10-3 1,-10 1 0,6-1 0,1 0-40,-2 0 1,4-5-121,-2 2 130,-4-4 0,7-1 0,-4 0 0,4 0 0,1-1-94,0-4 1,0-1 149,1-4 26,-1-9 1,-2 10 0,0-10 0,-3 3 0,1 2 85,-3 0 0,1 1-111,-3 4 71,-3-4 0,4 10-575,-6-7 170,0 7 374,0-3 0,0 7 0,0 4 0,0 5 189,0 2 0,0 3 260,0-1-372,0 0 1,0 0 0,0 0 0,0 1 0,0-1 41,0 0 1,0-4-573,0-1 264,6 0 1,-3 1-1,5-1 1,0 1-435,0-2 392,2-2 281,4-6 1,-5 0 0,1-1 319,1-4-282,1-3 0,1-6 8,-3-1 1,1 1 0,-5 0-236,2 0-73,-5 0 1,5 4-1,-5 1-420,2-2 1,0 3 170,-5-2-547,6 7 427,-5-3 253,6 6 564,-7 0 703,0 0-706,-7 0 246,6 0 36,-5 0-412,6 0-163,0-7 1,1 0-1,2-8 1,4 1 75,1 0 0,-5-7-149,1-2 59,4 2 1,-6-1 0,4 5-1,-1-2 1,0 1-74,-2 3 158,-2 0 1,-1 6-949,0-1 813,0 7 0,0-2 1,0 10-1,0 6 354,0 7 0,0-1 88,0 7-156,0-1 0,0 4 1,0-1-1,0-4 1,0 0 563,0 0 0,0-3-261,0 5-330,0-7 1,5 3 0,0-5 0,-2-1 480,-1 0-905,-2-6 177,0-2 417,0 1-380,0-6-406,0-7 310,6 3-48,-4-16 186,4 11-233,-6 0-208,0 2 305,0 6 1,0-2-1306,0-3-671,0 4 420,0-6 749,0 7 0,0-1 954,0-4 0,-44-47 0,16 17 0,0 0 0</inkml:trace>
  <inkml:trace contextRef="#ctx0" brushRef="#br0" timeOffset="10">26033 725 8080,'-8'0'15,"-4"-6"1,5 3 1550,-2-7 1,1 7-103,3-2 928,4 4-970,-6-6-2143,7 6 681,0-6 1,2 9 0,3 3 0,4 4 512,4 4 0,1 1-435,0 0-78,7 0 1,-6 1-1,4-1 1,-1 0-1,-1 0-643,2 1 121,0 5 203,-5-4 1,1 4 0,-1-5 0,0-1-1004,0 0 0,0 0 233,1 0 558,-7-6 1,3 5-1,-5-5-1505,2 0 2076,-5 4 0,-22-29 0,-13 0 0</inkml:trace>
  <inkml:trace contextRef="#ctx0" brushRef="#br0" timeOffset="11">26872 640 7926,'2'-10'1904,"1"1"379,1-2-1975,1 4 0,-5 3 1,0 8-1,0 6 178,0 3 0,0 2 1,0 4-1,0 3-99,0 1 0,-5 3-339,1-2 1,-1-2-1,5 0 1,0 0-54,0 1 0,0-6-14,0 2 0,0-3 1,0-2-1612,0 0 889,0 0 271,-6-6 0,4-3-151,-3-10 0,8-3 17,2-6 434,6-6 1,-3-3 0,6-5 0,1 0 0,-1-1-126,0 1 0,0 4 459,0 0-109,1 7 0,-6-2 0,-1 8 0,0 3 0,-2 0 503,1 0-117,-3 5-121,-4-3 0,0 7 0,-1 4 1,-4 5 515,-4 2 0,-4 2-108,-1 1-591,-1-1 1,1 0 0,2 0 0,1-1 0,1-2-179,-1-2 1,3-4 5,-1 5-198,6-1 0,-4 1 1,6-3-1,-3 1 1,0 0-305,1 3 0,3-3 205,4 2 495,-2-1 0,11 1 0,-4-2 0,4-1 0,1 0 106,0-1 1,0 4-19,0-6-163,1 1 0,4-3 0,0 1 0,-2 2 0,-1-2-21,-2-2 1,2-2-618,3-4 371,-3 3 0,4-10 0,-6 2 1,1-2-213,-1-3 0,-6 1 156,-4 0 242,4 6 1,-6-5 0,3 4 0,-4-4 611,-1-1-261,0 6-519,0 2 1,-1 6-252,-4 0 1,2 6 366,-7 4 0,7 2 49,-2 3 0,-1-1 0,1 0 1,2 0 206,2 0 1,1 1 93,0-1-274,0 0 1,1 0 0,4-1 0,4-2 0,4-2-21,1-5 1,2 2-1,1-6 1,4-2-1,-1-2-100,1-6 1,3-3-35,-5-1 1,4-2 126,-4-2 1,0 0-1,-5-4 1,1 2 186,-1 2 0,-6-2 0,-3 1 571,-4 1-282,-1 2-406,0 9 1,-1 2-416,-4 10 1,2-2 0,-5 6 0,1 4 341,4 4 0,0-1 184,-2 3 1,4-3-143,-4-2 0,3 0 1,2 0-1,0 1 125,0-1-124,0-6 1,0 4 0,0-2 263,0 2-174,7-4 82,-6-1 1,6-6 949,-7 4-789,0-3 563,0 4 1,0-8 654,0-2-1227,0 2-311,0-4 0,0-1 0,1-1 0,2-1-630,2 0 1,0-1-836,-5-4 1024,0 0 1,5-1-1,1 1 1,0 0-1,2 0-913,0 0 1,-3 1 586,4 3 624,1-2 0,-1 5 1,1-2-1,1 3-104,1-1 0,-2 6-171,-1-4 23,1 3 1,-1 2 0,1 2-801,1 3 0,0 3-603,-2 6 1274,4 0 0,-7-4 467,4-1 0,9 1 0,-3 4 0</inkml:trace>
  <inkml:trace contextRef="#ctx0" brushRef="#br0" timeOffset="12">27753 867 7955,'-7'0'2462,"-6"0"1,11-1-804,-2-4-880,2 3 1234,2-4-1846,0 6-2578,0 0 2121,0 6 0,0-3-248,0 7 588,0-7 1,2 8 0,1-5 0,2 2 611,-2 3-390,-2 2 1,-1-3 0,0-1 439,0 2-431,0-5 102,0 1 0,0-6-226,0 4 1,2-3 75,3 2-773,-4-8 1,7-4 0,-5-7-1,4 0 1,0-3-574,4-1 0,2-4 299,1 4 619,1 0 1,-1 5-1,0 1 1,0 2 0,0 3 60,1 2 0,-1 1 186,0 5 81,0 0 0,-1 6 0,-2 4 0,-3 2 1,0 3 720,0-1 0,-5 5-214,2 0-392,-4 0 0,4-5 0,0 0 0,-2 0 40,-2 0-428,-1-6-44,0 5 1,7-11 0,2 2-140,4-2 1,1-4 24,0-2 245,0-4 1,1-7-1,-1 1 1,0 0 0,0 0 94,1 0 1,-6-1 162,1 1-173,-7 0 1,8 5 0,-7-1-67,0-1 52,-3 5-435,-1-1 1,0 9 0,0 3 98,0 4 1,-1 4 189,-4 1 226,3 0 1,-4 2 0,8 1 0,1 2 315,1-1 0,8-3-232,-3 0-15,4-7 0,6 3 1,1-7-1,1 0 0,1-3 423,0-1 0,-3 0-197,5 0-291,-7-6 1,8-4-1,-6-7 1,0-4 0,0 1-91,0-1 0,-5-4-173,-4 1 136,-1-2 0,1-8 0,-2 1 1,-2 2-1,-3 1-454,-1 1 1,-2 7 116,0 3 107,-7 3 1,4 8-575,-6 4 1,4 4 139,-5 4 756,7 11 1,-9 2-1,4 7 1,-2 1 0,2 2 317,2 1 1,0-4 1005,1 0-1073,3-1 0,-4-1 0,6-1 0,0-2 0,0 0 460,0-2 0,6-3-817,4-4-167,3 3 1,2-12-1,3 4 1,2-4-1,2-1-727,4 0 1,1-6-464,1-3 1396,0-4 0,13-52 0,-18 27 0,-1-1 0</inkml:trace>
  <inkml:trace contextRef="#ctx0" brushRef="#br0" timeOffset="13">20474 1692 8030,'0'-14'-119,"0"4"1,0 1 0,0-2 0,-2-2 1107,-2-1 1,-4 6 0,-6 3-463,-1 3 1,1 2-388,0 0 1,0 5 0,-1 2 0,1 0 0,0 4 0,0 2 211,0 1 1,-1-1-234,1-4 1,5 4-1,1-3 1,1 2 227,4 2-331,2-6 0,1 5 0,1-4 0,4 4 173,5 1 1,2-1-207,2-4 65,7 4 1,-5-7-1,3 5 1,-4-1-1,0-1 29,-1-1 1,-1 5-189,-4-4 141,4-2 1,-12 5 0,4-2-95,-3 2 0,-9 1 96,-2-3-63,-4-4 0,-1-1 0,-2-1 0,-1 0 0,-4-3-321,-1-1 1,5 0-75,-2 0 274,-3 0 0,7-1 0,0-3 0,4 0-260,-1 0 1,6 1 50,1-1 251,4 2 1,2-4 0,4 6 0,5 0 178,2 0 1,4 0 89,3 0-139,-3 0 1,11-5 0,-5-1 0,2-1 0,-1-1-337,2 0 1,1 4-68,-3-6 244,4 1 1,-5-5 0,5-1 0,-3 1-1,-5 0-108,-3 0 1,-4-2-51,-2-3 332,2 3 0,-10-11 1,3 5-1,-5-2 0,-3 1 647,-2-2 0,-5 4-418,6 2 536,-7 10 0,7-2 170,-5 6 0,4 0-808,-4 5-34,6 6 0,-4 2 0,7 6 0,0 2 0,0 3 614,0 5 1,0-2-407,0 2-247,0-1 0,2 4 1,1-1-1,2-4 1,0-2-487,1-2 1,-3 2 107,6-1-110,-5 0 0,8-5 0,-2-1 0,2-4-657,3-4 0,-1-3 268,0-2 643,0 0 0,5-7 1,0-4-1,-1-5 1,-3-2-99,0 0 1,-1-2 506,0 1-219,0 0 0,0 4 0,2 1 1,2 0-1,1 1 130,-2 4 1,-1-2 49,-2 6-113,0 0 0,5 5 0,0 0 0,-3 2 11,-5 3 1,0-2-89,-6 6-37,-1-5 1,-4 3 203,0-2 1,-1-3-45,-4 2-102,4 4 1,-12-6 0,2 3 0,-5-4-1,-3 1 39,2 3 0,-4-4 2,2 4-73,0 3 1,0-2-1,0 5 1,2-3-1,1 0 6,2 0 0,5 0-318,-1 1 108,7 4 0,-8-10 0,6 7 0,4-1-233,4-1 1,6 0-85,10-3 309,-3-4 0,11 4 0,-4-8 0,3-4 0,-1 1-42,-1 0 1,-7-5-43,2 1 410,-3-2 1,-2 2-1,0 1 1273,0-2-1038,1-2-33,-7 5 1,-2 3 472,-6 10-463,0 3-252,0 6 0,0 0 0,0 1 0,1-1-188,4 0 0,-2-6-775,7-3 651,-1 3 0,6-7 1,-1 4-1,0-4 0,0-2-513,0-4 1,2-3 222,3-6 466,-3 0 0,6-5 0,-5 0 0,2 0 0,0 0 110,2 0 1,-5 0 53,3 5 86,-4 0 1,-5 6 0,-1 3 0,3 3 982,0 2-655,-4 0-335,-2 0 1,-1 7-172,0 2 1,0-1-183,-5 2-150,0-7 46,0 3-66,-7-6 311,-1 0 0,-4 2 0,1 1 0,1 2 1,-1-2 140,-2-2 1,-1 4-53,0 0-12,0 6 0,1-8 1,2 6-1,2 2 504,-2 2-272,4 1-251,1 1 0,8-1 1,2-2-1,6-2-150,2-5 1,9 1-626,3-1 556,2-1 1,3-5 0,-1-4 0,1-4 0,-1-4-295,1-1 1,-1-5-7,1 0 378,-7-6 1,3 2-1,-8-7 1,-2-1-1,-6-2-45,-3 1 1,-1-3 390,-5 2 108,0 6 1,-2 8 0,-2 10 170,-6 4 1,2 16-352,-1 8 48,6 6 0,-8 5 0,6 2 0,2 1 0,1-1 904,2-2 1,0-2-444,0 1-697,0-1 1,0-1 0,0-3-1,2-5 1,1-4-513,2 0-595,-1-7 831,3-2 0,-4-8 0,6-4 1,1-7-543,-2-4 1,4-8-348,-2 1 977,2-3 0,3-1 0,-1-1 0,-1 1 1,-2 1 119,-2 3 1,1-1 54,4 6 256,-6 0 1,0 11 90,-4 3 1,-2 5-27,3 5-178,-10 3 0,-3 6 0,-6 1 0,0-1 1,-1 0 225,1 0 0,0 0-158,0 1-128,6-1 1,-3 0 0,4 0-1,1 0 82,0 1 0,3-3 167,7-2-297,4 2 1,8-10 0,1 3 0,4-4 0,1-1-236,3 0 0,-4 0 16,-2 0-40,-3 0 1,-2-4-1,-1-3 1,-2 1-2897,-2 0 1836,-6-5 1301,-3 9 0,-46-11 0,-15 5 0</inkml:trace>
  <inkml:trace contextRef="#ctx0" brushRef="#br0" timeOffset="14">20559 1649 8010,'8'-1'971,"-1"-3"982,-1 0-1608,-5-1 1,12 3-1,-3-1 1,2-2-1,2 2 1,2 2-1,3 1 212,5 0-812,3 0 0,1 0 0,2 0 1,2 0-1,2 0-2140,3 0 2395,-6 0 0,-15-19 0,-11-5 0</inkml:trace>
  <inkml:trace contextRef="#ctx0" brushRef="#br0" timeOffset="15">19678 668 8146,'0'-24'66,"0"2"0,0 0 0,-2 2 0,-1-1 501,-2 4 0,-4 1 20,4 2 0,-1 4 1,3 6-1,-2 7 144,2 13-471,1 7 1,2 7 0,0 3 0,0 5 0,0 5 391,0 4 1,0 4-507,0 6 0,0 0 0,0 1 0,0 4 15,0 4 0,0 4-147,0 1 0,0 0 0,0 0 0,0 0 113,0 0 1,0-8-747,0-6 475,0-6 1,0-10 0,0-2 0,0-4 0,0-5-91,0-8 1,0-5-399,0-2-24,0-1 1,0-5-526,0 1 1,0-9 216,0-1 1,0-8 0,0-9-38,0-2 0,0-6 1001,0 1 0,-2-17 0,-2-8 0,0-5 0,0 1 0</inkml:trace>
  <inkml:trace contextRef="#ctx0" brushRef="#br0" timeOffset="16">19564 540 8235,'2'-9'-523,"2"-1"835,-2 1 1,6-4 832,-3 4 1,-4 1-834,4 3 1,3 3-1,1-4 1,6 1 0,3 1 1,5-1 0,5 5-1,2-2 16,3-2 1,8 2 76,7-3-275,5 4 1,-7 1 0,5-2-1,-1-1 1,1-2 81,3 2 1,6 1 127,1 2-435,7-6 0,2 5 0,9-6 0,-39 5 0,0 0 0,2-1 0,0-1-27,-1 0 1,0 0 0,0 3-1,0-1-724,2 0 0,0-1 808,-1-1 0,1 1 0,1 2 0,0 0 0,-1-1 1,0-1-1,37 2 0,-2 1-47,-3 0 1,-33 0-1,0 0 12,1 0 1,-1 0 65,37 0 0,-36 0 1,-2 0-1,30 0 1,0 0-1,0 0-332,1 0 1,-8 1 289,-2 4-35,-4-3 1,1 4-1,-1-6 1,-1 0-1,-6 0-117,-6 0 0,-2 0 64,0 0 150,6 0 1,-7 0 0,3 0 0,-6 0 0,1 0 63,1 0 1,0 0-18,-3 0-76,-4 0 1,-4-2 0,2-1-1,3-2 1,0 1 728,-1-3 0,-5 6-701,-6-4 274,-5 3 1,7 2-96,-6 0-191,-6 0-49,-7 0 192,-6 0 0,0 7-117,0 2 163,0 4 0,0 1 1,-2 2-1,-1 4 1,-1 7 635,0 5 1,3 1-92,1-5-495,0 7 0,0-3 0,0 4 0,0-1 0,1-2 352,4 2 1,-3-5-478,2 3-60,4 3 1,-6-6 0,4 3 0,-1-2 0,0-1 62,-2 3 0,3-3-47,-1 3 4,0 3 0,-5-6 1,1 5-1,2 0 0,2 1 94,-2 0 0,-1 4 14,-2-7-107,0 7 0,0-9 1,0 7-1,0 2 1,0-1 209,0-1 0,0-2-47,0-3-132,0 4 0,0-1 0,0-3 1,0-3-1,0-1 179,0-1 1,0-1 20,0-3-229,-6 3 0,4-12 0,-4 4 1,1-1-1,-1-3 128,-2 0 1,3 2-346,-5-7 100,1 2 0,0 2 1,-1 1-1,-1-1-70,-2 0 0,-1-1 16,0-4 83,0 4 1,-1-10 0,1 5 0,0 0 0,-2-2 133,-3 0 1,-3 4-116,-6-5-16,-1-1 1,-5 1 0,-4 0-1,-3 0 1,-4-1 30,-2 1 0,-4 0 22,-5-5-40,-8 6 0,-5-4 1,-7 2-1,0-2 1,-1 0-23,37 0 0,-1 0 1,-3-1-1,-2 0 1,-1 1 0,-1 1 7,6-2 0,-1-1 0,-2 0 0,0 0 0,4 0 0,0 0 0,-2 0 0,-1 0 1,-2 0-1,-1 0-60,-2 0 0,0 0 0,4 0 0,0 0-943,-3 0 0,1 0 1000,3 0 1,0 0-1,-1 0 1,-1-1 0,1-1-1,-1 0 1,-1 0-1,1 0 1,-2 0 0,1 1-31,0 0 0,1 0 1,-3 1-1,1 0 4,3 0 0,0 0-2,0 0 1,0 0 0,-1 0 0,-1 0 0,2 0 0,0 0 0,3-1 0,0 0 0,-35-2-372,6-1 0,-2-1 210,11 5-51,1-7 1,9 6 0,1-4-1,4 2 1,3 0-263,-1-2 0,14 0-204,-2 5 142,3 0 0,14-4 1,-3-1-1365,3 2 1,8-5 1938,3-2 0,4-2 0,1-3 0</inkml:trace>
  <inkml:trace contextRef="#ctx0" brushRef="#br0" timeOffset="17">29133 12354 7545,'-8'0'391,"1"-6"-163,7 4-273,0-4 0,5 4 95,0-2 0,6 2 1,-2-3-1,4 4 1,3 1-1,1 0 1,4 0-1,2 1 40,7 4 1,-1-3-1,6 2 1,-2-2-133,0-2 0,2 5 154,-2-1-134,-3 1 0,0-3 1,-6 1-1,1 2 0,2-2-155,1-2 199,-6-1 1,-1 0-1,-7 0-24,0 0 1,-4 0 460,-1 0-145,-6 0-248,4 0 0,-9 0-172,-3 0 196,4 0-158,-12-6 1,10 4 0,-6-2 0,-2 2-189,-2 2 1,-3 0 73,-3 0 111,3 0 0,-9 0 0,5-2 0,-3-1 0,-2-1-72,-2 0 0,4 3 265,-1 1-129,0 0 1,0 0-1,2 0 1,2 0 146,2 0 1,3 0 196,0 0-184,8 0 0,3 0 1,12 0-1,8 0 334,5 0 1,9 0-318,8 0-110,3 0 0,-3 0 1,-2 0-1,-1 0 1,-4 0-78,-1 0 1,-3 0-100,-3 0-515,-4 0-128,-5 0 0,-15 0 222,-10 0 537,-9 0 0,-40 2 0,-18 2 0,23-1 0,0-1 0,0 1 0</inkml:trace>
  <inkml:trace contextRef="#ctx0" brushRef="#br0" timeOffset="18">6725 11160 8469,'-9'0'-1133,"-1"0"1,6 1 1326,-6 4 1,6-3 134,-6 3 0,5-4 137,-4-1-261,6 0 33,-4 0 0,9 0 156,3 0-309,3 0 0,1 0 0,1 0 40,1 0 1,-4 2 21,3 2-124,-1-2 1,1 4 0,-1-6 0,2 0 0,2 2 57,1 3 0,5-4 18,0 4-92,6-3 1,-2-2-1,5 1 1,2 2 0,2 2 34,1-2 0,5-1-40,-5-2 1,5 1 0,-5 2-1,-3 2-27,-5-2 0,2 1 75,-3 0-49,-4-2 1,1 6 0,-5-5 0,1 2 0,4-2 60,1-2 0,1-1-37,6 0 18,-7 0 1,5 0 0,-2 0 0,5 0 0,3 0 15,-1 0 1,-2 0-24,-2 0-13,1 0 1,-1 0 0,1 0 0,-1 0-1,1 0 36,-1 0 1,-4 0-55,-1 0 10,1 0 0,5 0 0,-3 0 0,0 0 0,-1 0 60,5 0 1,-6 0 32,4 0-75,-3 0 0,4 0 0,-1 0 0,1 0 0,-1 0 16,1 0 1,-1 0 7,0 0-39,1 0 1,-1 0 0,1 0 0,-1 0-1,1 0-27,-1 0 0,0 0 39,1 0-55,-7 0 0,5 0 1,-5 0-1,2 0 1,-1 0 13,3 0 0,-4 0-23,1 0 36,-5 7 0,9-6 0,-4 4 0,3-3 0,-1-2 17,-1 0 0,-5 4 10,4 1-13,1 0 0,3-5 0,-2 1 0,-1 3 0,1 0-8,2-1 0,1-1 10,1-2-20,-1 0 0,1 0 1,-1 0-1,1 0 1,-1 0 6,0 0 0,1 0-5,-1 0 8,1 0 1,-1 2 0,-1 1 0,-2 2 0,-3-2 21,-1-2 1,4-1 61,-1 0-88,3 0 1,1 0 0,1 0 0,-1 0 0,1 0 11,-1 0 0,2 0 100,3 0-89,-3 0 0,5 0 0,-7 0 0,2 0 1,2 0-3,1 0 0,0 0 11,-4 0-36,-1 0 1,1 0 0,-1 0 0,0 0 0,2 0 102,4 0 0,-4 0-57,3 0 1,3 0 1,-4 0-1,4 0 1,0 0-1,-1 0 41,0 0 0,4 0 50,-1 0-122,-3 0 1,5 0 0,-6 0 0,3 0 0,1 0 17,-2 0 0,-1 0-169,-7 0 64,1 0 1,1 0 0,1 0 0,4 0 0,1 0-55,4 0 0,1 0 69,1 0 107,7 0 1,-9 0 0,1 0-1,-5 0 1,-4 0 139,-2 0 0,-2 0-67,1 0-33,-7 0 0,3 0 0,-6 0 0,0 0 0,2 0 163,2 0 1,4 0-34,2 0-153,-1 0 1,2 0 0,2 0 0,1 0 0,-2 0 141,0 0 1,-3 0-25,0 0-106,-6 0 1,4 0 0,-6-1-1,1-2 1,-1-2 469,-2 2-357,-2-5 113,-9 6 1,0-6 12,-7 4 0,0 0-97,0-5-127,0 6 1,0-5-640,0 3 334,-7 4-408,6-12 0,-12 11 0,4-2 1,-5 2-1,-5 4-4518,-5 2 5136,-3 4 0,-17-2 0,-17-2 0,-1 0 0,-6 1 0,1 0 0,-1 0 0</inkml:trace>
  <inkml:trace contextRef="#ctx0" brushRef="#br0" timeOffset="19">22791 1308 7781,'-14'0'13,"0"1"1,1 4 309,4 5 1,3-2 0,6 1 0,0 2 0,0 2 19,0 1 0,0 0 0,1 0 0,2 1-185,2-1 0,6 0 0,-1 0 0,2 1 39,2-1 1,7 0-189,3 0 1,4 0 37,5 1 0,5-1 0,10 0 0,5-1 381,7-4-324,11 4 1,7-10 0,-37 1 0,0 0-238,-1-1 0,1 0 1,38 7 163,-39-8 1,0 0 0,26 8 0,-9-4 0,-3 0-97,-3 1 0,-4 2 54,-9-4 1,-8 0 0,-8-4 0,-1 2-162,-4 2-31,-8 0 221,-2-5 1,-9-2 0,-3-1 39,-4-2 0,-4-6 35,-1 2-188,-6-4 0,2-1 0,-5 0 1,-1 0-1,0-1-124,0 1 1,7 0 87,-2 0 281,3 6 1,4-5-11,2 4 1,5 2-148,10 3 117,3 2 0,11 8 0,2 4 1,1 4-1,1 4 244,-1 1 1,1 4-217,-4-4-63,-10 6 1,10-7-1,-11 4 1,0 0 0,-3-1 69,-4-1 0,-2-1-362,-4-5 70,-3 0 1,-8 1-1,-1-1 1,-4-1 0,1-2-1137,-1-2 1,-3-1-933,5 1 2215,1-2 0,3-7 0,1 0 0</inkml:trace>
  <inkml:trace contextRef="#ctx0" brushRef="#br0" timeOffset="20">24242 1777 8461,'6'-14'0,"0"0"0,4-1 753,2 1 0,-10 5 0,4 1-461,1 1 1,-6 4 0,4 8-1,-3 5 297,-2 2 1,0 2-70,0 1-393,0-1 1,0 2-1,0 1 1,0 2 0,0-2-130,0-1 1,0-2-269,0 1-178,0-1 1,-2 0-70,-3 0 256,4-6 141,-6-2 1,7-7 0,0-4 0,0-4 0,0-6-107,0-4 0,0-1 83,0-4 279,0-3 1,0 12 0,0-4 0,2 3 151,3 2 0,-2 6-247,6 3 144,-6 3 1,10 4 0,-3 3 0,1 4 0,0 5 330,-2 5 1,-1-3-273,2 3-157,2 3 0,-5-6 0,4 3 1,-2-3-25,2-2 0,2-5 9,1 1-46,-6-7 0,4 3 0,-4-7 0,2-4 0,-2-6-235,-2-6 1,4-1 161,-6-5-50,1-7 1,-5 0 0,0-4 0,0 3 0,0-1-792,0-1 1,0 0 175,0 4-801,0 7 0,-2 3 1513,-2 10 0,8 22 0,-2 10 0</inkml:trace>
  <inkml:trace contextRef="#ctx0" brushRef="#br0" timeOffset="21">24768 1564 8370,'0'-14'0,"4"4"885,1 1 1,0-1-1,-3-2 752,2 2-1110,-2 4-387,4 6 0,-6 1 1,0 6-20,0 7 1,0 2 257,0 7-370,0 1 1,-5 9 0,-1 2 0,-2 0 0,-3 1-99,-1 0 1,-1-2-44,3 3 124,-2-5 1,2 8 0,-7-6 0,-2 1-1,2 0-123,1-4 1,3-5-517,4-3 102,-4-5 1,10 5 0,-5-7-1122,2-3 0,7-8 654,9-1 1012,2-2 0,28-34 0,6-7 0</inkml:trace>
  <inkml:trace contextRef="#ctx0" brushRef="#br0" timeOffset="22">24867 1877 8354,'7'-15'951,"0"-5"0,6 4 343,-3-3 286,-4 10-582,-6 2-605,0 7-175,0 0 1,0 7 0,0 2-99,0 4 0,0-4-976,0 1 574,-6-1 1,4 5-1,-3 1 1,4-1-1635,1 0 1458,0 0 1,0 0-1,0 1-688,0-1 1223,0 0 41,0 0 0,4-4 1,3-2 477,1-2 1,-4-1 324,6-5-742,-1 0 1,6-7-1,-1 0 1,0-3-48,0 1 0,0-1-45,1-4-144,-1 0 1,-5 4 0,1 2 0,-1 0-1567,-1 0 1030,5 5 469,-12-3 1,7 8 0,-5 2 177,2 6-247,0 2 196,-5-4 1,2 3 0,1-4 0,3-1 205,2 0 1,1-1 221,6-5-265,-1 0 1,0-6 0,0-4 0,-1-2 0,-2-3 457,-2 1 1,1-6-429,4-4 0,-1-3-90,-4-1 0,-2 4 0,-7 2 0,0 1-151,0 4 1,-2 3-1122,-3 4 1166,-3 4 0,-56 38 0,25-13 0,0 1 0</inkml:trace>
  <inkml:trace contextRef="#ctx0" brushRef="#br0" timeOffset="23">3797 13918 8457,'-15'0'-212,"3"-2"0,1-1-210,1-2 1,5 1 493,-4 4 0,4 0 0,-4 0 0,-1-2 0,1-1 508,-1-2-345,1 0 1,-1 5-78,1 0-204,6 0 28,-4 0 47,7 0 0,7 0 1,2 0-1,4 2-31,1 3 1,7-4 20,2 4 0,6-3 1,4-2-1,5 0 38,3 0 0,8 0-9,3 0-20,3 0 0,2 0 0,-2 0 0,-1 0 1,-3 0-79,-2 0 68,-8 0 1,-6 0-1,-9 1 30,-2 4 0,1-2-16,-6 7 1,0-7 0,-5 3 44,1 0-33,5-4 1,-4 9 0,5-6 0,-2-2 0,1-1 79,2-2 1,-3 0 185,5 0-282,-7 0 0,4 0 1,-7 0-1,0-2 99,0-3-229,-6 4 158,-1-6-87,-7 7 1,-2 0 39,-3 0 141,4 0 20,-6 0 0,6 0-105,-4 0 343,3 0-203,-4 0-340,0 0 1,3 0 0,-7-1-188,-1-4 1,-6 3 179,-2-2 0,-6 2 0,-1 2 1,-5 0-181,-7 0 278,3 0 1,-6 0 0,3 0 0,-3 0 0,-2 2-44,1 2 0,5 0 78,4 5-31,9-6 1,4 5 0,9-5 0,8 4 210,12 0 0,13-3-41,16 0 1,8-2 15,16-2 0,2 0 0,7 0 0,1 0 180,-1 0 1,1-2-1461,4-2 1189,-10 2 0,9-9 1,-15 5-1,-5-1 1,-8 1 213,-7 3-746,-18 1 281,-9 2 0,-15 0 0,-3 0 1,-6 0-972,-6 0 824,-5 7 0,-7-4 343,1 6 0,0 1 0,-1 4 0</inkml:trace>
  <inkml:trace contextRef="#ctx0" brushRef="#br0" timeOffset="24">14303 13918 7432,'0'-10'-340,"-1"2"1014,-4 2-161,4 1 1,-7 5 620,3 0-770,3 0-204,-4 0 0,8-4 108,2-1-370,-2 0 89,11 5 0,-10 0 0,6 0 1,2 0-21,2 0 1,1 0 97,0 0-41,1 0 0,4 0 0,1 0 1,1 0-1,1 0 103,0 0 0,0 0-71,2 0 7,3 0 0,-10 0 1,7 0-1,-1 0 1,-1 0 81,-3 0 1,2 0-27,-2 0-73,6 0 0,-3 0 0,5 0 0,-2 0 0,-1 0 91,1 0 1,2 0-66,2 0-43,-7 0 0,5 0 0,-4 0 0,4 0 0,2 0 108,-1 0 0,-4 0-41,-1 0-93,1 0 0,1 0 0,1 0 0,1 0 0,-2 0-32,2 0 1,0 0 97,1 0-69,7 0 1,-5 0-1,1 0 1,-4 0-1,-3-1 4,1-4 1,2 3-10,1-2-4,-5 2 0,2 2 0,-5 0 0,1 0 0,1 0 36,0 0 1,-3 0 62,5 0-83,-7-6 0,10 4 1,-3-3-1,1 4 1,0 1 7,-1 0 0,-2 0-3,2 0 0,6 0-8,-7 0 1,6 0 0,-10 0-1,0 0-39,1 0 41,2 0 0,1 0 0,-3 0 0,-1 0 0,2 0 14,1 0 0,0 0 48,2 0-67,2 0 1,-5 0 0,4 0 0,-1 0 0,1 0-2,2 0 0,1-5 1,1 0 1,-1 1 0,2 4 0,2 0-2,1 0 0,2 0-74,-2 0 68,-3 0 1,11 0-1,-4 0 1,-1 0-1,-3 0-39,-3 0 38,-2 0 1,-4 0-1,0 0 1,0 0-1,-1 0-2,1 0 1,-7 4 107,2 1-92,3 0 1,-1-5 0,4 0-1,-3 0 1,0 0 36,1 0 0,5 0-21,5 0 0,0 0-21,-4 0 1,-1 0 0,2 0-1,2 0 34,1 0 1,0 0-2,-4 0 1,1-5-43,3 0 0,-3 1 0,3 4 1,-3 0-5,-2 0 1,6 0 25,-1 0 1,6 0 1,-7 0-1,6 0 1,1 0-1,2 0-7,2 0 1,0 0 14,-1 0 1,1 0 7,0 0 1,-5 0 0,-2 1 0,-1 2 28,-4 2 0,-7 0-68,-5-5 32,3 0 0,-6 0 1,3 0-1,-2 0 1,1 0 149,0 0 0,1-2 88,-4-3-2,-1 4 0,0-7 42,0 3-170,-6 4-2,-1-6-995,-7 7 1,-7 0 70,-2 0-425,-10 0 1,-5 2-1,-11 1 1218,-7 2 0,-24 3 0,-12 1 0,19-4 0,1 1 0,0-1 0</inkml:trace>
  <inkml:trace contextRef="#ctx0" brushRef="#br0" timeOffset="25">2375 14458 10677,'-10'8'-142,"1"-3"0,-2-4 124,-2-1 0,4 0 169,-1 0 1,5 0-1,-4 0 499,-2 0-267,5 0-141,-1 0-141,7 0 86,0 0 122,7 0 1,-4 0 49,6 0 0,1 0-21,4 0-233,-6 0 1,4 0-1,-2 0 1,3 0 0,1 0 106,0 0 1,2 0-184,3 0 36,-3 0 1,10 0-1,-2 0 1,3 0 0,1 0 3,1 0 0,4 0-81,0 0 1,0 0 41,-4 0 1,1 0 0,1 0 0,1 0 97,-5 0-138,1 0 0,-10 0 0,5 0-49,3 0 1,-6 5 61,-1 0 0,-8 1 1,-1-3-1,1 2 4,1-2 1,3 0 0,-1 0 0,2 2 0,3-2 1,-2-1 50,7-2 1,-1 0-1,4 0 1,-2 0 23,-1 0 0,0 0-4,4 0-46,-6 0 0,1-2 1,-6-1-1,2-2 1,0 2 75,1 2 1,-4 1 28,3 0 0,2 0-111,-2 0 0,1 0 0,-2 0 0,2 0 25,2 0-13,-4 0 1,4 0 0,-3 0 44,4 0 1,-1 0-51,2 0 1,-2 0 0,4 0-1,-3 0-27,2 0 0,-2 0 0,-1 0 0,0 0 7,0 0 1,-3 0-48,5 0 0,-7 0 0,4 0 0,-3 0 4,1 0 0,5 0 36,-5 0 29,0 0 0,2 0 1,1 0-1,1 0 0,1 0 18,1 0 1,-3 0-29,2 0 1,-2 0-12,2 0 0,3 0 0,-3 0 0,2 0 27,3 0-33,-1 0 0,-4 0 0,0 0 0,1 0 0,2 0-23,1 0 0,1 0-11,-1 0 29,1 0 1,-1 0-1,0-2 1,1-1-1,-2-2 17,-4 2 1,7 2-49,-6 1 1,6 0 0,-6 0 0,3 0 1,1 0 1,1 0 15,-1 0-13,0 0 1,1 0 0,-1 0 0,1 0 0,-1 1-17,1 4 26,5-4 1,-4 6 0,4-7 0,-4 0-1,-2 0 7,0 0 0,1 0-4,-1 0 1,-4 0 0,-2 0 0,0 0 23,0 0 0,-3 0 11,5 0-12,-7 0 0,6 0 0,-6 0 0,2 0 0,0 0 18,1 0 0,-4 0-8,3 0 0,3 0 1,-6 0-1,3 0 1,-3 0-1,-2 0 146,0 0 1,5 0-110,0 0 25,0 0 1,0 0 0,0 0 0,0 0 0,0 0 33,0 0 1,5 0-255,-6 0 175,1 0 1,2-5 0,1 0-1,2 2 1,-2 2 47,-2 1 0,6-5-166,-3 0 75,-2 0 0,4 5 0,-6 0 0,0 0 0,2 0-56,2 0 0,0-1 89,0-4-32,1 3 1,0-4 0,-1 6 0,1 0 0,0 0-14,-1 0 0,-1 0-18,2 0 39,3 0 1,-6 0-1,4 0 1,-3 0-1,-1 0 48,-4 0 0,-1 0-81,-2 0 37,0 0 1,2 0-1,1 0 1,2 0-1,0 0 25,2 0 0,-5 0-95,3 0 64,3 0 1,-2 0 0,5 0 0,-1 0 0,1 0-17,2 0 1,0 0-6,-3 0 15,3 0 0,-7 0 0,5 0 0,-2 0 0,-1 0-51,0 0 0,-5 0 46,2 0-45,3 0 0,-6 2 0,3 1 0,-2 2 0,1-1-70,1 3 0,1-6 125,-1 4 1,-3-2-24,3 2 0,-2-4 0,1 6 0,2-3-27,2 1 48,-4 0 1,9-3 0,-4 1 0,4 1 0,2 1-56,-1 2 1,0-6 44,1 4-8,-1-4 0,6 4 0,-1 0 1,-2 0-1,-1-1-21,-1 1 0,4 0 46,0-5 0,0 0 0,-3 1 0,2 3 16,1 0 1,5 1-21,-5-5 7,7 0 1,-10 0-1,3 0 1,-2 2 0,1 1-16,1 2 0,2-1-2,-2-4 3,-3 0 0,6 2 1,-4 1-1,1 2 0,-1-2-13,-2-2 1,-2 4 45,1 0-31,5 0 1,1-4-1,5 2 1,-2 2-1,0-2 12,-2-1 1,10-2-1,-4 0-1,-2 6 1,4-4-1,-4 3 1,1-4-1,3-1 118,2 0 1,3 2-99,-2 2-27,-3-2 0,12 4 0,-4-6 0,1 0 0,1 0-29,-2 0 0,-4 0 75,4 0-74,0 7 1,0-6 0,-1 4 0,-1-3 0,1-2-18,2 0 0,3 0 23,1 0 14,-7 0 0,-1 0 0,-6 0 1,-1 0-1,0 0 2,-5 0 1,3 0 61,-7 0-44,0 0 1,-4 0 0,-1 0-1,1-2 1,-3-1 73,-2-2 0,1 0-28,-6 5-52,7 0 1,-6 0 0,5 0 0,-2 0 0,-1-1 129,0-4 1,-5 3-83,2-2-27,-3 2 0,-2 2 0,0-1 0,1-3 321,-1 0-305,-6-1-41,-2 5 0,-1-2 1,1-1 16,2-2-350,1 1 327,6 4 0,-1 0 1,0 0-55,0 0 0,1 0 0,-1 0 40,-6 0 1,4 0 0,-2 0 0,2 0 0,3 0 32,-1 0 0,0 0-16,0 0 6,0 0 1,1 0 0,1-2-1,1-1 1,2-2 19,-2 2 1,-1 1-37,-2 2 146,-6 0 1,5 0-1,-5-1 794,0-4-541,-2 4-66,-6-6 0,0 6 9,0-4 0,0 2-179,0-7-76,0 7 0,0-5 1,0 4-381,0-6-14,-6 4 0,2-5 0,-3 4-453,0-1 1,-4 4 437,2-6 0,-4 5 0,-1-2 1,0 0-495,-1 4 1,-4-3-1,-1 1 1,-2 3 861,-4 6 1,-32 41 0,24-14 0,0 0-1</inkml:trace>
  <inkml:trace contextRef="#ctx0" brushRef="#br0" timeOffset="26">29758 3085 12435,'0'14'288,"0"0"1,0 2-1,0 2 1,0 2 218,0 2 1,0 2-464,0 4 1,0 1 0,0-1-1,0 1 1,0-1 0,0-1-1,0-2 1,0-3 0,0-1-1,0-4-231,0-1 1,0-6 138,0-1-3,0-6 0,6 3 67,4-6 1,3 0-28,1 0 0,2-6 0,1-2 1,2-1-155,-2-1 97,-1 7 0,-2-5 0,1 5 1,-1-2-1,0 1-358,0-3-423,-6 6-418,5-6-474,-12 7 146,6 0 792,-7 0 803,0 0 0,-13 7 0,-3 1 0</inkml:trace>
  <inkml:trace contextRef="#ctx0" brushRef="#br0" timeOffset="27">30199 3355 8028,'2'-8'-241,"1"2"538,1 0 30,1 4 0,-5-6 0,-1 5 1,-3-3 286,0-2 0,-3 5-364,3-2 1,-4-2 0,-7 3 89,1 1 0,0 1-88,0 2 0,0 0-191,-1 0 1,1 0-1,0 0 1,0 0 165,0 0-221,-1 0 0,0 6 0,-3 4 0,1 2 0,3 3-99,2-1 0,5 0-102,-3 0 138,4 1 0,6-1 0,0 0 0,0 0 0,1-1-392,4-4 0,5 2 382,9-6 0,-2 1 0,5-2 1,-1 0-23,-4-1 0,3-3 281,-1-4-129,0 2 0,-4-11 0,-3 4 1,-1-4-1,-1-1 51,1 0 0,-3 0 233,1 0-33,-6-1 1,4 1 149,-7 0-384,0 6-200,0 2 0,0 7 500,0 4-354,0 3 1,0 1-1,0 1 1,0 1 0,0 2-88,0 1 1,4-5 30,1 1-228,6-1 1,-3 4-1,6-2-273,1-2 398,-1-6 0,0 4 121,0-7 1,-4-5 0,-2-1-1,0-2-132,-1-3 287,-3-2 1,3-1 0,-3 0 323,0 0 1,1 4-92,-5 1 17,0 5-428,0-2-18,0 6 1,0 2 0,2 2-53,2 6 0,0-2-8,5 1 1,-4-4 0,4 3-1,1 0-225,-2 0 0,4-5 24,-2 2 313,-4-4 0,7 4 1,-4 0-23,4-2 292,1-2 1,-4-7 520,-1-3-261,-6-4 1,3 3-591,-6 1 22,0 6 301,0-3 1,5 12 0,0 5 205,-2 6-411,-1-1 1,-1 5 0,2-6 0,2 3 0,-2 2-44,-1 2 1,-2-4-3,0 1 0,0 1 0,0-1 0,0-1-206,0-3-92,0 0 305,-6-1 1,2-5-1,-5-1 1,-2-1-1,-2-4 55,-1-2-83,0-1 1,0-1-1,-1-2 1,1-4-1,0 1-17,0 0 0,4-5-56,1 1 0,6-3 0,-2-1-286,3 0 0,9 0 184,2 0 12,4 6 1,7-5 0,4 4 0,3-3-1,1 1-365,1 2 440,5-1 0,-4-4 1,5 0-1,-2 1 0,1 2-145,-3 2 0,-2-1 20,-6-4 223,-2 0 0,-12 1 1,-1 2-1,-1 2 122,-4-2-106,-2-2 0,-5 4 0,-3 1-1,-1 1 0,-1 3 4,-5 4 1,4 0-1,1 0 118,-2 0 1,-2 0-1,-1 1 337,0 4-422,6 3 48,-5 6 0,11 0 0,-2 1 0,2-1 17,2 0 1,2 0-93,2 0 1,4 1 0,8-3 0,2-1-57,0-1 1,6-5-13,-5 4 1,5-6-16,-5 2 1,4-4 0,-4-1 0,0 0-9,2 0 75,-5-6 1,4-2 0,-6-6-1,-1 0 118,-3 0-125,2-1 458,-10 1-590,4 6 235,-6 2 0,-6 8 1,-2 2 127,0 6 0,-3 2-140,6 3 0,-1-3 0,3-1-22,-2-1 0,-1-2-30,1 1 67,3 4 0,-4-10-24,6 6 0,-2-5-14,-2 0-138,2-8 0,-4-4 0,6-7 0,0 1-361,0 0 337,6 0 1,-3 0-1,7-1 1,-1 1 0,1 0-138,-1 0 1,1 6 185,4 3 0,2-1 1,1 1-1,2 2-5,-2 1 0,-1 2-302,-2 0 86,1 0 1,-1 5 0,0 1-1,-1 2-1465,-4 3 790,4-4 0,-7 5 938,4-2 0,-10 2 0,-8 3 0</inkml:trace>
  <inkml:trace contextRef="#ctx0" brushRef="#br0" timeOffset="28">31194 3469 8029,'5'-10'705,"0"1"0,-1 4-176,-4-4 1,2 1-69,3-2 1,-4 2 0,4 4 1267,-3-6-1002,-2 4-291,0 0-827,0 6 0,4 1-112,1 4 416,6-4 1,-8 12 0,5-3-1,0 1 1,0 0-676,3-2 426,2 1 1,1 2 0,-1-1-540,-4-1 789,10-1 0,-10-1 1,10-2-1,-3-1 101,-2 0 1,1 0 268,-1-5 1,-5 0-1,1 0 361,1 0-407,2-7 0,1 4 0,0-5 0,-1 0 31,-4 1 0,4 3-215,-4 0 0,4-3 0,1 3 0,0 0-100,0 3 0,1 1-267,-1 0 225,0 0 1,2 0 0,1 0-1,2 0 1,-1 0-155,-3 0 206,0 0 1,-1 0 173,0 0 1,-4 0-1,-1 0 288,2 0-373,-5 0 1,7 0 0,-5-2-132,0-3 0,5 4-115,-4-4 1,-1 2-1,1 0-57,2-2 13,2 0 178,1 5 1,-4 0-1,-1 0 539,-6-6-476,4 4 0,-9-4 1,-1 5-1,-3-3-93,-2 0 0,-2-1 93,-4 5 0,-5 0 27,0 0 1,0 0-1,3 0 1,-1 0 187,-2 0-143,0 0 1,5 6 0,0 4 0,1 2 0,2 3 252,1-1 1,3 0-66,-3 0 0,-1 2-175,6 3 1,1-2-1,4 5 1,0 1 248,0-1-275,0-5 0,0 5 1,1-4-1,2 1 1,2-2 110,-2-1 1,0-7 9,2 1 117,-3-7 1,2 8 330,-8-6-474,2-1 1,-11-4-1,4 0-156,-4 0 1,-1-6-39,0-3 1,4 1 0,3-2 0,-1-1-169,0-2 1,5-1 0,-2 0 0,3 0-370,2 0 0,7-1 36,2 1 1,8 0 141,2 0 1,2 0 0,-4 1 0,4 2-1100,1 1 1091,-5 1 0,4 1 1,-8 2 402,-4-1 0,-42 5 0,-22 3 0,-5-4 0,1-1 0</inkml:trace>
  <inkml:trace contextRef="#ctx0" brushRef="#br0" timeOffset="29">29374 3213 8029,'-22'0'797,"2"-5"0,5 0 2116,1 2-2580,6 2 1,2 2-1,6 4 1,0 4 405,0 4 1,0 1-563,0 1 1,0-6-1,2 1 1,1 1 49,1 1 0,1-2-472,-5-1 1,2-4-307,3 4 467,-4-5 0,5 0-158,-6-8 0,5-4 76,0-7 1,0 1 19,-5 0 1,1 0 0,2 0 0,2-1-33,-2 1 165,-1 6 0,-2-4 175,0 2 1,0 2-986,0-1 58,0 6 558,0-4 1,-2 18 0,-1 4-557,-2 0 135,1 1 0,-1-2 0,0 1-168,2-1 1,-3-5 795,1 1 0,-6-1 0,3 5 0</inkml:trace>
  <inkml:trace contextRef="#ctx0" brushRef="#br0" timeOffset="30">29303 3085 8051,'-6'-14'253,"3"-5"-95,-7 0 0,1 0 0,-4 5 1,2-1 1367,2 1-806,-1 0-426,-4 6 1,0 2-1,-1 6 1,1 1-1,0 4 312,0 5 0,0 4-229,-1 5-291,1-3 0,0 10 1,0-2-1,0 3 1,1 1 84,3 1 1,-2-1-62,2 1-88,4-1 1,0 1 0,6-1-1,0 0 1,0-1-129,0-3 1,6 1 200,3-6-107,4 0 0,8 0 0,2-2 0,4-4 0,2-5 98,-1-2 1,5-4 8,0 3-62,7-4 1,-9-2 0,6-4 0,-2-5-1,-4-2 396,-1-2 1,-8-5 26,-3 0-378,-3-13 0,-3 7 1,-4-13-1,-4-2 0,-4-1-754,-1-1 1,-6-1 55,-3 0 44,-10 7 1,-2-2-1,-4 10 1,1 7-1,-3 7-3398,-4 4 3974,1 7 0,-43 22 0,35-3 0,0 0 0</inkml:trace>
  <inkml:trace contextRef="#ctx0" brushRef="#br0" timeOffset="31">30114 4151 7982,'0'-14'60,"0"0"3781,0 0-3408,0 6 1,-2 6-1,-1 10 1,-3 3-11,-2 5 1,-2 3-234,-4 0 1,-2 1-1,-1 6 1,-2-3 54,1 3 0,3 0 0,0 3 0,0-2-119,-4-4 1,3 4-485,-3-3 268,3 3 1,7-5-1,1-3 1,0-3 0,2-2-508,-1 0-2057,2 0 1424,5-6 1230,0-2 0,26-37 0,5-9 0</inkml:trace>
  <inkml:trace contextRef="#ctx0" brushRef="#br0" timeOffset="32">30370 4308 8034,'0'-15'-113,"0"6"0,0-1 1733,0-1-36,0 5-346,0-7-817,0 18 0,0-3 1,0 12-14,0 0 1,-5 0-134,0 1 1,0 4-1,5-1 1,0 0 4,0-2 0,0-1-209,0 4 0,-4-3 0,-1 3 0,2-3 143,1-2-211,2 0 0,0-4 1,-1-1-506,-4 2 518,3-4 381,-4 5-475,6-10 0,0 3 0,0-10 1,0-6-1,0-5-316,0-3 0,0-6 301,0 1-71,0-3 1,0-3 0,0-1 0,0-2 0,0 1-350,0 2 1,1 1 353,4 1 80,-3 6 1,9 1-1,-5 9 1,2 2-1,5 6 101,4 2 1,-1 2 351,3 0-287,-3 6 1,-2 7 0,0 7 0,0 3 0,-1 0 311,-4-1 1,-1 4-40,-3-7-158,-3 6 1,4-5 0,-6 4-1,0-5 1,0-3 275,0-2 0,0 2-191,0 3-330,0-10 0,0 10 0,0-9-150,0 2-56,0-4-204,0 5-343,0-11 522,0 4-389,0-12 1,0 2 0,-2-4-2704,-2 2 3366,2-5 0,-36-28 0,-1-15 0</inkml:trace>
  <inkml:trace contextRef="#ctx0" brushRef="#br0" timeOffset="33">30313 4393 8046,'-10'0'1251,"1"0"-780,6-6 1,-5 4 154,3-3 0,3 2 131,-2-2 0,4 4-564,4-4 1,6 3 0,7 2 0,4 0-167,1 0 1,2 5-703,4 0 476,0 0 1,1-4 0,-1 2 0,-1 2 0,-2-2-1139,-1-1 1,-7-2 264,2 0 290,-3 0 0,-6 0 312,-1 0 222,-6-6 998,4-2 1,-7-2 0,-2 2 2002,-3 2-1911,4 1-46,-6 5 0,7 2 253,0 3 1,5 2 10,0 8-816,6-1 1,-8-3 0,5 2 0,-2 2 0,-1 0-33,1-4 1,-4 1-133,3-2 6,-4 2 0,4 3-519,0-1 181,0-6-10,-5-2 1,0-8 0,-2-2 0,-1-6-1,-2-2-389,2-3 1,1-4 77,2 0 486,0-6 1,5 9 0,1-3-1,2 4 1,3 0-197,2 1 1,1 2-238,0 2 158,7 4 1,-5 6 0,3 0 0,-3 1-881,-2 4 0,-2 3-215,-2 6 1457,2 0 0,-10 26 0,4 6 0</inkml:trace>
  <inkml:trace contextRef="#ctx0" brushRef="#br0" timeOffset="34">30952 4464 8046,'0'-14'157,"0"0"0,-1-1 350,-4 1 1,4 0-117,-4 0-240,3-1-113,2 1-1164,0 6 1161,0 2 35,0 6 1,0 6-1,0 4 206,0 2 1,0-2 607,0-1 1,5-4 762,0 5-873,-1-7-230,-4 9 1,0-8 403,0 5-760,0 1-71,0 4 0,0-5 0,0 1 132,0 1 1,0-3-466,0 1 90,0-6 0,0 5 1,2-5-233,3 2 271,-4 0-245,6-5 1,-7-2 0,0-2-317,0-6 0,0 2 273,0-1 226,0-1 1,0-4 0,0 0 0,-2 1 6,-3 4 1,2-2 419,-6 6-170,6 0 0,-10 5 1,3 0-1,-2 0 335,-2 0 1,4 6-19,1 4-270,-1 3 0,1 1 1,1 0-1,1 0 1,4 0 146,2 1 0,1 0-50,0 4-257,6-3 1,2 3 0,6-8 0,2-1-1,1-1-354,2-1 0,5 0 54,-5-3 90,6-4 0,-3 6 0,7-9 0,-1-3 0,1-4-433,-1-4 0,-1-6 62,-3 0 463,2-6 1,-10 3 0,2-8-1,-6-2 1,-4-3-239,-1-1 1,-3 3 220,-4-5 178,0 6 0,-6 2 0,-4 8 0,-2 3 0,-2 5 329,-1 3-150,1 8-93,0-3 1,0 7 0,0 4 0,-1 4 0,3 6 522,2 4 0,-1-2-101,6 7-161,1-1 1,-1 6 0,0-1 0,2 1-1,1-1 742,2 1 0,0-3-536,0-2-471,7 3 1,-4-7 0,5 4 0,0-3 126,0-1 0,-4-4-733,6 3 149,-7-10-46,3-2 1,-6-14-92,0-2 314,0-4 1,0-1 0,0-2-1,2-1 1,1-2-473,2 2 1,0 1 163,-5 2 427,0-1 0,4 6 1,3 1-1,-1 0 0,2 2 182,0-1 1,-4 3 63,6 4 67,-1 0 0,1 1 0,-1 4 0,1 5 0,-1 2 405,1 2 0,-2 1-453,1-1-195,4 0 0,-5 0 0,6 0 0,0 1 0,0-1-406,1 0 0,-1-4-740,0-1 734,0-6 0,0 5 0,1-5 0,-1 2-275,0-2 0,-4-8 447,-1-4 178,-6-4 1,8-1-1,-6 0 1,-2 0 678,-1-1 0,-2 6-160,0 0 198,0 5 0,0-4-248,0 4 0,0 4-176,0 0-130,0 6 1,0 4 0,0-1 0,0 2 0,1 2-4,4 1 1,-2-5-665,7 1 384,-1-1 0,5 1 0,1-2 0,-1-2 0,2-3-372,3-1 1,-4-2 4,4 0 400,-3 0 1,-2-7-1,1-4 1,-1-4 0,-2-6-285,-2-1 0,1-2 179,-6-4 14,-1-7 0,-4 5 0,0-5 0,0 4 0,0 1-141,0 3 0,-4 8 141,-1 0 592,0 9 0,0 1-183,1 9 1,-3 3 918,3 11-827,2 1 0,-4 4 0,6 1 0,0 1 0,0 1 488,0 0 1,0 0 297,0 2-822,0-4 0,0-1 0,0 2 0,0-1 1,0 1-13,0-4 1,1-1-157,4-2-102,-3 0 1,6 1 0,-5-1 0,1 0-299,0 0 0,2-4 113,-1-1-1376,-1-6 1,-2 4-2149,3-7 1524,-4 0 1518,6 0 0,-7-7 683,0-2 0,-26-61 0,11 28 0,-1-1 0</inkml:trace>
  <inkml:trace contextRef="#ctx0" brushRef="#br0" timeOffset="35">31635 4492 8046,'-8'-6'1178,"-5"-2"1,7-1 437,-3-1-860,2 7-259,1-10 0,6 12 1,0-4-237,8 4 0,4 1-1255,3 0 728,5 6 0,-2-3 1,5 5-1,1 0 0,0-2-1002,-1 0 1,-4 4-431,5-5 1358,-7-1 1,4 1 0,-7 0 0,0-2 0,1 0 7,-1 2 332,0-3-130,0 4 893,-6-6-346,-2-6 242,-6 4 1,0-11 251,0 4 1,-4 1-288,-1-2 41,0 7 1,5-5 953,0 4-974,0 2 34,0-11-659,0 12 1,-1-5-95,-4 6 69,3 6 1,-10-3 0,2 5 0,-2 0-1,-1 0-132,4 3 0,-4 1-153,3 3 260,4-7 0,-5 4 0,5-2 1,-1 2-1,1 2 172,3 1 1,1-6 5,2 1-90,0-1 1,7 4 0,2-2-1,5-3 1,4-2-251,1-3 0,4 4-109,-4-3 186,7 1 0,-4-5 0,5 0 0,-4-2 0,-4-2-105,-3-6 0,1-2 228,-2-3-43,2 1 1,-11 0 0,5 0 0,-1-2 0,-1-1 23,-1-2 0,-1 0 203,-7 4-25,0 7 1,1-3-28,4 7-96,3-1 41,6 11 1,-5-3 0,-1 7 0,0 1-57,0 2 38,-5 1-359,4 0 0,-3-4-127,1-1 701,0-6-208,-5 3 1,0-7 0,-2-2-49,-2-2 1,0 0 115,-5 5-92,-1 0 0,-4-4 1,0-1-1,0 2 421,0 1-408,-1 8-35,1 2 0,1 2 0,4-1 0,3 2 1,-1 2 0,6 1 60,-4 0-113,10 1 1,3-3-1,7-1 1,3-3 0,2-2-267,2-2 1,2-3-55,5-1 209,-7 0 1,5 0-1,-4-1 1,3-4-1,-1-6-151,-1-7 1,-7 1 337,2-7-109,-3 1 1,-7-6 0,-1 1-1,-2-1 1,-2 1-49,-3 0 0,-1 5 390,0 4 0,0 4-6,0 0 0,-6 8 1,-4 3 30,-2 8 0,2 8-171,1 7 175,6 6 1,-9-2-1,8 5 1,-1 0 0,0 1 702,1-1 1,-1-4-244,5 0-819,0-7 0,0 5 0,0-4 0,0 0-711,0 0 1,1-4-262,4-4 342,-3-4 1,4-8-269,-6-2 1,-5-4-385,1-7 1081,-8 1 0,11-5 1,-4 0-1,4 2 0,1 1-119,0 2 426,0 0 0,1 1 202,4 4 1,3 1 0,8 5 0,1-2 95,2 2 0,5 1-106,-5 2-21,6 0 0,-5 0 0,4 0 1,-3 0-1,-2 0 372,0 0 0,-5 5-222,-5 0-284,-6-1 1,8-2-1,-6 3 762,-2 4-465,-1 4-219,-2 1 0,-2 0 0,-1 0 0,-2 1-17,2-1 0,2-5-529,1 1 215,0-1 0,1 1 0,4-2 0,6-2 0,5-1-830,3 1 1,1-4 423,-1 2 364,-3-2 1,9-4-1,-6-1 1,-1-3 0,-2-2-153,-2-3 0,0-7 130,0 0 255,0-1 0,-4 4 0,-2 1 0,-2 0 0,-3 0 997,-1-1-539,-2 8-192,0 0 0,-2 9 1,-1 3 379,-2 4 0,1 4 1,4 1-435,0 0 0,0 5 0,0 0 0,0-2 1,0-1 361,0-2 1,1 1-262,4-1-705,3 0 1,6-4 0,0-3-1,1 1 1,-1-1-576,0-1 0,0-1 387,0-5 324,1 0 0,-1-7 0,0-2 1,0-4-1,0-1-334,1 0 0,-3 0 756,-2-1-38,2 1 1,-8 0 0,4 0 891,-2 0-662,-1-1-88,-5 7 0,0 4-10,0 8 1,-5 0 788,0 5-726,0 1 1,4 4 0,-2 0 0,-2 0-47,2 0 0,1-4-375,2-1-171,0-5 0,0 8-219,0-2 494,0-4 82,0 0 1,0-7-392,0-4 1,0-3-406,0-6 496,0 0 1,2-2-1,1-2 1,2 0-83,-2 0 1,-2 2 330,-1 2-648,0 6 75,7-4 761,-6 10-30,12-4 0,-10 7 0,7 4-188,1 4 0,1-1-112,2 2-170,-6-7 1,5 8-1,-4-5 1,4 1 0,3-1-420,3-3 1,-7-1 207,7-2 296,-6 0 1,8 0-1,-7-2 1,0-1 27,0-2 1,0-6 510,1 2-166,-7-4 1,3 4 0,-7-1 1068,0-1-716,-3-2 52,-1 6-486,0 0 1,-6 7 5,-4 0-152,-2 0 0,-3 5 0,1 1 0,2 2 0,1 2-398,1-2 0,1 4 49,-6-2 233,7 2 0,1 1 0,3-2 0,0-1 0,2-1 53,5-1 1,5 3 500,6-6-301,1 6 1,5-10-1,2 4 1,2-3-1,0-2 365,1 0 1,0 0 190,-1 0-504,3-7 1,-10 1 0,5-5 0,-1 1 0,-5-1 107,-5-1 0,0 2-359,-7 1-798,1 6 0,-8-8 0,-5 6-3727,-6 2 4595,-10 7 0,-12 13 0,-7 6 0,-7 4 0,1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04:35:29.178"/>
    </inkml:context>
    <inkml:brush xml:id="br0">
      <inkml:brushProperty name="height" value="0.053" units="cm"/>
      <inkml:brushProperty name="color" value="#FF0000"/>
    </inkml:brush>
  </inkml:definitions>
  <inkml:trace contextRef="#ctx0" brushRef="#br0">8488 7947 7908,'8'0'703,"3"-2"-210,-6-2 0,0 1 0,-7-5 844,-2 1-1123,2 3 0,-11-1 0,4 0 0,-4 2 43,-1 1 1,0 2-312,0 0 0,-1 0 0,1 0 0,0 0-89,0 0 1,-1 5 0,1 1 0,0 1-71,0-1 1,1 0 54,4-1 195,-4-3 0,5 10 0,-4-2 98,2 2 212,-3 3-242,12-1 0,-5 0 0,6 0 0,0 0 0,0 1 162,0-1 1,0 0-99,0 0-107,0 7 1,0 1 0,0 6 0,0 1 0,0-1 34,0 1 0,4-1 60,1 1-132,0 5 1,-5-4 0,0 4 0,1-6 0,2-3 224,2-1 0,2-2-132,-3 2 25,-2-4 0,9-1 1,-5 0-1,2-3 98,3-5 1,-3-3 19,2-3-199,-1-4 1,5 6 0,0-7 0,1-2 0,-1-1 23,0-2 1,0-4-568,1 4 104,-8 0 0,6 0 0,-5-1-1119,0-2 0,0 5-807,-3-2 1378,-4 4 1,5-1 924,-6-3 0,0-15 0,0-10 0</inkml:trace>
  <inkml:trace contextRef="#ctx0" brushRef="#br0" timeOffset="1">8958 8118 7896,'0'-10'0,"0"1"737,0-2 1,-5 3 2228,0-2-1510,0 1-870,5 1 0,0 8-236,0 9 1,0 4-56,0 1 0,0 5 0,0 2 0,0-1 20,0 1-266,-6 4 0,4-4 0,-2 4 0,2-3 0,2-2-697,0-2 0,-1 1 182,-4-5-402,3 10 0,-4-15-1750,6 10 1834,0-9 0,0-10 294,0-10 1,0-4-1,0-5 1,0-5-23,0-3 1,0-1 817,0 0-288,0-1 1,0 1-1,0-1 1,0 1 0,0 1 18,0 3 0,2 4-173,2 5 482,-2 1 0,12 6 1,-1 4-1,6 2 1,1 2 1745,1 0 0,4 6-1091,-1 4-764,-4 2 1,6 7-1,-8 2 1,1 1-1,-1 2 94,-4-2 0,2 0-98,-11-3-165,-1-3 0,-4 9 0,0-6 1,-1 0-1,-6 0-19,-7 0 0,-5 0-482,-4-5 278,-4 0 1,5-4 0,-7-2 0,1 0-1,1-2-538,3 0 1,-1 0-1257,6-1 509,0-3 0,13 4 1440,6-6 0,75-19 0,-24 7 0,0 0 0</inkml:trace>
  <inkml:trace contextRef="#ctx0" brushRef="#br0" timeOffset="2">9370 8260 7896,'0'-22'0,"0"1"879,0 7 1,0 0-1,0-1 599,0 1 0,-5 5-199,0-1-592,1 7 0,4-2 0,0 10 437,0 5-826,0 2 1,0 4-1,0 1 1,0 2-1,0 0 394,0 2 0,0-1-290,0 4-438,0-3 1,0-7-1,0 0 1,0 0-1,0 0-1004,0 1 1,-5-6 271,0 1-599,0-7 1,5 6-530,0-9 1,0-3-968,0-11 2168,0 0 1,0-7 0,-1-3 694,-4-2 0,1-16 0,0-8 0,-3-4 0,0 1 0</inkml:trace>
  <inkml:trace contextRef="#ctx0" brushRef="#br0" timeOffset="3">9839 8231 7862,'14'0'448,"-1"-1"161,-4-4 1,-1 2 202,-3-7 1,-3 6 428,2-6 1,-8 2-813,-6-1 1,-1-4 0,0 5 0,0-1-77,-5-1 1,2 7 0,-5-2-1,3 4-306,2 1 0,0 0 6,0 0-192,-1 0 1,-2 6 0,1 4 0,4 2-1,1 2-605,3 1 0,-3 0 179,6 4 319,0-3 0,5 5 0,0-7 1,0 0-1,0 0-1319,0 1 968,6-7 455,2-2 0,7-6 1,-1 0-1,0-2 1,2-2-81,3-6 1,-8-7 556,3-2-181,-3 0 1,2 5-1,-2-1 1,-3 1 1286,-2 0-680,5 0-586,-9 6 0,5 1 0,-3 11 160,0 5 1,1 4 109,-5 15-203,0-3 1,0 12-1,2-6 1,1 4 0,2 0 561,-2 0 1,-2 3-127,-1-5-761,0 0 0,0-5 0,0-1 0,0-3 0,0-5-734,0-3-41,-6-2 645,-2-6 0,-6-2 0,0-6 0,-1-2-199,1-2 0,2-9-218,2-6 386,-3-6 1,12 7-1,-4-5 1,5-1 0,5 0-302,4 1 1,6 4-122,4-5 565,3 0 1,6 2-1,2 2 1,3 1-1,4 0-167,-1 1 0,3 3 25,-5 0 331,-8 1 1,-5 6-1,-7 2 1,0 1 703,1 0-700,-7 1 913,-2 4 0,-8 0 420,-2 0-790,2 6-324,-4 2 0,6 6 0,0 0 1,0 1 431,0-1 0,0 0-498,0 0-199,0 0 0,1 1 0,4-3 0,4-1-483,4-1 1,-3-7 225,-1 2-13,7-4 0,0-1 0,3-1 0,-2-4 0,0-4-420,2-4 0,0-3 182,-4-3 269,-1-3 1,0-6 0,0-1 0,-1-1 0,-4-3-82,-4-5 1,-3-1 290,-2 1 38,0 3 1,0 8 0,0 3 681,0 5-670,-7 10-7,6 9 1,-10 9 0,6 10 0,2 7-1,0 4 472,-2 3 0,3 5 676,-2-5-882,2 0 0,2-4 0,0-1 0,0 0 0,2-1-213,2-3 1,-1 1-218,7-6-386,-7-6 0,8-1 1,-5-4-1847,2 0 0,-4-3 1080,0-10 717,-2-3 1,-2-6 0,0 0 0,-2-2 0,-1-3-240,-2-5 1,-4-1 1083,4 1-227,0-2 1,1 10 0,-1-3 0,2 3 0,1 2 530,2 0 0,8 4 394,6 1-613,1 6 0,11-4 1,0 6-1,4-3 0,3 0 823,-2 1 0,-1 1-658,-1 2-486,-1 0 0,-1 0 0,-3 2 0,-5 1 51,-3 1-32,-8 1 6,-2-5 1,-6 2 0,-2 1 37,-2 2 0,0 1 436,-5-1-397,-1 3 1,1 1 0,-1 1 0,-1 1 0,0 1 276,2 3 0,-4-1-374,4 0-32,2 0 0,-4 0 0,5 1 0,0-1-225,-1 0-818,3 0 69,4 0 0,1-6-172,4-3 1,3-10 399,6-4 552,0-4 1,-1-1 0,-2-2 0,-2-1 0,3-2-1,0 2 0,-2 1-152,-1 2 904,1-1 0,-1 3 0,1 2 159,1 5 1,-3 4 759,1 1-1143,0 6 1,1 2 0,-1 6 0,1 1 0,-1 0 324,1 4 1,-1-3-654,6 3-18,-1-9 1,0 1-1,0-5 1,2 0-636,3 1 0,-8-3 210,3-4 96,-3-6 0,4-4 0,-1-7 0,0-3 0,-1-3-591,-4-2 0,2-6 262,-6-3 583,0-5 1,-5 7-1,0-4 1,0 1-1,0 4-180,0 1 575,0 8-300,0 7 0,-2 9 0,-1 8 0,-2 2-56,2 6 1,-3 10 1004,1 9-522,0-1 0,5 12 0,0-6 0,0 1 0,0 0 913,0-3 0,0 2-429,0-1-892,0 1 0,0-11 0,0-1 0,0-1 0,0-4-1530,0-1 985,7-8-601,-6-2 1,5-7-1,-6-4 1,0-4-2007,0-4 0,-1-3 2034,-4-3 1048,-3-9 0,-4-18 0,-3-8 0,0-7 0,0 1 0</inkml:trace>
  <inkml:trace contextRef="#ctx0" brushRef="#br0" timeOffset="4">10920 8118 7862,'0'7'2155,"0"0"-606,6-1 225,-4-4-1322,10 4 1,-9-6 0,7 0-2462,1 0 1162,2 0 847,-6 0 0,0-25 0,-7-7 0</inkml:trace>
  <inkml:trace contextRef="#ctx0" brushRef="#br0" timeOffset="5">11886 7933 7765,'-9'-2'4313,"0"-3"-3209,-1 4 1,2-4-1,3 10 1,4 6 13,1 6 1,0 1 0,0 5 0,0 3-608,0 0 1,0 3 0,0-1 0,0-1-808,0-3 0,0 3 212,0-4 1,0-2-477,0-2 1,0-3 0,-2-4-3218,-3-2 2912,4-4 1,-7-6-1,3-1 1,-4-4-503,-4-5 0,1-2 1124,2-2 1,-1-1 0,6 1 243,2 0 207,-5 0-77,7-1 1,-4 8 0,10 0 382,4 1 1,4 4 634,1-2-932,0 2 1,5 2-1,0 0 1,0 0 0,0 0-14,0 0 1,5 0-200,-5 0 15,6-6 1,-8 4 0,5-3 0,-1 4 0,-4 1 101,-1 0 1,-2 1-101,1 4 341,-1-3 0,-5 6 0,-1-4 761,-2 6-956,-1 2-209,-5-4 0,2 3 1,1-4-628,2 1 376,6-5 149,-3 3 0,4-7 0,-1-3 0,-1-2 0,1-2-78,1-3 1,-2-2 75,-1-1 243,-5 0 1,7-2-1,-7-1 1,0-2-1,-3 2 190,-1 1 0,-6 6-141,-4 1-310,-2 6 0,-4-4 0,-1 7 0,-4 2 0,0 3-775,1 4 519,-5 4 1,9 1 0,-3 2-365,3 3 0,7-2 73,-1 7 1,7-5 0,-2 3-1,4 0 710,1 0 0,50 2 0,13 4 0</inkml:trace>
  <inkml:trace contextRef="#ctx0" brushRef="#br0" timeOffset="6">12697 7947 7764,'9'0'3085,"1"0"-1833,-7 0 0,3 2-34,-6 2 1,0-1-568,0 7 0,0-1 0,-1 7 0,-4 3-16,-4 5 1,1-2-573,-2 2 0,2-1 0,-3 4 1,3-2-154,2-1 0,-4-6 115,6 1-356,-7-4 1,9-5 0,-4-2-167,-1-2 0,6-3 142,-4-8 247,4-2 0,1-14 1,0-3-1,0-3 0,0-3-212,0-3 0,6 3 376,3-3-29,-2 3 1,5 6-1,-4 2 1,2 3-1,-1 5 106,2 3 1,2 8 216,1-2-165,0 10 1,1 4 0,-1 10 0,0 7 0,0 4 948,0 3 1,-6 5-223,-3-5-840,-3 0 0,-2-5 0,0 1 0,0-2 0,0-4-1222,0-4 1,0-3-2562,0-2 1572,0 1 1,-2-7 280,-3-4 1,-3-8 749,-6-6 1019,0-9 1,0 2 0,0-5 0,-1-1 0,3 3 88,2-1 0,-2 2 0,2 5 464,4 6 1,-5-4 0,4 4 1078,-1 0 1,7-3-288,1 6-827,6 0 0,8 5 1,2 0-1,2 0 0,2 0 263,2 0 0,2 0-387,4 0-592,1 0 1,-1 0 0,1-1 0,-1-2 0,-1-2-181,-3 2 1,-4 1-56,-6 2 372,1 0 0,-1 0 0,-1 2 0,-4 2-53,-4 6 0,-4 3 1520,-1 1-890,0 6 1,0-4-1,0 3 1,-1-2 0,-2 1 1061,-2 1 0,0 0-544,5-5-711,-6 0 1,4 0-794,-3 1 521,-2-7 10,5-2 1,-4-8-1,6-2 1,0-8-1,0-3-913,0-4 1,1-7 70,4 3 679,-3-4 0,9 3 0,-5 2 1,2 0-1,3 1 34,2 1 1,1 3 551,0 7-296,0-3 0,5 12 0,0-2 0,0 4 0,0 7 279,0 5 0,0-2 616,-5 8-708,0 3 1,4-2 0,-2 4 0,-4-5 0,1-3-363,-1-2 0,3 0-89,-1 1-166,0-8 0,0 0 1,1-7-1,0 0 0,3-2-681,1-3 0,0-2 237,-5-8 540,6 1 0,-5-5 1,0-1-1,-5-1 1,-2-1 69,0 0 1,-5 4 657,2 0-403,-10 8 1,0-1-1,-8 6 1,-4 2-1,-2 1 400,-1 2 0,-4 7-65,5 2-291,0 4 1,5 6 0,0 0 0,1 0 0,3 0 216,6 0 1,-3 0-206,3-5-252,-1 0 0,6 0 1,4 1-1,5-3 1,4-2-557,5-6 1,-2-2 208,7-2 335,-7 0 1,10-2 0,-5-2 0,2-6 0,-2-2 68,-1-3 1,-2 6-42,-5-1 612,-6 1 0,3-1 0,-5 2 434,2 2-394,-5 1-383,10 5 1,-10 5 0,6 1 0,2 2 0,2 3 254,1 2 0,1-3-436,-1-1-40,6-6 0,2 8 1,5-6-1,-1-2 0,-3-1-422,3-2 0,0-7 194,3-2 70,-1-10 1,-6 2 0,-3-7 0,-3-1 0,-3-2-209,-4-2 1,-2-4 136,-7 0 166,0-6 0,-7 9 0,-2-5 0,-4 3 0,-3 4-3,-3 6 1,4 6 451,-4 6-258,3 4 1,6 6 0,1 2 0,-1 2 0,2 6 158,4 2 1,-3 9 922,3 3-754,-1 9 1,5-2 0,-2 6 0,-1-1 0,-2-1 1163,2 0 0,2-2-681,1-5-769,0 1 0,0-2 0,0-2 0,1-3-527,4-2 1,-2-2 195,7-9-176,-7-2 0,5-9 1,-4-3-1,4-4-1028,0-4 1,5-1 375,-4 0 783,4-7 0,1 5 0,0-1 0,1 4 0,-3 4-110,-2-2 1,2 5 622,-2 1-99,3 3 0,1 2 1,0 0-1,0 2 1,-1 3 337,-4 4 0,4 4 636,-4 1-854,10-6 1,-3 4 0,5-4 0,-2 2 0,1-2 166,2-2 1,0-1-219,2-5-296,-3 0 1,-5-2 0,-1-3 0,3-4 0,-4-4-410,-1-1 1,-4 0 143,-9 0 204,0-1 1,0 0 0,-2-3 0,-2-1 0,-7 4-356,-7 3 0,1 1 203,-7 7 235,0-7 1,-4 9 0,0-1 0,1 4 0,1 6-3,3 1 1,5-4 74,-1 6-25,10-1 0,-2 6 1,6-1-1,2 0 1,1 0-16,2 0 1,7-4-357,2-1 210,4-5 0,7 7 1,4-7-1,3 0 0,1-3-460,1-1 1,4-1 94,0-4 506,0 3 1,1-10-1,-1 2 1,-3-3-1,-3 1 573,-4 2 0,-5-1-348,1 7 459,-4-8 1,0 11 350,-1-4-459,-6 4-403,-2 7 1,-6-3 0,2 5 0,1 0 119,2 0 1,1-5-442,-1 2 12,-4-4 151,5 6 132,-6-6-148,0 5 0,-4-7 0,-3-2 0,0-2 1,-5 2-123,0 1 1,-2 2-36,-1 0 105,1 0 1,-5 5 0,2 1 0,3 2 0,3 3-75,0 2 1,3-4-236,-2 1 233,7-1 1,-3 6 0,7-3 0,4-1-139,4-1 1,4-7-44,1 2 253,1-4 1,0-2 0,3-3 0,2-2 0,1-2 91,-1-3 1,-1 0 322,-5 2-122,1-4 0,-1 7 0,-1-5 0,-2 3 234,-2 1-327,-6 3 48,4 4 1,-7 11-1,0 5 1,0 4 0,0 7 670,0 4 1,-5 0-300,0 2-288,-6 3 0,8-6 1,-5 3-1,2-4 1,1-4-149,-1-1 1,4-12-495,-3 2 387,-3-9 1,5 6 0,-5-8 0,0-3 98,1-3 1,3-13-1045,0 2 549,2-9 0,2 0 1,0-5-1,2-2 1,2-2-975,6-1 0,2 0 657,3 5 564,-1-1 1,5 7-1,0 3 1,0 5-1,0 4-51,0 6 1,0 2-68,-5 2 417,0 0 1,0 6 0,1 4 0,-3 3 0,-1 1 734,-1 0 1,-2 0 14,1 0-751,4 1 0,-5-3 0,6-1 1,0-3-1,0-1-248,1-4 0,-1-2-97,0-1 122,6 0 1,-4-6-1,3-4 1,-3-2 0,-2-4-601,0-3 0,1 2-35,-1-7 600,-6 7 1,3-4 0,-6 7 0,-2 0 36,-2-1 183,-1 8-223,0 0 1,0 9-1,0 4 1,0 7 421,0 4 1,0 8-42,0-1 159,0 3 0,0 1 0,0 1 0,0-1 0,0-1 479,0-3 1,0-2-615,0-3-161,0-3 0,-1 3 0,-2-8-36,-2-2-64,-6-6-237,3-3 0,0-12 0,3-9 0,4-3 0,1-6-1525,0-6 1,1-5 594,4-2 768,3 1 1,8-1 0,1 2 0,4 3 0,-1 7-1029,1 5 1,4 6 718,-1 5 88,3 8 1,6 2 0,0 10-1,-2 6 579,-1 6 0,12 49 0,-20-24 0,0 0 0</inkml:trace>
  <inkml:trace contextRef="#ctx0" brushRef="#br0" timeOffset="7">15256 8018 7847,'2'-14'18,"1"0"0,2-1 0,-2 1 299,-2 0 1,-1 5 0,-1 1 595,-4 1-218,3 3-366,-10 4 0,10-2 1,-4-1 1025,0-2-1185,4 0 43,-4 5-187,6 0-239,0-6 181,6 4 1,-3-4 0,7 6 149,1 0 261,1 0 56,-4 0 0,3 2 335,-6 2 0,0 4-161,-5 7-390,0-1 1,-2 5 0,-1 1 0,-3 2 0,-2 4 218,-3 0 0,4 3-121,3-1-229,-4 7 1,6-3-1,-4 6 1,1 1-1,0 1 155,2-2 0,2 1-211,1-6 11,0 0 0,-2 1 1,-1-1-1,-3-3 0,-1-3 170,1-4 1,-5-5-9,1 1-115,-2-10 1,-2 2 0,-1-6 0,1 0-1,-2-1 301,-3 1 0,2 0-73,-7-5-450,1 0 0,-12-7 0,-3 0 0,-3-3 0,0 1-1373,3-2 1,-2 3 324,7-2 213,6 1 0,2-1 1,6 2-1,3 0 967,5 1 0,5-35 0,6-11 0</inkml:trace>
  <inkml:trace contextRef="#ctx0" brushRef="#br0" timeOffset="8">24569 12653 7142,'0'-8'1382,"0"0"-1087,0 3 237,0 3 473,0-4 585,0 6-1274,0 0 1,-7 0 0,-2 0-71,-4 0 0,-6 0 136,0 0-341,0 0 1,5 0-1,0 2 1,0 1-133,0 2 0,4-1 101,1-4-129,5 0 0,-3 0 1,3 2-1,-2 1-117,-2 2 322,5 0-62,-3 1 1,4-4 0,-1 4 0,-2 0 60,2 4 1,1-2-52,2 1-7,0 0 0,0 1 0,0-1 0,0 2 0,0 2 161,0 1 0,0 2 277,0 3-345,0-3 1,0 4 0,0-5 0,0 0 0,0 3 209,0 1 0,5 0-174,0-5-81,0 6 0,-5-4 0,0 5 1,0-2-1,0 0 107,0-2 0,0 0-118,0 2-41,0-3 0,0 9 0,0-4 0,0 0 0,0 1 109,0 0 0,0-3-236,0 4 69,0-5 0,0 7 0,0-6 0,0 0 0,0 0-41,0 0 1,0 5 112,0-5-31,0 0 1,0-4-1,0 3 1,0 1-1,0-2-148,0-1 1,0 3 36,0 0 62,0 0 1,0-5-1,0 0 1,0 0 0,0 1-90,0-1 89,0 6 19,0-4 0,0 5 0,0-7 0,0 0-52,0 0 75,0 0-34,0 1 1,1-1 16,4 0 1,-3-4-18,2-1 77,-2-6 0,3 5 0,1-5 1,2 2 117,3-2 0,-3 4-50,1-3-80,1 1 1,4-5-1,0 0-134,0 0 92,1 0-570,-1 0 0,-5 0 0,-1-2-1077,-1-2 1,-1-3 1658,-1-2 0,-16-48 0,1-6 0</inkml:trace>
  <inkml:trace contextRef="#ctx0" brushRef="#br0" timeOffset="9">24611 12638 6545,'0'-9'1226,"0"-1"619,0-1 1,0 3-1450,0-1 0,-1 6 0,-4-2-20,-4 4-323,-4 1 1,-1 0 0,-2 0 0,-1 0 0,-4 0-65,-1 0-28,4 0 0,-7 0 0,6 1 0,0 2 0,0 2 63,0-2 0,0 3 15,5-1 29,0 6 1,0-8 0,0 7 50,-1 1 1,6 0 102,-1-1 0,7 2-86,-2-2 1,2-2-1,0 1 280,-2 2-226,1 2-108,4 1 0,0 0 1,0 0-1,0 1 0,0-1 176,0 0 1,0 0-136,0 0 1,0 5-47,0 0 0,0 5 0,0-3 0,0-1 4,0 1 0,1 2-12,4-4 0,-3 7-58,2-3 1,-2 3 0,-2-1 0,0-3 52,0-2 0,0 6 35,0-3 0,0 0-83,0 0 0,0-4 0,1 5 0,3 0-29,0-2 0,1 0 79,-5-3-39,0-3 0,0 9 0,0-5 0,0 1 0,0-1 25,0-2 1,0 2-15,0-1 1,0 0-42,0-5 0,2 2 0,1 3 15,2 5 33,-1-4-83,-4 1 1,2-7-1,1 0 1,2 1-1,-2-1-36,-1 0 1,-2 0-58,0 0 0,4-4 113,1-1 1,0 1 0,-4 4-27,4 0 1,-2-1 214,7-4 1,-1 3-61,5-8 0,2 3 0,2-4 1,2 1 366,2 0 1,-4-3-8,1-1-325,3 0 0,-6 0 0,2 0 0,-3-1 0,-4-3 125,-2 0 1,-4-3 97,4 3-426,-5 2-914,2-4 597,-6-1-4735,0 6 158,0-5 4951,0 6 0,19-13 0,5-3 0</inkml:trace>
  <inkml:trace contextRef="#ctx0" brushRef="#br0" timeOffset="10">3626 11544 7134,'0'-10'1705,"-2"2"-1099,-2 2 1,2 0-1,-4 3 925,-1-2-968,6 0-538,-5 5-90,6 0 304,0 0-152,6 0 0,2 0 1,6 0-1,0 0 133,0 0 1,1 0-19,-1 0-118,0 6 1,5-4-1,2 3 1,1-4 0,3-1 92,2 0 1,1 2 4,1 3-144,-1-4 1,2 6-1,2-7 1,2 0 0,1 0-50,0 0 0,0 0 168,-2 0-194,3 0 1,1 0 0,-3 0 0,-1 0 0,2 0 76,2 0 0,-1 0-83,2 0 63,3 0 0,-11 0 1,5 0-1,-2 0 0,0 0 30,-1 0 1,-2 0-63,-2 0 23,7 0 1,-5 0 0,3 0 0,-1 0 0,-1 0 4,2 0 1,2 0 23,-2 0-30,4 0 1,5 0 0,1 0 0,-2 0 0,-1 0 55,-3 0 0,0 0-35,1 0-31,3 0 0,-11 0 0,3 0 0,-1 0 0,-1 0 28,2 0 0,0 0-35,-4 0 13,-1-7 0,2 6 1,4-4-1,2 3 1,2 2-1,0 0 0,-5 0-46,5 0 25,0 0 1,0 0 0,-2 0 0,0 0 0,-1 0-35,0 0 1,4 0-2,-1 0 45,-3 0 1,4 0 0,-4 0-1,2 0 1,2 0 67,2 0 1,0 5-77,-3 0 33,3 0 1,-4-5 0,5 0 0,1 0 0,-2 0 24,-3 0 1,3 0 9,-3 0-56,9 0 1,-3 0-1,4 0 1,-2 0-1,-1 0 47,3 0 0,-1 0 56,-4 0-94,0 0 1,-7 0-1,-1 0 1,-2 0-1,0 0-2,-1 0 1,-2 0-22,-2 0 7,7 0 0,-4 0 1,7 0-1,0 0 1,0 0-120,0 0 0,0 0 102,5 0 20,-1 0 0,1 0 1,0 0-1,-1 0 1,2 0 66,4 0 1,-2 0-86,6 0 87,-6 0 0,7 0 0,-4 0 0,2 0 1,1 0-15,-2 0 1,1 0-13,-4 0-21,-2-7 0,8 6 1,-5-4-1,-1 3 1,1 2 23,-1 0 0,8 5 51,2 0-62,0 0 0,6-4 0,-8 2 1,-1 2-1,-2 0-7,2 1 0,1-4 32,2 2-34,-6-2 0,2-2 0,-4 0 0,0 0 1,0 0 150,-3 0 1,-8 0-116,-5 0-3,-3 0 0,-1 0 0,-1 0 0,-1 0 0,-2-2 73,-1-2 1,0 2 7,4-3-53,1 4 1,-3 1-1,-2 0 1,-5 0-1,-3 0 89,-2 0 0,-4 0-402,-1 0 269,-6 0-36,4 0-22,-7 0-288,-7 0 0,4 0 1,-6 0-1,-3 0-4582,0 0 4890,-2 0 0,-57 25 0,28-9 0,0 0 0</inkml:trace>
  <inkml:trace contextRef="#ctx0" brushRef="#br0" timeOffset="11">24498 10094 7649,'9'-5'280,"-1"-1"0,0-1 1564,0 1-762,-5 1-865,-3 5 1,-8 0 0,-8 0 0,-1 0 0,-2 0 436,2 0-620,-6 0 0,6 0 0,-7 2 1,-1 1-1,-2 2 30,-1-2 1,-1-2-87,1-1-106,-1 0 0,1 0 1,1 0-1,2 0 0,3 0-139,1 0 0,-2-1 99,4-4 161,6 4 1,2-7 0,6 3 0,2-5 12,1-2 0,4 2-35,3 1 1,3-5-1,6-5 1,0 1-111,0 2 0,1 7 303,-1 0-47,0-1 0,-5 1 54,1-1 190,-7 7-225,3 3 0,-7 8 1,-4 6-1,-4 2 0,-4 3 386,-1 5 1,0-2-192,-1 1-197,1-5 0,5 9 0,1-5 0,1 0 0,4-3 21,2-3 1,1-2-74,0 0-99,6 0 0,2-1 1,8-4-1,3-4 1,3-3-331,0-2 0,5 0 112,-4 0-264,-2 0 0,-1 0 0,-5 0 0,-1 0-2738,0 0 3237,-6 0 0,-46-7 0,-17-1 0</inkml:trace>
  <inkml:trace contextRef="#ctx0" brushRef="#br0" timeOffset="12">24526 11913 8088,'0'-14'54,"0"0"0,0 0 788,0-1 0,2 6-501,2 0 0,3 4 0,4-3 0,-2 2 0,2 2 0,2 3 0,1 1 1920,0 0-2131,-6 0 1,-3 0-57,-10 0 1,-9 0 0,-11 0 0,-7 0-157,-6 0 1,-4 0-32,-6 0 1,2 5 0,-4-1-1,1-1-236,3-1 0,3-2-163,5 0 72,-3 0 0,18 0-199,-1 0 709,13 0-161,5-6 1,14 3 0,4-7 0,6-1 0,-1 0 60,-1 2 0,-2-3 7,0 8 500,-6-1 41,5 5 1,-13 6-266,0 4 180,0 2 0,-13 3 1,4 0-1,-4 3 0,0 1 1314,4-2-1695,-4-1-164,5-2 1,0 0 0,4 1-506,2-1 1,8-6-1641,4-4 946,3-2 1311,1-2 0,38-32 0,9-7 0</inkml:trace>
  <inkml:trace contextRef="#ctx0" brushRef="#br0" timeOffset="13">24697 10094 8090,'6'-8'1016,"-4"-5"841,2 4-1339,-2 2 0,-4-4 0,-2 7 1,-7 0 572,-7 3 0,-4-4-832,-6 0 1,-9 1-1,-4 4 1,-6 0 340,-4 0 0,-1 0-471,-5 0 1,5-5 0,2 0 0,-1 2 106,0 1-292,6 2 1,2 0-1,11-1 1,7-2-1020,6-2 757,10 0 127,2 5 0,20 0 1,8-1-1,7-3-354,5 0 1,5-3 467,-5 3 50,7 2 0,-15-9 0,2 6 0,-5 2 0,-5 0 466,-1-2 1,-6 4 292,-1-4-576,-6 3 0,2 2 0,-11 0 1,-9 0-1,-7 2 852,-5 3 1,-6-2-164,0 6-549,0 1 0,9 4 0,2 0 0,2 0-359,2 1 0,9-1-60,4 0-428,3 0 0,15 0 1,8 1-1,7-3 1,5-1-624,-1-1 1,-2-5-1987,-2 4 3160,1-6 0,12-3 0,3-8 0</inkml:trace>
  <inkml:trace contextRef="#ctx0" brushRef="#br0" timeOffset="14">24782 8629 8127,'14'-12'31,"-1"1"0,-2 1 0,-2 1 1438,2 1 1,-3 2 0,0 4-388,-1-3 1,-3 5 0,-5-1-381,-4 4 1,-8 6-1,-7-2 1,-4-1 359,-6 0 1,0 4-752,-8-6 0,-1 6 0,-7-4 0,-2 1 110,3-1 1,-6 0-260,-1-1 1,3-4-1,0 4 1,2-3 39,-1-2 0,2 0-337,8 0 61,4 0 1,5 0 0,2 0-667,4 0 499,9 0 122,7 0 1,14-2 0,2-1 0,4-3 0,2-2-447,4-3 1,0 0-603,10 1 870,-4-9 0,10 15 1,-7-11-1,1 4 1,-2 2-126,-4-1 0,3 7 344,-8-2 23,1-2 0,-12 5 343,-7-3 0,-8 5-143,-11 5 323,-10 3 0,-2 6 1,-5 0-1,1 1 0,3-1 393,2 0 1,8 0-715,3 0-47,3 1 0,4-1 0,2 0 1,5 0-1,4 0-150,1 1 0,8 2-906,6-3 384,7 4 1,2-12 0,1 5 0,0-2 0,-1 1-2209,1-2 0,-5 0 2780,5-4 0,37-8 0,15 2 0</inkml:trace>
  <inkml:trace contextRef="#ctx0" brushRef="#br0" timeOffset="15">12043 11089 7974,'19'-7'109,"0"0"1,-2-3 0,1 1-1,-1-2 133,2-2 0,5 3 0,-4 1 1,2 0-1,5-1 0,3 1 47,3-3 0,2 0 1,-2-2-1,5-1-169,3 1 1,3 0-1,2 0 1,3 0-101,2-1 0,2 1-5,9 0-47,3 0 0,6-2 0,2-1 0,4-2 0,-35 9 0,0 1 42,2-2 1,0 1-1,4 0 1,-1 0-783,-2-2 1,0 0 781,3-2 0,0 1 1,-3 3-1,-1-1 1,2-1-1,1-1 1,0 2-1,-1 0 1,0 0-1,0 0 17,0 0 1,0 0 0,-3 2 0,-1 0-673,-2 0 0,0 0 645,0 1 0,1 0 0,2-2 0,1 1 0,0-1 0,0 1 0,1 0 0,0 0 0,0 1 0,0 1 29,1-1 0,0 1-26,0 1 1,1-2 0,4-1 0,-1-1 0,2 1 0,-1-1-28,1 1 1,0 1-1,1 0 1,0 0 0,-1 1-1,0 0 1,3-1-1,1 0-191,2-1 1,1-1 0,-2 2-1,0 0 218,0-1 0,-1-1-27,-1 2 1,-2 1 0,-3-1 0,-1 1 0,0 1 0,0 0 0,-1 0-1,-1 1 1,-2 0 0,-1 0-71,-3 0 0,0-1 0,31-2 22,-5-1 51,-1 6 0,5-8 0,0 4 0,0 1 1,2 0-211,3 2 1,1-2 250,-32 4 1,0-1-24,-3-2 0,0-1 0,12 4 0,3 1 0,-5-3 0,0 0 0,3 1 0,0 0 0,3 1 0,0 1 18,1 0 0,0 0-6,-1-2 0,0 0 1,-1 2-1,-1 0 1,-3-1-1,-1 0 1,-2 1-1,-1 0 1,-1 1-1,-1 0-4,-2 0 1,0 0-1,35 0 26,-4 0-26,-3 0 1,-2 2-1,0 1 1,-1 1-1,-2 0 2,-2-3 0,7 1-2,-34 0 1,2 1-1,4-3 1,2 1-26,2 1 0,1 1 1,-2 0-1,-1 0 1,3 0-1,0-1 0,-2 0 1,0-1-39,-1 0 0,-1 0 0,2-1 0,1 0 13,-4 0 0,0 0 244,-3 0 0,-1 0 1,30 0-1,-11 0 1,-6 0-1,-6 0-396,-4 0 1,-2 0 116,1 0 63,0 0 0,-1 0 0,3 0 1,0 0-1,3 0 723,-2 0 1,-2 0-671,-1 0 40,5 0 0,3 4 0,4 1 0,-1 0 0,-2 0 20,2-1 1,-4 3 11,3-3 93,-8-2 0,3 4 1,-10-6-1,-4 0 1,0 0-183,-1 0 0,2 5-95,-2 0 78,-3 0 0,11-5 1,-3 0-1,3 1 1,1 2 72,1 2 0,4 4-57,1-4 123,6 6 1,1-8 0,6 7 0,-2-1-1,-4 1-4,-3-1 0,-1 1-98,1 4 1,-9-4-14,-10-1 1,-9-6-1,-5 3 1,-4-1 21,0 0 12,-8 0 202,0-5-88,-7 0-142,0 0 41,6 0 0,2-5 52,6 0 0,-4-4 30,-1 4-103,-6-6 0,4 8 0,-6-5 45,4 2 18,-3-5-82,10 3 0,-9-7 1,5 1-391,-1 0 95,4 0 257,-3 0 0,-1 4 0,0 2 0,-3 0 200,1 0-8,0-1-149,1 1 106,-4 2-243,4 6 55,-6 0 0,-1 0-105,-4 0 1,2 0 133,-7 0-9,7 0 0,-8 1 0,5 2 0,-2 4-118,-3 1 101,4-5-29,-5 9 0,9-10 0,-5 4 0,0-1-84,0 0 195,5 6-92,-4-10 1,3 12-34,-1-3 126,0-4 266,-1 0 277,4-6-198,-4 0-395,12 0 0,2 0 0,6-1 0,1-3-85,-1 0 174,0-7-115,0 3 0,-4 0 1,-2 2-1,0 1-149,-1 0 0,-2-1-117,5 1 105,-7 3 0,5-4-301,-4 6 16,-2 0 288,4 0 0,-4 0 0,3 0 87,4 0 0,2 2 163,-1 2 0,2 0-45,-2 5 1,-2-4 0,0 4 0,-2 2 268,-3 2 0,0 1-136,2 0 1,-3 1-5,2-1 1,-4 0 0,-3 0 0,-2 0 5,2 1 0,-5-6-38,-1 1-126,-4-1 1,-3 1 0,-2-3 0,-6 1-1,-6-1-522,-8-1 0,-14 4 538,-19-6 0,11-6 0,-11-4 0,-2 0 0,12 0 0,0 0 0,0 0 0,1 0 0</inkml:trace>
  <inkml:trace contextRef="#ctx0" brushRef="#br0" timeOffset="16">2474 9653 12036,'0'-14'-855,"0"0"1,-1 1 0,-2 2 1147,-2 1 0,-6 6 1,1-4-1,-4 1 0,-3 4 191,-2 2 1,-7 1 0,3 0 0,-6 0-124,-4 0 0,-3 4-183,-7 1 1,5 6-1,0-1 1,-1 2 151,-2 3 1,-7-1-229,1 0 0,1 2 0,7 3 0,1 3-192,-2 0 1,4 8 148,-2-6 1,11 10 0,-1-5-1,2 1-59,4 0 1,-3 3-307,6 0 241,-6 7 1,9-9 0,-3 6 0,3-1 0,2-1-243,0-1 1,0 0-50,-1-6 379,1 7 1,-5-4-1,-1 6 1,-1-1 0,1-1-28,2 0 0,2 2-105,2-3 104,-6 5 1,9-9 0,-4 3 0,3-1 0,1-1 6,1 3 0,2-1-18,4-5 11,2 1 1,-4-1 0,6 1 0,1-1 0,2 0-44,2 1 1,2-1-38,-3 1 60,-2-1 1,4 1 0,-6-1 0,0 2 0,0 2-15,0 1 1,0 0-138,0-5 141,0 1 0,0-1 0,0 1 1,0-1-1,0 1-80,0-1 1,5-4 82,0-1 50,6-5 1,-3 7 0,6-4 0,0 1 0,0 3 126,0 2 0,-1-3-94,-3-1-39,2 1 0,-4 4 0,5 1 0,-2-1 0,-2 1-64,2-1 0,-1 0 31,4 1 22,-3-1 0,10-4 0,-7-2 0,2 0 0,1 0 179,2 4 0,5-6-48,-5-1-97,6-3 0,-3 3 0,6 0 0,-1-2 1,-1-1 59,-3-2 1,-1 2 14,2 3-85,3-10 1,-6 15 0,4-10 0,-2 1-1,3-3 209,1-2 1,1-1-164,0 5-20,1-6 0,4 3 0,0-4 0,-1-1 0,-2 0-92,-2-3 0,-1 4-58,-3-2 74,-4-1 1,-4 1 0,2 0 0,1-2 136,-2-1 141,-1 4-37,-2-5 0,-5 6 0,1-7 814,1 0-926,-5 0 134,1 0-1252,-7 0 464,0 0 0,-102-19 0,39 7 0,0 0 0</inkml:trace>
  <inkml:trace contextRef="#ctx0" brushRef="#br0" timeOffset="17">1223 11288 9781,'0'9'216,"0"1"1,0 2 0,0 4-45,0 3 0,0 0 1,0-3-1,0 3 1,0 5-1,0 2-8,0 3 1,0 1 0,0 1 0,0 4 196,0 2-343,0-6 1,0 4 0,0-5-1,0 2 1,0 2 99,0 3 0,0-6 0,0 2 1,2-3-2,2-1 1,-2 1-55,3 3 1,-2-3-1,0 5 1,2-2 95,-2 0 0,0 2 9,2-2-209,-4 3 0,11 2 1,-8-1-1,1-1 0,0-1 91,0-1 1,4 4-57,-4-5 31,6 7 0,-8-10 0,5 5 0,0-2 0,-2 0 14,0-1 1,4-2 6,-5-2-22,6 1 0,-8-1 0,6 0 0,1 1 1,-1-1 5,1 1 0,-6-1 38,6 1-79,-7-7 0,5 5 0,-5-4 1,2 3-1,-2 0-26,-1 3 1,-2-9 34,0 9 16,6-4 1,-4 2-1,2 0 1,-2-2-1,-1 2 135,4-2 0,-2 0-111,7 4 45,-7-1 1,5 1 0,-5-1 0,3 1 0,1-1 55,-1 0 0,3 1-80,-4-1-35,6-6 0,-8 5 0,5-3 1,-1 3-1,-3 1 26,3 1 0,-6-6-47,4 1-6,3 0 0,-5-1 0,7 1 1,-1 0-1,1-2-13,-1-3 0,0 1 28,6-1 38,-1 0 0,5 0 1,0-1-1,-2-2 1,1-4 76,1-1 1,-2 5-67,7-7-142,-7 4 1,10-3-1,-5-3 1,2 1-1,-1-1-66,3-1 1,-1-1 110,-1-5-8,2 6 1,-8-4 0,6 2 0,-1 0-1,1-1-112,0 1 0,-5 1 279,4-5-101,-5 7 1,2-6 0,-6 4-1,2-2 289,3 2 1,-3-4 41,3 4-318,-3-3 0,-7 2 0,-1 3-92,-2 1 0,1-5 18,-3 1-105,-2-2 317,4 4-103,-6-4 878,0 4 197,0-6 230,0 0-1150,-6 0 1,3-1-1203,-7-4 643,7 3 1,-9-10 0,4 2-1,-2-2 1,1-3-597,-2 1 0,-2-5 334,-1 0 466,0 0 1,4 5 0,1 0 0,-1 0 0,1-1 143,-1 1 1,2 0 99,-1 0 438,3 6 0,4 0 473,-3 3-683,4 4-311,-6 1 1,9 8-1,1 6 1,2 0-1,-2 0-61,-1 0 0,-4 5-1810,-3 0 1180,4 7 1,-17-9 659,4 7 0,-32 2 0,-14 3 0,-2 5 0,-1 0 0</inkml:trace>
  <inkml:trace contextRef="#ctx0" brushRef="#br0" timeOffset="18">4664 9084 8549,'0'-14'-23,"0"0"1,0 0 0,0-1 0,0 1 0,-2 2 476,-2 2 0,-4-1 0,-7 5 0,0-1-248,-4 1 1,-3 1-1,-8 4 1,-4-2-1,-4-2 1,-3 2 67,-1 1 0,-6 2-123,1 0 0,-5 2-163,4 2 1,-5-2-1,1 4 1,-4 1 5,-1 2 1,1-1-1,0 2 1,1-1-83,-2-1 1,8 5 66,-8-4 38,10 4 0,-2 2 1,6 3-1,2 1 0,2-2 17,1-1 0,6 3-102,-1 0 65,3 0 1,2 0 0,1 1 0,1 1 0,4 1-11,2 0 0,1 2-2,5 4 62,-1 1 0,-4-1 0,0 0 0,0 2 1,1 2 1,-1 1 0,-5 5-14,5-5 5,0 1 0,5-4 0,0 1 0,1 2 1,3-3 63,6-4 1,-3 0-37,3-2-41,-1-3 0,5 4 0,1-5 0,3 1 0,2 0 76,2-4 0,1-1 52,6-2-110,-1 0 0,-5 2 0,1 1 0,2 2 0,4-1 114,3-3 0,0 4-55,-5 0-82,0 0 1,7-4 0,3-1 0,3 0 0,1 0 75,0 0 1,1-4 3,-1-1-62,7 1 1,1-2 0,7-2 0,1-1-1,2 0 70,1-2 0,1-2-30,-5-1-40,-1 7 1,1-6 0,-1 4-1,1-2 1,0 0 81,-1 2 0,0 1-170,-5-1 74,5-3 1,-6 4 0,6-5-1,1 3 1,0 0 33,-1 0 1,1-3-101,0-1 65,6 0 1,-5 0-1,5 0 1,-2 0-1,1 0 50,-2 0 0,3 0 15,-2 0-94,0 0 1,-6 0 0,-1 0-1,-2 0 1,1 0 18,2 0 0,-3 5 28,0 0-24,0-1 1,6-4-1,4 0 1,2 0-1,2 0 2,1 0 1,-1 0-35,5 0 114,6 0 0,-10 0 0,4 0 0,-1 0 0,-3-1-31,-1-4 1,7 3-269,-7-2 209,6-4 0,-12 6 1,5-4-1,-1 1 0,-1 0-45,0 2 0,3-3-14,-4 1 52,6-6 0,-7 10 0,7-6 0,1 3 0,-3-1 135,-1 2 1,-2-1-118,-2 0-15,4 2 1,1-9 0,-2 5 0,1-1 0,1 0 45,6-1 0,-1-2-8,5-4-12,-4 0 0,-2 4 1,-4 1-1,-3-2 0,-2-2 75,0-1 1,-4 4-42,-5 1-41,-6 6 0,7-8 0,-6 4 1,-1 1-1,-2-2 77,-2 0 0,1 0-57,-1-1 18,1-4 0,-2 5 1,-4-6-1,-2 2 0,-2-1 196,0-1 0,0 6-8,-5-11-143,0 6 1,-1-7-1,-2 5 1,-2 0-1,1-3 318,-2-1 1,-2 0-77,-6 5-174,0-6 0,0 2 0,0-4 1,0 2-1,-2 1 276,-2-2 0,0 4-77,-5-7-295,0 0 1,-10 1-1,0-1 1,0 0-1,-2 1 99,-3-1 0,-2 0-260,-3-4 68,1 6 0,-7-4 0,-3 6 1,-3-2-1,-3-2-31,-4 2 0,2-3-209,-6 6 246,0 0 0,-5 0 0,0-2 1,-1 1-1,-2-1-6,-2 4 0,-1 1 30,2 2 49,2 0 1,-9-1 0,5 3 0,-2 1 0,-4 1-20,-6-1 1,-3-2-15,35 6 0,0 0-89,-2 3 0,-1 0 1,0-2-1,0 0 0,-2 2 1,0 0-1,1-1 0,0 0 1,1 1-1,-1-1 17,0-1 1,1 1 0,2 1 0,0 1-825,-2 1 0,1 0 861,2-2 1,0 0 0,-2 1 0,1-1 0,0 0 0,1-1 0,2 2 0,0 1 0,1 1 0,0-1 44,-39-3 0,38 4 1,-1-1 87,-2-3 1,-2 1-153,3 2 0,-1 1 1,1-3-1,0 0 0,2 2 1,1 1-1,-2-2 0,0 1 1,-2 0-1,0 1-60,-4 0 1,1 0 0,3 1-1,1 0-735,0 0 1,1 0 553,-34 6 1,-1-2 0,5 5 0,3 0 0,3 1-1681,4-1 0,5 1 460,5 4 642,-3 7 1,10 1-1,-2 6 1,4 2 838,6 3 0,-3 2 0,7 6 0,1-1 0,2-1 0,2-1 0</inkml:trace>
  <inkml:trace contextRef="#ctx0" brushRef="#br0" timeOffset="19">5545 16107 8027,'0'-14'133,"0"-2"0,0-1 0,0-2 0,0 1 0,0 3 1132,0 0 0,-4 1-488,-1 0 1,-1 6-553,1 3 0,2 4 0,-5 2 0,0 3 0,0 0 4,-3-1 0,-2 5 0,-1 0 0,-2 2-14,-3-1 0,3-4-375,-2 4 1,0-5 0,1 0-647,-2-2 647,0-2-54,5-6 0,6-2 1,5-8-1,6-1 0,8-4-90,6-1 1,5-2 371,7-4-18,-1-1 0,-1 7 1,-2 3-1,-3 3 0,-1 4 705,-4 2-319,-1 4-205,-2 6 0,-6 2 0,-3 4 0,-3 8 0,-2 8 822,0 5 1,0 6-383,0 0-447,0 7 0,0-5 0,0 4 1,0-3-1,0-1 263,0-3 0,0 3-115,0-2-437,0 0 0,-5-5 0,0 1 1,2-2-1,0-2-345,-2-1 0,-3-9-715,-6 0 882,6-1 1,-6-8 0,1 4-1,-4-6 1,-1-2-437,3-2 1,0-2-5,1-2 397,0-4 0,-5-6 0,2-1 657,4 1 417,5 6-520,8 2 0,2 1-39,2 0 1,0 1-174,5 4-84,1 0 0,8-2 0,3-1 1,1-2-1,3 0-483,2-1 1,6 3 169,1-7 130,5 1 0,2-5 0,7 0 0,-3 1 0,-2 2-128,-5 1 1,1 1 287,-5-5 1,-3 6 0,-7 3-68,-5 4 137,-10 1 313,-2 0 1,-9 0 1029,-3 0-308,4 0-542,-6 0 1,6 0 200,-4 0-783,-3 0-105,0-7 0,-4 6 0,2-4-211,-2 3 0,-3 2 16,1 0 256,6 0 0,-4 0 0,2 0 0,-3 2 177,-1 3-25,0 3 30,0 6 0,4 0 0,2 0 0,2 0 196,3 1-208,1-1-70,9 0 1,1-6 0,7-3 0,3-4 0,2-1-56,2 0 0,2 0-169,5 0 150,-7-6 0,3-2 0,-4-8 1,-1-1-1,1-4-93,-4-1 0,-3-1 54,-4-6 47,2 1 0,-10-2 1,3-2-1,-4-3 0,-2 1-94,-4-1 0,-3 8 317,-6 8 30,6 3 0,-5 4 0,5 4 135,0 8 0,-3 8-144,7 10-31,-1 5 0,5 0 0,0 1 0,-2 1 0,-1 2 780,-2 2 1,1-1-254,4 0-521,0-5 0,4 2 0,1-5 0,0 1 0,1-1-167,4-2 1,2-7-440,3-2 244,-1 1 0,5-2 1,1-4-1,2-2 1,4-4-440,1-2 0,1-4 102,0-6 362,1-7 0,-2 4 1,-2-5-1,-3-1 1,-1 1-21,-4-3 1,-3 3 40,-4-2 285,2 7 1,-10-4-1,1 9 304,-6 2 1,-5 4-168,-6 6-180,0 6 1,-5 2-1,0 6 1,3 2-1,3 2 279,4 0 0,1 1-20,-2-4-310,4-1 1,6 0 0,0 0 0,2 1 0,4-3-224,8-2 1,2-2-189,8-4 268,-1-2 0,11 4 0,-1-6 1,-2-1-1,-1-4-189,-1-5 1,-1-1-155,1 2 503,-7-4 1,-2 5 0,-6-6 0,-1 0 0,-3 0 239,-6-1 0,-2 6-72,-2-1 291,0 7 0,-2-8 509,-2 7-664,2-1-605,-4 5 0,1 1 190,0 4 1,-4 3-17,4 6-5,0-6 1,5 5-1,0-4-244,0 4-3,0-5 247,0 4 1,0-8 358,0 5-237,0-6-40,0 4 0,0-9 0,0-3-334,0-4 345,0-4-7,0-1 1,5 0-1,0-1 1,-2 1-1,-2 0 9,-1 0 0,0 4 177,0 1-199,0 6 0,-1-8-248,-4 6 1,-3 2 403,-6 7-119,0 4 1,0 8 0,-1 2 0,1 0 0,2 0 49,2-2 1,-1-2-163,6 0 33,-6 0 0,10 1 0,-3-3 0,8-1 2,5-1 0,-1-7 51,1 2-44,1-4 1,6-7 0,0-4 0,-1-1-1,-2 0 10,0 2 1,-2-1-45,-2-4 221,4 0 0,-12 4 1,6 2-60,-1 2 217,-4 1-118,4 5 1,-1 2 0,-1 3-1,0 4 328,-3 4 0,4 1-392,0 0-374,-1 1 1,3-1 0,1 0 0,1-1-1385,1-4 0,-6 2 743,6-6 74,-1 0 0,5-5 838,1 0 0,30-45 0,9-10 0</inkml:trace>
  <inkml:trace contextRef="#ctx0" brushRef="#br0" timeOffset="20">7095 15937 8027,'8'0'2853,"-2"0"1306,-6 0-2778,0 0 1,-1 6-388,-4 3 1,3 6-361,-2 4-551,2-4 1,1 6-1,-3-7 1,0 2-1,0 1-130,3 2 0,1 0-353,0-5 0,0-4-1221,0-1 461,0 1 721,0-2 0,0-21 0,0-14-93,0-6 1,1-8-115,4 3 603,-3 3 0,4-4 0,-6 7 1,0 4-1,0 4 27,0 4 1,0 5-196,0 6 22,0 6 1,0 7 0,0 12 0,0 5-385,0 4 1,0 2 20,0 1-15,0 1 0,0 4 0,0-1 567,0-6 0,19 22 0,5-2 0</inkml:trace>
  <inkml:trace contextRef="#ctx0" brushRef="#br0" timeOffset="21">7820 16164 8127,'-14'-6'135,"0"3"0,0-5 1,-1 1-1,3 3 1,1-1 1698,1 0-1470,7 0 0,-5 5 0,5-1 1,0-2-1,4-2 0,9 2 1,6 1-1,4 2 444,2 0 1,2 0 0,4 0 0,1 0-594,-1 0 0,1 0-182,-1 0 1,-4 0 0,-2 0-1,0 0-297,0 0 0,-4 0-506,1 0 612,-10 0 0,2-1 1,-6-4-1,-4-5-690,-4-2 1,-5-2 138,-6-1 488,0 1 0,-5 0 0,-2 1 0,2 2 0,2 3 345,4 2 1,4 0-13,-1 1 216,4 3 0,8-4 0,2 8-223,6 2 0,3 4 588,1 6 1,0 1-506,0-1 1,-4 0 0,-1 0 0,1 2-346,-2 3 0,-2-3-1669,-6 3 1020,0 3 0,-6-5 1,-4 5-1,-3-1 806,-1-4 0,-19 5 0,-5 1 0</inkml:trace>
  <inkml:trace contextRef="#ctx0" brushRef="#br0" timeOffset="22">8645 15908 8637,'0'-9'1545,"0"-1"0,6 7-1205,4-2 1,4 4 0,5 1-1,4 0 644,4 0 1,3 0-815,4 0 1,-3-5 0,5 0 0,-1 2-1,-5 2 1,-4 1-1578,-8 0 0,-2 0 247,-2 0 1,-6-2 259,-3-3 1,-11 4-255,-8-4 1,-1 3 922,-4 2 1,2 0-1,0 0 1,-2 0 234,1 0 1,3 0-5,0 0 346,1 0 0,5 0 1,-1 0 2463,-1 0-1911,5 0 576,-7 0 1,12 2 208,-4 3 0,3-2-683,2 6-613,0-6 0,0 10 1,0-2-1,0 5 1,0 4 202,0 3 0,0-4-507,0 4 0,0 1 43,0 4 1,0 1 0,0 1 0,0 0 135,0-2 0,0 2-719,0-11 100,0 6 0,5-9 0,0 3 0,-2-3 0,0-3-1489,2-4-116,-4-3 0,7-6-1197,-3 0 2669,3 0 0,6-4 1,0-3-1,1-1-1009,-1-3 1208,0-1 0,-5 2 0,1 1 1,1-2-103,2-2 0,-4 1 392,1 2 167,-7-3 0,5 6 0,-5-8 0,3 1 405,2 0 0,-3 4-46,4 1-155,-6-1 0,5 3 0,-5 0 540,2 1 0,2 4-149,-3-2-408,-2 8 0,4 1 1,-6 8-1,0 2 0,0 1 1205,0 0 0,0-2-596,0 1-540,0 5 1,0-4-1,0 4 1,0-1-1,0 0 478,0-1 1,0-7-452,0-2-127,0 1 1,0-1 134,0 1-25,0-1-438,0-1 1,0-3 0,0-10 0,0-4-728,0-4 0,0-1-136,0-1 487,0-5 0,0 3 1,0-7-1,2-3 1,1-1-773,2-1 1,6-2 546,-2 7 602,10 3 0,-3-2 1,3 7-1,-3 5 1,-2 1 273,0 2 0,0 5-59,1-2-16,-8 4 0,4 7 1,-6 4 521,-2 2-378,-1 3-1060,-2-1 1,0 0 0,0 0-6186,0 0 6906,0 1 0,19-1 0,5 0 0</inkml:trace>
  <inkml:trace contextRef="#ctx0" brushRef="#br0" timeOffset="23">9469 16136 8309,'-6'-15'3425,"0"1"-2655,-4 0 0,-2 5-88,2-1 0,2 5 0,-1-3 0,-2 2 1055,-2 3 0,-1 1-331,0 2-1119,-7 7 0,5-4 0,-3 6 0,4 2 0,0 4 550,1 4-847,6-4 1,-3 6 0,6-7-122,2 0 1,2 1-138,1-1 0,1-2 0,4-1 0,5-3-1440,2-1 1424,2 4 1,1-10-1,0 4 1,3-5-1,2-3-306,2-2 0,-4-6 174,1 2 430,-3-4 1,-2-1 0,0 0 0,0 1 0,-1 2 295,-4 1 804,4 1-71,-11 1-15,4-5-278,-6 12-530,0 1 1,-2 3 0,-1 6 0,-2 2-56,2 2 1,2-3-861,1-1 196,0-6 0,0 10-384,0-4 1,1-2 210,4-3 286,-3-2 1,10-2 0,-2 0 0,2 0-96,3 0 1,-6-2 249,0-2 616,1 2 1,-1-4 0,1 4 0,1-1 578,2-2 169,-5 1-417,4 4 0,-9 0 558,7 0-1504,-1 0 0,1 1-478,-1 4 1,-4-4 304,4 4 71,-5-3 1,4-2 5,-4 0 1,-1 0 317,7 0 101,-7 0 0,3-2 0,-4-1 0,3-2 681,4 2-336,-3 2 0,2 1 31,-3 0 0,-2 0 486,7 0-636,-7 0-239,3 0 1,-4 0-1,1 1-600,2 4 285,-1-4-705,-4 6 1,2-7 152,3 0 0,-2 0 360,6 0 308,1-7 1,-1 4-1,1-6 1,1-1 0,3 1 44,5-1 0,-3 7 741,3-2-350,-3-2 0,-2 5 0,0-3 1,0 4 537,1 1 1,-6 0-94,0 0-507,1 0 1,-1 4 0,1 3-418,1 1 1,-3-5 14,1 1-201,-6-2 1,9 0-1,-6 1 1,2 2 0,3-2-619,1-2 1,3-2 667,-1-4 0,0 2 105,0-7 1,1 7 0,-1-3 0,0 1-297,0 0 935,0 1 160,1 4 0,-1 0 1522,0 0-1628,-6 0-302,-2 6 0,-6-3 1,0 7-1,-1-1-431,-4-1 1,-3 0 18,-6-3-185,0-4 1,-5 7 0,0-5 0,1 2 0,3-2-1422,0-1 0,1-2-1437,0 0 1543,6 6 0,0-4 419,3 2 0,10-2 1295,0-2 0,28-10 0,14-5 0,4-1 0,0 0 0</inkml:trace>
  <inkml:trace contextRef="#ctx0" brushRef="#br0" timeOffset="24">10422 16121 8309,'8'-6'0,"3"3"1078,-6-7-257,-1 1 0,-2 1 1,1 2 3266,2-1-2582,0 6-726,-5-5 1,0 7-66,0 4 1,4 8 75,1 5-650,0 1 0,-5 2 1,1 1-1,3 2 0,0-1-125,0 3-114,-3 1 1,1 1 0,1 0-419,2 1 0,-1-2 239,-4-4 0,0 3 0,0-7-1366,0-2 1172,0-1 0,-1-10 0,-2-6-434,-2-8 668,-6-11 1,9-4 0,-3-9-1,4-3 1,1-1-285,0-4 1,0-1 69,0-1 448,6-7 1,2 9-1,8-1 1,1 6 0,4 7 80,1 3 0,2 9 592,4 2-515,-6 6 0,3 8 0,-6 1 1,-1 4-1,-4 6 362,-4 7 0,-4-3 84,-6 4-413,0-3 0,0 3 1,-2 0-1,-2 0 0,-6 0 357,-3 0 0,-1 0-314,0-5 0,-5-1-348,0-4 0,0 4 0,5-5-1214,0 0 391,6 4 613,-5-10 1,13 9 0,0-6-1,10-2-71,7-2 0,0-1 305,7 0-5,0-6 1,4 3-1,1-5 1,-3 0-1,0 0 87,-3-3 1,0-1 189,0-3-63,4 1 0,-16 0 0,3 0 0,-1-1 1,-2 1 612,-1 0-317,-4 0 0,-6 4 103,0 1 0,-2 6-311,-2-2 1,0 3-12,-5 2 1,1 7 3,-1 2 0,1 4 1,4 1-1,0 0 158,1 0 0,1 1-253,2-1 1,0 0-155,0 0 0,6 1 1,4-1-1,2-2 105,3-2 1,0 1-622,4-6 415,-3 6 0,6-10 0,-4 4 0,2-5 0,1-5-375,-1-4 1,-2-4 322,-9-1 129,4 0 1,-10-5 0,5-2 0,-2 1 0,-3-1 54,-1 4 1,-8 1-31,-4 2 56,-3 0 0,-2 4 0,-3 2 1,-2 2-1,-1 3 136,1 1 1,-4 2-177,5 0-29,6 6 1,1 2 0,4 7-207,0-1 0,8-5 30,9 1 1,6-6 127,4 6 1,-2-7 0,7 2 0,1-2-105,2 2 0,1-4 185,1 4 1,-1-3 113,1-2 0,-6 0 1,-1 0-1,-1 0 253,-4 0 0,-6 0 373,-1 0-188,-7 0 0,8 6 0,-6 3 286,-2 4 1,-1 1-157,-2 1-359,0-8 0,-2 4 1,-1-4-511,-2 1 273,0-5-254,-1 9 0,4-12-356,-2 0 1,1-6-592,-2-8 872,3 0 0,-4 0 0,6-2 1,1-2-1,3-2-423,0-2 0,7 4 276,-1-1 299,3-3 0,1 6 0,2-3 0,1 4 0,2 2 274,-2 4 1,-1 2-104,-2 7 1,1 0 192,-1 0 1,0 0-1,0 2 1,0 3 69,1 4 0,-3-1-153,-2 1-217,2 1 0,-5-1 0,4-1 0,-2-1 1,1-3-466,-2 3 0,-1-6-279,-2 4 0,-2-3-48,7-2 1,-5-2-1057,4-3 1102,-6-3 599,10-12 1,-12 4 0,4-5 0,-2 3 0,1-3-99,0-1 1,1-2 422,-5-4 1,0 4 406,0 0 0,0 7 1,0-2 1668,0 3-1315,0 8-468,-6 2 0,4 8 0,-3 4 0,4 7 0,1 5 1389,0 5 0,-5-1-1125,0 1 1,1 4-320,4-3 0,0 3 0,0 1 0,0-1-366,0-3 0,1-2-1800,4-3 660,-4-3 0,7 4-3127,-3-6 3327,-3-6 0,4-5 361,-6-12 1,0-2 0,0-13 0,0-3-76,0-4 1,0 1 403,0-3 1,0 3 566,0 1 1,5 5 0,1 2-1,2 2 499,3 2 1,6 9-495,2 4 1,7 4 0,-3 1-315,4 0 0,10 15 0,5 8 0,4 0 0,0 1 0</inkml:trace>
  <inkml:trace contextRef="#ctx0" brushRef="#br0" timeOffset="25">17104 15908 8004,'15'-6'781,"-1"-2"1,0-5 2639,0 4-2473,-6-4 0,-3 12 0,-10-4 111,-4 3 0,-4 2-946,-1 0 1,-2 0-1,-1 0 1,-4 0-270,-1 0 1,0 0-15,-2 0 1,-3 0 0,4 0-1,-3-1-395,3-4 1,-3 2 0,7-7 0,4-1-60,4-1 0,4-3 96,7 1 383,0 0 1,8 0 0,6 0 0,8-1 0,4 3 331,-3 2 0,4 4 71,-3 6 2,-3 0 0,-1 0 0,-6 2 0,1 2 0,-1 6 887,0 2 1,-6 9-587,-3 3-224,-4 2 1,-1 3-1,0-1 1,0 1-1,-1 1 381,-4 3 0,2-3-697,-7 3-25,1-9 1,-4 3 0,2-5 0,2 1-1,-1 0-532,2-3 1,-4-6-694,2-4 957,-3-1 1,-1-1 0,0-3 0,0-3 0,-2-2-625,-3 0 1,-2-7 143,-2-2 683,2 2 1,7-8-1,0 4 1,0-1-1,1 0 603,3-1-312,4-1 99,6 0 1,2 6 0,2 2 0,6 1 0,3 0 32,1 2 1,6 1-528,4 2 58,-3 0 0,5 0 0,-3 0 0,0 0 1,1 0-693,1 0 0,0 0-159,-1 0 764,3 0 0,-5 0 0,5 0 0,-2 0 0,-1 0 75,1 0 1,-4 0 711,-2 0-400,-3 0 1,-2 0 0,0 0 0,-1 2 635,-4 3 0,-3-2-152,-6 6-298,0 1 1,0-1 0,-1 1 0,-4 1-25,-4 1 0,2-2-7,3-1-725,-4-5 0,6 3 0,-4-3-159,-1 0 306,6 1 0,-5-7-156,6-2 1,0 1 283,0-7 0,0 5 27,0-4 377,0-1-344,0 3 1,0-1 0,1 4-265,4 0 258,-4-7-110,6 9 0,-7-6-15,0 3 69,0-2 161,0-1 0,-2 1 0,-1 6 0,-3-2 0,-2-2 267,-3 2-247,-2 1 1,-3 2 0,-1 0 70,-2 0 0,-5 6 38,5 4 1,0-2 0,5 1 0,0 2-28,0 2 1,1-4 0,4 1 0,4 1-86,3 2 1,2-4-76,0 1 3,7-7 0,1 8 0,7-6 0,3-2 0,2-2-72,2-1 0,2-1-339,4-4 303,-5 3 1,3-15 0,-2 3 0,1-4-1,-1-2-88,-5-4 0,-3-3 141,-2-1 37,0-7 1,-1-1 0,-4-5 0,-4 3 0,-3 5 335,-2 3 0,-2 8 70,-3 3-281,4 9 1,-10 7 0,4 11 0,0 8-17,-4 4 1,3 5 470,-2 9 1,7-4-273,-2 3 0,2-2 1,0-1-1,-2 0 165,2-3 0,1-3-674,2 0 213,0 3 1,2-12 0,3 4 0,6-5-1,5-2-247,3-3 0,6-6-226,-1 2 0,4-5 184,5-5 0,-3-3 1,3-6-1,-3 0-308,-1 0 0,-2-2 182,-4-3 452,4 3 1,-13-9 0,2 6 0,-6 0 113,-4-2 1,-1 6 76,-5-4 74,-7 9 0,3 4 0,-9 6 0,-3 0 0,-1 1 63,-4 4 1,4 3 5,-7 6-235,7 0 1,-2 5 0,8 0 0,3-1 0,2-1-89,2 2 0,3-3-446,1 3 0,0-3 253,0-2 0,8-2 0,6 0 0,7-5-240,1 0 1,9-2-208,-2-5 0,4 0 256,0 0 1,-3-7 0,5-2-1,-2-4 139,0-1 1,0 4 158,-4 1 1,-6 1 368,1-1 0,-8 1 0,0 4 322,-5 0-268,-2-1 145,-1 5 57,-1 0-650,-20 0 1,8 0-343,-9 0 268,9 0 1,-7 0 0,2 0 0,-4 0 0,-4 0-327,0 0 0,-3 5 356,2-1 1,3 6 135,-3-5 0,3 6 0,2-3 0,0 1-78,0 1 1,6-1 9,3 5 1,4-4 41,1-1 1,0-4 0,3 3 0,5-2-6,6-3 0,5-1 14,0-2 0,1 0 16,4 0 0,1 0 0,-4 0 0,-1-2 158,1-2 0,-2 2 594,-5-3-269,0 4 0,-4 1 0,-1 0 1146,2 0-1129,-4 6 0,-1 2-306,-6 6 0,0-4 1,0-1-671,0 2 1,0-3 104,0 2-812,0-7 0,5 5 0,1-5-1491,2 1 0,1 1 1092,6-5 1194,-1 0 1,5 0 0,1-1 0,1-4 371,-1-5 0,8-22 0,1-11 0,2-4 0,0 0 0</inkml:trace>
  <inkml:trace contextRef="#ctx0" brushRef="#br0" timeOffset="26">18327 16079 8004,'0'-14'-163,"0"-1"1,0 6 875,0-1 0,2 1-213,2-5 1,0 1 0,3 2-1,1 2 557,0-3 1,-3 5-1,5-3-711,-1 7 1,5-3 0,0 6-1,1 1-23,-1 4 0,0 3-309,0 6 65,-6 7 0,-1-4 1,-7 7-1,-2-1 1,-3 1-49,-4 0 1,-4-5-72,-1 4-71,-7 1 1,6-2 0,-4-1-1,3-2 1,2-2-431,-1-4 0,3 1-26,2-5 338,4 4 0,7-5 1,4-3-1,6-4-444,7-1 0,4-1-110,6-4 427,-6 3 0,4-6 0,-6 5 0,1-3 0,-1 0-1807,-2-1 2163,-3 3 0,-7-3 0,-1-1 0</inkml:trace>
  <inkml:trace contextRef="#ctx0" brushRef="#br0" timeOffset="27">19138 16136 7989,'-15'-2'258,"1"-1"0,0-3 0,0-1 1,-1 1 3835,1 3-3105,6-5 0,10 6-738,12-2 1,2 2 0,8 2-1,1 0 1,2 0 0,1 0 21,1 0 0,2 0-376,-2 0 0,1 0 1,-10 0-1,1 0-80,-1 0 1,-1-2-61,-5-2 7,-6 2 0,-1-11 1,-7 4-1,0-4 0,-2-1-249,-3 0 1,-7 0 639,-7-1-12,0 8 0,9-6 0,1 5 800,-2 0-715,4 2-23,1 12 0,8-3 1,2 8-1,4 4 1,2 2 523,-1 0 0,-1-1-445,2-2-521,-4 1 0,-1-1 0,-1 2 0,0 1-1117,-3 2 1,-6 0 351,1-5 346,-7 0 0,3-4 0,-6-1 0,-1 2 656,1 2 0,19-11 0,4-4 0</inkml:trace>
  <inkml:trace contextRef="#ctx0" brushRef="#br0" timeOffset="28">20175 16008 8019,'-4'-22'448,"-1"3"1,0 1-1,0 1 967,1-2 0,-1 8 1,5 11-932,0 8 0,0 6 0,0 5 0,0 5 823,0 2-1044,0 3 1,-5-1 0,1 1 0,0-1-1,3 1 192,1-1-457,0-6 1,0 3 0,0-6-1,0-1 1,0-2-425,0-2 1,0-5 288,0 1-79,-7-7 1,6 2-1,-4-10 1,2-6-699,-2-7 1,4-2 410,-4-4 400,3-9 1,4 9-1,1-9 1,3 3-1,1 3 376,-1 4 1,4-3 287,-6 7-365,7 0 0,-8 12 0,7 2 1,1 3 408,2 2 0,1 8 486,0 6-775,-6 1 1,5 11-1,-4-2 1,2 1-1,0 1 204,-1-3 0,-1-5-213,5 1-218,-6-3 1,5-4-1,-5-1 1,1-3 195,1-2-280,-1-1 28,-1-5 1,3-6 0,-6-4 0,-2-4 0,-1-5-113,-2-5 1,-2 2-77,-3-1-33,4-7 0,-10-2 1,4-4-1,0 1 0,-5 3-229,0 2 1,-1 4-43,4 2-462,-4-3 0,11 16-812,-2-3 1,4 17-1285,4 6 3017,4 4 0,13 27 0,4 10 0,2 1 0,0-1 0</inkml:trace>
  <inkml:trace contextRef="#ctx0" brushRef="#br0" timeOffset="29">20645 16008 8116,'8'-29'0,"3"1"577,-7-1 0,6-4 0,-4 0 0,0 3 777,1 5 0,-1 1 1022,-1 10-1124,-4-4 1,6 20-481,-7 3-427,0 9 0,-2 14 0,-1 2 0,-3 4 0,-2 4 655,-3 3 1,-2 1-278,-1 1-541,6 0 0,-5-2 1,4 0-1,-4-2 1,-1 1 95,0-6 1,4 3-36,1-4-349,-1 0 1,-4-1 0,1-2-1,2-5 1,3-3-361,2-5 1,-3-5-2249,4-3 1640,0-6 0,5 2 0,0-10-263,0-4 1,0-4-1079,0-1 1636,0 0 1,7-7 778,2-3 0,11-14 0,4-7 0,3-5 0,0 0 0</inkml:trace>
  <inkml:trace contextRef="#ctx0" brushRef="#br0" timeOffset="30">20844 16150 8116,'0'-10'3365,"0"1"29,0 6-1668,0-4-731,0 7 1,-2 5 0,-1 1-1,-2 2 545,2 3-1362,1 2 0,2 3 0,0 1 0,0 2 0,0-1-101,0-3 1,0 0-494,0-1-4,0 6 1,0-4 0,2 3 0,1-3-982,2-2 1,4 0 306,-4 1 779,6-8 0,-8 4 0,7-6 186,1-2 0,2-1 129,1-2 320,-6 0 1,4-6 0,-2-4-1,2-2 1,3-3 382,-1 1 1,-5 5-443,1-1-258,-1 1 1,5-6-1,2 3 1,2 1 0,1 3-385,-2 2 0,-1-4 91,-2 5 176,-6-6 0,3 8 0,-5-5 425,2 2-126,-5 1-111,4 5 1,-7 2-1,-2 1 302,-3 2 0,2 6 108,-6-2-485,6 4 1,-9-4 0,8 1 0,1 1 0,1 1 56,2 3 1,0-6-358,0 1 231,6-7 1,-3 8 0,9-6 0,2-2 0,3-2 40,1-1 0,2-6 120,-1-3-106,6-4 1,-9-3 0,3-1-1,-3-4 1,-2-1 246,0-3 0,-1 0 147,-4 1-323,-2-3 1,-7 6 0,0-4 0,-2 3 0,-3 3-115,-4 6 1,-5 1-124,-5 7-948,3 0 1,-6 5 0,4 2-1,-1 3 1,2 4-4740,1 4 5868,2 1 0,-13 32 0,-3 8 0</inkml:trace>
  <inkml:trace contextRef="#ctx0" brushRef="#br0" timeOffset="31">17133 3625 7897,'0'-14'322,"1"0"1017,4 0-949,-3-1 1,4 6 0,-8 1-1,-2 2 1,-6 2 0,-2 3 166,-3 1 0,1 0 0,-2 0 0,-1 0 29,-2 0 0,-2 1-339,3 4 1,0 3 0,-4 6 0,0 1 34,0-1 0,3 2 70,-5 3-276,7-4 0,-5 12 0,4-5 0,1 2 0,3 0 185,3 1 0,3 2-57,-2 1-306,4 1 1,6-1 0,0 2-1,0 2 1,0 1 152,0-2 0,6-1-127,4-1 113,-4-1 0,8 1 0,-1-2 0,4-4 0,2-2 60,2-1 1,1-7 31,6 6-110,1-13 1,1 7 0,1-13 0,4 0 0,1 0 61,4 0 0,-1-2-22,-1-2 57,3-4 1,-6-11-1,5 0 1,-4 0-1,-1 0 514,-4 0 0,-5-6-130,-3 1-270,-5-3 1,2-1-1,-7-1 1,-2-1 0,-3-3 232,-2-5 0,-1 0-502,-5-4 52,0 2 0,-2-4 0,-2 8 0,-6-1 1,-4 2-34,-5 1 0,2 1-519,-7 4 299,0 7 1,-4 1 0,-2 9 0,-2 2 0,-3 6-556,-1 2 1,3 2-122,-5 0 367,6 6 0,-7 7 0,6 8 0,3-1 0,4 2-1756,7 0 0,5-3 832,5 5 974,2 0 499,7-2 0,19 11 0,5-3 0</inkml:trace>
  <inkml:trace contextRef="#ctx0" brushRef="#br0" timeOffset="32">16905 3654 8005,'-12'-10'0,"1"1"1757,1-2 0,5 0 1113,-4 1-2319,6 4 1,-2 6 0,10 1 104,4 4 0,1 5-352,4 9 0,-3-2 1,10 5-1,-2 0 45,-1 0 0,8 2 176,-3 4-396,11 1 0,-4-1 1,4 1-1,1-1 0,1 2 270,1 3 1,4-3-264,-3 3-185,-3-9 1,-2 1 0,-10-6-1,-4-1 1,-3-4-1157,-2-5 904,-6-2-1014,-1-7 1,-7-2-787,0-3 0,-5-4 814,0-10 446,0 3 1,5-11-1,0 4 1,2-6 840,3-4 0,6-13 0,5-7 0,3-8 0,-1 0 0</inkml:trace>
  <inkml:trace contextRef="#ctx0" brushRef="#br0" timeOffset="33">17531 3696 8005,'0'-8'3007,"-2"2"-559,-2 6-1340,2-6-274,-4 4 0,-1-4 0,-2 7 1,-4 4 459,-1 5 0,0 2-496,0 2-543,-7 7 1,1-2-1,-6 8 1,3 3-1,-4 1 259,-5 4 1,2-3-572,-3 6-160,3-7 0,-3 4 0,0-7 1,3-1-1,3-5-3470,3-7 2069,7-1 0,-2-11-1054,9 7 2672,4-7 0,25-16 0,5-11 0</inkml:trace>
  <inkml:trace contextRef="#ctx0" brushRef="#br0" timeOffset="34">18185 3838 7873,'-8'-1'221,"2"-2"1,-1-2 1121,-2 2-577,3-5 0,-2 6 1,5-4 1054,-2 0-1738,0 4 1,7-4 0,2 6 0,6 0 0,2 0 414,3 0 1,1 0-217,2 0 0,6 0-112,9 0 0,-1 0 0,7 0 0,4 0 113,3 0 1,3 0-75,-2 0-122,-3 0 0,12 0 1,-6 0-1,1 0 1,-2 0-66,0 0 0,-3 0 9,6 0-79,0 0 0,0-2 1,0-1-1,0-2 1,-1 2-202,-4 2 1,2 1 159,-1 0-78,-7 0 1,-7 1 0,-5 2 0,1 2 0,0-2-79,-2-1 0,4-2 206,-8 0 5,2 6 1,8-4-1,0 2 1,1-2-1,2-2 82,-1 0 0,-3 0 359,5 0-304,-6-6 1,4 4-1,-5-3 1,1 2-1,-4 0 115,-2-2 1,-9 1-81,2 4-182,-9 0 0,2 0 1,-2 0-66,2 0 140,3 0 34,-1 0 1,0 0-1,0 0 85,0 0 1,1 0-104,-1 0-34,-6 0 1,4 1-1,-2 2 1,3 2 27,1-2 1,0-1-168,0-2 136,0 0 1,2 0 0,3 0 0,3 0-1,0 0 16,-3 0 1,2 0-7,-2 0-70,0 0 0,0 0 0,0 0 0,-2 0-492,-1 0 414,-2 0-842,0 0-1701,-6 0 1654,-1 0-2369,-7 0 3386,0 0 0,18-19 0,6-5 0</inkml:trace>
  <inkml:trace contextRef="#ctx0" brushRef="#br0" timeOffset="35">21142 3639 7949,'0'-14'883,"0"0"1,0 4-51,0 1 0,0 0 0,-1-4 156,-4 3 1,2-1-583,-7 7 0,1-6 0,-5 5 0,-1 2 155,1 2 1,-6 1-185,-4 0-237,3 6 1,-7-1 0,1 7 0,-5 4 0,1 0 183,1 0 0,1 4-346,1 4 94,0-3 0,4 5 0,2-2 1,1 1-1,4 1-104,1-3 0,3 1 22,4 4 40,-4 1 0,12-2 1,-4-2-1,5-1 1,3-1 59,2-1 1,6 1 20,-2-4-43,10-4 1,-1 7-1,4-4 1,0-1 0,0-3 158,3-2 1,7-5-2,1 3-183,7 3 0,-9-12 0,6 4 0,-3-4 0,-2-1 85,-2 0 1,2-1 172,-4-4-188,4-3 1,-17-6 0,4 0 0,-1 0 0,-1-2 552,2-3 0,-2-3-8,-7-7-613,3 1 0,-6-7 1,8-1-1,-3-1 1,-1 3-315,-1-1 0,-7 5 117,2-3 1,-4 3 1,-2 3-1,-4 2 1,-5 2-1,-4 3-889,-5 3 0,2 2 431,-7 6-375,1-4 1,-6 12 0,1-4 0,-2 3 0,-2 2-1133,-1 0 1,0 0-638,4 0 1504,7 7 1248,-5-6 0,-39 12 0,24-9 0,0 0 0</inkml:trace>
  <inkml:trace contextRef="#ctx0" brushRef="#br0" timeOffset="36">20730 3625 7949,'8'0'3233,"4"0"0,-8 0-2061,5 0 0,-4 2-365,4 3 0,1-1 1,6 9-1,1 3 305,2-1 1,6 8-794,-1 0 0,3 4 0,1 2 0,1-1 66,-1 0 1,0 1-314,1-1 1,-5-1-177,-1-3 1,-5-4-1,1-5 1,-4-3-3161,0-2 1667,-1 2-109,0-10 0,-4 4 1,-3-7-469,0-4 0,-2-3 2174,-5-6 0,5-28 0,2-13 0,1-3 0,0 0 0</inkml:trace>
  <inkml:trace contextRef="#ctx0" brushRef="#br0" timeOffset="37">21256 3739 7949,'8'-2'0,"-3"-2"2337,-4 2-1186,-1-11 699,0 5 0,0-1-44,0 0 1,-1 5-1057,-4 0 0,-3 2 1,-6 4-1,0 2 482,-1 6 0,-4 2-393,0 3-534,-6 5 0,3 2 0,-6 7 1,-1-1-1,1 2 166,-1 3 1,1-3-140,-1 4-423,1-4 1,0-4 0,1 0-1,3-4 1,5-3 65,3-7 0,2 1-1717,0-8 227,6 0 0,2-7-720,6-3 0,0 2 2235,0-6 0,25-7 0,6-6 0</inkml:trace>
  <inkml:trace contextRef="#ctx0" brushRef="#br0" timeOffset="38">16251 3952 7901,'8'-9'211,"-1"1"0,-3 0 1,1 0 1568,-2-3 64,5 5 1,-6-7 1174,2 4-2714,-2 2 1,-4 1 0,-2 6 0,-6 0 1139,-2 0-1128,-15 0 0,1 0 0,-15 0 0,-6 0 0,-12 0 92,-8 0 0,-14 0-401,34 0 0,-1 0 21,-1 0 1,0 0 0,1 0 0,0 0 0,2 0 0,2 0-1,-35 0 1,9 0 259,9 0 0,10 0-273,9 0-285,12-6 0,17 4-401,13-3 1,1 4 302,9 1-464,-7 0 1,10-2-1,-4-1-2622,4-2 2381,1 0-2576,0 5 3648,1 0 0,-20-12 0,-5-4 0</inkml:trace>
  <inkml:trace contextRef="#ctx0" brushRef="#br0" timeOffset="39">13763 3369 8008,'-8'-14'532,"0"5"1,5-1 790,-1-1 0,0 5 0,11 1-689,7 3 1,2 2 0,7 0 0,4 0-364,5 0 0,-1 0 0,7 0 0,3 0-33,5 0 1,0 0-140,6 0 0,-4 0 1,1 0-1,-4 2-222,-4 3 1,-9-4-79,-4 4 0,-4-3-218,-5-2 405,-9 0 373,2 0 1,-18 0 278,-4 0 0,3 0 10,-3 0-133,7 0 0,-3 1-138,6 4 321,-7 3-457,6 6 0,-6 5 0,7 2 0,0-1 0,0 2 939,0 0-959,0 2 0,0 9 0,0 2 158,0 1 0,0-4-248,0 1 0,0-3 1,0-2-1,0 1-214,0-1 1,0-6-1,-1-4 1,-2-6-245,-2-2-2063,0-1 1188,5-1 0,0-3 0,-1-8-1108,-4-2 0,-3-6-1653,-6 2 3963,-1-4 0,-18-39 0,-5-10 0</inkml:trace>
  <inkml:trace contextRef="#ctx0" brushRef="#br0" timeOffset="40">13905 3355 8008,'-14'-8'2169,"0"-4"-835,6 4 1620,-5 0-1451,12 1 1,-5 9-859,6 3 0,0 3 23,0 6 1,0 6 0,0 3 0,0 0 95,0 1 0,-5 0-1027,0 4 257,-6 0 0,8 1 1,-5-1-1,0 1 0,2-2-3,-1-4 0,3 4-832,4-3 414,-7-4 1,6 1-1,-4-7 1,3 0-1,4-1-766,3-4 0,-2 3 100,6-8 890,1 1 1,6-5 0,1 0 0,4 0 0,1 0-135,3 0 1,7-2-9,1-2 268,0 2 0,0-11 0,0 6 0,-1-3 0,-2 2-57,-2 2 0,-1 0 107,-3 1 279,-4 3 1,-5-4-1,-1 6 441,0 0-322,-6 0 369,-2 0 420,-6 0 1041,0 0-1464,-6 0 1,3 0-541,-7 0-155,1 0 0,-5 0 0,-2 0 0,-2 0 1,-2 0-49,-2 0 0,-2 0-120,-4 0 43,-1 0 1,-1 0-1,-1 1 1,-3 3-1,3 0-423,1 0 0,-3-1-60,-1 1 351,8-2 0,0 4 0,6-6 0,-1 2-169,1 3 136,1-4 286,11 6 402,2-7-123,12 0 112,-5 0 1,7 0 238,-3 0-266,-3 0-156,4 0 1,-6 1 0,0 4 523,0 4-159,0 4-406,-6 1 0,3 0 1,-7 1-1,1-1 1,-1-1-10,1-4 0,-1 8-97,-4-2-217,0 2 1,-1-8 0,1 1 0,0 1 0,0 2-496,0 1 1,4 0 227,1 0-34,-1-6 1,1 3 0,-1-4-1927,-1 0 515,-1 3-909,4-2-719,1-2 1655,7-6 1803,7 0 0,45-6 0,17-2 0</inkml:trace>
  <inkml:trace contextRef="#ctx0" brushRef="#br0" timeOffset="41">14346 3838 8034,'21'-14'0,"-7"0"841,0 0 0,-1 4 1928,-9 1 191,1 6-2395,-5-10 0,-6 11 0,-4-1 0,-4 6 300,-5 7 0,2 3 50,-7 1-785,7 0 0,-8 2 1,4 1-1,-1 2 0,-2 0-79,2 2 0,-3-6-75,6 4-202,-6-3 1,2 3-1,-5 0 1,1-2-1,2-1-1232,1-2 1,2 1 256,-2-1 717,-2 0 0,3-4 1,-5-3-1,1 0 0,2-4-721,1-1 1,-4-2 771,-5 0 0,-1 0 229,6 0 1,-1-5 0,1 0 0,1 2 113,3 1 0,4 2 1234,6 0-696,6 0 0,0 0 0,6 0 700,2 0 1,10 0 146,14 0 0,4 0-815,5 0 0,-1 0 1,6 0-1,1 0-591,2 0 0,-3-1-64,0-4-469,-6 3 0,2-5 1,-4 3-1,2-2 0,1 0-4702,-1-1 5346,-2-4 0,11-9 0,3-10 0</inkml:trace>
  <inkml:trace contextRef="#ctx0" brushRef="#br0" timeOffset="42">21981 3824 7949,'-14'0'104,"0"0"1,-1-1 978,1-4 1,5 3 260,-1-2 1,7 0-235,-2 0-800,4 2 1,2-4 0,4 6 8,5 0 1,2 0 0,6 0 0,4 0 343,6 0 1,16 0-68,4 0-419,5 0 1,6 0 0,1 0 0,5 0 0,1 0 275,2 0 1,-2 5-229,-9-1 0,-1 1-147,-4-5 1,-5 0-1,-11 0 1,-6 0 75,-4 0 0,-14 5 165,3-1-901,-11 1-313,3-5-685,-14 0 223,6 0 1,-7 0-2628,3 0 1513,3 0 1252,-4 0 1219,6 0 0,38-12 0,9-4 0</inkml:trace>
  <inkml:trace contextRef="#ctx0" brushRef="#br0" timeOffset="43">23289 3554 8015,'0'-9'623,"0"-1"0,2 5-155,2-4 1,-2 4 437,3-4 1,-4 4 61,-1-4 0,7 4-330,2-5 0,4 6 1,1-4-1,2 1 349,3 4-720,-3 2 0,10 1 0,-2 0-96,3 0 1,1 0-113,1 0 1,-6 0 0,1 0 0,0 0-249,-2 0 1,-1 0 0,-7 1 0,0 2-1497,0 2 707,0 0 156,-6-5 0,0 0-607,-3 0 1087,-3 0 557,4 0 0,-8 0 1552,-2 0-1122,2 0-68,-4 6 1,4-3 0,-1 7 0,-2 1 0,2 1 1263,1 3-1487,2-1 1,-4 2 0,-1 1 185,2 2 1,1 6-327,2-1 1,-5-2 0,1 2 0,1-1 211,1 0-372,2 3 0,0-5 1,0 4-1,0-3 0,0-1 232,0-4-393,0-1 1,0-2-1970,0 1 587,0-8 0,0 1-1042,0-3 1,-6-3 2530,-4 2 0,-13-32 0,-4-18 0,-4-1 0,0-1 0</inkml:trace>
  <inkml:trace contextRef="#ctx0" brushRef="#br0" timeOffset="44">23332 3583 8015,'-13'-7'1068,"4"-2"234,-4-4 1,10 0 1531,-7 4-1121,7 3-946,-3 6-341,6 6 0,-5 2 1,-1 8-1,0 1 1,-2 4 1062,0 1 1,0-3-605,-2 4-740,-2-5 1,5 7-1,-4-4 1,3-1-1,2 1 63,3-4 0,-3-1-696,1-2 0,0 0-172,5 0 0,0 1-692,0-1 0,6-1-284,4-4 1287,3-3 1,7-6 0,4 2-1,3 1 1,3 2-551,3-2 747,-3-1 0,5-2 0,-7 0 47,0 0 1,-4 0 41,0 0 0,-2 0 1,2 0 379,-5 0 1767,-4 0-293,-7 0-809,-1 0 463,-7 0-377,0 0-843,-7 0 1,4 0-199,-6 0 0,4 0 0,-4 0 1,-3 0-391,0 0-234,-2 0 1,-2 0 0,-3 0 0,-5 0 0,-3 0-520,-1 0 0,4 0 724,0 0 229,1 0 1,-1 0-1,2 0 1,1 0-80,4 0 0,1 0 733,2 0 131,6 0 0,0 0 1356,3 0-1504,4 0 85,-5 0 0,6 1 393,0 4-641,0 3-95,-7 6 1,4 0-1,-5 0 1,0 1-1,2-1 570,0 0 0,-5 0-551,1 0 0,2 2-143,-1 3 0,1-3 1,-3 3-1,1-3 39,-1-2 0,3 0-766,-1 0 240,6 1 1,-8-6 0,4-1-2106,-1-2-800,5-1 2375,-3-5 0,12 0 0,4-2 1,4-2-1450,5-6 1,3-2 1563,6-3 1,7 1 428,3 0 1,8-2 0,3-1-1,1-4 381,4-1 0,-5 5 0,-1-2 117,-11-3 0,-3 11 0,-9-4 0,-3 4 1,-3 2 1791,-6-1 2158,-5 7-2533,-8-3 0,-2 6 443,-3 0-1229,-3 6-431,0 2 0,-3 6 1,7 1-1,-1-1 0,0 0 335,0 0 0,-1 0-310,1 1-348,4-7 1,-7 4 0,5-2-1,-2 2-371,2 3 0,-3-6 150,1 1-318,-6-7 1,3 8 0,-8-7-171,-3 0 0,3 2-547,-3-1 0,-3 1 694,-2-1 1,-7-2-1,-4 5 1,0 0-407,1 0 1,-4-4 885,5 6 1,-1-2 54,6 1 0,-1 2 1,3-4 309,2 0 0,8-3-31,7 0-3,6 4 1,-2-6-1,10 3 1,4-4-1,5-1 1760,5 0 0,8 0-1278,6 0 0,7-1-301,-2-4 1,-2 3-1,0-4 1,-1 1-755,-3 0 1,-2-1-91,-2 1 0,-6 4-3007,-3-4-1749,-3 3 5176,-8 2 0,-71-18 0,19 6 0,1 0 0</inkml:trace>
  <inkml:trace contextRef="#ctx0" brushRef="#br0" timeOffset="45">17133 4635 6594,'0'-15'539,"0"1"0,0 0 1818,0 0-1228,0 6 0,0 0 741,0 3-1590,0 4 0,0 5 1,1 12-1,3 3 903,0 2-893,1 4 0,0-3 1,0 6-1,-2 1 1,-2 1 351,-1 3 1,2-3-458,3 3-103,-4-3 0,7-1 0,-5-1 1,4 1-1,0-1 79,4 0 0,4-5-198,4-5-44,3-2 1,6-3 0,1-4 0,1-4 0,1-3-450,2-2 1,5 0 261,-4 0 0,-3-2 177,-7-3 0,-5 2 0,-8-5-213,-2 2 178,-6-5-330,4 9 1,-9-4-323,-3 6 0,2 0 39,-6 0-1335,6 0 1,-10 0 2073,4 0 0,-10-13 0,-4-2 0</inkml:trace>
  <inkml:trace contextRef="#ctx0" brushRef="#br0" timeOffset="46">20901 4393 6005,'7'0'7682,"0"0"-7199,-7 0 1,0 1 70,0 4 1,0 8-336,0 6 0,0 1 0,0-1 0,0 5 0,0 3 1,0 1 57,0 1 0,0 4 0,0 0 0,0-1 101,0-2 1,-5-4-175,0-2 0,-1 3-20,1-3 0,-1-4 0,-5-1 1,1-3-87,1-8 0,-5 3 0,-1-6 0,1-2 1,0-2 24,0-1 0,0 0-112,-1 0-223,1 0 0,0-1 0,0-2 0,1-4-10,4-1 1,1 5-357,3-1-220,3 2 151,-4 2 708,6 0-132,0 0-326,6 0 278,-4 0-665,4 0 0,-4 0 0,3 0-3628,4 0 4412,-3 0 0,39-25 0,2-7 0</inkml:trace>
  <inkml:trace contextRef="#ctx0" brushRef="#br0" timeOffset="47">17218 4592 8076,'-8'-14'105,"3"-1"1,2 1-1,0 0 917,-2 0 46,1 0 1,4 4 1376,0 1-1767,0 5-293,0-2-181,0 19 1,-2-4 0,-1 10-1,-2-3 259,2-2 1,1 7 39,2 2-330,-6-2 0,5 6 0,-4-3 1,3 2-1,2 3 519,0-1-613,0 1 1,-4-1-1,-1 1-9,2-1 1,1 0-111,2 1 0,0-1 1,2-1-1,1-2-60,2-1 0,1-5 37,-1 5 1,-2-7 0,5 2-1,0-5-24,-1-4 122,3 2 50,4-4 1,0 0 0,1-3-1,0-3 1,3-2 310,1 0 1,4 0-289,-4 0 73,7 0 1,-11 0 0,4 0 0,-3 0-1,-2 0 457,1 0-445,-1 0-22,-6 0 0,3-2-180,-6-3-271,-1 4-56,-4-6 1,-1 7-3932,-4 0 2642,3 0-604,-4 0 0,4 0 2229,-2 0 0,-23 7 0,-11 1 0</inkml:trace>
  <inkml:trace contextRef="#ctx0" brushRef="#br0" timeOffset="48">16678 3170 7889,'-8'0'-943,"-5"0"0,12-1 943,-4-4 0,-3 3 0,-1-2 0,-4 2 0,4-3 0,-1 1 0,1-1 0,-6 3 0,1-1 0,0-2 0,0 2 0,4 2 0,1 1 0,-1-5 0,-4 0 0,6 0 0,0 5 0,5-1 0,-3-2 0,-2-2 0,5 0 0,-4 5 0,6-5 0,-4 1 0,3-7 0,-4 9 0,6-6 0,0 3 0,0 4 0,0-5 0,0 6 0,0 0 0,0-7 0,0 6 0,0-6 0,0 7 29,0 0 1,5-1 346,0-4-328,-1 3 158,-4-4 11,0 6 40,0 0 359,0-6 121,0 4 643,0-4 17,0 6-566,0 0-138,0-6-37,0 4-926,0-4 51,0 6 1,2 0-38,3 0 0,3 0 172,6 0 0,2 0 0,1 0 1,4 0 19,1 0 0,1 0 209,6 0-121,-1-7 0,-1 6 1,-2-4-1,-1 3 0,0 2 190,-2 0 1,3 0-108,-6 0-90,0 0 0,-5 0 0,0 0 185,1 0-137,-1 0 268,-6 0 366,-2 0-340,-6 0 240,0 0-545,-6 0-329,4 0 93,-4 0 177,0 0 1,4 2 86,-3 3-30,4 3 0,1 6 0,-2 0 1,-1 0-1,-2 2 113,2 3 0,1-2-134,2 7-48,0 0 0,0 0 0,0-1 1,0 1-1,0 0-77,0-1 0,-1-4 95,-4 5-87,4-7 1,-6 4-170,7-7 212,0 0-178,0-6 1,0-3-496,0-10 1,-1 2-2082,-4-6 2062,3 5 0,-10-7 0,2 5 735,-2-2 0,-17-18 0,-7-8 0,-3-5 0,0 1 0</inkml:trace>
  <inkml:trace contextRef="#ctx0" brushRef="#br0" timeOffset="49">16550 3042 9609,'8'-8'3574,"-2"2"-2853,-6 6-482,0 0 98,0 6 1,0-2-232,0 5 0,0 1 1,-1 4-1,-3 2 30,0 2 1,-3-2-70,3 3-125,2 3 1,-4-6-1,4 5 1,-1-2-1,-2 1-263,2 2 0,1-3 137,2 5 89,-6-7 1,5 4 0,-4-7-1,3 0 1,2 1-173,0-1 1,2-5 420,3 1-82,2-7 1,8 3 0,0-6 0,3 0-1,2 0 316,3 0 1,-1-6 16,1-4-285,4 4 1,-11-5 0,3 5 0,-3-2 0,-2-2 12,0 2 0,-4 0 117,-1 4-303,1 2-561,-3-4 375,0 6-306,-7 0 291,0 0 0,-2 5 477,-3-1 0,2 3-120,-6-3 1,-1 0 0,-4 3 0,-2 0 58,-3-4 1,4 3-226,-4-1 23,-3 0 1,4-1 0,-4 1 0,2-2 0,1-1-151,-2-2 1,5 0 180,-3 0-42,3 0 1,2-2-1,2-2 1,1-4-11,1 0 0,7-6 0,-2-1 39,4 1 0,1-8 1,0 3-1,0-3 0,0-2 4,0 1 0,4-1 44,1-5-26,6 7 0,-9-3 0,2 5 0,0-1 19,0 0 0,-2 3 179,3 3-148,-4 7-686,-1 2 341,0 6 274,0 0 0,2 5 0,1 1 0,2 2 231,-2 3 0,-2 2 87,-1 1-88,0 0 0,0 0 0,0 1 0,0-1 0,0 0 263,0 0 0,0 2-330,0 3-110,0-3 0,0 4 0,0-5 1,0-1-1,0 0 27,0 0 1,0 0-156,0 1 106,0-1 1,0 0-1,0 0-117,0 1 1,0-6 43,0 0 80,0-5 111,0 2-105,0-6-165,0 0 1,0-6-2251,0-4 1339,0-2 423,0-3 0,0-4 1,0 0-1,0 0 1,0 0-971,0 1 0,0-6 1036,0 5 609,0-6 0,0 9 0,0-3 1,0 3 40,0 2 0,0 0 329,0-1 556,0 7 2445,0 2-1475,0 6-1582,7 0 0,-4 0 0,6 0 0,2 0 1,2 0 52,1 0 0,1-5-252,-1 1-138,6-1 0,-4 3 0,5-1 1,-2-3-1,1 0-245,2-1 1,-4 1 102,1 1-426,-4 4 0,0-7 41,-1 3 959,-6 3 89,-2-4 55,-6 6 43,0 0-285,0 6-113,0 2 0,0 7 1,0-1 88,0 0 0,5 0-3,0 0-220,-1 1 1,-4 0 0,0 3 0,0 1 0,0 0 38,0 1 1,-1-4-8,-4 3-233,3-3 0,-4 3 0,4 0 1,-1-2-163,-1-1 496,-1-2-41,5-6 0,0 0 0,-2-5 928,-3 2-612,4 0-362,-12-5 0,5 0 0,-6 0 0,-2 0-231,-3 0 0,2 0-66,-7 0-14,7 0 0,-8 0 1,4 0-1,-1 0 0,-2 1-946,2 4 1,0-4 258,3 4-336,10-3 0,-10-2-3276,9 0 1694,4 0 2761,0 0 0,62-26 0,16-5 0</inkml:trace>
  <inkml:trace contextRef="#ctx0" brushRef="#br0" timeOffset="50">17261 3156 8136,'9'0'-82,"1"0"1751,-7 0 113,3 0-1395,-6 0 1,2-5-237,3 1-125,-4-1-103,5-1 1,-4 4-352,3-3 316,-4 4 1,12-4-50,-4 0 0,4 0 128,1 5 1,-4-1 0,-1-2 0,2-2 103,2 2-51,1 1 0,5 2 0,0-1 0,0-3 0,0 0 118,0 1 1,5-4 138,-5 2-258,6 1 0,-5-1 0,6-1 0,-4-1 0,0-1-11,0 1 0,0 2 81,2-5-93,3 7 1,-10-8-1,5 6 1,-1 2 0,-2 0 65,1-2 0,2 4-40,7-4 61,-7-3 0,5 7 0,-4-6 0,6 2 0,2 1 65,3 1 0,-1-4 47,-5 3-173,1-1 0,-1 5 1,1-2-1,-1-1 1,-1-2-59,-3 2 0,2 2-24,-2 1 94,9-7 1,-3 6-1,3-6 1,-2 3-1,-3-1 40,0 2 1,6-4-51,-1 3-3,0-1 1,-9 0 0,-1 0 0,3 2 0,-1 2-20,-1 1 1,-2-5 57,-3 0-85,-4 1 0,8 4 1,-5 0-1,5 0 0,0 0 7,1 0 1,0 0-12,4 0 26,1 0 1,-1 0 0,0 0 0,1 0 0,-1 0-11,1 0 1,-1 0-33,1 0 44,-1 0 0,0 0 0,2 0 0,2 0 0,1 0 73,-1 0 1,-7 0-73,-1 0 2,0 0 1,4 0-1,0 0 1,-1 0-1,-1 0 19,-3 0 0,1 0-6,4 0-5,-6 0 0,5 0 1,-5 0-1,2 0 0,0 0 24,1 0 0,0 0-18,-1 0-31,3 0 0,-7 4 0,6 1 1,-3-2-1,1 0-81,-2 2 1,5-3 86,-3 2 28,-4 4 0,7-6 1,-5 4-1,2-1 0,0 0 124,1-2 0,-3 3 102,2-1-151,0 0 1,4-1 0,0 1 0,1-2-1,1 0 182,3 2 0,-3-3-97,3 2-136,-9 4 0,3-6 0,-4 3 0,3-2 1,-3 0 9,-4 2 1,2-1 59,-2-4-95,0 7 1,0-6-1,0 6 1,-2-3 0,-1 1-24,-2-2 0,2 4 99,3-3-69,-10 1 0,10-3 0,-9 1 0,2 3 94,3 2-135,-1-5 57,0 4 1,-4-3 0,-1 1-1,2-2 162,2-1-168,1 4 17,0-4 1,-4 4 375,-1-6-251,-6 0 198,4 0 294,-7 0-599,0 0 1,0-6-63,0-4 1,0 2-268,0-1 50,-7 6 0,6-10 0,-6 4 0,1-4-178,-3-1 0,1-1 181,-2 1 172,1 0 1,1 5 0,2 1 0,1 0 339,0 0-319,-6 5-110,9-4 0,-5 7 283,2 0 113,3 0-192,-4 7 0,6 1 0,1 6 0,3 0 1,0 0 164,0 0 0,-1 5 177,1 0-340,-2 0 1,6-3 0,-5 1 0,2 2 0,-2-1-219,-1-2 1,-2-2-142,0 0-25,0 0 1,-7-4 0,-2-1 0,-5 1-1,-4-1-1110,-1 1 0,-6-7 1411,1 2 0,-41-10 0,-10-3 0</inkml:trace>
  <inkml:trace contextRef="#ctx0" brushRef="#br0" timeOffset="51">21100 3213 8356,'-10'-2'-188,"1"-1"1,-1-3 0,1 0 0,-1-1 0,-1 2 214,-2-1 1,-1 0-1,0-5 58,0 1 1,4 7-282,1-2 1,4 4-381,-4 1 543,-1 0 0,1 0 0,-1 0 0,-1 0 0,-1 0-146,-3 0 1,1 5 150,0-1 5,0 7 0,-5-7 1,-2 3-1,-1 1 1,-2-1 70,2-1 1,-5 5 6,4-2-59,2-2 0,-4 5 0,4-2 0,-1 3 0,-1 1 12,0 0 1,-2 0-17,6 0 10,-6 7 1,8-5 0,-6 3 0,1-3 0,2-2 51,-1 0 1,-2 5-61,4 0 56,-7 0 1,6 0 0,-6 1 0,4 1 0,2 1-15,2 0 0,-1 2-119,5 4 89,-3-6 0,15 5 0,-2-3 0,2 3 0,2 0-17,0-4 1,0 4 8,0-3-1,6-4 1,-4 7 0,3-5 0,-4 2 0,-1 0-79,0 1 0,0 0 78,0-1-44,0 3 0,0-5 1,0 5-1,0-2 0,0-3-8,0-1 1,2 4 11,3-1 51,-4-4 0,12 2 1,-5-4-1,3 2 0,0 1 134,0-1 1,5-1 93,-7-5-223,10 1 1,-3-1-1,3 0 1,-3 0-1,-2 1 39,0-1 0,5 0-125,0 0 74,6 7 1,-7-10 0,5 3-1,1-1 1,0-2-42,-1-2 0,-1 4-43,2-4 63,3-2 1,-10 4-1,6-5 1,-1 0-1,0 2-24,3 0 0,2-5 25,1 2 14,1-3 1,6-2-1,1 0 1,2 0-1,0 0 17,1 0 1,1 0-32,-2 0 23,3 0 1,-11 0-1,1-2 1,-4-1-1,-3-4-24,1 0 1,2-1 21,1-2 22,1-2 0,1 4 0,1-7 1,4 1-1,0-2 112,0-2 0,3 2-48,-5-3-68,0-3 1,-1 4 0,-2-4-1,-5 2 1,-3 1-24,-5-2 0,-1 1 60,-2-4-65,-6-3 1,5 7 0,-5-6-1,1 3 1,-1-3 5,-2-1 0,4-1 2,-5 0 26,-1-1 0,1-4 0,0-3 0,0-2 0,-1-3 17,1 1 0,0-4-86,-5-3 48,0-1 0,0 1 0,-2-2 1,-2 0-1,-6-2-5,-3 1 0,-2 2-6,-4-4 42,3 6 1,-13 2 0,3 8 0,-6 0-1,-3 1 135,-4 0 0,6 7-3,-10 4-135,-3 13 1,0-7 0,-6 12 0,0 0 0,0-1-64,0 4 0,4 2 113,-4 1-132,6 0 1,-12 0-1,6 0 1,1 1-1,2 4-395,2 5 0,0-3 185,4 3 259,7-1 0,-31 25 0,-1 3 0</inkml:trace>
  <inkml:trace contextRef="#ctx0" brushRef="#br0" timeOffset="52">17545 4990 8063,'-5'-10'-370,"-1"1"1496,-2-2 1,5 3-1,-3 0 360,-1 2-1335,6 1 0,-1 16 0,9 2 178,0-2 1,-2 3-382,5-4 0,-6 2-78,6 2 1,-1 1 0,6-1-63,-1 0 0,-5-4 136,1-1 0,-6-1 0,4 3 0,0-3-205,0-2 477,-5 5-125,10-3 1,-11 2 0,2-1-1,-2 2 706,-2 2 1,-3 6 359,-7 0-949,1 0 0,-13-4 0,3 3 0,-5 2 1,-3 1 129,-1-1 0,-1-1-76,1-4-321,-1-1 1,7-2 0,3 0-1,4-5-2614,0 0 1543,7-3-842,8-4 1,10 0 1971,9 0 0,35-37 0,-20 13 0,-1 0 0</inkml:trace>
  <inkml:trace contextRef="#ctx0" brushRef="#br0" timeOffset="53">14787 3782 8158,'0'7'2637,"-6"0"-2070,4-7 0,-3 0-185,10 0 1,-2 0 0,7 0 0,1 0 112,1 0 0,3 0-311,-1 0 0,0 0 0,2 0 0,1 1 58,2 4 1,6-3 0,-1 2 0,5-2 105,4-2 1,-2 0-203,7 0-22,-6 0 0,9 0 0,-3 0 0,3 0 0,2 0 213,-1 0 1,1 0-276,-1 0-37,1 0 0,-2 2 0,-1 1 0,-2 1 0,1 0 48,2-3 1,-3-1 114,0 0-204,-6 0 1,9 0-1,-5 0 1,2 0-1,0 0-144,1 0 0,2-5-16,2 1 141,-7-1 0,-1 5 0,-6 0 0,-3 0 1,0 0-27,-3 0 0,-10 0 38,1 0 123,-3 0 1,-1 0-1,-1 0 20,2 0 208,2 0-70,-5 0 248,-2 0-242,-6 0 634,0 0-777,-6 0 1,3 0-219,-7 0 1,-1 0 35,-8 0 0,2 0 1,-7 0-1,-3 0-233,-4 0 0,-1 0-46,-6 0 235,0 0 1,-4 0 0,-3 0 0,0 0-1,-4 0-176,-2 0 1,-1 0 143,-5 0 62,6 0 0,-5 0 0,0-2 0,-4-1 0,0-1-95,2 0 1,1 3 23,0 1 124,0-7 1,2 6 0,3-4 0,6 2 0,5 0-6,3-2 0,5 0 131,-5 5-125,6 0 1,2 0 0,7 0 0,-1 0 0,2 0 102,3 0 318,3 0-304,2 0 1,4 0 99,1 0-197,6 0-167,-4 0 109,7 0 1,8 0 65,6 0 185,1 0 1,12 0 0,-4 0 0,4 0 0,2 0 482,-1 0 0,2 0-381,3 0-174,-3 0 1,11 0-1,-4 0 1,1 0-1,-1 0 34,3 0 0,7 0-68,5 0-114,4 7 1,2-6-1,4 4 1,4-3-1,4-2-238,1 0 1,-2 1-5,-2 4 205,-4-4 0,-6 6 0,-2-7 0,-1 0 0,-4 0-254,-1 0 1,-3 0 239,-8 0 9,-10 0 1,-6 0-1,-4 0-83,1 0 34,-7 0 39,-5 0 1,-9 0 489,-3 0 136,4 0-456,-5 0 1,-1 0-1,-4 0 1,-5 0-291,-3 0 1,-1 0-23,1 0 76,-3 6 0,-8-4 0,-2 2 1,-3-2-1,-1 0-346,-3 2 1,-7-2-168,-2 3 549,-5-4 1,2-1 0,-9 0-1,-5 0 1,-7 0-201,-6 0 0,-2 0 194,37 0 0,0 0 0,-36 0 28,4 0 0,2 0 1,2 0-1,1 0 1,4 0 1,9 0-772,10 0 895,2 0 0,6 5 1,4 0-1,8-2 1,5-2 84,5-1 143,1 0-221,8 0 0,3 0 0,10 0 50,5 0 1,9 0 268,4 0-236,10 0 0,5 0 0,11 0 0,8 0 0,6 0 829,2 0 1,5-1-272,-4-4-301,4 4 0,1-6 1,-2 7-1,-3-1 1,-4-3-285,-3 0 1,-9-1-38,-2 5-689,-11 0 1,-13 0-2837,-10 0-86,-15 0 2649,-7 0 0,-8 0 899,-3 0 0,-47-13 0,-12-2 0</inkml:trace>
  <inkml:trace contextRef="#ctx0" brushRef="#br0" timeOffset="54">21711 3881 8090,'-29'-1'92,"1"-3"1,1-2 0,2 0 0,1-1 533,-1 4 1,-2 0-1,0 0 1,4-2-1,5 0 2498,7-1-2034,-2 5-1026,12-6 0,1 7 0,11 0 0,6 0-96,7 0 153,3 0 0,9 5 0,5 0 0,7-2 0,2 0 175,4 2 1,1-4 92,2 4-323,6-3 1,-3-2-1,7 0 1,1 0 0,3 0 362,5 0 0,-5 0-140,0 0-170,-13 0 1,-10 0 0,-11-2-1,-5-1 532,-7-2-388,-10-6 48,-9 10 0,-12-6 0,-4 7 0,-4-1 73,-5-4 0,2 3-1073,-7-2 509,-6 2 0,-2 2 0,-6-2 0,-1-1 0,-4-1-373,-4 0 1,1 3 29,-6 1 315,0 0 0,-4 0 1,1 0-1,0 0 0,-2 0-412,3 0 1,-1 1 623,8 4-74,5-3 0,5 4 572,8-6 0,18 0-306,21 0 0,12 0-99,16 0 1,3 0 0,16 0-1,6 0 235,5 0 1,7 0 72,1 0-179,-35 0 1,0 0-1,32 0 1,5 0-1,-4 0 1,-5 0 468,-9 0 0,-14 0-615,-13 0 1,-9 0 61,-5 0 0,-11 0 1,-8 0 61,-8 0 1,-5 0-292,-1 0-20,0 0 0,-7 0 0,-4 0 0,-7 0 0,-5 0-1257,-5 0 1,0 0 776,-1 0 0,5 0-523,0 0 1,2 0 0,-3 0 0,2 2-2913,2 2 4022,2-2 0,-9 1 0,-7 0 0,-5-3 0,0 0 0</inkml:trace>
  <inkml:trace contextRef="#ctx0" brushRef="#br0" timeOffset="55">9996 3199 7949,'-15'0'229,"1"0"1,0 0 0,0-2 865,-1-3 1,1 4-395,0-4 1,8 3 0,7 2 0,12 0-135,9 0 0,5-4 0,4-1 0,4 2-384,3 1 0,6-2 54,-6-1-271,3 0 1,-3 3-1,-1-1 1,-4-1-1,-6 0-869,-7 3 1,-4-1 169,-2-2-345,-6 2 1,-5-4-1,-11 6 189,-6 0 0,-10 4 53,1 1 666,-4 0 1,0-5 0,2 0 0,3 0-1,1 0 82,4 0 0,1 0 1048,2 0 3,6 0 1,0 0 1641,3 0-1061,4 6-1269,1 2 0,3 2 0,5-1 0,0 2 0,-2 3 315,0 5 0,4-1-257,-6 5-316,7-5 1,-9 4 0,3-5 0,-4 4 0,-1-1-378,0 1 1,-1-2 98,-4-5-221,3 0 0,-10 0 1,2-1-1,-2-4 0,-3-4-291,1-3 1,0 3 154,0-1 483,0 1 0,-1-5 1,1 0-1,2-2 421,2-2 49,4 2-159,12-4 1,8 4 0,10-1 0,3-2 0,1 2 747,1 2 1,4 1-416,0 0-328,0 0 0,0-2 0,2-1 0,0-2 0,1 0-267,1-1 0,-6 3-35,2-7-99,-3 7 1,-8-9 0,-3 4 0,-3-2 0,-3 1-126,-4-2 0,-2-2 401,-7-1-53,0 6 0,-2-3 0,-3 5 0,-6-1 1,-5 1-21,-2 3 1,-1 1 278,4 2-141,-5 0 1,4 0-1,-3 2 1,3 3-1,2 4 106,0 4 1,0-1-163,-1-2-69,1 9 0,6-15 1,2 11-1,1-3 0,0 1-14,2 1 0,2 0 89,1 1-147,0-8 1,1 5 0,6-8-1,5-1 1,7-1-250,3-2 0,-3 0 262,5 0-51,-7-6 1,9-2 0,-7-6 0,-2-1 0,-1 0 17,-2-4 0,0-3-37,0-7 103,-6-6 0,-1 4 1,-7-7-1,0 0 1,0 2 55,0 2 1,-5 11 269,0 4-240,0 3 1,1 10 0,-1 6 233,2 8 0,1 9 101,2 2-221,0 6 0,0-3 0,0 7 0,0-1 0,0 1 370,0-1 1,5-1-179,0-3-334,6 2 1,-8-10-1,6 3 1,2-3-1,2-2-190,1 0 0,2-1-590,3-4 584,-3-2 0,11-7 1,-5 0-1,2-2 0,-2-3-279,-2-4 1,-1-4 318,-5-1 101,1-6 1,-1-1 0,-2-4-1,-2 3 1,-5 0 93,-4-1 0,-1 6 322,0-2-214,0 3 0,-1 8 0,-4 4 0,-5 2-95,-2 2 1,-2 3-67,-1 7-38,1-1 0,0 13 0,1-4 0,2 1 0,3-2-21,2-1 1,-3 3 8,4 0-263,0 0 1,7-5-1,4 0 1,7-1-409,4-4 1,8-2-33,-1-7 559,3 0 1,1-2-1,1-1 1,-1-3 0,1-2-122,-1-3 0,-4-2 380,-1-1-18,-5-7 1,2 10-1,-6-3 1,1 1 1670,-1 1-1188,-6 4 427,-2 1-139,-6 7-545,0 0-194,0 7-128,0-6-299,0 6 208,0-7 0,-1 0 0,-4 0 1,-5 0-298,-2 0 0,2 4 466,1 1 5,-1 6 0,-4-8 0,0 7 1,0 1-1,-1 0 192,1-2 1,5 4-114,-1-3-139,7-4 0,-8 6 0,6-2-91,2 3 0,3-6 77,5-2-19,3-3 1,6-4 0,0-1 0,2-3 0,1-2 20,2-3 0,2 0-57,-2 1 220,-3-2 1,-1 8 0,-5-3 0,1 0 566,2 4 276,1 2-625,-6 1 1,0 1 0,-5 4 0,1 4 317,0 4 1,-1 0-792,2-4 32,-4 4 0,7-5-1563,-3 6 0,1-5 345,4 1 540,2-7 1,-4 3 0,6-7 0,1-4-1,-1-5-912,0-2 1,2-4 1673,3-3 0,-3-3 0,-1-6 0,-5-1 0,-1 2 0,-1 2 0,-3 1 0,1 2 272,-1-2 84,0 4 0,-4 7 0,2 2 0,4 3 1736,1 2 1,1 1-336,5 5-1429,1 0 1,-1 5-1,-2 1 1,0 2-1,-5 3 413,0 2 1,2-4-407,-4 1-218,0-1 1,-5 6 0,0-1 0,0 0 0,0 0 33,0 0 1,-5 1-100,0-1-247,-6 0 1,8 0 0,-5 1 0,2-1-774,3 0 0,1-5 921,2 1-14,13-7 0,2 3 1,15-6-1,5 0 0,6-1-132,5-4 0,2-1-1110,-6-4 336,-6-2 1,-5 5 966,-8-2 0,-88-16 0,24 13 0,0 0 0</inkml:trace>
  <inkml:trace contextRef="#ctx0" brushRef="#br0" timeOffset="56">13863 3369 8110,'-2'-9'-385,"-3"-1"685,4 1 1,-7 1 0,5 2 222,-2-1 1,-1 6 0,3-6 590,-2 1-525,0 5 81,5-6 49,0 7-468,6 7 0,-2 0 1,3 8-1,0 0 86,-4 4 1,-1-1 77,-2 5-302,0 1 1,0 0 0,0 0 0,0 1 0,0 2 298,0 1-475,0 7 0,0-10 1,0 4-1,-2-4 1,-1-3-84,-2-3 0,0 1-76,5-1 150,0-6 0,0-5 113,0-3 432,0-4 1,0-5-1,0-11-336,0-1 0,-1-1 109,-4-2-548,3 3 1,-4-10 0,6 2 0,0-3 0,0-1-378,0-1 1,0-2 128,0 2 464,0-9 1,5 14 0,1-9 0,2 3-1,2 3-204,-3 4 0,6-3 772,-3 8-34,-4-1 0,6 9-22,-2 1 1,3 5-168,1 0-99,-6 8 1,6 3 0,-1 4 0,4-2-1,2 1 318,1-2 1,4 3-129,9-7-162,4 8 0,5-11 0,3 4 1,0-4-1,4-1 42,2 0 0,-5 0-169,1 0-66,-9 0 1,-5 0 0,-9 0 0,-5 0-416,-3 0 173,-8 7 187,-8-6 1,-4 6 0,-4-6 0,2 4 0,1 3 112,-1 0 0,0 4 431,-4-2-302,-2 3 0,10 1 0,-4 0 0,1 0 0,-1 0 325,-2 1 1,5-1-84,-2 0-381,-3 0 1,6 0 0,-2 2 0,2 2 0,2 1 83,0-2 1,-5 3 32,1-1-207,-1 0 1,5 0-1,0 0 1,0-1-1,0-3 11,0 0 1,-5 4 11,0 0 65,1 0 0,2-10 1,-1 1 73,-2 1 0,-1-5 206,1-1-276,4-4 1,-14-1 0,3-1 0,-7-4 548,-3-5-551,-2 4 0,-5-7 1,1 4-1,-2-2 1,-2 0-585,-1 1 0,-5 6 227,5-6 234,-6 7 0,4-3 0,-3 4 0,3-1 0,2-2-138,0 2 0,-2 1 113,2 2 33,3 0 0,-5 5 0,8 0 0,4 0 0,2-1-254,1 1 0,9 5 54,-4-6 71,11 1 0,-3-3 0,9 1-239,3 2 0,-2-1 179,6-4 271,-6 0 0,10 0 0,-4 0 1,4 0-1,1 0 174,1 0 0,0 0 86,4 0-181,-3 0 0,5 0 0,-7 0 0,0 0 0,0 0 44,1 0 1,-1 0-71,0 0 0,5 0-34,0 0 0,0 0 0,-3 0 0,1 0 30,2 0 0,1 0-37,-1 0-6,-3 0 1,5 0 0,-7-1-1,0-2 381,0-2-288,-6 0-156,-1 5 1,-14-5 0,-4 1 0,-6 0-254,-7 3 1,-3 1-372,-1 0 527,-1 0 0,1 0 1,0 0-1,-1 0 1,1 0-121,-1 0 0,6 0 271,-1 0 52,7 0 0,-4 0 0,7 1 0,0 3 0,-1 0 257,1 0 1,5 3-11,-1 3-122,7-4 0,-8 7 0,5-4 0,-1 4 0,-1 1 302,1 0 1,-1 1-351,-2-1 0,-3 0-63,4 0 0,-7 5 0,-1 0 0,3-1-131,1-3 1,-3 0 249,7-1-385,-4 0 0,-1 0 83,0 0-277,6 1-93,1-7 436,7-2 0,8-11 230,7 0 0,0-4-149,9 4 0,-5-4 0,5 2 0,1 1 123,2 0 1,-3 1-109,-1 5-27,1-6 0,3 4 0,-2-3 0,-1 2 0,3 0-66,4-2 0,4 1 60,3 4 1,8-5-1,-4 0 1,9-1 0,-2 3 0,0-2 151,0 2 1,-2-4-141,-4 3 1,-12-6 14,-2 5 1,-10-1 55,0 1 79,-10-2-249,-2-8 1,-9 3-1,-1 1-517,-2 1 90,-6 1-41,9 1 0,-10-3-583,2 6 631,4 0 1,-2 5-1710,3 0 144,4 0 56,-12 0 1230,12 7 0,-6 0 767,7 8 0,-6-1 0,-2 0 0</inkml:trace>
  <inkml:trace contextRef="#ctx0" brushRef="#br0" timeOffset="57">12100 3910 5759,'0'-8'143,"0"1"-135,0 7 0,0-1 7,0-4 2,0 3 116,0-4 98,0 6 1612,0 0-1358,-7 0-197,6 0 1,-5-1 445,6-4-398,0 3 1,-2-4 341,-3 6-349,4 0 25,-6 0-359,7 0-22,0 0 101,0-6-306,0 4 0,-1-4-5,-4 6 288,3 0 0,-4 6 0,6 3 0,0 4-9,0 1 0,-1 1-21,-4-1 219,3 6 0,-4 1 1,4 4-1,-1 0 1,-2 4 94,2 2 1,2 3-382,1-6 17,0 0 1,0-4-1,0 0 1,0-1 0,0 0-409,0-4 345,0-4 86,0 0 1,0-6 269,0 1-179,0-7 92,0 3 1,0-8-1,-2-2-579,-3-6 0,4 2-58,-4-1-670,3 6 0,-2-10 1130,-1 4 0,13-42 0,8-11 0</inkml:trace>
  <inkml:trace contextRef="#ctx0" brushRef="#br0" timeOffset="58">12100 3895 8083,'-13'-1'4,"2"-2"305,2-2 251,5 0 0,-3 5 819,2 0-969,3 0-87,-4 0-112,12 0 0,2 0-140,6 0 1,1-1 0,-1-3 0,0 0 47,0 0 0,0 3 104,1 1-240,-1 0 1,0 0 0,0 0-1,2 0 1,3-2-133,5-2 1,3 2 54,1-3 65,0 4 0,6-1 0,0-1 0,3-2 0,2 2 1,2 1 1,0 2 7,-3 0 16,-3-6 0,-7 5 1,-1-4-1,-1 3 1,-3 2-16,3 0 1,-1 0 5,-1 0 41,2 0 1,-4 0-1,7 0 1,-2 0-1,-4 0 73,-4 0 0,2 0-63,-2 0-31,0 0 0,-5 0 0,0 0-18,1 0 45,-1 0-130,-6 0 64,-2 0 21,-6 0-3622,0 0 2713,-6 0 0,2 0 920,-5 0 0,-45 38 0,20-14 0,-1 0 0</inkml:trace>
  <inkml:trace contextRef="#ctx0" brushRef="#br0" timeOffset="59">12228 4066 8078,'-2'-8'338,"-1"2"688,-2-1 1,0 4 258,5-6-1018,0 6-145,0-4 0,2 7-154,3 0 1,3 0 47,6 0 0,0-4 35,0-1 1,2 0 0,2 5 0,0 0-65,0 0 0,2 0 49,-1 0-114,0 0 1,-4 0 0,-1 0-721,0 0 499,-6 0-1379,4 0 950,-10 0 0,-2 0-398,-9 0 934,2 0 1,-5 5-1,2 0 1,-2-2 191,-3-2 0,3 1 0,2 3 277,-2-4 0,8 5 2191,-5-6-1603,-1 0 776,3 0-423,0 0-807,7 0-1392,0 0 843,0 7 0,0 1-14,0 6 124,0-6 1,0 4-1,0-2 1,0 3 0,0 2 126,0 4 0,0-3 23,0 3-19,0-3 1,0-2 0,0 0 0,0 0 251,0 1-30,0-1-36,0-6 1,0 0 32,0-4-743,0-2-325,0 4 0,0-7 0,0-4 746,0-4 0,-25-17 0,-7-4 0</inkml:trace>
  <inkml:trace contextRef="#ctx0" brushRef="#br0" timeOffset="60">12029 4279 10925,'0'10'108,"0"-1"-14,0 1 0,1 2 0,2-1 33,2-1 1,6-6-1,-1 4 1,2-1-1,3-4 146,-1-2 1,5 4 0,1 0 0,2-2-6,4-1 1,0-2-154,3 0 0,-1 0 1,2 0-1,2-2-88,1-3 0,0 4 88,-4-4-112,-1 3 0,1-2 1,-1-1-1,-1 2 1,-2 1-82,-1 2 1,-2 0 18,2 0 21,-4 0 1,-6 0 0,1 0 0,-1 0 0,0 0 11,0 0 1,-4 0-116,-1 0-151,-6 0-90,4 0 100,-7 0-1351,0 0 1,25-57-1,7-14 1</inkml:trace>
  <inkml:trace contextRef="#ctx0" brushRef="#br0" timeOffset="61">12924 3910 7990,'0'-15'1405,"0"1"0,0 5-265,0-1-791,0 7-252,0-3 0,0 7-174,0 4 0,0 3 105,0 6 24,0 0 0,0 2 0,0 1 1,0 2-1,0 0-34,0 2 1,0-4 88,0 7-50,0 0 0,0-2 0,0-2 0,0 1 0,0 1 128,0 0 0,0 0-41,0-3-166,0-3 0,0 4 0,0-5 1,0-1-1,0 0 12,0 0 1,-1-4-50,-4-1 76,3-6 1,-4 5-1,5-4-33,-4 0 1,-3 1-821,-6-5 263,-7 0 1,4-5-1,-7-1 1,0 0 572,2-1 0,-16-1 0,-7-1 0,-2 1 0,0 0 0</inkml:trace>
  <inkml:trace contextRef="#ctx0" brushRef="#br0" timeOffset="62">12029 4364 8078,'0'-9'166,"0"-1"2002,0-1-373,0-1-1418,6-2-323,-4 6 1,4 3-87,-6 10 1,0-2 0,0 6 0,0 2-17,0 2 1,0 3-73,0 3 156,0-3 0,0 9 0,0-5 0,0 1 1,0 1 62,0 0 1,-5-3-42,0 5-46,1-1 1,4 0-1,0-3 1,-2-1 0,-1 2-92,-2 1 0,0-5 33,5 2-14,0-3 1,-1-2 0,-2 0 0,-2 0 0,2 1-133,1-1 1,2-5 142,0 1 1,0-5-18,0 4 0,0-4 59,0 4 1,2-4 174,3 5 142,-4-7 46,5 3-205,1 0-71,-6-4 1,7 4 84,-3-6 0,-2 0 40,7 0-66,-7 0 0,9 2 0,-2 1 0,3 2 112,1-2 0,0-2-67,0-1-105,0 0 0,5 0 0,2 0 0,1 0 0,3 0 125,2 0 0,2 0-37,-1 0-135,0 0 1,1 5 0,-1 0-1,1-2 1,-1-1 133,1-2-171,-1 0 0,0 0 0,1 0 1,-2 0-1,-2 0-10,-1 0 1,-1 0 66,6 0 30,-1 0 1,-1 0-1,-2 0 1,-2 0-1,-1 0 50,0 0 1,-3 0 27,4 0-114,-11 0 1,6 0 0,-10-2-1,2-1 175,-1-2-289,-6 0 1,4 4-337,-7-4-150,0 4 500,0-6 1,0 6-650,0-4-779,0 3-752,0-4-575,0 6 2809,0-6 0,-19-15 0,-5-9 0</inkml:trace>
  <inkml:trace contextRef="#ctx0" brushRef="#br0" timeOffset="63">12953 4350 8028,'-10'-12'0,"1"2"0,6-3 1172,-2 4 1,2 1 1216,-2-1-1467,3 5-745,-4-2 1,6 12-70,0 4-25,0 3 0,0 2 1,0 3-1,0 2 0,0 2 203,0 4 0,0-1-103,0-1-190,0 2 1,0-3 0,0 3 0,0 0 0,0-3 122,0 3 0,0-4-180,0 2 51,0-7 0,0 5 1,0-5-1,0 2-33,0-1-639,0-9 34,0 4 0,-1-12-1193,-4 4 548,3-3 0,-10-2-785,2 0 2081,-3 6 0,-32-17 0,-9 2 0</inkml:trace>
  <inkml:trace contextRef="#ctx0" brushRef="#br0" timeOffset="64">12384 4620 8020,'0'-14'2146,"0"0"-1308,0 6 1,0 0 171,0 3-798,0 4 0,0-4 1,0 10 288,0 4 0,0-1-275,0 2 1,0-1-108,0 5 1,0 1 0,0-1-1,0 0 62,0 0-121,0 0-70,0 1 0,0-6 0,0 1 37,0 1 869,0-5-1183,0 0 0,0-7 0,0-4-220,0-5 0,0-2 202,0-2 216,0-1 0,0 1 1,0 0-1,0 0-116,0 0 40,0 6 1,2 0 0,2 5-83,6-2 0,-2 0 513,1 5 1,1 5-1,4 1 1,0 2 353,0 3 0,1 2-309,-1 1 1,0 0 0,0 0 532,0 1-281,1-1-157,-1 0 0,-6-4 0,-2-3 930,0 0-731,-4-2 1,4-12-547,-6-2 0,0-6-144,0-3 0,0 2 0,0-5 0,0 2-234,0 0 1,0 0-437,0 5 0,0 0-487,0 0 0,0 4-1974,0 1 1686,0 6 1,0-2-1255,0 10 2784,0 2 0,-12 27 0,-4 4 0</inkml:trace>
  <inkml:trace contextRef="#ctx0" brushRef="#br0" timeOffset="65">24299 4066 7968,'0'-10'4980,"0"1"-4642,0 6-655,0-4 1,0 9 158,0 3 0,0 3 210,0 6 1,0 2-1,0 1 1,0 4 387,0 1 1,0 1-261,0 6 1,0-5 0,0 1 0,0 3 37,0 4 1,0 1-266,0-5 55,0 1 1,-2 1 0,-1 1 0,-2 3 0,2-3 20,1-1 0,2-1-155,0-1 70,0 1 1,0-3 0,0 0-1,0-4 1,0 0 22,0 0 0,0-3 31,0 5 1,0-7 1,0 4 0,0-7 0,0 0 0,0 0 46,0 0-37,0 1-79,0-1 1,0-5-448,0 1 445,0-7-212,0 3 1,0-7-188,0-4-1186,0 3 895,0-10 0,0 9 0,0-7 762,0-1 0,10-27 0,6-12 0,-1-5 0,1 1 0</inkml:trace>
  <inkml:trace contextRef="#ctx0" brushRef="#br0" timeOffset="66">24355 4151 7994,'0'-9'0,"0"-1"451,0-1 1,0-1-114,0-3 1,0 6 0,2 1 0,1 0-1,2 0 1279,-2-3-1384,5 5 1,-5-1-90,7 7 0,-6-4 0,6-1 0,1 2-4,2 1 0,2 2-94,4 0 0,3 0 0,7 0 1,1 0-26,3 0 1,5 0-73,9 0 40,-2 0 1,8 0 0,-5 0 0,-3 0 0,0 0 1,-3 0 0,6 0 24,-1 0 0,1 0-50,-6 0 1,1 0 0,-1 0 0,1 0 62,0 0 0,-5 0-54,0 0 5,-7 0 0,4 0 1,-8 0-1,-2 0 1,-3 0-206,-1 0 1,-1 0 158,-1 0 1,-3 0-25,3 0 1,-8 0 68,-1 0-74,-7 0 437,3 0 433,-6 0-20,0 0-712,-6 0 0,4 2-8,-3 3-84,4-4 1,1 7 0,0-3-60,0 4 1,0-1 105,0 2 66,0-1 0,5 7 0,-1 1 0,-1 4 0,-1-1 136,-2 1 0,5 4-170,0-1 0,-1 3-2,-4 1 0,0 1 0,0 1 1,0 1 34,0 2-109,0 7 0,0-9 0,0 6-77,0-2 0,-4 2 106,-1-3 1,0-1 0,3-6-1,-1-2 106,-1-1 0,-6-2 0,5 3 0,1-3 49,-3-1 0,6-2 20,-4-5 0,2 0 0,0 0-147,-2 0 0,0-4 134,5-1-312,0 1 0,0-1 1,0 1-406,0 1 478,0 2 0,0-4-14,0 0 1,0-4-45,0 5 253,0-7 0,-1 8 283,-4-6 0,2 4 56,-7-4-222,7 0 1,-10-5 0,2 0 0,-4 0 0,-6 0 106,-1 0 0,-8-2-335,-8-3 0,-3 4 0,-3-6 0,-4 3-118,-4-1 1,-5-5-93,-4 6 148,2-1 0,-2 0 0,7 0 0,3 2 1,2 2-113,4 1 0,2-5 174,5 0 1,3 1 16,7 4 1,-1 0-1,1 0 1,1 0 0,3 0 32,4 0 0,1-5 0,0 0 0,0 2 1,0 1-143,0 2 1,5 0 109,4 0-953,1 0-252,1 0 614,2 0 1,7-1-22,4-4 1,3 3-1,6-4 1,0 0 604,1-4 0,30-34 0,9-10 0</inkml:trace>
  <inkml:trace contextRef="#ctx0" brushRef="#br0" timeOffset="67">24839 4222 7994,'-8'-1'588,"2"-2"512,-1-2 237,6 0-569,-6 5-464,7 0 0,2 0 0,3 0-141,4 0 0,4 0 1,1 0-1,0 0-160,0 0 1,1 0-18,-1 0-55,0 0 1,0 0 0,1 0 0,-1 0-1083,0 0-214,-6 0-511,5 0-315,-12 0 2126,5 0 73,-6 0 1,-1 0 0,-4 0 694,-4 0 642,2 0-750,1 0 0,6 2 0,-2 1 0,-1 3 713,-1 2 1,-1-3-605,5 4-400,0-6 0,0 10 0,0-3 0,0 2 655,0 2-563,0 7-367,0 1 0,-5-5 0,0-2 1,2-3-68,2 1 0,1 1-830,0 0 380,0-6 1,0 0-809,0-3-1455,0-4 1811,0 6 1,0-9 939,0-3 0,-45-40 0,18 14 0,-1 0 0</inkml:trace>
  <inkml:trace contextRef="#ctx0" brushRef="#br0" timeOffset="68">24384 4464 7994,'-8'0'3440,"-5"0"-1948,12 0-1174,-12 0 0,12-2-5,-4-2-171,3 2 48,2-4 0,11 6 0,3 0 0,4 0 192,2 0 0,3 1-199,5 4-19,7-3 0,-5 4 0,4-6 0,1 0 0,3 0 390,3 0 0,2 0-462,0 0-33,-1 0 0,2 0 0,4 0 1,2 0-1,2 0 85,1 0 1,-6 0-231,5 0 53,-6 0 0,3 0 0,-8 0 0,-1 0 0,-4 0-81,-1 0 0,-7 2 203,-4 2-134,-7-2 0,4 4 1,-7-6-379,0 0 272,-6 0-857,-2 0-1661,-6 0 2029,-6 0-170,4 0 0,-6 0 0,4 2 0,-6 1-1798,-2 2 2608,-3 6 0,-19 1 0,-9 3 0,-4 4 0,1-1 0</inkml:trace>
  <inkml:trace contextRef="#ctx0" brushRef="#br0" timeOffset="69">24839 4677 7445,'0'-14'2110,"0"0"1,0 4-475,0 1-640,0 6-689,0-4 1,0 9-82,0 3 0,0 3 21,0 6 0,-2-2 0,-1 1-31,-2 1-258,1-3 1,4 10 0,0-7 0,0 0-126,0 0 1,-2-4-68,-3-1 611,4-5-826,-6 2 300,7-6 0,0-2-250,0-2 1,-4-4-1,-1-6-462,2-1 486,1 1 59,2 0 0,2 6 354,3 3 447,2 4 1,6 2-282,-3 4 1,2-2 0,-4 7 0,2 1 217,-1 1 1,0-2 437,6-1-457,-7 1 1,4-1 0,-2-1 0,2 0 1207,3 0-1182,-1-5 1,0 2 68,0-10 1,-1-3-573,-4-6-100,-2 0 0,-3-5 0,1 0 0,-2 1 1,-1 3-811,-2 0 1,0 6-1080,0-1-1509,0 1 3572,0 1 0,0 2 0</inkml:trace>
  <inkml:trace contextRef="#ctx0" brushRef="#br0" timeOffset="70">13024 4123 8022,'-2'-8'415,"-2"3"0,2 2-754,-3-2-89,4 4 1,2-6 90,4 7-262,-3 0 599,10 0 0,9 13 0,9 3 0</inkml:trace>
  <inkml:trace contextRef="#ctx0" brushRef="#br0" timeOffset="71">13195 3981 8022,'0'-10'-1591,"0"1"1722,0 5-284,0-2-385,0 6 418,0 0 120,0 6 0,0-4-3,0 4 1555,0 1-220,0-6 958,0 6-641,0-7-1355,0 0-436,0 6-15,0-5 159,0 12 0,0-10 1,0 7-1,0 1 1,0 1 225,0 3 0,0-1-37,0 0-89,0 7 1,4-6-1,1 6 1,-2-2-1,-1 1 49,-2 3 0,0-4-6,0 4-142,0-5 0,0 2 1,0-6-1,0 1 1,0-1 69,0 0 1,0-5 15,0 1 169,0-7 610,0 10 104,0-12-680,0 6 1,0-9 0,-2-1 0,-1-3 233,-2-2 1,-4 3-472,4-5-109,-6 7 1,9-5 0,-4 5 0,1-3-126,1-2 156,-7 5-806,9-10-583,-4 12 991,6-6-223,0 7 673,0 0 0,6 2 155,3 3 1,-1-4-60,2 4 0,-1-3 0,6-2 0,-1 0-37,0 0 1,0 0-264,0 0-82,1 0 1,-1-5 0,0-1-1460,0-2 1115,0-2 290,1 2 311,-7 2 0,-65 6 0,-22 0 0</inkml:trace>
  <inkml:trace contextRef="#ctx0" brushRef="#br0" timeOffset="72">25990 4535 8000,'-7'-2'5068,"2"-2"-2779,-3 2-572,6-10-1177,-4 4 1,6-2 0,0 1 0,0-2 1036,0-2-1499,0-1 0,0 0 0,0-1 0,2 1 0,1-2 50,2-3 0,-1-1-95,-4-4 1,0-3 0,0 4 0,0-4-250,0-2 0,2 1-211,3-1 290,-4 7 0,5 0 0,-6 5 0,0-2 161,0 1 64,0 3-167,0 7-357,0 1 0,0 9 25,0 3 197,0-4 1,0 12 0,0-4-1,0 4 118,0 1 1,-4 1 170,-1-1-76,0 0 1,1 0 0,-1 0-1,0-1 1,0-2-25,1-1 28,-1-1 122,5 5 0,-5-4 633,0-1 368,1-6-961,4 4 0,0-9 0,0-3 0,0-4 208,0-4-179,0-1-366,0 0 1,0 0-501,0-1 1,1 3 402,4 2 73,-3 4 1,10 6 0,-2 0-1,2 0-270,2 0-600,1 0 624,-1 0 0,0 0 0,0 0 0,1 2-680,-1 2 1,-6-1-1573,-4 7 2694,-2-7 0,-15 29 0,-2-1 0</inkml:trace>
  <inkml:trace contextRef="#ctx0" brushRef="#br0" timeOffset="73">16806 16832 7900,'-8'-6'784,"2"3"1,7-5-306,4 2 1,3-1-1,6 4 1,0-2-254,0 2 1,2 2-104,3 1 0,3 0 0,8 0 0,2 0 0,4 1 0,4 2 62,4 2 0,10 0 1,1-5-1,7 0-68,2 0 0,-4 0 98,2 0-229,-4 0 1,-1 0 0,-1 0 0,-3 1 0,-2 3 16,-2 0 0,5 1-151,-2-5 190,3 0 1,2 0 0,-2 0-1,-1 0 1,-2 0 62,2 0 1,1 0 211,2 0-241,0 0 0,0 5 0,0 0 0,1-2 0,0-2 60,-1-1 1,2 0 16,-12 0-158,7 0 1,-8 0-1,4 0 1,-2 0-1,-6 0-145,-2 0 1,-7 0-68,5 0 140,0 0 0,0 5 0,0 0 1,1-2-1,2-2-272,2-1 1,-1 0 452,1 0-124,0 0 0,4 0 0,2 0 0,0 0 1,2 0 1,-1 0 0,-2 0 109,4 0-94,-6 0 0,7 0 0,-5 0 1,-4 0-1,-3 0 26,-3 0 1,1 0-34,9 0 28,-4 0 1,5 5 0,-5 0 0,2-2 0,5-1 206,4-2 1,-8 0 71,5 0-238,0 0 0,-3 0 0,5 0 1,-2 0-1,0 0 45,-1 0 0,-2 0-67,-6 0 1,-1 0-71,1 0 1,-7 0-1,-3 0 1,-3 0-95,-1 0 0,-5 0-182,-1 0-235,-5 0 240,-4 0 1,-9-2-82,-10-3-60,-3 4 1,-8-6-1,-4 7 1,-7 0 444,-5 0 0,-45 0 0,35 0 0,0 0 0</inkml:trace>
  <inkml:trace contextRef="#ctx0" brushRef="#br0" timeOffset="74">17559 17387 7198,'0'-8'3153,"0"1"-1835,0 7 43,0 0-1242,-6 0 0,-2 0-189,-6 0 55,0 0 1,-1 0-1,3 2 1,1 3-5,1 4 0,7-1 33,-2 2 23,-2-1 0,5 5 0,-3 1 0,4 0 0,-1 3 79,-3 1 0,4 4 165,-4-4-212,3 7 1,2-4 0,0 6 0,0-1 0,2-2 185,3-1 1,-4-2-110,4 2-70,-3 3 1,-2-10 0,0 5 0,0-1 59,0-4 53,0-1-1036,0-2-604,0-6-1550,0-2 3001,0-18 0,19-61 0,-8 23 0,1 0 0</inkml:trace>
  <inkml:trace contextRef="#ctx0" brushRef="#br0" timeOffset="75">17446 17643 8186,'-8'-10'879,"3"1"1,-1 4 276,1-5 1514,0 7-1131,5-3-1802,0 6 143,6 0 0,2 0 0,7 0 1,-1-2-1,0-1-539,0-2 1,0 1-38,1 4 0,0 0-25,4 0 721,-9 0 0,40 6 0,-2 2 0</inkml:trace>
  <inkml:trace contextRef="#ctx0" brushRef="#br0" timeOffset="76">17815 17571 8223,'8'-14'1100,"-2"0"1,-6 0-372,0 0 1,-1 4 87,-4 1 0,2 6 1,-6-2-159,-3 3 0,0 2-530,-2 0 1,-1 2-103,1 3 0,0 7 1,1 7-1,2 0 6,2 2 1,-1 1-414,-4 6 212,6-6 1,2 4 0,4-6 0,-1 2 0,-2 2-359,2-2 1,2-1 398,1-7 0,1-2 109,4-2 0,4 1 1,9-6-6,1-2 1,0-2-58,-5-1 108,0-6 1,0-2 0,1-8 0,-1-1-1,0-4-103,0-1 1,-1 3-152,-4-4 163,4 5 0,-11-7 0,2 6 0,-2 2-62,-2 1-151,0 2 189,-6 6 0,2 3 1,-3 10-1,0 4 1,2 6 341,-1 3 1,5-2-9,-4 3-58,3 3 1,2-6-1,0 3 1,0-3 0,0-2 88,0 0 1,2-1-68,3-4-235,2 4 1,3-11 0,-1 4 0,3-1 0,2-1-244,5 0 0,-4-9-363,4-5 452,-3-2 0,3-4 0,2-1 0,-1-4 0,2 1-246,0-1 1,-3-3 414,5 5 36,0 0 1,0 5 0,-2 2 0,-2 2 0,-1 5 216,2 4 1,-10 2-111,3 4 18,-3 3 1,2 6 0,-4 2 0,-4 1 0,-4 4 412,-1 1 1,0-5-73,0 2-463,0-3 0,0-2 1,-1 1-1,-4-3 0,-4-1-146,-4-1 0,-1-7-16,0 2 1,-2-4 65,-3-1 0,3 0 0,-3 0 0,3 0-239,2 0 0,0 0 313,0 0-198,6 0 1,1-1-138,7-4 1,7-1 492,2-4 0,9-1-111,1 6 0,6-4 1,-3 2-1,2 1 69,-1 0 1,1-5-132,4 1 16,1-2 0,-1-4 0,1-2 0,-1-2 1,2-2-149,3-3 0,-9-2 114,0-2 0,-7 6-142,-3-1 0,-4 0 1,-2-3-1,-2 4-41,-3 4 1,-3 8 32,-5 1 287,4 7 1,-7-3 0,3 6 0,-4 0 42,-4 0 1,4 6 402,-1 3-344,7 10 1,-8-3-1,5 5 1,-1-1-1,1 2 816,3 1 0,1 3-396,2-2 1,0-3-279,0-2 1,0 1-1,2 1-371,3 1 0,3-5 75,6 2 1,5-5-309,0-4 1,4-4-1,-2-6 1,-1 0-449,1 0 0,4-6 118,-1-4 315,3-2 1,-4-4 0,1-2-1,0-2 1,-2-1-219,-3 1 0,-3-4-99,-2 5 384,0-6 1,-6 9-1,-3-3 1,-4 3-69,-1 2 1,-1 6 117,-4 4 168,-3 2 1,-6 4 0,0 2 0,0 6 0,-1 2 275,1 3 0,1-6-88,4 1 103,-4-1 1,10 5-1,-5 0 1,2 1 1080,3-1-854,-5 0-439,6 0 0,-2 1 0,8-3 0,6-2-248,2-6 0,3 3-216,-1-3 286,0 1 1,2 0-1,1 0 1,2-2-1,0-2-55,2-1 1,-6 0 67,4 0 42,4 0 0,-8-4 0,4-3 1,-3-1 106,-2-3 1,-1 4 348,-4-3-346,-2 7 1,-7-5-53,0 3 995,0 4-411,0 7 1,0 3 107,0 10-526,-7-3 0,6-6 1,-4-1-1,4 2-66,1 2 0,0-4 60,0 1-46,0-7 0,0 5 706,0-3-331,6-4-610,-5 6 0,6-9 0,-7-3 0,0-6 1,0-5-599,0-3 0,1-6 344,4 1-66,-3 4 0,4-5 0,-4 4 0,1 1 0,3-1-834,2 4 984,1 7 0,7 2 0,2 5 1,2-2-1,1 4 12,-1 4 1,4 3 215,-5 4 52,0 2 0,-5-4 1,0 6-1,-1 1-698,-4-1 59,-2 0 1,-7-4-418,0-1 0,-3-6 1031,-7 2 0,-63-35 0,24 10 0,-1 0 0</inkml:trace>
  <inkml:trace contextRef="#ctx0" brushRef="#br0" timeOffset="77">18228 17529 8269,'1'-8'1615,"4"3"1,9-1-1018,10 1 1,9-1-147,5 1 1,3 4-919,2-4 0,-2 3 0,-3 2 0,-7 0 466,-6 0 0,-29 0 0,-14 0 0</inkml:trace>
  <inkml:trace contextRef="#ctx0" brushRef="#br0" timeOffset="78">5346 16761 8324,'-9'-1'-149,"-1"-4"0,2 2 2282,-1-7-666,3 7-1091,6-3 0,6 6 1,3 0 181,4 0 1,3 0-324,3 0 1,-2 0 0,7 0-1,1 0 45,2 0 1,1 0 173,1 0-431,6 0 1,-5 0 0,4-2-1,0-1 1,0-2 179,3 2 0,-1 2-201,2 1 1,3-7 0,-5 6 0,7-4 0,1 2 0,2 0 30,1-2 0,-1 0 34,-8 5-7,10-6 0,-11 4 0,11-3 1,-2 4-1,0 1 90,1 0 1,0 0-28,-4 0-75,6 0 1,-5 0-1,4 0 1,-3 0 0,1 0 19,2 0 0,5 0 44,-1 0-87,-3 0 0,7 0 1,-4 0-1,5 0 1,3 0 71,1 0 0,-4 0-16,-5 0-97,0 0 1,5 0-1,0 0 1,-2 0 0,-2 0 14,-6 0 0,-1 0-140,1 0 140,-3 0 0,1 1 0,-9 3 0,0 0 1,1-1-10,2-1 1,2-2 48,2 0-38,-7 0 1,5 0 0,-3 0 0,3 0 0,0 0-92,-3 0 1,2 0 91,-7 0-71,0 0 1,0 0 0,2 0 0,0 0 0,1 0-200,0 0 1,2-5-106,5 1 323,0-1 1,1 5 0,2 0 0,3 0-1,3 0-118,6 0 0,-1 0 231,5 0-43,-10 0 0,3 0 1,-1 0-1,4 0 0,4 0-9,-2 0 1,-2 0 169,-1 0-145,7-6 1,0 4 0,6-4-1,-2 1 1,-2 0 138,2 2 0,2-3-21,1 1-166,-13-6 0,2 9 0,-13-2 0,1 0 0,-1 1-80,1-1 0,-1-6 123,-4 5 20,-1-6 0,3 10 0,0-6 0,4 3 0,0-1-8,0 2 1,5-4 272,-2 3-291,3-1 1,4 3-1,1-1 1,2-2-1,-2 2 88,-2 2 1,-6 1 101,0 0-222,-12 0 0,1 0 0,-13 0 0,1 0 0,-1 0-280,1 0 335,-1 0-399,-6 0 2,-1 0 298,-13 0 42,-2 0 0,-8 0 158,-2 0 0,0 0-942,-5 0 488,6-7 1,-10 6-1,4-4 1,-4 3-1,-1 2-910,0 0 0,-7 0-958,-3 0 1056,4 0 1117,-7 0 0,-39 32 0,24-12 0,0 0 0</inkml:trace>
  <inkml:trace contextRef="#ctx0" brushRef="#br0" timeOffset="79">24981 15979 8111,'-8'-9'1410,"3"-1"1870,4-1-2690,1-1 1,-2 4-50,-3 3 0,-2 5-416,-8 5 1,1-4-126,0 4 0,-5-3 1,-2-2-1,1 0-459,-1 0 1,-2-2 306,4-3 1,0 2 0,5-6 0,1-2-121,3-2 0,4-1-74,6 0 261,0-1 0,6 1 1,5 0-1,5 0 0,3 1 185,-1 4 0,-3-3 519,0 8-368,-1-7 1,0 9-217,0-3 0,-6 5 91,-3 5 51,-4 3 0,-1 6 0,0 2 0,0 3 0,0 5 334,0 3 0,0 1-203,0 0-182,0 1 1,0-1 0,0 1-1,0-1 1,0 1-64,0-1 0,-4 0-558,-1 1 431,-6-7 1,5-1-1,-5-7 1,1 0 0,-1-1-38,-2-4 1,-1-3-536,0-6 437,-7 0 1,4-1 0,-5-4 0,1-4 0,4-4-134,1-1 1,7 1 571,-1 4 448,7-4-175,-10 5-444,12-6-82,-5 6 0,7 2 0,4 6 0,4 0 0,4 0 104,1 0 1,2 0-250,3 0 129,-3 0 0,11 0 0,-4 0 1,4 0-1,3 0-215,3 0 1,-1-5 21,6 0 159,0 0 0,-2 1 1,-1-1-1,-2 0 1,0 0-41,-1 1 1,-7-1 57,-1 5 156,-7-6 1,4 4-1,-7-3 745,0 4-425,-6 1 111,-2 0 1,-6-2 51,0-3-358,0 4 159,0-5-604,0 6 1,-1 0-1008,-4 0 968,3 0 1,-10 0-1,2 0 1,-2 1-1,-2 2-301,-1 2 0,-4 6 494,0-1 16,0-4 1,5 5 0,0-5 0,0 2 45,0 3 0,-1 0 47,1-1 41,6 2 1,2-8 0,7 3 318,4 0 1,8 2 2,6-4-355,0 0 1,1-7-1,4-1 1,1-3-1,-1-2 76,-5-3 1,1-2 64,-1-1-194,0 0 0,-4-5 0,-1-2 1,0-1-1,-1-3-183,-4-2 0,-3-6-106,-6 0 217,0 6 0,0 1 0,0 7 1,-1 4-1,-2 2-267,-2 4-241,0 5 458,-1-2 0,3 12 1,-5 4-1,0 4 0,2 3 366,-1 2 0,1 5 4,1-5-79,4 6 1,-6-4-1,7 4 1,0-3 0,2-1 247,3-4 1,3 4-86,6-2-322,0 0 0,0-5 0,2 0 0,1-1 0,4-2 74,1-2 0,0-6-378,2 2 215,3-3 0,-10-2 0,5-2 0,0-3 1,-1-4-14,-1-4 1,-1-6 173,-4 0-94,-1-6 1,-5 8 0,-1-5 0,-1 1-1,-4 4 24,-2 1-6,-1 2-52,0-1 0,-6 8 0,-4 2 0,-4 3 0,-3 4-293,-2 3 0,0 2-54,5 8 386,0-1 0,-1 5 1,3 0-1,2-2 1,4-1 77,0-2 0,4 0-73,-3 1 1,4-1-18,1 0 0,6 0 0,5-1 52,6-4 1,-1-2-133,3-7 84,3 0 1,0 0 0,7 0 0,-1-2 0,1-3-26,-1-4 1,5-4-3,0-1 36,1 0 1,-11 0 0,-1 1 0,-1 2 0,-4 3 44,-1 2 0,-2 1-57,1 5 22,-1 0 0,-5 0 0,1 0 201,1 0 0,-5 2 62,-1 2-153,-4-2 0,-1 6 94,0-3 80,0-4-167,0 5-77,0-6 2146,0 0-1400,-6 0-808,5 0-134,-6 0 0,6 0 1,-2-1-1189,-2-4 1072,-6 4 0,8-6 0,-7 7 1,-1 0-291,-2 0 0,-1 5 372,0 0 1,4 4 0,3-3 0,-1 1-167,0-1 210,5 5 161,-4-3 1,3 2-1,0-1 59,6 2 0,4-5-10,9-1-52,-1-3 0,0-2 0,0 0 0,0 0-25,1 0 0,-1-5 192,0 0-130,-6 1 1,3 2-1,-5-1-431,2-2 211,-5 0 404,10 5 1,-11 2-44,2 3 0,-1-2-185,2 6-242,-3-6 1,6 5-1,-4-5 1,4 4-1033,0 1 1,5-5-1632,-4 2 1440,4-4 1447,1-1 0,38-12 0,10-4 0</inkml:trace>
  <inkml:trace contextRef="#ctx0" brushRef="#br0" timeOffset="80">26474 16093 8231,'0'-14'0,"0"0"0,0-1 886,0 1 0,0 0-88,0 0 0,5-1 1,1 1 17,2 0 1,-3 5-155,4-1-590,-6 7 1,8-5 0,-4 5 0,0-2-140,5 2 215,7 8 0,-4 1-120,4 4 0,-3 2 0,-2-2 0,-1 2-215,-4 2 1,2 1-112,-6-1 244,0 0 1,0 0-1,-1 1 1,0-1 106,-3 0 1,-1 0 95,0 0-44,0 1 1,0-1 0,0 0 0,0 0 273,0 1 0,2-6-83,2 0-52,-2 1 0,11 4 0,-4-1 0,2-2 78,-1-2 1,1-4-118,-7 5-386,1-7 325,2 3 1,-12-6-507,0 0 100,-12 0 0,-7 0 0,-9 0 0,-4 0 0,1 0-1212,3 0 0,3 0-974,2 0 1678,-1 0 0,7 0 0,3 0 770,3 0 0,34 6 0,7 2 0</inkml:trace>
  <inkml:trace contextRef="#ctx0" brushRef="#br0" timeOffset="81">27355 16065 7978,'-14'0'88,"5"0"1,-1 0 0,-1-2 0,-1-1 1247,-3-2-546,7 0 1,0 5-1,7 0 1,2-1 610,11-4 0,2 3-1180,9-2 0,3 2 0,5 2 0,4 0 50,1 0 1,1-5-48,1 1 1,1-1-245,-6 5 1,1-2-1,-6-1 1,-1-2-257,-4 2 215,-8 2 1,-4-6-253,-6-2-29,-1-4 1,-12-1 0,-6 0-1,-8 0 12,-5-1 0,3 3 0,2 1 0,2 3-8,2 1 1,7 3-75,2 4 162,6 0 1,3 6 0,9 4 0,4 2 779,1 2 1,0 1-125,1-1 0,3 0-320,1 0 1,-1 0 0,-7 1 0,-2-3 52,2-2 1,-4 2-1167,-3-2 584,-2 3 1,-2 1 0,-2 0 0,-2 0-1289,-6 0 1,2-1 1730,-1-3 0,-1 8 0,-4-2 0</inkml:trace>
  <inkml:trace contextRef="#ctx0" brushRef="#br0" timeOffset="82">28521 15965 7988,'0'-14'1050,"0"0"1222,0-1-1131,0 7 1,0 1 515,0 2-1481,0 3 0,0-2 1,0 8-1,-1 7 113,-4 7 0,3-1 1,-2 7-1,0 1-111,0 2 0,2 0-57,-3-4-104,4 4 1,1-6 0,0 4 0,0-3 0,1 0-200,4 0 0,3-4-238,6 1 331,0-10 1,5 2 0,2-6 0,-1-2 0,1-1-214,-4-2 1,4-8 32,-2-6 231,0-1 0,-5-7 1,0 5-1,0-4 1,-1 1-27,-3-1 0,1 2 331,-7 5 76,1 0 0,-5 0-463,0 0-190,0 6 422,0 8 1,0 9 0,-1 9-1,-3 0 190,0 0 1,-1-2-257,5-2-72,0 0 1,0-4 0,0-1 0,0 2 0,2 0-418,2-1 11,4 2 317,6-10 0,1 4 0,-1-6 1,2 0-1,1 0-302,2 0 0,0 0 123,-5 0 240,0-6 1,1 3 0,-1-5-1,0 1 1,-1 3 980,-4-3-549,4 6 280,-12-5-131,6 6 0,-7 1-23,0 4-418,0-4 1,0 7 0,0-3 106,0 5-1121,0-4 446,0 6 1,-2-10-284,-3 3 840,4-4-90,-6-1 0,9-4 0,1-3 0,3-1 0,1-3-90,-1-1 1,5 2 299,-1 1-126,-4-1 1,7 1-1,-4 1 1,4 2 110,1 2 0,-5 3-90,1 1 29,-1 0 0,1 0 0,-2 1 0,0 4 0,0 3 251,3 0 0,-3 5-217,1-4-150,-6 4 1,10-1 0,-5-1 0,1-3 0,1 0-445,1 0 270,-5-5 1,7 4-1,-4-7 1,4 0-311,1 0 0,0-7 364,0-2 0,1-4 1,-1-3-1,0-3-32,0-4 1,-4 1 327,-1-2-152,-6 0 0,8 2 0,-6 3 0,-2 3 814,-1 2-514,-2 0-350,0 6 0,-2 2 0,-1 7 0,-3 4 367,-2 4 0,5 4-11,-2 1-278,-3 1 0,7-1 0,-4 0 0,2 0 0,0 0-29,-2 1 1,0-1-102,5 0 78,0 0 0,0-4 0,0-1 0,2 2-451,2 2 1,-2-4-159,3 1 569,-4-7 0,1 3 1,3-6 341,4 0 1,2-1-255,-1-4-88,2-3 0,-4-6 1,6-2-1,1-1 0,-1-2-43,0 1 1,-1 3 133,-4 0-29,4 8 1,-7-6-676,4 3 771,-4 4-126,-6 0 1,-2 7 0,-2 3 0,-6 2 112,-3 2 1,-1 1-108,0 5-111,0-6 1,1 5 0,2-5 0,3 1 0,0-1-215,0-1 0,5 4 522,-1-2-48,8-3 1,6 5-1,7-4 1,4-1 0,1 2 227,3 0 1,2-5-141,1 2-149,1-4 1,-7-1 0,-3 0 0,-3 0 360,-2 0-2231,-6 0 949,-2 0 1,-7-1 0,-4-2-1,-6-2 832,-7 2 0,-48-11 0,24 6 0,0 0 0</inkml:trace>
  <inkml:trace contextRef="#ctx0" brushRef="#br0" timeOffset="83">24938 16676 8268,'0'-10'2404,"0"1"-1626,0 6 469,0-4-229,0 7-851,0 0 0,2-4 1,3-1-1,4 2 1,5 1-1,5 2 0,7 0 501,5 0 1,7 0-462,10 0 1,8 5-1,9 0 1,2-1 150,-1 3 0,-5-4-224,6 6 8,-7-5 1,8 7 0,-7-7-1,-1 1 1,-1 0 193,-2 0 0,4-1-319,1-4-26,0 0 0,-6 0 1,3 0-1,1 0 0,5 0-109,4 0 1,-7 0 146,4 0-40,-6 0 0,0 0 0,0 0 0,-3 0 1,0 0-38,-3 0 1,-7 0 102,0 0-96,4 0 1,-2 0 0,5-1 0,-4-2 0,1-2 27,-1 2 1,-2-4-32,4 3 83,0-1 0,11 5 0,2 0 0,1 0 1,2 0 202,5 0 0,-13 0 181,2 0-321,-13 0 1,-2 1 0,-8 4 0,-1 3 0,2 2-8,1-1 0,2-4-426,-1 4 356,7-6 1,0 8-1,5-6 1,-2 0-1,0 0 123,-1-1 0,-2 1-139,-7-5-296,-5 0-265,-9 0 296,-14 0-55,-7 0 1,-15 0-1,-6 0 1,-9 0-1,-5 0-1618,-5 0 0,-10 0-1552,-9 0 1749,-3 0 1592,-15 0 1,0 3 0,-8 0 0,18 0 0,0 0 0,0-1-1</inkml:trace>
  <inkml:trace contextRef="#ctx0" brushRef="#br0" timeOffset="84">24668 17344 7981,'0'-14'745,"0"4"0,0 1 1348,0-2-1716,0 4 1,0 3 0,0 8 0,0 8 0,0 3-1,0 6 329,0 1 1,0-3 0,0 5-1,0 1 31,0 2-689,0 8 0,0-5 0,0 1 0,2-4 0,3-3-106,4 1 0,4 2-59,1 1 0,6-6-25,4-3 1,-2-4-1,2-4 1,0-4-432,-2 0 0,3-2-512,-6-5 613,-6 0 1,-1-7-1,-4-2 1,0-4-1199,-3-1 1,-4 0-648,-1-1 2317,-6-5 0,-27-3 0,-11-1 0,-7-6 0,1-1 0</inkml:trace>
  <inkml:trace contextRef="#ctx0" brushRef="#br0" timeOffset="85">24640 17586 7981,'-14'0'0,"4"0"393,1 0 296,5 0 0,1 0 405,13 0 0,6-2 39,12-3-963,0 4 1,1-10 0,-1 6 0,1 0-1,-1 1-1422,1-1 1,-6-2 607,1 3-363,-13 2 1,6-6-1,-12 4 1007,-2-6 0,-31-5 0,-18-2 0,-1-1 0,-1-1 0</inkml:trace>
  <inkml:trace contextRef="#ctx0" brushRef="#br0" timeOffset="86">24654 17415 7981,'-14'0'251,"0"-6"1,1 3 194,3-7 0,4 5-170,6-4 1,2 4 0,4-4 0,7-2 390,4-2 1,7 0-733,-5 4-194,6-4 0,-4 12 0,4-6 0,-3 3 259,-2-1 0,12 6 0,-2 7 0</inkml:trace>
  <inkml:trace contextRef="#ctx0" brushRef="#br0" timeOffset="87">24981 17486 7981,'6'8'1734,"2"-2"-614,6-6-431,1 7 0,-1-1 0,-1 5 1,-2-3 222,-2-2 0,-1 5-825,1-1 1,4 2 0,-3 4 0,1 2-367,-2 1 0,4 0 217,-4-5 0,-1-2-168,2-2 0,-6 3 0,6-6-1640,1 1 679,1-1 927,3-7 1,-1-7-1,-1-4 1,-2-6-27,-2-7 1,1-1 393,4 1-118,0-3 1,-5 7 0,1-4 0,-1 4-1,-1 1 300,-3 0 1,1 5 661,-1 4 456,0 7-1019,-5-10 1,-5 13-65,0 0-309,1 7 0,-1 7 0,0 0 1,2 0-1,1 0 98,2 1 0,2-1-29,3 0-154,3 0 1,3-1-1,1-2 1,4-3 0,2 0-58,2 0 0,-4-5-100,3 2 215,3-4 1,-5-2-1,5-4 1,-1-5-1,-4-2-115,-1-3 0,-3 1 108,-4 0 1,4 0 1,-12-2-1,4-1 1,-3-2-9,-2 1 0,-7 4 47,-2 5-1,-4 2 0,-1 7 0,0 0 0,0 2 0,0 3 107,-1 4 0,1 4-25,0 1 51,0 0 0,1 5 0,2 2 0,3-1 0,2 1 155,3-4 1,1 4-93,2-2-282,0 0 1,8-5 0,5 0 0,4-1 0,2-4-151,1-4 0,-2-4 238,5-1-127,-5 0 0,7-6 1,-4-3-1,-1-4 0,1-1-620,-4 0 1,-1-1 418,-2 1 354,0 0 1,5 0 0,0 1 0,-1 4 370,-3 4 0,-5 3-86,-1 2-32,-5 0 1,2 2-1,-6 3 1,0 4 0,0 4 602,0 1 1,0 0-279,0 0-520,0 1 0,0-1 0,0 0 0,0 0-239,0 0-787,0-6 505,0-1 0,0-4-46,0-3 0,0-3-157,0-12 466,0-5 0,5 4 0,1-4 0,2 1 0,3 0-347,2 1 616,1 2 130,0 2 0,0 5 0,0 1 0,1 2 603,-1 2 0,-2 4-227,-2 5-385,3 3 1,-10 6 0,5 2 0,-2 1 0,-3 2-382,-1-1 0,-1-2 151,4-2-1019,-3 0 1,4-5 0,-6 1-3231,0 1 4244,0-5 0,-6 7 0,-2-5 0</inkml:trace>
  <inkml:trace contextRef="#ctx0" brushRef="#br0" timeOffset="88">26829 17372 8163,'-4'-14'1069,"-1"0"0,0 1 706,-1 4-1504,-2-4 1,-2 12 0,1-4-1,-2 3 1,-2 2 0,-1 0 0,0 2 430,0 3 1,-1 3-623,1 6 1,2 5 0,0 1 0,3 1 88,-2-1 1,5 6 38,1-3 0,3-1 0,2 2 0,0 1 290,0 2 0,0 2-274,0-1 0,0 1 0,0-1 0,0-1 49,0-3 1,0 1-265,0-6 1,0 1-359,0-1 1,0-8 0,0 4-672,0-3 648,0-5-432,0-1 1,0-8-1,0-2 1,0-6-1881,0-3 0,-1-2 1699,-4-4 985,3-3 0,-11-23 0,-5-8 0,2-5 0,0 0 0</inkml:trace>
  <inkml:trace contextRef="#ctx0" brushRef="#br0" timeOffset="89">26517 17500 7927,'-7'8'1834,"6"-1"-1086,-6-7 0,7 1-48,0 4 0,2-3 0,3 2 0,4-2-169,4-2 1,1 0-137,0 0-438,7 0 0,1 0 1,8 0-1,1 0 1,4-2-583,2-2 1,-6-3 525,2-2-360,-3-4 0,-6 10 0,-2-5 0,-1 0-745,-4 0 1904,-1-1-570,-8 1 0,-4-3 0,-8 6 0,-6 2 0,-2 1 261,-3 2 0,-5 0-47,-4 0-235,4 7 0,-7-4 1,5 6-1,0 1 1,3-1 47,3 1 1,2-1-20,-1 5-181,7 1 1,1-3 0,3-1 0,0-1 0,1 1-205,1 1 0,7-2 191,-1-1-41,7-5 0,-3 2 0,7-6 0,0 0 0,3 0-99,1 0 1,0-5 392,-5 0-148,0-6 1,-1 8-1,-2-5 1,-2 0 938,2 1-593,2 3-71,-5-2 0,0 6 0,-5 2 845,2 2-1037,-1 4 0,-4 6 0,0 1 0,0-1 0,0 0-82,0 0-943,7 1 602,1-1 1,1-2 0,1-2 0,1-5-511,1-4 0,2-1 396,1 0 1,-1-6 195,0-4 1,5-2-1,2-4 1,1-1 326,3-2 1,0 0-56,-1 4 187,3 8 0,-11-6 0,4 5 0,-1 0 532,0 3 1,0 5-432,-5 5 0,-4-2-141,-1 7 0,-6-1 0,2 5 0,-3 2 119,-2 3 0,-2-3-385,-3 3 12,4-3 1,-12-7 0,4 1 0,-4-1 0,-1-1-357,0-3 0,-5 1-611,0-1 758,-7 0 0,11-5 0,-4 0 0,3 0 1,2 0-202,-1 0 0,6 0-43,-1 0 422,7 0 1,-1 0 553,8 0 1,9-5-9,6 0-297,6-6 1,-7 8 0,5-5 0,3 0 0,-1 0-101,-1-3 0,2-1-187,-2-3 1,1 1 59,-1 0 0,3-2 1,-5-1-1,0-2-283,-3 1 1,-3 3 29,-2 0 180,-6 1 1,3 0-1,-6 0 336,-2 0-130,-1 6 1,-4 1-47,-3 7 0,2 0 0,-6 2 185,-2 3 1,-1-2-54,3 6 94,-4 1 1,10 4-1,-5 0 1,2 0-1,3 1 697,1-1 0,1 5-590,-4 0 0,3 0-192,-2-5 0,7 0 0,3 0 1,2 1 123,3-1 0,3-2-331,5-2-37,3 3 1,2-12-1,1 4 1,2-4 0,2-1-507,-3 0 0,0-1 24,2-4 1,-4-3 280,0-6 1,-7 0 0,2 0 0,-5-1-106,-4 1 1,1 0 109,-7 0 196,1-1 1,-5 6 0,-1 1 0,-4 2 121,-5 3 1,2 1 116,-1 2-2,-1 0 0,-4 0 0,0 2 0,0 1 273,0 2 0,6 6 25,3-2-317,-3 4 1,6-4 0,-2 1 0,2 1 89,2 1 0,6 1-303,4-4 1,3 3-32,1-8 1,5 6 0,1-6-1,2 0-395,4-3 1,-4-1-166,2 0 532,-7 0 0,5-1 0,-5-4 1,2-3-1,-1-1 297,-2-1 10,-2 1 0,-2-6 362,-2 1 317,-4 6-436,-6 2 0,0 8 187,0 2 0,-5 4 89,1 6-631,-1-6-1,5 5 1,0-4 0,-2 4-87,-2 1 0,2-4-97,-3-1-87,4-6 1,1 5 87,0-3-284,0-3 1,0-7-1,0-11-425,0-5 1,0 4 290,0-2 362,6-3 0,-3 6 0,7-3 0,1 5-125,1 5 1,-2-2-68,-1 6 507,1 0 1,4 5 0,0 0 0,0 0 0,1 0-55,-1 0 0,-5 5-1427,1 0-526,-7-1 111,10 3 1748,-12-6 0,-20-1 0,-12-8 0</inkml:trace>
  <inkml:trace contextRef="#ctx0" brushRef="#br0" timeOffset="90">27355 17543 8163,'-9'0'656,"-1"0"1,7-2 436,-1-2 0,4 2-699,4-3 0,6-1 0,9 0 0,6-2 47,7-3 1,-2 0-2866,3 1 2424,-3-2 0,-2-3 0,1-7 0</inkml:trace>
  <inkml:trace contextRef="#ctx0" brushRef="#br0" timeOffset="91">18029 5004 8017,'7'-9'1023,"0"-1"516,-1-1-800,-4-1 1,6 4 1081,-4 3-1575,-2 3 0,4 9 0,-6 2 0,0 5 304,0 5 0,0-1-392,0 5 1,0 1 0,0 4-1,0 1 128,0-1 1,-1-1-146,-4-3 1,3 3 0,-2-4-1,0 4 112,0 2 1,2-2-609,-3-4 1,4-2-203,1-7 1,-2 0 0,-1 0-2923,-2 1 565,1-7 347,4-2 2567,6-12 0,2-53 0,6-18 0</inkml:trace>
  <inkml:trace contextRef="#ctx0" brushRef="#br0" timeOffset="92">18057 5061 8024,'0'-16'13,"0"-3"1,0 3 516,0-2 1,0 2 267,0 2 0,2 4 0,2 1 0,7-1-79,7 2 0,4-3-363,6 6-251,1 1 1,1 4 0,1 0-1,6 0 1,1 0 2,1 0 0,1 0 38,-7 0-183,-3 6 1,1-3 0,-5 5 0,-1-2 0,-5-1-336,-2 1 0,-9-4 51,1 3 266,-7-4 1,8 1 0,-5 1 113,2 2 0,-5 1-89,2-1 151,-3-4 1,-2 7 154,0-3 0,0 3 573,0 6-600,0 0 1,0 1-1,0-1 1,0 2-1,0 3 515,0 4 0,0-1-105,0 2-554,0 0 1,0 4-1,0 1 1,0-1 0,0-1-7,0-3 0,0 1-86,0-6-12,0 6 0,0-9 0,0 3 0,0-3 111,0-2 0,-7-6-27,-2-3 49,-16 2 1,7-5 0,-7 3 0,3-4-1,-2-1 91,-3 0 0,-1 0 83,-1 0-640,-5 0 1,4 0 0,-4 0 0,4 0 0,0 0-455,-3 0 1,8-4-537,-3-1 628,9 0 1,-2 5-1,7-1-2477,0-4 1156,-1 3 1357,8-4 0,2 4 658,10-2 0,21-36 0,12-14 0</inkml:trace>
  <inkml:trace contextRef="#ctx0" brushRef="#br0" timeOffset="93">18085 5089 8091,'2'-15'0,"3"-4"0,-4 3 1400,4-3-536,-3 3 1,-1 4 23,4 2 0,-2 5 16,7 10-642,-7 3 0,5 8 0,-4 1 0,4 4 0,2 1 536,-1 3 0,1 2-132,4 1-445,6-6 0,-4 5 0,5-3 0,-2 1 0,1 1 61,2-3 1,1-1-212,0 2-323,-2-3 1,-7-7-1,0-2 1,-1 0-1,-2-5-2008,-2 0 1026,-5-3 788,2-4 1,-1-1-1,-1-4 1,-1-4 0,-1-6-979,-2-4 0,0 1-314,0-11 1508,0 4 1,0-10 0,0 5-1,0-2 1,0-2 142,0-3 1,2 6-113,2-2 431,-2 9 1,6-1 0,-5 6 2995,2 1-1722,0 9-861,-5 3 0,-2 18 0,-3 6 0,-4 4 672,-4 1 0,-3 1-625,-3 4-331,4 1 1,-12-1-1,5-1 1,-2 0-1,0 0 219,-1 3 0,-2-3-573,-1-4 21,-1 1 0,1 0 0,1-2 0,3-2 0,5-4-569,3-5 1,4-3-1412,2-3 142,-2-3 0,12 2 1810,0-8 0,38-23 0,15-11 0</inkml:trace>
  <inkml:trace contextRef="#ctx0" brushRef="#br0" timeOffset="94">19322 5075 8050,'2'-9'1078,"1"-1"32,2-1 0,1 5-800,-1 1 0,-4 5 1,4 5-1,-3 6 1,-2 5-1,-2 4 274,-3 2 1,4 7 0,-4 4 0,4 0-369,1 2 1,-2-5-157,-3 3 1,4-3 0,-4-1 0,3-1-75,2 0 0,0-1-957,0-3 262,0-3 0,0-12-123,0 0 1,0-7-215,0-2 580,0-6 1,0-13-1,0-2 1,2-1-1,1-5-256,2-4 1,0 1 422,-5-3 380,0-4 0,0 9 1,0-2-1,0 4 1,0 3 292,0 1 0,0 1 1243,0 7-1226,6 0 0,-3 4 0,7 2 0,1 2 0,3 3 654,5 1 0,-2 2-833,7 0-104,0 0 0,9 0 1,0 0-1,0 0 1,0 0 41,0 0 1,5 0-188,-5 0 33,-6 0 1,-1 0 0,-6 0 0,1 0 0,-1 2-192,-2 3 260,-9-4 83,-3 5 0,-6-4-133,0 3 0,0-2 30,0 6 59,0 1 1,0 4-1,0 0 1,0 1 0,-1-1 119,-4 0 0,4 7 183,-4 2-282,3-2 0,2 6 0,0-4 0,0 4 0,0 2 146,0-1 0,0-4-272,0-1 39,0-5 0,0 7 1,0-6-1,0-2 1,0-1 54,0-2-137,0-6 0,-6 3 131,-4-6 1,-4 0-202,-5-5 0,-1 0 1,-6 0-1,3 0-932,-3 0 343,0-6 1,-3-2 0,1-5 0,-1 2 0,1 1-848,-1-1 1,3-1 437,2-2 819,-3-1 1,10 1-1,-4 0 1,4 0-1,4 1-411,0 4 1,1-4 785,-2 3-81,-1 4 0,6-5 0,1 5 0,0-1 0,2 0 1044,-1-1 505,3 4-1060,4-2 0,1 6 0,2 2 617,2 2 1,6 3-411,-1 2-333,2 10 1,3-9-1,-1 9 1,0-4 0,0 0 182,0-1 0,1-1-228,-1-4-705,6 4 0,-4-5 1,3 4-1,-5-1 1,-3-3-1265,-1-2 1,4 1-30,5-2 692,0-4 987,-5 5 0,32-50 0,8-11 0</inkml:trace>
  <inkml:trace contextRef="#ctx0" brushRef="#br0" timeOffset="95">19649 5175 8098,'-9'-14'0,"-1"-1"0,7 6 2501,-1-1-1288,2 7-937,-4-3 0,4 7 0,-3 4 0,4 6 612,1 7 1,-5 4-118,0 6-579,-6 1 1,5 4-1,-5 0 1,1-1-1,-1-2 131,-1-2 1,-3 0-529,1 1-38,0-7 0,0 3 1,0-6-1,-1-3 1,1-3-1839,0-4 0,4-6 684,1 2 1397,6-3 0,-10-21 0,5-5 0</inkml:trace>
  <inkml:trace contextRef="#ctx0" brushRef="#br0" timeOffset="96">20659 4933 8121,'0'-9'1096,"-2"-1"1167,-2-1-257,2-2-836,-4 6-1153,6 0 0,0 9 0,0 3 0,0 4 256,0 4 1,0 1 0,0 0 0,0 0 145,0 1 1,0 3-267,0 1-105,0 7 1,0-10 0,0 2 0,0 0-1,0-1 14,0 2 0,0 0-43,0-5-67,0 1 0,0-1 1,0 0-1,0 0-173,0 0 1,0-4 85,0-1 93,0-5 0,0 8 0,0-2 12,0 2 1,0 3-6,0-1 8,0-6 0,0 0 0,0-4 0,0 6-62,0 2 0,0-2-118,0-1 62,0-6 1,0 10 121,0-3 89,0 2 70,0-4 723,0-2-484,0-6-77,0 0 1,-7 0 0,-2 0-190,-4 0 0,-1 0-62,0 0-111,-7 0 0,4-4 0,-7-1 0,-1 2 0,-2 1 42,-1 2 0,-2-4-173,-4-1 179,-2 0 0,-8 5 0,-2 0 1,-1 0-1,1 0 3,2 0 1,1 0-147,0 0 54,7 0 0,-4 0 0,7 0 0,3 0 1,3 0-467,4 0 1,5 0 90,-1 0-874,10 0 1,-2 2-2555,6 2 3908,7-2 0,18-2 0,10-8 0</inkml:trace>
  <inkml:trace contextRef="#ctx0" brushRef="#br0" timeOffset="97">17659 5203 8013,'8'-9'2508,"-3"-1"-1039,-4 7-1319,-1-3-160,0 6 0,2 0 0,2 0 0,6 0 1,4 0-1,3 0-1331,2 0 714,13 0 0,-7 1 627,13 4 0,28-4 0,14 0 0,-21 1 0,0 0 0,-1 0 0</inkml:trace>
  <inkml:trace contextRef="#ctx0" brushRef="#br0" timeOffset="98">18796 5274 8018,'-14'-8'93,"5"2"0,-1 6 0,-1 0 0,0-2 1033,2-2 0,-4 2 867,3-3-1781,4 4 1,1 1-1,12 0-266,7 0 0,2 0 58,7 0 0,1-5 0,5 0 0,1 2-102,3 2 1,-3 1-83,3 0 0,-3 1 119,-2 4 0,6-3 0,-1 2 0,-3-1 30,-5 2 0,0-3-11,-6 2 52,0-2 0,-9 3 335,-1 0-218,-6-1 251,4-4 1,-9 0-132,-3 0 1,2 0-81,-6 0-264,-1 0 1,-4 0 0,0-1 0,-2-2 0,-1-2-412,-2 2 0,-8 1 259,-2 2 158,1 0 0,-8-5 0,4 1 0,-1 0 0,1 3-66,2 1 0,2 0 245,-1 0 10,1 0 1,6 0 0,3 0-35,3 0 0,10 0-70,6 0 49,12 0 1,17 1 0,10 3 0,5 0 0,5-1 292,2-1 1,-4 0 65,6 2-289,-8-2 0,0 4 0,-9-6 1,-3 2-1,-6 1 351,-7 2-231,-4 0-304,-8-5 0,-3 0 1,-11 0-36,-9 0 0,0 0-1538,-9 0 1124,-6 0 1,-5 0 0,-4 0 0,2 0 0,3 0 519,2 0 0,-42 6 0,32-2 0,0 0 0</inkml:trace>
  <inkml:trace contextRef="#ctx0" brushRef="#br0" timeOffset="99">17431 4322 8135,'-9'-5'-527,"1"-1"1,2-2 783,3-3 1,-1 4 0,1 1-1,-3 1 782,-2 1-564,5-1-290,-3 5 1,4 0 520,-3 0-514,4 0 1,-6 6 0,7 4 52,0 2 0,0 3-292,0-1 66,-6 0 0,4 2 0,-2 1 1,2 4-1,2 1 215,0 3 1,0 2-139,0 1 0,0 1 1,0-1-1,0 1-66,0-1 1,0 1-25,0-1-13,6 0 0,-4-1 0,4-1 1,-1-3-1,1 1-26,2-2 1,-3 3-159,4-6 108,1 0 0,-1-3 0,1 0 1,1 1-1,2-3-39,1-1 1,5 3-11,0-7 117,0 4 1,-5-4 0,0 1 0,0-1 0,1-1-487,-1-3 0,0 1 20,0-1 174,0 6 1,-4-8 0,-1 5 0,2 0 0,2-2-1283,1 1 1589,1 4 0,11-3 0,4 6 0</inkml:trace>
  <inkml:trace contextRef="#ctx0" brushRef="#br0" timeOffset="100">18725 5317 8120,'-1'-8'-363,"-3"2"163,0-1 570,-1 0 0,5-3 673,0 1-693,0 5-234,0-2 0,6 6 1,4 0-69,2 0 0,3 0 0,0 0 0,6 2-152,7 2 0,2-2 156,8 3-85,0-4 0,10-1 1,-1 2-1,-1 1 0,-3 2 15,-6-2 1,-3-1-53,-11-2 0,-2 0 124,-7 0 37,-6 0 1,-8 0 256,-10 0-281,-2 0 0,-13 0 1,-5 0-1,-5 0 0,-5 0 104,-1 0 1,3 0-57,0 0-33,0 0 1,1 0 0,0 0 0,2 0 0,4 0 89,1 0 1,3-2-19,3-3-3,-3 4 0,12-6 380,-4 7-663,9 0 182,10 0 0,13 0 1,7 0-1,3 0 0,2 0 57,2 0 0,6 0 188,0 0-246,0 0 0,0 5 0,1 0 0,-3-2 0,-1-1 92,-1-2 1,-7 0 12,-3 0 146,-4 0 1,-5 0 0,-4 0 1,-4 0 1,-7 0-105,-14 0-420,-9 0 1,-5-5 0,-9 0-1,-2 2 1,0 1-600,0 2 0,3-4 433,3-1 355,-3 0 1,11 5 0,-4 0 0,6 0 0,4 0-47,10 0 112,8 0 0,15 2 1,10 1-1,13 2 0,9-2 507,6-2 1,9-1 127,5 0-449,-5 0 0,-3 0 0,-5-1 0,-4-2 0,-5-2 1088,-5 2-1010,-11 1-127,-9 2 1,-10 0 0,-14 0-149,-9 0 0,-12 0-32,-7 0-336,-3 0 0,3 0 0,1 0 0,3 0 1,2 0-412,2 0 0,2 0 307,-1 0 0,7 0-227,3 0 1,8 0-903,1 0-73,7 0 1652,10 0 0,40 0 0,21 0 0</inkml:trace>
  <inkml:trace contextRef="#ctx0" brushRef="#br0" timeOffset="101">3981 17372 7901,'0'-14'27,"-4"5"0,-3 1 0,1 0 0,0 0 0,1-1 1082,-1 1 1056,4-5-744,-4 11-1216,6-4 1,4 8 0,1 2 0,0 6-1,0 3 620,-1 1-683,8 6 0,-11-4 0,4 3 0,-2-2 0,0 1 164,2 1 1,0 0 23,-5-5-356,0 0 0,0 5 0,0 0 1,0-2-94,0-1 61,0-8-24,0 5 1,0-13-398,0 0 1,1-11 8,4-8 161,-3 0 0,5 0 0,-3 0 0,0 2 0,-1 1-1499,-1 2 0,3-1 702,0 1 1106,-1 6 0,-16 2 0,-4 6 0</inkml:trace>
  <inkml:trace contextRef="#ctx0" brushRef="#br0" timeOffset="102">4095 17188 7933,'-8'-21'-539,"-4"5"-68,2-3 1,-3-1 1132,-1 1 0,0-5 0,0 7 0,0 3-18,-1 3 0,1 7 0,0 0 0,0 2 15,0 2 0,-2 6-57,-3 4-311,3 2 0,-5 9 0,7 3 0,0 3 0,0 1 312,0 0 1,-4 6-221,4-1-125,-3 0 0,9-3 0,-5 2 0,2 1 0,3-2 225,2-1 1,1-6-304,5 0 51,0-1 0,0 1 0,0 0 0,2-1 0,2 1-71,6 0 1,2-7 209,3 2-120,5-3 0,2-3 0,7-4 1,-1-4-1,2-4 362,3-1 1,2 0-12,3 0-424,3-6 1,-9-2-1,6-8 1,1-3-1,1-4 38,-2-4 1,-8-2 63,-7 1-99,-5 0 1,-3-1 0,-7 1-1,-3-2 1,-6-2 20,-7-1 1,-10-2-751,-1 2 450,-12 3 1,5-5-1,-10 8 1,0 4-1,1 2-649,0 1 1,2 9-915,5-4 1210,-1 11 1,2-3 0,2 9 0,3 4-1,3 8 588,6 9 0,31 35 0,13 10 0</inkml:trace>
  <inkml:trace contextRef="#ctx0" brushRef="#br0" timeOffset="103">4763 17159 7926,'0'-14'30,"0"0"0,0 0 753,0-1 0,0 1-364,0 0 0,0 4 0,-1 1 0,-4-1 0,-4 3 1,-6 2-1,-4 3 296,-4 2 1,1 2 0,-2 3-1,-1 4-279,-2 4 1,-2 1-323,1 0 1,4 5-1,2 0 1,3-2 17,6-1 0,1 3-72,7 0-109,0 0 1,5-5 0,2 1 0,3-1 0,6 0-186,6 0 1,1 0 386,5 1-90,1-1 1,4-5-1,1 1 1,-2-1-1,-4 1 46,-4-1 0,-3 1-191,-2 4 140,1 0 1,-8-4 0,-2-1 0,-3 2-1,-4 2 51,-3 1 1,-2 0-275,-8 0 37,-5 1 1,2-3 0,-4-2-1,0-4 1,2-1-369,-1 0 0,1-1 80,1-4 298,3 0 1,-5 0 0,7-1 0,1-4-206,4-5-16,-4 4 917,12-6 1,-4 10-236,10-3 0,-2-1 181,6 1-386,1 0 0,4 5 0,0 0 0,0 0 0,1 0 18,-1 0 1,0 0-320,0 0 135,1 0 1,4 5 0,-1 0 0,0-2 0,-1-1-242,2-2 1,-3 0 244,3 0 16,-3 0 1,0 0 0,1-2 0,2-1 0,-2-3-13,-1-2 1,-6 0-2,-1-2 7,0-2 1,4 4 0,-2-6 0,-3-1 173,-2 1 226,-1 0-103,-5 0-433,0 6 578,0 1 0,0 19 0,0 2 40,0 2 0,2-1-394,2 0-139,-2-1 0,6 0 0,-3 0 0,3 0-359,-1 1 1,5-6-404,-8 1 668,7-7 1,-4 5 0,4-5-1,-2 2-50,2-2 0,-3-8 180,2-5 22,-7 4 1,9-6 0,-4 2-1,2-3 1,-1-1 412,2 0 1,-3 0-79,2 0 71,-1 6 0,5-3 372,1 6-350,-1 0-280,0 5 1,-6 6 0,-2 2 0,-1 2-1,0-1 340,-2 2-674,-2 2 0,-1 1-22,0 0 1,0-4-457,0-1 442,0-5 106,-6 2 0,3-6 0,-5-2 0,2-2-397,3-6 0,-4 2 386,3-1 1,0-1-1,8-4 1,2 0-1,2 0 1,1-1 816,5 1-512,7 6 0,-5-3 0,3 6 0,-3 2 1,-2 2 823,0 1-740,0 0 0,-4 0 1,-2 1-1,-1 2 1,0 4 1140,-1 1-1388,-1 1-226,-5 5 1,0 1-1076,0-1 724,0 0 132,0-6 0,0-3 1,0-10-359,0-5 1,1-2 252,4-2 455,3-1 1,2 6 0,-1-1 0,2-1-1,2 0 457,1 2 1,0 2-63,0 7 213,1 0 0,-1 0 0,0 0 258,0 0 1,0 7-283,1 2-422,-1 4 1,-5-4-1,1-1 1,1 0-1,2-2-210,1 1 0,0 2-766,0-4 691,7 0 1,-5-5 0,3 0 0,-4-2 0,0-1-423,-1-2 1,-5-6 376,1 2 1,-6-4 117,6-1 0,-7 0 1,2-1 178,-4 1 1,-1 0 115,0 0-82,0 6 1,-1 2-1,-2 7 285,-2 4 1,-1 3 1,1 6 5,3 7 0,-4-4 1,6 7-1,0 1 1,0 0 498,0-1 1,5 3-618,-1-4 1,3 4-146,-2 2 0,-4-1 1,5-1-1,-1-3-13,0-5 1,0 1-345,-5-1 0,0 0-135,0-5 1,0-4-76,0-1 815,0-6-422,-7-3 1,4-7-1,-5-8 1,0 0-1,2-4-422,0-5 1,-4-3 27,5-1 266,1-7 0,-1 3 0,0-6 0,2 0 1,2 1-441,1-1 0,6 8 441,3 1 0,4 2 115,1 8 0,7 2 0,1 7 0,2 6 150,-1 2 1,-4 4 6,5 2 0,-7 4-2,2 7 1,-5 0 0,-4 3 0,-5 1 320,-4-2 0,-1-1 40,0-2-349,0 0 0,-6 1 0,-4-1 0,-2 0 1,-2-1-256,-1-4 0,-4 2 32,0-6 0,0 4-58,5-4 0,-5 0 0,0-5-153,2 0 0,6 0-175,1 0 418,7 0 1,-1 0-1,8 0 1,7-2 134,7-2 0,4-4 82,6-7 1,1 3-64,-1 2 1,2-7 0,2 3 0,1-4-22,-1-2 0,-2 2-85,-2-5 1,0-1 0,1-4 0,-5-2 1,-2-2-1,-2-1-56,-2 1 0,-7 7 11,-2 1 9,-6 7 0,4-4 0,-7 7 0,-2 1-156,-3 4 0,-3 3 167,-6 6 1,0 6 81,0 3 0,0 6 0,-1 2 1,1 4 436,0 1 0,1 1-204,4 6 263,-4-1 1,12-1 0,-6-2 0,2-1 0,1 0 548,1-2 0,3 0-757,4-3 1,4-3-126,6 3 0,5-8 0,2-3 0,1-2 108,3-3 1,2-1-220,2-2-111,-1 0 1,0-7-1,1-2 1,-1-5 0,1-4-504,-1-1 0,-1-6 297,-3 1 1,-1 2-130,-8-1 1,2 1 0,-9-2-354,0 5 354,-8 3 222,-8 8 1,-11 2-1,0 7 1,0 4-1,0 6-57,0 7 0,0-3 634,5 4-290,0 3 0,4-6 0,2 3 0,2-1 0,3-1 357,1 2 1,4-2-211,3-7 0,3 2-69,6-2 1,6-4 0,2-1 0,2-3-103,0-2 1,0 0-52,4 0 0,0-5-168,1 0 1,-7-11 0,-3 2 0,-3-2-114,-2 0 1,-1 1 53,-4-4 150,-3 3 0,-1-5 0,0 7 40,-2 0-53,-1 6-83,-2 2 1,-5 14 0,-1 4-1,-1 6 399,1-1 1,1-1 292,5-2 1,0 0-210,0 0 0,-1 1 0,-3-1 621,0 0-643,-1 0 747,5-6-960,0 5 1,0-18-134,0 0 0,0-6-421,0-3 0,1-5 0,3-1 0,2-2-374,2-4 0,3-1 345,8-1 0,-3 4 104,3 1 0,1 5 0,-1 1 0,-1 4-654,-3 4 1,0 6-222,-1-2 0,0 5 570,0 5 0,-4 4 667,-1 10 0,-25 35 0,-1 14 0</inkml:trace>
  <inkml:trace contextRef="#ctx0" brushRef="#br0" timeOffset="104">7735 17287 7895,'0'-14'534,"-2"0"0,-2 0 136,-6-1 0,-3 6 0,-1 1 1,0 2-1,0 2 0,0 3-24,-1 1 1,0 1 0,-3 4-1,-2 5-450,-2 2 0,4 3 1,-1-1-1,5 2 16,5 2 0,-3-2-238,8 3 1,-1 2 0,5-2 170,0-2 0,6-1-303,4-2 1,7-6 97,2-3 0,2-4 1,-2-1-1,4-1-20,4-4 1,0-4-181,-3-10 1,3 1 146,-4-5 1,-1 4 0,-1-5 0,-4-3-108,-4-5 1,-4 1 111,1-7 85,3 0 0,-12 0 1,4 2-1,-5 3 1,-3 6 186,-2 6 0,-1 7 65,1 5 0,2 2 6,-7 7 1,7 7 0,-3 4 0,1 6 302,0 7 0,-4 2 686,4 3-902,-6-1 1,9 6 0,-2-1 0,2-2-1,2-1 457,0-1 1,0-1-354,0 1-377,6-1 1,2-6-1,7-3 1,-1-3-1,2-3-151,3-4 0,-2 2 118,7-6 1,-5 0-357,4-5 0,-4-7 0,5-2 0,0-4-123,-2-1 0,-2-5 104,-6 0 168,1-6 0,-6 3 0,-1-5 0,0 1 0,-2 4-205,1 2 1,-3 1 737,-4 5-316,0 6 1,-1-3 0,-4 8-243,-4 4 1,-4 5 324,-1 9-24,-1-1 1,6 6 0,0 3-1,-1 0 1,1-1 498,-1-1 0,7 3 146,-2-5-679,4-1 0,1-3 0,1-1 1,4-1-1,6-4-427,6-4 0,1 1 278,5-1 1,1-2-171,5-8 0,-1-3 0,0-6 1,1 0-215,-1 0 0,2-5 235,3 0 0,-4-5 125,-1 5 0,1 2 0,-7 6 0,2 3-426,-1 1 1072,-5 3-307,2 4 1,-6 0 0,-1 1-1,-3 4 1,-6 5 749,-2 2 0,-2 4-688,0 3 0,0-3-174,0 3 1,-2-4 0,-2 0 0,-6-1-491,-3 0 1,-1-4 185,0-1 0,-7-4-298,-2 4 1,1-6 0,-2 2 0,0-3-229,2-2 0,2 0 355,5 0 0,1 0 366,0 0 80,6 0 17,2 0 0,7-2 0,4-1 0,5-2 1692,2 2-1487,9 2 1,-6 1 0,6 0-74,0 0 1,-4 0-193,7 0 1,-1-5 0,4 0 0,-2 0-233,-1-1 1,0 3-1,4-5 1,1 0-104,-1 0 1,-1 0-236,-3-1 330,-4-4 1,-6 7 0,1-5 0,-3 1-78,-2-1 333,-4 5 505,-6 0-650,0 6 223,0 0 1,-5 1 488,1 4-170,-1 3-429,5 6 1,1-6-1,3-2 1,2-1-1,2 0-100,3-2 1,3-2 89,5-1-93,-3 0 1,4 0 0,-5 0 0,0-1 0,3-4-152,1-4 0,1 1-26,-1-2 243,-3 1 1,9-5 0,-6-1 0,-1 1-1,-3 2-19,0 2 0,-1-1 181,0 6 6,-6-6 1,5 10 0,-4-4 325,4 3 1,-4 2-31,1 0-2,-7 7 1,3-4-211,-6 6 0,0-4-50,0 4-156,0-5-153,0 2 154,0-6 1,-1 0 49,-4 0-45,3 0 0,-6 0-363,4 0 0,1 0 206,-7 0 0,1 5 0,-6-1 0,0 0-97,-4-3 230,3 5 0,-6-2 0,4 4 1,-1-1-1,2 0-143,1-1-273,2 5 317,0-3 0,6 2 1,3-1-1,5 0-11,5-1 1,3-1 139,6-7-72,0 0 0,5 0 0,2 0 1,-1 0-1,1 0 50,-4 0 1,1-5-97,0 0 227,-8-6 1,9 3-1,-10-6 1,4 0 554,1 0-429,-6-1 261,-2 7-611,-6-4 1,0 18 882,0 4-580,0 2 0,-4 10 1,-1-3-1,2 5 0,1 3 289,2 1 0,0 1 12,0-1-418,0 1 0,-1-1 0,-3-1 0,0-2 0,1-3-255,1-1 0,0-2 111,-2-5-41,-4 0 0,-2-6 0,1-3 1,-2-4-1,-2-1-178,-1 0 1,0 0 49,-1 0 23,1-6 0,0-7 0,1-7 0,4-2 0,3-3-336,-1-2 0,7-2-119,0 1 484,0-1 1,18 3 0,-4 0 0,2 4 0,1 2-82,2 2 0,-2 2 188,7 2-4,0 0 0,3 5 0,-2 1 0,-1 1 0,-1 4 348,-1 2 0,4 2 53,-7 4 0,0 3-100,-5 6 1,-5 0 0,-1 0 0,-1 1-18,-4-1 1,0 0-92,2 0-330,-4-6 1,5 5-451,-6-4 400,0-2 118,0-1 0,0-8 0,0-2-507,0-6 1,7-7-51,2-2 514,10-6 1,-3 9 0,5-3-1,-2 3 1,-1 2-43,0 0 0,-2 6 281,-2 3-38,0 3 0,0 2 0,-1 2 0,-2 3 0,-3 4 801,-2 4 0,-1 1 687,-5 0-1195,6 0 0,-4 1 0,3-1 0,-4 0-1208,-1 0 345,0 1-24,0-8 1,2 0-1527,3-7 1,2-2 2079,8-3 0,24-28 0,7-13 0</inkml:trace>
  <inkml:trace contextRef="#ctx0" brushRef="#br0" timeOffset="105">10180 17387 7897,'0'-15'370,"0"1"1,0 0 0,0 0 0,0 0 2998,0-1-2942,0 1 1,-1 6 0,-4 4-1,-6 2 1,-5 2 365,-3 0 1,-1 6-625,1 4 0,-2 2 0,-4 4 0,3 2 164,1 1 1,7-1-1,6-2 1,2 2-373,3 1 0,1 0 26,2-5-21,6 0 1,7-1 0,8-4 0,1-4 0,3-4-81,2-1 1,0 0-105,-4 0 187,4 0 0,-6-6 0,2-3 0,-4-6 0,-3-2 90,-2-2 0,-4-5-123,-1 5 54,-5-6 0,2 5 0,-8-4 0,-2 5 0,-6 3-121,-3 2 1,-1 6-164,0 3 173,0 4 0,1 7 0,2 2 1,3 3-1,2 2 7,3 2 1,1 3 44,2-4 127,0-6 1,8 5-1,5-6 1,6 1 0,1-3 128,1-3 1,4-2-183,-1 0 1,3 0 1,1-11 0,-1-5 0,-2-5 0,-3-4-55,-1-2 0,-4-1-38,-7-1 76,2 1 1,-10-1 0,3 3 0,-4 2-1,-1 5-56,0 3 220,-6 8-93,4 2 1,-9 7 0,6 6 0,2 7 0,2 10 226,1 7 1,0 2 48,0 10-47,0-10 0,0 15 1,0-10-1,0 3 1,0 3 770,0 3 1,0-7-404,0 2-608,0-8 0,-5 0 0,-1-5 1,-1-2-1,-1-5-214,1-8 0,-3-1 84,-4-9 41,-7 1 1,5-5 0,-4-1 0,1-4 0,0-6-252,2-7 0,2 1 2,6-7 131,3 1 1,6-3-1,1-1 1,6-3 0,7-1-531,8-4 1,5 0 162,1-3 330,7 4 1,-3 12 0,4 3-1,-1 3 1,-4 3-2718,-1 4 1845,-8 2 610,-7 14 456,-9 7 0,-52 16 0,-28 6 0,24-8 0,0 0 0,0 0 0</inkml:trace>
  <inkml:trace contextRef="#ctx0" brushRef="#br0" timeOffset="106">5730 18140 7900,'5'-9'460,"0"-1"1,-2-1 2863,-2-1-2590,-1 4 0,0 3 0,0 10 0,-1 6 0,-2 4 585,-2 4 1,-1 7-1010,1-3 1,3-1-1,-2 2 1,0 0-242,0-2 0,2 3 1,-3-6-1,4-1-460,1-3 1,-5 0 167,0-1-75,1-6 0,4 1-240,0-9 0,0-8 78,0-11 503,6-6 1,2 3 0,6-6 0,0-1 0,-1 2 194,-4 4 1,4 2 487,-4 7-533,4 0 0,6 6 0,0 3 0,-2 3 0,1 2 460,1 0 0,-4 7 246,4 2-712,-3 4 1,-2 1 0,1 0 0,-1-1 0,-1-2 41,-4-2 0,4-5-29,-4 0-196,-3-2 1,5-4 0,-4-2-1,-1-6 1,0-4-630,-2-5 0,-3-3-442,-1-7 743,0 1 0,0 0 0,0-1 1,0 2-1,0 4-2310,0 4-315,0 3 1063,0 8 1886,0 2 0,32 50 0,7 11 0</inkml:trace>
  <inkml:trace contextRef="#ctx0" brushRef="#br0" timeOffset="107">6441 17955 7936,'0'-28'1890,"-2"-1"-1139,-2 1 0,1 0 1,-5 1 2193,1 3-513,3 4-1846,4 12 0,0 3 1,0 11-1,0 8 340,0 9 0,0 5-449,0 5 0,0 3 0,0 7 0,0 1-39,0 4 0,0-4-303,0 3 0,0-2 1,-2-3-1,-1 1-6,-2 0 0,-6-2-65,2-3-258,2-4 1,-4-5 0,5-2 0,0-4 0,-1-4-3704,4-3 588,-5-8 2492,7-2 1,-6-7 0,7-4 0,2-3-1473,3 0 2289,3-5 0,37-26 0,9-15 0</inkml:trace>
  <inkml:trace contextRef="#ctx0" brushRef="#br0" timeOffset="108">6597 18240 10218,'-7'-7'4015,"0"6"-2805,1-6 0,4 9 1,-2 3 1006,2 4-1728,2 4-390,6 1 0,-2 0 1,5 1-726,2-1 522,-5-6 1,5 0-283,-6-4 0,6-2 0,-1 3-464,2-4 1,3-6 325,-1 1 342,0-7 1,-5 7 0,1-3-1,-1-1 1,1 1-13,-1 1 1,-4-3 145,5 4 331,-7 0 0,9 5 649,-2 0 1,1 2 131,-2 2-834,4-2 1,-5 4-1,6-6 1,2 0-1,1 0 199,2 0 1,0 0-251,-5 0 0,5-6-159,0-3 0,5-4 0,-5-3 0,-2-3 35,-1-5 0,-6 2 138,-1-1-114,-6-1 0,4 2 1,-7 1-1,0 2-366,0 0-349,-7 7 306,-1 5 0,-6 9 1,0 3-1,1 4-1007,4 4 1,-2 1-1721,6 0 2058,0 1 1,5 3 998,0 1 0,26 32 0,5 3 0</inkml:trace>
  <inkml:trace contextRef="#ctx0" brushRef="#br0" timeOffset="109">7806 18225 7936,'-8'-1'147,"2"-2"1,1-4 1220,0-1 1,-4 4-567,4-6 0,0 6 0,5-6 0,2-1 0,3 0-68,4 1 1,4-2-1,3 1 1,1-5-534,2-3 1,5-2-252,-5 3 0,4-3 0,-4-4 0,-1 1-104,-3-1 0,0-2 48,-1-2-35,-6 1 1,-2 1 0,-6 3 0,0 6 0,-2 2-179,-2 2 1,-4 6 169,-6 3 192,-1 3 1,0 4-1,-1 3 1,-2 4-1,4 5 207,2 5 1,-4 2 636,6 3-641,4 2 0,-2 1 1,5 6-1,-2-1 0,2-2 551,1-2 0,2 1-221,0-1-551,7 1 1,-4-2 0,6-4 0,2-2 0,2-2-273,1 0 0,2-5 77,3-5-74,-3-5 0,11 2 0,-5-6 1,3-2-1,0-2-521,1-6 0,4-9 229,-7-5 347,4-2 1,3-4 0,2-2 0,1-1 0,-1 3-202,-2 5 1,-2-1 494,0 7-20,1 0 0,-7 11 248,-3 4-143,-10 2 123,-2 2 1,-7 6 632,0 4-701,-7-4-66,6 1 0,-5-6 0,4 2 0,-3 2 27,-4-2 0,-4-1 1,-1-2-271,0 0 1,-1 6 0,1 2-1,0 1 1,-2 1-195,-3 1 1,3 2 89,-2 1 150,2 0 1,6 0 0,1 1 0,-1 0-1,2 3 78,4 1 1,2 0 104,2-5-154,0 0 1,6-1 0,4-2 0,4-3 0,3-2-14,2-3 1,2-1-277,-2-2 253,-3 0 1,4-7 0,-6-2 0,1-5 0,-1-4-84,0-1 0,-1-4-32,-4 4 158,4-7 1,-12 11 0,4-4 0,-3 3 365,-2 2-106,0 6-333,0 1 0,0 9 0,0 3 0,0 4 486,0 4 1,0 6-68,0 0-142,0 0 1,0-3 0,0 1 0,1 2 0,3-2 196,0-1 0,7-3-806,-1-4 290,2-3 1,3-1 0,-1 0 0,0-2-1,2-3-561,3-5 0,-3-3-197,3-6 667,-4-6 1,-2 4-1,-2-5 1,-3 2-1,0 0-46,0 2 1,-5 1 93,2 2 410,-4 6-56,-1-4 0,2 16-271,3 1 333,-4 6 1,7 8 0,-5 0-1,4 0 1,-1 0 221,0 0 0,5 0-323,-1-5-129,2 0 0,3-1 0,-1-2 0,0-3 0,0-2-195,0-3 0,1-3-256,-1-4 238,0-4 1,0-8 0,1-2 0,-3-2 0,-1-2-339,-1-3 0,-7-1 232,2 3 218,2-4 1,-5 11-1,3-3 1,-4 3 186,-1 2 14,0 6-246,0 2 1,0 17-1,0 3 1,0 3 592,0 4 0,5-5 212,0 3-566,6 3 1,-5-6 0,5 3-1,-1-4 1,-1 0 106,-1-1 1,0-6-512,-3-4 563,-4 4 545,6-6-1032,-7-2 209,0-2 0,0-10-96,0 2-23,0 4 113,0 0 1,0 17 0,0 3 0,0 2 286,0-1 0,0 4 86,0 0-155,0 7 0,0-4 1,0 5-1,0-4 1,0-2 142,0-1 0,-5-4-336,0 3 11,-6-3 1,2-7 0,-9-1 0,-1-1 21,2-4 1,-4-3-818,2-5 555,-6-3 1,9-11 0,-3 0 0,4 2-1,0 1-340,1 2 0,6-5 226,4 0 172,2 6 1,2 1 0,0 2 0,2-2-1,2-1-247,6 3 1,7-1 140,2 7 239,6-7 1,-2 7 0,5-5 0,2-1 0,2 1-90,1-1 0,0 1 61,-5-5-8,1 6 1,-1-5 0,-1 4-1,-3-4 1,-5-1 32,-3 0 1,-4-1 6,-2 1-58,-4 0 0,-6 0 0,0 0 37,0-1 0,-2 8 14,-2 2-65,-4 3 1,-6 2 0,-1 2 0,1 3 113,0 4 0,1 4-15,4 1 90,-4 0 1,12 0 0,-6 1-1,2-1 1,1 0 223,1 0 1,1 0-18,2 1-288,0-1 0,6 0 1,4-1-1,2-2 0,3-3 45,-1-2 0,2-1-263,3-5 131,3 0 1,1 0 0,1-2-1,1-3 1,2-4-51,2-4 0,-6-6 3,1 0 83,-7-6 0,2 8 1,-8-5-1,-3 1 1,-1 4 389,-4 1-219,-2 8-158,-1 2 0,-6 6 1,-3 0-1,-4 1 0,-1 4 254,0 4 1,4 6 80,1 4-161,-1-4 0,2 6 1,4-5-1,0 1 0,1 2 1187,-2-2-1242,1-1 83,4-2 0,0-4 549,0-1-668,6-5-106,2-4 1,1-4-1,-1-7 1,0-3-1,-1-5-380,-1-3 1,5 3 28,-2-5 179,4 1 0,0-4 0,-2 3 0,-2 5 0,2 3-399,2 2 1,1 2 123,0 2 413,7 4 0,-5 6 0,3 0 0,-4 0 0,-2 1-115,-3 4 1,1-2 49,-7 7-921,1-7 1,-5 10-900,0-4 0,-6 4 1939,-4 1 0,-47 6 0,-12 3 0</inkml:trace>
  <inkml:trace contextRef="#ctx0" brushRef="#br0" timeOffset="110">23246 4009 7971,'0'-14'-2092,"0"0"2773,0-1 1,0 6 0,0-1 0,0-1 303,0-1 0,0 2 0,0 1 921,0-2-1444,-6 4 1,6 1-206,0 6 1,6 0 0,9 0 0,0 2 24,4 2 1,0-2-246,10 3 0,-2-2 36,11 2 1,-5-4 0,3 4 0,-1-3 117,-4-2 1,-1 0-269,-1 0 1,-7 4-23,-3 1 1,-3 0 20,-2-5 122,-6 0 58,-2 0 1,-7 0 0,-3 1 465,0 4-355,-1-3 51,5 4 1,-5 0 526,1 4-395,-8 2-250,11 3 1,-10-6-1,4 1 1,1 1 0,-2 1 214,0 2 1,-1-1-394,-5-3 44,-1 2 1,1-4 0,0 6 0,0 1 0,0-1-44,-1 0 0,1 0-210,0 0 135,0 1 0,-5-6 0,0 1 1,1-1-1,3 1-587,0-1 1,1-4 241,0 4-27,0-6 1,0 5 0,-1-5 0,1 2-793,0-2 0,4-1 500,1-2 31,-1 0 1,1-6 0,-1-2 738,-1 0 0,5-55 0,0-8 0</inkml:trace>
  <inkml:trace contextRef="#ctx0" brushRef="#br0" timeOffset="111">23161 3583 7467,'6'-8'-1212,"-2"0"2573,5 3-320,1-3 0,-3-1 1063,-2-1-1174,-3 7-159,-2-3-478,0 6 1,0 6-1,0 3 292,0 4 0,-5 1 124,0 1-529,-6 5 1,8-4 0,-6 3-1,-1-3 1,2-2-28,4 0 0,-4 0-55,-2 0-228,4 1 0,-2-3 0,5-1 0,-2-1-1224,2 1 0,-3-3 252,1 1-2157,0-6 1844,5 4 0,6-9 493,4-3 922,2-2 0,3-9 0,-1-2 0,-1-1 0,-2 0 0,-2-1 0,1 4 0,4-3 0,0-3 0,-5 6 0,-1-3 0,-1 4 0,-3 0 464,3 1 0,-6 0 247,4 0 682,-3 6 1,-2 0 1741,0 3-2314,0 4-481,0-6 0,1 7 1,4 0-1,4 0 166,4 0 1,3 0-316,3 0-133,-3 7 0,11-6 0,-2 4 1,5-4-1,3-1 12,-1 0 1,-2 0-258,-2 0 91,0 0 1,-4 0 0,-2 2 0,-1 1 0,-4 2 17,-1-2 1,-7-1 224,1-2 149,-7 0 339,3 0-381,-6 0-167,0 0-223,-6 0-33,5 0 0,-6 1 0,7 4 32,0 4 1,0 4 509,0 1-264,0 1 0,0-1 0,0 0 1,0 0-1,0 0 380,0 1 1,0 4 66,0 0-461,0 6 1,0-8-1,0 5 1,0-1-1,-1-2 136,-4 1 0,3-4-11,-2 3-175,-4-3 1,5-2-1,-5 0 1,0 1 238,0-1 0,-2-2-121,-4-2-138,-6-4 1,2-6-1,-5 0 1,-4 0-1,-5-1-835,-6-4 0,2-3-1822,-2-6 2006,0 0 1,2 4 0,2 2 0,4 0 0,4 2-3294,2 0 1053,10 1 2866,7 11 0,52 2 0,10 6 0</inkml:trace>
  <inkml:trace contextRef="#ctx0" brushRef="#br0" timeOffset="112">26460 4649 7886,'0'-10'1401,"0"1"-291,-7 6-285,6-10 1,-6 10 218,7-7-465,0 7 25,0-3-217,0 6-888,0 0 131,0 6-380,0-4-416,0 4-1030,0-6 2196,0 0 0,-6 19 0,-2 5 0</inkml:trace>
  <inkml:trace contextRef="#ctx0" brushRef="#br0" timeOffset="113">27313 4507 7925,'0'-10'776,"1"2"0,2 0 2445,2 0-1715,0 5 0,-5-6-445,0 9 0,0 3-752,0 11 0,0 5 0,0 2 0,0-1 124,0 1 1,0 4-342,0-1 0,-2-2 0,-1 0 1,-2-2-35,2-2 0,0-2-18,-2-2 0,4 0-130,-4 0 0,2-6 110,-2-3-246,4-3 1,-6-9 0,7-4 0,0-6 0,0-7-570,0-3 1,0-6 312,0 0 401,0 0 1,0 4-1,2 1 1,3 1-1,3 3 26,-1 5 1,6 4 26,-3 0 112,2 7 1,2 2 0,2 6 0,2 2 0,1 4 457,-2 8 1,-1 0 255,-2 5-602,-6 3 0,3-4 1,-5 4-1,0-1 0,1-4 280,-4-1 1,-1-2-767,-2 0 45,0-6 0,0 5-282,0-4 147,0-3 171,0-6 1,0-7 0,1-8 0,2 0 0,4-3-320,1-1 1,1 0 205,5 5 406,0-6 1,1 5-1,-1-1 1,0 7 0,0 1 519,1 0 0,-1 5-105,0-2-292,-6 10 1,3 0-1,-5 7 1,1 6-1,-1 2 662,-3 6 1,-1-4-90,-2 1-618,0 1 0,-5 5 0,0-3 0,0-2 0,1-3-716,-1-1 0,-1-4-549,1 3 12,3-10 0,-6 2-3677,4-6 3836,2 0 1,-3-5-1735,10 0 2666,3 0 0,44-38 0,10-9 0</inkml:trace>
  <inkml:trace contextRef="#ctx0" brushRef="#br0" timeOffset="114">27953 4620 7957,'7'-14'1203,"-2"0"0,-2 0-507,2-1 0,-3 6 689,2 0 0,-2 4 489,-2-5 0,-6 7-343,-4-2 0,-2 4-801,-3 1-504,1 0 1,0 6 0,-2 4 0,-1 2 0,-1 2 14,6 1 1,-3 0-19,6 4-470,-4-3 0,5 5 0,4-7 0,2 2-1201,2 3 0,0-3-246,0 2 1319,6-2 1,2-6 0,7-2-1,-1-2 1,2-3-242,3-1 1,-4-2 484,4 0 156,-3-7 0,-2 4 0,-1-6 0,-2-1 1,-2 1 294,3-1 0,-5 2 903,3-1-493,-7-4 1,3 10 0,-6-6 1000,0-2-1161,0 4-215,0 1 1,0 8-281,0 2 0,0 4-69,0 6-974,0 1 0,0-6 0,0 1 1,2-1-1,1 1-251,2-1 1,6-4 1058,-2 4 92,-2-6 0,5 4 1,-2-7-1,2 0-369,3 0 1255,-1 0-309,0-7 0,0 0 1,-1-8 2007,-4 1-1696,4 0-336,-11 0 0,4 4-7,-6 1-374,0 6-121,0-4 1,2 18-1,1 3 74,1 2 0,6-5-2517,-5-1 1927,6-1 0,-3 1 0,7-2 0,3-2 0,1-3-177,-2-1 1,-1-2 650,-2 0 40,0 0 0,1 0 0,-1-2 0,-2-3 1956,-2-4-1174,3-4 1049,-12 5 298,5-4-1406,-6 10-429,-6 2 1,5 3 0,-6 7-1,1 1 268,-4 1 0,4-2-181,1-1-1017,4-5 1,-1 8-712,-2-2 688,2-4 394,-4 0 1,6-7-1,0-4 1,1-4-469,4-4 0,-2-1 540,7 0 164,-7-1 0,9 3 0,-4 1 1,2 3-1,-1 0 621,2 0 0,2 5-240,1-2-10,-6 3 0,5 2 1,-4 0-1,2 2 1,0 3 830,-1 4 1,-6-1-342,6 2-978,-7-1 0,8 5 0,-6 0-1497,-2 1-1616,-1-1-1276,4 0-74,-4-6 4628,4-2 0,-25-75 0,7 25 0,0 1 0</inkml:trace>
  <inkml:trace contextRef="#ctx0" brushRef="#br0" timeOffset="115">28365 4521 7957,'-14'-14'2239,"-1"-1"-1343,1 1 328,0 6 1,0-3-1,1 5-1018,4-2-2115,2 5 924,14-3 985,1 6 0,63 37 0,-29-13 0,1 0 0</inkml:trace>
  <inkml:trace contextRef="#ctx0" brushRef="#br0" timeOffset="116">28934 4720 7989,'7'0'4942,"1"-5"-3415,-3 0-151,-3 1 418,4 4 0,-6 1-1124,0 4 1,0 3-1,0 6-551,0 0 1,0 1-233,0-1 1,0-5 0,0 1-457,0 1 1,0-3-377,0 1 78,0-6-530,0 4 751,0-26 568,6 8 1,-3-21 0,7 11 0,-1 1 0,1-1 311,-1 4 0,1 1-90,4 2 203,0 0 1,1 6-1,-1 3 1,0 4-1,0 1 292,0 0 1,-4 1 517,-1 4-892,1 3 1,-2 8-1,-2 1 1,-1 2 0,0-2-139,-2-1 0,-2-2-1380,-1 0-106,0-6 0,0 5-1573,0-3 2181,0-4 440,7-6 0,-6-8 0,5-6 0,1-2 1,2-1-127,4-2 1,1 0 376,0 4 370,1 1 1,0 0 0,3 0 0,1 1 1150,-2 4 0,-1 2-424,-2 7-705,0 0 0,-4 7 1,-2 2-1,-2 4 1,-1 1 596,1 0 1,-3 0-747,7 1-182,-1-1 0,1 0 0,1 0 0,3-1 0,3-2-581,1-2 1,-1-5-739,2 0 1018,3-2 1,2-2 0,-2 0 0,-2-2-1,-1-2-251,2-6 1,-5-4 131,3-5 504,-3 3 1,-7-4 0,-1 4-1,-2-2 1,-3 0 681,-1 0 1,-2 7-504,0 2 44,0 5 1,-6-7 0,-5 7 0,-5 0-28,-3 3 0,0 7-217,5 4-48,-1 2 1,6 3-1,1-1 1,0 2 0,2 1-18,0 2 1,1 0-194,5-5 99,0 7 0,6-6 0,4 4 1,2-3-1,2-2-473,1 1 1,5-6 94,4 1 357,3-7 1,1 3-1,1-6 1,-1-2-1,-1-2 59,-3-6 0,1-4 133,-6-5 12,0 3 0,-5-9 0,-1 6 0,-4 0 0,-4 0 595,-4 0 1,-1 5 487,0 4-774,0 1 1,-1 1 0,-4 3-50,-4 4 1,1 7 208,-2 4-338,7 2 0,-3 2 0,6 1 0,-2-1 0,-1 0 278,-2 0 1,1 1-522,4-1-207,0-6 0,0 4-456,0-2 469,6 2 429,-5-4 1,6-3-349,-7-10 0,1-3 51,4-6-202,-3 0 0,6-5 1,-4-2-1,4 1 1,2-1-380,-1 4 0,-1 1 94,2 2 422,2 0 1,-4 1 0,6 4-1,1 4-94,-1 3 1,0 2 577,0 0-200,0 0 1,-4 7-1,-2 2 1,0 4-1,-2 1 726,0 0 1,-1 0-309,-5 1-430,0-1 1,0 0 0,0 0 0,0 0-47,0 1 65,0-7-409,0 4 102,0-10 0,0-2-903,0-10 777,0-2 1,2-2-1,1-1 1,3 1-1,0 0-570,1 0 1,4-1 657,-2 1 131,4 6 0,-4-3 0,1 5 0,1 0 387,2-1 1,-4 3-113,1 4 125,-7 0 0,8 6 1,-7 3-1,1 4 1,0 1 729,0 0 1,-1-4-322,-4-1-747,0 1 1,5 4-1,0 0 1,0-1-313,1-4 0,-3 2 252,7-6-516,-7 0 0,9-5 0,-2 0 0,3 0 0,1-2-662,0-2 1,0-4 740,0-6 458,1-1 0,-1 3 0,-2 1 0,0 3 0,-5 0 351,0 0 1,-3 3 258,-4-4 192,0 6 1311,0-4-1291,0 20-612,0-4 0,0 7 0,0-6 0,0 1 0,0 1-239,0 2 0,5-4-55,0-1-127,6 1 1,-3-2 0,8-3 0,1-2 0,4 0-16,1 2 0,-3-2 451,4-8-135,-5-3 0,2-6 0,-5 0 0,-1-2 0,-2-1 180,-2-2 1,-4-5-71,-6 5-126,-6 0 1,-2 5 0,-8 0 0,-3 1 0,-4 3-92,-4 6 0,-3 2 128,-4 2-177,11 0 1,-9 5-1,13 1 1,2 2-1,1 3-269,2 2 0,6 1 241,3 0 60,4 0 0,2-4 0,6-1 0,5 1 1,7-2-327,3-4 0,4 3 149,7-2 188,-3-1 0,9-4 1,-6-1-1,1-4 1,-1-3-14,0 0 0,0-3 599,-4 6-175,-7-6 0,-3 8 0,-8-5 1518,-2 2-1273,-6 1-199,4 5 1,-7 2 0,-2 1 0,-1 3 1637,-2 2-1371,0 2-523,5 4 1,0 0-1,0 0-366,0 0 0,2-6 148,3-3-325,-4-3 0,7-2 0,-3 0 45,4 0 0,-1-2-170,2-3 351,-7-2 1,8-9 0,-5-2 0,1-1 0,1 0-154,-1-1 1,-2 4 347,5-3 71,-7 3 1,5 4-1,-5 1 1,3 3 483,2 1-540,-5 3 58,4 4 1,-6 0 0,2 1 0,4 2-163,1 2 0,-5 6-113,1-1-220,4-4 1,-5 7-1,7-5 1,-1 1-1,1-1-1231,-1-2 1,-4 1 576,5-3 629,-1-2 1,1 4 0,-1-6-1022,2 0 888,2 0 269,1-6 1,-6 3-1,-2-5 1,0 2-1139,4 2 1390,-4-4 592,7 7 1,-10-5 3129,7 6-2301,-7 0 1908,3 0-1305,-6 0 0,0 6-871,0 3-900,0-2 1,5 5-1,1-2 1,2 2-1,3 3-617,2-1 1,6 0-969,0 0 1168,6-6 1,-3 5 0,6-5 0,1 0 0,-1-4-622,1-2 1,-2-2 47,-4 0 681,4-6 0,-11-2 1,3-6-1,-3-1 1,-4 1 694,-2 0 1,1 0-223,-6-1-219,-1 8 0,-5 2 121,-4 10 1,2 4-114,-7 10 239,7 3 1,-9 8 0,2 2-1,-1 2 1,0 3 1002,2 2 1,-1-2-599,-4 0-822,0 1 1,4-1 0,2-4 0,0-5 0,2-4-39,0-5 0,-4-3-273,5-2 373,1-6 1,4-3-1,0-10 1,-2-5 22,-3-2 0,4-4-350,-4-3 78,4-3 0,1-13 1,1-1-1,2-2 0,2 2-1501,-2 1 0,0 2 512,2 4-151,-3 1 0,4 6-496,-6 3 0,0 11 748,0 8-1177,0 12 2278,0 17 0,-21 6 0,-9 4 0,-1 6 0,-1 0 0</inkml:trace>
  <inkml:trace contextRef="#ctx0" brushRef="#br0" timeOffset="117">11176 17060 8071,'-7'-8'299,"6"0"0,-4 3 1368,3-4 90,2-4-1150,0 5-389,0 2 1,-4 7 0,-1 4 0,2 5 134,1 2 0,2 7-3,0 0-218,0 6 0,0-2 1,0 5-1,0 2 0,0 2 224,0 1 1,0 6 87,0-1-373,0 3 0,0 2 0,0 0 1,2-1 9,2 1-13,-2-1 0,4 1-7,-6 0-50,0-7 1,5 4 0,0-7 0,-2 0 0,0 2-119,2 3 1,-4-4-69,4 0 162,3-4 1,-5-2 0,7 0-1,-1 1 1,1 1 116,-1 3 1,-4-3-55,4 3-26,-5-3 1,7-1-1,-5-1 1,0 1 0,2-1 101,0 0 1,-5 1-48,2-1 87,-3-6 1,2 4 0,1-7 0,-2 0 0,-1 0 179,-2-1 0,0 1-283,0-4-7,0-1 0,0 0 0,0 0-338,0 1 123,0-1 23,0-6 80,0-2 1,1-6 386,4 0-746,-3-6 0,4-2 0,-4-6 0,1-1 0,3 1-4249,2 0 4664,-5-7 0,35-32 0,2-15 0</inkml:trace>
  <inkml:trace contextRef="#ctx0" brushRef="#br0" timeOffset="118">11645 17102 8004,'0'-9'470,"0"-1"1,0-1 705,0-1-993,0 4 1,0 0 0,0 3 0,1-4 0,4-2-1,5 1 175,2 5 0,7 4 1,2 1-1,-1 0 62,1 0 0,2 0-382,-4 0 0,0 1 1,-6 4-1,-4 6 194,-4 7 0,-3-3-74,-2 4 0,-8 2-78,-6-2 1,-1 5 0,-5-6 0,1 1 39,0 2 0,0-5 306,5 3-129,0-3 0,1-2 77,4 0 1,2-5-9,7 1 1,7-7-215,2 2 0,10-5 0,5-3 0,3-4-72,1-1 0,0 4-12,1-6 0,-5 2-375,-1-1 0,-5-2 1,1 6-1,-4 0-1281,0-1 0,-6 4-61,1-2-2210,-7 2 3859,3 2 0,-38 0 0,-7 0 0</inkml:trace>
  <inkml:trace contextRef="#ctx0" brushRef="#br0" timeOffset="119">11943 16875 8004,'-19'-21'0,"0"-2"0,-4 2 580,4 2 0,-7 3-187,3 2 0,1 6 1,-2 4-1,0 2 461,2 2-1,-3 2-359,6 2 1,-5 6-152,5 9 1,-4-2-1,4 8 1,0 4 171,-2 2 1,7 4-223,0-2 1,-1 4-189,6 5 1,3-4 0,1 0 0,3 0 195,2-2-181,0 5 1,0-11 0,2 4 59,3-4 1,-2-4-65,6-2 1,1 1 0,4-6 0,2-3 251,3-5-268,-3-4 1,12-7-1,-1 0 1,6 0-1,3-2 401,4-3-348,1-3 0,2-7 0,-1-4-12,1-5 1,0-3-171,-1-1 0,-1-1 0,-3-1 1,-6-1 217,-7-3-189,-4 1 1,-13 5-1,-5-1 1,-6-1 0,-9-3-616,-5-5 1,-5 4 60,-6 0 124,-7 4 1,3 7 0,-4 2 0,1 4 0,3 6-1347,2 3 0,8-2 593,3 6 539,-3-1 0,13 6 0,-1 4 644,7 5 0,16 15 0,3 5 0</inkml:trace>
  <inkml:trace contextRef="#ctx0" brushRef="#br0" timeOffset="120">12285 16818 8018,'0'-14'311,"-2"-2"389,-3-3 0,4 3-108,-4-3 1,2 8 142,-2 2 1,3 7-169,-2 2 0,7 11 1,3 10-1,1 1 440,-1 3 0,0 4 109,-1 4-910,-4-3 1,6 9 0,-6-6-1,3-1 1,0-2-3,-1-2 0,-1 1-85,-2-1-402,0-6 0,0 4 0,0-7 0,0-2-1475,0-1 1,-2-8 366,-2-3 841,2-10 0,-9-3 0,5-8 1,-1-3-1,1-5-364,3-2 0,1-8 1259,2 1-320,0 0 1,0 5-1,0 1 1,2 3-1,3 5 5,4 3 1,4 2 903,1 0 1,5 1-352,0 4 0,1-2 0,-2 6 1,1 2 224,-2 1 1,-1-2-712,-2-1 0,0 0-196,1 5 1,-6 0-1,-1-2-130,-2-2 146,-1 2 0,-5-11-558,0 4 154,0 3 539,0-1 313,0 7 0,5 7 1,1 2-1,0 4 536,1 1 1,4 7-306,-2 2 0,-1-1-185,2 2 0,-6 0 0,4 4 0,0 1 606,0-1-946,-5-6 0,4 5 0,-7-5-43,0 0 1,4-1-976,1-7 1,0-5-577,-5 1 0,0-8 565,0-2 0,0-7-935,0-7 1,1 0 295,4 0 1597,3-1 0,25-19 0,11-9 0,3-4 0,0 1 0</inkml:trace>
  <inkml:trace contextRef="#ctx0" brushRef="#br0" timeOffset="121">12924 16903 8018,'0'-8'2336,"0"-4"-1601,0 4 1,-1-2 847,-4 1-1072,3 6 1,-10-4-1,2 7 1,-4 0-1,-3 0 1498,-2 0-1703,0 7 0,0 1 0,0 6 86,2 0 1,1 0-367,2 1 0,1 3 0,2 1 0,3 0 100,2 2-568,1-5 1,5 4 0,0-6-1,0 1 1,1-3-2203,4-2 2233,3-4 0,6-6 0,1 0-282,-1 0 1,5-1 579,0-4 1,1-3-1,-2-6 1,1-1 217,-2 1 1,3 0-1,-2 0 1,-4 0 851,-3-1 362,-1 1 335,4 0-679,-6 6 1,-2 8-160,-6 10-695,0 2 0,-5 2 0,1 1 0,0-1 0,3 0-511,1 0 1,0-4 76,0-1 27,6-6 0,2 4 1,6-7-1,2 0 1,1-2-606,2-3 1,11-4 482,-1-10 0,7 3 317,-3-3 0,5-1 1,-5 1-1,-1 3-1,-2 5 1,-3 0 585,-3 6 0,-4 0-234,-6 5 1,-4 2 0,-2 3 0,-2 4 880,-3 4-793,-1 1 327,-2 0-445,0 7 0,-7-5 0,0 2 1,-3-2-1,1-2 196,-2 1 0,-2-3-366,-1-2-208,-7 2 1,5-10 0,-3 3-1,2-4 1,0-1-1478,-2 0 1,0 0 977,5 0 0,4 0-620,1 0 1,5-1-297,0-4 1,8-3 443,6-6 1119,9 6 0,35-24 0,13 1 0</inkml:trace>
  <inkml:trace contextRef="#ctx0" brushRef="#br0" timeOffset="122">13621 16761 8018,'8'-6'0,"-3"-4"2750,3 4-515,-7-7 529,5 12-1356,-6-5-837,0 12 0,0 2 0,0 8 0,0 1 775,0 2-1204,0 6 1,0-7 0,0 4-1,0 0 1,0-2-466,0 1 0,0 4-937,0-1 963,0-4 1,0 2 0,0-4 0,0 1 0,0-2-4823,0-1 3479,0-8 983,0-2 0,5-9 1,0-5-1,-2-8-600,-1-4 1,-2-4 1256,0-4-18,-7-1 0,4 5 1,-6 2-1,-2 2 1,-2 4 17,-1 5 0,4-2 1410,1 4 1364,6 3-894,-4-1 1,11 7-875,5 0 0,1 5-712,8 0 1,5 4-1,0-4 1,4-2-344,2-1 0,-1-2 153,0 0 3,-5 6 1,2-4-1,-6 2 1,-2-2-1,-1-2-631,-2 0 67,0 0 298,-6 6 1,-1-3 0,-7 7 0,0 1 355,0 2 0,0 1-82,0 0 100,0-6 0,0 5 0,0-4 0,0 4 1,1-1 281,4-2 0,4 1-49,10-6-358,-3-1 1,11-5-1,-3-4 1,4-5-1,4-4-111,1-5 0,-1-3-131,-9-6 194,4-1 0,-16 1 0,2 1 0,-5 2 1,-5 3-268,-2 1 1,-7 2 61,-3 5 1,-10 6-125,-5 3 0,-3 4 0,-1 2 1,-1 4-1255,1 5 0,-1 4 228,1 5 1,4 3-184,1 6 0,5-4 1496,-1 0 0,2 12 0,-1 8 0,-1 6 0,1 0 0</inkml:trace>
  <inkml:trace contextRef="#ctx0" brushRef="#br0" timeOffset="123">12384 17856 7898,'-6'-14'298,"-2"-1"0,-2 3 0,2 1 613,2 1 0,-5 5-437,2-4 1,1 1 0,-2-1 0,-1 2 0,-1 3 0,-3-1-1,1 2 1,0 1 374,0 2 0,-1 6 0,1 4 0,0 3-335,0 1 1,0 2-372,-1 2 1,6 0 0,1 4 0,2 0-89,3 0 0,1-4-522,2 1 266,0-4 1,2-2 0,1-2 0,3-3 0,3-2-1032,7-3 1,-1-1 470,3-2 608,-2 0 0,0-6 0,1-4 0,2-2 0,-1-3 83,-2 1 0,-2 0 158,0 0 1,-5-1 279,1 1 0,-5 5 0,3-1 1033,-2-1-836,5 5 158,-9 0-165,4 6 1,-6 6 0,0 3-358,0 4 0,1 1 0,3 0-375,0 1 1,3-6-918,-3 1 767,-2-7 0,11 3 0,-4-6 0,4 0-444,1 0 1,0-5 347,0 1 338,1-7 0,-1 3 1,0-5-1,0 2 383,0 2 1,-4 5 226,-1 0 94,-5 2 0,8 4 810,-2 2 0,-4 4-466,-1 6-746,-4 1 1,-1-1 0,0 0 0,0 0-1,0 1-299,0-1-1,0 0-270,0-6 0,-1 3-27,-4-6 1,3-8-408,-2-12 1,2 0 392,2-9 1,0 0 0,2-3 0,1 2-210,2 1 1,6 2 569,-2-2 148,10 4 0,-3 6 1,4 1-1,-1 4 1,0 4 477,-1 3 1,2 4-414,-1 3 0,0 7 274,-5 7 0,1 6 0,-1-2 1,-2 0 335,-2 1 0,-2-2-383,-3 2 1,-4-4-1023,4-5 0,-4-1-1030,-1 0 988,0 0 329,0-6 0,5-8 1,2-9-1,2-6-649,7-4 0,-2 4 437,5-4 0,-3-2 312,-2 2 1,0 0 0,0 5 0,1 0 136,-1 0 282,-6-1 0,3 6 129,-6-1 0,-1 9 261,-4 1 0,0 1-313,0 9 0,0-1 351,0 6 1,0-1-1,0 2 1,0 1-167,0 2 1,2-2-471,3-7 1,3 1-231,6-6 1,0 4 0,0-4 0,2-2-290,3-1 0,-3-2 291,3 0 1,-2-12 40,2-2 0,-8-5 1,3 2-1,-3-4-224,-3-1 1,0-1 105,-3-6 299,-4 7 0,6 0 0,-7 5 0,0-2 936,0 1-663,0 9-246,-7 2 1,6 9-1,-4 3 427,4 4 0,-4 4-1,0 1-263,-6 0 1,8-1-1,-5-2 1,0-2-173,0 3 1,-1-1-380,-5-2 267,-1-3 0,3-4 0,1 1 1,1 2-115,-1-2 0,0-3 39,2-5 0,-3 2 127,8-6 0,-1 4 0,5-5-102,0-1 1,5 3 39,-1-1-224,8 6 1,-9-3 0,6 6 0,2 0-2064,2 0 1605,1 0 342,-6 0 1,3 1 0,-5 2-642,2 2 1049,-5 6-72,10-9 1,-11 6 586,2-4 648,-2-2-90,-2 4 654,0-6 616,0 0-893,0-6-995,0 4-207,0-4 0,0 4-212,0-2-171,0 2-107,0-4-792,0 6 684,0 0 258,6 0 0,-4 1 340,3 4 40,-4-3 5,-1 4 0,0-4 0,2 1 752,2 1-533,-2 7-210,4-9 1,-6 11 0,2-4-1,1 4 1,2 1 265,-2 0 0,0 2-84,2 3-323,-4-3 0,11 11 0,-6-4 1,0 4-1,2 2 126,0-1 1,-5 1-207,2-1-75,-4 0 0,-1-4 0,0-2 0,0-1 0,0-4-235,0-1 0,-6-3 67,-3-4 90,-4-3 1,-8-6-1,-2 0 1,-4 0 0,-1 0-388,-1 0 0,1-6 67,-1-3 435,7-4 0,2-6 0,7 0 0,2 0 1,3 0 90,2 0 1,2 0 41,9 5-146,3-7 0,6 6 1,2-4-1,3 4 1,3 4-90,0 2 0,5 1-1465,-3-1 1018,-4-4 1,7 7-1,-5-4 1,0 5 0,-3 4-3170,-3 1 3731,-2 0 0,7-7 0,1 0 0</inkml:trace>
  <inkml:trace contextRef="#ctx0" brushRef="#br0" timeOffset="124">13507 17927 7941,'8'-14'0,"-3"-1"0,1 1 1118,-1 0 1,0 0 264,-5 0 1,0-1 78,0 1 0,-2 6 429,-3 4-1344,4 2 0,-5 4 0,6 2 0,0 6 417,0 2 1,0 4-286,0 3-671,0-3 1,0 4 0,0-4 0,0 2 0,0 1-529,0-2 1,0-6 244,0-1-553,0-1 0,4 0 0,1 1-1146,-2 1 1481,-1-5 353,4 1 1,-3-9 0,5-3-1,0-3 1,0-1-39,3-1 0,-3 1 711,1-5-292,-6 6 1,10-5 0,-3 5 279,2 0 0,-2 2 173,-1 6-530,-6 0 0,10 0 0,-4 0 0,4 0 0,1 0-19,1 0 0,-1 0 26,0 0-202,7 0 1,-6 0 0,4 0 0,-1 0 0,-3-1-82,0-4 0,5-3 89,-10-6 45,5-1 1,-13 1-1,3 0 1,-4 0 0,-1 0-93,0-1 1,-1 1-98,-4 0 84,-3 6 0,-6-3 0,0 6 0,0 2 1,-1 2-369,1 1 1,1 1 132,4 4 187,3-4 0,1 12 1,0-3-80,2 2 148,8 2 12,3 1 1,7-7-1,3-4 1,2-2 0,2-4-126,4-2 1,2-4 73,5-7 133,-3 1 1,7 0-1,-6 0 1,1 0-1,-4-1 250,-2 1 0,-9 5 55,2-1-113,3 7 0,-11-3 1,3 6 486,-1 0-473,-7 0 192,1 6-79,-7-4-53,0 10 0,-2-10 0,-3 3-229,-4-4 1,-5-1-262,-5 0 1,1 2 0,-4 1-1,2 3 15,2 2 1,1 0 135,-2 1-53,9 4 0,-9-5 1,10 6-1,-2 0 0,1 1-30,6-1 0,2 0-39,2 0 103,0 0 1,6-1-1,2-2 1,3-3-1,2-2-313,3-2 0,1-3 256,-3-1 77,7 0 0,-5-1 1,3-4-1,-3-6 1,-2-5-23,0-3 192,0 0 1,-1 0-1,-2 0 1,-3 2-1,0 3 999,0 4-868,-5-3 66,3 12 1,-6 1-64,0 9-151,0 4 0,0 3 0,0 1 0,0 2 0,0-2-15,0-1 0,2 0 80,2 3-512,4-10 1,2 9-1,-1-12 1,4 0-1,3 1-242,3-4 1,0-3 424,-5-5 1,2 2 0,1-8-1,2-3-10,-2-4 0,-6-1 106,-1 5 0,-5 5 0,2-1 459,0-1 1,-2 3 147,-5-1-405,0 6 0,1-4 0,2 9 438,2 3-374,6 3-216,-3 0 1,6 3 0,0-7-1,1-1-340,-1-1 0,0-2-123,0 0 366,7-6 1,-5-2-1,3-6 1,-4-1-1,0 0-128,-1-4 0,-5 3 588,1-3-204,-7 3 0,3 7 0,-4 1 36,3 1 1,-4 11-130,4 10 107,-4 6 0,-2 9 0,-2 1 0,-2 1 1,2 4 412,1 1 0,-3-2-102,1 4-689,-7-7 0,8-1 0,-7-8 0,1-1 1,-1-4-257,1-1 0,-1-8 412,-4-3 175,0-4 1,4-1 0,1-1 0,-2-4 0,0-6 149,1-7 1,-1 1-690,6-7 242,1 1 0,4-6 1,1-1-1,4-1 1,4-1-648,4 5 0,1 0-1438,0 8 1662,1 7 0,1 5 0,1 7 1,2 0-1,-2 0 599,-1 0 0,-27 45 0,-6 10 0</inkml:trace>
  <inkml:trace contextRef="#ctx0" brushRef="#br0" timeOffset="125">12000 18396 7941,'0'-14'567,"-1"1"0,-3 2 2042,0 2-1101,-1 5 0,5-5-37,0 9 1,0 3-1143,0 11 0,0 1 0,2-1-221,2 0 1,-2 0-220,3 0 1,-2-1 55,2-3 1,-2 1-1087,6-7 655,1 7 1,4-9-106,0 3 1,0-8 394,1-2 1,-1-6-1,0 1 1,0-2-62,0-3 532,1 8 1,-3-6-1,-1 5 1,-1-1 318,1-1 0,1 7 117,3-2-400,-7 4 1,3 2-1,-5 4 1,0 4 562,1 4 0,-3 1-558,-4 0-319,7 1 0,-6-1 1,4 0-1,-3 0-453,-2 1 1,0-6-698,0 1 758,0-7 1,0 1-340,0-8 1,0-4 86,0-6 526,6-7 0,-3 5 1,7-3-1,1 3 323,1 2 1,2 2-100,1 2 314,-7 4 1,4 6 0,-2 0 0,2 1 336,3 4 0,-6 3-253,0 6-267,-5 0 0,2 1 0,-4-1 0,1 0-89,1 0-1037,1 1 172,-5-1-277,0-6 0,5-8 305,0-10 479,6-2 1,-3-3 0,6 3 0,0 1-1,0 1 74,0-1 1,1 5 849,-1 1-558,0 3 1,0 2-1,1 0 1,-1 0 434,0 0 0,-1 7 217,-4 2-596,4 4 1,-12 1 0,6-1-1,-3-2 1,3-2 74,1 2 1,-4-4-591,6-3 144,-7-2 1,10-2-1,-4-2 1,4-2 0,1-6-497,0-2 1,-1-3-209,-4 1 671,4-6 1,-7 4-1,4-3 1,-4 3 0,-1 2 36,0 0 0,-1 4 280,-4 1-117,0 5 0,-1-2 0,-2 8 347,-2 2 1,-2 4 842,3 7-837,2 5 1,-4 1 0,6 4 0,0-1 0,0-1 750,0-1 1,5 5-707,-1-3-297,7 3 0,-4 0 0,4-4 0,-2-2 0,1-2 99,-2 0-507,4 0-124,-10-5 58,4-6 1,-7-2 173,-4-6 53,3-6 1,-10 3-1,2-7 1,-3-1-1,1-1-266,2-3 1,-1 0 277,7-4-98,-7-3 0,9-5 1,-3 1-1,4 3 1,1-3-603,0 0 0,0-1 709,0 3 106,6-3 1,3 11 0,9-3 0,2 5 0,2 5 162,4 4 1,-4 3 198,2 2 1,-7 0-199,2 0 0,-3 2 1,-4 3-1,-2 4 445,-5 4-474,-4 1 0,-2 0 0,-4 0 1,-5 1-1,-2-1 49,-3 0 0,0-4-385,-4-1 1,3-4 0,-3 3-1,3 0-170,2 0 1,0-5-17,-1 1 208,1-2 0,5 3 0,2-1-192,6 0 0,4-3 750,11-1-308,7 0 1,-4 0 0,8-1 0,4-3 0,2-2 60,1-2 0,-2 0-127,-1-1 1,4-5-1,0 1 1,-2-4 1,0-1 0,-3-4-34,0-2 0,-4 1 0,-2-4 0,-3-3-97,-6 0 1,-1 1 54,-7 6 12,0-4 1,-5 6-1,0-2 1,0 4 0,-2 5 158,-2 4 1,0 4-22,-5 6 80,-1 0 0,1 0 0,0 3 0,-3 5 0,0 6 244,-2 2 1,1 0 542,3-2-657,4 6 0,1-4 0,1 5 0,1-2 1,1 0 531,2-2 0,0 3-435,0-1-282,0 0 1,2-4-1,2-1 1,6 0-1,2 0 6,3 0 0,-1 1 41,0-1 0,5-6 0,2-3 0,1-4-231,3-1 0,3 0 1,4 0-1,0-1-606,-6-4 0,3-3 261,-5-6 0,-4-5 124,-1 0 0,-5 0 1,-4 3-359,-6-3 601,-2-3 1,-2 5 0,0 2 0,-2 4 9,-2 3 1,1 2-284,-7 6 287,1 0 0,-1 6 0,1 5 1,-1 5 459,2 3 0,2 0-126,6-5 0,0 1 1,0 0-1,2 3-77,2 1 0,4-2-271,6-7 1,5 2-1,2-4 1,-1 0-301,1-3 1,4-4 68,-1-1 177,3 0 1,-4-6 0,0-3 0,-1-4 0,-2-1 60,1-1 0,-4 6 378,-7 0 0,1-1 627,-7-4-684,1 6 1,-5 3 0,0 10 50,0 4 0,0 4 430,0 1-542,0 0 1,-5 1-1,1-1 1,1 0-1,-1 0-228,0 1 0,2-6-46,-3 1 67,4-7 0,-1 3-146,-3-6 0,4-6-33,-4-4-118,4-2 0,2-7 1,2-2-1,4 1 1,0-3-595,5 1 0,-5 5 702,3-2 151,-1-3 1,6 11 0,-1-2-1,0 5 1,0 5-133,0 2 1,1 1 714,-1 0-319,0 6 1,-4 3 0,-2 9 0,-1 2 0,0 1 607,-1-1 0,-1 1-271,-5-2-520,0-3 1,0 4 0,0-6-742,0 1 487,0-1 225,0-6 0,0-4 1,0-8-1,0-7-792,0-7 0,0 2 68,0-3 434,0-3 1,5 7-1,1-4 1,2 3-1,3 2 63,1-1 1,-2 7 541,-1 4-296,1 2 0,4 2 0,0 0 0,1 2 0,-3 2 106,-2 6 0,2-1 308,-2 6 0,2-4-203,3 8 0,-6-8 0,1-2 0,1 1 173,1-2-425,2 4 1,1-10-1,-1 3 1,0-4 0,0-1-159,1 0 0,-1-1 72,0-4 0,-1-3-16,-4-6 0,2-1 0,-4 1 1,-1 0-658,0 0 558,-1 0 1,-7-1-1,-2 3-217,-6 2 357,4 4 1,-7 6 0,4 0 0,-2 2 0,0 2 123,1 6 0,5 2 22,-4 3 1,6-1 0,-2 0 0,3 0 155,2 0 1,2 1 72,3-1-306,3 0 0,7-1 1,3-2-1,2-3 1,1-2-137,-1-3 0,6-1 75,-3-2 0,3 0 1,-1-2-1,-3-3-32,-1-4 0,2 1 160,-4-1 1,0-1 0,-6-4 384,-4 0-57,4 6-251,-12-5 1,6 13-1,-7 0 0,0 8 1,-5 5 129,0 1 1,-4 0-50,4 0 0,-1 1 0,3-1 260,-2 0-659,0 0 0,4-4-45,-4-1 35,3-6 1,-2 2-1,7-10 1,3-4-468,2-4 0,-3-3 73,4-3 379,1 4 1,2-6-1,-1 7 1,-1 0 0,-1-1-91,-1 1 0,5 5 464,-4-1-93,4 7 0,1-2 1,0 9-1,1 2 806,-1 2-508,0 1 0,-1 5 0,-2 1 0,-2-3 253,2-2 0,-3 1-356,2-6 1,-3 1 0,5-3-1,-3 2 143,2-2 1,-3-3-182,1-5-275,1 4 0,-1-12 0,-1 4 0,0-6 0,-1-2-442,-1-2 1,3-5 292,-4 5 0,1-6-94,-1 1 1,-3-2 0,2-3 0,-2 2-109,-2 4 1,0 2 372,0 7 1,0 4-170,0 1 1,-2 12 264,-2 2 1,2 12-1,-3 7 1,4 3 421,1 1 1,0 1 689,0-1-877,0-6 0,0 3 0,0-4 0,0-1 0,0 1-151,0-4 1,1-1-224,4-2-677,-3-6 1,6 3-856,-4-6 0,3-7 1074,2-7 0,-3-4 0,-6-2 0,0-3-351,0-1 0,-4-6 190,-1 1 0,-4 4 0,4 1 0,0 3-739,-1 2 1866,4 0-319,-4-1 0,7 7 0,4 4 0,6 2 0,7 2 469,5 0 1,6 0-186,4 0 0,5 2 0,8 1-406,1 2 0,-6 5 0,3 3 0,1-1 0,0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6T03:01:11.722"/>
    </inkml:context>
    <inkml:brush xml:id="br0">
      <inkml:brushProperty name="width" value="0.035" units="cm"/>
      <inkml:brushProperty name="height" value="0.035" units="cm"/>
    </inkml:brush>
  </inkml:definitions>
  <inkml:trace contextRef="#ctx0" brushRef="#br0">0 1 24575,'0'0'0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6T03:01:11.723"/>
    </inkml:context>
    <inkml:brush xml:id="br0">
      <inkml:brushProperty name="width" value="0.035" units="cm"/>
      <inkml:brushProperty name="height" value="0.035" units="cm"/>
    </inkml:brush>
  </inkml:definitions>
  <inkml:trace contextRef="#ctx0" brushRef="#br0">0 1 24575,'0'0'0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6T03:01:11.724"/>
    </inkml:context>
    <inkml:brush xml:id="br0">
      <inkml:brushProperty name="width" value="0.08571" units="cm"/>
      <inkml:brushProperty name="height" value="0.08571" units="cm"/>
    </inkml:brush>
  </inkml:definitions>
  <inkml:trace contextRef="#ctx0" brushRef="#br0">16 21 7765,'-6'-5'704,"3"0"-347,-3 5 3,6 0-364,0-4-18,0 2 263,0-2-293,0 4 84,6 0 1,3 0-39,7 0 0,5 0 10,-1 0 1,8 1-108,-2 2 1,11-1 74,3 1 1,7-2-17,-1-1 1,2 0-80,-2 0 0,2 0 71,-2 0 0,-1 0-43,-4 0 1,-4 0 68,-11 0 0,-4 3-134,-7 1 100,2-1 0,-7-3-65,0 0 116,-7 0 1,4 0 22,-14 0 111,6 0 1,-7 0-54,2 0 239,4 0-158,-4 0-3,-1 0-73,5 0 0,-6 1 90,8 3 57,0-3-117,0 8 0,0-7-10,0 5 1,-4 0-21,-2 3 1,1 0 1,5 0 1,0 0-3,0 0 1,0 1 94,0 3 0,0-2-87,0 5 1,0 0 3,0 3 1,-5-1-39,-1 1 0,2-2-8,4 5 0,0-1-77,0-2 1,-5 1 66,-1 3 1,1-6 5,5 2 1,0-2 14,0 2 1,0 1-133,0-1 1,-4-4 92,-3-3 0,3 2 0,4-2 1,0 2 20,0-2 0,0-1 39,0 1-105,0-2 0,0 0 74,0-1-312,0-5 180,0 0-548,0-5-42,0 0 320,0-5 1,-6 3 357,1-5 0,-21-31 0,13 13 0,0 1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6T03:01:11.725"/>
    </inkml:context>
    <inkml:brush xml:id="br0">
      <inkml:brushProperty name="width" value="0.08571" units="cm"/>
      <inkml:brushProperty name="height" value="0.08571" units="cm"/>
    </inkml:brush>
  </inkml:definitions>
  <inkml:trace contextRef="#ctx0" brushRef="#br0">63 10 6484,'8'0'2579,"0"-4"-2243,-8 3-108,0-4 0,1 5 102,4 0 126,-4 0-410,7 0 98,-8 0-301,0 0 161,0 5 0,0 0-66,0 5 1,-5-3 2,-1 0 1,2 3 112,4 4 0,-7 3-89,3 0 0,-1 2 57,5 2 1,-6 0 35,1 3 0,-1-3-25,6 3 0,0 0-2,0 0 0,0 0 15,0-4 1,0 0 7,-6 0 1,5 3-29,-6-3 0,6 3-1,1-7 1,0-1-82,0-1 1,-5 0 83,1 0 1,-3-1-150,7-3 1,0 1 22,0-1-115,-6 0 128,5 0-28,-7 0 74,8-4-37,0-2 138,0-4-29,0 0 62,8 0-87,-1 0 10,9 0-15,-1 0 0,2 0 4,-1 0-35,-1 0 0,5 0 27,2 0 0,-1 0-3,1 0 1,-1 0-3,10 0 1,-2 0 8,13 0 1,-5 0 38,3 0 1,3 0 4,10 0 0,-10 4-26,5-1 0,-11 1 8,-2 0 1,-3-3-33,1 3 0,-9-4 42,-4 0-88,-3 0 1,-6 0 75,0 0-197,-8 0 66,3 0 1,-6 0-446,-6 0 247,5 0 1,-9 0-817,6 0 141,2 0 977,-12 0 0,-15-4 0,-13-2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6T03:01:11.726"/>
    </inkml:context>
    <inkml:brush xml:id="br0">
      <inkml:brushProperty name="width" value="0.08571" units="cm"/>
      <inkml:brushProperty name="height" value="0.08571" units="cm"/>
    </inkml:brush>
  </inkml:definitions>
  <inkml:trace contextRef="#ctx0" brushRef="#br0">718 1 9362,'-9'0'825,"3"1"-321,6 2-368,0-1 36,-8 2 0,0-1-74,-9 1 1,2 4-133,0-2 0,-7 4-102,-4 0 1,-3 3 120,-4 1 0,-4 4-133,-4-2 0,-10 0-26,-2 1 0,2-3 134,11 2 0,-6-2-14,6 3 1,6-6 40,3-1 1,8 0 3,-3-3 0,9-1 18,2 0 9,-1-3-277,15 1 159,-7 1-131,8-4 0,8 3 62,1-4 0,0 0-481,2 0 0,0 0 650,10 0 0,18-4 0,9-2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6T03:01:11.727"/>
    </inkml:context>
    <inkml:brush xml:id="br0">
      <inkml:brushProperty name="width" value="0.08571" units="cm"/>
      <inkml:brushProperty name="height" value="0.08571" units="cm"/>
    </inkml:brush>
  </inkml:definitions>
  <inkml:trace contextRef="#ctx0" brushRef="#br0">703 31 7964,'0'-7'-863,"0"1"747,0 3 1,0-2 144,0 1 534,6 3-152,-3-3 225,3 4-250,-6 0-173,0 0 1,-4 1-15,-3 2 1,-5 3-141,3 4 0,-7 0 40,-5 1 0,2-1 46,-7 0 0,0 4-147,-6 3 1,7-1 78,-1 1 1,-1-1-67,-3 0 1,-3 3 86,-4-2 1,3 3-187,-1 0 1,3-3 104,7-1 0,-4 0-172,2 1 0,-2-2 119,5-5 1,0 0-161,9 0 0,-8 0 0,6-3-7,-5 0-143,13-5-310,1 3-132,8-5 172,0 0 153,0-5 1,0 3 462,0-5 0,-6-18 0,-3-7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6T03:01:11.728"/>
    </inkml:context>
    <inkml:brush xml:id="br0">
      <inkml:brushProperty name="width" value="0.08571" units="cm"/>
      <inkml:brushProperty name="height" value="0.08571" units="cm"/>
    </inkml:brush>
  </inkml:definitions>
  <inkml:trace contextRef="#ctx0" brushRef="#br0">31 0 8019,'-8'0'-118,"-6"0"818,13 5-379,-7-4 0,16 3 90,1-4 1,13 4-187,4-1 0,9 0 3,7-3 1,6 0-159,4 0 1,2 4 45,3-1 1,3 0-478,-3-3 0,3 0 361,-3 0 0,-4 0-434,-6 0 1,-10 1 51,-4 3 0,-10-3-607,-8 3 114,-6-3 241,-1-1 634,-8 0 0,-28-5 0,-7-1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6T03:01:11.729"/>
    </inkml:context>
    <inkml:brush xml:id="br0">
      <inkml:brushProperty name="width" value="0.08571" units="cm"/>
      <inkml:brushProperty name="height" value="0.08571" units="cm"/>
    </inkml:brush>
  </inkml:definitions>
  <inkml:trace contextRef="#ctx0" brushRef="#br0">15 10 7971,'-7'-4'306,"-1"3"-53,8-4-185,0 5 21,0 0 88,8 0 1,-1 0-137,9 0 1,7 0 111,3 0 0,5 4-168,6-1 0,5 0-2,8-3 0,1 0 86,6 0 1,-1 0-149,1 0 1,4 0 120,-4 0 1,-9 0-115,0 0 0,-13 4 137,2-1 0,-9 0-148,-2-3 183,-13 0-459,1 0 197,-14 0 1,-2 0 101,-4 0 0,3 0 145,-8 0 1,6 0-132,-5 0 1,5 0 193,-6-4-133,8 3 214,-11-4-120,13 5 326,-13 0-129,11 0-102,-3 0 0,6 1-75,0 3 0,-2-2 100,-3 5 0,2-1-96,-1 5 0,2-1-10,2 0 1,0 0-34,0 0 1,0 4 23,0-1 0,0 5 52,0-1 0,0 3-44,0 4 0,0-3-5,0 3 0,0 1-17,0-2 0,0 4-14,0-3 0,0 1-108,0-2 1,0-2 91,0-1 0,-4 2-149,-3-5 1,3 0 91,4-7 1,-2 0-236,-4 0-115,4 0-322,-11 1-43,11-6-337,-6 0 299,8-5 0,-4-1 249,-1-3 0,-1 2 491,6-5 0,-20-13 0,-6-7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6T03:01:11.730"/>
    </inkml:context>
    <inkml:brush xml:id="br0">
      <inkml:brushProperty name="width" value="0.08571" units="cm"/>
      <inkml:brushProperty name="height" value="0.08571" units="cm"/>
    </inkml:brush>
  </inkml:definitions>
  <inkml:trace contextRef="#ctx0" brushRef="#br0">94 10 8140,'-9'-5'1927,"3"0"-1580,6 5-86,0 5 0,0 0-198,0 5 0,-2 0 52,-4 1 1,4 2-17,-2 1 1,-4 4 21,3-2 0,-1 4-137,0 0 1,5 1-3,-6 3 0,1-1 68,2 3 1,-3 1-68,7-1 0,-4 2 51,-2-4 1,1 3-146,5-3 1,0-4 41,0-3 0,0-1 44,0 1 1,0-3-96,0-4-247,0 0-101,0 0 223,0-4 164,0-2-87,0-4 288,8 0-75,-1-4 1,9 2 100,-1-5 1,2 5-113,-1-2 0,-1 0 23,0 1 1,1-1 30,-1 4 1,7 0-51,-2 0 1,9 0 57,3 0 1,1 0-51,8 0 0,1 0 55,4 0 1,4 0-28,2 0 0,-4 0 1,4 0 0,-6 0-42,-4 0 0,-5 0 7,-11 0 0,-4 0-163,-7 0 218,-6 0-249,-1 5 179,-8-4 0,-8 3-400,-1-4 0,-6 0-73,-1 0 1,-4 0-227,-1 0 1,-5 0 244,6 0 1,-8 0-489,2 0 917,2 0 0,-14 4 0,-8 2 0,-1-1 0,0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6T03:01:11.731"/>
    </inkml:context>
    <inkml:brush xml:id="br0">
      <inkml:brushProperty name="width" value="0.08571" units="cm"/>
      <inkml:brushProperty name="height" value="0.08571" units="cm"/>
    </inkml:brush>
  </inkml:definitions>
  <inkml:trace contextRef="#ctx0" brushRef="#br0">500 41 8056,'-4'-7'-629,"-2"0"1,-1 4 1841,1-4-740,5 5 0,-12-4-74,9 3 0,-2 2 65,-1-3 242,6 3-166,-5 1-340,-2 0 1,5 5-4,-8 1 1,6 0 28,-5 1 1,4-1-192,-4 5 0,-1-1 115,-4 0 1,-6 3-206,0 1 1,-5-1 34,5-3 1,-7 4-97,3 0 1,1-1-49,-3-3 0,3 0-23,-2 0 0,2 0-127,3 1 26,4-1 1,-6-1-301,7-3 267,7-1-871,3-5 779,6 0 1,9 0-925,7 0 1337,-1 0 0,42-13 0,2-4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6T03:01:11.732"/>
    </inkml:context>
    <inkml:brush xml:id="br0">
      <inkml:brushProperty name="width" value="0.08571" units="cm"/>
      <inkml:brushProperty name="height" value="0.08571" units="cm"/>
    </inkml:brush>
  </inkml:definitions>
  <inkml:trace contextRef="#ctx0" brushRef="#br0">485 20 8056,'11'-3'167,"-2"-1"1,-4 0 903,-1 1-440,-2 2-70,-2-4-216,0 5 1,-2 1-100,-2 3 1,-1-2 12,-4 4 1,-2 1-28,-5 3 0,1 1-109,0 3 0,-7-1 4,1 3 1,0-3-97,6 0 1,-6 3 17,0 1 1,-2-1-147,3 0 0,0 0 44,-6 1 1,8 1 62,-4-4 1,0 2-93,1-2 1,1 0 87,4-4 0,1 0-191,0 0 1,-1-3-303,7-1-110,-5-3 43,5 1-296,0-4 505,2 0 1,7-1-105,0-2 1,0 0 448,0-3 0,-6-14 0,-3-8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6T03:01:11.733"/>
    </inkml:context>
    <inkml:brush xml:id="br0">
      <inkml:brushProperty name="width" value="0.08571" units="cm"/>
      <inkml:brushProperty name="height" value="0.08571" units="cm"/>
    </inkml:brush>
  </inkml:definitions>
  <inkml:trace contextRef="#ctx0" brushRef="#br0">95 42 8048,'-15'0'-172,"-1"0"0,5 0 831,1 0 0,3 0-170,-2 0 0,3 0 298,-3 4-324,4-3-152,-1 4 1,8-2-109,2 0 1,13 2-99,8-2 1,12-2 35,4 3 1,6-3-159,5-1 0,3 0-242,9 0 0,3-3-22,1-1 0,-1 0 11,-4 0 0,-9 2 72,-8-5 0,-3 5-551,-12-2 0,3 0-722,-14 1 1471,-6-1 0,-70-9 0,18 5 0,-1-1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6T03:01:11.734"/>
    </inkml:context>
    <inkml:brush xml:id="br0">
      <inkml:brushProperty name="width" value="0.08571" units="cm"/>
      <inkml:brushProperty name="height" value="0.08571" units="cm"/>
    </inkml:brush>
  </inkml:definitions>
  <inkml:trace contextRef="#ctx0" brushRef="#br0">16 10 8042,'-9'0'121,"3"0"97,6 0 45,0 0-2,6 0 1,8 0-117,8 0 1,7 0-92,2 0 1,3 0 105,6 0 0,3 0-214,3 0 1,2 0 71,-2 0 0,0 0 66,2 0 0,-3 0-117,-4 0 0,-4 0 53,-12 0 1,3 0-158,-7 0 107,-1-4 25,-3 3 55,-9-4 298,0 5-249,-8 0 1,-2 0 27,-4 0 45,5 0 1,-9 0-61,6 0 1,2 1 121,-4 3 0,0-2-76,0 5 1,1-4-49,5 4 0,0-1 15,0 5 0,0-1 9,0 0 0,0 0 26,0 0 0,0 4 1,0-1 0,0 5-2,0-1 1,0 2-36,0 1 1,0 1 77,0-1 0,5 4-64,1-1 1,-2 1-55,-4-4 0,0 0 88,0 0 0,0 1-226,0-1 0,0-3 40,0 0 0,0-5-96,0 2 0,0-3 48,0-1 1,-4-3 51,-2 0-524,1-5 192,5 2-74,0-4 1,-2 0-118,-2 0-1525,1-4 341,-3-2 248,-2-4 1469,6 0 0,-18-14 0,3-3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6T03:01:11.735"/>
    </inkml:context>
    <inkml:brush xml:id="br0">
      <inkml:brushProperty name="width" value="0.08571" units="cm"/>
      <inkml:brushProperty name="height" value="0.08571" units="cm"/>
    </inkml:brush>
  </inkml:definitions>
  <inkml:trace contextRef="#ctx0" brushRef="#br0">32 21 8042,'-8'-4'-768,"0"3"1445,2-4 0,3 4 304,-1-2-177,2 1-488,2-2 1,0 5-1,0 2 0,0 0-199,0 3 0,0 1 104,0 3 1,0 1-110,0-1 1,0 4 78,0 3 1,0-1-180,0 1 1,0 1 37,0 5 0,0-1-95,0 2 1,0-2 13,0 1 1,0-1-80,0 2 0,0-3 53,0-1 1,0-3 65,0 0 0,0-1-31,0 1 1,0-3 58,0-4 1,0 0-118,0 1 1,0-1 79,0 0 1,5-3-231,1-1 123,-2-3 0,4 2-79,1-2 1,1-1 94,0 1 1,1-2 28,5-1 0,4 0 52,1 0 0,4-1-51,-4-2 1,7 1 123,-2-1 1,2 1-110,-2-1 1,4 1 123,-6-1 0,2-1-50,-1 0 1,0 1 10,1 3 0,2 0 102,-7 0 1,5-4-129,1 1 1,-3 0 78,3 3 0,-9 0-65,4 0 1,-1 0 58,1 0-42,-1 0 0,-13 1-96,-2 2 146,2-2-19,-7 4 147,7-5-151,-16 0-42,7 0 0,-7 0 46,2 0-143,4 0 155,-4 0-242,6 0 96,-7 0-272,5 0 17,-6 0 142,8 0 135,-6 0-81,5 0 212,-13 0-201,12 0 194,-12 0 1,10 0-41,-5 0 45,4 0-321,-1 0 148,-2 0-268,6 0 175,-4 0-1097,-1 0 15,5 0 415,-4 0 0,4 3 158,-4 1 683,5-1 0,-5-3 0,6 0 0,0 1 0,0 2 0,0-1 0,6 2 0,-3-4 0,8 0 0,-7 0-117,7 0 1,-5 0 271,3 0 0,-2-1-73,2-2 1,-3 1 84,3-1 0,-3-1-79,5 0 1,-8 0 172,2 0 0,-2 3 136,3-2-181,-4 2 0,5-3-1,-1 1 726,-4 0-441,6 3 1,-7 0 467,4 0-103,-4 0-274,7 0-75,-8 0-25,0 0-337,0 4 1,-1-3 76,-6 3 0,4 0-157,-7-1 1,5 5 31,-6-1 0,2-1-113,0 0 1,-5 1-22,3 3 1,2 0 112,0 1 1,-1-1-160,-1 0 0,-2 0 110,3 0 1,1 0-46,-2 0 1,1 1 30,-6 3 0,2-3-10,3 3 0,-4-2-1,0 2 1,-1-2-14,-5 5 0,-1-4 64,1 4 1,-7-3-33,3 3 1,0-4-225,-1 4 1,8-3 84,-4 2 1,2-3 425,5 0 1,-5-1 86,10-2-523,3 0-18,-1 0-335,8-4-359,0-2 301,0-4-940,0 0 561,0-4-328,0-2 0,0-4 1237,0 0 0,15-19 0,2-3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6T03:01:11.736"/>
    </inkml:context>
    <inkml:brush xml:id="br0">
      <inkml:brushProperty name="width" value="0.08571" units="cm"/>
      <inkml:brushProperty name="height" value="0.08571" units="cm"/>
    </inkml:brush>
  </inkml:definitions>
  <inkml:trace contextRef="#ctx0" brushRef="#br0">655 21 8291,'0'-5'1531,"0"-4"-654,0 7-493,0-2 0,-2 4-130,-2 0 1,-4 4-75,-1 3 1,-8 2 28,1 1 1,1-2-56,-6 3 1,2-4-116,-1 7 0,0-3-126,-5-1 0,-1 4 68,-6-1 1,6 2-138,1-2 1,-1-1 56,-5 1 1,-2-1-103,3 2 1,0-4 35,4 0 0,-3 0 99,3-3 0,3 2-54,3 1 1,-4-1-4,4-2 1,5 2 172,4-3-163,0-1 147,2 4-75,3-8 1,6 5 170,0-3-43,0-2 28,6 4-49,3-5 1,7 0 117,-1 0 1,2 0-4,-1 0 0,-1 0-72,0 0 0,5 0 37,2 0 0,0 3-53,-1 1 1,-2-1-18,7-3 1,0 3 19,5 1 1,1 0 1,-1 0 0,5-3-31,1 2 0,6-2 5,-2-1 1,6 4 19,5-1 0,-3 0-5,4-3 1,-10 0 128,-2 0 1,-4 0-118,3 0 0,-6 0-151,-3 0 0,-2 0 148,-7 0 0,-2 0-280,-5 0 61,1 0-190,1 5-155,-9-4-702,-1 4 198,-7-5 0,-1 0-206,-5 0-436,4 0 1614,-12 0 0,-15 0 0,-13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6T03:01:11.737"/>
    </inkml:context>
    <inkml:brush xml:id="br0">
      <inkml:brushProperty name="width" value="0.08571" units="cm"/>
      <inkml:brushProperty name="height" value="0.08571" units="cm"/>
    </inkml:brush>
  </inkml:definitions>
  <inkml:trace contextRef="#ctx0" brushRef="#br0">15 31 7583,'0'-10'188,"0"5"1,-1-1 286,-4 3-95,4 1-41,-7-2 88,8 4 605,0 0-972,8 4 0,-1-2 38,9 1 0,7-2-136,3-1 1,5 0 15,6 0 0,3 3 85,6 1 1,0-1-152,2-3 1,0 0 95,4 0 1,-8 0-90,3 0 1,-11 0 75,1 0 1,-6 0-40,-5 0 90,-5-4-12,-4 3 227,-9-4-147,0 5 50,-16 0 1,5 0 26,-8 0 93,8 0 1,-5 3-54,2 1 1,5 4-36,-5-2 1,-1 4-3,3 0 1,-2 0 23,6 0 1,-5 0-61,0 0 1,-1 0 6,6 0 0,0 4-81,0-1 1,0 5 79,0-1 0,0-1-86,0 1 0,0 0 64,0 3 0,0-2-22,0 2 1,0-5-64,0 5 0,0-5-4,0 2 1,0-4 0,0 4 0,0-5-234,0 2-57,0-3 107,0-1-474,0-4 218,0-2-378,0-4 1,-1 0 122,-4 0 1,3-4-182,-4-3 0,3 1-1088,-1 0 1910,0-1 0,-12-15 0,-8-7 0,1-1 0,2 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6T03:01:11.738"/>
    </inkml:context>
    <inkml:brush xml:id="br0">
      <inkml:brushProperty name="width" value="0.08571" units="cm"/>
      <inkml:brushProperty name="height" value="0.08571" units="cm"/>
    </inkml:brush>
  </inkml:definitions>
  <inkml:trace contextRef="#ctx0" brushRef="#br0">63 41 7969,'-8'-6'-372,"5"-3"249,-7 3 1444,7 1-408,-11-4-517,12 8 0,-7-4 204,4 5 124,4 0-458,-7 5 0,8 0 28,0 5 0,5 4-97,1 0 1,-2 0-2,-4 0 1,7 0-151,-3 3 0,1 2 111,-5-2 0,6-1-219,-1 1 0,-1-1 83,-4 5 1,0-1-115,0 0 1,0-3-33,0 0 0,0-1 119,0 1 0,0 1-162,0-5 0,0 4 33,0-3-156,0-1 143,0-3 96,0 0 0,2-4 0,4-2 0,5-4 54,9 0 0,0 0-22,4 0 1,1 0 2,1-4 0,10 3 99,-5-3 0,2 2-94,0-1 0,2 2 126,2-3 1,0 3-63,0 1 1,-3 0 70,2 0 1,-1 0-93,0 0 0,1 0 108,6 0 1,-9 0-88,4 0 0,-4 0-49,-1 0 1,-9 1 46,-1 3-27,-11-3 0,-4 3-182,0-4 124,-6 0-52,-9 0 0,2 0 85,-15 0 1,7 0-627,-6 0 1,-3 0-116,3 0 0,-8 0-358,2 0 1,-2 1 1100,2 3 0,-11 0 0,-5 2 0,0 2 0,-1 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6T03:01:11.739"/>
    </inkml:context>
    <inkml:brush xml:id="br0">
      <inkml:brushProperty name="width" value="0.08571" units="cm"/>
      <inkml:brushProperty name="height" value="0.08571" units="cm"/>
    </inkml:brush>
  </inkml:definitions>
  <inkml:trace contextRef="#ctx0" brushRef="#br0">593 30 7988,'-10'-6'478,"0"-1"-126,0 5 0,-4-4 690,3 3-635,-3 2 1,5-4-127,-7 5 0,6 1 224,0 3 0,4-2-121,-3 5 1,0-4-53,-2 4 0,-3-1-93,5 5 1,-7-1-194,1 0 0,-1 0 52,1 0 1,0 4-64,-1-1 1,-1 1 0,-4-4 0,4 1 75,-5 2 1,1-1-153,-1 1 0,-4-1-16,6 2 0,-3-3 32,3 3 1,1-4 78,-1-3 1,3 2-105,0-3 0,2 0 11,-1 1-266,9-5-144,-1 3 293,8-5-1254,0 0 994,8-5 0,1 3-733,13-5 1,-4 4 523,8-4 0,0 4 625,5-4 0,36-9 0,-31 5 0,1 1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6T03:01:11.740"/>
    </inkml:context>
    <inkml:brush xml:id="br0">
      <inkml:brushProperty name="width" value="0.08571" units="cm"/>
      <inkml:brushProperty name="height" value="0.08571" units="cm"/>
    </inkml:brush>
  </inkml:definitions>
  <inkml:trace contextRef="#ctx0" brushRef="#br0">329 21 7988,'0'-6'2229,"0"-2"-1398,0 6 107,0-2-294,0 4-342,0 0 1,-1 4-78,-5 3 1,4 2 44,-4 1 1,-2 4-46,-3-1 1,2 5-109,0-1 1,-2 2 38,-4 2 1,-2 0-115,-5 2 0,5-1-49,-4 2 0,-1 0 103,0 0 0,2 0-73,5-4 1,0-4 80,-1-3 1,-1-2-162,2 0 1,1-1-196,3 0-129,5-5 3,6 0 2,0-5 0,0-1-708,0-3 1,0 2 479,0-5 1,2 4-937,2-4 806,-1 1 734,10-5 0,-10 1 0,3 0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6T03:01:11.741"/>
    </inkml:context>
    <inkml:brush xml:id="br0">
      <inkml:brushProperty name="width" value="0.08571" units="cm"/>
      <inkml:brushProperty name="height" value="0.08571" units="cm"/>
    </inkml:brush>
  </inkml:definitions>
  <inkml:trace contextRef="#ctx0" brushRef="#br0">93 0 7988,'-16'0'251,"0"0"613,1 0 192,-1 0-230,1 0-465,6 0 0,4 0-77,10 0 1,5 1 479,10 2 0,8 0-216,8 3 0,5-3-27,12 0 1,2 2-290,7-2 0,6 0-455,-1-3 1,-30 0 0,0 1 224,37 3 0,-37-4 0,2 1 63,1 1 0,-2 0 0,27-1-118,-2 3 0,-18-3 118,-3 3 0,-8-3-1097,-10-1 462,-1 0-194,-13 0 1,-6 0-12,-8 0 0,-1 0 91,-4 0 1,-2 0 683,-4 0 0,-21-6 0,-7-2 0,-3 0 0,-1-1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6T03:01:11.742"/>
    </inkml:context>
    <inkml:brush xml:id="br0">
      <inkml:brushProperty name="width" value="0.08571" units="cm"/>
      <inkml:brushProperty name="height" value="0.08571" units="cm"/>
    </inkml:brush>
  </inkml:definitions>
  <inkml:trace contextRef="#ctx0" brushRef="#br0">46 1 8066,'-9'0'-1169,"-2"0"2221,8 0-486,-5 0-70,2 0-263,5 0-27,-7 0 1,10 1-19,4 2 1,-3-1 11,8 1 0,-1 3-101,12 0 1,-2 3 64,5 2 0,-4-1-43,5 4 0,1-1 38,10 3 0,-2 1 3,7 4 1,-1 0-16,5 3 1,1-3-244,0 3 1,1 0 195,5 0 1,-4 0 45,3-4 1,-4 0-133,-2 0 1,-4 0 16,0-4 0,-5 3-46,4-2 1,-5-1 83,-1 1 0,-3-3-3,1 2 1,2 0-89,2 1 0,2 1 77,-4-4 1,-1 2-22,3-2 0,-5 3 20,-1-4 0,-1 1-75,-4-4 1,-5-1 20,-4-2 0,-1 0-30,-1-3 529,1 4-500,-1-7-219,-6 8 102,-3-8-299,-6 4 201,0-5-907,0 0 404,-6-5 1,3 4-1136,-8-3 1854,1 3 0,-26 1 0,-7 0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6T03:01:11.743"/>
    </inkml:context>
    <inkml:brush xml:id="br0">
      <inkml:brushProperty name="width" value="0.08571" units="cm"/>
      <inkml:brushProperty name="height" value="0.08571" units="cm"/>
    </inkml:brush>
  </inkml:definitions>
  <inkml:trace contextRef="#ctx0" brushRef="#br0">16 214 8134,'0'-6'-1179,"-1"-2"960,-5 4-23,4 1 475,-4 3-69,6-4 413,0 2-409,0-2 1,5 5 189,1 2 0,5-1-83,-1 1 0,0 1 33,-1 0 0,3 0 9,4-4 1,-1 3-103,0 0 0,1 1-135,-1-4 0,5 0 113,2 0 1,6 0-153,-2 0 0,5-4 94,6 1 0,1-5-158,2 1 0,6 1-18,-4 0 1,3 0 26,3-1 1,-8-2 13,1 3 0,-1 0 62,2-1 1,1 4 101,-6-4 1,5 1-86,-5 0 0,6-3 41,-2 2 1,-1-2-33,2-1 1,-7 3-81,7 0 1,-2 1 42,2-4 0,1 3-9,-6 0 1,5 1 16,-5-1 1,1 0 5,-7 3 1,3-2-88,-13 2 0,-1 1 80,-4 3 1,-1 0-88,2 0 119,-9 0-431,0 0-109,-8 0-4762,0 0 5212,-8 0 0,-29 18 0,-12 5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6T03:01:11.744"/>
    </inkml:context>
    <inkml:brush xml:id="br0">
      <inkml:brushProperty name="width" value="0.08571" units="cm"/>
      <inkml:brushProperty name="height" value="0.08571" units="cm"/>
    </inkml:brush>
  </inkml:definitions>
  <inkml:trace contextRef="#ctx0" brushRef="#br0">31 507 8049,'-8'0'279,"0"0"434,2 0-250,5 0 214,-7 0-92,8 0-28,0 0-277,0-4 0,5 1-34,1-3 0,8 2-15,1-2 1,0-1 14,7-3 0,1 0-200,3 0 0,5-1 113,6 1 1,-1-3-191,5-1 0,-2-4-27,7 1 0,-9-2-183,11-1 0,-5 0 121,3 0 0,2-4 81,-2 0 1,0 1-84,-6 2 0,4-2 93,-7-1 1,1 1 31,-2 2 0,-4 5 28,-1 3 1,-5 2 0,-6 1 0,-2 0 90,3-1 25,-5 6 35,0-4 31,1 7 108,-2-2-200,-7-1-132,6 4 106,-11-3-406,11 4-120,-13 0-376,5 0-1111,-6 0 1269,0 0 0,-20 4 0,-6 2 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6T03:01:11.745"/>
    </inkml:context>
    <inkml:brush xml:id="br0">
      <inkml:brushProperty name="width" value="0.08571" units="cm"/>
      <inkml:brushProperty name="height" value="0.08571" units="cm"/>
    </inkml:brush>
  </inkml:definitions>
  <inkml:trace contextRef="#ctx0" brushRef="#br0">1 21 8055,'0'-6'691,"0"-2"-463,0 6 101,0-2 0,6 8-97,5 3 1,3 2 131,1 1 1,7 1-119,-2 3 1,8-2-101,-2 5 0,3 0 100,3 4 1,1 0-134,2 2 0,1 0-116,5 4 0,-7-3 178,3 2 0,2-2-76,-2 3 0,-2-4 27,-2 0 1,-10-1-93,-2-2 0,1-1 65,-1-2 0,-2-2-129,-8-5 1,1 0 97,-7 0 0,1-4-225,0-3 92,-5 3 204,7-5-317,-8 3 1,-1-4-98,-6 0-252,6-4 0,-13 3 186,3-3 1,2 3-764,0 1 1,3 0-44,-4 0 1147,0 0 0,-20 13 0,-2 5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6T03:01:11.746"/>
    </inkml:context>
    <inkml:brush xml:id="br0">
      <inkml:brushProperty name="width" value="0.08571" units="cm"/>
      <inkml:brushProperty name="height" value="0.08571" units="cm"/>
    </inkml:brush>
  </inkml:definitions>
  <inkml:trace contextRef="#ctx0" brushRef="#br0">2202 42 8078,'7'-2'-43,"1"0"-128,-2-1 682,-4-5-328,6 7 0,-7-7 473,4 4-265,-2 1 315,3-1-234,-6 2-274,0-2 1,-2 4-84,-2 0 1,-5 0 97,-7 0 1,-1 0-174,-4 0 0,-4 0 113,-6 0 1,-7 1-103,-4 2 0,-4 0 53,-7 3 0,-4 0-442,-10 1 1,0 2 293,32-6 0,-2 0 0,-29 7-88,-2 0 0,9 0 65,2 0 0,2 0 32,-2 0 1,3 1 17,7 3 1,1-2-9,5 5 0,-4-3 17,3 2 0,4 0 17,2 1 0,4 1-87,0-4 0,1 2 34,0-2 1,6 3-11,4-3 0,4-1 41,1-3 1,6 3-8,0 1 0,6 0 313,-1 0 0,4-3-314,1 3 1,1 0 162,4 0 1,-1 0-143,6-4 0,0 0 159,6 0 1,-5-3-130,-1-1 1,-2-2 8,3 2 0,-3-3 14,-2 0-18,-5-2 333,13-1-277,-12 0 152,5-4-196,-7-2 1,-1-3-83,-5 2 0,3 0 35,-8 3 0,2-2-112,-7 2 1,-5-3 115,-1 4 1,0 0-112,1 3 0,-2 0-18,-2 0 1,-4 0 54,3 0 1,-4 0 37,0 4 0,-3 2-17,2 4 1,0 0 98,1 0 1,-3 3-81,2 1 1,1 4 142,-1-1 1,3 2-36,3 1 0,1 1 55,-2-1 1,-2-3-14,6-1 1,2 2-79,5 2 1,-1-3 80,1-1 1,0-2-67,5 3 0,-2-4 44,7 4 1,-2-3-44,2 3 0,4-4 4,-6 4 0,4-3 5,-1 2 1,1-2-2,-2 3 0,2-4-84,-2 4 1,2-1 78,-1 1 0,2 2 9,2-2 0,0 2-14,0 1 1,0 0 16,0 1 0,2-1-22,2 0 0,1 0 4,4 1 0,2-3 22,4 2 1,2-2 3,-1 6 1,1-6 80,3-2 1,0 2-87,4 6 0,-2-4-35,4 0 1,-6 2 35,6-2 1,0 0-84,7 4 0,-8-2 5,1-2 1,0-3-9,5-1 1,-4 0 38,6 1 1,-12 1-6,10-4 0,-5-1 145,1-3 0,2 0-135,-3 1 1,-1-1-146,1 0 1,-6-4 100,6 1 0,-6-5-82,0 2 1,-3-3-144,0-1 0,-3-5-259,-5-1 1,5-3-114,-3-1 0,-2 3-1558,0 0-217,-4 0 2381,1-3 0,-20-4 0,-3-2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6T03:01:11.747"/>
    </inkml:context>
    <inkml:brush xml:id="br0">
      <inkml:brushProperty name="width" value="0.08571" units="cm"/>
      <inkml:brushProperty name="height" value="0.08571" units="cm"/>
    </inkml:brush>
  </inkml:definitions>
  <inkml:trace contextRef="#ctx0" brushRef="#br0">109 10 8054,'-15'0'-1003,"4"0"752,0 0 1,2 0 833,-8 0 0,8 0 336,-2 0-366,8 0-95,-11 0 21,13 0-370,-7 0 189,8 0-162,8 0 61,-1 0 0,9-3-64,-1-1 7,2 1 0,0 3-5,3 0 0,-1 0-2,1 0 0,-2 0 2,4 0 1,-4 0-54,8 0 0,1 0 59,3 0 0,3 0-118,-2 0 0,1 0 102,5 0 1,-6 0-109,0 0 1,1 0 92,-7 0 1,6 1-1,-1 3 0,-5 0-30,-5 3 0,-3 2 4,-2-3 1,4 4 100,1 0 0,-8 0-86,4 0 0,-6 0 0,1 0 1,2 0 16,-9 0 1,2 1-150,1-1 1,-6 0 80,5 0-33,-6 0 0,0 0 70,0 0-34,0-4-42,0 3 53,0-8-75,0 4 77,0-5 209,0 0-294,0-5 0,0 3-69,0-5 1,0 4 119,0-4 0,2 3-215,4-2 1,-3 2 110,8-2 1,-5 2-139,3-2 1,2 2 44,4-3 0,1 2-10,-1-2 0,7-2 30,-2 2 1,14-2 56,-3-1 1,9 3 21,-3 1 1,7-1-9,3-3 0,-1 3 127,6 0 1,-3 4-70,-2-4 0,-1 5 88,2-2 1,-4 0-61,-2 1 1,1-1 68,-6 4 1,-1 0-70,-4 0 1,3 0 10,2 0 0,-1 0-15,-4 0 1,-1 4 0,0-1 1,0 4 29,1-4 0,-1 1-35,0 0 1,6 1 71,0 1 1,0 2-63,0-4 0,-5 3 63,5 0 0,-5 1-20,1-1 0,-4 2 7,-3-3 0,2 4-15,-8 0 1,6 1 9,-4 2 1,-2-1 28,-5 1 0,1 2-39,-1-2 1,-4 2 58,0-2 1,-2-1-52,0 1 1,5 2-98,-3-2 0,-2 1 52,0-4-18,2 0 1,0 0-25,0 0-21,-8-4-77,3 3 121,-6-8-217,0 4 183,0-5-145,0 0 118,8 0 0,-5 0-14,7 0 0,-5-1 44,6-3 1,4 3-5,7-3 0,-1 3-1,1 1 0,-4-3 55,9 0 1,-1-1-20,5 4 0,-1 0 3,3 0 1,-1 0-8,5 0 1,-4 0 15,4 0 0,-5 0 131,-1 0 1,0 4-141,1-1 1,-1 5 150,0-2 1,-1 0-129,-5 1 1,0 1 197,-4 5 0,-4-1-72,5 1 0,-7-1-36,-6 2 1,4-1-11,-7 3 1,3 0 2,-3 1 1,4 1-113,-4-4 0,6 3 94,-3 0 0,1 2-107,0-3 0,-5 3 81,6-2 1,-7-1-160,7 1 1,-8 0 85,3 3 1,-4 0-13,-2 0 1,0-1 15,0 1 0,0-3-11,0 3 1,-6 0 10,1-3 1,-7 3 11,3 4 0,-1-6-13,0 2 1,3-3 12,-2 0 1,3 2-20,-3-2 0,3-2-129,-4-2-20,6-2 139,-10-1 0,12-3-24,-2 0-109,2-5 88,-6 3 13,7-5-21,-7 0 88,8 0 42,0 0 102,8 0 0,-5 0-37,8 0 0,-5 0-103,3 0 0,-3 3 35,4 0 0,-1 2 22,2-2-67,3-2 0,-7 7 38,9-4 0,-6 3-33,1 0 1,-6-1 50,6 1 0,-2-1-3,0 4 0,5 1 21,-3-1 1,-2 0 123,0 0 0,2 1-78,4 3 0,-4-2-54,0 5 1,-8-1 87,3 1 0,0 2-61,1-3 1,-3 4 12,-4 0 0,-7 1-12,-3 3 1,-5-3-45,-1 3 0,1 1-9,0-2 0,-1 4-103,1-3 1,-1 0 10,1-4 1,-2 3 97,2 1 1,-1-4 9,1-3 1,-1-1-21,1 1 1,-2 2-54,-5-2 1,9-2 37,-7-2 1,6 2-82,-8-2 1,4 1 26,-4-4 1,5-3-10,-4-1 0,-1-2 19,0 2 1,-2-3 16,2 0 1,-4-2-3,6-1 1,-8 0-6,2 0 0,3 0 31,1 0 0,1 0-22,-1 0 1,2 0 69,5 0 1,4-3-68,0-1 1,6-2 3,-5 2 1,7 0-127,-4 0 49,6 3 1,1-4-128,0 1 1,1 3 44,6-2 1,-4 2 31,7 1 0,1 0-15,5 0 201,-1 0 0,1 3-38,-1 1 0,0 2 82,1-2 1,-5 2-81,-1-2 1,0 4 124,-1-2 0,0 3 65,-4 1 1,-1 1-90,6-1 1,-6 0 24,1 0 0,-4 3-79,-1 1 0,0 3 15,0-4 0,-6 4 20,-5-3 0,-4 4 6,-7-2 0,-2 4-107,-7 0 1,0-3 46,0 0 0,-7-4-130,-4 4 1,-4-3 74,-6 2 1,-4-2-245,-7 3 1,1-5 293,-1 2 1,0-3-64,-5-1 1,-1 0 26,33-4 1,-1-2 0,-1 0 0,1-1 5,-31 4 0,32-6 0,-2 0-36,-34 3 0,2-2 2,2 1 0,-1-2-15,1 3 0,0-3 38,5-1 0,3 0-87,3 0 1,2 0-54,2 0 1,4 0 63,-8 0 1,11-4-26,-1 1 1,6-4-13,-1 4 1,2-5-104,3 1 1,3-1 84,-7 2 1,5-2 35,1 4 1,1 1-10,3 3 1,6-3 466,5-1 0,3 1-403,0 3 409,2-5-351,0 4 1,4-7-50,2 5-147,5-5 0,-5 3 58,5-1-553,0-3 1,-2 7-166,6-5-1810,0 5 1447,0-3 1193,-7 5 0,-43-9 0,-18-2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6T03:01:11.748"/>
    </inkml:context>
    <inkml:brush xml:id="br0">
      <inkml:brushProperty name="width" value="0.08571" units="cm"/>
      <inkml:brushProperty name="height" value="0.08571" units="cm"/>
    </inkml:brush>
  </inkml:definitions>
  <inkml:trace contextRef="#ctx0" brushRef="#br0">0 61 8015,'0'-10'0,"0"0"1028,0-1-194,0 1-374,0 0 1,2 5 50,4 1 1,1 3 3,9 1 1,-5 0-177,-1 0 1,1 0 77,5 0 1,-1 1-224,0 3 0,-4 1 34,-2 5 0,-4 0-123,0 1 0,-4 3 72,-1 3 1,0 2-148,0 1 1,0 1 160,0-1 0,-1 5-207,-4 2 1,-3-1-61,-2 1 0,-1 1 62,5 6 0,-4-3-72,4 3 1,2-4 39,4-3 0,0 1-50,0-4 1,0 3 61,0-3 0,6-5-14,5-6 0,4 2 49,7-2 1,1 1 35,9-4 1,-1-3-1,0-1 0,7 1 13,4 3 0,-2-3 26,1 0 1,-5-4-45,6 4 1,-5-4-48,4 4 0,-7-5 48,3 2 1,-9-3-104,-2-1 1,-4 0 92,2 0 0,-4-1-191,0-3 0,-3 0 51,0-3 1,-1-2-20,-1 3 0,-1 0 76,-3-1 1,-1 4-82,-3-4 238,-3 5-202,-4-3 0,0 5 1,0 1 60,0 3 1,0-2 126,0 5 0,-4-1-21,-3 4 1,3 2-34,4 1 0,0-2 43,0 3 0,0-2-75,0 2 1,8-3 178,1 3 0,6-3-83,7-1 1,2 0 21,7 0 1,2 0-93,4 0 1,3-4-8,6-2 0,3-4-2,2 0 0,0 0-85,6 0 1,-2-5-192,2-5 0,5-1 273,-5-6 0,5 0-21,-28 7 0,0-1 0,30-10 5,-30 10 1,0-1 0,29-10-48,0-2 0,-1 3 46,1 1 0,-15 4-221,-5 3 0,-10 2-396,-7 5-183,-5-3-300,-5 8 371,-7-4-1449,-1 5 2184,-8 0 0,-30-9 0,-3-2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6T03:01:11.749"/>
    </inkml:context>
    <inkml:brush xml:id="br0">
      <inkml:brushProperty name="width" value="0.08571" units="cm"/>
      <inkml:brushProperty name="height" value="0.08571" units="cm"/>
    </inkml:brush>
  </inkml:definitions>
  <inkml:trace contextRef="#ctx0" brushRef="#br0">109 133 7907,'-4'-7'-176,"-4"0"-277,0-1 0,4 2 613,-1 0-16,-4 3 0,6-4-5,-8 3 139,8 1-185,-11-2 0,11 4 59,-8-2 1,8 1 155,-3-2 28,-2 3 20,7-3 8,-7 4-71,8 0-66,0 0-125,0 4 0,0-2-21,0 5 1,0-3 9,0 2 1,0-2-15,0 2 0,8-2-12,1 2 1,6-2-81,7 2 1,-4-2-37,9 3 0,-1-4 63,5 4 0,1-5-64,-1 2 0,7-3 86,2-1 1,5 0 68,-3 0 1,2 0-44,-2 0 0,3-5 3,3-1 1,-4 0 23,-2-1 0,-4 0 120,-7-3 1,-5 1 253,1 2-155,-9-2 156,-3 4-104,-7-5-281,-8 0 0,-1 0 35,-6 4 1,-2 0-5,-6 3 1,-1 0-70,1-3 1,-7 3-152,-4 0 0,0 1-175,-6-2 0,4 3 150,-8-2 0,-2 2-200,1 1 1,-6 1 127,3 2 0,-2 3-122,2 4 1,-2-2-62,2 2 0,0-2-45,3 6 1,5-3 103,-5-1 0,6 1-89,5 3 1,3-3-805,7 3 1226,1-3 0,27 3 0,7 2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6T03:01:11.750"/>
    </inkml:context>
    <inkml:brush xml:id="br0">
      <inkml:brushProperty name="width" value="0.08571" units="cm"/>
      <inkml:brushProperty name="height" value="0.08571" units="cm"/>
    </inkml:brush>
  </inkml:definitions>
  <inkml:trace contextRef="#ctx0" brushRef="#br0">31 31 5904,'0'-7'2390,"0"1"-1713,0 4-224,0-3 261,0 1-513,0 2 0,0-2 200,-6 4 33,4 0-323,-6 0 1,8 1 41,0 2 0,0 3 75,0 4 0,0 0-158,0 1 0,-1-1 49,-4 0 0,4 3-7,-5 1 1,4 4 37,2-2 0,0 0-76,0 1 1,0 0 25,0 3 0,0 1-24,0-1 1,0-3 13,0 0 0,0-1-2,0 0 0,0 0-148,0-3 1,2-1 143,4 1-180,-5-1 1,5-2 77,-6 0 1,7-3-172,-3-1 108,1-3-250,-5 5-27,0-6 176,0 2-627,0-4 237,0-4-545,0-2 1,6-4 1116,-1 0 0,29-19 0,-1-3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6T03:01:11.751"/>
    </inkml:context>
    <inkml:brush xml:id="br0">
      <inkml:brushProperty name="width" value="0.08571" units="cm"/>
      <inkml:brushProperty name="height" value="0.08571" units="cm"/>
    </inkml:brush>
  </inkml:definitions>
  <inkml:trace contextRef="#ctx0" brushRef="#br0">171 71 8000,'0'-10'17,"0"0"1,0 0 170,0-1 0,0 5-19,0-1 0,0 3 302,0-2-163,8 4 0,-5-3 173,8 5-115,-8 0 0,6 5-80,-4 1 0,-4 3-28,5 1 1,-4 4-63,-2 0 0,1 3-14,4 0 0,-2-1-79,2 1 0,-4 0 136,-1 3 0,0 0-157,0 1 0,0-4 111,0-1 0,-1-2-195,-4 3 1,2-1 85,-2 0 0,-1 0-150,0-2 1,0-3-216,0 3 47,4-3 0,-6-2-328,2-3-414,5-1 60,-7-5 608,8 0 0,0 0-564,-6 0 1,3 0 871,-8 0 0,-55-9 0,24 3 0,-1 1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6T03:01:11.752"/>
    </inkml:context>
    <inkml:brush xml:id="br0">
      <inkml:brushProperty name="width" value="0.08571" units="cm"/>
      <inkml:brushProperty name="height" value="0.08571" units="cm"/>
    </inkml:brush>
  </inkml:definitions>
  <inkml:trace contextRef="#ctx0" brushRef="#br0">46 42 8000,'-6'5'786,"1"0"-426,-4-5 0,2 0 946,-2 0-881,5 0 1,-1 0 383,10 0 1,5 0-284,10 0 1,8 0 1,8 0 0,5-1-158,12-3 0,2 2-283,7-5 0,1 4-280,-1-4 0,1 3 210,-2-2 0,-7 3-521,-7 0 0,-4-1 365,-11 0 1,-4 1-1956,-13 3 910,-5 0-540,-4 0 830,-6 0 894,-6 4 0,-38 2 0,-16 4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6T03:01:11.753"/>
    </inkml:context>
    <inkml:brush xml:id="br0">
      <inkml:brushProperty name="width" value="0.08571" units="cm"/>
      <inkml:brushProperty name="height" value="0.08571" units="cm"/>
    </inkml:brush>
  </inkml:definitions>
  <inkml:trace contextRef="#ctx0" brushRef="#br0">94 233 7913,'-11'0'-14,"0"0"0,7 0 74,-7 0 239,0 0 0,2 0-3,-2 0 1,7 0 433,-7 0-261,8 0 70,-5 0-73,8 0-280,0 0 0,8 0-7,1 0 0,2-1-173,4-2 1,-3 1 95,10-1 1,1 1-62,3-2 1,10 2 33,-1-4 0,8 0-73,-1-1 0,9-2 103,1 3 0,8-5-451,4-2 0,-1 1 349,-26 6 0,0-1 0,-2 0 1,2-1 4,2 1 1,-1 1 0,-1-3 0,0 1-59,-1 1 0,1 0 0,29-6 50,2 3 1,-2 1-175,-3 2 1,-9-1 184,-12 5 1,-10-4-6,0 4 1,-2-1 4,-10 4 1,-5-3 90,-4-1-46,-8 1 651,5 3-716,-8 0 386,0 0-935,-8 0 369,6 0 1,-5 0-673,1 0 578,4 0 1,-10 1-1337,7 3 733,-7-3 886,10 3 0,-12 1 0,5 0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6T03:01:11.754"/>
    </inkml:context>
    <inkml:brush xml:id="br0">
      <inkml:brushProperty name="width" value="0.08571" units="cm"/>
      <inkml:brushProperty name="height" value="0.08571" units="cm"/>
    </inkml:brush>
  </inkml:definitions>
  <inkml:trace contextRef="#ctx0" brushRef="#br0">189 51 8011,'-17'0'0,"2"0"0,4-1 372,2-3 1,-2 3-64,-5-3 0,6 4 386,-1 0-240,2 0-205,-7 0 0,4 0 122,3 0-252,6 4-10,-5 2 1,8 4 87,0 0 1,1 0-325,6 0 1,0-3 83,10 0 1,-1-1-47,5 5 0,-1-5 25,5 1 0,1-5-3,6 2 1,1-2 4,2 1 0,1-2 49,5 3 0,-4-4 106,5-4 1,-7 2-78,7-4 0,-2-1 137,2-3 1,-4-1-114,-7 1 0,-5 0 120,0 0 1,-9 0-100,-1 0 0,-7 0 286,-9 0-223,0-1 1,-8 2-2,-1 3 1,-13-2-120,-4 4 0,-3 1 87,-2 3 1,-6 0-209,2 0 0,-8 0 57,1 0 1,2 0-312,-2 0 0,2 3 156,-1 1 1,-3 2-446,7-2 0,-1 4 77,2-2 1,3 3-93,-4-3 1,12 3-92,3-2 1,5-1 764,2 0 0,33 1 0,10 3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6T03:01:11.755"/>
    </inkml:context>
    <inkml:brush xml:id="br0">
      <inkml:brushProperty name="width" value="0.08571" units="cm"/>
      <inkml:brushProperty name="height" value="0.08571" units="cm"/>
    </inkml:brush>
  </inkml:definitions>
  <inkml:trace contextRef="#ctx0" brushRef="#br0">80 20 8011,'-10'-4'616,"-2"2"-91,6-5-86,-5 5 0,6-3 215,-4 5 20,5 0-102,-10 0 58,12 0-438,-4 5 0,6 0-71,0 5 0,0 4-18,0 0 1,0 2 73,0-2 0,0 4-59,0-2 0,5 5 67,1 3 1,-2-3-174,-4 3 0,0 0 24,0 0 0,0-1-85,0-2 0,0-1 94,0 0 1,0-4-143,0-2 1,0-3-357,0-1 307,0 0 0,0-3-281,0 0 54,0-5-844,0 2 477,0-8 1,0-2-369,0-4 0,7 3 1108,3 1 0,32-24 0,-17 11 0,1 0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6T03:01:11.756"/>
    </inkml:context>
    <inkml:brush xml:id="br0">
      <inkml:brushProperty name="width" value="0.08571" units="cm"/>
      <inkml:brushProperty name="height" value="0.08571" units="cm"/>
    </inkml:brush>
  </inkml:definitions>
  <inkml:trace contextRef="#ctx0" brushRef="#br0">125 20 8016,'0'-5'1395,"0"-4"-237,0 8-601,0-4 0,-2 6-189,-2 3 0,2 2 67,-4 8 1,0-3-167,0 3 0,1 1-32,5 2 1,0 2-217,0 2 1,0-1 86,0 0 1,0 4-30,0-1 0,0 2-14,0-1 1,0-3-151,0 3 1,0-3-1,0-1 0,0 0-100,0-4 1,0 0-162,0-2 1,0-7-58,0 3-665,0-6 386,0 0-200,0-4-497,0 0-293,0-4 1672,-6 3 0,-31-17 0,-14 1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6T03:01:11.757"/>
    </inkml:context>
    <inkml:brush xml:id="br0">
      <inkml:brushProperty name="width" value="0.08571" units="cm"/>
      <inkml:brushProperty name="height" value="0.08571" units="cm"/>
    </inkml:brush>
  </inkml:definitions>
  <inkml:trace contextRef="#ctx0" brushRef="#br0">56 61 7655,'-15'5'536,"0"0"1,4-5 633,0 0-402,8 0 1,5 0-285,13 0 0,3 0 52,15 0 0,1 0-62,13 0 1,7-3-41,3-1 1,4-2-508,0 2 1,2-4 120,-1 2 0,-5 0-267,2-1 0,-12 1 235,1 0 0,-9 1-682,-7 5 1,-9-3 63,-1-1-596,-11 1-215,-5 3-540,-6 0 1795,-6 0 158,-4 5 0,-19 0 0,-3 5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6T03:01:11.758"/>
    </inkml:context>
    <inkml:brush xml:id="br0">
      <inkml:brushProperty name="width" value="0.08571" units="cm"/>
      <inkml:brushProperty name="height" value="0.08571" units="cm"/>
    </inkml:brush>
  </inkml:definitions>
  <inkml:trace contextRef="#ctx0" brushRef="#br0">31 244 7316,'-8'0'604,"-1"0"-25,4 0 296,4 0-478,-7 0 32,8 0 14,0 0 0,2-3-314,4-1 0,3-4 44,13 2 0,2-3-9,7 3 0,1-7-36,5 3 1,3-2 16,7 2 1,8-5-346,8-1 0,-1 0 354,6-1 1,-2 3-8,2-3 1,-5 4 11,5-4 1,-17 8 119,-10-1 1,-8 3-132,-7 0 0,-9 3 159,-6 4-24,-8 0 1,-3 0-347,-8 0 391,-9 0 1,2 1-924,-1 2 0,1 0 320,-1 3 0,1-3-2359,0 0 1371,-1 3 1263,-1-1 0,-4 1 0,-4-1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6T03:01:11.759"/>
    </inkml:context>
    <inkml:brush xml:id="br0">
      <inkml:brushProperty name="width" value="0.08571" units="cm"/>
      <inkml:brushProperty name="height" value="0.08571" units="cm"/>
    </inkml:brush>
  </inkml:definitions>
  <inkml:trace contextRef="#ctx0" brushRef="#br0">773 51 7986,'6'-9'464,"5"2"-237,-5-2 0,7 6 184,-9-3 0,4 3 326,-2 0 138,-4 2 118,4 1-691,-6-5 0,-2 4-59,-2-2 0,-6 3 26,-5 3 0,-2 0-168,-5 3 0,1 1 130,-5 3 1,-5 0-209,-2 1 1,1 2 65,-10 0 1,5 5-210,-4-1 0,-2 4-267,-10 2 1,6 0 285,-6 3 1,4 2-10,3 2 0,-1 1 127,0-1 0,13 0-151,1 1 1,15-6 135,2-1 0,6-4-143,5-3 1,5 1 29,0-4 0,2-4-82,8-4 0,3-2 142,7 3 0,-2-5-11,10 1 1,-8-1 296,6-2 0,-3 0-309,5 0 1,0 0 182,-8 0-114,0 0 1,-6 1 92,-4 2 1,3-1 33,-9 5 0,3-4 137,-7 4 0,-7 0-97,3 3 1,-9 0 90,3 0 0,-6 4-95,-4-1 1,3 4-35,-4-3 0,-2 3-109,3 1 1,-2 1 76,7 1 1,-1 0-124,1 0 1,4 2 8,0 1 0,10-1 26,-6 1 0,6 2-7,1-1 1,0 0-15,0-4 0,1 2 97,6-2 1,0 3-45,9-6 1,-1 1-24,1-1 1,5-3 24,-1-3 1,9 0 19,-4 2 0,4-5-3,4 2 0,2-5 7,2 1 1,5-2 35,-7 2 1,8-3 108,-7 0 0,1-1-76,-6 2 0,-1-3-50,1 2 1,0-1-53,-5-2 166,-4 0-383,-7 0-148,1 0-386,-7 0 242,-3 0 1,-6-2-1199,0-1-307,0 2 1044,0-8 941,0 3 0,-26-18 0,-10-2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6T03:01:11.760"/>
    </inkml:context>
    <inkml:brush xml:id="br0">
      <inkml:brushProperty name="width" value="0.08571" units="cm"/>
      <inkml:brushProperty name="height" value="0.08571" units="cm"/>
    </inkml:brush>
  </inkml:definitions>
  <inkml:trace contextRef="#ctx0" brushRef="#br0">109 203 7975,'-2'-7'-323,"-2"0"1231,-1-1-60,0-1-36,5-1-333,0 0-179,0 0 0,5 3-30,0 0 0,7 1-159,-1-5 1,7 5 22,4-1 0,6 0-140,-2-3 0,9 0-153,7 0 0,4 0 109,0 0 1,4-1-27,1 1 0,2 3 77,4 1 0,-1 4-78,-4-2 0,-5 3 99,-1 1 1,5 1 41,-10 3 1,1 1-49,-10 5 1,-1 0 179,0 1 1,-5 0-53,0 2 1,-7-1 49,2 1 1,-5 3 23,-7 0 1,3 1-119,-5-1 0,-3 0-82,-4 1 1,0 2 94,0-2 1,0-2-112,0-2 1,-1-2 92,-4-1 0,0 1-236,-4-1 181,5 0-203,-10-5-46,12 0 174,-4-5 0,6-1-82,0-3 1,6 2 102,5-4 1,4-2-79,5-6 1,7 3 34,3-3 1,3 2-13,2-2 1,1 3 21,5-3 0,-4 7-3,5 0 1,-1 1 70,6 0 1,0 0-62,0 3 1,-1 2 48,2-3 0,3 3-35,1 1 0,5 0-82,-5 0 1,1 3 89,-7 1 0,-3 4 172,5-2 1,-11 3-63,11 2 1,-13-1-35,2 0 1,-3-3 38,-3-1 1,-2 1-65,-3 3 0,-9 0 16,-6 0 0,-8 1 0,2-1 0,-5 0 70,-5 0 1,2 0 47,-8 0 0,0 1-39,-4 3 0,0-3-108,-1 3 0,1-3-9,-1-1 1,1-3 7,-2-1-275,2 1 35,-1 3 0,5-4-108,2-2-13,5-3 255,-3-1 0,14 0 75,3 0 1,4-1-25,2-3 0,4-1 22,1-1 0,7-2 103,-2 4 0,7 0-129,2 1 0,-3 2 119,5-3 0,2 3-91,-4 1 1,7 0 150,-5 0 0,1 3-132,-2 1 1,-1 5 92,7 1 0,-8 0 139,3 4 1,-5 1-110,1 2 0,0-1 13,-2 1 1,-3-4-60,-11 4 0,-3-4-109,-5 0 0,-1 2 71,-8-2 0,0 2-153,0-2 1,0-1 102,0 1 1,-6 2-69,1-2 0,-7 2 0,1-2 0,3-1-205,-3 1 0,4 2-17,-6-2 0,3 1 162,3-4 0,-2 1-83,3 3 0,0-3 42,0 3 75,4-8-236,-4 3 99,6-3 113,0 4 61,0-4 29,0 2 1,2-3 143,2 2 0,-1 1 170,8-5 0,0 5 54,4-2-373,1 4 503,-1-5-226,2 9-67,-9-7 0,4 7 211,-7-4-19,7 5-161,-11-4-96,7 8 15,-2-7 0,-4 5 19,4-3 1,-12 3-4,-3-4 0,-5 5-134,-2-1 1,-7-1 118,-3 1 0,-5-1-222,-6 1 1,3 2 103,-7-3 1,-1 3-199,-6-3 0,2 2 73,0-4 0,1-1-22,2-2 1,-2-2-123,4-3 1,1 2 70,-2-4 1,0-1 0,-4-3 1,5 0 38,-1 0 0,0 0 113,-4 0 1,0-3-76,4-1 1,7 1 362,9 3-266,3 0 68,7 0 0,15 0-29,5 0 0,10 1 106,8 2 0,4 0 78,9 3 0,-2 0-44,4 1 1,1 2-93,-1-3 1,-3 2-9,-8-1 0,2 2 3,-8-2 1,-3 2 3,-8 1 0,1 1 190,0 3 1,-5-2-1,-10 5 5,-4-5-118,-14 7 0,-8-4 101,-11 2 0,-2 1-57,-2-4 1,-11 3-542,-5 0 0,-7-2 431,30-8 1,1 0 0,-3-3 0,1-1-108,-1 1 1,-1-1 0,1-2 0,-3 0 57,-2 1 1,0 0 0,3 0-1,1 0-49,-6 0 0,2 0 0,5 0 0,-3-1 2,0-1 0,-1 0 0,5 0 0,-3 0 10,0 0 1,-2 0 0,5-1 0,-2-1-84,1 0 0,-1 0 0,5-1 1,2 0 22,-33-1 0,2-4-387,-2 2 0,9-4 303,-2 0 0,7-1-102,-3-2 1,4 1-160,-4-1 1,12-2 234,-2 2 1,10-4-3,1 3 0,4 0 28,0 0 0,10 5-101,5-4 0,5 6 427,5-7 0,1 5-714,0-4 0,5 2 433,-4 1 0,10-1-941,5 1 1,0-1 1116,-1-2 0,16-8 0,8-5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6T03:01:11.761"/>
    </inkml:context>
    <inkml:brush xml:id="br0">
      <inkml:brushProperty name="width" value="0.08571" units="cm"/>
      <inkml:brushProperty name="height" value="0.08571" units="cm"/>
    </inkml:brush>
  </inkml:definitions>
  <inkml:trace contextRef="#ctx0" brushRef="#br0">46 31 7931,'-9'-1'-298,"-2"-2"-46,-1-4 1275,6 2-462,-2 1-302,8 4 0,8 0 141,1 0 0,6 0-75,7 0 0,1 0 26,3 0 0,8 0 18,-3 0 1,6 0-11,-2 0 1,-1 0-10,3 0 0,0 0 38,0 0 0,-1 0-264,-12 0 1,-1 0 189,-7 0-189,-1 0 48,-5 0-99,-4 0 1,-8-1 82,-2-3 0,-1 3-583,-4-2 1,-2 2-42,-5 1 1,0 0-284,-6 0 1,5 0-993,-5 0 1834,5 0 0,-18 22 0,-8 7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6T03:01:11.762"/>
    </inkml:context>
    <inkml:brush xml:id="br0">
      <inkml:brushProperty name="width" value="0.08571" units="cm"/>
      <inkml:brushProperty name="height" value="0.08571" units="cm"/>
    </inkml:brush>
  </inkml:definitions>
  <inkml:trace contextRef="#ctx0" brushRef="#br0">46 31 7905,'-4'-7'-305,"-1"1"950,-7 3 66,10-5-153,-12 6-300,13-2 189,-7 4-295,8 0 482,0 0-152,8 4-304,-1 2 1,15 4-6,-2 0 0,3 1 12,-3 3 0,0-2 4,6 5 0,-1-3 10,7 3 1,5 0 104,5 7 0,4-1-380,0 4 1,2-4 271,5 4 0,-2 1-74,-22-13 0,-1 0 0,22 12 50,3 0 0,-10-5-131,-1 2 0,-1-2-53,5 2 0,-4-4 25,0 1 0,-5-1 76,4-4 0,1 2-136,4 2 1,-4-6 36,-1 7 1,-1-8 41,2 1 1,3-2-2,-4 2 1,-4-4-108,-6 0 1,-2 0 1,-7-4 1,-4 0 136,-7 1 129,3-5-312,-12 3 61,4-1-387,-6-3-150,0 4 299,0-5 0,0 0 119,-6 0 1,3 0-502,-8 0 0,0 0 229,-4 0 1,-2 0-1253,-5 0 1702,5 0 0,-21-7 0,-9-4 0,0-1 0,0 2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6T03:01:11.763"/>
    </inkml:context>
    <inkml:brush xml:id="br0">
      <inkml:brushProperty name="width" value="0.08571" units="cm"/>
      <inkml:brushProperty name="height" value="0.08571" units="cm"/>
    </inkml:brush>
  </inkml:definitions>
  <inkml:trace contextRef="#ctx0" brushRef="#br0">64 81 7902,'-8'-5'282,"7"-4"18,-13 3 174,13 0-6,-13-3-244,12 8 1,-7-3 276,4 4-126,2 0-28,-3 0-323,6 0 97,0 0-148,0 4 1,0-2 117,0 5 1,2-3-114,2 2 1,5 1 66,7 3 1,-1-3-50,2 0 0,5-2 77,4 2 1,3 2-6,2-2 0,1-2 21,-1 2 0,8-5-15,1 2 0,6-3 39,0-1 0,4 0-35,0 0 0,1-5 4,6-1 0,-7-3-3,-4-2 1,-1 1 52,-8 0 0,-2 0 152,-10 0-37,-2 0 0,-14 0-20,-4 0 0,-4 3-56,-1 0 1,-12 4-241,-4-4 0,-10 4 135,2-4 1,-10 5-187,-8-2 1,7 3 62,-13 1 0,0 0-30,-4 0 1,-2 0-1,1 0 1,6 0-335,-6 0 0,10 5-58,1 1 1,5 0-211,-4 1 0,7-1-369,-3 5 1,9-1 469,2 0 1,12 0 587,-1 0 0,22 5 0,4 0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6T03:01:11.764"/>
    </inkml:context>
    <inkml:brush xml:id="br0">
      <inkml:brushProperty name="width" value="0.08571" units="cm"/>
      <inkml:brushProperty name="height" value="0.08571" units="cm"/>
    </inkml:brush>
  </inkml:definitions>
  <inkml:trace contextRef="#ctx0" brushRef="#br0">16 30 7961,'0'-6'971,"0"-1"-88,-6 5-131,3-7-1,-3 8-246,6-4 1,0 6-187,0 3 0,0-2-51,0 5 1,0 0-27,0 7 1,0-2-21,0 5 1,5 0-177,1 3 0,0-3 146,0 0 0,-4 0-154,2 3 0,2 0 43,1 1 1,-1-1-261,0 0 0,-5 0 2,6 1 1,-6-2-64,-1-2 1,0-3-917,6-4 480,-4 1-1466,6-1 1480,-8-5 1,0-1 661,0-8 0,15-15 0,11-8 0,-1-3 0,1-1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6T03:01:11.765"/>
    </inkml:context>
    <inkml:brush xml:id="br0">
      <inkml:brushProperty name="width" value="0.08571" units="cm"/>
      <inkml:brushProperty name="height" value="0.08571" units="cm"/>
    </inkml:brush>
  </inkml:definitions>
  <inkml:trace contextRef="#ctx0" brushRef="#br0">296 30 7964,'6'-6'0,"-1"-1"0,5 4 1043,-3-4-205,-3 5-340,-4-3 0,0 6-79,0 3 1,0 1 170,0 5 0,0 0-136,0 1 0,-1 3 5,-5 3 0,4 2-210,-3 1 1,4 1-43,1-1 1,-2 0-160,-4 0 1,5 1 52,-4-1 1,2 0-86,3 0 0,0 1 86,0-1 0,0-1-247,0-2 1,0-2 73,0-5 0,0 0-374,0 0 0,0-1-107,-6-2 1,4-2-335,-4-1 1,4-3 45,-4 3 0,3-4 322,-8 0 1,1 0-1236,-6 0 1753,1 0 0,-28-9 0,-13-4 0,-4-1 0,0 0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6T03:01:11.766"/>
    </inkml:context>
    <inkml:brush xml:id="br0">
      <inkml:brushProperty name="width" value="0.08571" units="cm"/>
      <inkml:brushProperty name="height" value="0.08571" units="cm"/>
    </inkml:brush>
  </inkml:definitions>
  <inkml:trace contextRef="#ctx0" brushRef="#br0">93 0 7979,'-16'0'0,"0"0"693,1 0 0,4 1-78,2 3 1,2-3-2,-3 2 0,7-1-15,-2 2 0,10-3 201,5 3 0,12 0-196,10-1 0,1 0-198,8-3 1,9 0-293,7 0 0,-2 0 82,2 0 1,-1 0-728,1 0 0,-3 0 85,-8 0 0,-5-3-375,1 0 0,-13-1-637,-4 4-1182,-13-4 1017,-4 3 1623,-8-4 0,-29 5 0,-5 0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6T03:01:11.767"/>
    </inkml:context>
    <inkml:brush xml:id="br0">
      <inkml:brushProperty name="width" value="0.08571" units="cm"/>
      <inkml:brushProperty name="height" value="0.08571" units="cm"/>
    </inkml:brush>
  </inkml:definitions>
  <inkml:trace contextRef="#ctx0" brushRef="#br0">16 20 7960,'-1'-5'909,"-4"1"-225,2 3-154,-3-3-21,6 3-58,0-4-96,0 5 0,2 0-77,2 0 0,5 3-90,7 1 0,1 4-2,4-2 1,-2 3 0,7 2 0,5 2 10,6 1 1,1 4 7,-2-2 0,12 4-304,9 0 1,-2 1 284,2 3 1,0-3-142,6 3 1,-32-12 0,2 1 49,0-1 1,1-1 0,25 13-85,4-4 1,-6 0 30,0 1 1,-1-1-108,-4 0 0,-4-3 104,4 0 0,-3-3-231,-2 2 1,0-2 80,6 3 1,-10-5 101,5 2 1,-10-3-24,4-1 1,-8 1 35,3 3 1,-5-3-36,-1 3 0,0-3 74,-6-1 1,4 0 94,-3 0 1,-3-1 181,-1-2 0,-5 1-265,-2-5 1,-4 4-11,-2-4 0,-3 2 21,3-2-65,-4-2 68,1 4-341,-6-5-2166,0 0 0,-4-1 1792,-3-3 0,-3 3 646,-1-2 0,-45-17 0,23 9 0,-1 0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6T03:01:11.768"/>
    </inkml:context>
    <inkml:brush xml:id="br0">
      <inkml:brushProperty name="width" value="0.08571" units="cm"/>
      <inkml:brushProperty name="height" value="0.08571" units="cm"/>
    </inkml:brush>
  </inkml:definitions>
  <inkml:trace contextRef="#ctx0" brushRef="#br0">795 42 7931,'0'-11'845,"0"1"0,0 3-115,0 1-63,0 3-359,0-1 0,0 4 78,-6 0 1,-5 0-111,-9 0 1,0 4-99,-4 3 1,-10 2 62,-8 1 0,-3 5-208,-2 2 1,-6 2-93,-4 1 0,-5 1 22,1 3 1,5-1-40,4 4 1,4-4 17,7 4 0,5-1 23,10 1 0,3-1 78,7-2 0,9-3-133,1 3 0,4-3 131,2-1 1,0 1-142,0-1 1,2-4 82,4-3 1,1 0-102,9-2 0,1 1 273,4-5 0,2-3-389,4 0 0,2-2 47,-4 1 1,4-1 115,-3 1 0,0-2 136,-4-1-221,-2 0 298,-11-4-274,-1 2 200,-8-2 1,-2 4 32,-4 0 0,-2 4 134,-1 3 1,-5 2-40,4 1 1,0 4-151,1-1 1,3 4-28,-3-3 1,4 4 50,0-2 0,4 4-77,1 0 1,0 0 78,0 0 1,0 1 110,0-1 1,4 0-15,3 0 1,6 4 126,3 0 1,1 3-282,9-4 1,0-2 98,5-5 1,0 0 341,0 1 1,6 1-86,0-4 1,-2-1-18,-2-3 0,2-3-110,2 0 0,-2-5-361,-10 1 0,3-2-546,-7-1 83,-1 0 0,-4-3-480,-1 0 1,-6-5 503,-2 1 1,-1 1-424,-2 0 1,7-1 978,-5-3 0,5-14 0,-2-3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6T03:01:11.769"/>
    </inkml:context>
    <inkml:brush xml:id="br0">
      <inkml:brushProperty name="width" value="0.08571" units="cm"/>
      <inkml:brushProperty name="height" value="0.08571" units="cm"/>
    </inkml:brush>
  </inkml:definitions>
  <inkml:trace contextRef="#ctx0" brushRef="#br0">63 345 7910,'0'-16'157,"-6"2"85,1 4 0,-5-4-189,5 1 1,-6-1 66,5 4 1,0 0 258,1 0 1,2 3-10,-1 0 0,2 4 260,2-4 179,0 5-502,0-7 1,5 7-135,1-5 0,6 5 79,-3-2 1,7-1-115,5-2 0,-2 1 58,7 0 1,0 2-80,5-3 0,1 1 116,-1-4 0,0 0-257,0-1 1,6 1-137,0 0 0,8-1 109,1-3 1,2 3-174,4-3 1,-3 6 240,4 2 1,2 0-40,7-1 0,1 0 60,-1 3 1,1 1-37,-2 3 0,3 0 83,-3 0 1,1 1 4,-5 2 0,-9 4 102,-7 7 1,-11-3-77,2 3 0,-14 0-52,-2 0 0,-2 2 22,-8-2 0,-1 4-16,-5-1 1,-5-3 13,-1 0 0,-7-3-29,4-1 0,-5 1 118,-3 3 0,2-6-258,0 2 0,-1-5-402,1 1 169,5-4-79,4 3 273,6-5 1,2-5-110,2-1 1,7-1 71,11-3 1,1 2 11,9-6 0,4 3 75,1 1 0,4 0 144,-4 0 0,3 0-108,-3 0 1,7 0 153,-3 4 1,-2-2-53,-2 4 1,0 1-62,0 3 0,6 0 64,-2 0 1,-1 0-59,2 0 0,-5 1 41,5 3 1,-2 2-47,1 4 0,-8-4 168,-7 1 0,-8 0-87,4 3 1,-7 1-50,-4 3 0,-5-3-8,-6 3 1,5-3 19,1-1 0,-1 0-45,-5 0 0,0 0 72,0 0-348,0 1 173,0-1-159,0 0 195,7 0 1,1-5-13,8-1 0,1-3 4,-2-1 1,7 0 5,4 0 0,3 0 103,3 0 1,4 0-85,1 0 0,6 0 173,-1 0 0,1 3-83,-2 1 0,2 2 58,-6-2 1,-1 4 19,-4-2 0,2 4 107,-3 4 0,3-3 12,-14 3 0,2-3-76,-7-1 0,-1 5 73,-3 1 0,-5-1-61,-6-1 1,0 1-59,0 2 1,-2-1-29,-2 1 1,-1-1-4,-4 1 0,-2 2-12,-4-3 1,-7 0-151,2 1 1,-2-4-232,7 0 0,-4 2 169,4-2 1,-8 1-659,12-4 549,-6 0 1,9-3-392,-1-1 157,1-3 177,8 6 200,0-8 1,8 7 211,1-5 1,7 4 202,-1-4 1,2 4-178,3-4 0,0 5 221,6-1 0,-7 2-135,3 1 0,-4 0 54,2 1 0,-3-1-48,-2 0 0,1 3-39,-7 1 0,0 2-1,2-2 1,-8 3-21,3-4 0,-4 5 1,-2-1 0,-2 3-18,-4 0 1,-1 0-137,-10 0 1,1 1 84,1 3 0,-5-1-178,-2 4 1,-6-4 47,2 4 1,-2-3 48,2 3 0,-8-5-25,4 2 0,-11-7-20,4-3 0,-6-3-47,2-1 0,-6-3 82,-5-1 1,1-3-298,-6 0 0,2-2 244,-2-1 1,-2 0-94,7 0 1,1-1 26,9-2 0,7 1 25,9-1 0,3 2-68,7 1 15,1-5 27,5 4 41,4-3 1,8 4 117,2 0 0,0 1 185,0 2 50,-2-2 1,-2 8 41,0-2 0,-2-1 34,-2 0 1,-6 2-150,-5 2 0,-1 0-33,1 0 0,-8 0 38,-3 0 1,-7 0-26,-10 0 0,0-1-204,-14-2 1,-6-2-255,-10-1 1,30-3 0,0-1 180,-3 2 1,0 0 0,-2-2 0,0 1-207,-4-1 0,-1 0 0,6 0 0,-3 0 224,1 0 0,0 0 0,1-2 1,-1 0 73,-1 1 0,1-1 0,7-2 1,1 0-125,-2 1 0,2-1 0,-23-4 212,2 2 1,11-7-124,5 3 1,6-2-165,9 2 0,0-5 409,7-2 0,-4-2-769,6-1 1,-1 0 528,6 4 0,-1-2-747,7 4 0,5-3 482,0 4 0,4 0-350,2 2 1,3 1 652,8 0 0,14 0 0,15 0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6T03:01:11.770"/>
    </inkml:context>
    <inkml:brush xml:id="br0">
      <inkml:brushProperty name="width" value="0.08571" units="cm"/>
      <inkml:brushProperty name="height" value="0.08571" units="cm"/>
    </inkml:brush>
  </inkml:definitions>
  <inkml:trace contextRef="#ctx0" brushRef="#br0">0 51 9408,'0'-6'2019,"0"-3"-1609,8 8 0,6-4 78,6 5 0,14-1-134,-4-2 0,12 2 61,0-3 1,10 3-120,5 1 1,2 0-241,-2 0 1,-4-3 88,-6-1 1,-1 1-135,-4 3 0,-7 0 47,-9 0 0,-3-3-176,-7-1-297,-7 1 222,-3 3-1310,-6 0 939,0 0-501,-6 0 1,-3 0 108,-7 0 0,-5 0 956,1 0 0,-30 13 0,0 4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6T03:01:11.771"/>
    </inkml:context>
    <inkml:brush xml:id="br0">
      <inkml:brushProperty name="width" value="0.08571" units="cm"/>
      <inkml:brushProperty name="height" value="0.08571" units="cm"/>
    </inkml:brush>
  </inkml:definitions>
  <inkml:trace contextRef="#ctx0" brushRef="#br0">1 11 8158,'11'0'324,"-2"0"1,-3 0-31,3 0 1,2 0 69,6 0 1,5 0-22,4 0 0,5 0-98,6 0 1,3 0 54,6 0 1,6 0-83,1 0 0,4 0-37,-5 0 0,-1 0-52,-3 0 1,-10 0-134,-1 0 1,-10-3 133,-6-1-380,-4 1 49,-9 3 138,0 0 51,-8 0 25,-8 0 0,5 0 141,-8 0 3,8 0 26,-11 0 1,11 1-59,-8 2 1,8 0 331,-3 3-258,-2 1 0,7 3-60,-5 1 0,-1 2 85,1 0 1,2 2-64,4-2 0,-5 3 85,-1 5 1,1-1-80,5 0 1,-1 4 3,-6-1 0,6 2-31,-4-1 0,4-2-31,1 5 0,-5-4-157,-1 0 1,0-5 122,0-1 1,3-1-340,-8 1 0,6-4 49,-6-6 0,7 1-81,-7-5 1,6 1-182,-5-4 1,3 0-452,-2 0 1,0-5-15,-2-1 0,-3-3-1256,5-2 2198,1 1 0,-33-27 0,19 15 0,0 0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6T03:01:11.772"/>
    </inkml:context>
    <inkml:brush xml:id="br0">
      <inkml:brushProperty name="width" value="0.08571" units="cm"/>
      <inkml:brushProperty name="height" value="0.08571" units="cm"/>
    </inkml:brush>
  </inkml:definitions>
  <inkml:trace contextRef="#ctx0" brushRef="#br0">126 0 7955,'-16'0'1466,"1"0"-879,6 0 0,-4 1-176,9 3 0,-1-2 93,5 4 0,-3 1-77,-2 3 0,4 1-63,-5-1 1,4 3-141,2 1 1,-1 4 15,-4-2 1,4 5-135,-6 2 0,4 0 116,-1 4 0,1-3-181,-2 3 0,3-4 130,2 4 1,-4-4-285,-2 1 1,1-7 63,5 0 0,0-3-20,0 3 0,0-9-198,0 3 0,0-8 1,2 2-421,2-5 474,5 0 1,7-4-81,-1 1 0,2-5 101,5 1 1,-4 2 88,8-2 1,1 1-47,5-1 1,-1-1 61,0 1 1,1 2 49,5 2 1,-5 2 142,5 1 0,-3 0-14,3 0 0,-6 0 150,0 0 0,0 0 33,-11 0 1,1 1 87,-5 2-174,-1-2 1,-7 5 108,-2-3-214,-4-1 11,-2 2-13,0-4-197,-8 0 1,0 0-285,-7 0 0,-7 0-545,2 0 1,-6 0 430,4 0 1,-2 1-713,2 2 1,-6 0 532,2 3 1,-2-3 691,2 0 0,-12 6 0,-9 1 0,1 2 0,0-1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6T03:01:11.773"/>
    </inkml:context>
    <inkml:brush xml:id="br0">
      <inkml:brushProperty name="width" value="0.08571" units="cm"/>
      <inkml:brushProperty name="height" value="0.08571" units="cm"/>
    </inkml:brush>
  </inkml:definitions>
  <inkml:trace contextRef="#ctx0" brushRef="#br0">454 31 7935,'5'-7'1347,"-1"1"-767,2 3 0,-6-2 467,0 2 52,0 1-299,0-2-553,0 4 1,-1 0-8,-5 0 0,-2 1-20,-7 2 0,-2 3-38,1 4 1,-4 1 37,-1 3 0,-7-2 0,2 5 0,1-3-119,0 2 0,-1 2-50,-5 2 1,5 0-8,0 0 0,4-3 76,-4 0 1,2-5-323,-1 2 0,6-3 130,10-1 1,0-3-1216,-2 0 650,5-5-450,6 3 0,2-5 79,2 0 0,1-4-76,4 1 0,6-5 1084,7 1 0,10-2 0,5 0 0,2-2 0,-1 1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6T03:01:11.774"/>
    </inkml:context>
    <inkml:brush xml:id="br0">
      <inkml:brushProperty name="width" value="0.08571" units="cm"/>
      <inkml:brushProperty name="height" value="0.08571" units="cm"/>
    </inkml:brush>
  </inkml:definitions>
  <inkml:trace contextRef="#ctx0" brushRef="#br0">516 20 7937,'0'-5'1242,"0"-4"1,-2 8-521,-2-3 0,-1 3 38,-4 1 0,3 0-291,-4 0 0,-1 0-15,-4 0 0,0 1-158,-2 3 0,1 1 95,1 5 0,-1 4-118,1 0 0,-6 0-162,0 0 1,0 1 37,5 5 0,1-2-142,0-2 0,-1 1-269,1 3 1,-1-3 228,1 0 0,4-3-427,0 3 323,1-5 0,-4 2-659,3-3 1,3-6-68,2-1-1720,5 1 1538,-13-3 1,6 2-845,-7-4 1889,-1 0 0,-15-13 0,-1-5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6T03:01:11.775"/>
    </inkml:context>
    <inkml:brush xml:id="br0">
      <inkml:brushProperty name="width" value="0.08571" units="cm"/>
      <inkml:brushProperty name="height" value="0.08571" units="cm"/>
    </inkml:brush>
  </inkml:definitions>
  <inkml:trace contextRef="#ctx0" brushRef="#br0">80 0 7929,'-16'5'1194,"-1"-4"-752,2 2 1,1-1 146,3 2 0,5-2-159,6 5 0,2-4 439,2 4 0,13-4-195,8 4 0,12-4 9,4 4 0,7-5-435,11 2 0,-2-2-662,11 1 1,-4-1-496,4 1 1,-2-2 657,7-1 1,-10 0-513,-6 0 1,-11 0 80,-13 0 682,-10 4 0,-48 7 0,-21 4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6T03:01:11.776"/>
    </inkml:context>
    <inkml:brush xml:id="br0">
      <inkml:brushProperty name="width" value="0.08571" units="cm"/>
      <inkml:brushProperty name="height" value="0.08571" units="cm"/>
    </inkml:brush>
  </inkml:definitions>
  <inkml:trace contextRef="#ctx0" brushRef="#br0">1 30 8734,'0'-5'1350,"0"0"0,2 5-922,2 0 1,7 0-139,11 0 1,7 0 149,6 0 1,16 4-22,2-1 0,7 0-17,7-3 1,0 4-587,5-1 0,-35-1 1,0 0 298,6-2 0,-3 0 0,33 0-173,1 0 1,-10-4 125,-7 1 1,-4-4-26,-13 4-75,-8-5 0,-12 6-609,-9-5 1,-6 5-43,-10-2 0,-6 3-319,-9 1 1,0 0-207,-6 0 0,1 0 901,-7 0 1,1 1-793,0 3 1099,1-3 0,-23 8 0,-4-4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6T03:01:11.777"/>
    </inkml:context>
    <inkml:brush xml:id="br0">
      <inkml:brushProperty name="width" value="0.08571" units="cm"/>
      <inkml:brushProperty name="height" value="0.08571" units="cm"/>
    </inkml:brush>
  </inkml:definitions>
  <inkml:trace contextRef="#ctx0" brushRef="#br0">95 1 7934,'15'0'405,"1"0"35,-1 0 107,-6 0 0,5 0-100,-4 0 0,-1 0 344,2 0 72,-8 0-276,11 0 1,-11 0 582,7 0-754,-6 4 1,3 2-99,-7 4 0,0 0-97,0 1 0,0-1-105,0 0 0,-6 4 97,1 3 1,-5-1-75,5 1 0,-6 0 25,7 3 0,-4 0 28,3 1 0,-2 2-186,-3 1 0,-2-1 91,6-2 0,-3-1-7,2 0 1,-2 0 46,3 1 0,-5-2-152,7-2 1,-3 1 29,1-5 0,5 4 49,-5-3-99,6-1 0,0-6-402,0-1-382,0-3 599,0 1 0,0-5-1070,0-2 883,0-3 0,4-4-790,1 0 1,3-1 103,-4-3 0,-2 3-183,4-3 0,-5 2 1276,-1-1 0,-20-7 0,-9-3 0,0-4 0,-2 0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6T03:01:11.778"/>
    </inkml:context>
    <inkml:brush xml:id="br0">
      <inkml:brushProperty name="width" value="0.08571" units="cm"/>
      <inkml:brushProperty name="height" value="0.08571" units="cm"/>
    </inkml:brush>
  </inkml:definitions>
  <inkml:trace contextRef="#ctx0" brushRef="#br0">0 61 7898,'8'-6'750,"-7"-3"122,5 4-6,-6-6-515,0 1 0,0 4 269,0-1 62,0 5-205,0-3-27,8 5 1,-6 5-101,2 1 0,-2 8 28,-2 3 0,1 2-58,6 1 0,-6 4-61,5-1 0,-6 5-41,0-1 1,0-1-1,0 1 1,0 0-75,0 4 1,0-2 90,0-2 0,0 2-145,0-2 1,0-2 68,-6-1 0,5-4-166,-6-3 1,6 1 2,1-5-176,0 1 136,0-4-177,0-4 27,0-2 1,0-5-200,0-2 0,0 0-829,0-3 0,-5-1 535,1-3 0,-3-1-1938,7 1 2625,0 0 0,3-16 0,2-8 0,0-1 0,-2-1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6T03:01:11.779"/>
    </inkml:context>
    <inkml:brush xml:id="br0">
      <inkml:brushProperty name="width" value="0.08571" units="cm"/>
      <inkml:brushProperty name="height" value="0.08571" units="cm"/>
    </inkml:brush>
  </inkml:definitions>
  <inkml:trace contextRef="#ctx0" brushRef="#br0">345 132 7891,'-16'-10'74,"1"3"130,-2 0 0,6 1 40,2 0 1,0 0-22,-2 3 1,3 2 523,2-3-208,4-1-310,-4-1 0,14-3-33,9 2 0,0-1-28,9 5 1,0-4-22,11 4 1,3-4 104,8 4 1,-3-4-246,-4 4 0,3-2 93,-7 2 1,3 2-200,-3-3 1,0 3 24,-7 1 1,-3 0-31,-1 0 0,-8 0 143,4 0 1,-10 0 98,-3 0-36,-4 0-63,1 5 0,-6-3 213,0 5 1,-1-5 29,-4 1 44,2 3 0,-5-1 17,2 1 1,5 3-17,-4-2 0,-3 2-15,4 1 1,-1-3-49,5-1 1,0 5-30,0 2 1,-6 2 36,1-2 0,1 0-96,4 3 0,0 1 45,0 4 0,0-4 126,0-1 1,0 5-126,0 2 0,0 1-136,0-4 1,0 0 72,0 1 1,0-1-154,0 0 1,-2 0 11,-4 1 0,4-4 100,-4-1 0,0 0-170,1 1 0,-2-2 84,2-5-200,4 0 95,-13 0-9,12 0 0,-7-4-29,4-3 71,2-2 11,-3-1-3,6 0 23,-8 0 7,1 0 0,-9 0-98,1 0 0,-1 0 91,-1 0 0,0-3-72,-3-1 1,0 1 76,-6 3 0,2 0-2,-9 0 1,2 0-17,0 0 1,-5 0-1,-1 0 1,0 0 26,0 0 1,4 0-23,-4 0 1,5 0 50,1 0 0,0 0-37,5 0 1,-2 0-52,8 0 1,0 0-72,3 0-226,2 0-4,-1 0-420,7 0 28,3 0 0,18 0-126,4 0 1,2 0 326,-1 0 0,-1 0-562,-1 0 1,5 0 1107,2 0 0,19-4 0,1-2 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6T03:01:11.780"/>
    </inkml:context>
    <inkml:brush xml:id="br0">
      <inkml:brushProperty name="width" value="0.08571" units="cm"/>
      <inkml:brushProperty name="height" value="0.08571" units="cm"/>
    </inkml:brush>
  </inkml:definitions>
  <inkml:trace contextRef="#ctx0" brushRef="#br0">384 30 7868,'0'-5'740,"0"-4"605,0 8-515,0-8 548,0 7-539,0-2 182,0 4 324,0 0-1183,-8 4 0,5-1 27,-8 3 0,7 1-25,-7 3 0,0 1-105,-4-1 0,-5 0 59,-1 0 1,-2 3 33,2 1 1,2 0-177,-7 0 0,6-3 57,-8 3 0,8 0-47,-6 0 1,9-1-48,2-2 1,-2-1-128,8 0 1,-4-3-343,2-1-458,5-3-994,-1 1 868,5-4-36,2 0 0,9-1 510,7-2 1,5 0-424,-1-3 1063,8 3 0,12-7 0,6-2 0,8 0 0,2 1 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6T03:01:11.781"/>
    </inkml:context>
    <inkml:brush xml:id="br0">
      <inkml:brushProperty name="width" value="0.08571" units="cm"/>
      <inkml:brushProperty name="height" value="0.08571" units="cm"/>
    </inkml:brush>
  </inkml:definitions>
  <inkml:trace contextRef="#ctx0" brushRef="#br0">704 10 7882,'9'-3'1604,"2"-1"-531,-8 1-266,5 3 530,-8 0-884,0 0 0,-8 3-18,-1 1 1,-5 4-83,-2-2 1,-2 4 62,-2 4 1,-3-1-132,-4 3 0,-2-2 135,3 3 1,-3-4-192,-2 4 0,-6 0-5,1 3 1,-2 0-173,1 1 1,5-1 119,-5 0 1,6-3-103,5 0 1,4-1 101,5 1 0,2-3-825,-1-4-55,1-4-302,-1 3-1176,7-8 1053,3 4-1219,6-10 1716,0-1 1,0-4-1262,0 0 1897,-8 5 0,-29-22 0,-12-2 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6T03:01:11.782"/>
    </inkml:context>
    <inkml:brush xml:id="br0">
      <inkml:brushProperty name="width" value="0.08571" units="cm"/>
      <inkml:brushProperty name="height" value="0.08571" units="cm"/>
    </inkml:brush>
  </inkml:definitions>
  <inkml:trace contextRef="#ctx0" brushRef="#br0">46 1 7890,'-15'0'3328,"-1"0"-2028,9 0-46,-1 0 1,22 3-586,7 1 1,10 0 106,11 0 0,1-3-375,14 2 1,6 1-524,5 0 1,-33-2-1,4-1-103,33-1 1,-2 1 247,-2 3 0,-7-3-838,-10 2 1,-6-1 289,-13-2-2463,-7 0 1116,-4 0-413,-11 0 2285,-4 0 0,-40 0 0,-11 0 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04:35:29.304"/>
    </inkml:context>
    <inkml:brush xml:id="br0">
      <inkml:brushProperty name="height" value="0.053" units="cm"/>
      <inkml:brushProperty name="color" value="#FF0000"/>
    </inkml:brush>
  </inkml:definitions>
  <inkml:trace contextRef="#ctx0" brushRef="#br0">9441 5075 8233,'-14'-8'-21,"4"-3"-88,1 7 182,-1-7 1,-4 7 0,0-4-1,-2 1 1,-1 0 0,-2 1 0,0 3-1,0 1 167,0 2 1,-6 0-186,1 0 0,-3 0 0,-1 0 0,-1 0 0,1 0 0,-2 0-130,-3 0 84,9 6 0,-9-2 0,9 5 0,-3 2 0,-1 2-82,-1 1 1,1 0 127,-1 0-59,7 7 0,-5-4 1,5 6-1,-1-1 1,1-2 65,1 1 1,-3 4-40,5-1-15,0-4 1,-1 7-1,-2-3 1,0 3-1,1 1 46,1 0 0,2 1 5,-6-1-44,7 1 1,-3-6 0,5 1 0,0 1 0,-3 2 22,-1 2 0,0-1-23,5 1-1,6-1 0,-5 0 1,6 1-1,-3-1 1,2 1 44,2-1 0,1 1 16,5-1-78,-6 0 1,4-4-1,-2 0 1,2 1-1,2 0 8,0-1 0,0 6 25,0-6-30,0 6 0,0-8 1,0 6-1,2 1 0,1-1 16,1 1 0,6-1-5,-5 1 59,6-1 0,-5-3 0,5 1 0,-1 0 0,1 0 61,1 0 0,7-3 161,0 0-255,6 1 1,-7 3 0,4-2 0,0-3 0,0-1 18,3-4 0,2 4-350,2-2 249,-1 0 0,1-5 0,1 0 1,1 0-1,4 0 219,1 1-147,-4-7 1,4 4 0,-4-4 0,3 2 0,-1-3 124,1 0 0,-2 2 129,-4-4-205,-1 0 1,1-5 0,-1 0 0,2 0 0,2 0 312,1 0-306,6 0 0,-2-2 0,5-1 1,-1-3-1,-1-2 88,-2-3 0,0 3-100,4-2 0,-1 2 5,-3-1 1,2-4-1,-7 4 1,-1-4 113,-2-1 0,-2 0-94,0 0 0,1-1-9,-1 1 0,6-2 0,0-1 1,1-4 233,0-1 0,-2 3-28,-5-4-156,1-1 1,-1-4 0,1-1 0,-2 1 0,-4-2 200,-4-3 1,-5 2 34,-4-2-267,3-3 0,-7 1 0,5-4 0,-3 2 0,-2 1 227,-3 0 1,4-2-248,-3-5-45,1 1 0,-5 4 0,0-2 0,0-3 0,0-2 44,0-1 1,-6-5-380,-4-1 246,-2 3 0,-7-6 0,-2 4 0,-1 1 1,-5 2-420,-4 4 1,-1 2 95,-6-1 91,0 0 0,-4 5 0,-1 2 0,0 1 0,-1 4-928,-3 1 0,2 8 321,-2 3 277,9 3 1,-3 8-1,3 3 1,-3 5-1,-2 5 610,1 4 0,3 19 0,-3 8 0,-3 2 0,0 1 0</inkml:trace>
  <inkml:trace contextRef="#ctx0" brushRef="#br0" timeOffset="1">22578 4791 8328,'0'-14'67,"0"0"0,2-1 0,1 1 323,2 0 1,-1 0 0,-4-1 0,-1 1 0,-2 0-95,-2 0 1,-6 0-1,0-1 1,-5 3-84,-3 2 0,-6-2 0,1 2 0,-4-1-29,-5 2 0,1 1-216,-6 3 0,-6 3 0,-10-2 0,-4 4-20,-4 4 1,-4 6-6,4 9 0,0-2 0,6 8 0,-1 5 13,0 7 1,11 4 72,3 2 0,4-1-26,-4 1 0,2 4 1,2 2-1,2 2 158,3 2 0,-4 3-113,4 1 12,-5-1 0,9 1 0,-2 0 0,7-2 1,6 1-86,3 1 1,4-8-190,2 7 221,4-2 0,7 3 0,6 0 0,5-2 0,7-3 23,3-4 1,9-4 114,6-1-131,11-1 1,2-1 0,7-1-1,0-4 1,0-1-14,0-4 1,6 1 75,3 1-87,-2-9 1,4 3-1,-4-15 1,4-1 0,6-3-9,4-1 1,-9-3-14,2-4 159,-9-6 0,6-3 0,-3-10 1,1-5-1,2-4 418,-5-6 0,2 1-157,-3-9-265,-1-4 1,-10-11-1,-5-2 0,-7-4 1,-7-6 11,-7-6 1,-12 32 0,-2-2-996,-3 0 1,-2 0 818,0 0 1,-1 0 0,-4-3 0,-2 0 0,0 2 0,-1 2 0,-2-1 0,-2 1 0,-3 0 0,-2 1-175,-3 0 1,-2 1-1,-2 2 1,-2 3-517,-3 0 0,-2 2 685,1 2 1,-2 2-1,-26-20 1,-2 4 0,-3 6-1,-3 7-871,0 11 0,2 7 459,1 7 1,-6 2-106,-4 7 0,1 14 0,-4 12 0,33-7 1,-1 3 561,-3 5 0,-1 1 0,1-1 0,0 1 0,-4 6 0,0 2 0,1 4 0,1 4 0,1 4 0</inkml:trace>
  <inkml:trace contextRef="#ctx0" brushRef="#br0" timeOffset="2">24640 7904 8231,'-32'-33'-29,"4"0"1,1 1 0,-2 2 0,-2 4-81,-2 2 0,-2 2 387,2 3 1,1 3-1,-6-3 1,-1 3 0,-2 4-1,-4 1 1,-2 3 0,-7 1 1045,-6 4-1212,-4 2 0,-9 1 1,-1 1-1,-2 4 0,2 6 375,1 6-433,-5 5 1,11 7-1,-5 1 1,3 3-1,-1 5-4,35-18 1,-1 1 0,2 3 0,0 1-869,3 1 0,1 0 846,-2 1 1,2 1 0,-16 36 0,21-31 0,0 0 0,-1 2 0,1-1 0,1 1 0,-1 0-2,1-2 1,-1 0-1,1 1 1,1 0 153,-20 28-211,7 6 0,0-8 0,6 5 0,1-2 0,9-3 6,7-2 1,2-3 88,6-2 89,0 8 0,7-15 1,4 8-1,9-5 1,8 0 83,9 1 1,1-4 121,10 1-302,3 4 1,12-8-1,4 2 1,4-4 0,3-1 8,3-5 1,0-4-177,-34-16 1,0-1 0,38 13 46,-34-15 0,1-1 1,33 8-1,-35-13 0,0-2 1,37 0-2,-3-2 0,3-4 60,-2-2 0,1-4 35,-37 1 0,1 0 1,1-3-1,1-1 1,-1-1-1,0-1 1,2-2-1,2-2 43,1-1 0,-1-2 0,-4 0 0,0-2-251,1-1 1,-1-2-1,-1 0 1,-2-2 220,2-3 0,-1-1 0,-1-2 1,-2-1-1,-4-2 0,-1-2 1,-4 0-1,-1-1-8,-3 0 1,-4-1 0,-4-1 0,-3-1-63,-5-2 1,-2-2-1,-2-1 1,-2 0-1,-4-4 1,-2-1-1,-2-1 1,-2 0-197,-2-1 0,-3 1 0,-3-2 0,-2 1-9,-3-3 1,-1 0 165,-1 0 0,-3 0 0,-6 1 0,-4 2 0,1 1 0,-3 3 0,1 4 1,-3 4-1,0 4 0,-2 3-210,1 4 1,-2 3 0,0 3 0,-1 1 7,0 4 0,-2 3 92,3 4 0,-1 3 0,-2 2 0,-1 4 0,2 4 0,0 3 0,-2 1 1,-1 1 173,-1 4 0,0 1 0,1 1 0,0 2 0,-2 3 0,1 1 0,-3 3 0,1 0 0</inkml:trace>
  <inkml:trace contextRef="#ctx0" brushRef="#br0" timeOffset="3">10536 7933 8277,'8'-21'190,"-2"1"0,-6-4 0,0 5 1,-2 3-1,-1 2 932,-1 0-954,-8 0 1,5 1 0,-9 2 0,-3 3 0,-5 2-1,-3 3 1,-3 1 0,-1 2 0,-6 2 177,-4 2 1,2 6 0,-12 9 0,1 4-121,-2 4-187,-7 8 0,9 1 0,-7 7 0,-2 1 0,1 4 48,1 4 0,-2 3-65,12 2-2,6 0 0,6-4 1,7 1-1,2 1 0,8-2 214,8-3 1,7 4-72,3-2-154,0 3 0,6-4 0,5-4 1,5-3-1,5 1-131,1 2 1,0-7-116,2 2 209,2-9 1,-3 7 0,5-5 0,2 1 0,3 2-57,5-2 0,3-1 261,2-7-107,6 1 0,3-2 1,8-4-1,3-4 1,0-5 307,0-4 1,5-4-39,-1-6 1,4-1-147,5-4 0,-2-8 0,-35 4 1,1-2-1,0-1 0,0 0 46,3-2 0,-2-2 0,-3 1 0,0-2-806,2-3 1,1-2 666,-4 3 1,0-2 0,-3-3 0,-2-2 0,33-22 0,-34 23 0,0-2 0,22-28 287,-8-2 1,-15-1-116,-12-4 1,-3-4-363,-6-10 0,-4 2 0,-10-5 0,-6 1-299,-6 4 1,-7 0 269,8 35 1,-1 2-44,-19-29 0,-2-4 1,0 13-1,-2 0 0,-2 2-467,-6 3 0,4 5-2,-3 9 0,2 8 165,3 6 1,-1 11 0,-1 1 0,-4 4-823,-4 5 1,-6 14 304,-9 8 1,-2 12 801,27-12 0,-1 0 1,2 2-1,-1 1 1,-3 1-1,-1 1 179,0 2 0,0 0 0,3 2 0,-1 0 0,-1 0 0,0 0 0,2 1 0,-1-1 0,2 1 0</inkml:trace>
  <inkml:trace contextRef="#ctx0" brushRef="#br0" timeOffset="4">9057 6923 8275,'-12'-20'-120,"0"-2"1,3-2-1,-2 2 1,0 1 845,1 4 0,-2 1-481,2 2 1,-2 5-1,-3-1 1,1 1 0,0 1-1,-2 3 1,-1 3-69,-2 2 1,-2 0-1,2 4 1,-6 3-215,-7 8 0,-10 15 286,-10 3 1,-4 8 0,0 8 0,-1 8-228,28-25 1,1 0 0,0 2 0,0 0-735,2-1 1,0 1 684,1 1 0,1-1 1,-7 25-1,6 4 0,6 0 1,7 2-207,5 0 1,2-4 361,5-9-25,0 4 1,8-11 0,4 6-1,7-4 1,3-4-356,4-3 253,7-9 0,-1 10 1,4-5 47,-1 1 0,-1-7-16,0-6 0,-1-2 1,9 3-1,6-3 253,1-1-223,12-2 0,-2-10 0,12-1 0,2-2 0,1-3 431,2-1 1,4-4 4,-4-2-347,-35 1 1,0-2 0,35-16 0,0-2 0,-10-4 0,-6-3 197,-3-4 1,2-2 64,2-7-35,-9-5 1,8 3 0,-12-4 0,-3 0-1,-2-3 258,-5-3-455,-3-2 0,-15 0 0,-5 0 0,-9 0 1,-6 1 262,-5-1 0,-9 1-98,-10 4-404,-3-3 1,-9 6 0,-7-5-1,-7 2 1,-5 0-252,-2 2 0,-2 1 148,-2 6-117,-4 0 1,28 22-1,-2 1 1,1 1-1,-1 0 1,-1 3-1,1 2 1,-2 3-1,-1 2-532,1 3 1,-1 2 0,1 2 0,1 1-2453,-40 1 2716,12 13 0,3 9 1,14 16-1,2 6 1,2 7 542,-2 5 0,3 8 0,21-32 0,1 2 0,1 3 0,2 2 0,1 2 0,1 0 0</inkml:trace>
  <inkml:trace contextRef="#ctx0" brushRef="#br0" timeOffset="5">19251 16960 8992,'-14'8'111,"-2"6"0,-4 8 1,-9 7-1,-7 4 372,-5 5 1,-2-2-402,1 2 0,0-6 1,3 1-1,3-5 1,2-4-1,8-5 1,5-5-232,5-4 97,2-4 0,6-12 1,2-4-1,1-4 1,0-3-1,2-4 32,2-1 1,5 5 145,1-2 1,0 3 0,-4 2 678,4-1-230,-3 8-424,4 0 1,-6 14-1,0 4 1,0 4 895,0 4-776,0 7 1,0-9 0,0 5 0,2-1-1,2-2 157,6 1 1,7-4-16,2 3-560,13-3 0,-7-8 1,13-4-1,0-2 1,0-2-661,0 0 0,-7 0-18,3 0 0,-11-2 825,-4-2 0,-85-11 0,22 4 0,-1 0 0</inkml:trace>
  <inkml:trace contextRef="#ctx0" brushRef="#br0" timeOffset="6">14616 17685 8061,'-14'0'659,"0"0"576,0 0-619,6 0 1,5-5-1,10 1 270,8 1 1,8 1-706,1 2 0,9 5 0,5-1 1,3 0-38,2-3 1,-2 1 0,-2 1-1,-2 2-225,-2-2 1,2 3 84,-3-1-683,-1 6 0,-11-9 1,-3 4-1,-5 0-1367,-4 4 0,-6 2 1153,-8 3 707,-11-8 1,-5 6 0,-5-5 0,1 1 0,-1-1 185,-2-1 0,0 2 165,3-4 45,4 0 0,5-1 1,1 1 1205,0-2 1,6 0 417,3 2-645,4-3 0,2 6-509,4-4 0,-3 0-328,2 5-242,4-6 0,-6 10 0,3-4 0,-4 4-50,-1 1 0,0 0-66,0 1-269,0-8 0,-1 11 0,-3-4 0,-2 2-353,-2 0 0,4-2-189,-6 0 554,1-6 1,-6 5 0,1-6 0,0 1-368,0-3 730,-1 3 0,8-6 1,-5 2-1,8-8 1,2-4 810,5 0 1,2-5-285,9 4-472,-3-4 1,11-1 0,-3 0 0,4-1 0,0 1 153,1 0 0,-5 5-136,5-1-310,-1 1 0,-1-4 0,-3 2 0,-3 1 1,-2 1-921,1 1 811,-1 2 167,0-1 0,-4 6 0,-1-2 0,0 6-78,-1 6 0,0 4 1952,-3 1-1402,-3 0 0,5 5 0,-3 2 0,0-1 0,0 2 412,-3 1 1,-1-4-222,0 4-498,0-5 0,0 2 0,0-6 0,0 1-50,0-1-2,0-6-181,0-2 0,0-8 0,0-2 1,0-6-1,0-4-496,0-5 1,0 2 204,0-7 137,0 0 1,6 1 0,4 0-1,3 3 1,1 3-170,0 1 0,2 3 741,3 4-197,-3-4 1,4 11 0,-6-2-1,1 2 1,-1 4 406,0 2 0,-1 4 102,-4 7-330,4 5 0,-12-3 1,4 6-1,-2-1 0,0-2 120,2 1 0,0-2-112,-5-5-477,6 6 1,-3-4-1,7 2-561,1-7 0,3-5 234,5-6 305,-3-6 1,6-7 0,-3-7 0,5-3 0,1-2-470,-1-2 1,-2-6 244,-3 0 326,-4 0 0,4 0 1,-9-2-1,-5 0 0,-4 0-206,-1 4 0,0 5 586,0 3-148,-6 5 0,-2 4 0,-6 9 0,0 4 304,-1 1 0,6 6-96,-1 4 108,7 9 0,-3 3 0,6 6 0,0 1 0,0-1 1046,0 0 1,6 1-551,4-1-735,2 1 0,3-1 0,-1 1 0,0-1 0,2-1-310,3-3 0,-3-2 85,2-3-509,5-4 1,-8 0 0,4-11 0,-3-2-1413,-2-2 1,-1-6-666,-4-4 1971,4-9 0,-7 2 0,5-8 667,-1-5 0,-13-43 0,2 28 0,0 0 0</inkml:trace>
  <inkml:trace contextRef="#ctx0" brushRef="#br0" timeOffset="7">15725 17913 8079,'-9'12'764,"-1"-2"-158,7 2 421,-9-4 1,12 5 23,0-4 0,7 3-507,12-8-436,3 1 1,7-7 0,1-1 0,3-3 0,3-2-34,1-3 0,4-2-722,-3-1 485,-3 0 0,-1-5 0,-7 0 1,-3 2-1,-4-1-637,1-1 1,-12 3 276,1-2 411,-7 8 0,-3-3 0,-2 6 0,-2-1 0,-6 3 78,-2 3 0,-7 4 126,0 3 138,-7 3 1,11 6 0,-4 2-1,3 1 1,3 3 852,4 3 1,-2-1-604,6 1-234,-6 4 0,9-9 0,-2 4 1,4 0-1,4-2 250,6 1 1,2 3-362,3-5-112,5 0 0,-2-10 0,5-1 0,3-2 0,-1-3-242,-2-1 1,3-2-802,-7 0 732,6-6 1,-8-4 0,5-7-1,-1-4 1,-5 1-79,-5-1 0,2-3 148,-4 6 166,-3-1 0,2 4 0,-5 1 0,2 0 912,-2 0-454,-1 6-23,-2 1 1,-5 23 0,0 3 449,2 0 0,2 0 47,1 0-619,-7-3 1,6 4-1,-4-4 1,3 2 70,2 1 0,0 0-853,0-5 301,0-6-186,0 4-673,0-29 820,0 12 0,0-28 0,0 9 0,2-3 0,3 1-331,4 2 1,4-1 245,1 6 315,0-7 1,0 11 0,1-4 0,-1 4 0,0 4-822,0 2-529,7 6 971,-5 3 1,4 4 0,-7 9 0,-2 3-1,-3 0-1959,-2-1 2366,-1 6 0,-5 7 0,0 9 0</inkml:trace>
  <inkml:trace contextRef="#ctx0" brushRef="#br0" timeOffset="8">16678 17913 8097,'0'-15'400,"0"1"1,0 5-1,0-1 2935,0 7-2250,0-3 0,0 9 1,0 5 398,0 6 0,1 5-1159,4 0 0,-3-3 0,4 4 0,-1-1-44,0 0 1,-1 5-344,-4-5 58,0 0 1,0-5 0,0 0 0,0 1-543,0-1-179,0-6 319,0-2 0,0-8 0,0-2 1,0-7-531,0-7 1,0-2 365,0-4 420,0-3 1,5 7 0,1-6-1,1 4 1,1 2-103,-1 2 1,3 7 646,4 2-295,-6 6 0,5-4 0,-4 7 0,4 2 0,-1 4 466,-2 8 0,3 1 392,-4 4-752,-3 3 1,7-5 0,-4 5 0,3-1 0,-1-4 77,-2-1 0,1-2-441,4 0 14,0-6 0,0 3 1,0-6-1,1-2-440,-1-1 1,-2-9 216,-2-2 205,3-4 1,-7-3-1,3-1 1,-2-2 0,-3 0-37,1-1 1,0 4 27,-5-3 233,0 3 1,0 2 307,0 0-421,-6 6 99,4 8 1,-9 8 0,6 7-1,2 3 1,2 1 385,1-2 1,1 1-27,4 1-325,3-4 1,6 6 0,2-7 0,1-1 0,2-2 30,-2-2 0,4-6-115,-2 2 8,6-3 0,-9-4 0,3-3 1,-3-4-1,-2-5-275,0-5 1,0-3-7,1-7 69,-7 7 1,3-10 0,-5 4 0,0-4 0,1-1-445,-4 0 1,-2 2 276,-1 7 376,0-3 1,0 16 166,0-3 0,0 15 315,0 4-248,0 12 0,0 6 0,0 7 0,0 1 1,0 2 924,0-1 1,0 3 235,0-2-1110,0 0 0,5-5 1,1-1-1,1-1 1,1-4-364,-1-2 1,-2-6-4,5-4-600,-7-7 0,5 5 0,-5-6 0,2-2-1994,-2-7 0,-2-4 889,-1-3 229,0-7 0,-4-1 1551,-1-6 0,-14-14 0,-5-8 0,1-3 0,-1-1 0</inkml:trace>
  <inkml:trace contextRef="#ctx0" brushRef="#br0" timeOffset="9">17289 17827 9172,'10'2'849,"-1"3"1,1-4-1973,4 4 1123,6-3 0,47-9 0,-25 3 0,-1 0 0</inkml:trace>
  <inkml:trace contextRef="#ctx0" brushRef="#br0" timeOffset="10">18313 17842 8097,'8'-7'228,"-2"-1"0,-6-6 289,0 0 1,-1 1-1,-4 4 1,-5 4-1,-4 4 1,-3 1 144,-2 0 1,-2 1-1,4 2 1,-4 4-292,-1 0 1,3 3 0,-3 6 0,2 1 26,2 2 1,4 0-415,5-5 1,2-4 0,7-1-429,0 2 0,2 0 83,3-1 1,7-4-206,7-6 0,5-1 0,-4-3 0,1-2-168,-1-2 1,4-1 380,-5-6 242,0 8 0,-5-4 1,0 4-1,1 1 0,-1 0 229,0 2 527,0-3-263,-6 5 0,3-3 0,-6 10 0,0 4 489,1 4 0,-4 1-292,2 0-383,4-6 1,-5 5 0,7-4 0,1 3-1,2-1-96,1-2 1,0-6-201,0 2-181,1-3 0,-1-2 0,0 0 1,2 0-1,1-2-290,2-3 0,5 2 170,-5-6 295,0 5 0,0-7 0,0 5 0,-2 0 1,0-1 98,2 4 0,-3 2 130,3 1 80,-3 0 1,-2 0-1,0 0 1034,1 0-774,-1 0-136,-6 0 0,-2 1 672,-6 4-623,0-3-283,0 4 0,0-8 0,-2-1-278,-2-2 0,-4 1 234,-6 4-207,-1 0 0,1 0 1,0 0-1,-2 0 1,-1 1-63,-2 4 1,0 1 365,5 4-148,6 2 1,-5-5 0,5 4-1,0-2 1,2 2 165,0 2 1,4-4 247,-3 1-352,4-1 0,7 1 1,3-2-1,6 0 1,2-2-55,2 0 1,2-1 116,-2-5-179,-4 0 1,6-5 0,-5-1 0,1-2 0,0-5-228,-4-4 0,1 0 79,-4-7 54,2 0 0,-4-9 0,-1-2 0,-3 1 1,1-1-388,-2 3 0,-1 4 693,-2 4-141,0 4 0,-2 10 0,-2 4 0,-4 4-134,0 9 1,-3 10 839,6 7-566,0 3 0,0 1 0,1 0 0,1 1 0,1-1 640,2 1 1,0-6-68,0 1-676,0-7 1,5 4 0,1-7 0,2 0 0,3-1-445,2-3 1,1-4 113,0-6 114,0 0 1,0-2 0,2-1 0,2-5-1,1-3-302,-2-5 0,-1-1 224,-2 3 209,0 0 1,0-1 0,-1 1 0,-2 1 0,-3 2 201,-2 2 0,-1 4 121,-5-4-91,0 6 1,5-2 0,0 10 355,-2 4 1,0-1 194,2 1-580,-4 1 1,12 4 0,-4-1-1,4-2 1,1-2-96,0 2 0,1-4-111,-1-3-33,0 4 0,5-6 0,0 3 0,-2-5 0,-1-4-398,-2 0 1,1-7 95,-1 1 125,-6-9 0,-2 3 0,-4-4 0,1 1 0,1-2-281,0-1 1,-9 5 56,-5-2 333,-2 9 1,-4-1 0,-3 7 0,-3 1 0,-2 3-27,1 4 0,0-1 382,0 7-80,2-1 1,7 7 0,1 2-1,4 1 1,3-2 207,-1-1 1,7-4-200,0-2-111,7 2 0,8-5 0,4 2 1,3-2-1,2-3-266,0 1 1,-1 0-143,6-5 291,-1-7 1,1 0 0,-2-6 0,-2 2-1,-3 1-74,-1-1 1,2-1-7,-4-3 352,0 8 0,-9-4 0,-1 6 22,2 2 830,-4 1-656,-1 8 0,-6 7 1,0 6-1,0 0 0,0 1 677,0 4 1,5 3-27,-1 1-821,1 1 0,-5-1 1,0-1-1,0-2 1,0-1 53,0 1 0,0 1-182,0-3-58,0-2 1,0-7 0,-2-1-301,-2-4 1,1-2 35,-7-7-69,1-7 1,-6-1 0,1-6 0,2-2 0,0-3-351,3-4 1,6-6-26,-2-4 416,4 3 1,2-11 0,4 3 0,4-3 0,4 0-700,1 3 0,5 0 745,0 10 183,6-4 1,-3 18-1,5-2 1,-1 7 0,-3 2-34,3 4 1,-1 6 354,-1 2-237,-4 12 0,-7-7 0,-2 9 0,-3-3 0,-2-2 209,-3 0 0,-1 0-255,-2 0 21,-7 1 0,0-1 1,-8 0-1,0-1 1,-3-2-127,-1-2 0,0-1 97,5 2-182,0-4 1,0-4-1,-1 1 1,1 1-175,0 0 71,0-3 118,6-1 0,3 0 0,10 0 54,4 0 1,10-5 285,5 1-121,-4-7 1,7 4 0,-5-4 0,2 2 0,0-4-228,1-4 0,2 1 14,1-3 120,-5-3 0,2 0 0,-6-7 0,-2 1 0,-1 0-10,-2-1 0,-4 2-47,-1 4 494,-6 2 1,2 8-150,-10 4 1,2 9 563,-6 9-575,5 4 0,-7 3 1,7 3-1,1 3 0,-1 2 531,0-1 0,2 1 199,-3 4-729,4-5 1,1 2 0,0-5 0,0 2 0,0 2 92,0-2 1,4-1-385,1-7 166,6 0 1,-3-1 0,6-4-1,1-2 1,0-3-773,4 1 0,-3 0-143,3-5 607,-3-6 1,3 1 0,0-8 0,-2-3 0,-1-1-549,-2-4 0,-1 4 192,-4-7 400,-2 7 0,-7-4 1,0 7-1,0 0 58,0 0 0,-2 6 58,-3 3-29,-3 4 1,-6 1 0,0 1 0,0 4 0,0 4 581,-1 4 0,6 1-105,-1 0-291,7 1 1,-5-6 0,5 1 0,-2 1 0,2 1-86,2 3 1,7-6-22,3 1-120,4-7 1,3 5 0,1-5 0,4 1 0,1 0-241,3-3 0,2-7-14,2-4 272,-1 4 1,0-7 0,-1 4-1,-1-4 1,-3-1-53,2 0 1,-2 4 223,0 1-39,-5-1 1,2 3 0,-6 2 10,1 3 1,-7 4 193,-4 3-212,4 2 1,-6 3-1,3-1 1,-4 2 670,-1 2-313,0 1-219,0-6 871,0 5-565,0-12-493,0 6 1,-2-7 0,-2 0-243,-6 0 1,-2 0-332,-3 0 398,1 0 1,0 0 0,0 1-37,0 4 1,1-2 367,3 7-13,4-7 1,6 5 0,2-5 462,2 2 0,4-1-125,7-4-364,-1 0 1,2-1 0,1-4 0,3-4 0,1-4-324,0-1 1,2-5 6,-4 0-11,0-6 0,-3 1 0,1-8 1,1-2-1,-4 0-420,-3 4 0,-8 0 172,2 11 141,-4 0 0,-1 15 0,0 8 169,0 14 1,-1 7 953,-4 4-567,4-1 1,-6 5 0,6 0 0,-2-1 0,-2-2 591,2-2 0,3-6-622,4-3-497,4-3 1,6-2 0,1-1 0,-1-2 0,0-3-753,0-2 1,1-1 387,-1-5-192,0-6 1,-6-2 0,-3-6 851,-4-1 0,-31-25 0,-16-10 0,-1-4 0,0-1 0</inkml:trace>
  <inkml:trace contextRef="#ctx0" brushRef="#br0" timeOffset="11">19820 17842 8097,'-22'4'1349,"3"1"-642,3 0 1,18 0-259,12-1 1,14 6 0,18-5 0,3-2-829,2-2 1,-6-1-923,3 0 882,-4 0 0,2-1 419,-3-4 0,-17-16 0,-13-9 0</inkml:trace>
  <inkml:trace contextRef="#ctx0" brushRef="#br0" timeOffset="12">21256 17685 8078,'-6'-20'634,"4"4"1,-4-3 0,1 3 3100,0 2-3348,1 6 0,4 3 1,0 10-1,0 5 1,0 2-1,1 4 1,2 3 1273,2 5 0,0-2-1316,-5 1 1,1-4-1,2 3 1,2 1-336,-2-1 1,-1-5 0,0 2-1,1-3-438,1-2 1,1 0-273,-5 0 1,0-4-1514,0-1 472,0-5 0,-6 0 586,-4-8 955,4 2 1,-7-12-1,4 1 1,-2-4 0,0-1 201,1 3 0,7 0-73,-2 1 186,4 0 0,1 0 1,0 0-1,1-1 906,4 1 1,3 1-24,6 4-791,1-4 1,-1 7-1,2-5 1,1 3-1,3 0 71,3 0 1,-6 4-206,2-6 62,-3 1 1,-2-1 0,0 2 0,0 2 357,1 3-413,-8 1-20,0 2 1,-7 2 0,0 2 0,0 6 588,0 3 0,0 6-30,0-1-382,0 1 1,0 0-1,0 2 1,0-1 0,0 1 170,0-4 1,0-1-57,0-2-223,6 1 0,-4-1-717,2 0-271,-2-6 640,4-2 1,-3-17 0,5-3-1,0-2 1,0-1-467,3-2 1,0 3 214,-1-3 339,2 3 0,-4 4 0,5 1 1,-2 3-1,-3 0-102,-2 0 508,5 5-23,-9 3 0,6 8 1,-5 6-1,2 0 1,-2 2 626,-2 3 0,-1-2-241,0 7-477,0-7 1,5 9 0,1-7 0,2-2 0,3-3-455,2-4 0,1 1-9,0-7 25,7 1 1,-5-5-1,4-1 1,-1-4-1,0-6-517,-1-7 0,-3 1 261,0-7 392,-1 1 1,-1-6 0,-4 2 0,-3 2 0,-1 3 108,0 1 1,0 2 718,-5 5-490,0 6 1,0 4 209,0 8-288,0 4 1,0 8 0,0 1 488,0 2 1,0 7-389,0-3 1,1-2 0,4-2 0,3-3-129,0-2 1,6 0-258,0 0 0,2-6 1,6-2-1,0-1-114,0 0 215,-4 0 0,8-12 0,-2-2-200,3-4 1,-3-1 139,-1 0 0,-5 0 1,1-1-1,-3 1 234,-2 0 105,-6 0 1,3 4-72,-7 1 0,6 7 190,-5 2-273,-1 7 0,-4 7 0,0 0 0,0 0 1,0 0 238,0 1 1,0-1-54,0 0-200,-6 7 1,3-10 0,-7 3 0,-2-3-1,-4-2-583,-3 1 0,-5-7 35,5 2-794,-6-4 1,3-1-1,-6 0 1,-1 0 1294,1 0 0,-20-25 0,-4-7 0</inkml:trace>
  <inkml:trace contextRef="#ctx0" brushRef="#br0" timeOffset="13">21938 17614 8078,'0'-14'616,"-6"0"1,0-1 105,-4 1-722,-2 6 0,16 8 0,-2 8 0</inkml:trace>
  <inkml:trace contextRef="#ctx0" brushRef="#br0" timeOffset="14">22991 17714 8032,'-13'-2'1150,"2"-1"1194,1-2-1787,7 0 1,-3 12 0,6 2 0,1 4 0,3 1 0,0 2 0,1 1 1523,1 2 0,-4 2-1849,3-2 0,-2 1 1,0 6-1,2-3-11,-2 2 1,-1-4-208,-2-2 0,1 2 0,2-3 1,2 0-132,-2-2 1,-1-7-451,-2 1 331,0-7 0,0 1 0,0-8-125,0-6 1,-5-4-178,0-5 370,-6-3 1,8-6 0,-5-2 0,2-2 0,3-3-376,1-1 1,2 3-135,0-5 585,0 6 0,2 2 1,2 8-1,7 3 1,5 5 558,3 3 1,5 8-187,-5-2-124,6 3 1,-9 9 0,3 4 0,-5 5-1,-4 2 205,-6 0 1,-2-1-15,-2 2-362,-6-3 1,-4 5-1,-9-7 1,-3 0-1,-2 0-97,1 0 1,1-1-461,-2-3 397,-3-4 0,11-1 0,-1 1 0,4 0-221,4 1 1,4-3 523,-5-4-33,7 0 0,-1 0 0,10-1 1,7-2-1,5-4 188,5-1 0,-4 0-7,4-1-280,1-4 0,0 5 1,-1-6-1,1 0 1,0-2-225,-1-3 1,0 3 90,0-3 0,3 2 28,-8-2 1,1 3 0,-6-3-1,-2 5-59,-1 5 1,-7 1-19,2 3 279,-4 3 0,-2-4 0,-4 8 6,-5 2 0,-2 4 507,-3 7-394,1-1 0,0-2 1,1-1-1,2-1 232,2 1 1,4 0-311,-4-1-96,5 2 1,0-9 0,8 5 0,6-1 0,4-4-65,5-2 1,2-1 66,2 0 1,4 0 60,-3 0 1,1 2-1,-1 1 1,-5 2 169,-3-2 0,-2 0-75,0 2 0,-4 1 32,-1 4 1,-6 2 0,2-2 22,-4 2 1,-1 3-216,0-1 0,-4-5 108,-1 1 1,-1-5-70,1 4-367,3-6 64,-4 3 1,12-6-1,4-1 1,2-4 0,3-4-487,-1-4 1,5-1 306,0 0 0,1-1 141,-1 1 0,-4 0 0,0 0 0,-4 0 178,0-1 1,-4 6 27,-2-1 0,1 6 1080,-1-6-862,-1 7 1,-5-3-30,-4 6 1,3 6 112,-2 3 0,-3 4 1,3 1-1,0 1 306,3-1 0,1 0 0,0 0-548,6 0 1,-3 1 0,7-3-1,1-1 1,2-3-588,1-1 1,0-1-349,0-1 788,0-4 0,1 4 0,0-8 0,3-4 0,1 0-209,-2-5 0,-6-5 15,-1-2 152,-1 0 0,5 5 0,-1 0 0,-2 1 1627,-1 4-683,-7-4-556,3 11 0,-6-2 0,0 10 0,0 7 267,0 4 0,0 2 269,0-5-497,0 0 1,0 2 0,-2 2-1,-1 1 126,-1-2 1,-1-6-460,5-2-56,-7-5-128,6 2 0,-5-12-909,6-4 950,0-3 0,6-1 0,2-2 0,1-1 0,1-2-413,1 2 0,1 3 66,3 4 542,-1-3 0,0 7 1,0-3-1,1 4 365,-1 3 1,0 2-113,0 0 1,-4 7 61,-1 2 0,-4 4 0,3 1 0,-2 0 197,-3 0 1,4 1 5,-3-1-346,7 0 1,-9 0-1,4-1 1,1-2-395,2-2 0,4-5-241,1 0 345,0-2 0,0-4 1,1-2-1,-1-6 1,0-3-528,0-1 1,0 0 170,1 0 419,-1 0 1,-1-1 0,-2 1-1,-2 0 1,1 0 66,-3 0 0,1 4 166,-3 1 104,-3 5 0,6-2 220,-4 6-253,-2 0 101,4 0-143,-6 6 308,0-4 471,0 11-818,0-12-253,0 6-231,0-7 1,-1 0-1,-4 0-151,-5 0 1,3 1 195,-3 4 244,1-4 0,-4 7 1,2-3-1,1 3 0,1 1 223,1 1 0,-5-5-165,4 4 243,3 1 1,-1 4 0,7 0 0,0 0 222,0 0 0,7-4-604,2-1 52,10 1 1,2-2 0,4-2 0,-1-1 0,1 0-394,2-2 1,1-2 283,1-1 1,-6-4 93,1-1 1,-7-6-1,4 1 1,-4-4-132,-3-5 1,4 3-59,-9-3 576,-2 4 1,-1 0 175,-6 1-628,0 6 209,0 2 1,-2 8 0,-1 2 0,-3 6 1093,-2 2-734,5 3-278,-4-1 0,7 0 1,0 0-187,0 0-155,7-6 88,1-1 1,6-7 0,0 0-1,2 0 1,1 0-458,2 0 0,5-2 154,-5-3 290,0 4 0,1-10 0,3 6 1,-1 0-1,-3 1 50,-4-1 1,-5-2 72,-1 3 238,-5 2 48,8-4 45,-10 6 209,4 0 0,-4 0-74,2 0 0,0 5-587,5-1 88,0 1 1,6-5-1,-1 0 1,0 0 0,0 0-277,1 0 0,-1 0-2,0 0 284,0 0 0,-4-2 0,-1-1 141,2-1 1,-4-3 76,-3 3-175,-2 2 316,-2-4-211,0 6 1,0 6 72,0 3 1,0 4 0,0 1-1,0 2 430,0 3 1,0-2-95,0 7 0,0-5-293,0 5 0,0-7 1,0 4-1,0-2 434,0 0-714,-6 0 78,4-5 0,-11-2 0,4-2 9,-4-5 0,4-4-180,-1-1 0,1-1-145,-5-4 0,4-3 0,1-8 1,-1-1-327,2-2 0,2-6 159,6 1 165,0-3 0,0-1 0,2-2 0,2-2 0,6-3-556,2-1 1,3 9 781,-1-1 0,5 9-11,0 0 0,0 8 0,-5 3 0,0 1 22,0 4 1,-1 8 400,-4 4 1,2 6-241,-6 4 1,2-4 0,-4 4-1,1-3 129,0-2 1,-3 1 105,-1-1 1,0-5-153,0 1 0,0-5-275,0 4 164,0-6-60,0 3 0,3-6 1,5 0-161,6 0 0,10-1 75,0-4 0,3 2 62,1-6 1,1-1 0,-1-4 0,0-2 2,1-3 1,-2 2 259,-4-7-256,-2 0 1,-7-3-1,0 2 1,-1 3-1,-3 2-19,-6 2 0,-2 2-101,-2 2 0,0 5-3,0-1 0,-6 7 0,-4-2 1,-3 4-202,-1 1 0,-6 1-163,-4 4 452,3 3 0,-5 8 0,3 1 1,1 2-1,5 0 233,6 2 0,0-4-13,6 7 0,0-7 1,5 8 0,2-6 0,4 0 0,7-1 286,4-4 0,13 3-509,-1-7 1,2-4 69,-2-1 0,-2-4 0,-2-1 0,-3 0 34,-1 0-23,-2-6-22,-5-2 0,-2-6 0,-2 0 77,-5-1-35,-4 1-184,-7 6 1,-2 2 106,-6 6 40,0 6 126,6 2 0,-3 6 0,6 1 267,2-1-483,7 0 1,4-1-318,7-4 0,-1 2 0,0-6-273,0-2 0,-4-1-2394,-1-2 1393,-6 0 1671,4 0 0,-20 12 0,-3 4 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04:35:29.319"/>
    </inkml:context>
    <inkml:brush xml:id="br0">
      <inkml:brushProperty name="height" value="0.053" units="cm"/>
      <inkml:brushProperty name="color" value="#FF0000"/>
    </inkml:brush>
  </inkml:definitions>
  <inkml:trace contextRef="#ctx0" brushRef="#br0">10820 14145 8643,'0'-8'863,"-6"2"-303,4 0 0,-6 4 1,5-4-24,-2 0 1,-1 4-404,1-3 1,-1 5 0,-5 5 0,0 4 878,-5 4-904,-4 1 0,-10 8 1,-4 5-1,-3 6 1,-3 4 18,2 2 1,-3 2-75,3 2 0,2 1 0,1 2 0,5 1 132,8-1 0,6-2-235,7-1 1,2 0 53,7-1 1,2-4-1,4-1 1,7-1 87,4 0 0,8-4 0,-1 1 1,-2-3-17,2-1 0,0-6 0,3-1 0,-2-1 168,-1-4 1,-1-1-93,6-2-71,-7 0 0,3-4 0,-4-1 0,-1 1 0,1-2 126,-4-3 1,-6-4-23,-1-1-198,-7 0-414,9 0 238,-10 0-45,-2 0 0,-3 0-1001,-7 0 0,6-1-2279,-6-4 2446,7 3 1067,-3-4 0,-26-19 0,-7-7 0</inkml:trace>
  <inkml:trace contextRef="#ctx0" brushRef="#br0" timeOffset="1">11474 14998 11698,'-8'-1'855,"4"-4"0,2 2-653,2-7 0,0 6 1,0-6 81,0-1 1,2-2-162,2-1 0,1-2 0,8-3 0,4-4 1,2-4-1,5-1-136,3-1 0,-2-6-58,8-3 1,2 2 0,-2-2 0,-2 0-221,0 2 0,-11 1 147,-6 7 0,-1 4 135,-8 0 0,-2 12 0,-10-1 1,-5 5 127,-6 5 1,-7 1-1,1 2 28,-2 7 0,2 2 0,2 9 1,0 1-1,1-2 361,1-1 1,2 3-208,9 0-319,2 0 0,7-5 0,0 0 0,2 0 0,4 0 7,9 1 1,0-6 106,9 1-64,-7-1 0,10 5 1,-5-1-1,2-2 1,-2-1-27,-1 1 1,-2-4-496,-5 3 538,0-1 1,-6 6 0,-3-1 0,-4 0 0,-2 2 293,-4 3 0,-4-3-24,-10 3-173,3-4 0,-9-2 1,4-2-1,0-1 1,-1-1-83,0-1 1,5-2 9,-2-6-117,3 7 1,-3-6 0,0 4-564,2-4 331,7-7-466,4 5 241,6-6 182,0 7 266,6 0 1,-4 2 0,4 1 0,1 2-1,2-2 169,4-2 0,1-1 160,0 0-320,7 0 0,-4 0 1,7-1-1,1-2 1,3-4-142,6 0 0,-3-5 367,7-7-327,0 4 0,0-11 0,-2 6 0,-1-4 0,-3-4-359,-2-4 1,-8-3 413,-3 2 30,-3 3 1,-9-6-1,-2 4 1,-3 1-1,-2 4-98,0 6 1,-5 6 197,0 0-16,-6 7 0,8 2 0,-6 6 1,-2 2 148,-2 2 1,3 6 22,1 9-82,-1-3 0,3 10 0,0-2 0,1 3 0,-2 1 472,0 1 0,2-1-317,6 1 1,-5-2-117,0-4 0,1 7 0,4-4 0,0-1 24,0 2 0,0-2 71,0-1 1,4 1-696,1-6 0,6-2 0,-1-6 0,2-3-468,2-1 1,1 2 380,-1-4 0,0 0 372,0-5 0,-4 0 0,-1-2 1,1-3 151,-2-4 0,3-4 130,-7-1 1,6 0 7,-5-1 0,4 1 0,-3 2 850,2 2 456,-4-3-409,8 12-662,-10-5 0,9 7 0,-6 4 418,-2 4-831,5 4 1,-7-4 0,5 1 0,-1 1 0,2 2-139,0 1 0,3-1-1054,4-4 1006,0 4 0,2-10 0,2 5 0,0-2 1,1-3-510,2-1 0,-4-2 365,7 0 344,-7-7 1,4-2 0,-7-8 0,-1-4-1,-2 1 324,-2-1 0,-5-4 78,0 1-209,-8-3 1,-4 3 0,-7 2 0,0 2 0,-4 4 102,-5 5 1,2 0-392,-2 6 101,7 0 0,-9 7 1,8 1-1,0 3 1,2 2-208,2 3 0,5 2-384,-1 1 346,7 1 0,-3-1 0,6 0 0,0 0-743,0 0 1,6-6 22,3-3 757,4-3 0,6 2 0,2 1 0,-1-2 0,2-1-306,0-2 0,-3-5 736,5 0-132,-7-6 0,9 8 0,-7-5 1,-2 0-1,0 2 543,2 0 1,-8 1 2,4 5-128,-4 0 1,3 0-1,-1 2 561,-4 2 1,-3 4-318,-6 6-549,0-6 0,0 5 0,2-4 1,1 4-754,2 1 1,0-4 48,-5-1-19,0-6 1,6 4 0,3-7-381,4 0 1,-4 0 255,1 0 497,-1-7 0,4-1 1,-2-4-1,-1 1 0,-1 1 466,-1-1 0,3 3 612,-6-1-665,6 6 1,-8-8 1380,6 6-926,-5 0-160,8 5 0,-10 6 1,4 4 251,1 3-917,-6 1 1,12 0 0,-4-1-257,4-4 0,-4 2 5,1-6 59,-1 0 1,5-5 0,1-2 0,-1-1-384,0-2 1,-1-6 401,-4 2 317,4-4 1,-7-6 0,4-1-1,-4-3 1,-1 0 161,-1 1 1,1 1-35,-5 7 1,0 0 306,0-1 1,-1 3-111,-4 2-430,3 4 64,-10 12 1,10-3 0,-3 7 0,4 1-19,1 2 0,0-4-359,0 1 290,6-7 1,2 8 0,6-6-1,2-2-335,3-2 0,-3-1 287,3 0 0,-3-6-159,-2-4 1,0 3 0,0-3-189,0-1 1,-4 0 511,-1 2 0,-12 2 0,2 7 0</inkml:trace>
  <inkml:trace contextRef="#ctx0" brushRef="#br0" timeOffset="2">13450 14885 14866,'-7'-2'1486,"2"-3"-1851,3 4 1,2-4 420,0 10-245,0 3 1,5 1-1,1 1 1,2-1 294,3-1 1,2-2 68,1-6 0,0 0 1,1 0-1,-1-1 356,0-4 0,2-1 90,3-4-478,-3-3 0,4 6 0,-7-8 0,-2 1 1,-2 0 874,2 0-755,-4 0-398,-1 6-23,0-5-261,-4 11 363,-2 2 1,-2 8 0,-4 7 0,1-1-826,0 0 506,1-6 0,4 4 0,0-2-172,0 3 1,1-1 101,4-2 286,-3 2 0,10-10 0,-2 3 0,2-4-513,3-1 585,-1 0 0,0-1 265,0-4 0,0 2 0,1-7 123,-1-1 1,0 0-128,0 2-89,-6-4 1,5 10-1,-4-5 25,4 2 1,-4 1 68,1 5-53,-1 0 0,-1 6 0,-3 4 0,-2 1 0,0 0 331,2-2 0,0 1-256,-5 4-287,0 0 0,0 0 0,0 1-1296,0-1 947,0 0 212,0-6-401,0-2 362,0-18 0,6 1 202,4-13 1,-2 7-1,1-2 1,2 3 58,2 2 1,1-1 76,0 1 21,0 6 0,1 2 1,-1 6-1,0 0 110,0 0 0,-4 2 20,-1 2 0,-1-1 339,2 7 0,1-1 0,-7 6-370,0-1 0,-1-2 113,1-2-3382,-2 3-993,4-6 3296,-6 1 0,-1-1 770,-4-7 0,-47-57 0,17 21 0,0 1 0</inkml:trace>
  <inkml:trace contextRef="#ctx0" brushRef="#br0" timeOffset="3">13735 14572 8364,'-10'-6'676,"1"-4"1,4 2-1,-4-1 1632,-1 5 0,1-7-949,-1 7-964,7-1-4669,-3 5 1017,6 0 3257,6 0 0,27 19 0,13 5 0</inkml:trace>
  <inkml:trace contextRef="#ctx0" brushRef="#br0" timeOffset="4">14773 14742 8120,'1'-14'407,"2"0"2902,2 0-2542,6 0 1,-9 7-1,3 9-394,-4 10 0,-6 4 0,-1 6 0,0 2 137,-1 3 1,-2-2-386,4 8 1,-4-3-57,4-1 1,-1 1-1,2 1 1,-2 3-33,-2-3 1,5-1-310,-2-1 0,2-1 0,0-1 0,-2-2-1118,2-1 540,2-13 0,1 8-1320,0-10 1688,0-2 0,0-3 0,0-8 0,0-7-256,0-7 0,1 1 453,4-7 1,-2-6-1,5-6 1,0-4-105,0-2 349,-5 2 1,3-9 0,-4 7 204,3-1 1,-2 5-1,5 2 1,0 3 304,-1 6 0,-2 5-247,5 7 384,-1 1 1,10 6 0,0 3 0,-2 4 0,-1 2 472,-2 4 1,1 3-451,-1 6-513,0 1 0,-1-1 1,-2 0-1,-3 0 1,-2 0 156,-3 1 0,-1-1-473,-2 0 142,0 0 0,-7 1 1,-2-1-1,-5-2 1,-4-1-334,-1-1 1,-1-2-502,1 1 673,3-2 1,-9-3-1,6 1 1,1-2-1,3-1-63,0-2 0,6 5 129,-1-1 93,7 1 1,-1-5-1,10-2 252,8-2 1,7 2-46,7-3 123,1-3 1,-1 7-1,2-5 1,2-1 0,1-1 160,-2 0 0,4-4-594,-2 2 74,7-2 0,-12-1 1,2 2-1,-6 2 1,-2-3-269,0 0 0,-6-2 135,-2-1 156,-6 1 0,-8 0 0,0 0 1,0 0 50,0-1 1,-2 7-12,-2 4 114,-4 2 0,-2 2 0,1 2 0,-2 1 288,-2 2 0,1 6 103,2-2-356,-3 10 0,12-3 0,-5 3 0,1-3 0,0-2 219,2 0 1,1 0-393,2 1 43,0-1 0,2-2 0,3-1 0,3-1 1,1-1-72,1-1 0,4 3-415,5-6 354,0 0 0,0-5 0,0 0 0,0-2 1,-1-1-143,1-2 0,5-6 119,-5 2 176,6-10 0,-9 3 0,3-3 0,-3 3 523,-2 2-189,0 0 500,-6 0-618,5 6-65,-12 1-195,6 7 1,-7 2 0,0 3 235,0 4 1,0-1-310,0 2 19,0-7 0,1 8 0,3-5 0,2 0-177,2 1 0,1 2 224,5-4-32,-6 0 0,5-1 0,-4 1 71,4-2-70,1 5 586,-6-6 309,5 4-483,-5-6-356,0 0 0,0-1 0,-4-4-113,6-5 0,2-1-97,3 2 134,-7-4 1,4 5-1,-2-6 1,2-2 0,2-3-329,1-4 0,-6-4 28,1-2 243,-1 1 0,1-2 0,-2-2 0,-2-1 0,-3 3 45,-1 5 1,-2 0 12,0 6 60,0 0 1,-7 11 0,-2 3 0,-4 3 124,-1 2 1,0 0 101,-1 0-143,1 7 0,5 1 0,-1 6 0,1 0 0,-1 0 88,1 1 1,4-3-105,-4-2 44,5 2 0,-2-4 0,6 6 1,0 1-1,0-1 26,0 0 1,0-4 287,0-1-256,0 0 0,0 6 1,0-1-1,2 0 0,1 0 283,2 1 0,1-1-142,-1 0-154,-4-6 0,10 6 0,-6-1 0,-2 4 0,0 0 96,2-1 0,-3 3 8,2 0-169,-2 0 1,-2 0 0,0 2 0,0-1 0,0 2 22,0 0 1,0-3-201,0 5 102,-6-7 0,4 9 0,-3-7 0,2 0 0,0 0 5,-2 0 1,1 4-223,4-4 150,-7 0 0,6-3 1,-4 1-1,3 2 1,2 0-300,0 2 0,2-7-326,3 0 620,-4 7 1,12-17 0,-5 11 0,1-4-1,1-3 65,1-4 0,1 3 92,3-3-10,-1 1 1,0-5-1,0 0 1,1-1 0,-1-3 241,0 0 0,2-7-323,3 1 90,-3-2 0,4-7 0,-6-2 0,1-1 0,-1-3-40,0-2 0,-6-2-479,-3 1 294,-4-7 0,-1 0 0,-3-4 0,-5 1 0,-8 0-389,-4 2 0,-4 1 143,-4 7 326,-1 5 1,1 3 0,1 7-1,0 4 1,2 4-117,0 4 1,1 1 348,10 0-187,6 6 1,-3 2 0,6 6 0,2 0-76,1 0 1,4-4 0,2-1 107,4-6 1,7 9-1,0-8 1,4-1-1,3-1-39,1-2 1,3 0-70,-2 0 114,-3 0 1,6-6 0,-4-4-1,4-2 1,0-3 38,-3 1 0,-4 2 233,-6 2-131,1-3 0,-3 10-89,-2-6-322,-4 6 391,-6 3 0,-2 8 0,-1 6 1,-1 0-1,-1 0 250,-1 0 1,4 1-250,-3-1-133,4 0 1,2 0 0,4-1-1,4-2 1,4-3-144,1-2 1,7 4-48,3-6 137,2 1 0,3-6 1,-2-3-1,-2-2 1,-3-3-159,-1-7 0,2 0 102,-4-8 111,0 1 1,-11-6 0,-3 1 0,-4-1 0,-1 1-85,0-1 1,-6 7 112,-3 3-49,-4 4 1,-6 2 0,-2 3 0,-1 6 0,-1 2-14,1 2 0,-4 6-15,7 4 39,0 3 0,5 2 0,2 3 0,2 1 1,5-2-56,4-1 1,1 0 44,0 3-64,0-10 1,11 10 0,5-11 0,3 1 0,4-1-180,4-1 1,-2-3 66,9-4 120,-4 0 1,-2-4 0,2-3 0,2-1 0,1-3-26,-2-1 0,-7 2 419,-5 1-164,3 6 0,-6-8 0,3 6 215,-3 2 1,-8 3 306,-4 4-472,-2 4 1,-2 2-1,0-1 1,0 2-1,0 2 1202,0 1-933,0 0-295,0 1 0,0-1-729,0 0 301,0 0-206,0-6 0,6-2-59,4-6 0,-2 0 394,1 0 85,-6 0 0,5 0 0,-5-1 0,4-4 546,1-4-377,-5-4-133,9-1 0,-10 0 0,4-1 0,-1 1 0,0 0-209,-2 0 76,-2 0 14,6-1 0,-4 1 0,6 0-615,2 0 460,2 6 260,1 1 0,1 7 0,-1 0 0,0 0 0,0 2 258,0 3 0,-1-2 90,-4 6-60,4 1 1,-7 4-1,6 0 1,-5 1 122,0-1 0,-3-5-358,-4 1 12,0-7 0,0 9-716,0-2-235,0-4-1532,0 1 2425,0-7 0,-6-13 0,-2-3 0</inkml:trace>
  <inkml:trace contextRef="#ctx0" brushRef="#br0" timeOffset="5">16991 14785 8138,'0'-14'469,"0"0"1,0-1 1414,0 1 1395,0 0-711,0 6-2217,0 8 0,0 8 0,0 8 0,0 1 0,0 4 337,0 1 1,0 0-600,0 2-36,-7 2 1,6-5 0,-4 3 0,3-4-1,1-1 462,-4 0-1414,4 0-591,-6-5 727,7 1 0,0-9 351,0-6 249,0-6 0,5-15 1,1-3-1,2-3 1,3 1-121,2 2 1,1-1 13,0 6 392,1-7 1,-6 12 0,0-2 0,3 7 289,0 3 0,2 1 528,1 5-690,-8 6 0,1 2 1,-4 8-1,0 1 1,-1 4 580,-1 1 0,-2-3-695,0 5-55,0-7 0,0 3 0,0-5 0,0-1-896,0 0 1,-5-4-956,1-1 1288,-1-6 0,5 2 0,1-10-505,4-4 0,5-9 162,9-1 727,-4 0 1,7 0-1,-4 1 1,1 0 0,0 2 472,1 2-271,-4 0 149,5 6 1,-7-3 0,0 6 1874,0 2-793,-6 8-1104,-1 3 0,-7 1 0,1 1 0,2 1-699,2 1 1,0-2-208,-5-1 428,6-6 1,-3 4 0,7-6 0,1 3-1,1 0-685,3-1 1,5-1 312,4-2 599,3 0 1,1 0 0,1-2-1,-3-1 1,0-1 431,-3 0 0,-4 3-62,5 1-73,-7 0 1,4 0 0,-7-2 0,0-1 336,1-2 1,-1 1-707,0 4 0,-6 0 0,5-7 1,-4-2-236,4-4 1,1-1-371,0 0 496,-6 0 1,3-1-1,-6 1 1,-2 0-293,-1 0 805,-2-1-181,0 8 0,-8-5 1,-5 8-1,-6 1 1,-3 3 312,-3 4 0,-1-1 20,3 7-327,-4-1 0,9 6 0,-4-1 0,2 2 1,2 1-336,3 2 0,7 0-287,3-5 336,-3 0 0,7 1 1,-3-1-1,8-2 0,5-1-511,4-1 0,6-2 6,0 1 500,6-2 1,-3-7-1,6-2 1,1-1-1,-1-3 156,1-2 0,-6-2 535,1-4-335,-7 6 0,-1-3 0,-6 5 1290,1-2-920,-5 5-3,0-4 0,-7 7 0,-2 2 1256,-2 3-1349,-6 3-945,9 6 1,-4-5 0,8-1 114,2-1 1,6-3-871,9-4 955,-3 0 0,10-1 0,-2-2 0,3-4 1,1 1-256,1 0 1,-5-4 645,-1 5 120,-5-6 0,2 10 0,-7-6 1964,-4 1-1563,-2 4-116,-7-4 0,0 8 0,-2 1 0,-3 3 1571,-4 2-1585,2-5-639,-5 4 0,10-6 0,-4 2-15,0 2-1509,4 0 1194,-4-5 0,6-7 0,1-2 0,2-4-494,2-1 0,6 0 191,-1 0 634,-4 0 0,7 4 0,-5 1 0,1-1 0,1 2 119,1 3 1,-4 4 408,3 1-87,-1 0 1,6 0-1,-3 1 1,-1 3 480,-1 0 1,-5 7-307,4-1-347,1 3 1,-1-1-1,1-1 1,-1-1 0,0-1-393,1-1 1,1 3 193,8-6-163,-3 0 1,9-1 0,-4 1 0,-1-2 0,2-1-235,0-2 0,-3-2 300,5-3 78,-7-2 0,4-8 1,-7 1-1,-1 0 1,-2 0 188,-2 0 1,-6-1 220,2 1-213,-3 0 0,-2 0 0,-2 1 0,-1 2 0,-3 3 518,-2 2-556,-2 1-24,-4 5 0,0 0 0,0 0 0,-1 0 0,1 2 15,0 2 1,1-1 47,4 7-174,-4-1 1,7 1 0,-4-1 0,4 2 0,1 2-142,1 1 1,-1 1 162,5-1 22,0 0 0,6 0 0,4 0 0,2 1 0,4-1-19,3 0 0,2-5 23,2 1-55,4-7 1,-6 8-1,4-6 1,-3-2-1,-1-1-299,-4-2 0,-1 0 56,-2 0-306,0-7 1,5-1-1,0-6 1,-1 0-1741,-3 0 1,0 0 2343,-1-1 0,19-56 0,-14 29 0,0-1 0</inkml:trace>
  <inkml:trace contextRef="#ctx0" brushRef="#br0" timeOffset="6">19436 14273 8224,'0'-16'207,"0"-1"1,2-2 1408,2 2 1,0 1 634,5 2-2115,-6 6 1,10 8 0,-5 9 0,1 6 432,1 4 0,-1 3 20,5 6-357,1 7 0,-3 1 0,-1 8 0,-3 2 1139,-1 2-940,4 5 0,-10-7 87,4 6-298,-4-6 1,-2 8-1,-5-7 1,-7-1 0,-6-3 247,-3-6 1,3-3-343,-5-11-42,1 4 0,-6-11 0,1 3 1,-1-5-1,1-4-222,-1-6 0,1-2-1226,-1-2 750,1 0 0,-5-2 0,-2-2 1,-1-6-1,-4-2-5793,-1-3 6407,-8 7 0,1-9 0,-5-3 0,-7 0 0,0 0 0</inkml:trace>
  <inkml:trace contextRef="#ctx0" brushRef="#br0" timeOffset="7">10962 14487 8097,'-8'-7'1700,"2"6"-471,6-12 0,0 10 470,0-7-1523,0 7 1,-1-3 0,-3 7 0,0 4 0,0 5 0,3 4 0,1 3 434,0 2-645,0 0 1,0 0 0,0 0-1,0 0 1,0 0-188,0 0 1,0 0 27,0-5-114,0-6 0,0 5 53,0-4 0,0-4 150,0-5 23,0-6 1,0-10-1,0-2 1,0-2 0,0-2 74,0-4 1,0 4-86,0-1 199,0 5 0,1-1 0,3 8 0,0 2 229,0-2-330,-3 4-10,-1 1 0,0 8 0,0 2 0,0 6-318,0 3 1,0 1-831,0 0 645,0 0 0,0 0 1,0 1-1,0-1-2875,0 0 3381,0-6 0,19-8 0,5-8 0</inkml:trace>
  <inkml:trace contextRef="#ctx0" brushRef="#br0" timeOffset="8">11062 14344 8097,'-6'-28'0,"4"0"272,-3-1 1,-3 7 0,-1 3 0,-4 3 463,-1 2 1,0 1-165,0 4 1,-5 3-177,0 6 1,-5 1-1,3 4 1,1 6 162,-1 6 1,1 5-283,1 7 1,3-1-106,-3 1 1,-1 4-1,1 0 1,1-1 142,2-2 1,7 3-318,-1 0-28,1 6 1,-1-8 0,3 2 0,0-3 0,4-2-106,2 1 1,1-1-26,0 0 0,1-5 103,4-5 0,3 3 0,8-2 0,1-2-69,2-1 1,6-3 118,-1-4 0,3 2 94,1-6 0,1 0 1,-1-5-1,0 0 7,1 0 1,1-7 6,3-2 0,-3-5 16,3-5 1,-3-2 0,-1-4-1,-1 1 149,1-1 0,-7-2 159,-3-1 1,-5-2-181,-5-3 0,-2 1 0,-7-6 1,-3-3-34,-7-5 1,-6 0-293,-12-6 0,-1 5-204,1-5 0,-5 12 0,0 4 0,1 9-682,2 8 1,2 3 507,-1 2 1,2 8-135,4 6 0,-1 8 0,8 11 1,5 4-2590,3 4 3181,3 2 0,12 37 0,1 10 0</inkml:trace>
  <inkml:trace contextRef="#ctx0" brushRef="#br0" timeOffset="9">10792 14202 8142,'0'-14'8,"-7"0"1,-1 0 0,-1 1 0,1 2 0,0 3 464,0 2 0,4 1 0,-6 5 0,-1 0 0,-2 0 1,-1 0-149,0 0 1,-5 5 0,0 1 0,0 2-113,-1 3 1,2 2 0,-6 1 0,1 2 17,1 3 0,0-4-154,3 4 0,3-3 0,-2-2 0,6 1 1,2-1 1,2 0-7,-1 0 0,1-4 1,5-1-1,-2 2 139,2 2 0,1 1-1,2 0-117,0 0 0,5 1 0,1 0 1,1 3-1,1 2 199,0 2 1,-5 2 86,1 5-290,4-1 1,-6 2-1,3 2 1,-4 2 0,-1 3 35,0 2 0,0 2 45,0 2-114,0 0 0,-4-1 1,-1 2-1,2 2 1,1 2 145,2-3 1,0 9-35,0-2-167,0 7 1,0-13-1,0 4 1,0 1-1,0-2-83,0 0 1,0-2 268,0-4-148,0-1 0,0 3 0,2-1 0,1 0 0,3-3 57,2 0 1,-3-1-22,4-2-8,1 3 0,-1-7 0,1 4 1,1-5-1,0-3 268,-2-1 1,4-2-185,-4-4-130,4 4 0,-4-13 0,-1 2 0,-1-5 0,-3-1-245,3-2 184,-6-2-67,6-6 1,-6-2 0,2-2-261,2-6 1,1-7 7,-1-2-639,-3-6 0,6 7 1,-5-4-1,3 2 0,2 2 998,3 2 0,27-17 0,8-5 0</inkml:trace>
  <inkml:trace contextRef="#ctx0" brushRef="#br0" timeOffset="10">19294 14103 8333,'-2'-8'2573,"-2"3"-2916,2 3 311,-4 2 1,12 0 0,3 0-1,4 0 5,1 0 1,1 0 0,-3 2 0,-1 1 10,-1 2 49,-7 0 1,10-1-1,-4 3 390,4 1-261,1 1 29,-6 5 0,4 1 0,-4-1 0,0 0 227,-3 0 1,-2 0-294,2 1 1,-4 0-3,4 4 0,-3-3 1,-2 5-1,0-2 112,0 0 1,0 4 73,0-4-206,0 7 0,0-3 1,0 9-1,0 3 1,0 1 131,0 3 1,-2 4-88,-3 4-70,4-2 0,-5 4 1,6-5-1,0 2 1,0 1 18,0-1 0,0-2 86,0-1-210,0-1 1,4 1 0,3 1 0,-1 1 0,2-1-120,0-3 0,-5-2 217,2 4-63,-4 0 1,-1-2 0,0-2 0,-1-3 0,-3 1 112,0-1 1,-6-3 74,5 5-150,-6-6 0,5 3 0,-5-7 0,3 0 1,0 1 200,0-1 0,4-4-213,-6 0-14,7-7 1,-3 8 0,4-6 0,-1-1 0,-2-3-49,2 0 0,1-6 113,2 1 9,0-7 1,-6 8 173,-3-6 1,-4-1-56,-1-4-108,0 0 0,-7 0 0,-3 0 0,-3 0 0,-3 0-814,-3 0 0,2-6-2314,-7-3 1446,6 2 1577,-3-5 0,-10-4 0,-8-2 0,-4-4 0,-1-1 0</inkml:trace>
  <inkml:trace contextRef="#ctx0" brushRef="#br0" timeOffset="11">3015 16647 12732,'-10'0'317,"-1"0"0,-3 0 0,-5 0 0,-2 0 49,1 0 1,-4 0-257,5 0 0,-5 0 0,6 0 0,0 0 0,2-1 0,2-4 0,1-4 0,4-4-538,4-1 1,5-7 0,7-2-1,7-6-22,8-4 0,6 3 389,6-3 1,-4 3-1,3 3 1,-3 3 41,-2 5 1,-1 3 342,-3 2-101,-10 6 0,-3 4 292,-6 8 1,-1 6-10,-4 9-177,0 3 0,-1 6 0,-2 1 0,-2 1 1,2 1 713,1 3 0,-2 3-398,-1-3-447,0-1 1,5 0 0,0 2 0,0-1 0,0 1-35,0-3 1,0-2 78,0-2-323,-6 1 0,3-1 0,-5-1 0,0-3 0,1-5-450,1-4 0,-5-7-621,2-3 855,-4 3 0,-1-6 0,0 2 0,-1-4 0,-1-3-473,-2-2 0,-3-6 315,-3 2 423,4 3 1,1-6-1,0 6 1,1 0 675,3-1-537,7 3 420,1 4-216,7 0 0,2 1-215,3 4 2,3-3 1,1 4-1,2-6 1,3 0 0,5 0-238,4 0 0,-5 0-300,6 0 283,-6-6 0,8-2 0,-2-6 0,3-1 0,1 1-474,1 0 0,-1-5 103,1 0 456,-1 0 0,1 0 1,-1 0-1,0 2 1,1 1 96,-1 2 1,-4 6 602,0 3-481,-1-3 0,1 7 0,-2-3 0,-1 8 0,-4 4 1140,-1-1-987,-2 6 0,-4 0 0,-2 6 442,-2-2 1,-1-1-323,-5-2 1,-2 5 0,-1 0 0,-3-2-39,-2-1 1,-7-2-497,-4 1 1,-1-6-1,1-1 1,-5 0-504,-3 0 0,4-5-811,-1 2 831,0-4 1,2-1-1,3 0 1,3 0 0,4-1-3802,2-4 4396,4 3 0,44-36 0,9-1 0</inkml:trace>
  <inkml:trace contextRef="#ctx0" brushRef="#br0" timeOffset="12">4223 16903 7865,'0'-15'309,"0"-3"0,0-1 0,0 2 904,0 1 0,0 7-149,0-1 1,0 5 0,0-1 283,0 4-1129,0 6 0,-1 10 1,-3 2-1,0 3 1,0 3 824,3 0-951,1 5 0,-5-5 0,0 5 0,2-4 0,2-2-120,1-1 0,0-4 44,0 3-194,6-3 1,-3-2 0,7-1 0,1-4 0,1-4-361,3-3 0,0-4 295,4-3 0,3-9 42,7-10 1,-1-3 0,1-3-1,-1-3-177,1-5 1,-3-1 146,-2 1 112,-3-9 0,-12 7 0,-1-9 1,-2 3-1,-4 7-297,-5 3 1,0 4 530,-7 8 1,5 5-41,-4 10 0,6 4 0,-2 11 162,3 9 1,2 5-71,0 9 198,0-1 0,0 2 0,0 2 0,0 2 0,0 3 1103,0 2 0,0-4-906,0-2 1,0-1-270,0 1 1,5-5-1,0 2 1,-2-6-119,-1-3 1,2-3-1215,1-3 673,6-7 0,-3-2 0,6-6 0,1-2 0,-1-2-1439,0-6 1,5-7-1208,0-2 2107,6-6 0,-7 1 1,4-9 903,-2-5 0,-9-2 0,-3-6 0,-1-3 0,0 1 0</inkml:trace>
  <inkml:trace contextRef="#ctx0" brushRef="#br0" timeOffset="13">4465 16747 7883,'-7'8'0,"4"3"1510,-6-6 70,6-1 0,-2 1 1,11 0-456,8-2 1,7-1-796,7-2 0,1-5 1,1-1-1,2-2-856,1-3 0,0 0 337,-5 1 0,-4-1-1309,0 6 1,-7-4 0,2 4 1497,-3 2 0,-27 20 0,-7 7 0</inkml:trace>
  <inkml:trace contextRef="#ctx0" brushRef="#br0" timeOffset="14">5531 16576 7849,'8'-6'1472,"-2"-2"2351,1 0-3390,-6-4 0,7 12 1,-5 1-1,2 10 1,-2 8-1,-1 3 1,-2 5 387,0 5 0,0-2 0,0 3 0,0-3-425,0-2 0,0 6-408,0-1 0,6-5 0,2-4 0,1 0-80,1-2 0,-5-2-137,4-6 38,1-6 1,4-1 0,0-7 0,2-2 0,1-3-828,2-4 1,0-10 389,-5-5 0,1-3 252,-1-1 1,0-2 0,0-2 0,0-1 104,1 2 1,-7 5 251,-4 3 264,-2 5 1,-2 2 10,0 7 1,-6 9-96,-4 5-24,-3-4 0,-1 23 0,2-10 0,1 2 0,3 0 390,1-2-738,3 0 0,4 0 180,0 1 0,6-8 0,5 0 1,5-2 100,3-1 0,1 6 225,-1-5-153,-3-1 0,9 1 0,-6 1 0,-1 1 1,-3 1 740,0-1 1,-6 3 443,1 4-1057,-7 0 0,3 1 0,-6-1 0,0 0 0,0 0-89,0 0 1,-1-1-98,-4-3-368,3 2 0,-6-10-532,4 2 0,4-4-44,0-4 540,6-4 0,8-11 1,0-2-1,2-1 0,3-3-114,5-2 1,-4-6 513,-1 0 1,2 4 89,-2 6 1,-2 5 0,-6 1 826,-1 6-853,-7 5 0,3 7 88,-6 4 0,0 3 1,-1 8-1,-3 1-40,0 2 1,-1 5-79,5-5-168,0-1 1,6 1 0,2 0 0,3-1 0,2-2-422,3-2 0,3-2 236,0-2 0,1 1 30,4-6 0,1-1 1,-6-4-1,-2-1-213,-1-4 1,-3-3 714,-4-6 0,2-5-183,-6 0 1,5 0 0,-6 5 0,-1 0 208,-1-1 1,-2 6 294,0 0 1,0 4 136,0-5-387,0 7-739,0-3 1,2 6-1,1 1 1,3 4-1,4 3 159,5 0 231,0 5 1,10-7-1,-5 5 1,3-3-1,2 0-175,2 0 0,-4-5 14,1 2 154,0-4 0,3-6 0,-4-1 0,-4-2 1,-3-3 159,-2-2 0,-1-2 55,-4-4-178,-2 3 0,-7-6 1,0 4-1,-2-1 1,-1 2 13,-2 1 1,-6 4-273,2 2 98,-10 4 1,3 6 0,-5 1-1,2 4 1,1 5-258,0 2 0,2 9-93,2 3 409,0-4 1,6 7-1,3-5 1,4 2-1,1-2-349,0-2 0,1-1 116,4-4 1,3-1-174,6 0 1,7-6 0,1-3 0,1-4-794,1-1 1,-5-1 624,5-4 151,-7-3 1,8-11-1,-7-2 479,-6-1 0,-16-46 0,-4 27 0,0-1 0</inkml:trace>
  <inkml:trace contextRef="#ctx0" brushRef="#br0" timeOffset="15">5574 16761 8092,'-13'6'1214,"4"4"1,4-4-797,10-1 0,4-5 0,12-3 1,7-3-434,8-2 1,6 3-344,0-5 0,1 3 0,-1-5 0,1 3 358,0-2 0,25-14 0,6-5 0</inkml:trace>
  <inkml:trace contextRef="#ctx0" brushRef="#br0" timeOffset="16">7337 16519 7849,'0'-9'0,"0"0"0,0-3 85,0 0 1,0 6-1,1 6 1,3 7 1649,0 6 0,1 8-1015,-5 2 1,0 6-1,0 4 1,0 3 0,0 2-1,0-2 1390,0-1 1,0 3-1923,0-5 1,5 5 0,-1-6 0,0-4-1396,-3-3 0,-1-7 468,0 1-702,0-3 1,5-10-881,0-6 1,-1-11 1246,-4-8 0,0-5 580,0 5 1,-6-6-1,-3 3 1,-4-2 493,-1 1 0,1 5-212,4-1 270,-4 3 0,5 4 0,-4 1 0,0 3 171,3 1 0,6 1 3004,-2 1-2419,3 4 0,6-5 1,4 6-1,7 0 52,6 0 0,3 0-207,4 0-582,0 0 0,1 0 0,-1 0 1,1 0-1,-2 0 142,-4 0 0,3 0-28,-7 0 0,-1 0-78,-3 0 1,-1 0 0,-1 1-1,-4 4 264,-4 4 0,-4 4-234,-1 1 56,0 0 1,0 2 0,-1 2-1,-2 1 1,-2-2 60,2-1 0,-4-2-440,3 0 0,-1 0 115,5 1 1,0-1 0,2-2-312,2-2 1,4-4-524,6-6 757,1 0 1,4-1-1,-1-6 1,0-5 0,-1-7 108,2-3 1,-3-2 49,3-5 1,-3 1 117,-2 0 0,-6-1 0,-3 2 0,-4 2 110,-1 1 0,0 7-84,0-2 0,-6 10-123,-4 4 0,-7 3 0,-4 2 0,1 2-290,-1 3 1,-2 2-277,4 8 365,0-1 0,0 5 0,1 0 0,4-2 0,5-1-479,2-2 1,3 5-1660,4 0 1695,0 0 1,1-9 0,6-3 0,7 1 0,6-1-663,2-1 1,5-1 1267,-3-5 0,41-26 0,-27 11 0,0-1 0</inkml:trace>
  <inkml:trace contextRef="#ctx0" brushRef="#br0" timeOffset="17">8048 16790 7849,'14'0'-1719,"6"0"2779,-4-7 351,-2-1 1,-7-6 0,-9 0-27,-3 0 1,2 1 352,-6 4-1368,-1-4 0,-4 11 1,0-2-1,-2 2 1,-1 4 216,-2 2 1,-5 4-454,5 7 0,0-1-163,5 0 1,0 2 0,0 1 0,1 2-470,3-2 0,-1-1 304,7-2 0,-1 5-307,5 0 1,0-4-1,1-6 1,4 1-213,5-3 0,2 0 612,3-7 1,3 0 0,3-2 0,0-3-107,-1-4 1,4-5 366,-5-5-21,0-3 0,-4-4 1,1 0-1,0-4 0,-5-2 235,-3-3 1,2 4-148,-6-7-84,1 0 0,-5 3 1,0 7-1,0 7 1,0 5 1124,0 2-878,-6 6-384,4 2 0,-6 7 1,5 6-1,-2 5 1,2 7 140,2 3 1,1 2 446,0 5 1,0 4-309,0 0 1,0 0 0,0-4-1,0-1 281,0 0-643,0 1 0,1-5 0,2-2 0,4-2 0,1-2-37,3-3 0,-4-7-775,3-3 651,-1-3 0,6-2 0,-1-2 0,2-3 0,1-6-354,2-6 1,5-1 517,-5-5-11,6-1 0,-8-4 1,7-1-1,0 1 1,-1-1-112,1 1 1,-7 1 46,2 3 134,-3 4 0,-2 7 0,1 4 0,-1 4-52,0 3 1,-6 9-30,-3 2 1,-2 4 265,2 1 0,-4 0 0,4 0 269,-3 1 1,-2-6-83,0 1-131,0-7 0,0 5 1,-2-5 235,-3 2 1,2-1-280,-6-4-150,-1 0 0,-4 0 1,0 0-1,-1 0-360,1 0 0,0 0-145,0 0 391,0 7 0,-1-4 0,1 6 1,1 2-1,2 2 35,2 1 1,6 0-14,-2 1 1,3-1 52,2 0 0,0 0 0,2 0-364,3 1 238,3-7 0,11-2 0,1-6 0,1 0 0,-1-2-42,-2-2 0,2-4 322,-1-7-120,0 1 1,-5-5-1,1 0 1,-1 2 0,-2 1 415,-2 2 1,-4 0 58,-6 0 184,6 6 1,-4-2-364,3 10-222,-10-3 1,3 16 0,-2-4 0,2 4 0,1 3 91,-4 2-105,3-2-190,-4 5 1,11-7-1,1-1 1,2-4 0,3-3-1051,2 1 905,7-6 0,-2 4 1,4-10-1,-2-4 1,-1-4-175,2-1 0,-6 0 116,4 0 480,-3-1 1,-6 1 0,-2 0 554,-2 0-402,-1 6-88,-5 2 0,0 7 1,0 4-1,0 4 589,0 4 1,4 1-249,1 0-624,6 1 1,-3-3 0,6-1-1,1-3 1,0-1-361,4-4 295,-3-2 1,11-1 0,-5 0 0,2-1 0,-2-4-513,-2-5 1,-1-2-109,-4-2 700,-1-1 0,-2 1 0,-1 0 1,-3 0 892,-1 0-300,-3 6-333,-4 1 1,0 9 0,0 3-1,-1 4 492,-4 4 0,4 7-152,-4 4 1,-2 3-235,3 1 0,-1 2 1,5 2-1,-2 1 28,-2-1 1,2 2-374,-3 0 1,2-1-114,-2-5 1,4-6 0,-5-3 0,1-3-434,0-2 361,-6 0 1,8-6 233,-7-3 0,6-5 1,-4-5-1,1-4 94,4-4 0,-3-1-553,1 0 1,0-7 70,5-2 0,0-4 0,2-3 1,3-2-648,4-1 0,4 1-126,1 9 1,2-3-1,1 6 1,4 1-615,1 3 0,2-1 565,4 7-1509,1 4 2675,-1 0 0,13 12 0,3 2 0</inkml:trace>
  <inkml:trace contextRef="#ctx0" brushRef="#br0" timeOffset="18">9626 16690 7849,'0'-14'673,"0"0"1,-5-5-192,0 0 1,1 0 329,4 5 0,1-1 1,4 1 235,4 0 1,4 4-637,1 1 1,1 6-211,-1-2 1,0 3 0,-1 4-1,-2 3 229,-2 4 0,-1 4-277,1 1-131,-2 0 1,-7 5 0,0 2 0,0 1 0,0 3-171,0 2 1,-7-3-2124,-2-1 1584,-4 1 1,-1 3-1,0-2 1,0-3-1,1-1-3367,4-4 4053,-4 5 0,-20 19 0,-13 12 0</inkml:trace>
  <inkml:trace contextRef="#ctx0" brushRef="#br0" timeOffset="19">9569 17159 7849,'0'14'-1355,"0"-4"5963,0-1-2156,0-5 1,0 3 2439,0-2-4635,0-3-775,0 4 1,0-12 0,-2-4-3648,-2-2 4165,2 4 0,-17-5 0,3 5 0</inkml:trace>
  <inkml:trace contextRef="#ctx0" brushRef="#br0" timeOffset="20">10806 17117 7909,'-21'-15'55,"4"1"1,-7-2-1,1 1 1,0-1 0,5 5 3692,2 3-2865,2 3 0,14 5 0,11 0 0,14 0-319,11 0 1,7-2-1,4-1 1,5-1 89,4 0 1,5-2-506,1 1 1,-1-1-1,-2 3 1,3-3 6,4-2 1,2 5-123,-2-2 1,-9-2-1,-11 3 1,-8 1-16,-10 1-851,-6 2 585,-20 0 0,-1 0 0,-15-2 0,-6-1 1,-7-2-381,-6 2 1,-4-5-178,-5-1 534,-1-4 1,0 2-1,2-1 1,3-4 0,7 0-494,6 0 722,-2 2 178,11 0 1,2 0-1,11 1 1,7 3-1,9 6 641,4 2 0,9 2-180,-3 0-319,4 0 1,-5 6-1,-1 4 1,-2 4 0,-2 4 481,-4 1 1,-1-1-550,-7-3-111,0 5 0,-5-2 1,0 4-1,0 0 1,-2-2-19,-2 1 0,-4-2-1510,-7-5 677,1 7 1,0-6-1,0 3 1,0-6 0,-1-2-1915,1 1 0,5-5 1574,-1-1 681,7-3 409,-3 4 0,25-42 0,4-6 0</inkml:trace>
  <inkml:trace contextRef="#ctx0" brushRef="#br0" timeOffset="21">11815 16846 8042,'13'-1'1320,"-4"-4"-990,4 4 0,-10-6 2289,7 7-1953,-7 0 0,5 2 1,-5 3-1,2 6 300,-2 6 1,-2 0-1,-1 7 1,0 1-64,0 2 0,5 2-192,0-1-742,0-6 0,-5 5 0,0-5 0,0 0-1311,0-3 1393,0-3-445,0-8 0,0-3 0,0-10 1,-2-5-427,-3-2 1,4-9 130,-4-2 556,3-4 0,2-2 1,0-1-1,0-1 0,0-1 313,0 5 0,0 5 727,0 8-715,0 0 0,2 1 0,3 4 1,4 7 609,4 10 1,1 3-222,0 13-235,1-1 0,-1 1 0,0 0 1,0 1-1,0 0 607,1-1 0,-1-4-323,0-5-618,0-1 1,-4-1 0,-1-4 0,2-4 256,2-4 1,-4-7-98,1-3-210,-7-10 0,3 1 0,-6-5 1,0-3-1,0-1-424,0-1 0,-4 0-996,-1-1 909,-6 1 1,5 1-1,-6 3 1,3 5-1,0 3-3262,1 2 863,1 6 2260,7 8 1,0 5-1,0 8 1,2 2 687,3 1 0,40 32 0,-14-22 0,0 1 0</inkml:trace>
  <inkml:trace contextRef="#ctx0" brushRef="#br0" timeOffset="22">12427 16960 8042,'0'-14'349,"0"0"-291,0 0 1,-5-1 1653,0 1 0,-1 6 0,3 2 2530,-2 0-3708,-6 4 0,5 2-346,-4 9 0,4 6 1,4 4-1,-1 3 142,-2 0 0,1 5-335,4-4-14,6-2 1,-3 4 0,7-6 0,1-1 0,1-3-513,3 0 0,3-6-271,1 1 720,7-7 1,-9 1 0,7-8 0,-1-6-1,0-2 786,-4-3 0,0-5-95,-5-4-398,3-9 0,-15 3 0,2-5 0,-5 2 0,-7 0-31,-6 1 0,-12 9-637,-2 4 1,-2 4-651,-8 6 1,2-2 0,-4 8 0,4 4-1347,1 7 1,2 11 2452,5 5 0,2 8 0,-2 7 0,-2 3 0,0 0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04:35:29.342"/>
    </inkml:context>
    <inkml:brush xml:id="br0">
      <inkml:brushProperty name="height" value="0.053" units="cm"/>
      <inkml:brushProperty name="color" value="#FF0000"/>
    </inkml:brush>
  </inkml:definitions>
  <inkml:trace contextRef="#ctx0" brushRef="#br0">10052 10179 8249,'-6'-14'1487,"4"0"1,-4 4-1109,6 1 0,2 5 0,2 0 0,8 2-78,5 2 1,5-5 0,8 1 0,3 0 0,5 3 0,6 1-132,9 0 1,3 0-1,12 0 1,-1 0 199,1 0-314,-5 0 1,0 1 0,-8 3 0,-4 0 0,-10 0-60,-11-3 1,-10 1-226,-10 2 216,3-2 1,-18 3 0,0-10-77,-6-4 0,-8-4-319,0-1 0,-6-1 222,1 1 1,-1 0 0,0 1-1,2 2-197,3 2 1,3 4 116,7-4 213,-3 5 0,13-2 1,0 8-162,8 2 0,10 6 339,1 9 0,4-3 295,-4 3 1,5 1 0,-5-1-1,-2 0 502,-1 2 0,-3-6-491,-4 4-407,-2-3 0,-7-2 0,0 1 1,-2-1-1,-3 0-886,-4 0 1,-9-4-1422,-1-1 823,0-6 1,5 5 1458,0-3 0,25-22 0,6-1 0</inkml:trace>
  <inkml:trace contextRef="#ctx0" brushRef="#br0" timeOffset="1">11346 9966 7951,'8'-15'1151,"0"3"-116,-3 2-499,-4 4 0,7 6 1,-5 2-1,2 2 0,-2 6 1,-1 4 779,-2 5 0,1-2-1018,4 7 1,-3 0 0,2 4 0,-2 1 93,-2-1 1,0-4-202,0-1-134,0-5 0,-5 4 0,1-5 0,-1 2-243,-1-1-114,4-9 54,-4-3 1,1-7 0,0-5 0,2-9 0,1-7-910,2-5 0,2-3 537,3-3 510,-4-3 0,10-5 1,-4 3-1,1 5 0,1 4 294,-1 6 1,3 2 445,-6 7-509,6 0 1,-3 6-1,4 5 1,-1 6 0,-1 8 588,1 6 0,2 5 436,1 7-852,0-1 1,0 1 0,0-1-1,1-1 1,-1-2 331,0-1 0,5-7-126,0 2-321,0-3 0,-5-3 1,0-4-1,1-4 104,-1-4 0,-2-7-403,-2-3-156,-4-10 0,-6 1 0,-1-7 0,-4-3 0,-5-4-763,-2 0 0,2-2 662,1 0-1624,-1 8 1,1 0 1998,-1 7 0,70 32 0,13 12 0</inkml:trace>
  <inkml:trace contextRef="#ctx0" brushRef="#br0" timeOffset="2">12128 10023 7967,'0'-24'101,"0"2"0,0 1 20,0 4 0,0 1-347,0 2 658,0 6 0,-5 3-420,1 10 0,-6 3 577,5 6-415,-6 0 0,8-1 1,-6-2-1,-2-2 0,-2 3 427,-1 0 1,-5 2 33,0 1-386,-6 5 0,7-4 1,-4 3-1,2-3 0,2-2 375,2 0 0,7 0-289,0 1-227,5-1 1,-2-5-1,8-1 1,2 0 0,7-2-3,7 1 0,4-3-175,6-4 59,1 0 1,-1-1 0,1-2 0,-2-4-1,-4-1-314,-4-3 1,2-1 170,-2-2 171,0-7 1,-10 5 0,-1-4-1,-2 1 1,-3 0 116,-1 1 0,-2 7 30,0 2-130,0 6 0,-2-4 0,-1 9 0,-3 3 124,-2 4 1,5 4 221,-2 1-200,4 7 1,1-6 0,0 6 0,0-2 0,0 0 112,0-2 0,6-1-160,3-2-232,-2 0 1,10-1 0,-3-2-1,2-3 1,1-2-358,2-3 0,-1-1 128,6-2 161,-7-6 0,3-4 1,-4-7-1,2-2 1,-1 0-144,-4-2 1,1 4 712,-5-7-260,-2 7 1,-1-4 0,-6 7 0,0 0 339,0 0 0,-5 4-45,0 1-293,-6 6 1,8-4-1,-5 9 1,0 1-71,1 2 1,3 6 10,0-2-73,2 4 1,8-4-1,4 1 1,3 1-1,1 2 151,0 1 1,0 0-115,0 0 124,1-6 0,-1 5 0,0-4 1,0 2-1,-1 0 916,-4-1-773,4-1 89,-11 6 1,9-6 107,-7 1-954,1-7 218,-5 9 1,2-10-1,2 3-536,6-4 1,1-2-123,-2-4 638,4 3 0,-5-10 1,6 2-1,0-2 0,1-3-273,-1 1 0,0-2 124,0-3 377,1 4 1,-6-6-1,0 7 1,1 0 0,-1-1 802,1 1-504,-7 0 1304,3 0-824,-6 6-674,-6 2-52,-2 12 1,-1-3-1,1 7 1,1 1-1,4 1-59,2 2 0,1 1-390,0-1 300,0-6 0,0 4 1,1-2-1,4 3 1,5-1 67,2-2 1,-2 2 75,-1-2 103,1-4 1,2 7-1,-1-5 1,-3 1-1,0-1 485,0-2 1,-3 4-161,4-5-100,-6 6 1,4-4 0,-6 6-86,4-3 0,-2 1-38,7-7-463,-7 7 0,9-9 1,-2 3-1,3-4 1,1-1-722,0 0 0,0 0-153,0 0 795,1-6 0,-1-2 0,0-6 0,0 0 0,1-1-110,-1 1 1,-5 0 494,1 0 261,-7 0 1,8-1 1296,-6 1-929,-1 0-415,-4 6 0,0 8 526,0 10-644,0-4 0,0 6 0,2-2 0,1 3 0,3 1-443,2 0 1,0-4-1,2-1 153,2-6 1,-4 8-1,7-6 1,-1-2-1,0-1-281,0-2 1,0 0-11,1 0 262,-1-7 0,-5-1 0,-1-6 0,-1 0 0,-4-2-95,-2-3 1,-1 3 286,0-2-30,0 2 1,-1 2 0,-4-1 0,-6 1 0,-5 1 10,-3 4 0,-6 3 290,1 6-220,4 0 1,-7 0 0,5 0-1,0 0 1,3 0 53,3 0-1063,2 6 647,6 2 1,3 1 0,11-1-1,8-1-42,9-4 1,3 3 97,3-1 180,-1 0 1,1-5 0,-1 0 0,1 0 0,-3 0 457,-2 0 1,1 1-214,-6 4 251,-6-4 1,0 10 0,-5-4 0,-1 1 0,-2 3 666,-3 1 0,-2-1-498,0 4-474,0-11 1,0 15 0,0-9 0,0 2 82,0 3-1106,0-1 519,6-6 0,2-2 0,6-6 0,0-1 0,1-4-775,-1-5 1,-5-2 542,1-3 416,-1 1 1,1 0 0,-2 0 278,-2 0 1,0 1 42,-1 3 9,-3 4 0,6 6 1,-5 2-1,3 1 1007,2 2 0,1 6-525,6-2-537,-1-2 1,2 5 0,1-4-1,4 2 1,-1-3-158,1 0 0,2-3-170,-4-4 169,0 0 0,0-1 0,0-4 0,-3-6-333,-5-6 0,-5-1-668,-6-5 202,0 5 1,0-2 0,-1 6 0,-4-1 0,-6 3 832,-6 2 0,-24 5 0,-10 4 0,-7 1 0,1 0 0</inkml:trace>
  <inkml:trace contextRef="#ctx0" brushRef="#br0" timeOffset="3">11901 10833 7987,'0'-10'388,"0"1"0,0-2 0,-2 0 2304,-3 1 0,4 1-1906,-4 9 0,3 3 0,2 11 0,0 0-399,0 1 0,2 0 0,1 3 0,4 1-241,0-2 0,-2-1-299,5-2 1,1-1-1,6-2 1,2-2-212,-2 2 0,1-4-78,1-3 0,-3-2 1,3-2-1,-4-2-4,0-2 0,-1-4 276,0-6 1,-6-5 401,-3 0 1,1 0-1,-1 5 1285,-2-1-855,-2 1-447,-1 6 1,-1 3-1,-2 10 371,-2 5 1,0 2-62,5 3-373,0-1 0,2 2 1,2-1-1,6 1-418,3-3 1,2-4-527,4 1 598,-3-4 1,11-6 0,-3 0-1,1-2 1,0-2-475,-1-6 0,-7-2 165,2-3 408,-3 1 0,-6-5 0,-3-1 0,0-1 1,-4-1 8,-1 0 135,-2 5 1,-7-4 159,-2 7 1,-2 4 0,0 2 45,1 2 0,5 1-430,-4 5 111,6 0 0,-4 2 0,9 1 1,3 2-1,6 0-164,6 1 1,5-4-244,7 2 306,-1-2 0,5 3 0,1-1 1,-3-1-1,-1-1-131,-1-2 0,-3 0 515,-2 0-59,-3 0 0,-7 0 1,0 0 1166,0 0-821,-6 0-82,-1 0 1,-9 0 664,-3 0-763,4 0-373,-6 0 0,1 0 1,-3 0-124,-4 0 0,-1 0-22,-1 0 133,1 0 0,-2 5 0,-1 0 0,-2-2 0,0 0-124,-1 2 1,2-2 264,-5 6-81,5 1 1,-2 2 0,5-1 0,3-1 0,2 1-93,6 2 1,2 1-4,2 0 28,0-6 1,11 5-1,5-6 1,4 1-1,7-3-395,5-3 0,-4-2-65,1 0 416,-1 0 0,-7-2 0,4-3 1,-3-4-1,-1-4 148,-4-1 0,-6 0 668,-2 0-501,-5-1 0,2 1 0,-6 0 0,0 0 719,0-1-439,0 8-284,0 0 1,-5 9 0,-1 3 0,0 4 0,-2 4 306,0 1 1,5 0 190,-2 0-730,3 1 1,2-1 0,0 0 0,2 0 0,3 0-711,4 1 0,4-3 208,1-2 326,7 2 1,-4-10 0,5 3 0,-1-4-1,-3-1-673,3 0 1,-5-1 118,3-4 882,-3 3 0,-7-9 0,-1 5 0,0 0 980,0-1-479,-5-4 286,3 10-233,-6-6-28,0 7-574,0 0 0,7 5 1,2 0-855,4-2 1,1-1 222,0-2 337,0 0 0,5 0 0,0 0 0,-1-2 0,-3-1-279,0-2 0,-1-4 5,0 4 606,0-6 1,1 8-1,-1-5 1,0 2 209,0 2 0,0 3 615,1 1-611,-1 0 1,0 1-1,0 4 1,-1 5 530,-4 2 1,2 2-277,-6 1-429,6-1 0,-9 0 0,3 0 0,-4 1-604,-1-1 1,0-5 107,0 1 111,0-7 1,0 5 0,-1-5 0,-4 2 0,-5-2-656,-2-2 0,-7-1 211,0 0 477,0 0 0,5-1 0,-1-2 0,3-4 0,1 1-34,1 0 0,5-1-97,-4 3 450,6 2 1,-3-11 0,7 4-267,4-4 1,3 4-181,6-1 234,6 1 1,-2-5-1,6-1 1,1 0 0,2-3-320,1-1 1,1-4 177,-1 4 198,0-7 0,-5 9 1,-5-5-1,-3 1 1,-4 4 751,-2 1-507,-6 2-2,4 0 0,-7 7 0,-2 7 217,-3 8 1,-1 5-7,-3 1-151,2 7 1,6-1 0,-2 6 0,-2-4 0,2 0 731,1 0 1,4-5-678,2 2-348,-2-3 1,6-2 0,-5 0 0,3 1-1276,2-1-899,-5-6 1054,4-2 0,-7-8 1,0-2-221,0-6 1,0-2 694,0-3 632,-7-5 0,6 4 1,-2-3-1,4 3 0,6 4 378,0 2 0,8-1-223,4 6 306,6 1 1,-3 4 0,6 0 0,2 0 0,2 0 1104,1 0 1,-1 0-629,-8 0-872,-4 0 1,-1 0-1,0 0-1584,-2 0 1558,-7 0 0,-54-7 0,-20-1 0</inkml:trace>
  <inkml:trace contextRef="#ctx0" brushRef="#br0" timeOffset="4">1252 9653 8119,'-15'-14'140,"6"0"1,-1-1-1,-1 1 1,0 0 1164,2 0 94,-4 6 0,12-2-781,-4 10 1,8 3-1,3 12 1,1-1 263,-1 0 1,-1 7-218,-5 2 0,0-1-372,0 2 1,0 0 0,0 4 0,0-1 327,0-3-669,0 3 0,1-7 1,2 5-1,2-2 1,-2-3-309,-1-3 0,-2-1-1976,0-2 1235,0-6 0,2 3 0,2-6-904,6-2 0,-2-3-168,1-4 2169,1-4 0,-9-63 0,-2 28 0,1 0 0</inkml:trace>
  <inkml:trace contextRef="#ctx0" brushRef="#br0" timeOffset="5">1237 9795 8122,'-8'0'1947,"-4"-6"-613,10 4-3,-4-4-1038,6 6 0,3 0 0,5 0 0,8 0 0,4 0 96,6 0 0,2-5-450,5 0-1,-3 1 0,11-1 1,-4-1-1,-1-1 1,-3-1-783,-3 1 0,-8-1 263,-3-2 417,-3-3 1,-3 6 0,-4-8 0,-4 1 0,-5-2 6,-5-3 0,-3 4 105,-6-4 211,0-3 0,0 10 0,-1-2 0,1 3 1749,0 3-1168,6 2-440,-5 12 1,12 4 0,-4 9-1,4 4 1,2 4 1088,4 2 1,-2 1 155,6 3-1252,1-3 0,-1 9 0,-1-5 0,0-3 0,-1-2-90,-1-6 0,5 3-289,-2-7-434,-2-1 1,1-3 0,-4-3-2161,6-2 0,-2-4 385,1-6-746,1 0 3041,4-6 0,13-34 0,3-13 0</inkml:trace>
  <inkml:trace contextRef="#ctx0" brushRef="#br0" timeOffset="6">1806 9767 10672,'0'-8'3582,"-1"1"-2008,-4 7-1010,3 0 1,-9 7 0,6 2 264,2 4 1,-3 1-548,1 0-308,0 1 0,5-1 0,2 0 1,1 0-1,3 0-883,2 1 0,3-3 424,8-2 195,-3 2 0,9-10 1,-4 3-1,0-4 0,1-1-740,0 0 1,-3-1 256,4-4 716,-12-3 1,8-11 0,-11-1-1,0-3 1,-3-2 47,-3-2 1,-10-1 8,-7-1 100,1 1 0,-11 6 0,4 5 0,-1 4 0,-1 5 154,0 2 1,-2 1 142,6 5-275,0 6 1,5 4 0,1 7 0,4 2 0,4 0 331,4 2 1,1-6-474,0 4-225,6-3 1,7-2 0,9 1 0,3-3 0,5-2-850,0-6 1,5-2 379,-2-2 467,6 0 1,-7-2 0,4-2 0,-1-6 0,-5-2 44,-5-3 1,-4 1 156,-7 0 798,-6 0 1,3-1 2316,-6 1-2384,0 6-313,-5 2 0,-5 12 0,0 4 0,2 4 1,1 3 316,2 2 1,0 0 80,0-4-603,0 5 0,5-4 0,1 3 1,4-3-1,4-2-1073,4 0 1,2-6 372,-1-3 267,-3 3 0,9-7 0,-6 2 0,-2-4 0,-1-7-797,-2-5 0,1 2 450,-1-8 504,-6-3 0,-2 2 1,-6-6-1,0 3 1,0-3 266,0-1 0,0 5 305,0 3 1,0 4 0,0 0 953,0 1-975,0 6-194,-6 8 0,4 8 0,-3 8 1,4 3-1,1 3 425,0 0 0,1 5-364,4-3 1,3-2-394,6 2 0,1-6 1,0 5-1,3-3-655,1-3 1,6-5 517,-1-3-217,-4-6 1,5 3 0,-6-6 0,0-1 0,-1-4-199,-4-4 1,2-4 488,-11-1 99,-1-7 0,-4 1 1,0-5-1,0 2 0,0 3 506,0 2 1,0 3 467,0 0-172,-6 1 0,3 2 498,-7 2-1073,7 4 103,-3 12 0,6 4 1,0 7-1,0 2 325,0-2 0,0-6-253,0-1-441,0-1 0,0 6 1,0-1-224,0 0 797,0-6-288,-7-2 0,4-7 0,-5-4-109,2-5 0,1-4-293,5-5 58,0 3 1,2-10 0,3 2 0,4-1 0,4-1-653,1 3 0,2 5 286,3-1-24,-3 4 0,4 5 0,-4 2 0,1 2 0,2 4-1826,-1 5 1,-4 5 840,-5 7 1518,4-1 0,-5 32 0,6 7 0</inkml:trace>
  <inkml:trace contextRef="#ctx0" brushRef="#br0" timeOffset="7">3128 9738 8030,'-6'-20'353,"3"4"0,-7-3 0,1 3 0,-1 2 1,1 0 1635,-2 0-1506,-2 6 0,-1-3 1,0 6-1,0 2 1,-1 1-1,1 2 1,0 2 452,0 2 1,4 4-871,1 7 1,6-1 0,-2 0-1,3 0 1,2 0 0,2-1-15,3-4 0,3 4-544,6-3 0,5-2 210,0 1 1,6-6-1,-3 2 1,0-4-382,-3-1 0,2 0 672,-2 0 76,0 0 0,-7-1 0,-1-2 1,-1-4 604,1 0 1,-5 2 236,-1-5-708,-4 7 0,-1-2 0,0 10 551,0 5 1,0 9-154,0 4-358,7-2 0,-6 10 0,6-1 0,-3 4 0,1 0 140,-2-2 0,4 3 3,-3-2-479,1 0 0,-5-5 0,0-1 0,-1-3 0,-3-5 72,0-3 0,-7-4-567,1-2 396,-9 2 0,2-10 1,-7 3-1,-1-5 1,-1-3-431,3-2 1,-2-6 85,6 1 434,0-2 0,9-7 1,2-2-1,2-1 0,3-3-269,1-2 1,10-1 104,6-1 147,0 1 1,13-5 0,-1-1 0,4 3 0,3 1-180,-2 1 0,4 1 65,-2-1 202,7 7 1,-12-3 0,2 6 0,-6 3 0,-3 4 430,-4 2 96,-8 7-219,-2-3 1,-9 6 183,-3 0-109,4 0-109,-6 0-400,1 0-5,5-7 21,-6 0 1,7-3-1,0 1 1,-1-2-1,-2-2-265,-2-1 0,-2-1 83,3 1 171,2-6 1,-10-1-1,2-4 1,-3 1-1,-1-1-108,0-2 1,0 0-12,0 4 390,-1 2 1,1 7 0,0 1 0,0 4 0,-1 4 115,1 3 1,2 9-92,2 2-41,-3 10 1,10 3 0,-5 8 0,2 2 0,3 1 506,1-1 0,4 2 7,3-1-448,3 1 0,6-6 0,0 1 0,0-3 0,0-2 72,1-5 0,5 2-31,4-2-171,-4-7 1,3-1 0,-6-6-1,2-2 1,0-1-416,1-2 0,-4-2 31,3-3 55,-3-3 1,-2-6 0,0-2 0,-1-1 0,-2-2-465,-1 2 0,-1-4 99,5 2 391,0 0 0,1 5 0,-1 1 0,0 2-184,0 2 0,1 6 222,-1-2 183,0 3 0,0 2 0,-1 2 1,-2 1-1,-3 3 568,-2 2-32,5 2-250,-3 4 1,0-4 141,-3-1-280,-4-6-4,6 4 0,-7-7-142,0 0 57,0 0-103,-13 0 0,10 0 1,-7 0-1,-1 0 1,-1 0 27,-3 0 1,1 0 276,0 0-219,0 6 1,0-3 0,-1 5 0,1 0-1,0 0-43,0 3 0,4-3-51,1 1 11,6 1 1,-4-1 0,9 1 0,3-1-447,4-1 0,5-2 42,5-6 389,-3 0 1,9 0 0,-4 0 0,1 0 0,2-1-111,-2-4 188,-2 3 0,-6-9 0,1 7 47,-1 0 135,0 3 0,-4 1 769,-1 0-285,-6 0-213,4 0-815,-7 6 46,0-4 75,0 4-22,6-6 213,2 0 1,1-2 0,1-2 0,1-6 55,1-2 0,3-1-60,-1 3 103,0-2 0,5 6 1,0-6-1,-2 5 1,1-1 44,1 0 0,-2 5 193,7-2-161,-7 3 0,4 4 0,-7 1 1,-1 3-1,-2 2 353,-2 3 0,-6-3 74,2 2-360,-3-1 0,-2 5 1,0 1-207,0-1 0,-2-5 186,-3 1-333,4-7 1,-12 3 0,4-4 0,-6 1 0,-2 2-562,-2-2 0,0-2 232,5-1 369,0 0 1,-1 0-1,1 0 1,2-1-1,0-2 184,3-2 1,4 0-163,-4 5 365,6 0 0,-4-6 0,7-4-96,0-2 1,5 2-31,0 1-117,6-1 1,-2 1 0,9-1 0,1 1 0,-2-1-64,-1 1 0,3 1-234,0-1 222,0-4 0,0 7 0,1-4 0,1 4 0,1 1-102,0 0 1,-3 1 119,5 4 0,-1-5 112,6 0 0,-6 0 1,0 5-1,-3 2 151,-3 3 0,-1-2 86,-1 6-176,-1-5 1,-5 8-1,-1-2 1,-2 2 367,-2 3 0,-3-6-179,-1 0 1,0-4-118,0 5 0,-1-6 0,-4 6 66,-5 1 1,-2-5-423,-2-1 70,-1-3 0,1-2 1,0 0-1,0 0 1,-1 0-838,1 0 0,0 0-661,0 0 739,6-7 0,-5 4 1,4-5 837,-4 2 0,5-18 0,2 1 0</inkml:trace>
  <inkml:trace contextRef="#ctx0" brushRef="#br0" timeOffset="8">2702 4962 8433,'-10'0'-24,"1"0"1,4 0 141,-4 0 1,4 0-1,-5 0 1,-1 0 0,0-2 111,2-3 0,-4 4 1,2-4-1,-5 3-132,-3 2 1,-1-4-36,1-1 0,1 0 0,-4 5 0,0-1 0,2-3 1,-1 0 212,4 0 1,-1 3-27,-1 1 1,8 0-46,-3 0 1,5 1 28,-1 4-116,4-3 0,6 10 0,2-4 1,1 2-1,3-1 261,2 2 0,-3 2 41,4 1-290,-6 0 0,8 2 1,-4 2-1,-1 1 1,0-1 184,-3 3 0,4-5-23,-3 3-182,1 3 1,-5-5 0,0 7 0,0 0 0,0-1 318,0 1 0,0 0-123,0 4-303,0 1 1,0 4-1,0 0 1,0-1-1,2-1-2,3 2 0,-4-3-79,4 3 73,3-3 1,-7 4 0,4 0-1,-3 1 1,-2 1 62,0 1 1,0-4-308,0 5 251,-7 0 1,4 4 0,-6 0-1,-1-3 1,1-1-1,-1 1 0,7-2 35,-2 1-42,-3-7 1,7 10 0,-4-4 0,4 1 0,2-1-12,4 3 1,-2-4 28,7 2-2,-7 0 1,8 5-1,-7-1 1,1-1-1,0-1 124,0-2 0,-1-5-88,-4 5-40,0 0 1,-1 5 0,-4-2 0,-4-2 0,-4-3 17,-1-1 1,0 5 6,-1-2-22,1-4 1,0 7-1,1-4 1,2 1-1,3 0-7,2 1 0,1-3-29,5 2 2,0 0 0,0 5 1,0-2-1,2-2 0,1-2-36,2-3 1,1 4 30,-1-4 29,-4 5 0,10-4 1,-6 3-1,-2-5 1,-1-3 14,-2-2 0,0 4-26,0-4 17,0 4 1,0-8 0,0 7 0,-2 2 0,-1-1-4,-2-2 1,-1-2-42,1 1 33,4 6 0,-6-5 1,7 3-1,0-2 0,0 1-18,0 1 1,0 0 274,0-4-241,0 6 1,0-5 0,0 3 0,0-3-1,0-2 102,0 1 1,0 4 47,0 0-156,0 0 0,0 0 0,0 0 0,0 1 0,0-1-102,0 0 0,0 0 132,0-4-81,0-1 0,0 5 0,0 0 0,0-1 0,0 0-3,0 1 0,0-3-20,0 3 116,0 3 1,0-4 0,0 4 0,2 0 0,1-1-36,2 0 1,0 3 10,-5-5-1,0 0 1,0 0-1,0 2 1,0 0-1,1 0 65,4-4 0,-3-1-11,2-1-71,-2-1 1,3 5 0,-1 2 0,0 0 0,-1 0-24,1-4 0,-2 5 56,3 2-43,-4-3 1,-1 5 0,0-7 0,-1 0 0,-4 2 132,-4 3 0,-2-2-122,1 2 33,-3-7 1,5 9-1,-6-5 1,0 1-1,0 2 126,0-2 0,1 5 157,4-3-288,-4-3 1,7 6 0,-6-5 0,5 2 0,-1-1 70,0-3 1,5 4-20,-2-5-71,3 7 0,2-8 0,0 5 0,0 1 1,0 2-47,0 3 0,0-9-3,0 9 8,0-10 1,-1 7 0,-2-6 0,-2 3 0,0 1-57,-1-2 1,-1 3 71,-2-5 67,-4-1 1,5 1-1,-6 3 1,2-1-1,1-3 109,1-3 1,5 4-125,-4-1-33,6 0 1,-4 0 0,7 0 0,0 0 0,0 1 16,0-1 0,5 5-311,0-5 191,6 0 0,-8-5 0,7 1 0,1-1 0,0 1-116,-2-1 1,4 1 131,-4-1 46,4 0 0,-4-4 0,1 0 0,-1 0 1,1-1 172,-1 1 0,1-5-55,4 5 4,-6-7 0,3 3 0,-5-4 0,2 2 0,3 1 136,2-2 0,-4-1-138,1-2-94,-1 0 0,1 0 0,-1 1 0,1-1 0,-1 0 34,1 0 1,-2-4 86,1-1-65,4-6 1,-5 8-1,6-6 1,0-2 173,0-1 1,-4 3 62,-1-1-199,1 1 0,4-5 0,0 0 0,0-1 1,1-3-275,-1 0 1,2-3-1005,3 3 513,-4 2 1,14-6-1,-1 5 677,9-2 0,-2-24 0,2-10 0,4 0 0,0-1 0</inkml:trace>
  <inkml:trace contextRef="#ctx0" brushRef="#br0" timeOffset="9">20744 3199 7916,'0'-15'386,"0"1"0,0 0 0,0 0 1,0 0 1477,0-1 0,2 7-1474,2 4-1,-2 4 1,4 4 0,-1 8 0,0 3 0,0 6 485,1 1 0,-3 2-428,7 4 1,-6 1-172,6-1 1,-6 5 0,4 0-1,-1 1 188,-4 0 1,0-4-316,2 3 0,-4-3 0,4-1 0,-3-1 38,-2 1 0,0-7 29,0-3-917,0-3 0,-2-4-4109,-3-2 1163,4-4 2795,-6-6 0,11-6 0,3-4 852,8-2 0,28-23 0,13-8 0,3-3 0,-1-1 0</inkml:trace>
  <inkml:trace contextRef="#ctx0" brushRef="#br0" timeOffset="10">21284 3369 7916,'0'-20'1994,"-1"4"-1399,-4-3 0,-3 5 285,-6 4 1,-2-1-452,-3 7 1,3-1 0,-4 5 0,1 1 356,0 4 1,-5 3-193,5 6 0,-4 2-303,4 3 0,1-2 1,7 5-1,3 1-277,2-1 1,1-5-97,5 2-58,0 3 1,7-6-1,4 3 1,4-3 0,6-2-596,1 0 1,0-6 95,2-3 243,3-4 0,-11-1 0,3 0 0,-4 0 0,0-1-596,-1-4 1017,0-3 0,-6-8 1,-3-1 40,-4-2 1,-1-5 271,0 5 1,0-4 0,0 4 660,0 1-676,0 9 0,0-1-112,0 10 0,0 4-43,0 10 1,0 5-129,0 0 0,0 0 0,2-5 0,1 0-425,2 0 0,6 0-1,-2 1 100,10-1 0,-3-5 1,3-1-1,-3-1 0,0-4-407,2-2 1,-2-2 76,3-4 729,-3-3 1,-3-1 0,-2-1-1,-3-1 1,0-2 261,-1-1 0,-2 2 955,5 2-167,-7-3-31,3 6-1149,-6-1 1,0 1 0,2 7 1,2 2-1,4 3-455,0 4 0,5-1 135,-4 2 44,4-7 0,6 3 1,0-4-1,-2 1-52,-1 2 1,-2-1 373,0-4 1,-1-1 109,-3-4 0,-2-1 0,-5-5 1,1 1 277,0-1 1,-3-2 72,-1-1 1,0 5 9,0-1 1,0 5 215,0-4-1352,-6 6 639,4-3 0,-4 12 0,6 3 0,0 6 368,0 3 1,5 0 22,-1 6-291,7-7 1,-7 10 0,4-4 0,-2 3 0,-1-1-61,1-1 0,-5-1 10,4 6 1,-3-7-120,-2-3 0,0 1 0,0-1 0,-2-1-215,-3-2 1,-1-7 83,-3 1 1,-4-6 78,4 6 1,-4-7 0,-1 2 0,-1-4-56,1-1 106,0 0 1,1-6 0,2-2-27,2 0 0,4-9-23,-4 3 1,6-4 0,-2 2-1,5-1-239,5-2 1,4-6 117,10 1 1,3-3-1,6-1 1,1 1-392,-1 3 490,7-3 0,-3 5 0,4-6 94,-1-1 0,-4 6 53,-7-1 1,1 7-1,-7-2 1,-4 3 667,-3 2-251,-8 6 1,2 0 357,-10 3-751,-3 4 1,-4-4-43,2 10 1,-2-2-1,4 6 1,-2 2-272,1 2 0,6 1-8,-2 0 274,-3 1 1,6-1 0,-2 0 0,2 0 0,2 0-79,0 1 1,0-1-18,0 0 33,0 0 1,6 0 0,4-1-1,2-2 1,3-3-295,-1-2 0,2 4-60,3-5 365,-4-1 0,11-5 0,-6-4 1,1-4-1,1-4 71,0-1 98,-5-1 1,4-3-1,-7-1 259,0 1 0,-1 7-22,-4 2 1,3 4-101,-8-5-84,1 7 1,-5-1 0,0 8 161,0 6 1,0 2 320,0 3-364,0-1 0,0 0 1,0 0-154,0 0-31,0-6 572,0 5-392,0-11 0,-2 2-225,-2-8 1,2-4 0,-3-7 0,4 1-412,1 0 0,0-5-222,0 0 391,6-6 0,0 9 0,5-3 1,-1 3-1,1 2-312,2 0 0,1 6 64,0 3 1,0-1-1,1 1-742,-1 2 1,0 3-827,0 5 2010,-6 3 0,11 31 0,-3 7 0</inkml:trace>
  <inkml:trace contextRef="#ctx0" brushRef="#br0" timeOffset="11">22848 3412 7909,'0'-14'2462,"0"0"0,-1 6-217,-4 3-1060,3-3-954,-4 6 1,6-2 0,0 8-1,0 6 1,0 3 0,0 1 0,0 0 545,0 0 0,0 0-952,0 1 0,0-1 7,0 0 0,2 0 1,1 0-837,2 1 830,6-7 1,-5-1 0,5-3 0,0 0-1,3-2-450,4-5 1,2-2 484,-1-9 144,-3 3 1,11-11 0,-3 4 0,1-2 0,0-1 227,-1 1 1,-5 1 241,4 5-350,-5 6 1,2-3 0,-4 6-1,2 2 1,0 3 881,0 4-250,-2 4-493,-2 13 1,-5-5 0,-1 3 0,-1-4-225,-4 0 1,-2-1-162,-1 0-432,-6 0 1,0-4 0,-7-2 0,0 0 0,-4-2-2456,-4 0 1,-4-1 1012,-8-5 1995,3 0 0,-16-44 0,-6-20 0,16 20 0,0-1 0,1 0 0</inkml:trace>
  <inkml:trace contextRef="#ctx0" brushRef="#br0" timeOffset="12">22891 3241 7932,'9'-1'3606,"1"-4"-2424,-7 3-748,10-4-966,-5 0 0,6 4 532,0-3 0,-6 17 0,-2 3 0</inkml:trace>
  <inkml:trace contextRef="#ctx0" brushRef="#br0" timeOffset="13">24427 3540 7870,'-2'-14'655,"-1"-1"1,-2 1 1428,2 0 0,-3 5 0,-1 1-1044,-1 1 0,4 3 0,-4 5-579,1 4 0,1-2 0,3 7 0,-3 1 136,-2 1 1,5-2-416,-2-1 1,-2 1-413,3 4 1,-3 0-252,3 0 285,2-6 1,-6 3-772,3-6 1,4-2 100,-4-8 567,4-2 1,1-8 0,0 0 0,0-3-1,1-1 26,4 2 1,3 1 739,6 2-391,-6 0 1,5 1-1,-4 3 1,4 6 0,1 2 242,0 2 1,0 0 239,1 0-366,-8 6 0,6 2 0,-5 7 0,1-1 1,-1 0 24,-1 0 0,2 0-1247,-4 1 543,0-7 1,1 4 0,3-2-522,4 2 1,1-4 448,0-3 382,-6-3 1,5-2 0,-4-2 332,4-3 0,-3-1-119,-1-4 1550,-6-2-1203,4 10 144,-1-4-354,-5 6 0,12 1 0,-3 4 1,2 3 55,2 0 0,1 5-273,-1-4 48,6-3 1,1 2 0,4-5-1,-1 2 1,1-2-22,2-1 1,0-7 405,-3 0-245,2-6 0,-10 2 0,2-8 1,-6-2-1,-4 0 195,-2-2 1,-1 1-246,-5-4 1,-1-1-88,-4 6 1,-3-5-1,-6 7 1,0 2-411,-1 4 0,1 8-40,0-2 95,0 4 1,-1 7 0,1 4 0,2 2 0,1 3-620,1-1 1,5 5 989,-4 0 1,6 0-62,-2-5 0,3 0 0,2 0 0,0 0-64,0 1 0,5-6 354,0 1-166,12-7 1,-7 8 0,10-6 0,1-2 0,3-2 89,2-1 0,0-6-126,2-3 1,-3-9-226,9-1 1,-4-6 0,-4 0 0,0-5-75,-3-4 0,-5-10 140,1 2 1,-5-6-72,-5 1 0,-2 3 0,-7-2 0,0 6-97,0 7 1,-5 14-10,0 5 422,-6 9 1,8-1 0,-6 7 0,-3 6 0,1 7-166,2 8 1,-2 5 794,6 1-522,0 7 0,5-3 0,0 6 0,0 0 0,0-2 834,0-3 1,2 2 206,3-2-1132,3-6 0,1-2 1,1-6-1,-1-2 1,1-2-1736,-1-6 1078,-6-3-183,3-6 0,-1-1 1,0-5-1,-2-7-1384,-1-4 1,-2-9 981,0 3 1,0-4 539,0-2 0,0 2 0,0 2 0,0 3 547,0 2 376,0 1-103,0 4 1,0 6-1,1 1 1,4 2 990,5 2 0,4 3-365,5 1 0,-2 0-766,7 0 0,-2 0 0,3 0-133,-1 0 0,25-25 0,11-7 0</inkml:trace>
  <inkml:trace contextRef="#ctx0" brushRef="#br0" timeOffset="14">26275 3327 7837,'6'-8'0,"-3"-5"0,5 4 0,-1-4 883,-3 5 1,-5 2 0,-4 6-1,-5 0 1,-2 0 0,-2 0 1106,-1 0 0,-4 6-1742,0 4 1,-4 1 0,4 0 0,1-2-133,3 2 0,-3 3 0,2 2 0,4 0-728,-1-3 1,7-2-694,1 3 706,4 0 0,2-1 0,5-4-505,9-4 0,0-3 480,9-2 603,-6-7 1,7-1 0,-5-6 0,1 0 0,-1-2 387,-2-3 0,-2 8-154,-2-3 814,-6 3 0,4-3 490,-2-1-1347,-4 8-40,0 0 1,-6 14 0,0 2 0,0 4 0,-1 1 372,-4 0 0,4 0-766,-4 1 42,3-1 0,2 0 0,0 0 1,0 0-988,0 1 0,2-8 135,3-2 832,-4-3 1,12-2-1,-4 0 1,4 0-86,1 0 232,0-7 335,1 0 0,-6-1 0,-1 1 1165,-2 1-928,5 4-356,-9-4 0,6 6 189,-3 0 0,-2 5-331,6 0-1,-6-1 0,10 1 1,-4 1-1,4 1-276,1-1 1,2-1 25,3-5 309,-3 0 1,4 0-1,-5 0 1,-1-2 488,0-3 0,-1 2-160,-4-6-188,4-1 1,-12 1-1,4-1 1,-3-1 966,-2-1-573,0 4-670,0 2-620,0-1 1,-2 7 519,-3 0-97,4 0 0,-6 13 1,7-4-572,0 4 784,0-5 1,2 0 0,3-5-1,4 2 1,4-2-29,1-2 1,0-1 92,1 0 0,4 0 0,-1-1 0,1-4 172,2-4 0,-5 1 15,3-2-128,-3 1 1,-2-7 0,0-1 0,0-2 0,-1 1 378,-4 2-385,4 2 709,-11 0-403,4 0-1160,-6 6 258,0 2 1,-2 6-170,-2 0 1,2 1 176,-3 4 403,4-4 0,7 11 0,3-8 1,4-1-1,1-1 247,0-2 0,5 0-72,0 0 163,7 0 0,-6 0 1,5 0-1,-2 0 1,-3 0 491,-2 0 0,-3-2-193,0-2 20,-1 2 1,-5-4 503,1 6-872,-7 0 291,3 0-324,-6 0-478,-6 0-347,4 0-668,-4 0 568,0 0 35,4 0 0,-6 0 1,3 0-3277,-4 0 4058,3 0 0,-51 19 0,-6 4 0</inkml:trace>
  <inkml:trace contextRef="#ctx0" brushRef="#br0" timeOffset="15">26602 3455 7912,'-10'-5'0,"2"-1"883,2-2 1,1 3 0,5-5 2561,0-1-3064,0-1 0,7-2 1,2-1-1,4-1 109,1-2 1,0 0-517,0-6 66,1 1 0,-1-7 0,0-3 0,0-5 0,-1-3 34,-4-2 1,3 0 15,-8 1 0,1 5-267,-5 4 1,0 5 0,-2 4-303,-2 5 1,-4 10 262,-6 4 0,-2 6-260,-3 9 1,3 6-1,-3 12 1,3 2 207,2 3 1,1-1 162,4 6 0,-2-7 189,6 3 1,0 0-1,5 0 1,0-3 265,0-1 1,7-3-10,2-3-270,4 3 1,1-12 0,2 4 0,1-3 0,4-3 3,1-4 1,-3 2-297,5-6 188,-7 0 1,3-7-1,-4-3 1,2-4 0,1-4 238,-2-1 0,-1-2 33,-2-3-193,0 4 1,0-11 0,1 7 0,-1 2 0,-2 1 61,-2 2 0,1 4 47,-6 1-215,-1 6-293,3-10 0,-6 13 242,4 0 145,-3 0 1,-2 13-1,0-4 0,0 4 1,-2 1 396,-3 0 0,4 1-62,-4-1 0,-1 0 1,1 0-127,2 0 1,1 1-15,2-1-234,0 0 0,0 0 49,0 1 0,7-3-174,2-2 114,4-4 0,-4-6 0,1 0 0,1 0 1,1-2 140,3-2 0,-1-4 180,0-6-287,0-1 0,0-4 1,1-1-1,-1-1 1,0-1 65,0 0 0,-4 5 19,-1-2-183,-6 9 1,5-2-23,-3 2 88,-3 4-222,4-1 0,-6 15 0,0 5 0,0 4 0,0 2 554,0 2 1,0-5-31,0 3-257,0-4 0,0 0 0,2 0 0,2 1 0,6 0-74,2-3 0,4-9-547,3 1 449,-3-3 0,11-2 1,-5 0-1,2-2 1,-1-4-186,3-8 0,-4-2 508,1-8-70,-5 0 1,2-4 0,-5 1-1,-3 2 1,-1 3 620,-1 1-579,-7 2 81,3 5 1,-7 6-1,-4 3-487,-5 4 0,3 7-49,-3 4-204,7-4 0,-8 7 1,6-4-222,2 4 0,3-1 559,5-2 72,9 2 1,3-10 0,5 3-1,0-4 1,1-1 193,2 0 0,2 0 666,1 0-449,1 0 1,-3 0 0,0 0 0,-4 0 0,-3-1 1341,-7-4-1073,3 3 98,-7-4 1,-1 5 328,-2-4-679,-10-3-554,-2 0 1,-8-3 0,1 6 0,0 2-1,0 1-453,-1 2 0,-3 0-140,-1 0 604,-7 7 0,9 1 0,-5 6 0,1 0 1,4 0-157,1 1 1,7-1 46,-1 0 177,7 0 0,-3 0 0,6 1 0,1-1-40,4 0 1,3-4 79,6-1 121,0-6 1,5 2 0,2-8 0,-1-4-1,1 0 398,-4-5 1,4 0-108,-2-2-124,-7-7 0,1 5 0,-4-3 1,3 4 1248,-3 0-1654,-3 7 195,1 2 1,-6 9 0,4 5 181,-3 6 1,-7 5-235,0 0 76,0-3 1,5 6 0,0-4-1,2 1 1,3-2-383,4-1 1,4-4-561,1-2 767,0-4 1,7-1 0,2 0 0,4-4-1,2-4-134,-1-6 1,1-9-57,-1-1 345,0-6 0,-5 3 0,-4-5 0,-4 3 0,0 5 416,-1 4 1,-6 0-10,-4 1-15,-2 6 1,-4 3-228,-2 10 1,2 8 354,-3 6-371,-3 0 0,7-5 0,-4 0 1,4 0-1,1 1 50,0-1 0,6-2-966,3-2 614,4 3 1,8-12 0,1 4-1,1-3 1,3-4-166,4-3 0,-2-3 141,5-6 223,-3 0 0,-8-2 1,-1-1-1,-2-2 373,0 1 1,-5 4-42,-4 5-298,-7 2 1,3 9-1,-6 3 187,0 4 0,0 10-68,0 5 165,-6 3 1,4 3-1,-3 1 1,2 2 0,0 1 460,-2 0 0,-6-5-726,2-1-60,2 1 0,-5-9 0,2 4 0,-1-5 0,0-5-214,2-4 0,-1-4-116,-4-6 266,0 0 1,0 0 0,-1-2-1,3-2 1,1-6-252,1-3 1,7-2-120,-2-4 135,4-3 1,12-13 0,6-2 0,7 0 0,6-1-574,0-2 1,5 4 320,-2-2 380,6 6 0,-7 4 1,6 7-1,1 4 0,1 1-42,-2 4 0,-4 7 935,-5 0-546,-1 3 1,-6 9 0,-3 2 0,-3 4 0,-3 1 562,-4 0 0,2 5 526,-6 0-997,0 7 1,-5-11-1,0 4 1,0-3 0,0-2 80,0 1 1,0-6-417,0 0-276,-6-5 1,-1 4 0,-5-5 0,-1 1 0,-3 0-1993,0-3 0,-4-6 2316,1 1 0,-24-7 0,-9-2 0,-2 1 0,-1 0 0</inkml:trace>
  <inkml:trace contextRef="#ctx0" brushRef="#br0" timeOffset="16">25663 3924 7847,'0'-14'192,"-1"-1"0,-4 1 1,-4 1-1,-4 4 0,-3 3 717,-3-1 1,3 6-1,-4-4 1,1 3 0,0 2-1,2 0-111,1 0 0,-3 7 0,0 4 0,3 5-309,5 3-377,-2 6 1,7-1-1,-3 7 1,4 4-1,3 0 536,2-1-483,0 6 1,0-5-1,0 4 1,0-1 0,0 0-185,0-2 1,0-1-133,0-7-709,0-5 0,5-3 0,0-6-3085,-2 1 2635,-1-8 1310,-2 0 0,-13-39 0,-3-7 0</inkml:trace>
  <inkml:trace contextRef="#ctx0" brushRef="#br0" timeOffset="17">25322 4279 7939,'8'-6'4662,"-2"4"-3902,1-10 1,-4 5-384,6-2 1,1-2 0,3 4-1,-2 1-314,-2 0 0,2 1-232,8 5 0,-3-5 1,3 1-1,-3 0 51,-2 3 1,0 6-126,0-1 96,1 14 0,-6-9 0,-1 10 1,0-1-1,-2-1 249,0 2 1,4 1 400,-5-1-377,-1-3 1,1 5-1,1-9 1,2-1-1,2-1 181,-2 1 1,4-5 12,-2-1-208,2-3 0,3-2 0,0-2 0,3-3 0,1-4 185,-2-4 0,-3-6 132,-4 0-197,3-6 1,-12 8 0,4-6-1,-4 1 1,-1 2 165,0-1 0,-1 2-105,-4 5-405,4 6 1,-14 2-1,3 6 1,-6 0-1,1 1-1054,1 4 0,2 3 638,0 6 182,-1 0 0,3 1 0,2-1 0,6 0 1,2 0-72,2 1 0,0-1 485,0 0-64,0 0 0,8-4 0,6-2 0,8-2 0,5-3 17,2-1 0,5-4-59,4-3 8,3-3 1,2-7 0,-2-3-1,-3-2 1,-5-2-219,-3-4 0,-8 4 92,-3-1 161,-9-1 0,1-6 0,-7-2 0,0-1 0,-3 1 214,-1 2 0,0 4 92,0 2-19,0-3 1,-5 16 0,-1-2 1018,-2 5-1395,5 4 153,-10 10 0,10 4 1,-5 8-1,1 6 1,-1 3 457,-3 1 0,4 1 569,2-1-787,-2 1 0,5 1 0,-3 1 0,4 1 0,1-4 209,0-2 1,1-4-429,4 1-131,3 4 0,11-11 0,1 1 1,3-5-1,3-8-523,6-2 1,-2-2 70,3 0 284,-3-6 1,-1-7 0,-1-8 0,-1-1 0,-2-5-542,-1-4 0,-7-1 280,2-6 333,-3 0 0,-7-4 0,-1 1 1,-1 1-1,-4 4-53,-2 1 1,-1 8 439,0 8-199,-6 4 0,3 7 0,-7 3 0,-1 3 0,-1 5-6,-2 7 0,-1 1-114,1 13 166,0-1 0,1 11 0,2 0 0,3 1 0,0 1 747,1 1 1,3-6-192,0 2-426,2-3 1,2 1 0,2-1-1,2 0 1,6-5-65,2-3 1,9-3-1028,3-5 705,3-6 0,6-2 1,0-6-1,0 0 1,0-1-341,0-4 1,1-4-356,-6-10 585,-6 3 1,5-11 0,-5 3-1,0-3 1,-3 1-161,-3 2 1,-8-3 609,-3 3 54,-4 4 0,4-1 0,-2 7 142,-4 0 0,-6 6-60,-7 3-287,0 10 1,0 3 0,-1 8 0,1 1 0,2 3 271,2 3 1,2-4-86,3 4-107,4-5 0,-6 7 1,9-6-1,1-2 1,5-1-150,5-2 1,-1 0-157,12 1 2,6-7 0,5 3 0,4-7 0,-1 0 1,0-4-539,-1-5 0,-3-3 226,-5-6 329,-7 6 1,-2-5-1,-7 4 1,-2-4 532,-1-1 1,-7 4 827,1 1-771,-2 6 1,-4-4-1,-2 9 527,-6 3 0,-2 1-315,-3 3-258,7 4 1,-4-5 0,2 6 14,-2 0 1,2-6-26,1-3-621,6 3 1,-10-6 0,5 1-403,0-6 0,-3-1 107,6-5 370,-6-1 0,10-4 1,-4-2-1,3-1 1,4-3-447,3-3 0,3 6 605,6-2 47,0 3 0,0 2 0,0 0 0,1 1 1,-1 4 49,0 4 1,0-1 164,1 1-356,-1 0 1,-5 5-1,1 0 1,-1 2-1,1 1-356,-1 2 1,-4 4 71,4-4-356,-5 0 0,2 1-885,-6 3 1181,0-2 48,0-1-118,0 0 369,0-4 148,0 4 1092,0-6 4329,0 0-5222,-6 0 152,4 0-452,-4 0 0,-1-4-791,-2-1 313,-4 0 198,-1 5 1,5 0 0,-1 0-654,-1 0 0,0 2-936,1 2 1434,-2-2 1,4 6-1,-6-5 1,-1 3-409,1 2 1,0 0 963,0 2 0,0 2 0,-1-10 0,1 4 0,0-1-339,0 0 328,0-1 610,-1-4 0,1-1 0,0-2 0,0-4 1071,-1-1 1,1 4-927,0-6-63,0 7 1,0-3 0,-1 6 0,1 0 299,0 0 0,4 0 99,1 0-854,6 6 1,-5 2 0,5 6 0,-2 0 0,2 1-3,1-1 0,9 5-123,2 0-173,10 0 1,3-5 0,7 0 0,-1-1 0,2-4-731,3-4 1,-3-3 230,3-2 551,4 0 1,-9-7-1,2-2 1,-5-5 0,-1-5 184,-2-5 1,-6 2 123,-6-2-236,-7 0 1,3-4 0,-8-1 0,-2 1 0,-6 0 140,-2-1 0,-9 7-387,-3 3 132,-3 3 1,-1 8 0,0 4-1,-1 4 1,1 4-240,-1 6 0,7 4-35,3 5 258,3-3 0,4 9 0,2-4 0,6-1 0,2 1-69,2-4 1,6-1-228,4-2 228,9 0 0,3-4 0,8-2 0,1-2 0,3-3-411,-3-1 0,4-4 289,-2-3 409,7-2 0,-12-6 0,2 2 0,-6 1 0,-4-1 1446,-2-1-1321,-2 4 1209,-2-5-687,-6 12 0,-4-6-610,-8 7-80,2 7 1,-6-4 0,5 6-1,-3 2 1,-1 2 8,1 1 1,1 0-446,5 1 187,0-1 0,0 0 0,0 0 0,0 0-964,0 1 1,7-7 308,2-4 539,4-2 1,1-2 0,0 0 0,0 0 0,1 0-176,-1 0 0,-2-6 227,-2-4 226,3 4 0,-7-7 0,5 5 0,-3-1 436,-2-1 0,4 6-34,-6-6-147,1 7 1,-3-3 67,2 6 1,0 0 88,5 0-404,-6 0 0,10 0 0,-5 1 0,1 2-786,1 2 390,-1 0 252,5-5 0,1 0 0,-3-2 138,-2-3 0,1 2-19,-6-6 282,-1 6 0,-4-10 764,0 4-615,0-4-456,0 5 0,-1 2 125,-4 6 1,-1 1-117,-4 4 46,4-3 0,6 6 1,0-4-1,1 4 4,4 0 1,-2 3-214,7-6 176,6 0 0,1-4 0,5 2 0,0 2 1,0-2 210,4-1 1,1-7 66,1 0-260,7-6 0,-5 3 0,3-6 0,-5 0 1,-2-2 6,-3-3 0,-5 3 65,1-3 77,-4 4 1,-7 0 0,-3 1-11,-3 0 0,-4 1-483,-3 4 257,-9 3 1,-2 10 0,-4 3 0,1 2 0,-2 5 11,-1 4 1,5 1 287,-2-5-213,9 0 1,-2 5 0,4 0-1,0-2 1,3-1 129,4-2 0,1 1-182,0-1-30,0-6 0,8 3 0,4-5 0,7 0 0,3 1-219,3-4 0,1-2 135,-3-1 67,4 0 1,-6-6 0,4-2 0,-1-1 0,1-1-12,2-1 1,-3 3 306,-1-1-225,-5 6 1,2-8 0,-6 4 0,1 1 169,-1 0 1,0 1 189,0 5 188,-6 0 18,-1 0-35,-7 0 208,0 0-581,0-6-70,0 4-157,0-4 1,-2 6-1,-3 0 1,-4 0-222,-4 0 0,-3 0 74,-3 0 128,4 6 0,-11-3 0,7 5 1,2 0-1,1 0-49,2 3 0,4-5 22,1-1 63,6 3 1,-8-5 0,8 5-10,4-2 0,10-1-7,8-5 65,6 0 0,-7-2 1,4-2-1,0-6 1,-1-2-32,-1-3 0,1 0-6,-2-4 18,-4-4 0,6-5 0,-8-2 0,-2-2 0,-3-1-75,-2 2 1,-1 2 47,-5 6 33,0 8 1,-2 11-1,-1 10-324,-2 8 0,-4 7-110,4 7 780,0 1 1,5-1-1,0 0 1,2-1 0,1-1-95,2-3 1,6-4-1683,-2 5 944,4-7 0,1-1 0,0-6 0,2-1 0,1-1-3327,2-3 3847,0 3 0,8-45 0,3-4 0</inkml:trace>
  <inkml:trace contextRef="#ctx0" brushRef="#br0" timeOffset="18">29687 4109 7881,'-14'0'665,"-2"0"1,-1 0-1,-4 0 99,-1 0 0,-6 0 0,-7 1 0,0 2 0,0 4 0,4-1 276,1 0 0,3 4 0,3-4-1174,5 2 78,10 1 0,2 6 0,11-3 0,5 1 0,10 0-25,6 2 0,4 3-13,-1-4 0,1 2 0,-1 1 0,-1 0 50,-3-4 0,-4 1-112,-6-4 388,-6 2 0,-1 3 0,-9-1 275,-3 0 0,-9-6-203,-10-3-315,-3-4 1,-1-1 0,0 0 0,-1 0 0,2 0-673,4 0 1,2-4-268,7-1 650,0-6 0,6 8 0,3-7 0,3-1 0,4-2-787,3-1 1,4 5 363,10-1 630,3 1 1,7-5-1,-2-1 1,-2 1 0,-1-2-85,1-3 0,2 4 91,1-4 117,1-3 1,-7 4-1,-2-6 1,-1-1-1,-1 0 532,-6 1 0,1-1-59,-8 6 481,-1 0 443,-4 5-1251,-6 6 4,4 8 0,-4 13 0,5 7 0,-3 2 0,0 5 875,0 5 1,3-2-16,1 3-742,0-3 1,0 3 0,0 0 0,0-1-1,0-4 441,0-4 0,0 1-296,0-6-508,0 0 1,0-5 0,0 1-2699,0-1 1680,0-6 72,0-2 0,0-8 0,0-2 0,0-6 0,0-2-474,0-3 0,0-4-13,0 0 1229,0-6 0,-2 9 0,-1-4 1,-3 1-1,-1 0 788,1 2 834,-5 1-420,10 1 1,-11 1 2414,8 0-2530,-1 0-640,11 6 0,2 2 0,6 6 0,2 0 1,3-2 58,5-3 1,-2 4-22,2-4-122,-1 3 0,1 2 1,-2 2-1,0 1 1,-1 2 333,-1-2 1,-2 5 474,-9 1-553,4 4 1,-7 1 0,4 0 0,-6 1 275,-2-1 1,-2 0 28,0 0-370,0 1 1,0-1-1,0 0 11,0 0-619,0 0 307,0-6 0,-2-1 312,-2-7 0,2-2 4,-3-3-426,4 4 1,1-17 0,0 4 0,0-2 0,0 1-398,0 0 0,0-4 2,0 0 360,0 0 0,0 5 1,0 0-1,0 0 0,0 0-410,0-1 0,5 6-112,-1-1 491,7 7 1,-3-3-1,6 6 1,1 0-1,-1 0-76,0 0 226,7 6 0,-6 1 1,4 4 143,-3-2 1,-2 1-63,1 4 1,-1-5 0,-2 1 0,0-1 146,-3-1-92,-6-2 15,3 1-113,-6 1-1746,0 0-741,0-2-516,0-6 1511,0 0 1494,-6 0 0,-14-13 0,-10-3 0</inkml:trace>
  <inkml:trace contextRef="#ctx0" brushRef="#br0" timeOffset="19">30256 4208 7912,'-2'-13'2995,"-1"2"-823,-2 2 1,1 4 1285,4-4-2128,0 6-896,0 9 1,0 3 0,0 12 0,0-1 299,0 4 1,0-2-409,0 2-295,0-7 0,0 9 0,0-8 0,0 0 1,0-2-660,0-2 0,0 0 122,0 0-1688,0-6 568,0 5 0,0-13-1642,0 0 2257,0-6 0,4-13 1011,1 0 0,1-29 0,-1-12 0,-1-2 0,0-1 0</inkml:trace>
  <inkml:trace contextRef="#ctx0" brushRef="#br0" timeOffset="20">30583 4165 7912,'0'-9'0,"0"-1"1348,0-1-340,0-1 0,0-2 0,0-1 1,0 1 1058,0 0 0,-2 6-1806,-3 3 0,2 4 0,-6 2 0,-2 2 111,-2 2 1,-1 8-325,0 1 9,-1 0 0,1 8 1,2-4-1,1 2 0,3 1 21,1-1 1,3 4-163,4-5-10,0 0 0,1-5 0,4 0 0,4 1 0,6-3-472,4-2 0,-2 1 196,7-7 222,-1 1 1,1-5 0,0 0 0,-1-1 0,1-3-337,0 0 0,-2-7 231,2 1 21,-4-9 1,-6 2 0,1-7-1,-1-1 1,-2-2-181,-2-1 1,-4-6 264,-6 1 146,0-6 1,0 4-1,0-3 1,0 5-1,-1 5 308,-4 4 1,3 3 767,-2 7-755,-4 6 0,5 2 0,-5 7 0,1 6 712,4 7 0,2 7-281,1 7-360,0 0 0,0 6 1,0 0-1,0 3 1,0 1 639,0-2 1,0 0-351,0-3-468,0-3 1,1 5 0,2-6 0,4-3 0,-1-2-25,0-5 1,4-3-1160,-5-2 676,6-6 1,-8 3 0,6-6 0,2-4-737,2-4 1,1-5-601,0-6 1242,1 0 1,4-2 0,1-1 0,2-4 0,3-1-370,2-3 0,-3 0 284,0 1 357,-1-3 0,1 3 1,0-7-1,0-2 0,-2 1-53,-3 2 1,-8 6 132,-2 1 90,-6-1 0,4 0 0,-7 2 0,-2 3 0,-3 5 135,-4 3 0,-4 8 53,-1-2-105,0 3 1,-2 2 0,-1 2 0,-2 3-1,1 6 299,2 6 1,2 0-320,0 7 238,0-7 0,1 10 0,4-3 0,4 3 0,3 1 545,2 1 1,0-1-230,0 1-494,0-1 0,7-1 0,2-2 1,5-3-1,4-1 78,1-4 0,4-1-438,-4-2 65,7-6 1,-4 3 0,6-6 0,1-2 0,-1-1-856,0-2 1,-4-5 417,0 0 342,-7-6 0,4 3 0,-9-6 0,-1 1 0,-3 2-441,-1 2 1,-3 4 29,-4-4 596,0 5-332,0-2 0,2 6 1002,3 0-521,-4 0 0,12 5 0,-4 1 1,4 1-1,1-1 161,1-3 0,5 3-416,4-1 133,-4 0 1,10-5 0,-4 0 0,-1 0 0,2 0 32,0 0 1,-1-2-101,-2-3 219,-3 4 1,-7-7 387,0 3-298,-6 4-272,-2-6 1,-7 7 0,-2 2 151,-2 3 1,-1 1-29,1 3 18,3 4 0,-10-5 0,2 6-141,-3 0 1,4-4-73,-1-1 73,7-5 1,-9 2 0,2-6-117,-2 0-162,-3 0 175,1 0 0,5-2 1,1-2-1,1-6-512,4-3 0,2-1 115,1 0 12,6-7 1,-3 6-1,7-4 1,1 5 0,1 2-1729,3 3 1,-1 1 1388,0-1 856,0-4 0,-6-14 0,-2-11 0</inkml:trace>
  <inkml:trace contextRef="#ctx0" brushRef="#br0" timeOffset="21">14161 3042 11555,'-6'-19'-78,"-2"0"0,-1 0 1,-1 0-1,1 1 1,-1 2-1,2 3 2052,2 4-1818,1 5 0,5 0 0,0 8 0,0 6 0,0 4 0,0 7-183,0 7 0,0 7 0,2 8 1,1 1 226,2 3 0,-1 4-203,-4 6 71,7-1 0,-6 3 0,6 2 0,-3 4 0,3 2-149,1-1 1,-5-6 224,2 2-92,-4 2 0,-1-7 0,0 0 0,0-8 0,0-5-388,0-1 1,0-7-96,0-3 170,0-3 0,-1-7 1,-3-5-1,0-2-958,0-2 515,3-6-16,1-1 0,0-9 744,0-3 0,31-59 1,-11 21-1,0 0 0</inkml:trace>
  <inkml:trace contextRef="#ctx0" brushRef="#br0" timeOffset="22">14005 3071 11901,'-8'-13'-821,"0"4"1,5-10 552,-2 3 0,2 3 0,8 4 720,4 4 0,12-1 1,7 1-1,10 2 55,8 1 0,6 2-352,10 0 1,9 0-1,8 0 1,1 0 113,1 0 1,-5-5-418,-36 3 1,0 0-1,39-3 164,2 5 1,-40 0 0,0 0 0,36-2 0,-37 1 0,1-1 66,2 0 0,1 0 0,4-1 0,2 1-34,4 2 1,1 0-64,1-3 1,0-1 0,1 3 0,0-1 0,0-1 0,-1-2 0,2 1-1,0 1 1,0-1 0,-1 1-10,0 0 0,0 0 0,-2 0 0,-1 0 40,-6 0 0,-1 1-53,-4 1 1,-1 0-1,37-5 1,-6 6 0,-2 0-1,-7 0-168,-3 0 0,0 0 148,1 0 89,-1 0 1,-10 0 0,-4 0-1,-2 2 1,-3 1 37,1 1 0,-5 1-38,0-5 7,-7 0 1,-1 2 0,-6 1-1,0 3 331,-2 2-32,-8-5-229,-8 10 1,-6-10-1,0 7 1,-1 1-1,-2 1 148,-2 2 0,-6 7-143,1 3-100,-2 3 1,2 1-1,2 0 1,2 2 0,3 4-79,1 3 0,2 5-111,0 0 64,7 1 0,-4 4 0,5 2 0,-2 0 0,-1 0-181,1-3 1,-4-2-29,2-1 288,-2-1 0,-2 1 0,0-2 0,0-1 0,0-4-25,0-1 1,0 3 62,0-5 30,0 0 1,-5-5 0,0-1-1,2-3 1,0-3 117,-2-1 0,2-6-43,-6 1 1,4-3 112,-5-7 1,6 4-1,-6-2-82,-1 1 0,-1-1 239,-3 3-282,1-4 0,-5-1 0,-1 0 1,-2-1-1,-5 1 164,-5 0 0,-4 0-16,-7-5-191,-6 0 0,-1 0 0,-9 0 0,-4 0 1,-10 0-62,32 0 0,-1 0 1,-1-2-1,0-1 133,-2 1 1,0-1-146,2-2 1,-1-1 0,-1 5 0,-1 1 0,-2-3 0,-1-1-1,-1 2 1,-1 0 0,-1-1 0,0 1 16,1 0 0,-1 1 1,-1-1-1,-1 0-1038,-1 0 0,1 0 1018,1 1 1,0 0 0,-4-2-1,0 0 1,5 2 0,2 0 0,2 0-1,2-1 1,4 0 0,1-1-85,-37 0 0,-1-5-1111,8-1 1179,-3 3 0,15-7 0,-2 3 0,2-1 0,4 0-334,3 2 1,9 4 78,10-4-349,9 5 0,5-8-507,10 2 0,11-2-1029,12-3 2599,0 1 1,44-25 0,4-7 0</inkml:trace>
  <inkml:trace contextRef="#ctx0" brushRef="#br0" timeOffset="23">13948 3483 10358,'-14'-14'-236,"0"0"0,-1-1 848,1 1 1,2 0-96,2 0-353,4 6 0,17-3 1,5 6-1,6 2 168,8 1 0,6 1 3,11-4-258,10 3 1,10-4 0,10 6 0,-35 0 0,1 0-1,4 0 1,0 0-62,1 0 0,2 0 0,7 0 1,2 0-1273,3 0 0,0 0 1268,2 0 1,1 0-1,2-2 1,0-1 0,2 0-1,0 0 1,2 0 0,2 0-1,0-1 1,1 0 23,-1 0 0,1 0 1,-3 2-1,0-1 88,-9-1 0,-1-1-154,-1 0 1,0 0-1,-5 0 1,-1 1-1,-2 0 1,0 0-1,-3 1 1,-1 0-1,-7 0 1,0 1-55,30-5 0,-10 6-214,-8-4 190,2 4 0,-19 1 0,-3 0 0,-11 0-213,-6 0-283,-8 0 278,-1 0 1,-19 0 0,-3 0-1,-6 0-336,-4 0 1,-8 6 250,-5 3 27,-3-2 0,-11 5 384,-1-2 0,-5 1 0,6-2 0,-3-2 0</inkml:trace>
  <inkml:trace contextRef="#ctx0" brushRef="#br0" timeOffset="24">14019 3739 9959,'-35'0'45,"7"-5"1,0-1 0,7 0 298,5-1 1,7 2-1,2 5 120,6 0 1,6 0-254,13 0 1,11-1-1,10-2 1,9-2 210,9 2 1,7 1 21,12 2-438,3 0 0,-36 0 1,0 0-1,-1 0 0,1 0 1,-1 0-1,1 0 1,1 0-1,1 0-41,2 0 1,0 0-1,2 0 1,0 0-1050,8 0 1,0 0 1081,-2 0 0,1 0 0,5 0 1,1 0-1,-1 0 0,1 0 0,4 0 1,1 0-1,3 0 0,0 0-83,4 0 0,-1 0 0,-4 0 0,0 0 57,0 1 1,-1-2 24,-1-2 0,-3 0 0,-5 2 1,-2 0-1,-2-2 0,-1 0 0,-3 1 1,-1-1-1,-3 1 0,-1 0-103,-3 0 0,-1 0 1,33 1-891,-9 1 972,-12 0 1,6-5-1,-15 0 1,-3 1 0,-8-1-416,-4 0 400,-8 0-182,-1 5 1,-15 0-1,-6 0-474,-8 0 1,-11 0 1947,-4 0-1520,-10 0 1,-7 7 0,-12 1 0,-8 1 266,-3 1 0,-13-1 0,3 5 0</inkml:trace>
  <inkml:trace contextRef="#ctx0" brushRef="#br0" timeOffset="25">13934 4208 9710,'-13'-2'-1132,"4"-2"1494,2 2 0,14-4 0,5 6 1,9 0 1234,7 0-1403,10 0 0,-1 0 0,5 0 0,2 0 0,2 0 0,3 0 1,0 0-136,0 0 0,5 5-78,-2-1 0,11 7 0,8-3 0,-31-4 0,1 0 15,2-1 1,2-1 0,5 1 0,1 0-314,6 0 1,0-1 0,6 1 0,1-1 334,4-2 1,1 0 0,1 0 0,1 0 0,-1 0-1,0 0 1,-1 0 0,0 0 52,-3 0 0,0 0 0,1 0 0,1 0-63,-2 0 1,0 0-4,-5-3 0,-2-1 0,-2 4 0,-1-1 1,-7-2-1,-1 1 0,1 1 0,-1 0 1,-1 1-1,-1-1 20,0-1 1,0-1-1,-1 2 1,0 1 5,-2-3 0,-1 1-1,1 1 0,-1 0 1,37 0-1,-4-2 1,-11-2-1,-12 2 367,-12 1 1,-15-3-297,-6 1-203,-9-1 1,-6 5-1,-8 0-763,-6 0 0,-9 0 329,-4 0 192,-17 0 1,1 0 0,-14 1 0,-2 3 0,-5 2-1829,-6 2 2172,-4 1 0,-2 2 0,-4 4 0,36-7 0,1 1 0</inkml:trace>
  <inkml:trace contextRef="#ctx0" brushRef="#br0" timeOffset="26">14019 4308 8668,'0'-15'150,"0"0"1,0-3 1234,0-1 607,0 7-1385,0 5 0,0 9-760,0 3 1,0-1 0,0 9 0,2 4 85,2 4 0,-2 3 0,3 4 0,-4 2-49,-1 3 0,2-1-111,3 6 165,-4 0 1,6 3 0,-6-2 0,2-1-1,4 2-28,1 1 1,-1 0 88,3-3-34,3-4 0,-6-5 0,8-1 0,-3-1 0,-1-3-331,-1-5-114,-1-3-888,-1-2 428,5-6 1,-12-4 237,4-8 621,-3 2 1,-2-11-1,0 4 1,0-4-1,0-1 83,0 0-2,6 0-22,-4-1 0,4 1 1592,-6 0-622,6 0-183,-4 6 1,6-3 283,-3 6 0,-2-1-860,6 1-42,7 3 1,3-4 0,9 6 0,7 0 0,8 0 81,9 0 0,8 0-275,16 0 37,3 0 1,-35 0 0,0 0 0,2 0 0,0 0 0,1 0 0,1 0 0,-2 0 0,-1-1-130,-1-2 1,1 1 0,0 1 0,0 0-703,-1-1 1,2 0 798,5 1 1,0 0 0,-4 0 0,0 0 0,2 0 0,1-1 0,-4 0 0,0-1 0,-3 2 0,-1-1 8,39 1 1,-5 1-1028,-10 0 1100,-9 0 0,-4 0 1,-4 0-1,2 1 1,1 2-49,-1 2 0,-6 0-76,-2-5 126,-3 0 0,10 0 0,-2 0 0,2 0 0,2 0 142,0 0 1,-11-5 87,2 0 12,-10 1 0,-4-1 1,-10 0 1131,-4 2-1050,0 2 1742,-7 1-1208,-2 0 604,-6 0-1653,0 0 0,6 0 1,4 0-67,2 0 1,7-2-227,0-3 341,7 4 0,-11-6 1,4 6-1,-3-2 1,-2-2-64,1 2 0,-1 1-232,0 2 357,-6-6 1,4 4 0,-2-3 0,3 2-1,1 0-97,0-2 111,0 1 42,0 4 1,1 0 0,-3-2 0,-1-1 0,-1-2 382,1 2-294,-5 1 225,1-4 0,-7 3 1,0-7-1,0-1-136,0-1 0,0-4-1,0-3-638,-7-3 0,-1-8 0,-6-3 1,0-4-1,0 1-320,-1 3 0,-3 3 235,-1 1 286,0 1 1,4 1-1,1 5 1,2 6-1,0 7-586,3 2 1,4-2-515,-4 4 720,6 0 1,-5 13 620,3 7 0,3 43 0,-4 18 1</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05:24:21.774"/>
    </inkml:context>
    <inkml:brush xml:id="br0">
      <inkml:brushProperty name="height" value="0.053" units="cm"/>
      <inkml:brushProperty name="color" value="#FF0000"/>
    </inkml:brush>
  </inkml:definitions>
  <inkml:trace contextRef="#ctx0" brushRef="#br0">4692 6042 7780,'-8'-14'0,"-3"4"392,7 1 0,-3-1 1,4-4-1,-2 0 1254,2 0-623,2 6 0,2 1-152,4 7-772,3 7 0,6 5 0,0 7 0,1-1-107,-1-2 1,0-2-168,0 0 0,5 0 1,0 2-1,-2 0-90,-1-2 0,-2 3 0,1-7 1,-1 1-71,0-2 0,0 2 156,1-6 33,-8 0 1,6 0-1,-5-2 1,1-5 63,1-6 0,-7-4 167,2-3 1,1-5 0,-1-4 0,-2-1 245,-1 1 1,2-1-175,1 6 0,0 0 0,-5 3 181,0-3-377,0 4 22,0 0 1,0 11 0,-2 8 0,-1 6-68,-2 2 1,-6 7 98,2 0 1,-2 7-1,0-3 1,1 3-32,-1-3 0,3 4-51,-1-3 1,1 3 36,-2 1 0,-1 1 0,5-3 0,0 0-193,-1-3 133,-4 1 1,10 3 0,-4-3 0,2-4 0,0-1-231,-2 0 0,0 0-7,5-5 1,0-4-212,0-1 1,0-4-779,0 4 79,0-5 1237,0 2 0,19-25 0,5-5 0</inkml:trace>
  <inkml:trace contextRef="#ctx0" brushRef="#br0" timeOffset="1">5190 6326 7858,'-14'0'-1607,"-1"0"3534,1 0-1285,0 0 1,0 2 0,0 3 0,1 4-153,3 4 0,-1 1 0,5 0 0,0 0-401,-1 1 0,3 0-124,4 4 1,0-3-1,1 5 1,2-2-103,2 0 1,8-2-252,1-8 1,2 3 209,8-8 0,-5 1 1,4-5-1,2 0-233,2 0 0,-3-6 102,0-4 0,-7-4 468,2-5 1,-3 3 0,-2-4 0,-1-1 295,-4-3-358,-2 4 1,-7-7 0,-2 5 331,-3 0 1,-3 1-231,-6 7 0,0 5 0,-2 1 0,-3 1-43,-5 4 1,2 3 0,0 5 0,2 4-315,2 4 1,2 1 82,2 1 0,5-1-355,-1 0 0,7 0 1,-2 0-103,4 1 0,9-3 227,6-2 0,2-4 174,7-6 0,1 0 1,5 0-1,-1-2 115,0-2 0,1 1 285,-1-7 0,-1 2-59,-3-1 1,-4 1 0,-5 5 627,-1-2-398,0 0 0,-6 7 1,-3 2 51,-4 6 0,-1 3-34,0 1-596,0-6 0,0 4 0,0-2 0,0 2-398,0 3 1,2-1-474,3 0 692,-4-6 0,12-2 1,-4-6-1,4-1-977,1-4 1248,-6 3 1,5-10 0,-5 2 0,1-4 0,1-3 406,1-2 466,-5 0 1,5 5 43,-6-1-619,-1 7 0,-2 4 161,3 8 0,-4 4 0,4 7 1,-2-1 150,2 0 1,-2 0-447,7 0 1,-1 1 0,7-3 0,1-1-256,2-1 0,7-7 51,-3 2 1,2-4 0,1-2 0,-4-2-266,-2-2 0,-1-6-425,-4 1 391,-1-9 0,-2 4 0,-1-6 0,-3 2 0,0-1 385,0-3 0,-11-13 0,1-8 0</inkml:trace>
  <inkml:trace contextRef="#ctx0" brushRef="#br0" timeOffset="2">7422 6355 7757,'-5'-14'39,"-1"-1"0,0 1 1,-2 1-1,0 4 1344,-3 4 1,3-1-774,-2 1 1,1 0 0,-5 5-1,0 2 1,-1 3-271,1 4 1,2 4-1,0 1 1,5 0-214,0 1 1,2-1-148,5 0 1,0 0-1,0 0 1,0 1-454,0-1 0,0 0-397,0 0 606,7-6 1,1 5-1,6-5 1,2 0 0,1-4-319,2-2 1,6-2 87,-1 0 393,3 0 0,1-6 1,1-4-1,-1-3 0,1-1 105,-1 0 44,0 0 1,4 0-1,-2-1 267,-3 1 0,-8 0 40,0 0 1,-3 4-1,-2 2 337,0 2-24,-6 1-280,5 5-260,-12 0-38,6 0 1,-9 0 505,-3 0-359,4 0 0,-7 0 0,3 0 16,-4 0 1,1 0-250,-2 0-3,1 0 0,-6 2 0,1 1 0,-2 3 0,-1 2-276,-2 3 1,0 2-295,5 1 419,0 0 1,-1 1 0,3-1 0,1 2 0,3 1-345,2 2 1,1 0 46,5-5 311,0 7 0,1-10 1,4 3-1,6-3 1,5-3-193,3-3 1,6-4 76,-1-1 342,3 0 0,-4-1 0,0-4 0,-3-5 0,-2-2 374,-3-2 1,0-5 473,-1 0-540,0 0 0,-5 3 0,-1-1 913,-1-2-597,-3 0-648,-4 11-620,0 1 1,0 9 293,0 3 31,0 3 1,0 6-1,0 0-39,0 0 0,2-4 82,3-1 47,-4-6 0,12 5 0,-4-5 0,4 2 91,1-2 1,1-1 205,-1-2-68,0 6 1,0-4 0,0 3 0,1-4-1,-1 1 356,0 2 0,0-2-163,0 3 1,-4-4 11,-1-1 1,-4 0 199,5 0-228,-7 0-209,3 0 0,-1-1 0,0-4 1,-1-3-109,3 0 0,-6-4-97,4 2 78,3-3 1,-2-1 0,5 2 0,-1 1 68,1 1 0,-3 7 33,1-2 117,-6-3 1,10 7-1,-4-4 1,4 5 304,1 5 0,-4-2-213,-1 6 0,-4 1-203,4 4 0,-5 0 0,2 0-382,0 1 0,-4-6-177,3 1-96,-4-1 1,1-1-1,1-2-1927,2 1 1,4-4 2541,-4 6 0,19-6 0,-1 4 0</inkml:trace>
  <inkml:trace contextRef="#ctx0" brushRef="#br0" timeOffset="3">8602 6156 7887,'-9'-15'2744,"-1"1"0,5 2-458,-4 2-1083,6 4-752,-3 12 0,6 7 1,0 6-1,0-2-59,0-1 1,-2 3-150,-3 0 0,4 5-662,-4-6 0,3 1 1,2-4-1,0-1-1317,0 0-2012,0 0 82,0 1 3666,0-1 0,26-44 0,5-11 0</inkml:trace>
  <inkml:trace contextRef="#ctx0" brushRef="#br0" timeOffset="4">8858 6070 7917,'0'-14'-1910,"-1"5"5436,-4-1 0,3 6 349,-3-6-3265,4 7 0,1-2-147,0 10 0,-2 3 0,-1 8 0,-2 1 60,2 2 1,2 11-321,1-2-157,0 4 1,0 1-1,0 2 1,0 0-1,0-1-3,0-2 0,0 3-782,0-2 0,0-2-179,0-7 1,0-2-1,0-4 1,1-1-3604,4-4 3341,-3 1-432,10-13 1612,-10 6 0,4-51 0,-6-12 0</inkml:trace>
  <inkml:trace contextRef="#ctx0" brushRef="#br0" timeOffset="5">8773 6312 7905,'-7'-8'2770,"6"-4"-524,-5 10-1616,6-11 0,1 12-196,4-4 1,9 3 0,10 2-1,1-1-895,-1-4 118,3 4 0,-7-6 0,5 7 1,-2 0-1,-3 0-3074,-3 0 3417,-1 0 0,-27 7 0,-6 0 0</inkml:trace>
  <inkml:trace contextRef="#ctx0" brushRef="#br0" timeOffset="6">10223 6355 7701,'0'-14'781,"0"-1"0,2 3 1,1 1 2797,1 1-2600,1 7 1,-6-3 0,-3 7-290,0 4 0,-3 1 1,4 5-1,-1-1-688,0 1-147,-4 2 0,5 1 1,-5 0-698,2 0 324,1 0 0,4-1 0,-2-2-1472,-2-1 1304,0-7 399,5 3 1,2-6 0,2 0-34,6 0 0,3-2 511,1-2-173,0 2 0,0-10 1,2 2-1,1-3 0,2-1 262,-1 0 0,-2 1 504,-2 4-429,0-4 0,0 7 1,0-5-1,1 3 258,-1 2 0,-5 1-49,1 5-354,-7 0 0,5 0 1,-5 1-1,2 4 763,-2 5-657,5 2-491,-7 3 0,6-1 0,-7 0 0,0 0-327,0 0 1,0-4-323,0-1 162,0-5 405,0 8-23,0-10 164,0 4 1,0-12 0,1-4 0,2-2-1,4-3-117,1 1 1,-4 0 102,6 0 168,-1 0 0,6-1 0,-1 3 0,0 1 0,0 3 403,0 1 1,1 3-145,-1 4-151,0 0 0,-4 0 1,-1 0-1,1 1 1,-1 2 330,0 2 1,-1 6-34,2-1-749,-4 2 1,-1-2-1,0-1 1,-1 2-572,3 2 0,-6-4-717,4 1-12,-3-7 1017,-2 3 332,0-6 146,6-6 1,2 0 0,6-5 0,0 1 0,0 1 460,1 1 1,-1-3 9,0 6-62,0 0 0,1 5 1,-1 0-1,0 0 0,0 0 1665,0 0-1312,1 0-467,-1 0 1,0 7-1,0 2-65,1 4 1,-6-5-991,0-4 390,-5-2 0,8 3-187,-2-1 0,1 0 71,-2-9 491,4-3 0,-10-2 1,5 1 102,-2-2 225,-1-2 1,-3 5 354,2 4-282,-2-4 1,4 8 0,-6 1 375,0 12 0,0 3-118,0 7 1,0-4-1,0 5 1,0 1 386,0 2-847,0 2 0,0 4 0,0 0 73,0-1 1,0-7-282,0-1 0,-4-2 1,-1 1-1,2-4-945,1-3 235,2-8 156,0 5 899,0-12 0,-2-1 1,-1-11-263,-1-6 0,-1-5-240,5-7 0,0-5 1,0-4-1,0-5-683,0-4 805,0 2 0,6-7 0,4 8 0,4 3 0,3 3-139,2 6 1,6 2-138,-1 16 423,3-3 0,1 15 0,-1-1 1,-1 6-1,-4 7 138,-2 2 0,-2 7 155,-9 0-197,4 7 0,-12-11 0,4 4 0,-3-3 0,-2-2 697,0 1-342,0-1-357,0 0 0,-7-6 0,-2-2 0,-4-1 0,-1 0-535,0-2 1,0-2 49,-1-1 26,1 0 1,0 0 0,0 0 0,1-1-3024,4-4 3390,2 3 0,39-29 0,7-1 0</inkml:trace>
  <inkml:trace contextRef="#ctx0" brushRef="#br0" timeOffset="7">11616 6213 7869,'10'-2'1920,"-1"-3"344,-6 4-468,4-6-1388,-7 7 1,0 2-1,0 3 1,0 4 309,0 4 0,0 6-563,0 0 1,0 4-1,0-2 1,-2-1-11,-3 1-203,4-2 1,-5-5-1,4 0 1,-1 1 27,-2-1 69,0 0 0,4-6 0,-2-5 4,-2-6 1,0-5-347,5-6 223,0-7 1,0-1 0,0-8-1,0-1 1,0-3-549,0 3 0,6 2-468,4 6 505,3-4 1,1 11 0,0-1-1,0 6 1,0 6-2977,1 3 3567,5 2 0,21 51 0,-15-20 0,0 1 0</inkml:trace>
  <inkml:trace contextRef="#ctx0" brushRef="#br0" timeOffset="8">12086 6255 7872,'0'-9'806,"0"-1"1,0 6 381,0-6 1,-5 5 0,-2-3-1,0 2 575,-4 3-1645,4 1 0,-5 2 1,2 2-1,-4 3 0,-4 4-280,0 4 158,-1 1 1,4 5 0,1 1 0,1 1 0,2 1-184,2 0 0,4 0-522,-4 2 413,6 3 1,-4-11-1,7 4 1,0-1-1,2 0-314,3-1 0,7-9 366,7-4 246,6-4 0,-7-1 1,6-1-1,1-4 1,2-4 143,1-4 1,-4-3 3,-1-3 2,-5 3 0,1-10 0,-8 3 0,-3 0 0,-2 1 217,-3 1 0,-1 2-187,-2 5 1,-6 1-167,-4 4 1,-3-2-1,-2 6 1,-3 2-138,-1 1 1,0 7-26,5 0 52,0 6 0,0-8 0,-1 5 1,3 0-940,2 0 767,4 1 0,8 4 154,2-4 1,6-2-1,7-7 1,4 0 20,1 0 1,2 0-13,4 0 0,-1 0 139,-3 0 0,1 0 0,-5 0 1,1 0 449,-1 0 175,-1 0-414,-4 6 1,-6-3-1,-1 6 1,-2 3 475,-3 0 0,-1 4-374,-2 3-271,0-3 0,0 4 0,0-6-381,0 1-106,6-1 108,-4 0 0,11-6 0,-4-5-250,4-6 0,-4-3 371,1-4 1,-2-2 0,3 2 0,-2-3-114,2-1 568,-5 0-237,7 0 0,-11 4 0,4 2 394,0 2-165,-4 1 144,10 5 0,-8 2 0,5 1 546,2 2 0,-3 1-304,2-1-509,-1-3 1,5 4 0,0-6-1,1 0 1,-1 0 7,0 0 1,5-5-595,0 0 351,0-6 1,0 3-1,0-6 1,-2 0-1,-1 0-564,-2 0 462,-6-1 1,3 1-144,-6 0 42,0 0-560,-5 6 722,-7 1 1,4 9 0,-5 3 0,2 4 19,3 4 9,-5 1-125,6 0 0,-2 1 0,8-3 1,6-1-1,3-1-2742,1 1 2970,0 1 0,25 3 0,7-1 0</inkml:trace>
  <inkml:trace contextRef="#ctx0" brushRef="#br0" timeOffset="9">13763 6355 7686,'-5'-14'2030,"-1"1"705,-2 3-2037,5 4 0,-3 8 1,6 2-227,0 6 1,0 3 0,0 1 0,0 0-511,0 0 125,0 0 0,1 1-399,4-1 1,-2-2-1,5 0 1,0-5-1122,0 0 1117,1 4 0,6-10 0,-1 4 0,0-3 0,0-2-31,1 0 0,0 0 413,4 0 1,-3-5-1,3-1 1,-3-1 245,-2 1 1,0-3 191,0 4-241,-6-6 0,0 9 1,-5-4 429,2 0-991,0 4 257,1-4 1,-4 7 0,4 4 48,0 4 1,-2-1 35,5 2-70,1-1 0,4 1 0,0-1 0,2 1 0,1-2-54,2-4 1,5-1 91,-5 2 179,0-3 1,-5 4 0,0-7 0,0-3 0,-1-2 421,-3-2 0,1 3-421,-7-4-118,1-1 0,0-5 0,0-3 0,-2-1 0,-2 2 140,-1 1 0,0-3-641,0 0 306,0-6 1,0 9 0,0-3 0,0 3 0,0 2-186,0 0 0,0 0 178,0 0 95,0 6 1,0-5 0,0 4-1,0-4 0,0 3-5,0 1 21,-6 6 1,4-5 225,-2 3-398,2 4-43,2-6-472,0 7 920,0 0-312,6 0 1,2 0 38,6 0 0,1 0 0,1 0-269,2 0 0,-2 0 207,3 0 1,-1-4-1,-1-3 1,4-1-457,1-3 1,0-6 392,1-2 116,4-6 1,-11 7-1,1-5 1,-4-1-1,-5 0 60,-2 1 0,-1 10 282,-5-1-230,0 3 0,-2 3 0,-2 3 0,-6 3 0,-4 2-10,-5 0 1,3 7-35,-3 2 81,4 10 1,0-3 0,1 4 0,1 1 0,2 1 658,2 0 1,4 5-144,-4-3-239,6 3 0,-5-1 1,4 0-1,0-3 1,1 3 521,1 1 0,2 1-434,0 0-346,0 1 0,0-5 0,0-1 0,0 1 0,0-2 165,0-3 1,-5-3-369,1-2 127,-1 0 0,3 0-236,-3 1 740,4-7-215,-5-2 1,6-8 0,0-2-154,0-6 0,0-3-196,0-1-198,6 6 0,-3-9 0,5 3 0,0-2 0,0 0-827,3 2 1,-3 0 295,1 0 321,1-1 1,-1 6 0,1-1-349,1-1 824,1 5 24,3 0 1,-6 6 0,0 1 320,3 4 0,-1 3 165,-2 6-495,4-6 0,-12 5 0,6-5 1,-3 1-1,3-1-112,1-2 1,-4 1-184,6-3 69,-1-2 1,5 4 0,1-6 0,-1 0-1,0 0-473,0 0 0,5-1 165,0-4 380,7-3 0,-6-6 0,5 0 1,-3-1-1,-1 1 157,-4 0 0,-1 0-127,-2-1 640,1 1 1,-7 0 0,-4 0 545,-2 0-615,-2 6-398,0 1 0,-6 7 1,-4 0-1,-3 0 0,-1 0-350,0 0 1,0 7-61,0 2 195,-1 4 0,1-4 0,0 1 0,1 1 1,2 0-232,2-2 1,6 4 59,-2-4 19,3-2 0,-3 5 0,1-2-1,1 3 0,6-4 19,1 0 339,8-5 1,-5 2 0,8-6 0,-1 0-1,0 0 391,0 0-339,1 0-108,-1 0 0,-2 2 0,-1 1 79,-1 1 0,-2 3 452,1-3-336,4-2 0,-10 9 0,5-5 0,0 1 48,0-1 1,1 4-187,6-6-27,-8 1 0,6 0 0,-3 0 0,2-2 1,2-2 12,1-1 1,0-6-26,4-4-187,-3-2 0,5-4 1,-7-3-1,0-5 0,0-4-626,1-5 1,-1 1 253,0-6 369,0 0 0,-4 2 0,-2 3 0,-2 4 0,-3 6-80,-1 4 129,-2 9-8,0 4 0,-5 8 0,-1 2 1,-1 7-94,1 7 0,-4 4 1427,6 6-864,-7 1 1,9-1-1,-4 2 1,1 2-1,0 1 952,2-1 0,2-4-646,1-4-593,0 2 0,4-5 0,3 3 0,1-7 0,1-4-637,-1-4 0,5-6 252,-4 2-591,4-3 0,2-2 1,3-2-1,-1-3 0,-3-6-4264,-3-6 5156,-7-5 0,-11-38 0,-8-8 0</inkml:trace>
  <inkml:trace contextRef="#ctx0" brushRef="#br0" timeOffset="10">15128 6198 7790,'0'8'2936,"0"-1"-1842,0-1 1,2-3-149,2 7-984,4-7 1,11 5 0,0-5 0,0 1 0,0 1-595,0 2 1,5-6 540,-5 4 0,-2-2 91,-7 2 0,-17-16 0,-8 1 0</inkml:trace>
  <inkml:trace contextRef="#ctx0" brushRef="#br0" timeOffset="11">16308 6227 7741,'-9'-5'2570,"-1"0"0,5 1-1071,-4 4-851,6 0 0,-8 6-543,6 3 0,0 4 0,5 3 0,0 1 0,0 2 0,0 0-495,0 2 216,0-6 0,8 6 1,5-7-1,6-1 1,1-2-837,1-2 0,4-5 560,-1 0 0,-2-2 1,2-2-1,-1-2 272,-1-2 1,4-4 222,-7-7-10,0 1 1,-5-5-1,-1 0 1,-2 3-1,-4 4 224,0 2 1,-2 6-136,-5-6-74,0 7 1,0-2-1,0 10 1,0 4 57,0 4 0,-2 8 419,-3 2-353,4 4 1,-7 3-1,5 3 1,-4 5-1,1 2 415,0-2 1,-1 1-253,3-6-300,2 7 0,-9-10 1,5 3-1,-1-5 1,-1-2-691,0-3 520,5-5 134,-9 2 0,4-12 0,-6-5 456,-1-6 1,1-5-56,0-6-455,0 0 0,-1-5 0,3-2 0,2-1 0,6-3-66,2-2 0,2 3-1040,0 1 819,0-1 0,6-4 0,5-1 0,7 2 0,6 2-936,2 1 1,9 5 584,3-4 588,3 5 0,2-2 0,-1 6 0,1-1 0,-2 1-2,-3 0 0,-5 4 107,-9 1 666,-4 6 0,-7-5 2201,-3 3-1717,-10 4-932,-8-6 1,-7 14 0,1 2-1,0 4-61,0 1 0,4 2 167,1 3-312,6-3 0,-4 4 0,7-4 0,0 1 0,0 2-99,0-1 0,2 2-468,3-1 417,3-6 0,6-1 1,0-4-1,2 0 1,3-3-258,4-4 1,0-1 240,0 0 119,-5-6 0,7-3 1,-6-10-1,-2-5 1,-1-3-18,-2-1 1,-6-1-16,-3 1 104,-3-1 1,-4 3 0,-3 0 0,-4 4 0,-6 3 181,-3 7 1,0-1-84,-6 8-191,1 0 1,1 10 0,1 1 0,2 2 0,0 3-133,2 2 0,6 6 181,1 0-56,7 0 0,-3 0 0,6 0 0,1-2 0,4-1-322,5-2 0,7 0-53,2 1 307,6-7 0,-1 3 0,8-7 0,1 0 0,0-3 231,2-1 1,-5-1 14,3-4 18,-10 3 0,3-9 0,-7 6 0,-2 1 1280,-1-3-850,-8 6-302,-2-6 0,-6 9 0,0 3 573,0 4-529,-6 10-435,4-3 1,-9 5-1,6-7 1,2 0-119,2 0 0,7 0-598,3 1 646,4-7 0,1-2 0,2-6 1,2 0-1,0 0-237,0 0 0,-2-6 515,-2-4-91,6 4 1,-9-7 0,4 5 0,-4-1 0,-2 1 797,1 2-571,-7-6 390,3 11 166,-6-5-619,0 6 45,0 6 1,5-3 0,1 5 0,1 0-1,0-2-44,1 0 1,2 1-177,4-2 37,7-4 0,-6 5 0,4-6 0,-1-1 0,-1-2 175,2-2 1,0-6-343,-5 1 13,0-2 1,-1-2 0,-2-1 0,-3 1 0,-2 0-883,-2 0 0,-1 4 334,1 1-971,-2 6 1,4-7 1656,-6 10 0,0 22 0,0 16 0</inkml:trace>
  <inkml:trace contextRef="#ctx0" brushRef="#br0" timeOffset="12">19024 6426 7763,'0'-14'526,"0"-1"1,0 1 0,0 0 748,0 0 1,0 4 0,-2 2-224,-3 2 0,-2 1-808,-8 5 1,1 2 0,0 1 0,0 3 0,-2 2 0,-1 3 206,-2 2-440,0 1 0,4 2 0,1 1 0,2 4 0,0-1-216,3 1 0,6 3 37,-2-5 1,4 4 0,2-4 0,4-1-334,4-3 1,6-2-300,3-3 583,5 2 0,5-10 0,0 2 0,1-2 0,-1-4 10,1-2 1,-2-1 169,-4-9 80,11 3 0,-11-11 0,10 4 0,-4-2 0,-4-2 324,-1-4 1,-2 1-104,2 1-153,-4 4 1,-6 7 0,1 2 0,-1 3-65,0 2-394,-6 1 247,-2 5 1,-6 2-1,0 2 1,0 6-8,0 3 1,5-4-207,0 1 186,-1-7 0,-2 8 0,1-5-342,2 2 340,6-5 177,-9 3 416,4-6-163,-6 0-193,0 0 0,-6 0 0,-4 0 0,-3 0 227,-1 0 0,-5 2-28,0 3-311,0-4 0,5 10 1,0-4-1,0 1 0,-1 1 95,1-1 1,0 5-343,0-4 157,6-3 1,0 6 0,5-6 0,-2 2-170,2 3 0,8-5 11,4-1 201,4 3 0,3-7 0,3 4 1,3-3-1,1-4-6,1-3 0,-7 2-69,2-6 154,4-1 0,-8-4 0,4 0 1,-3 0-1,-3-1 252,-4 1 0,2 5 41,-6-1-103,6 1 1,-9-1-397,2 1 1,-2 7 67,-2 2 246,-6 0 0,4 13 0,-4-4 0,1 4 19,0 1 0,1 0-48,4 1-103,0-8 1,4 6 0,3-5 0,0 1 0,6-1-34,5-1 1,-1-3-267,7-4 226,-7 0 1,10 0 0,-3 0 0,1-1 0,0-4-14,-1-4 1,-2 1 67,2-2 60,2 1 0,-10-5 0,3-1 0,-5 1 0,-3 1 636,-1 4-305,-7-4-85,3 12 1,-7-6-260,-4 7 1,2 2 295,-7 3-195,7 3 0,-9 6 0,4 0 0,0 0 1,2 1 330,-1-1 1,6 0-428,-4 0-135,3 0 0,2-4 1,-1-2-1,-2 0-405,-2 0 581,0-5-61,5 9 1,0-12 0,2 2 0,1-7-278,2-3 0,6-3-29,-2-8 127,4 4 1,1-11 0,2 6 0,1-1 0,2 1-24,-2 2 0,-1 2 292,-2 2-55,1 6 1,-1-3 0,0 7 0,-1 2 269,-4 5 0,2 0 131,-6 7-262,0-1 1,-4 5 0,3 2 0,0 2-266,-1 1 0,-1 0-1341,-2-5 40,6-6 1,-4 0-1,3-4 1374,-4 6 0,12-61 0,3-14 0</inkml:trace>
  <inkml:trace contextRef="#ctx0" brushRef="#br0" timeOffset="13">20332 6213 7929,'0'-15'0,"0"6"1107,0-1 1,-5 6 3822,0-6-3006,1 1-1389,4 1 1,0 3-1,0 10 1,-2 4 293,-3 4 1,4 1-57,-4 0-910,3 7 0,2-4 0,0 5 1,0-1-1,0-4-1190,0-1 1118,0 5-1933,0-6 1,0 6 0,0-7-369,0 0 1,2-6 2509,3-3 0,22-48 0,10-12 0</inkml:trace>
  <inkml:trace contextRef="#ctx0" brushRef="#br0" timeOffset="14">20616 6113 10545,'8'0'5576,"-2"0"-4521,-6 0 1,0 3-119,0 7-288,-6-1 0,3 20 1,-7-3-1,-1 8 1,0 2 1064,2 3-1653,-4 3 0,7 0 0,-5 1 114,1-1 1,6 0-285,-6-5 0,7-2 1,-2-8-1,4-3-350,1-5-828,0-3 1,1-9-1690,4-2 1,1-5 1401,4-5 409,2-2 0,-4-8 1165,7 1 0,-8-44 0,0-12 0</inkml:trace>
  <inkml:trace contextRef="#ctx0" brushRef="#br0" timeOffset="15">20474 6483 7969,'-14'-7'0,"0"6"1472,-1-4-936,7-3 1,4 5-1,10-5 1,8 2 551,8 3 1,7 1-944,4 2 1,-1 0-150,5 0 0,0 0 0,2 0 0,-2 0-1181,-3 0 1,0 0 391,-6 0-587,-6 0 1380,-8 0 0,-39 0 0,-14 0 0</inkml:trace>
  <inkml:trace contextRef="#ctx0" brushRef="#br0" timeOffset="16">21882 6412 7826,'7'-15'1701,"5"1"1292,-8 0-2426,1 6 1,-5 3 0,0 10 0,0 5 0,0 2 1049,0 2 1,0 5-1333,0 0 0,-2 5 0,-1-3 0,-1-1-100,0 1 0,-2 2 0,1-4 0,1-1-154,-3-3 1,6-5 100,-4-1-457,3 1 0,-2-1-172,-1 1 0,0-9-357,5-1 594,0-6 1,5-10-1,1-1 1,2-4 0,3-1-578,2-3 0,6-2 626,0-1 198,6-1 0,-3 2 0,7 2 1,1 5-1,1 2 490,2 6 0,0 7 478,-4 0-663,-7 4 1,3 2-1,-7 4 1,-4 4-1,-5 6 403,-2 3 1,-3 3-143,-4 3-409,0 3 0,0-12 0,-1 4 0,-4-1 0,-3-1-136,0 2 1,-4-5-22,2-4-876,4-7 0,-7 8-208,4-6 664,2-1 193,1-10 1,6-2-1,0-6 1,2 0 0,2 0-666,6-1 1,4 0 726,5-4 140,-3 3 0,11-5 0,-5 7 0,2 0 0,-2 1 480,-2 4 1,4 2-335,-5 7 1,0 0 34,-5 0 1,0 0 0,-1 2 0,-2 3 300,-2 4 0,-5 5-42,0 5-268,4-3 1,-6 5-1,4-7 1,-1 0-1,1 0-132,2 1 0,2-3-614,4-2 460,0-4 1,0-1 0,2-1-1,1 0 1,2-3-359,-1-1 0,2-5 265,-1 1 0,0-7 90,-5 1 1,1-4 0,-3-3 0,-1-4-130,-1-1 0,-5 3 367,4-5 107,-6 7 1,3-4 0,-7 7 0,-4 0 151,-4 0 0,-9 6-265,-1 3-54,0 4 1,0 4-1,-1 5 1,-1 6-1,1 3 226,2 4 1,3-4-36,0 7 0,6-1-124,-1 6 1,7-5-1,-1-2 1,2 0-125,2 0-60,0-5 0,11 9 0,5-7 0,4-4 0,6-2-249,1-4 0,1-5 92,0 0 162,1-2 0,-2-4 1,-2-2-1,-1-6 1,1-4 104,2-5 0,-5 2 181,-3-7-127,3 0 0,-6 1 0,4-1 0,-1-1 0,0-1 204,-1 3 1,-3 2-154,0 7-60,-1 6 1,-5 2 0,1 6-32,1 0 1,-3 6-73,1 3 54,-6 4 1,5 1 0,-5 0 0,2 1 0,-2-1-203,-1 0 0,-2-4-71,0-1 198,0-6 0,0 5 273,0-3-292,0-4 119,0 6 0,0-9 1,-2-3-1,-2-2-183,-6-1 1,2-3 220,-1 6-62,-1-6 1,-4 9 0,0-3 0,-2 2 0,-1 0 21,-2-2 1,-2 1-79,2 4 74,3 0 0,-9 4 1,6 3-1,2 1 1,1 3 66,2 1 1,1 3-29,4-1-130,-4 0 1,11 0-1,-2 0 1,4-1-1,4-2-38,6-1 0,4-3 66,5 3 38,-3-4 0,9-6 1,-4 0-1,-1 0 1,2 0 221,0 0 1,-4-1-85,1-4-104,-3-3 0,3-6 0,0 0 0,-4-1 1,-2 3 353,-4 2 16,-5-2-409,8 4 0,-12 0-146,0 3 0,-1 10 449,-9 4-281,7 4 1,-8 1 0,6 0-1,2 1 1,0-1-164,-2 0 1,4-4-119,-4-1 209,3-6 1,9 8-1,2-6 1,4 0 0,1-1-45,0 1 1,2-2 9,3-7-28,3 2 1,2-11 0,-1 2 0,3-4 0,1-4-105,1 1 0,0-2 268,1 1-16,6-7 0,-5 11 0,3-6 0,-3 4 1,-2 1 235,1 3 0,-6 9-26,1-1-200,-7 3 0,-1 9 1,-8 2-1,0 4 0,-2 2 333,1 4 0,-3-3 60,-4 3-362,0-3 1,-1-2 0,-2 0 0,-4 1 0,1-1-148,0 0 0,-5-6-136,1-3 34,-2 3 1,-3-7 0,1 4-1,-2-4 1,-1-2-332,-2-4 0,-2-3 54,2-6 363,4 0 0,-11 0 1,7-1-1,2 1 1,1 0-208,2 0 1,0 0 556,0-1-71,6 1 0,-3 0 0,4 0 398,-1-1-467,5 8-56,-3 0 0,6 9 1,0 3-1,2 4 0,1 4 398,1 1 1,8 0 15,-3 0-456,4 1 0,1-1 0,0 0 0,2 0 0,1 0-349,2 1 0,5-3 75,-5-2 27,6 2 1,-4-10 0,4 4 0,-1-1 0,1 0-142,2-2 0,0-6 279,-4-2 63,4-6 1,-9 1 0,4-7 0,-2-2 0,-2 0 123,-3-1 1,0 2 162,-1-5-130,-6-1 0,3 2 1,-6 3-1,-2 3 748,-2 2-688,-1 6-177,0 2 1,-6 6 0,-2 1 0,-1 4 0,1 4 284,1 4 1,-2 3-47,4 3-184,0-3 0,1 4 0,-1-4 0,2 1 1,1 2-202,2-1 1,6-3-574,4 0 566,-4-1 0,7-2 1,-4 0-1,4-5 1,1 0-209,0-4 0,1-2 89,-1-1 208,0 0 0,2-1 0,1-4 0,2-4 0,-1-4 53,-3-1 0,0 0 163,-1-1 1,0 1 0,0-2-46,1-3 0,-3 4 169,-2-4-328,-4 9-570,-6 4 542,0 6 1,-2 6 112,-2 4 1,2 2 0,-3 3-1,4-1 332,1 0-391,0 0 18,0 0 1,6 1 0,4-1 0,2-2 9,2-2 1,1-4 64,-1-6 60,0 0 0,2 0 1,1 0-1,2-1 1,-1-4 68,-3-5 0,0-2 95,-1-2-212,0-1 0,-5-4 0,-1 1 1,-1 0-1,-4 2 423,-2 2-546,-1-6-89,0 4 0,-1-3 0,-2 8 0,-4 3-837,-1 2 100,5 1 466,-9 5 0,10 1 0,-3 4-90,4 5 368,1 2 131,6 2 0,2-1 0,6-2 1,0-3-1,1 0 447,-1 0 1,-5 0-179,1 1-39,-1 4 1,6-5 0,-3 6 0,-1 0 172,-1 0 0,-7-4-364,2-1-20,-4 1 0,-1 4 0,0 0-35,0 1 1,2-6-241,2 0 162,-2-5 1,6 4-1,-3-5 1,4 1-145,4 0 1,1-3 82,0-1 99,0 0 1,5 0 0,2-1 0,1-4 0,2-3-25,-2 0 1,3-5 4,-6 4 100,6-10 0,-4 3 0,3-4 1,-5-1-1,-4-1-34,0 0 1,-6-5 146,1 3-108,-7 4 0,3-1 1,-8 7-1,-2 1 5,-6 4 1,-7 3-296,-2 6 159,0 0 0,3 1 1,-1 4-1,-2 6 0,1 5 204,3 3 1,7 1 65,3-1-137,3-3 1,2 9 0,0-6 0,2 0 0,3 0-106,4 0 1,10 0 26,5-5-158,-4 1 1,7-3 0,-3-2 0,1-4-1,1-1-468,-3-1 0,-5 1-1043,1-5 283,-10 0 0,2-1-2051,-6-4 3457,0 3 0,-35-24 0,-23-11 0,2 2 0,0-1 0</inkml:trace>
  <inkml:trace contextRef="#ctx0" brushRef="#br0" timeOffset="17">24526 9070 7555,'0'10'912,"0"-1"-166,0-6-374,0 4 1,6-7-174,4 0 1,4 0 0,5 0 0,5 0 0,4 0 0,7 0 695,8 0-816,-1-7 1,7 6 0,-6-4-1,-1 2 1,1 0 193,0-2 0,-8 0-554,-7 5 51,0 0 1,-12 0-1096,3 0 170,-9 0 849,-10 0 1,-8 0-1,-6 2 1,-2 1-1,-3 2-651,-5-2 0,-1 0 957,1 2 0,-3-4 0,7 6 0,-4-7 0,3 0 0,3 0 0,-1 0 0,0 0 0,4 0 18,1 0 0,5 0 0,-1 0 739,-1 0 579,5 0-525,0 0 0,7 0 783,4 0-1386,-4 0-69,12 0 1,-11 1 0,4 2 0,-1 4 232,-1 0 1,1 3-350,-5 4 58,0 0 1,0 5-1,0 2 1,0 1-1,0 3-25,0 2 1,0 2 184,0-1-164,0 0 0,0 1 1,-1 1-1,-3 1 1,0 3 101,1-3 0,-1-2 5,0-6-245,2 4 0,-4-11 1,6 3-1,0-3 1,0-2-438,0 0 109,0-6-715,0-2-1576,0-6 699,0-6 1556,0-2 0,6-6 425,4 0 0,9-26 0,3-6 0</inkml:trace>
  <inkml:trace contextRef="#ctx0" brushRef="#br0" timeOffset="18">24995 9212 8124,'7'-8'1770,"-6"-4"-527,5 4 8,-6-6-671,0 6 1,0 3-326,0 10 0,2 3 0,1 7 0,2 4 178,-2 5 1,-1 0-195,-2 4 0,0-3-143,0 9 0,0-3 1,0 1-1,0 1 79,0-1 1,0-2 73,0-2-348,0 0 0,0 4 0,0-4 0,0-4 0,0-3-209,0-2 1,0-5-142,0-5 212,0-6 685,0 4-759,0-20 184,0 4 0,0-12 0,0 5 1,0-3-1,1-4-530,4-4 0,-2-2 245,7 1 371,-1 6 0,5-3 0,-1 6 0,-2 1 0,0 2 20,5 2 1,0 2-113,7 2 151,-5 4 0,4 6 0,-5 0 0,2 1 1,-3 4 390,-5 5 0,0 2 279,-6 2-518,6 1 0,-10 4 0,4 0 1,-3-2-1,-2 0 169,0 2 1,0-3-450,0 3 26,0-9 0,-5 7 1,-1-4-764,-2-2 315,5 3 397,-4-13 1,9 6 0,3-9 0,4-3-173,4-4 1,6-8 73,0-2 146,6-7 1,-3 4 0,5-6-1,-2-1 1,-3 1 56,-1-1 0,-4 7 164,-7 3 174,-4 4 1,-1 0 0,-2 3 216,-5 2 0,-4 4-108,-8 6-390,0 0 1,-1 6-1,1 2 1,2 2 0,1-1-32,1 2-543,7 2 394,-3 1 1,7 0 0,5-1 0,7-2-2,4-2 0,4-4 4,-2 5 222,-3-7 0,9 8 0,-6-6 0,-2-1 0,-1 1 410,-2 0 1,-4 4-97,-1-4-3,-6 6 0,4-8 1,-7 7-1,0 1 269,0 1 1,-2 1-247,-3-3-602,4 2 1,-10-9 0,6 7-1148,2 1 352,1-5 740,2 1 0,7-7 0,2 0 0,4 0 0,3-2-426,3-3 1,1-3 349,4-6 231,3 0 1,-7-2 0,4-1-1,-4-2 1,-1 1 548,0 3 1,-4 0-56,-6 1 348,-6 6 0,4 0 37,-7 4-426,0 2 0,0 7 1,0 9-194,0 2 0,0 0 138,0-2-331,0 0 1,1 0 0,4 0-1,4 1 1,6-1-437,3 0 0,3-1 123,3-4 126,3-2 1,-10-7-1,5 0 1,0 0 0,-1 0-366,-1 0 0,-2-7 381,-9-2 119,4-4 1,-12-3 0,4-1-1,-3-2 1,-2 0-14,0-2 1,-8 6 121,-6-4 0,-2 3 0,-6 3 1,0 4 124,-1 4 0,1 3 97,-1 2-190,-4 0 0,11 0 1,-3 0-1,5 2-233,4 3 0,4-2 18,6 6 0,2-1 37,2 2 1,4 1 0,8-5 0,3 1-346,5-1 0,2-1 66,3-5 306,-1 0 1,1 0 0,-1 0-1,1 0 1,-2 0 507,-4 0 0,-2-2-147,-7-3 17,0 4 0,-4-6 517,-1 7 1,-6 2-125,2 3-300,-3-4 1,-2 12-1,0-4 1,-2 4-14,-3 1 1,4 0-9,-4 1-688,3-1 0,9-5 0,4 1 1,5-1-111,3-1 1,-1-1-704,-3-7 817,5 0 1,-4 0-1,3 0 1,-3-2-1,0-1-303,3-2 0,-5-6 690,0 2 142,0-4 1,-7 3 0,4 1 662,-2-2-511,-6-2 415,4 5-218,-7 2-345,0 6-134,0 6 1,4-3-1,3 7 1,0-1-286,5-1 1,-5 0-231,3-3 350,-1-3 0,6 4 1,-1-6-1,0 0 1,0 0-63,0 0 1,1 0-87,-1 0 192,0 0 1,2-6 0,1-2 0,2-2 0,-1 1 99,-3-2 1,0 3-44,-1-2 32,0 1 0,0 1 1,-1 2-1,-2 1 1,-2 0 101,3 2 0,0 1-123,2 2 44,-6 0 0,5 0 1,-4 0 8,4 0-280,1 0 123,0 0 1,-6 2 153,-3 3 191,-3-4-54,-2 6 0,-2-7-50,-3 0 0,-3 0-421,-6 0 283,-6 0 1,4 1-1,-5 2 1,2 4 0,0-1 120,2 0 0,1 5-77,2-1-78,0-4 1,0 5-1,1-5 1,2 2-244,1 3 1,7-3-36,-1 2 147,8-7 0,4 3 0,6-6 0,2 0 0,2 0-284,1 0 1,4 0 531,-4 0-154,0-6 0,0 3 0,0-5 0,-2 0 1,-2 0 56,-6-3 0,2 3 320,-6-1 4,6 6 1,-9-5 542,2 3-788,-2 3 79,-2 2 1,-2 13-1,-1 6 1,-3 0-1,0 1 399,-1 4 1,2-2-84,5 2-398,0 0 0,-1 4 0,-2 0 0,-2-1 0,2-1-51,1-3 1,2-5-84,0 1 25,0 3 0,-6-6 0,-4 1 58,-2-6 1,-2 0-22,-1-6-16,1-1 0,0-5 0,-2-4 0,-1-3 0,-2-1-183,1-1 1,3-4 53,0-5 45,8 0 1,-5-1-1,8-2 1,2-2 0,5 0-457,7-1 0,9-2 52,4-1 294,11-7 1,2 5 0,7-3 0,-1 3-1,3 0-281,2-4 1,-3 4 74,4-3 279,-4-3 1,-3 6-1,-3-3 1,-8 3 0,-8 3-122,-8 3 1,-9 4 594,0 5-284,-10 1 0,-3 2 1,-6 2-1,0 5 0,-1 4 193,1 1 1,-2 0 79,-3 0-205,4 0 1,-6 1 0,7 4 0,1 5 0,2 4 468,2 5 0,1-2-127,-2 7-235,-2-7 0,10 10 1,-3-3-1,4 3 1,1-1 528,0-2 1,0 3-92,0-3-585,6 3 1,-3-1 0,5-2-1,0-3 1,-2-2 116,1 0 0,-1-5-334,-1-5 98,-4 1 0,7-2 33,-3-4 612,-4-2-501,6-2 0,-7-2 0,0-2 0,0-6-395,0-2 1,0-3-147,0 1 139,0 0 0,1 0 1,3-1-1,2 1 1,2 0-562,3 0 0,-3 0 221,1-1 583,1 7 1,4-3-1,0 7 1,0 0-1,1 3 472,-1 1 0,0 5-333,0-1 132,-6 7 0,5-1 0,-5 7 0,-1 2 0,-2-1 392,-3-3 1,3 0-495,-1-1-166,1 0 1,-5 0-1,0 1 1,2-3-1186,2-2 565,-2-4 458,11-6 1,-6 0 0,8-2-1,-1-2 1,2-6-480,3-2 1,-4-7 200,4 0 406,-3-7 1,-2 9-1,1-5 1,-3 0-1,-2 1 136,-6 1-63,4 1 529,-6 4 1,3 8-208,-10 2 0,3 5 91,-2 5-230,2 2 0,0 9 0,-1 2 1,-1 2-1,0 1 495,3-1 0,1 4 245,0-5-681,0 6 0,0-7 0,0 4 0,0 0 0,0-2 115,0 1 0,0 3-380,0-5 136,0-1 1,-5 1 0,-1 0 0,-2-1-1,-3-2-17,-2-2 0,-6 0-211,0 0 48,7 0 1,-1-1 0,4-2-501,-4-1 326,-1-1 446,6-1 0,1-3 0,7-10-213,0-5 0,0-7-207,0-2 102,0-6 0,5 8 1,2-7-1,0-1 0,3-4-484,-2-4 1,4-2-611,-2-3 840,3-3 0,1 10 0,0-6 0,0 1 0,0 1-280,1 0 1,-1 9 289,0 7 224,7 3 1,-6 8 0,4 3 0,-3 4 0,-2 2 30,1 4 1,-1 3 55,0 6 178,-6 7 1,-2-6 0,-6 4 0,0-3 400,0-2 1,-1 1-38,-4-1-392,-3 0 0,-11-1 0,-1-2 0,-1-3 0,-1-1 54,0 1 0,3-4-495,-5 0 251,7-2 0,-4 3 0,7-1 1,0 0-189,0-3-50,6-1 224,1 0 0,9-1 0,4-3 0,8 0 0,9-1-71,3-1 1,3 4 66,-1-3 8,1-3 1,4 5 0,0-6-1,-1-2 1,-2 0-132,-2 1 0,-6-3 59,-3 4 486,3-4 1,-11 1 0,2 1 884,-5 1-1051,-3 7-53,-5-3 0,-7 7 0,-2 4 0,-4 4 1,1 4 445,2 1 1,-1 1-337,6-1-122,-6 0 0,10 0 0,-4 0 0,3 1-311,2-1 0,2 0-68,3 0 131,3-6 0,11 3 1,-1-6-1,1-2 1,2-1-365,3-2 1,-2-7 99,1-2 267,-5-4 1,4-1-1,-5-2 1,2-1-1,-3-2-144,-5 2 1,2 1 975,-4 2-411,-2-1 1,-1 6-148,-6-1 1,0 14 328,0 0-257,0 7 0,0 4 0,0-1 0,0 0 1,0 0 521,0 0 1,1 1-317,4-1-374,-3-6 1,10 3 0,-2-6 0,3-2 0,2-2 184,4-1 0,-1-1 106,5-4-495,1-3 1,0-8 0,-2-1 0,0-4 0,-1-1-680,-1-3 0,-6-2 248,-4-1 258,-1-7 1,-1 0 0,-2-3 0,-1 5 0,0 5 213,-2 4 416,-1 3-163,-9 14 1,4 2 0,-5 11 0,0 8 0,1 8 489,-5 5 1,5 2 145,-3-1-415,7 7 0,-3-5 1,6 3-1,0-3 0,0-3 181,0-3 0,0 1-477,0-6-1002,0 0 0,1-6-2986,4-4 2694,-3-3 729,4-6 1,-6-8-1,-2-4 1,-2-7 0,-4-3-475,0-4 1,-5 1 1004,4 1 59,2-2 1,1 3 0,6-3 0,0 2-1,2 5 237,2 3 1,6 4 1262,9 2-1171,9-3 1,4 10 0,6-5 0,1 2 0,1 3 80,-2 1 1,-4 2-464,-5 0-6,-7 0 0,-27 13 0,-12 3 0</inkml:trace>
  <inkml:trace contextRef="#ctx0" brushRef="#br0" timeOffset="19">24626 10733 8065,'-2'-14'1892,"-1"0"-380,-2 0-1134,0 0 0,5 7 0,0 7 0,2 8 0,1 5 347,2 1 0,0 5 0,-5 1 0,0 1 81,0 0-703,0 4 1,0-5 0,0 6 0,0-3 0,0 3 27,0 0 0,0-2-95,0 0-85,0-7 0,0 8 0,0-6 0,-2-1 0,-1-2-597,-2-2 0,0-5 272,5 1 473,0-7 0,8 3 1,5-6-1,6 0 0,3 0 79,3 0 1,2-1 311,2-4-373,-1 3 0,-4-9 0,-1 5 0,1 0 0,-2-2-233,-3 0 0,-8 5-523,-1-2-175,-1-3 0,-1 5-2763,-3-7 2958,-4 7 0,-1-5-137,0 4 0,2 2 0,1-4 0,3 1 22,2 0 1,-3-1 733,5 1 6,-7 4 0,9-10 0,-2 4 0,2-1 102,3-3 540,-1-1-172,0-3 1,-4 3 0,-3 1-1,0 1 3309,-4-1-2368,-1-1-1126,-2-3 1,-2 7-1,-3 4 1,-6 2-1,-5 2 146,-3 0 1,-6 2-252,1 2 0,-1 4-175,1 7 1,-2-1 0,3 2 0,1 1 46,3 2 0,4 1-10,0-1-305,1-3 0,6 9 0,4-6 0,2-1 0,4-2-596,2-2 1,6-2 375,9-2 292,-3-4 1,10-6 0,-4 0 0,2-1 0,-2-4-59,-1-5-1,3-2 192,-6-2 67,1-1 1,-6-4-1,-2 0 1,-3 1 0,-2-1 491,-2 0 0,2 0 608,-1 4-548,-1 8 0,-5-5-156,-4 8 1,2 1-231,-7 7-74,7 4 1,-3 6 0,6 1-1,0-1 1,0 0-74,0 0 0,0 1-186,0-1-103,6 0 1,7 0 0,7-1-1,1-2 1,1-3-483,0-2 1,3-1 227,9-5 0,-6-2 255,0-3 1,1-2 0,-5-9-1,1-3-192,-1-5 1,-4 2 336,-6-2-1,1 1 1,-6-11-1,-1 0 1,-2-1 0,-3-1 207,-1-1 1,-2 10-33,0-1 0,0 9 643,0 0 0,-6 10-286,-4 4 1,2 10-51,-1 4-114,6 4 1,-8 7 0,4 2-1,1 2 1,0 0 969,2 1 1,3 2-510,1 1-567,0 1 1,0-6 0,0 1 0,0 0 0,0-2-155,0-3 1,1-3-1576,4-2-172,-3 0-1358,10 0 1885,-10-6 1,4-3 557,-6-10 0,0-4 1,-1-9-1,-4-2 663,-4-2 0,-6 0 0,-4-2 0,4-3 0,-4 11 0,8-4 0,1 1-236,-1 0 544,-2 0 1,7 9 207,6 1 0,6 6 0,10-2 0,3 5 931,5 5 1,3-4-377,1 4-892,1-3 0,4 2 0,0 1 1,-2-2-1,1-1-136,1-2 0,-3 0-545,3 0 393,-3 0 1,-7-2-1,-4-1 1,-4-3-228,0-2 1,-8-2-239,-2-4 486,-3 6 0,-4-3 1,-3 7-1,-4-1 0,-4 0 30,-1 0 0,0 1 49,0 4 1,-1 0 205,1 0 0,0 6 1,0 3-1,0 4 219,-1 1 0,6 0-158,-1 1-4,7-1 0,-8 0 0,6 0 0,2 1 0,2-1 145,1 0 1,1 0-516,4 0 1,5 1-19,8-1 1,3-2-1,4-2 1,-1-4-461,1 1 0,7-6 13,1 4 424,0-3 0,-9-7 1,0-2-1,-1 0 1,-1-5-35,-3 0 0,-4 2 125,-6 1 844,4-1 1,-12 1 446,4-1-671,-3 7-230,-2-3 1,-2 6 0,-1 2 0,-3 2-1,-1 6 452,1 2 1,-4-2-589,6-1-158,-1 1 0,0-1 1,0 1-556,2 1-853,-5 2 92,7-6-245,-5 0 828,6-7 580,0-7 0,6 0 0,3-8 0,4-1 0,1-1 75,0-2 1,1 0 60,-1 5 206,0 0 1,0 4-1,0 2 1,1 2-1,-1 3 541,0 1 1,-4 2-461,-1 0-68,1 0 0,-1 2 0,-1 3 0,0 4 0,-2 4 371,0 1 0,-1-5-891,-5 1 35,7-1 1,-6 6 0,4-1-1819,-4 0 1033,-1-6 192,0-2 312,0-6 1,5-6 68,0-4 439,6-2 1,-3-2 0,6-1 0,0 1 0,2 0 193,3 0 0,-3 0 32,3-1 0,-3 6-60,-2-1 0,0 6 1,0-4-1,0 1 198,1 4 66,-1 2-165,0 1 1,0 0 0,1 0 371,-1 0-603,0 0-5,-6 6 1,0-4 366,-3 2-170,-4-2 28,5 4 0,-7-4-30,-4 3-80,4-4 0,-12-1-226,3 0 0,-2 0 1,-2 0-1,-1 0 114,1 0 0,-5 5 47,0 0-75,0 6 0,0-8 0,0 6 0,4 2 0,2 0 190,3-1 1,6 3-308,-6-4 58,7 4 0,-2 1 0,10-2 1,6 0-1,8-3-273,10 2 1,1-3-267,7 1 463,-5-5 1,9 2 0,-5-6-1,2 0 1,-1-2-63,-3-2 0,-5-4 54,-5-6 242,-7-1 1,3 1 0,-7 0 0,-3 0 0,-6-1 553,-2 1 1,-2 5 81,0-1-390,0 7 0,-2-3 1,-2 6-236,-6 0 1,2 6-7,-1 4 0,6-3-2,-2 3 1,3-1 0,2 6-392,0-1 1,7-2-384,2-2 463,4 3 1,6-12-1,1 4 1,1-3-1,1-2-481,0 0 0,-5-2 481,2-3 0,2 2 209,-2-6 1,-2-1-1,-6-4 1,-1 1-71,1 4 99,-5-4 896,0 5-601,-6 0 0,0 8 241,0 10 0,0 7-216,0 2 1,-1 6 0,-2-1-1,-2 3 423,2 1 1,-4 1-182,3-1-493,-7 1 1,7-2-1,-3-2 1,-1-3 0,0-2-62,-3-2 0,3-7-438,-2-2 303,7-5 0,-9 2 1,2-6-1,-1-2-362,2-2 0,2-9 173,7-6 70,0-6 0,2 3 0,4-7 0,7 1 1,6-2-801,3-4 0,0 4 382,2-3-31,3 10 1,-10-3-1,5 7 688,-1 2 0,-28 8 0,-10 2 0</inkml:trace>
  <inkml:trace contextRef="#ctx0" brushRef="#br0" timeOffset="20">23659 9454 7997,'0'-14'1143,"0"-1"0,-2 3 1515,-3 2-2243,4 4 1,-7 8 0,5 2 0,-2 7 0,0 5 0,1 3 309,-1-1 0,-1 2 0,2-1 0,0 0-519,0 2 1,3-6-188,1 4 0,0-3 0,0-2 1,0 1-325,0-1 1,0-5-288,0 1-490,0-1 0,0 1-1842,0-1 2005,0-6 0,1 4 1,3-9 918,0-3 0,1-66 0,-5 25 0,0-1 0</inkml:trace>
  <inkml:trace contextRef="#ctx0" brushRef="#br0" timeOffset="21">23730 9298 8040,'-2'-15'914,"-2"1"1,0 0-444,-5 0 1,1-1-33,-1 1 1,-4 2 0,2 2 0,-5 4 453,-3-1 1,-5 6 314,5-4-941,-6 10 1,3 0-1,-6 7 1,-1 6 0,2 2 248,4 5 0,-4 4-185,3 4-232,4-3 0,-1 10 0,8-6 1,2 3-1,3 1 81,2-2 1,3 3 83,8-5-249,3-1 0,7-5 0,4-1 0,5-3 1,4-5-154,6-4 0,0-2-12,4-3 200,10-4 0,-15-6 1,9 0-1,-2-2 1,-2-4 190,0-8 0,0-2 48,4-8-207,-5 1 1,-4-6-1,-9-1 1,-5-1-1,-5-4 283,-5-2 0,-2 4-474,-7-5-64,0 0 1,-7-9-1,-4-2 1,-6 2 0,-7 1-650,-3 5 1,-1 8-632,-1 0 1009,1 9 1,1 10 0,2 9-1,3 3 1,0 5-1598,-1 7 1,6 1 2040,-2 13 0,4 23 0,2 12 0,-2 6 0,0 1 0</inkml:trace>
  <inkml:trace contextRef="#ctx0" brushRef="#br0" timeOffset="22">23474 11117 7957,'-13'-6'-60,"2"-4"1,2-2 0,-2-1 0,0 2 738,1 2 0,-1-1 0,6-4 0,2 0 53,2 0 0,7 1 0,3 3 0,4 4 283,1 0-822,7 4 0,-5-4 0,3 6 1,-4 0-1,0 1 187,-1 4 1,0-2-334,0 7 10,-6-7 1,3 10 0,-6-4 0,-2 4 0,-1 1-48,-2 0 0,-2 5 0,-3 0 1,-3 2-22,-6-2 1,-5-4 0,0 4 0,4-3-6,3-2 0,0 1 127,2-1-224,4 0 0,0 0 1,7 0-3,4 1 0,8-7-34,6-4 0,6-2-61,-1-2 1,2-2-1,1-1 1,-1-2-621,-3 2 0,-5-3-459,1 1 165,-4 0 1,0 1 1123,-1-1 0,-19-6 0,-4 3 0</inkml:trace>
  <inkml:trace contextRef="#ctx0" brushRef="#br0" timeOffset="23">23744 10975 8028,'0'-27'-256,"0"4"1,-5-4 1459,1 3 1,-7 3-636,1 2 0,-4-1 0,-4 1 1,0 3 316,0 5 0,-4 0-15,-2 6-676,-3 1 0,4 4 0,-1 0 1,-1 1-1,-2 4 122,-2 4 0,1 9-338,0 1 1,4 6-4,0-1 1,5 3 0,-3 3 0,0 3 65,0 5 0,5 1-100,-2-1 57,9 3 0,-3-5 1,6 6-1,-1-3 0,3-3 104,3-1 0,4-2 28,3-4-120,3-1 1,11-1 0,-1-3 0,1-5 0,2-4 3,3 0 0,7-3 257,2-2 1,7-2-123,-2-4 0,1-2 0,1 3 1,-2-4 221,1-1-259,-4-6 1,5-3-1,-7-9 179,-2-1 1,2-1-93,-4 1 1,1-3 0,-11-7 0,-2 1 232,-1-1-440,-2-5 0,-6 2 1,-3-6-1,-4-1 0,-1-4-573,0-5 1,-6 0 115,-3-5 170,-10-2 0,1 12 1,-4 1-1,2 9 1,1 7-741,-2 7 1,5 10-777,-3 4 1297,4 4 1,0 4 0,1 5 0,0 7 0,0 6-974,0 4 1,1 2 1485,3 2 0,-2 24 0,4 7 0</inkml:trace>
  <inkml:trace contextRef="#ctx0" brushRef="#br0" timeOffset="24">23573 12539 8074,'-14'-2'53,"0"-1"1,1-3 385,4-2 0,3 3 1,4-3-1,-1 0 0,-2 0 192,2-3 1,8-1 0,4-2 327,4-1-802,1 7 1,5-3 0,0 7 0,0-1 0,0 0 675,0 0-788,0 1 0,-5 4 1,0 0-1,0 0 1,1 1 191,-1 4 1,-5 1-208,1 4-16,-7 2 1,3-4 0,-6 7 0,0 0-1,-1 3 0,-4 1 0,-3 0-245,-6-5 180,0 0 1,-1 0 0,1 1 0,0-3 0,0-1-637,0-1-33,-1-7-25,1 9 0,8-8 901,6 5 1,6-6 30,8 2 0,2-3 0,2-2 0,2 0 156,2 0 0,-4 4 116,0 1-250,-2 0 1,-1 1 0,-3 4 746,-2 2-746,-4 2 0,-8 1-111,-2-1 1,-4-1 0,-8-2 0,-1-2-415,-2 2 0,-7-3 183,3 2-472,2-7 1,-6 5-1,5-5 1,0 1-1,3 0-530,3-3 0,2-1 69,0 0 0,6-1 1065,3-4 0,29-66 0,-8 24 0,-1 1 0</inkml:trace>
  <inkml:trace contextRef="#ctx0" brushRef="#br0" timeOffset="25">23716 12383 8074,'0'-15'314,"0"1"129,0 0 0,-5 0 0,-1-1 347,-2 1 0,-2 0-338,-4 0 0,0 6 1,0 3-1,-2 4 146,-3 1 1,1 0-126,-5 0-311,5 0 1,-4 6 0,3 3-1,-3 4 1,-2 3 110,1 3 0,4 3-90,-5 6 1,5 1-38,-5-1 0,7 5 0,-2 2 0,5 0 142,4 0 1,-1-1-231,7-1-2,-1-2 0,5 8 0,1-6 0,4-1 0,5-4 93,2-4 0,4 3-285,3-4 98,-3-2 1,11 0 0,-4-7 0,4 0-1,3 0-183,3 0 0,-1-6 177,6-3 19,-6-3 0,7-2 0,-3 0 1,2-2-1,3-3 72,-1-4 0,-1-5-62,4-5 129,0 3 1,-4-9-1,-4 4 1,-8-1 0,-5-2 381,-5 2 0,-6-5-487,-1 4-73,-7-11 1,3 3 0,-7-6-1,-4 1 1,-6-2-306,-6-6 1,-1 1-248,-6-4 217,1 9 1,-6 3 0,2 8 0,2 5 0,2 8-1181,-3 8 1,4 4-330,-2 2 1224,7 7 684,-10 0 0,5 52 0,-6 10 0</inkml:trace>
  <inkml:trace contextRef="#ctx0" brushRef="#br0" timeOffset="26">24910 12397 8101,'-2'-8'3507,"-1"2"-2331,-2-1 1,-1 1 0,3-5-734,-2 1 0,-1 7 0,1-2-362,-4 4 1,-4 1 0,-1 0 0,0 0-108,-1 0 1,1 0-230,0 0 0,0 0 0,0 0 0,-1-2-328,1-2 1,5 0 98,-1-5 167,7 6 0,-3-10 0,7 4 0,4-6 1,4-2-146,4-2 0,6-5 493,0 5-42,6 0 0,-9 5 0,3 0 1,-3 1-1,-2 2 127,0 2 0,-1 4 225,-4-4-99,4 5 0,-10 0 0,5 8 0,-2 6 427,-2 3 1,-3 2 46,-1 4-435,0-3 0,0 11 0,0-2 1,0 5-1,0 3 577,0-1 1,0 3-366,0-2-369,0 0 0,0 2 1,0 1-1,0 2 0,0-2 67,0-1 1,0-2 163,0-4-361,0-1 1,0 4-1,0-2 1,0-5 0,0-1 73,0-2 1,0-5-518,0 2 242,0-3 1,-6-2 0,-4-1-245,-2-4 0,-3-2-1,1-7 310,0 0 1,0-2 0,-2-3 0,-1-2 0,-2-3-151,1 1 1,-2-6 64,1-4 193,6 0 1,1 0 0,4 1-1,-2 0 1,2 2 85,2 2 1,1 0-80,5 0-169,0-1 0,7 6 1,4 0-1,6-3 1,7 0-334,3-2 1,3-1 5,3 1 344,-3 0 0,9 1 0,-4 2 0,1 2 0,2-1-255,-1 2 1,-3-3 536,-5 7 61,-1-1 1,-6 5 0,-3 0 290,-3 0 1,-8 1 320,-3 4-504,-4-3 0,-1 10 0,0-2 0,0 3 431,0 1 1,-4 0-70,-1 0-511,0 0 1,5 1 0,0-1-477,0 0 0,2 0 272,2 0-289,-2-6 1,11 0 0,-4-5 0,4 2 0,1-2-307,0-1 0,0-2 189,1 0 358,-1-6 1,2-2-1,1-7 1,2 0 0,-2-4-2,-1-5 0,-2-3 205,1-1-120,-8-7 0,6-1 1,-5-7-1,0 0 0,-3 1-47,-4-1 0,-1 2-84,0 3 160,0-3 1,0 16 0,0-2 792,0 5-424,0 9-198,0 7 0,0 7 1,0 6-1,0 5 0,0 7 458,0 3 1,-1 2 325,-4 5-652,3-1 1,-6 2 0,5 2-1,-1 1 1,0-2 455,3-1 0,1 0-155,0 4-464,0-4 1,0 4 0,1-7 0,3-2 0,2-2-183,2-3 0,1-1 115,5-5-227,1 0 0,-1-6 1,0-3-1,0-3 0,1-2-385,-1 0 1,2-2 207,2-3 102,-2-3 1,10-6 0,-6-2 0,1-1 0,-1-3-556,-2-3 0,-1 0 568,2-6 119,-3-5 1,-1 2 0,-7-4 0,0 1 0,-1 3-183,-1 2 1,-1 3 377,-5 4 203,0 9 0,-2 2 575,-3 8 0,-1 1-476,-3 7-143,-4 4 0,10 11 1,-5 2-1,0-1 1,2 2 531,-1 0 0,3 2-136,4 5-515,0-7 1,0 5 0,0-5 0,0 1 0,1 1 127,4 1 0,-2-3 74,7 2-429,5-6 1,1 2 0,5-6 0,-1-1 0,4-4-237,3-4 1,-4-3-355,1-2 516,0 0 0,3 0 1,-2-2-1,-3-3 0,-1-6-265,-4-6 0,0 0 15,2-7 288,-9 0 0,7 0 0,-11 1 1,1-1-1,-1 0-11,-3 1 0,-1 5 40,-2-1 191,0 4 0,0 5 0,-2 2 0,-2 2 105,-6 3 1,-3 3-122,-1 4-33,0 4 1,0 7 0,1-1 0,2 0 0,3 2 267,2 3 1,-4-3-95,6 3-197,-1-4 1,5 0 0,0-1 0,0 0 0,0 0-92,0 0-3,6-6 1,2 3 0,8-4 0,3-1 0,5 0-472,2-3 0,-2-1 334,0-2 1,0-2 0,2-1 0,0-3 43,-3-2 0,-4-1-94,5-6 300,-7 1 0,-1 0 1,-6 1-1,-1 2 613,-1 2-386,-2 6-101,-6-4 0,0 9 295,0 3 0,0-2 346,0 6-591,0 1 1,0 4 0,0 0 0,0 0 0,2 1 311,3-1 1,-4 0-619,4 0 90,-3 0 1,2-4 0,1-1-407,-2 2 334,-1-4 556,-2-1 0,0-7-391,0-4 0,0 2-281,0-7 42,0-6 1,0-1-1,0-5 1,0 0-1,1 0-574,4-4 1,3 4 250,6-1 277,0 5-1,2-4 1,3 6 0,5 0 0,3 5-305,1 4 1,1 2 641,-1 5-201,0 0 0,-1 0 0,-3 0 0,-5 0 0,-3 0-527,-2 0 1,-5 5-1250,1-1 937,-7 1 1,3-3 907,-6 2 0,-44-8 0,-11 2 0</inkml:trace>
  <inkml:trace contextRef="#ctx0" brushRef="#br0" timeOffset="27">25550 12383 8101,'-29'7'370,"2"0"-147,4-7 666,9 0 0,10 0 0,14 0-1063,9 0 0,8-2 0,6-1 0,3-2-2052,0 2 2226,6 2 0,13 1 0,11 0 0</inkml:trace>
  <inkml:trace contextRef="#ctx0" brushRef="#br0" timeOffset="28">23488 13875 8042,'0'-8'5217,"-1"2"-4749,-4 6 1,2 8 0,-5 5 0,0 5-1,2 3 1,-2 1-176,0 0 1,5-3-1,-2 3 1,3 0-434,2 1 1,2-6-1,3 0 1,4-4-572,4-4 0,3-5 159,2 0 1,0-2-1,4-4 1,-1-2-120,-4-6 0,3-3 535,-1-1 1,0-5 0,-4 0 0,-1 0 368,0-1 0,-1 4 5,-4-3 1772,-3 10-1172,-6-4 0,0 13 274,0 0-816,0 13 0,0 9 0,0 5 0,0-2 0,0-1 219,0 1 1,0 2-313,0 1-221,0 1 1,0-6 0,0-1 0,0-1 0,0-4-957,0-1 0,0-2-1348,0 1 273,0-8 1,2 0 2048,3-7 0,9-51 0,8-12 0</inkml:trace>
  <inkml:trace contextRef="#ctx0" brushRef="#br0" timeOffset="29">23716 13761 8108,'-8'-20'0,"-5"4"340,4-3 0,-4 3 1,-1 4-1,0 2 1405,-1 6 1,0-3-93,-4 3-1288,-4-1 0,-2 11 0,-2 4 0,-3 4 0,-1 5 377,-4 4 1,5 6-387,-3 4-211,3 3 1,1 7-1,1 0 1,1-1 0,3 3 131,5 2 1,10-3 137,4 4-436,-3 2 1,8-10 0,0 1 0,8-5 0,6-4-82,5-2 1,3-5-396,7-6 423,6 0 0,1-13 0,7 4 0,1-6 0,2-2 41,1-2 1,2 0-16,-2 0 70,-2-6 0,4-4 0,-8-7 0,-3-4 1,-7 1 188,-6-1 0,1-4-48,-7 1-154,0-3 1,-10-3-1,-1-1 1,-2-4 0,-2-3-506,-3-6 0,-1 0 28,0-9 83,-6 1 1,-2 2-1,-6 2 1,-2 7-1,-1 8-878,-2 9 1,-7 9-626,3 5 1382,-4 4 0,-2 12 0,2 4 506,4 2 0,-10 40 0,3 10 0</inkml:trace>
  <inkml:trace contextRef="#ctx0" brushRef="#br0" timeOffset="30">24711 13833 8276,'-14'-7'383,"-1"-1"1,3-1 1250,2-1-850,4 7 1,1-1-1,1 8 1,0 7 1346,3 7-1852,1 4 1,0 1 0,0 1 0,0 1-1,0 2 269,0 2 0,0-1-455,0 1 0,0-1 7,0 0 0,-5-1 0,-1-3 0,-1-5-226,1-3-37,1-2 0,4-5-178,-4 1 1,3-8 24,-2-2 128,-4-7 1,6-9 0,-3-3 0,4-4 0,1-4-515,0-2 1,0-5 218,0-4 320,6-3 0,2 0 0,6 1 0,1 4 0,0 1 24,4 4 1,-3 2 153,3 5 121,3 10 0,-4 8 1,4 6-1,-2 0 1,-4 3 278,-5 6 0,0 1-69,-6 9-319,6 3 1,-9-1 0,1 4 0,-5-3-1,-4 0-67,-2 0 0,-2-3-605,-4 5 348,-6-7 1,2 4-1,-5-7 1,-1 0-1,0-1-611,0-4 0,6 2 239,-6-6 533,6 6 1,-2-9 0,6 2 0,1 0 165,4 0-80,2-2 452,7 4 0,7-4 0,4 1 0,4 3 0,4 1 1057,-1-1 1,2 0-799,-1-1-438,7-3 0,-6 9 0,5-7 0,-1 0 0,1-3-31,2-1 0,2 0-119,-1 0-96,-6 0 1,5 0-1,-5 0 1,2-1 0,-2-3-537,-2 0 1,-1-7 13,-4 1 422,-7-3 0,3 4 0,-7 0 0,0-3 34,-3 0 1,-1-2-34,0-1 169,0 7 1,-6-3 0,-4 7-1,-2 1 99,-3 1-120,1 2 0,0 0 1,0 2-1,1 2 1,2 6 103,2 2 0,5 3 73,0-1 1,-3 2-1,3 1 1,1 2 85,1-2 1,8-1-39,4-2-180,2 1 0,4 2 0,3-1 0,5-5 0,3-2 5,1-1 1,1-5-326,-1 2 173,0-3 0,-4-4 1,0-3-1,-1-6 1,1-5-510,0-2 1,-2-8 71,2 3 350,-4-4 0,-6-2 0,-1-1 1,-2-1-1,-3-4-607,-2-1 0,-1 2 16,-5-4 650,0 7 1,0-4 0,0 8 0,0 4 0,-1 5 627,-4 7 109,3 5-438,-10 6 0,8 6 0,-3 4 1,-1 4-1,0 5 635,-3 5 0,3 2 84,-2 3-529,1 6 0,-1-5 0,2 4 0,2-1 0,3 1 389,1-3 0,-2-1-329,-1-1-478,0-1 0,7-4 0,1-2 0,3-2 1,2-2-554,3-2 0,7-4 222,1-2 111,-1-4 1,1-6-1,2-2 1,1-1 0,3-5-895,2-4 1,-5 1 495,-3-8 442,3-3 0,-6 0 0,3-5 1,-3 1-1,-2 4 59,0 2 0,-6-4 795,-3 5-282,3 0 0,-7 10 124,4-1 1,-8 10-46,-2 5-198,-6 3 0,8 14 0,-5-5 0,2 4 0,1-1 542,-1 1 0,4-1-373,-2-1-505,2-3 0,2 5 1,2-7-1,2 0 1,6-1-336,2-4 1,4 2 301,3-6-314,-3 0 0,11-5 1,-5-2-1,2-1 0,-1-3-627,3-2 1,0-2 695,3-4 269,-7-6 0,5 4 0,-5-5 1,2 2-1,-2 0 98,-2 2 0,-1 6 448,-5 2-146,1-1 1,-1 2 447,0 3-464,0 4 198,-6 1-221,-1 0 1,-7 1-110,0 4 242,0-3 65,0 4-281,-7-6-425,-1 0 0,-7 0 0,-3 2 0,-1 1 0,0 3 3,-1 2 0,2 1 556,-5 6-273,-1-1 1,2 0 0,3 0 0,3 1 0,2-1-179,0 0 1,6-5-261,3 1 222,3-1 0,2 1 1,2-2-1,3-2 1,6-3-766,6-1 1,5-4 293,7-2 503,-1 2 1,1-11 0,-1 4 0,-1-4 0,-3-1 277,-5 0 1,1 0-16,-1-1 517,-6 1 1,-2 5 1454,-7-1-1331,1 7-529,-5-3 1,0 7-1,0 4 1,-1 4-1,-3 4 338,0 1 1,-1-4-698,5-1-2,0 1 1,2 4-1,2-1-173,6-4 0,4-3 82,5-6 5,-3 0-1,6 0 1,-5-1 0,4-4 0,-1-4-467,1-4 0,3-6 90,-5 0 449,-1-6 0,-3 3 1,0-8-1,3-2 0,-1-3-358,-4-1 1,0 0 406,-9-2 90,1-3 0,-5 8 1,0-1-1,0 11 0,-2 7 264,-2 6 1,1 4 201,-7 6-250,1 0 0,-4 6 0,2 5 0,3 7 0,0 6 628,0 2 1,5 4 413,-2 4-967,-3-4 1,7 4-1,-4-5 1,3-1 0,2 1 102,0-1 0,-4-4-253,-1-1-281,0-5 1,5 2 0,0-5-1279,0-1 910,0-6 413,7-2 0,-4-8 0,5-2 0,0-7 0,1-5-318,7-3 1,-2-2 210,5 2 174,3 4 0,-5-6 0,6 7 0,-1 1 0,-2 4 121,1 4 1,-1 3 406,-1 2-319,-3 0 1,5 0 0,-9 2 0,-2 3 0,-4 4 380,0 4 0,-4 1-107,3 0-349,-4 0 0,-7 1 0,-4-1 0,-4 0 0,-3 0-201,-2 1 0,-6-6-45,1 1-223,-3-7 1,3 3-1,1-6 1,-1 0-1,2 0-315,3 0 1,3 0 255,2 0-276,6 0-277,-5 0 1884,18 0-553,3 0 0,8 0 0,4 2 0,1 1 0,1 1 499,0 0 0,5-3-244,-3-1-646,3 0 1,1 0 0,0 0 0,1 0-1,-1 0-130,1 0 1,-1-1 117,1-4-94,-7-3 0,3-1 0,-6-1 0,-3-1 0,-4 0-259,-2 1 0,-5-7 229,4 3 218,-6-4 0,4 4 0,-9 0 0,-1 0 1,-4 0 28,0-1 0,2 7 126,-5 4-199,1-4 1,-5 6 0,1-1 0,2 5 33,1 2 1,6 7 271,-6-1-191,7 9 1,-3-3 0,6 3 0,0-2 0,0 0 455,0 2 1,5 0-318,-1-4-177,7-1 0,-3 0 0,8-1 0,1-2 0,4-3-36,1-2 1,-3-1 11,5-5-128,-1 0 1,1 0 0,0-2 0,0-3-1,-1-4-260,1-4 0,-7-6-43,2 0 250,3-6 0,-11 8 0,4-7 1,-4-1-1,-2-4-238,1-4 1,-7-2-72,2-3 360,-4-3 0,-1 7 0,-1-6 0,-3 5 0,-2 4-101,-2 4 0,0 8 308,-1 0-83,-4 10 0,10-3 0,-5 9 324,2 5 0,1 4-301,5 8 95,0 7 0,-5-4 0,1 7 1,0 1-1,3 4 803,1 4 1,0-3-232,0 3-370,0-3 1,0-1-1,0-1 1,0 0-1,0 1 226,0-1 1,0-4-607,0 0 69,6-7 0,2 8 0,6-7 0,2-4 0,1-5 12,2-2 0,7-1-973,-3-1 608,4-4 0,2 4 0,-1-10 1,1-4-1,1-4-574,3-1 1,-8-2 261,3-3 424,-2 3 1,-4-10-1,-3 2 1,-5-1-1,-5-1 9,-4 3 0,-3 1 165,-2-2-27,0 3 1,0 2 0,-2 2 0,-1 3 0,-3 4 165,-2 4 0,3 0 277,-4 1-254,5 3 0,-3-2 1,3 8-29,0 6 0,-6 2 384,5 3-323,1-1 1,4 0 0,0 0 0,0 1 546,0-1-458,0 0-110,0 0 0,0 0 501,0 1-382,0-7 763,0-2 55,0-6-1148,0 0-119,0-6 1,4 2 141,1-5 1,1 1-366,-1-2 0,-2-2 202,7 2 115,-7-2 1,5-1 150,-3 4 1,-4 1-170,4 3-907,-3 3 53,-2-4 128,0 6 458,0 0 535,0 6-88,0 2 0,0 2 156,0-1 0,0-4 0,0 4 550,0 3-585,0-6 1,0 6-29,0-2 0,0-2 6,0 1-103,0-5 1,4 8 0,1-2 24,-2 2 1,4 2 13,-3 1-99,7-7 0,-8 4 1,7-4-1,-1 2 1,1-3 98,-1 0 0,1-2-31,4-5-330,7 6 0,-4-5 1,7 3-1,-1-6 1,1-6-456,0-5 0,-1 2 20,6-8 465,-1-3 1,-6 5 0,-3-7 0,-3-3 0,-3-3-381,-4-3 0,-2-1 62,-7 0 369,0-2 0,-2 0 0,-3 4 0,-4 7 1,-4 6-149,-1 3 372,0 8-38,0 2 1,4 6 0,2 3 0,2 5 0,1 6 563,-1 2 0,4 6-87,-3 2-101,4-4 1,-4 7-1,0-3 1,2 3 0,2 1 847,1 1 1,-5-3-456,0-2-752,0 3 0,5-10 1,0 5-1,0-1 1,0-4 142,0-1 0,0-6-1477,0-1 412,0-6 1,2 4-1636,3-7 1580,-4 0 585,6 0 0,-6-7 0,2-2 0,2-5 0,-2-4-509,-1-1 0,-2 0 478,0 5 312,0 0 0,0 0 0,0-1 0,0 1 488,0 0-352,0 6 89,0-5 0,1 12 1,4-4-1,5 2 493,2-2 0,3 4-311,-1-4-266,6 3 1,-2 2-1,5 0 1,1 0-1,0 0-95,-1 0 1,0 0-379,0 0 267,4-6 0,-11 4 0,3-4 0,-3 1-285,-2 1 658,-6-1-293,-2 5 0,-7 0 0,-4 0 1,-5 0 156,-2 0 0,2 5-4,1-1 43,-1 7 1,2-3-1,2 5 1,1-2-1,1-2 1025,0 3-634,3 0-471,7 2 0,2-1 0,8-2 0,1-3 1,4-2-46,1-3 1,2-1 26,4-2-62,-6 0 0,5 0 0,-5-2 0,2-1 0,-2-3-203,-2-2 1,-1 3 141,-4-4-228,-7 6 0,3-5-207,-7 3 1,1 10 362,-5 0 141,0 6 0,0 8 0,0 1 0,-2 4 0,-1 4 463,-1 4 0,-6 1-60,5-5-17,-6 7 0,3-5 0,-4 2 0,1-5 0,1-4 702,-1 3 1,-1-4-950,-3 1-87,1-5 0,-5 4 0,0-5 1,0 1-1,0-4-85,0-3 0,-4-3-1136,4 1 669,-7-2 0,11-3 0,-4 0-298,3-6 1,10-6 164,6-11 412,12 3 0,17-11 0,8 2 0,6-6 0,3-6-192,1 1 1,-1 0 87,-8 2-17,3 4 1,-12-4 0,-1 7-1,-7 5 352,-6 7 0,-45 20 0,-11 11 0</inkml:trace>
  <inkml:trace contextRef="#ctx0" brushRef="#br0" timeOffset="31">24355 11572 8125,'10'-1'-1270,"-1"-3"1289,2 0 1,-3-6-1,0 4 1013,-1-2 716,-3 5 777,-4-3-1379,-6 6-404,4 0-383,-4 0-153,6 0 1,-1 0-453,-4 0 179,3 0 0,-4 1 132,6 4 0,-5-2 0,0 6 1,1 3 155,-3 0 0,4 7 70,-6 0-196,6 0 0,-9 2 1,6 1-1,-2 1 1,-1 3 180,1 4 0,-3-2-159,6 5-142,-6-3 1,8-1 0,-5 1-1,2 1 1,2 2-140,3-1 60,1-8 1,0 1-1,1-4-13,4 1 0,2-3 122,2 4 0,4-5 0,-4 1 0,4-4-13,1 0 1,0-6 70,0 1 0,5-1 0,0 4 0,-1-2-42,-2-2 1,-2-4-51,0 5 53,0-7 0,0 3 0,1-4 0,-1 1 83,0 1-86,-6 1 329,5-5-207,-12 0-31,5-6 0,-6 3 0,0-7 0,0-1-371,0-1 0,-1-3-281,-4 1 395,4 0 1,-7-2 0,5-1 0,-4-2 0,-1 1-676,-3 3 802,5 0-142,-7 1 1,12 0-1,-6 1-327,1 4 285,4 3 420,-4 12 1,11 2-1,1 8 1,2 2 0,2 5 587,-2-1 0,-1 5-316,-2-4-347,-3 4 1,4-3-1,-6-2 1,0 0 0,0-1-102,0-1 1,-5-1-892,1-5 528,-7 1 1,1-1-1,-7-2 1,-2-2-1,1-4-1134,3 0 1,5-4 598,1 3 475,5-4 381,-8-1 0,23-12 0,-2-4 0</inkml:trace>
  <inkml:trace contextRef="#ctx0" brushRef="#br0" timeOffset="32">27057 12112 8261,'-10'0'-44,"2"-1"851,2-4 1,1 2 671,5-7 1,0 6-651,0-6 1,0 5-308,0-4-319,0 6 1,2-3 0,3 7 255,4 4 0,-1 3 393,2 6-753,-7 0 0,9 2 0,-2 1 0,1 4 1,0-1 309,-2 1-357,1 4 0,3-3 0,-2 5 0,-2-2 0,2-2-264,2-3 0,1-1-167,0-5 331,0-6 0,1 3 1,-1-6-1,0-2 0,0-3-38,1-5 0,3-2 101,1-8-34,0-5 1,-4-2 0,-1-7 0,0-1 0,0-1-24,0-3 1,-4 1-60,-1 5 1,-5-1-163,0 1 0,-2 6 1,-2 3-689,0 3-1801,0 8 2185,0 2 1,0 7 0,0 4-1,-2 5 1,-1 2-399,-2 3 0,-1 3 965,1 1 0,4 19 0,-6 0 0</inkml:trace>
  <inkml:trace contextRef="#ctx0" brushRef="#br0" timeOffset="33">27739 12269 8184,'-6'-14'0,"3"-1"1310,-7 1 0,6 0-740,-6 0 1,5-1 0,-4 1-1,-2 0 310,-2 0 1,-1 6-668,0 3 1,-2 4 0,-1 1 0,-4 0-180,-1 0 0,5 6 1,-4 3-1,2 6-70,0 4 0,0-2-133,5 7 73,6-1 1,-3 1-1,6 0 1,2-1-1,1 0-557,2-5 527,0-2 0,4-1 1,4-1-1,7-2 1,6-1-228,4-1 0,2-7 111,1 2 144,1-4 0,-1-1 1,1-1-1,-2-4 1,-2-4 58,-1-4 0,-7-1 484,2 0 0,-3-1-262,-2 1 1,-6-6 0,-3-3-1,-4 1 158,-1 3 1,0 4 524,0 0-532,0 7 1,-1-3-555,-4 7 0,2 0 102,-7 9 0,7 3 251,-2 6 1,4 1 0,1 0-116,0 4 1,0-3 47,0 3-81,6-3 0,-3-4 0,7 0 0,1-5 0,1 0 18,3-4 1,-1-1-97,0-2 0,0 0 96,0 0 1,1-2-1,-1-3 1,0-4 50,0-4 1,-1-3-174,-4-3 121,4 4 0,-10-11 1,7 6-1,-1-1 1,-1 1 111,-3 2 0,-4 2 283,-1 2 67,0 6 1,0-4-800,0 2 183,0 4 0,-4 1-68,-1 10 1,0-2 0,5 7-365,0 1 353,0 1 225,6 2 0,-2-1 0,4-2 1,-1-1-1,1-1 28,3-1 0,-3 3 447,2-6-262,-1 6 1,1-3 0,-2 6-1,0-1 400,-1-4 0,-3 4-325,0-4 1,-2-1-123,-2 2 0,5-6 0,-1 6-513,0 1 179,3-5-3,1 7 1,7-12 0,-1 4 0,0-5-323,0-5 0,0 2 218,1-6 1,0-2 134,4-8 0,-3 1 0,3-4 0,-3 0 1,-2 0 1,-4 5 625,-1-2 1,-6 3-41,2 2 1,-3 4 469,-2 1-730,0 6 1,-7 3-62,-2 9 0,1 4 0,0 1 0,0 2 60,0 3 0,5-4-164,-2 4 0,4-3-276,1-2 0,0 1 1,1-1-1,4-2-377,5-2 0,4 1 360,5-6 0,-2 0-72,7-5 0,-2 0 1,3 0-1,-1-2-81,1-3 1,2 2 218,1-6 0,-1-3 196,-3-6 1,3 2 0,-5-3 0,2 3 140,-1 2 1,-7 0 429,-2-1 146,1 7 205,-14-4-510,5 10-165,-6-4 0,-1 6-258,-4 0 105,4 0-264,-6 0 1,6 5 0,-4-1-206,-5 0 1,-4 2-65,-5-1 463,4 6 0,-6-5 0,5 5 0,-1-1 1,-2 1 253,1 1 1,3 2-108,0 1 0,1-3-165,0-2 0,5 2 0,1-2 32,1 2 0,3-2 161,4-1-182,6-5 1,7 2 0,7-6 0,2 0-1,3-2-58,2-2 0,2 0-90,-1-5 1,1 0 97,-1-6 0,-4 1 0,-2 0 0,-2-2 23,-2-3 0,-2 3-8,-2-3 113,-6-3 1,3 6 0,-6-3 110,-2 4 0,-8 7-84,-5 3 1,-1 10 97,2 4 1,-4 5 0,5 4 0,-1 2 246,-1 3 1,7-5-157,-1 6 0,2-5-197,2 5 0,0-7 0,2 2 0,2-3-239,6-2 0,4-1-485,5-4 463,-3-2 1,11-3 0,-5 1 0,1-2 0,-1-3-420,-1-5 1,3-2 279,-5-8 0,0 1 246,-5 0 0,5-2 1,0-1-1,-2-2-21,-1 1 1,-2 1-58,0-2 313,-6 10 0,3-10-64,-6 9 135,0 4 1,0 6-31,-1 9 1,1 4 0,-5 1-1,0 2 369,0 3 1,0-3 37,0 3-478,0-3 0,-5-2 1,1 0-1,0 0-7,3 0-639,1-6-31,0 5 767,0-12-135,0 6 0,0-14-346,0-2 0,1-4 0,3-2 0,2-3-301,2-1 0,-3 0 305,4 5 163,0 0 0,1 0 1,-1-1-1,2 3-144,2 2 1,-3 4 487,-1 6-164,-6 0 0,8 2 1,-4 1-1,1 3 1,1 2 443,-1 3 0,3 2-49,-6 1-504,6-6 1,-8 4 0,6-4 0,2 2 0,1-1-715,-3 2 0,4-4 439,-4-3 0,4-2 4,1-2 1,5 0-1,1 0 1,1 0-249,0 0 0,4-6 173,-2-4 374,-2-2 1,4-1 0,-6 2 0,0 1 0,0-1 199,0-1 1,-5 2 672,-4 1-657,-1-1 0,1 1 0,-2-1 0,-2-1 807,-3-1-977,-1-3-72,-2 1 0,0 0 0,0 0 0,-2 1-224,-3 4 0,-2 2-261,-8 7 378,1 0 0,-2 0 0,-1 2 0,-4 3 0,1 6 539,-1 6 0,2-1 15,5 3-294,6 3 1,-3-5 0,6 5 0,2-1 0,3-2 430,5 1 0,4-4-61,10 3-575,4-3 0,10-7 0,1-1 1,1-1-1,2-4-497,-1-2 0,-4-1-890,1 0 1019,-10 0 0,-2-6 1,-7-3-1,0-4 1,1-1-1984,-1 0 2404,-6-7 0,-46-45 0,10 24 0,0 0 0</inkml:trace>
  <inkml:trace contextRef="#ctx0" brushRef="#br0" timeOffset="34">29076 12013 8184,'-29'-16'756,"1"-3"0,6 3 1051,3-3 1,5 4-282,4 0-2341,4 1-2450,6 6 2785,6 2 480,-4 6 0,-9 25 0,-8 7 0</inkml:trace>
  <inkml:trace contextRef="#ctx0" brushRef="#br0" timeOffset="35">28393 12667 8229,'-6'-10'879,"-4"2"0,-2 1 0,-2 0 116,-1 1 1,6 0 0,-1 2 0,-1 0 109,-1 1 0,-2 1-801,-1 2 1,-4 8 0,0 4 0,2 7 0,1 4 0,2 0 1006,0-1-1201,0 5 1,1 0 0,2 6 0,3-1-1,0-2 100,0-2 0,5-1-212,-2-3 0,4 1 1,2-6-1,2-2-762,2-1 1,6-6 57,-1-1-326,9-6 0,-2 4 1,7-7-1,1 0 0,2 0 1032,1 0 0,45 6 0,-31-2 0,0 0 0</inkml:trace>
  <inkml:trace contextRef="#ctx0" brushRef="#br0" timeOffset="36">28493 13150 8131,'0'-9'1507,"0"-1"0,5 5-258,-1-4 1,3 4-637,-3-4 0,-2 4 0,4-3 0,1 0 438,2 0 0,-1-1-892,1-5 0,1-1 1,4 1-1,0 0 27,1 0 0,3-2-501,1-3 227,0 3 0,-4-11 0,-1 4 0,0-4 0,0-2-466,0 1 0,-6 0-316,-3-1 651,-3 1 1,-2 1-1,0 3 1,-2 5-1,-3 5-146,-4 4 0,-4 4 215,-1 6 106,0 6 1,0-1 0,-1 9 0,1 7 0,0 4 415,0 4 1,1-1-20,4 1-99,-4-1 0,11 0 1,-2 1-1,2-1 1,2 1 425,0-1 1,0-1-340,0-3-423,6-4 0,2-6 0,8 1 0,1-3 1,4-2 37,1-5 0,-3-4-605,5-1 462,-7 0 0,8-1 1,-4-4-1,0-5 0,1-2-371,0-3 0,1 1 42,6 0 397,-7 0 0,3-4 1,-4 3-1,-1 2 0,2 0-135,1 1 1,-6 4 15,2 3 165,-3 4 0,-2 1 1,0 0 38,0 0-23,-6 0 508,-1 0-71,-7 6 1,-2-5-64,-3 4-244,4-3 0,-7-2 0,3 0 0,-4 1-44,-4 4 0,-1-3-186,0 2 168,-1-2 0,-4 3 0,-1 1 0,-1 0 0,1 2 192,2 0 0,-2 0 178,1 1-352,0 4 1,6-5 0,2 5 0,3-2 0,2-2-49,3 2 0,1-3 58,2 2-148,7-7 0,7 3 0,9-6 0,4 0 0,2 0-476,-1 0 0,-1 0 358,-3 0 1,3-6 183,-4-4 0,-2 2 1,-2-1-1,-3-2 350,-2-2-236,-6-1 0,3 5 0,-5 1 1,0 0 926,1 0-829,-3 5 0,-5-4 1,-2 9 46,-2 3 1,-4 3 245,4 6-316,0 0 1,5 0 0,0 0 0,0 1-13,0-1 0,6-5 15,4 1-245,2-7 1,4 8-1,3-6 1,5-2-1,3-1-494,1-2 0,1-7-24,-1-2 448,-6 2 1,5-10 0,-5 3 0,0-4 0,-3 0-159,-3-1 0,-6-7 173,-1 3 102,-6-4 1,3-2-1,-6 2 1,0 4-1,0 4 432,0 3 1,-1 3 356,-4 4-581,4 3 0,-10 7 0,4 4 0,1 6 0,-2 6 721,0 7 0,3-2-190,-4 2-454,6 0 1,-8 4-1,6-1 1,2-2 0,1-3 123,2-1 1,-5-2-176,1-5-1141,-1 0 0,5 0-2530,0 1 2098,0-1 935,0-6 0,0-4 1,0-8-1,0-6-461,0-2 1,-2-3 723,-2 1 138,2 0 0,-4-2 0,6-1 1,0-2 136,0 1 1,6 4 653,4 5-358,2-4 0,2 11 0,1-2 0,0 1 1,4-1 682,5 0 1,-2-1-345,2 5-576,0 0 0,-1 0 0,1 0 0,0 0 1,-2 0-205,-3 0 1,-3-2-332,-2-2 312,0 2 0,-1-6-63,-4 3 96,-3-2 46,-6-1 1,-1 1 0,-4 7-43,-4 0 1,-4 0-271,-1 0 334,6 0 0,-5 5 1,4 1-1,-4 2 0,-1 3 215,0 2 1,4-4-94,1 1-71,6-1 1,-9 1 0,8-1 0,1 2 93,1 2 1,8-3 71,4-1-360,2 0 0,9-1 1,3-3-1,3-3 1,1-2-434,0 0 1,6 0 167,-1 0 322,0 0 0,-6 0 0,-2 0 1,-3 0-1,-1 0 468,-4 0-78,-7 0-25,-4 0 0,-1 1 679,-1 4 1,0-2-183,-9 7-531,3-7 0,-4 5 1,4-5-1,-1 3 131,-2 2-397,1-5-263,4 4 1,-2-7-411,-3 0 397,4 0 156,-6 0 0,7-2 0,2-3 0,1-4-501,2-4 0,6-1 27,-2 0 441,4-1 0,1-3 1,1-1-1,-1 1 0,0 2-123,0 2 1,0 5 442,1-1-29,-7 7 1,4-3-1,-2 6 1,2 0-1,1 1 536,-4 4 1,2 3-180,-6 6-304,0 7 1,-5-6 0,0 4 0,0-3 0,0-2-29,0 1 1,5-1-36,-1 0-696,1-6 0,-5 5-800,0-4 1525,0-3-229,0 1 1,0-9 0,2-1-1,2-3 1,6-2-594,3-3 1,1-7 277,0-1 353,7 0 1,-4 5 0,5 0 0,-1 0 0,-4 1 58,-1 4 1,-2-2-145,0 6 214,0 0 1,1 5 0,-1 0 360,0 0 0,-6 2-68,-3 2 46,-4-2 0,4 6 221,0-3-568,-1-4 379,-4 12 99,0-12-981,0 6 313,-6-7 1,3 0 0,-6 0-1,-3 0 1,0 0-244,-2 0 0,-2 0 220,-3 0 143,3 0 0,-4 1 0,5 4 0,1 5 68,0 2 1,4-2-165,1-1 130,6 1 1,-2 4 0,10 0 0,6 0-112,6 1 1,2-8-15,10-2-168,-4 3 1,10-6 0,-5 2 0,3-2 0,3-2-146,0 0 0,-2-2 416,-11-2-38,4 2 1,-9-11 0,4 4 0,-3-4-1,-7-1 98,-5 0 0,-1 0 566,-1-1-325,-1 8 1,-5-4 0,-4 6-18,-4 2 1,-4 1-119,-1 2-23,0 6 0,4 2 0,2 6 1,2 1 62,3-1 1,1 0-58,2 0-237,0 1 1,6-3 0,4-1 0,3-3-1,2 0-355,4 0 1,-1-5 132,5 2 229,-5-4 0,7-1 0,-6 0 0,0-1 0,0-2-93,0-2 0,0-6 287,-5 1-71,0 4 0,-4-5 0,-2 5 0,-2-2 334,-3-3-459,5 4 166,-6 1 1,4 8-1,-6 2 105,0 6 0,-2 7-62,-2 2-25,2 7 1,-6-9 0,5 7 0,-3-1 0,-1 1 266,1 0 1,-5-1-215,1 6-123,4-7 1,-7 3 0,4-6 0,-4-1 0,-1-3 112,0 0 1,0-6 38,0 0-99,-1-5 1,1 2-1,0-8 1,0-2 267,-1-6 0,6-7-72,-1-2-421,7-6 0,-3 2 0,8-5 1,2 0-1,7-1-1499,7 1 0,-1-1 551,7 1 619,-7-1 0,8 3 0,-4 0 1,0 4-1,1 2-1471,0 2 0,-3 2 1911,4 2 0,26-44 0,-19 23 0,0 0 0</inkml:trace>
  <inkml:trace contextRef="#ctx0" brushRef="#br0" timeOffset="37">31407 12638 8166,'15'7'1097,"-1"-4"-635,0 6 1,0-4 203,1 5 1,-1 1 0,-2 8 0,-1 4 33,-1 4 1,-7 3-1,2 3 1,-4 5 675,-1 3 1,-11 0-369,-3-3-652,-10 3 0,5-9 1,-7 4-1,-4-3 1,0-4 276,0-4 1,0-7-431,-4 0-126,4-2 0,-4-3 0,5-2 1,1-3-1,-1-2 237,1-3 1,1-1-1569,3-2-104,4 0 1,10 5 0,1-1 0,-2 1 1357,-2 1 0,12-10 0,2 2 0</inkml:trace>
  <inkml:trace contextRef="#ctx0" brushRef="#br0" timeOffset="38">25393 15482 8066,'7'-8'128,"-6"0"1,4 3 0,-2-4 814,2-4 0,-4 4-434,4-1 0,-3 5 0,-2-4 0,0-2 0,0-2 0,-2-1 41,-3 0 1,2 4 0,-5 1-1,0-1-296,1 2 1,2-3-253,-5 7 0,1-3 1,-5 4-1,-2-2-286,-3 2 0,2 3 194,-7 5 9,0 3 0,0 8 1,1 1-1,-3 4 1,1 1-47,2 3 0,-3 0 105,7-1-91,7-4 0,1-1 1,6 0-1,2-1-268,1-2 0,8-9 6,4-2 281,9-3 0,3-2 0,6-2 0,1-3 1,-1-6-306,1-6 1,-1 1 147,1-3 261,-7 3 1,-2-2-1,-7-1 1,-2 1 0,-3 2 863,-2 2 233,-1 0 32,-5 6-431,0-5 0,0 18-97,0 0-389,0 12 0,0 1 0,0 4 0,0 0 0,0 0 333,0 3 1,0 2-177,0 2-323,0-1 0,0 0 0,0 1 1,0-1-1,1 2 49,4 3 1,-3-4-290,3-1 130,-4 1 1,-1-9-1,0 6 1,0-4-662,0-2-247,0-1 389,0-5 0,0-7-974,0-7 0,-5-2 473,1-7 238,-1-1 0,5-6 0,1-1 0,3-4 836,0-1 0,20-27 0,0-11 0</inkml:trace>
  <inkml:trace contextRef="#ctx0" brushRef="#br0" timeOffset="39">25791 15439 8066,'-4'-14'282,"-3"1"1,1 2 306,0 2 1,-5 4 0,1-3-1,-2 0 430,-3 0 1,1 5-545,0-2 0,0 4 0,-2 1 0,-1 1-103,-2 4 1,-5 0-23,5 9-325,0-3 0,5 11 0,0-4 1,-1 2-1,3 1-67,2-1 0,4 4-417,6-5 308,0 0 1,0-5 0,1-1 0,3-2 0,2-3-449,2-2 0,6-1-89,5-5 503,6 0 0,-7-7 0,5-2 0,1-4 0,0-3-193,-1-3 1,-5 4 488,1-4 61,-3 3 1,-2 2 0,0-1 0,-1 1 0,-2 0 2094,-2 0-1432,-6 0-90,4-1 1,-9 9-240,-3 6 0,2 11 130,-6 8-468,6 6 1,-4-7 0,7 5-1,-1 4 1,-3 3 396,0 3 0,-1 1-459,5-6-60,0 0 1,0 1 0,0-2 0,2-2-1,1-3-289,1-1 0,1 2-446,-5-4 221,0 0 1,0-9-1426,0-1 1133,0-6-24,0 4 0,0-9 0,0-3-4465,0-4 5249,0-4 0,32-33 0,7-7 0</inkml:trace>
  <inkml:trace contextRef="#ctx0" brushRef="#br0" timeOffset="40">26005 15766 7492,'0'9'-281,"0"1"1,-2-5 3122,-3 4-978,4-6 1,-7 8-971,3-6 1,4 1-132,-4-1-839,3-3 0,9 3 0,2-9-240,4 0 0,1-6-94,0 5 350,-6-6 1,5 3-1,-4-6 1,2 0-351,-1 0 1,-4 4-2605,-6 1 612,0 6 2402,0-4 0,-63 33 0,23-11 0,1 1 0</inkml:trace>
  <inkml:trace contextRef="#ctx0" brushRef="#br0" timeOffset="41">26616 15510 8220,'0'-14'615,"-2"1"1,-1 2 0,-1 2 243,0-2 0,3 3 0,-1-2 0,-1-1-317,-2-1 1,-6 2-1,2 2-379,-4 2-110,-1 1 0,-2 7 0,-1 2 0,-2 6 0,0 3-162,-2 1 64,6 6 0,-11-2 0,7 4 0,2 0 1,3-2 15,4 1 0,-1 3-222,6-5 0,1-5 0,4-5 0,1 1-333,4-2 0,8-2 220,6-6 179,6 0 0,-5-2 0,6-2 0,-3-6 0,1-2-112,-2-3 1,3 0 402,-6-4 0,0 4 143,-4 1 0,-6 0 0,-1 5 0,0-4 2276,0-1-1017,-5 6-1058,3 1 1,-6 9 0,0 4 199,0 9 1,-4 4-166,-1 4-281,0 4 0,5 0 0,0 6 0,0-1 0,0-2 163,0-2 0,0 2 37,0 3-599,0-9 1,0 8 0,0-13 0,0-2 0,0-1-1764,0-2-274,0-6 631,0-2 0,0-7-234,0-4 0,0-3 60,0-6 1775,6 0 0,15-45 0,9-10 0</inkml:trace>
  <inkml:trace contextRef="#ctx0" brushRef="#br0" timeOffset="42">27000 15524 8220,'0'-9'906,"0"-1"0,0 1-290,0-5 0,-5 4 197,0 1 0,-6 4 0,2-3 1,-4 2 418,-1 3 0,-5 1-402,0 2-638,-6 6 1,7 2-1,-4 6 1,0 2-1,2 2 91,-1 1 1,4 0-364,7-5 0,-1 5 0,5 0 0,0-2-659,-1-1 0,3-7-36,4 1 403,6-1 0,3-1 1,10-3-1,3-4 1,2-2-673,0-4 1,0 2 609,4-6 0,-4-1 287,-1-4 0,-4 0 0,3-1 1,-1 1 313,-4 0 0,-1 0 1070,-2 0-641,-6-1 0,3 1 0,-6 0 2221,-2 0-2283,-1 6-220,-2 1 1,0 20 0,0 4 0,0 6 638,0 0 0,0 6 125,0 4-865,0 0 1,0-5 0,0 1 0,0 1 0,0 2-166,0 1 1,0-5-13,0-4-466,0-7 1,-2 5 0,-1-4-1851,-2 1-82,-6-7 1446,10-5 0,-6-9 0,7-3 0,0-4-1491,0-4 1,0-1 2406,0 0 0,32-57 0,-12 28 0,-1 0 0</inkml:trace>
  <inkml:trace contextRef="#ctx0" brushRef="#br0" timeOffset="43">27384 15496 8220,'-7'-14'755,"4"6"47,-6 3 0,4-1 1,-4 1-1,-2 2 514,-2 1 1,-1 2-657,0 0 1,-1 0-1,-1 2 1,-1 3 25,-2 4 1,-5 5-314,6 5-438,-1-3 1,6 5 0,2-7 0,3 0-1,2 0-628,2 0 0,3 1 488,1-1 0,1-5 1,4-1-1,6-1-1008,7-4 1,-1-2 146,7-1 749,-7 0 1,10-1 0,-5-2 0,0-4 0,-1-1 0,-1-3 0,-4-1 324,3-3 439,-3 8 0,-7-5 0,-1 6 1,0 0 728,0 0-366,-5 1-518,3 5 0,-7 1 1,-2 4-1,-2 5 1,0 4 724,-1 5 1,3-2-244,-7 7-637,7-1 0,-8 4 0,6-1 0,1-4 0,-1 0-189,0 0 1,0-5 55,5 2-559,0-3 0,-1-3 1,-2-2-4310,-2-2 2960,0-6-37,5 4 1941,0-7 0,25-51 0,7-12 0</inkml:trace>
  <inkml:trace contextRef="#ctx0" brushRef="#br0" timeOffset="44">27768 15510 8220,'0'-14'0,"0"4"768,0 1 0,-5 4 1,-1-3-1,-2 2 966,-3 3 1,-7 1-496,-1 2-810,-6 0 1,5 5 0,-6 3 0,3 3 0,-1 5 251,2 0 0,1-1-1169,7 0 415,0-1 1,1 0 0,4 0 0,2 0-130,1 1-1240,4-1 1031,2-6 0,8-2 0,7-6 1,0 0-1,3 0-590,1 0 0,4-5 479,-4 1 481,7-7 0,-11 3 1,4-5-1,-4 2 0,-4 1 64,-2-1 0,-1 4 104,1-3 385,4 7 0,-11-5 430,2 3-744,-2 4 266,-2 1 1,0 9-1,0 9 1,-2 2-1,-1 2 551,-1 3 1,-3 1-528,3-3-339,2 11 0,-4-12 0,6 8 1,-2-5-1,-1-1 783,-2-2-997,0 5-758,5-12 0,0 6-2550,0-7 2610,0-6-134,0-2 0,0-17-881,0-3 0,5 1 516,0 4 807,6 0 455,-3 1 0,31-43 0,7-4 0</inkml:trace>
  <inkml:trace contextRef="#ctx0" brushRef="#br0" timeOffset="45">28066 15510 8220,'0'-14'0,"0"0"1009,0-1 0,0 1-354,0 0 0,-1 1 0,-4 2 236,-5 2 0,-7 6-442,-2-2 0,-1 5 0,2 5 0,-1 4 337,2 4-784,-5 7 0,6-4 0,-1 5 0,4-2 0,5 0-428,2-2 1,1-1 261,5-2 1,0 0 0,2-1 0,2-2-362,6-2 1,4-5-604,5 0 800,-3-2 1,11-7 0,-4-1 0,3-2 0,-1-3 208,-1-2 1,-7-1 135,2 0 0,-2 1 1031,2 4 1,-8-4 760,4 4-1108,-11-4-358,3 5 0,-12 8 0,-1 9 0,-2 4 0,-2 3 702,2 3 1,-4 1-66,2 4-762,4 3 1,-5-5 0,6 8 0,0 0 0,1 0 119,-1-3 1,0-3-1278,5-1 653,0 4 1,0-11 0,0 3-2596,0-3-760,0-8 1560,0-2 1,2-6 2080,2 0 0,11-25 0,7-7 0</inkml:trace>
  <inkml:trace contextRef="#ctx0" brushRef="#br0" timeOffset="46">28450 15837 8055,'8'-6'4664,"-2"4"-1591,-6-10-2453,0 10-1312,0-11 0,2 12-1672,3-4 0,-2 3 2364,6 2 0,7 13 0,6 3 0</inkml:trace>
  <inkml:trace contextRef="#ctx0" brushRef="#br0" timeOffset="47">28649 15866 9057,'7'-8'1889,"-6"1"0,7 6-619,-3-4-2183,-4 3 254,12-4 0,-10 6 659,7 0 0,31-6 0,12-2 0</inkml:trace>
  <inkml:trace contextRef="#ctx0" brushRef="#br0" timeOffset="48">29104 15880 8061,'2'-13'1186,"2"4"1,-2 1-877,3 3 1,-4 2-557,-1-7 246,0 7 0,7-3 0,1 6 0</inkml:trace>
  <inkml:trace contextRef="#ctx0" brushRef="#br0" timeOffset="49">29474 15425 8030,'0'-14'540,"0"4"0,-2 1 1611,-2-2-1694,2 4 1,-11 1 0,4 6 0,-4 0 0,-1 2 0,0 2 1542,0 6-1921,-1-4 0,1 7 0,0-4 0,1 4 0,2 1-108,2 0-240,6 0 0,-4 1-56,7-1 1,0-5-148,0 1 1,8-7-1,5 2 1,4-4-845,1-1 1140,-3 0 0,4-4 1,0-3-1,-1-1 1,-3-1 82,0 1 1,-6-5 26,1 4 219,-1-4 0,1-1 0,-3 0 1313,0 0-905,-3-1-86,-4 7 0,0 1 18,0 2 1,5 5 10,0 0-266,0 6 1,-5 8 0,0 1 0,0 0 0,0 3 585,0 1 0,-5 6-277,0-1-373,-6 3 1,3 1-1,-6 0 1,0 1-1,0 1 194,-1 3 0,1-3-366,0 3 33,-7 4 0,6-7 1,-4 3-1,3-3 1,3-2-865,4 1 0,-4-6 114,4 1-511,2-7 1,1 4 0,4-8-1247,-2-4 0,4-3 1585,0-6 407,0 0 0,14-1 1,-1-4-1,7-6 0,5-6 480,5-7 0,8-3 0,6-17 0,5-10 0,-11 16 0,0-1 0,0 1 0</inkml:trace>
  <inkml:trace contextRef="#ctx0" brushRef="#br0" timeOffset="50">29701 15695 8030,'-4'9'667,"-1"1"0,-5-5 206,6 4 1,-7-4-294,1 4 1,2 1 44,-1 4 0,4-1 0,-3-2 0,2-2 114,3 2 1,1-3-395,2 2-421,0-7 0,6 3 1,4-6-1,4 0 0,3 0-246,2 0 1,0-5 68,-4 1 7,-1-7 0,0 4 0,-1-4 0,-4 2-1103,-4-2 0,-4-2-707,-1-1 1578,0 6 0,-1 0 0,-4 5 478,-4-2 0,-61 0 0,27 5 0,1 0 0</inkml:trace>
  <inkml:trace contextRef="#ctx0" brushRef="#br0" timeOffset="51">23047 13491 8001,'0'-9'111,"0"-1"1,0 6 539,0-6 0,0 5 9,0-4 1,-6 6-390,-3-2 0,-9 4-132,-1 1 1,-1 4 0,2 3 0,-2-1 0,-2 2 0,-2 0 286,2 3 0,-5 1-258,3 3 1,4-6 0,1 1-1,3-1 177,2-1 1,0 3-6,-1-6-145,1 6 1,5-10 0,1 6 0,0-3 663,0 1-519,5 0-277,-3-5 1,6 1 0,-2 3-40,-3 0 6,4 7 1,-6-3 1,7 7 0,0-1 0,0 0 0,0 0 151,0 0 1,0 2 26,0 3-159,0-3 0,0 9 0,0-4 0,0-1 0,0 2-9,0 1 1,2-1 110,3 1-137,-4 4 1,6-5-1,-6 7 1,2-1-1,2 1 123,-2-1 1,3 0-47,-1 1-74,0 6 1,-3-5 0,1 3-1,1-3 1,0-2 159,-3 1 1,-1-1-346,0 1 185,0-1 1,0 0 0,2 1 0,1-1 0,2 1-34,-2-1 0,-2 1-146,-1-1 108,0 0 0,0 2 1,2 1-1,1-1 0,2-4-19,-2 1 1,-1 0 48,-2 2 35,6-1 0,-4 0 0,2 1 1,-2-1-1,-2-1 18,0-3 0,5 3-34,-1-4-6,1 4 0,-5-3 1,0 0-1,0 1 1,0 0-31,0-1 0,2 3 32,2-4 13,-2-2 1,4 7-1,-6-2 1,0 2 0,0-1 19,0 0 1,0 0 8,0 1-33,0 0 0,0-1 0,0-1 0,0-3 0,0 3 12,0 0 1,0-3 225,0-5-191,7-2 1,-6-2 0,5 2 0,1 0 0,1 0-115,0-3 0,4-9 106,-2 1-53,2 3 0,3-7 1,0 4-1,4-3 1,5-2 48,3 0 1,1-7-35,1-2-130,-1-4 1,1 1 0,-1 1-1,0 1 1,-1-1-835,-3-2 1,-3 1-517,-7 2 179,0-2 1,-6 9-2172,-3-7 3469,-10 1 0,-28-6 0,-13 1 0</inkml:trace>
  <inkml:trace contextRef="#ctx0" brushRef="#br0" timeOffset="52">22095 15155 7988,'14'-7'266,"-1"4"0,-2-6 0,-2-2 2006,2-2-1866,-4 5 0,-3 2 0,-8 6 1,-6 1 361,-3 4 1,-7 5-534,-4 9 1,-4-2 0,-4 7 0,-1-1-72,1-1 1,-2 5 0,1-5 0,1 2-359,2 0 1,-3-2 170,0 2 0,-1 1-239,6-6 1,-1 0 0,3-7-1,2 0-444,5-3 304,3-6 331,8 3 0,2-7 1,6-4-1,0-4 1,2-6 106,2-4 1,4-1 455,6-4-332,7-3 1,-10 10 0,3-3 0,-3 2-1,-1 7 423,-1 3 1,-6 2-461,2 1 26,3 4 1,-6-4 0,2 10 0,-2 4 0,-2 4 731,0 1 1,0 5-456,0 0 0,0 4-539,0-4 1,0 0-1,0-4 1,2-1-788,2 0 0,4-1 517,6-4 0,-4 2-232,-1-6 1,1 0-1,4-5 1,0 0-2946,0 0 3560,-6 0 0,-1 0 0</inkml:trace>
  <inkml:trace contextRef="#ctx0" brushRef="#br0" timeOffset="53">19991 16548 8580,'-15'0'535,"6"0"1,-1 0-1,-1 0 5889,-1 0-5829,4 0 0,1-6 1,9-2-1,3-2-152,4 1-448,10-1 0,-1-9 1,5-1-1,3-2 1,0-4-264,3 0 1,4-4 0,0-2-1,-1-3-696,-2-1 0,-2 3-55,1-5 742,-13 0 0,1-3 0,-12 3 0,-4 6 0,-6 7-499,-9 6 0,-6 10 733,-9 4 100,7 3 1,-5 4 0,5 4 0,0 7 0,2 6 367,-1 3 0,7 3 559,0 8-716,-1-3 1,14 10 0,-4-5 0,3-1 0,2 3 799,0-1 1,0-4-252,0 1-516,0 3 0,5-6 0,2 2 0,-1-5 0,2-5 125,0-2 1,-4 4 36,6-5-658,-7 0 0,3-5 98,-6 0-656,0-6-21,0-2 537,0-6 489,0-6-452,0-2 0,0-1 0,0-1 0,0-1-501,0-1 0,0-3 401,0 1 141,7 0 1,-4 0 0,6 1-1,2 2 1,2 2 88,1-3 1,0 1 215,1 2 160,-1 3 0,0 6 0,2 0 0,1 0 372,2 0 1,0 1 19,-5 4-522,1 9 1,-6 2 0,-1 3-1,0-3 1,-2-2 144,1 0 0,-1 0-819,-1 1 106,-4-1 1,5 0 0,-4-1 0,1-2-1942,2-2 1621,6-6 553,-3 4 1,6-15-1,0-5 1,1-6-1,0-3-97,4-3 1,-1-2-56,5-2 384,-5 1 1,7 1 0,-6 2-1,-2 3 1,-1 3 504,-2 6 1,1 1 85,-1 7-264,-6 0 0,0 5-123,-4 0 1,-2 2-180,3 2 150,-4-2-458,-1 11 307,0-12-72,0 12 0,-1-12 0,-4 4 62,-5-3 1,-2-1-14,-2 4-252,6-3 0,-5 6 0,4-4 0,-4 4 0,-1 2-150,0-1 1,4 1 256,1 4 84,-1 0 0,1 0 1,1 0-1,1 1 1,4-1-38,2 0-175,1 0 168,0 1 1,1-3-1,4-2 1,4-6-1,4-2-86,1-2 0,1-2 2,-1-2 136,0 2 1,-1-11 0,-2 4 0,-2-4 0,2-1 487,2 0 1,-4-5 14,1 0-7,-7 0 1,5 5-1,-5 0 405,2-1-520,-1 7-295,-4 2 1,0 8 0,0 2 0,0 6 217,0 3 0,0 1-113,0 0-284,0 0 0,0 0 0,2 1 0,1-1 0,4-1-288,0-4 0,-2-1-312,5-3 515,-1-4 0,5 6 1,1-7-1,-1-2 0,2-3-345,3-4 1,-4-4-93,4-1 498,-3 0 1,-2-5 0,2 0-1,1 1 1,2 3 159,-1 0 1,-2 1 221,-2 0-118,-6 6 1,4 2 0,-2 6 529,2 0 0,1 6-178,-3 4-277,-4 2 1,-1 2 0,1 2 0,0 2-1,1 1 286,-4-2 1,0-1-1103,2-2 280,-4 0 1,7-1 0,-5-2-475,2-2 1,1-1 282,-1 2 358,-3-4 1,9-8 0,-5-1 0,2-3 0,3-2-28,2-3 1,1-2-109,0-1 234,0 0 1,2 0-1,1-1 1,1 1 0,-4 0 77,-3 0 1,-1 4 2,4 1 11,-6 6 1,0-8 0,-5 4 58,2-1-347,-1 5 148,-4-3 1,2 6-262,3 0 36,-4-6 130,5 4 0,-1-6 0,2 3 0,-1-4-317,0-4 1,4-1 150,-6 0 179,1 0 1,0-1 0,0 1-1,-2 0 406,-2 0 62,-1 0 291,0 6 78,0-5 1,-1 13-203,-4 0-178,3 0 1,-5 11-1,3-5 1,-2 2 562,-2 3-957,5-4 114,-3-1 0,6-4 1,-2 1 309,-3 1-452,4 1-185,-6 2-487,7-6 330,0 5-502,0-6 2220,0 0-612,-6 0-849,5 0 175,-6 0 0,6 0 1,-4 0-217,-5 0 127,-2 7 96,-2 1 1,4 4-1,1 1 1,-2 0-1,0 2 47,1 1 0,2 5-109,3-2 125,4 6 1,-5-9 0,6 3 0,0-4 0,0 0-7,0-1 0,1-1-230,4-4 213,3-3 0,6-6 0,0 0 0,0 0 1,1-1-22,-1-4 1,5-8-79,0-6 64,0-6 1,-3-3-1,1-10 1,2-3 0,-3-2-154,-5 0 1,0-6 134,-7-3 33,8-3 0,-11 0 0,4 4 0,-5 10 0,-3 11 511,-2 10-183,-6 4-377,3 14 0,-5 10 0,2 17 0,3 9 0,1 7 587,-1 4 1,3 3 752,-5-5-1013,7-1 1,-3 2 0,6 1-1,0-1 1,0-6 131,0-7 0,6 1-1193,4-8 474,2-4 1,3-1-1,-1-9 1,2-6-1,1-2-2090,2-2 0,1 0-1252,-1 0 2856,-3 0 1,5-5 0,-5-1 799,3-2 0,3-20 0,6-10 0</inkml:trace>
  <inkml:trace contextRef="#ctx0" brushRef="#br0" timeOffset="54">22066 16548 8124,'15'-6'293,"-6"2"0,1-3 1,1-1-1,1 1 1125,2 1-1204,-6-5 0,5 8 0,-5-7 0,1-1 0,2-1 0,4-3 0,2 1 492,0 0 1,4-7-625,-2-2 1,5-4 0,-5-2 0,-2-1-1,-3-1 1,-4-2-39,-6 1 0,-2 2-81,-2 2 32,0-1 0,0 7 0,-2 5 0,-2 6 0,-6 6-101,-2 3 1,-3 2 159,1 0 49,0 7 1,0 1 0,-1 6 0,1 2 0,2 1 367,2 2 1,-1 6 229,6-1-468,-6-4 1,10 7 0,-4-3 0,3 3 0,2 1 468,0 1 1,0-1 50,0 1-575,0-1 0,0 0 1,0 2-1,0 2 1,0 1 230,0-1 0,0 3-298,0-2-96,0 6 0,0-9 0,0 3 0,0-1 0,0 0-288,0 1 1,0-5 123,0-4 38,0 0 0,0-1 0,0-1 0,0-1 0,0-4-506,0-1 0,2-3 5,3-4-178,-4-3 0,7-6 340,-3 0 0,1-6 250,4-3-21,2-4 1,-10-6 0,4-1 0,-1-3 0,0-2-786,-2-2 0,-2-1-457,-1-1 1063,0 1 0,-6-2 0,-3-2 0,-6 1 1,-2 2-169,-2 4 0,-6 6 259,1-5 504,-3 7 1,5 1 0,3 8 0,3 2 1143,2 3-740,0 1 23,6 2 1,8 0-1,11 0 1,6-1-1,7-2 421,3-2 1,1-5-579,1 6-312,-1-7 0,7 3 0,1-7 0,1 1 0,-2 0-3,-1 0 1,-4-2-1010,3-3 595,-3 3 1,-3-4 0,-3 6 0,-7-1-501,-6 1 650,-4 6 273,-7 2 1,-2 6 0,-3 1 0,-4 4 318,-4 5 1,-2 2-129,-4 3-203,3 5 1,-5 1 0,7 4 0,0-3 0,0 0 130,-1 0 1,3-3-314,2 5 72,-2-7 1,10 9 0,-4-8-1,1 0 1,0-2-163,2-2 1,3 0-374,5 0 340,-4-6 0,12-1 1,-2-7-1,5 0 0,3-2-242,-2-3 0,-1-3 149,-2-6 209,0-6 1,4 2 0,-2-6 0,-4-1 0,-1-3 77,-3-5 1,0 3 108,-3-4 139,-4 11 1,6-3 0,-7 7 0,0 2 1610,0 1-1441,0 8-397,-7 2 1,4 12 0,-5 4-1,2 3 1,1 2 180,-1 4 1,4-1-49,-2 5-168,2-5 0,2 7 1,0-6-1,0-2 0,2-1-421,2-2 1,3 1-461,2-1 626,4 0 0,-5-5 1,6-1-1,0-1 1,0-4-519,1-2 0,-1-1 185,0 0 469,0 0 1,-4-6-1,-1-2 1,2-1 0,2-1 181,1-1 1,-1-1 13,-4-3 158,4 1 1,-7 0 0,4 0-1,-6-1 1,0 3 1103,0 2-735,-2-2-202,4 4-628,-6 0 0,0 3 631,0 10-350,7 3 0,-4 6 1,5 0-1,0 0 0,-2 1-164,0-1 1,4 0-146,-6 0 138,7 1 1,-7-3 0,4-1-1,-1-1-636,1 1 311,2 1 426,-2-4 0,4-1 0,-2-7 0,2-2 109,3-3 0,-1-4-209,0-10 149,-6 3 1,5-6-1,-4 5 1,2-2-1,0 1 32,-1 2 0,-6-2 41,6-1-67,-7 0 1,8 9-1,-6 1 102,-2-2-169,-1 4 15,-2-5 0,1 8-188,4-5 204,-3 6-128,4-10 1,-1 5-1,-1-6 1,-1 0-1,1 0-189,0-1 1,-2 0 177,3-4 47,-4 3 0,-1-6 1,0 4-1,0-1 0,-1 2 72,-4 1 0,2-3 153,-7 0-84,7 0 0,-9 5 0,2 2 834,-3 2-938,6 4 133,0 6 0,6 6 1,-3 5-1,0 7 0,1 7 643,1 6 0,2 1 477,0 6-944,0 0 0,0 0 0,0 0 0,0 0 1,0-2 120,0-3 0,0-3-165,0-2-292,6 1 0,-3-7 0,5-3 0,0-3 0,0-4-606,3-2 1,2 1 470,1-6-179,7-1 0,-4-10 0,7-5 0,-1-5 0,1-4-315,0-2 1,-5-4 181,4-7 385,-5 3 0,5 0 1,-7 8-1,-3 0 0,-2 1 141,-3 1 376,-2 7-292,-6 7 1,0 7-1,0 6 619,0 7 0,-5 0-230,1 5-318,-1 3 0,0-4 0,0 4 0,2-2 0,2-2 129,1-3 1,1 0-8,4-1-506,-3 0 0,12-1 1,-1-2-1,4-3 1,2-2-503,1-3 0,-2-1-112,5-2 605,-5-7 1,2 1 0,-4-6 0,0-1 0,0-3-354,-4 0 0,-5 5 1025,2 2 267,-6-1 0,4 1 900,-7-1-1422,0 7 4,0-3 1,0 7-1,0 4 1,0 5-94,0 2 0,1-2-190,4-1-15,3 1 1,3-1 0,2-1 0,2 0 0,3-2-663,2 1 0,-2-3-127,5-4 659,-5 0 0,7-1 0,-6-4 0,-2-4-38,-1-4 0,-6 0 777,-1 4-332,-6-4 0,4 10 1,-9-5 234,-3 2 1,2 1 124,-6 5-344,5 0 0,-7 2 1,5 1-1,0 3 0,-1 2 525,4 3 0,-3 2-299,1 1-564,1 0 0,4-4 0,0-1-677,0 2 571,0 2 121,0-5 1,1-2-1,2-8 1,4-2-696,0-6 0,-2-4-184,5-5 785,-7 3 1,9-9 0,-4 4-1,2 1 1,-2-1 120,-2 4 1,0 3 233,-1 4-5,-3-2 1,6 5 616,-4-2 76,4 3-660,6 6 0,1 6 0,-1 2 0,0 1-537,0 1 1,1-7-47,-1 2-249,0-4 1,0 4 0,0 0-1,1-2-1013,-1-2 0,-5-1 936,1 0-322,-7 0 0,5 2 0,-3 1 1064,4 2 0,-28 19 0,-6-1 0</inkml:trace>
  <inkml:trace contextRef="#ctx0" brushRef="#br0" timeOffset="55">24156 16591 8124,'10'-5'2832,"-1"0"-2037,-5 0 1,3 1 1134,-2-1-1244,-3 0 1,9-1 0,-5-2-117,2 0 1,1-3-305,6 6-199,-7-6 1,3 8 0,-5-5-1,2 0 1,1 0-77,-1-3 0,5 3-37,-4-1-89,-2-1 1,5-4 0,-4 0-1,0 0 1,-3 0-334,-4-1 0,-1 1 245,0 0 60,0 6 1,-1-3 0,-5 6 0,-7 2 0,-6 1-337,-3 2 1,-2 12 495,-4 2-36,6 9 0,-4-5 0,6 5 0,-1 3 0,2 1 315,7 1 0,-1-4 230,8-1-355,1-5 1,10 7 0,5-8 0,6-2 0,9-6 168,5-3 0,1-1-69,6-5-367,0 0 1,-2-1 0,-5-4 0,-4-3-1,-3-1-961,1-1 1,-6 1 236,-5-6-1264,1 7 1,-12-4 2103,6 2 0,-43 4 0,-7 0 0</inkml:trace>
  <inkml:trace contextRef="#ctx0" brushRef="#br0" timeOffset="56">20431 17387 7894,'-14'0'-69,"5"0"1,-1 0 0,-1 0 474,-2 0 0,-1 0 1279,0 0-358,0 0 10,6 0-564,2 0-514,6 0 1,1 0-1,4 0 1,6 0 280,6 0-395,5 0 1,8-2-1,4-1 1,4-2 0,1 2 120,-1 1 1,3-2-373,-3-1-94,3 0 0,-5 5 0,-4-1 0,-5-2 0,-5-2-779,-2 2 0,-5 1-848,-6 2 1398,-6 0 1,2 0 0,-10 0-1,-4 2 1,-5 1-833,-5 2 0,-2 4 631,-3-4 446,-2-1 0,3-2 184,-5 3 0,-7-10 0,-1 3 0</inkml:trace>
  <inkml:trace contextRef="#ctx0" brushRef="#br0" timeOffset="57">20588 17372 7330,'8'0'1229,"0"0"-175,-4 0 531,-2 0-855,4 0 1,-4-4 688,2-1-1036,-2 0-209,4 5 1,-6 7-1,0 2 1,0 5 187,0 5 1,0-1-39,0 5-186,0 1 1,0 4-1,0 2 1,0 2-1,0 1 201,0-1 1,0-2 50,0-2-558,0 1 0,0-2 0,2-2 0,1-3-640,2-2-590,0-1-346,-5-11-976,0-1 2720,0-20 0,6-28 0,2-19 0</inkml:trace>
  <inkml:trace contextRef="#ctx0" brushRef="#br0" timeOffset="58">20872 17429 11373,'21'0'781,"1"0"0,8 0 0,3 0-428,5 0 1,3 0-1,2-1 1,-2-2-324,-3-2 1,-4 0-532,-5 5 1,-7-5 0,-3 1-2084,-3 0 1587,-8 3 384,-8 1 0,-8 0 613,-7 0 0,-30-6 0,-9-2 0</inkml:trace>
  <inkml:trace contextRef="#ctx0" brushRef="#br0" timeOffset="59">21114 17429 9733,'0'8'4388,"0"-1"-3623,0-7 0,0 1 307,0 4-764,0-4 0,0 12 0,0-3 0,0 2 479,0 2-597,0 1 1,0 4 0,0 1 87,0 2 1,0 0-229,0 2 0,0 1 0,0-4 0,0 1 136,0 3 0,0-4-335,0-2 0,0-3 1,0-2-315,0 0 0,0-5 107,0 1-75,0-7 1,0 2-815,0-10 1,0 2-2144,0-7 3388,0 1 0,6-24 0,2-5 0</inkml:trace>
  <inkml:trace contextRef="#ctx0" brushRef="#br0" timeOffset="60">21483 17543 7972,'0'-8'-388,"0"-4"2001,-6 10 131,5-4-559,-6-1-286,7 6-112,0-6 122,0 7-601,0 0 1,0 7-263,0 2 1,0-1 73,0 2-62,0-1 0,5 5 0,0 0 0,-2 2 0,-2 2 179,-1 1 0,5 1-133,0-1-56,0-3 1,-5 4-1,1-5 1,2-1-1,2 0-54,-2 0-103,-1 1 9,-2-1 0,0-5-37,0 1 1,0-6 113,0 6 0,0-7 1,1 3-53,4-6 51,-3 0 440,4 0-53,-6 0-8534,0 0 7495,0-6-425,0 4 689,0-4 0,0 5 412,0-4 0,0-16 0,0-9 0</inkml:trace>
  <inkml:trace contextRef="#ctx0" brushRef="#br0" timeOffset="61">21057 17472 8378,'0'-9'6108,"0"-1"-5577,0 7 0,1-3-252,4 6-54,-3 0 0,4 6 1,-6 3-1,0 6 0,0 2 1,0 3-53,0 3 0,5-4 0,0 3 0,-2-2-389,-2-2 0,-1 2 75,0-1-207,7 0 0,-4-10 0,6-1 0,2-1-533,2-4 1,1-2 346,0-1 322,1-6 0,-1-2 0,2-6 0,1-2 0,2-1-222,-2-2 1,-1-5 641,-2 5-127,7 0 1,-5 5 0,1 0 0,-4 1 0,-4 2 605,2 2 0,-3 6 175,2-2-587,-7 3 1,8 4 0,-6 3 0,-1 4-1,1 4 649,0 1 0,4 6-359,-4 4-425,0-3 0,0 4 1,-1-5-1,-1 1 0,-1 1-144,-2 0 1,5-9 108,-1 1-1193,1-3 1,-5-1 518,0-1 1,0-7 109,0-2 1,-5-11 0,1-10-17,1-1 1,1 3 181,2-5 1,2 1 335,2-6 1,3 5-1,4 2 1,-2 2-153,2 2 1,7 3 1300,1 0 1,0 3-813,-5 2 1,5 4-1,0 6 1,-2 2 134,-1 2 1,-4 4-130,-2 6 1,1 2-197,-6 3 0,4-3 0,-4 3 0,-2-3-571,-1-2 1,-2 0 159,0 0-1897,0 1 1688,0-1 345,0-6-85,0-2 0,0-8 0,0-2 1,0-6-1,1-1-141,4 2 0,-2-4 328,7 4 0,-1-4 303,5-1 1,1 4 0,-1 2 195,0 2 0,0 1 97,0 5 1,-4 0-337,-1 0 0,-4 2 1,5 1-1,1 3 317,1 2 0,-2-3-502,-1 4 1,1-4-143,4 5 0,0-7 1,2 2-1,1-4-167,2-1 0,2 0-110,-2 0 1,-3-6 124,3-4 1,1-2 0,-1-3 0,-3 0-50,-5-4 0,0-3 126,-6-7 0,-1 2 73,-4 4 1,-1-3-1,-4 7-51,-4 2 0,-9 8 2,-1 4 1,0 10 89,5 4 1,-5 10 0,2 5 0,3 3 187,3 1 1,7 0 92,0 1 1,2-1-37,2 1 1,6-1 0,4-1 0,4-3 80,5-5 1,3-4-233,7 0 1,-1-7-390,0-4 1,1-2 0,-1-4 0,-1-2-964,-3-6 0,-4-9 649,-5-5 0,-3-2-569,-2-3 1,-4 1 0,-8-2-1,-2-2 1189,-6-1 0,-27 1 0,-14-1 0,-4-1 0,1 0 0</inkml:trace>
  <inkml:trace contextRef="#ctx0" brushRef="#br0" timeOffset="62">21626 17358 7890,'-15'0'0,"1"0"0,5-4 0,-1-1 0,2-6 1939,-1 1 0,1 2 0,5-1 0,-2-2-967,2-2 0,-3 4-4206,1-1 1169,0 1 2065,5 1 0,51 27 0,12 12 0</inkml:trace>
  <inkml:trace contextRef="#ctx0" brushRef="#br0" timeOffset="63">22934 17301 13386,'8'15'685,"-4"0"0,-1 4 0,1 5 0,0 3 1209,0 1-1774,3 7 1,-3 1 0,3 7 0,1-2 0,-1-1-1,1-6 1,-2-2-456,0-5 1,-1-8-616,-5 0 1,2-5-3638,2-5 3086,-2-2 0,3-9 1501,-10-3 0,-41-53 0,15 19 0,0 1 0</inkml:trace>
  <inkml:trace contextRef="#ctx0" brushRef="#br0" timeOffset="64">22891 17586 7903,'8'0'1126,"5"0"1,-7-2 322,3-3-559,4 4-696,-5-6 0,6 7 0,0 0 0,1 0 0,0 0 7,4 0 1,-1 0-612,5 0 277,1 0 0,4 0 0,1-1 1,-1-2-1,1-2-290,-1 2 1,-1-3 204,-3 1 345,-4 0 1,-10 0-1,-2-1 467,-2-2 1,-3 3-63,-8-4-346,-2 6 0,-8-4 0,0 7 0,-3 0 0,-2 2-17,-3 3 1,6 3 89,-2 6-385,3 0 1,2 0-1,0 0 1,1 1-1,2-1-268,2 0 259,6 0-431,-4 1 374,7-1 0,2-2 0,1-1 0,3-3 0,2-1-361,3-4 0,7-2 332,1-1 326,0-6 1,-4-2 0,3-6 0,1 0 0,-2 0 638,-1-1-495,-2 1 754,0 0 1,-4 0-463,-1-1 0,-6 9-346,2 6-197,-3 0 0,-1 13 1,2-4-1,4 4 1,1 3-131,3 3 0,0-8-562,-2 3 525,10-3 1,-9 2 0,9-4 0,-4-4 0,1-4-290,3-1 1,-3-6 70,3-3 225,-3-4 0,-4-8 0,-1-2 0,-1-4 0,-1-2-60,-1 1 1,-1-2 90,-7-3 98,0 3 1,-5-5-1,-1 7 1,-1 1 981,1 3-581,-5 10-237,3 8 0,0 9 0,3 6 1,2 10-1,0 8 597,-2 6 0,1-1 506,4 6-961,0-7 1,4 9 0,1-5-1,0-1 1,0 1 162,-1-3 0,6-9-457,-6-4-23,1-3 1,-5-2 0,2-1-479,3-4 1,-4-9-87,4-9 266,3-10 0,0-3 1,6-7-1,0-1 1,2-1-301,3-2 1,-3-5 334,3 5 253,3 6 1,-6 1 0,2 8 0,-2 0-1,-3 2 548,-4 2-299,4 6 1,-11 2 1,2 7 0,-8 4 0,-6 5 222,-2 2 0,-7 7-133,0 0-254,-7 7 1,11-11 0,-4 6 0,3-2 0,2 1-13,-1 2 1,6-4-90,-1 1 96,7-3 0,-2 3 0,10-1 0,5 0 32,2-2 1,10-8-4,7-4-93,-1-2 1,13-2 0,-3-2 0,2-2-1,-1-6-177,-1-3 1,0-6 92,5 1 79,-7-8 1,-6 6-1,-8-6 1,-3 3-1,-5-1-50,-3 2 0,-7-3 229,0 6-77,-2 0 0,-4 9 1,-2 2-1,-6 2 93,-2 3 0,-4 1-216,-3 2 107,3 13 0,-5-2 1,9 11-1,1 0 1,3 0 292,2 4 0,-4-4 453,5 1-674,1 1 1,4-2 0,0-1-1,1-2 1,4 0-225,4-2 1,9-6-10,1-1-1,0-7 0,1 3 0,4-7 0,3-3 0,0-4-173,-4-4 1,4 1 218,-3-8 147,-4 3 0,1 2 0,-7 0 0,-1-1 1,-2 3 459,-2 2 1,-6 2 185,2 4-338,-3 2 0,-2-3 0,0 10 377,0 5 0,0 2-324,0 2-346,-7-6 1,6 5 0,-4-4 0,2 2 0,0 0-131,-2-1-916,0-7 439,5 3 1,0-7 100,0-4 1,0-3 79,0-6-148,7 0 1,1 0 0,7-1-1,3 3 1,2 1 481,2 1 1,-4 5 1446,1-4-1148,-3 6 1,2-4-1,1 7 1,-1 2-1,-2 1 1249,-2 2-1208,0 6-497,0-3 1,-4 6 0,-2 0-1495,-2 1 1,-1-6-351,-5 1 1327,0-7 0,0 5 1,1-5-1,2 3 676,2 2 0,19 8 0,0 6 0</inkml:trace>
  <inkml:trace contextRef="#ctx0" brushRef="#br0" timeOffset="65">25123 17372 7903,'-6'-7'-295,"4"-6"1,-4 3 3228,0-2-2218,4 4 1,-4 3 0,6 11-1,0 9 1,-2 7 0,-1 5 1260,-2 1 1,1 5-1574,4 0 1,0 5-1,-2-4 1,-1-1-125,-2 1 1,0-5 0,5 1 0,0-6-216,0-4 0,0-1-133,0-5-452,0 1 1,0-9-421,0-6 1,2-8 166,3-11 586,3 3 1,10-11 0,3 5 0,3 0-1,4 2 153,4-1 1,1 10 1218,-5-3-978,1 9 0,2-6 0,-1 6 0,-4 2 0,-4 3 253,-5 5 0,-6 3 163,-1 6-410,-7 0 0,2 0 0,-10 1 1,-6 0-1,-7 3 205,-5 1 0,1-2-489,-2-7-136,0 2 1,-9-9-1,0 5 1,1-1-1,4-3-273,4 3 1,-1-6 235,6 4-1265,0-3 663,5-2 1,12 0 236,7 0 960,12 0 1,7 0 0,8 0 0,2-2 0,3-1 71,2-2 0,-2-6-334,0 2-84,1-4 1,0-1 0,-1-1 0,-3 0 0,-2-3-267,-2-1 1,-3-4-283,-4 4 378,-2-7 1,-11 11 0,-3-6 0,0 2 0,-4 0 83,-2 2 0,-2 6 145,-4 1-50,4 1 0,-12 1 0,3 3 0,-2 4 0,-4 2 136,-3 4 0,3 3-64,-3 6 42,4 0 1,2 5-1,2 0 1,3 0-1,2 0 485,2 0 1,3 0-210,1-5-225,0 7 0,1-6 0,4 4 1,6-4-1,5-4 197,3-2 1,11-6-628,-2 2 160,4-3 0,-4-2 0,1-2 0,1-3 0,0-4-526,-2-4 1,4-3-205,-8-3 582,-4 4 0,1-12 0,-7 3 0,-1-3 0,-4-1-323,-4-1 0,-4-1 222,-1-3 228,0 3 0,-6-5 1,-2 9-1,-1 2 1,-1 5 122,-1 3 0,3 8 35,-1 4 89,6 2 1,-5 4 0,5 4 0,-2 8 0,2 7 897,1 1 1,2 9 842,0-2-1457,0 2 0,0-1 0,0 2 0,0 1 0,0-1 278,0-2 0,0-7-702,0 1-224,0 0 1,0-2-3299,0-3 2362,0-10 608,0-2 0,0-9 0,0-3 0,0-4-626,0-4 0,-5-1 540,1 0 544,-1 0 1,0-1 0,0 1 0,2 0 0,2 0 545,1-1-529,0 1 375,0 0 0,6 5 0,5-1 0,5 1 0,4 1 447,2 3 0,2-1-263,5 1-264,-1-6 0,0 9 0,-1-2 0,-3 2 0,-5 2 104,-3 0 1,-7 0-511,1 0 322,-7 0 1,5 6 0,-5 4 0,2 2 0,-2 4 578,-2 3 0,-1-1-175,0 5-449,0-5 1,0 4 0,0-5-1,0 2 1,0-2 49,0-1 1,0-6-71,0-1-337,7-6 0,-4 4 0,6-7 0,2 0 0,2 0-245,1 0 0,1-7 37,-1-2 354,0-10 0,0 2 0,0-7 0,1 0 0,-3 2-93,-2 3 1,1 3 338,-6 2 120,-1 0 1,1 4 202,0 1 0,-1 14-112,-4 4-151,0 4 1,0 9 0,0-3 0,0 3 0,0 0 117,0-3 1,2-3-93,3-2-189,-4 0 0,12-1 0,-4-2 1,4-3-1,1-2 150,1-3 0,-1-1-598,0-2 301,0-6 1,-1-2-1,-2-8 1,-3-2 0,0-2-293,0-2 1,-5 0 83,2-2 257,-4-3 1,-1 11 0,-1-3-1,-3 4 1,-2 2-71,-2 4 1,3-3 210,-4 8-196,6-1 1,-8 7 0,6 2-5,2 6 1,1 2 137,2 3 16,7-1 0,0-5 0,8 1 1,0-1-1,3 1 24,1-1 0,6-6-82,-1 2 90,3-3 1,-4-2 0,1 0-1,0-2 1,-2-3 226,-3-4 1,0-4-11,-5-1-156,3-6 0,-10 2 1,4-4-1,-3 2 0,-2 2 216,-3 2 0,-3 1 79,-5-4-283,-3 9 0,-6-7 0,0 12 0,-2 2 0,-1 1 16,-2 2 1,-5 5-285,5 0 194,0 6 0,5 1 0,0 7 0,1-1 0,4-2-68,4-2 1,3 2-28,2 3 28,0-4 1,2 6-1,3-7 1,6 0-1,6 0-25,7 1 1,3-6 74,1 1-134,1-7 0,4 3 1,0-6-1,0 0 1,0 0-45,0 0 0,-4-5 191,-5 1-35,-7-7 0,3 1 0,-5-7 0,-1-2 0,-1 1 32,-4 3 0,-3-4-25,-6 0 4,0 0 0,0 9 0,-1 1 0,-4-1 0,-4 2 37,-4 4 0,-1 2-17,-1 2-148,1 0 1,0 2 0,0 2 0,0 7 84,-1 7 1,8-2 61,2 3-47,3-4 1,2 0-1,0-1 1,2 0 0,3 0-60,4 0 1,4 1-243,1-1 212,6-6 0,2 3 0,5-6 0,-1-2 0,-3-2-199,3-1 1,-1 0 491,-1 0-101,2 0 1,-10-6-1,3-3 1,-3-4-1,-3-1 334,-4-1 0,-1 3-88,-3 2 768,-4 4-982,6 0-212,-7 4 265,-7 2 1,6 8-1,-6 5 1,3-2-1,-1-2-61,2 2 1,0 0-182,-2-1-110,3 2 1,-4-8-573,6 5 398,0-6 157,0 4 1,0-9 0,2-3-1,2-4 1,6-4-372,2-1 1,4 0 362,3-1 220,-3 8 1,5-4 0,-6 4 0,3 1-1,1 0 500,-2 2 0,-1 3-145,-2 1-264,0 0 0,-4 0 0,-1 0 1,1 1-1329,-2 4 621,-2 3-557,-6 0 0,0 5 1,0-4-615,0 4 1,-2-4 1767,-2 1 0,-42 12 0,-16 8 0</inkml:trace>
  <inkml:trace contextRef="#ctx0" brushRef="#br0" timeOffset="66">28152 17245 7922,'0'-15'326,"0"6"0,0-1 0,0-1 2369,0-1 1,0 5-1368,0 7 1,0 13 0,0 11-1,0 3 1062,0 1-2165,0 0 1,-2 1 0,-1-1-1,-2 1 1,2-1 60,1 1 1,2-1-71,0 0-1192,0-5 0,0 2 1,0-6-1,0-2-1752,0-1 1,0-7-125,0 1 2067,0-7 0,0 2 0,-1-10 0,-4-4-515,-4-4 1,-4-6 1299,-1 0 0,-7-6 0,10 9 0,-3-3 0,3 3 0,1 2 166,1 0 63,6 0 681,-4-1 1,7 6 0,2 1 1146,3 2 0,3-4-936,6 5-846,6 1 1,-4 4 0,5 0 0,-2 0 0,1-2 267,2-3 1,-4 4-161,1-4-299,-4 3 1,0 2 0,-1 0 0,-1 2 0,-2 3 348,-2 4 1,-1-1 302,1 2-510,-2 5 1,-7 1 0,0 5 0,0-2-1,0 1 253,0 2 0,0-4-410,0 1-21,0 3 1,0-6 0,0 3-1,0-4-656,0 0-605,0-8 860,6 0 1,-3-9 0,7-3 0,1-6 0,1-4-732,3-4 1,-1-7 427,0 3 535,0-4 1,0 3 0,1 0 0,-1 1 0,-1 1 140,-4 3 0,2 3 810,-6 2-595,0 6 1,-5-2 0,0 10 221,0 7 1,0 4 456,0 3-666,0 6 1,0-2 0,0 4 0,0 0 0,0 0 436,0 3 0,6-4-281,3-2-443,4-3 1,1-4 0,0-1 0,1-3-1,0-1-187,4-4 0,-1-2 119,5-1 35,-5-12 1,7 2 0,-6-10 0,-2 1 0,-2-2 4,-6-1 0,-3 0-73,-6-2 210,0 4 0,0 6 0,-1-1 1,-4 1-1,-4 1 58,-4 4 1,-1 3-617,0 6 304,-1 0 0,6 0 1,-1 0-1,1 1-796,1 4 567,-5-3 325,12 10 0,1-9 1,9 5-1,6-1 1,5-3 116,9 3 0,1-6 1,7 4 95,-5-3 0,8-2 0,-7 0 0,-3 0 0,-3 0 456,-4 0 1,-10 0-190,1 0-198,-9 6 1,6-3 0,-6 7 0,-2 1 0,-3 1 478,-5 2 1,2 1-475,-7-1-78,7 0 1,-3 0 0,6 0-1,0 1-70,0-1 1,6-1-437,4-4 271,2-3 0,7-6 0,2 0 0,-1 0 0,3-1-180,-1-4 1,0-4 205,1-10 103,-2 3 0,-7-11 0,-1 5 0,-4-2 0,-4 2-146,-3 2 0,-4-4 92,-3 5-287,-3-6 0,-12 9 0,-4-2 0,-3 7 0,-1 7-1374,0 2 0,-6 2 347,1 0 894,0 6 1,11 2-1,3 6 1,3 2 0,2 3-1202,0 5 0,6-2-30,3 2 1690,3-1 0,15 18 0,3 4 0</inkml:trace>
  <inkml:trace contextRef="#ctx0" brushRef="#br0" timeOffset="67">30085 17287 7922,'-5'-11'48,"1"-2"0,-1-1 0,0 2 0,-1 2 2487,-2 4-1979,-1 1 0,-6 5 1,1 0-1,0 0 0,0 2 1,-1 2 1052,1 6 1,0 7-1121,0 2 1,-5 6 0,0-1 0,1 3-83,3 1 0,5 1 0,2 1 0,0 2 54,1 1 1,3 1-107,0 0-306,2-4 1,2 6 0,2-4 0,1 1 0,3-2-144,2-1 0,1-3-1301,6-3 948,-1-4 1,-5-5-1,-1-1 1,0 0-1768,0 0-622,-5-6 2036,4-2 1,-9-6-1,-3-1 1,-4-4-800,-4-4 0,-7-4 263,-4-1 1336,3-7 0,-4 4 0,5-5 0,-1 0 0,0 1 0,4 1 0,1-4 0,2 5-49,6 0 1,0 6-1,5 2 1,-2 2 3219,2-2-1544,2-2-845,1 5 0,6 2 0,3 6 0,4 0 0,3 0 280,3 0 0,-2 0-761,7 0-279,0 0 1,9-2 0,0-1 0,-1-2-1,-1 2-184,2 2 0,-3 1-685,4 0 570,-4-7 0,-4 6 0,0-4 0,-4 3 0,-2 2-157,-2 0 0,-7 0 310,-2 0 621,-6 0 1,2 0 211,-10 0 0,-3 0-279,-6 0-336,-6 0 1,2 0 0,-4 0 0,0 0 0,2 2 265,-1 3 0,-3 3-62,5 6-272,0 0 0,5 0 0,0 1 1,1-1-1,2 0-134,2 0 0,6 0-238,-2 1 189,3-1 1,4 0 0,3-1 0,4-4-435,4-4 0,6-3 210,0-2 206,6 0 0,-4 0 0,4-2 0,-3-3 0,-2-3 578,-2 0 1,-2-4-44,-2 2 281,0 4 1,-4-5-1,-3 5 1393,0-2-1361,-3 5-974,-4-4 0,0 9 407,0 3 0,0-2-669,0 6 314,0 1 1,0-1-1,2 1 1,3-1-585,4-1 0,4 0 285,1-3 398,0-4 1,1 6 0,-1-7 0,0-2 0,0-3 147,0-4 1,-1 1 461,-3-2-208,2 1 0,-9-5 0,5-1 0,-1 1 575,-4 0 1,-2 5-254,-1-1-343,0 7-734,0-3 263,0 18 247,7-2 1,-4 10 0,6-6-1,2 1 1,0-1-222,-1 0 0,4-4-298,0-1 412,1 1 0,5-3 0,-4-2 0,1-3 0,2-2 5,-1 0 0,-3 0-59,0 0 201,-8-7 1,6 0 0,-5-8 258,0 1 0,-2 5 60,-6-1-875,0 7 194,0-3 327,0 6 195,0 6 0,2-3 0,1 7 1,3-1-187,2-1 0,-3 3 310,4-6-243,1 0 0,-1-5 1,1 0-1,1 0 0,3 0 71,5 0 0,-3-2-555,3-3 290,-3-3 1,-2-11-1,0 0 1,-1 0-1,-2-1-311,-2-4 1,-4-3 26,4-1 294,-5-7 0,2 5 0,-6-3 0,-2 5 1,-1 2 126,-2 3 0,-6 10 135,2-1-105,3 9 1,-7-1 0,3 6 0,-1 1 0,0 6 74,2 7 0,4 0 690,-4 5-611,6 3 0,-9-5 0,6 6 0,0-1 1,0-2 182,2 1 0,3-1-683,1-1 49,0-3 0,0 5 0,0-7 1,0 0-2558,0 0 1108,0-6-1271,0-2-1508,6 1 3563,-4-6 901,4 6 0,-6-7 0,-25-19 0,-7-5 0</inkml:trace>
  <inkml:trace contextRef="#ctx0" brushRef="#br0" timeOffset="68">30597 17699 7922,'14'0'1016,"0"0"-625,1 0 0,-6-1 1556,1-4-1265,-1 4 1,5-7-1,1 3 1,-1-3 885,0 0 1,0-5-922,0 4-483,1-4 1,0-6 0,3-1 0,1-1 0,-2-1 37,-1 0 0,-2-2-111,0-4-87,1 0 1,-1-2-1,-2-2 1,0-3-1,-5 0-317,0 1 1,-3-4-165,-4 5 382,0-1 0,-6 9 0,-3 5 0,-4 7 0,-3 5-135,-3 5 0,2 9 311,-7 8-39,7 7 0,-8 12 0,6 2 1,1 1-1,2 4 591,2 1 0,2 1 324,2 1-751,-3-7 1,12 6-1,-4-5 1,4 3-1,2-2 149,4-5 1,3-3 111,6-2-532,0 1 0,0-9 0,1-4 1,-1-6-1,0-4-551,0-3 1,1-1 411,-1-2 102,0 0 0,-5-2 0,1-3 0,1-4 0,2-4-40,1-1 0,-5 5 253,1-1-103,-7 1 1,8-6 0,-5 3 612,2 2-411,-5-2-712,4 10-218,-7-4 649,0 6 22,6 6 1,-3 0 0,5 5 0,0-3 0,0 0-258,3 0 1,2 0 21,1 2 197,6-4 0,-4-5 0,5 3 0,-2 0 0,0 0 225,-2-3 1,-6-6-133,-2 1 158,1-7 1,3 3-1,-4-7 1,-4 1 114,-4 0 0,-1 0 256,0 0 230,0 6-680,0-5 1,-1 11-562,-4-2 477,3 2 1,-5 8 0,3 4 0,0 3 0,1 1-1,1 0 1,2 2 17,0 3-189,6-10 1,2 10 0,6-9 0,2 2 0,2 1-346,1-4 1,6-2 179,-2-7 375,4 0 0,-3-2 1,0-3-1,1-4 1,0-5 69,-1-5 0,-3-2-45,-7-2 8,0-4 1,-1 1 0,-4-4 0,-4 5 0,-4 3 329,-1 5 1,0 6 218,0 1-476,0 7 1,0-2-1,0 10 1,-1 6-123,-4 6 0,2 1 782,-7 5-590,7 1 0,-3 0 0,6-2 1,-2 0-1,-1-1 177,-2-1 1,1-1-109,4-5-273,0 1 0,0-1-384,0 0 470,0-6-161,0-2 1,0-7 0,0-4-1,0-5-226,0-2 1,4-2-48,1-1 171,6-5 1,-8 4-1,7-5 1,-1 2 0,1 1-310,-1 0 1,-1 2 72,2 2 185,2 6 1,-4-3 0,6 6 184,1 2 1,-1 2 80,0 1-48,0 6 1,-1-3 0,-2 7 0,-1-1 0,1 1 109,1-1 0,4-1-166,3 1 12,-3 4 0,9-11 0,-4 2 0,1-2 1,3-2 35,2 0 1,6 0 376,0 0-275,0 0 1,1-5 0,-1-1 0,-3-2 0,-3-3 117,-4-2 1,-5-6 193,1 0-289,-4 0 0,-7 1 0,-3-3 0,-3 0 0,-2 1-80,0 3-320,0 1 80,-7 2 0,-1 6 0,-6 3 0,0 3 1,0 2-755,0 0 768,-1 7 1,1 1-1,0 7 64,0 4 1,1-3 191,4 3 1,2 2-1,7-2 1,0-2 277,0-1-316,0-2 1,7 0 0,2 0 0,5 1 0,5-3-161,5-2 1,0-2-258,4-4 281,-3-2 0,10 4 0,-7-6 1,1 0-1,-2-1-230,-4-4 309,4 3 1,-11-4 0,3 6 233,-3 0 1,-2 0 6,0 0 1,-1 2 0,-2 2 552,-1 6-661,-1 2 1,-1 3-1,-3-1 1,-4 0 0,-2-1 105,-4-4 0,-3 4-38,-6-4-268,0-2 1,-7 4-1,-3-7 1,-3 0-1,-1-3-799,0-1 0,-1 0-1978,1 0 2050,-1 0 1,1 0 0,-1 0 0,1 0 0,1 0 819,3 0 0,-14-10 0,-7-5 0,-2-1 0,0 0 0</inkml:trace>
  <inkml:trace contextRef="#ctx0" brushRef="#br0" timeOffset="69">22521 9141 7278,'0'-9'725,"0"-1"1,-1 7-654,-4-2 0,3 2 39,-2-2 0,1 4-97,-2-4 0,2 4 0,-5-1 0,0-1 0,0-2 1,-3 2-62,-2 1 72,-1 2 0,-2 0 0,-1 0 0,-4 0 0,1 0 150,-1 0 1,2 0-49,5 0 0,0 0-67,0 0 1,-1 0 0,1 0 36,0 0 1,6 2 52,3 3-61,4-4 0,1 12 22,0-4-79,0 4 0,0 1 14,0 0 1,0-4 0,0-1 0,0 2 172,0 2 1,0 3-156,0 3 0,0-3 12,0 3 0,0 3 0,0 0 1,0 1 50,0 1 1,1-5-74,4 5 1,-3-1-38,2 6 1,-2-5-1,-2-2 1,0 0 54,0 0 1,0 0-129,0 2 0,0 1 77,0-6 1,-2 6 0,-1-1 0,-1 1 7,0-1 0,3 1 98,1-6-99,0 6 0,0-2 0,0 3 0,0 0 0,0-3 20,0 3 1,1-4-6,4 1 1,-3 0-25,2 0 1,-2 3 0,0-6-1,1 1 20,1-1 1,1 4-8,-5-5 0,5 4-30,0-4 1,1 2-1,-3-4 1,2 2-7,-2-1 1,-1-1-26,-2 2 1,1-3 29,4 3 1,-3-3 0,2-1 0,-2 3-8,-2 1 1,5 1 44,-1-1 0,1 2-18,-5 2 0,2 3 0,1-6 0,2 2 67,-2 4 1,-2-4-33,-1 1 0,0-4 10,0 5 1,0-2 0,0 3 0,0-2 34,0-3 0,0 4-50,0-5 1,2 1-24,3-1 0,-4-3 1,4 5-1,-3-2 14,-2-1 1,0 3 27,0-2-106,0-3 0,0 6 1,0-5-1,0 4 1,0-1-24,0 1 1,-2 3 64,-3-5 0,4 4 39,-4-4 1,3 6 0,2-2 0,0-1 109,0-3 0,-4 1 10,-1-1 1,0 6-126,5-1 1,0-3-1,0-1 1,0-1 83,0 0 0,0 5-27,0-5 0,-5 4-45,1-4 0,-1 2 0,5-4 0,0 4-8,0 1 0,-5-5 17,0 2 1,1-3-99,4-2 1,0 5 0,0 0-1,0-1 53,0-3 0,0 0 2,0-1-38,0 0 1,0 0 0,0 0 0,0 1-1,0-1 8,0 0 0,0 0-21,0 0 29,0 1 1,0-1 0,0 0 0,0 2 0,-2 1-13,-3 2 1,4 0 10,-4-5 0,3 1-14,2-1 0,0 2 0,0 1 0,-1 2 2,-4-2 1,4 4 11,-4-2 1,3 1 7,2-1 0,0-3 0,0 5 0,0-2-68,0 0 1,-5 4 50,1-4 1,-1 0 0,5-5 0,0 1 0,0 0-89,0 4 110,0 4 1,0-1-13,0-3 0,0-4 1,0 0-1,0-1 6,0 0 1,0 0 18,0 0 1,-5 1-20,1-1 0,-1 0 0,5 0 65,0 1 1,0-1 67,0 0-66,0 0 0,0 0 0,0 1 0,0-1-13,0 0 0,0-4 24,0-1-32,0 0 1,1 4 213,4-3 0,-2 1-85,7-7 1,-6 3-86,6-3 0,-5-2 0,4 3 146,2-4-659,2-1 145,1 0 1,0 0 0,1 0-419,-1 0 0,0 0-1770,0 0 1209,0 0 1255,1 0 0,11-38 0,4-9 0</inkml:trace>
  <inkml:trace contextRef="#ctx0" brushRef="#br0" timeOffset="70">25649 10435 8324,'0'-33'61,"0"0"0,0 2 0,0 5 0,0 4 0,-1-1 0,-4 3 454,-5-1 0,-2 2 0,-2 7 0,-2 1-504,-3 1 0,-5 7 0,-7-2 0,-4 4 0,-3 1 0,-6 0-21,-7 0 0,-9 1 1,-3 4-1,-2 5 99,-3 2 0,3 2-122,-1 1 1,3-1 0,0 0 0,6 0 76,2 0 1,-1 2-58,-1 3 0,0-3 0,2 3 0,3-2 94,5 2 0,4-3-17,5 3-26,-3 3 0,11-4 1,-3 5-1,3 3 1,3-1 72,3-2 0,-1 4-54,6-3-33,0 3 0,5 1 1,0 1-1,1-1 0,2 1 75,1-1 0,7 0-92,-1 1 15,2-1 0,2 1 0,0-1 0,0 1 0,0-1 31,0 1 0,0 4-75,0 0 43,6 0 0,-3-3 1,7 2-1,1 1 1,2-2 44,1-1 1,0-1-21,0-1-48,7 1 0,-5-1 1,4 1-1,1-1 0,2 0 79,4 1 0,2-5-33,-1-1-20,1 1 0,4 3 0,1-4 0,3-4 1,4-1 52,5 1 1,4-8 73,7 3-140,-6-3 1,4-3-1,-3-2 1,3-1 0,2 0 14,0-2 0,2 0-70,2 2 57,4-4 0,6 6 0,2-7 0,1 0 0,3 0-14,2 0 1,-3 0-4,5 0 3,-1 0 1,-35 0 0,0 0 0,0-1 0,-1 0-1,-2 0 1,0-1 0,35-4-17,-4-2 1,4 3-806,-37 0 0,1 1 853,36 0 0,-3-8 1,-6 2-1,2-2 1,-2-3-59,1 1 1,-4 0 69,1 0 53,1 0 0,4-5 0,1-2 0,-1-1 0,-3-2-69,-8 2 0,-12-5 290,-6 4-284,-5-11 0,-9 4 0,-2-4 0,-6-1 1,-6-3-29,-1-3 1,-7-3 52,-1-4-37,-3-2 1,-10-7 0,-7 0 0,-8 0 0,-9-1-42,-6-4 0,-11 2 43,22 27 0,-3 0 92,0 3 0,-3 0 0,-5-4 1,-1 0-1,-2 2 0,0 1 1,-3 0-1,-1 0 0,-1 1 0,-1 0-178,1 1 0,-1 3 0,0 4 1,1 3-612,1-1 0,0 2 634,-1 1 1,-2 2-1,-3 2 1,-2 1-1,1 1 1,0 3-1,0 2 1,1 2-1,1 2 1,1 1-215,1 1 1,1 0 0,-3 3 0,0 1-328,0 0 0,1 1 326,5 1 1,1 1 0,-5 2-1,1 2 1,-27 13 0,4 4 254,7 6 0,3 0 0,5 4 0,4-5 0,2-3 0</inkml:trace>
  <inkml:trace contextRef="#ctx0" brushRef="#br0" timeOffset="71">5801 14941 8031,'-14'0'-690,"1"-1"552,4-4 489,-4 4 1,7-12 0,-2 5 0,10 0 0,10 3 435,10 4 0,12 1-583,4 0 0,3 0 0,1 0 0,2 0 1,2 0-1,3 0-45,2 0 0,-1 0 0,4 0 0,-3 0-194,-2 0 1,-4-5 265,-7 0-271,-3 1 0,-13-1 0,-4-1-153,-7-2 1,-7 4 112,-8 0-125,-4-4 0,-14 2 1,-5-6-1,-6 5 1,-2 0-127,0 4 0,-3-3 280,5 1-22,0 0 1,11 5 76,3 0 1,12 0 613,12 0-407,9 0 0,21 0 0,3 2 0,2 3 0,-3 3 262,-3-1 1,-4 6-639,-2-3 54,-6 2 0,-3 2 0,-9 1 0,-6-1 0,-4 0-429,-4 0 0,-12 5 89,-13 0 229,-5 6 174,-9-9 1,-1-2 0,-5-1 0,-4-2 0,0 0 0</inkml:trace>
  <inkml:trace contextRef="#ctx0" brushRef="#br0" timeOffset="72">7294 14643 8306,'0'-14'-73,"0"-1"1,-1 1-1,-3 0 995,0 0-661,-1 0 1,5 7 0,0 7 0,2 8 0,1 6 0,1 4 1633,0 1-1765,-3 6 0,-1-3 1,2 7-1,1-1 0,2 0 40,-2 1 1,-2-1-1,-1 1 1,0-2-52,0-4 1,0 4-40,0-3-83,0-4 1,0 2-1,0-4 1,0 1-108,0-2 433,0-7-346,0-4 1,-1-8 0,-2-4 0,-4-8 0,1-8-125,0-5-57,1-8 1,0 2 0,0-8-37,2-3 1,2-8 147,1-1 0,1 0 1,2-1-1,4 5-11,1 5 1,1 0 0,7 10 0,3 4 182,5 5 1,4 11 428,5 9-267,-3 4 1,10 1 0,-7 3 0,-3 5 0,-5 6 267,-6 2 0,-5 1-255,-4 2-139,-4-3 0,-9 9 0,-6-4 0,-10 1 1,-8 3 42,-6 2 1,-4 0-417,-5-4 0,0 3-562,5-7 0,-3 4 0,8-2 1,4-1-2356,3 1 3174,14-2 0,49-11 0,25-2 0</inkml:trace>
  <inkml:trace contextRef="#ctx0" brushRef="#br0" timeOffset="73">7877 14728 8338,'0'-14'121,"0"0"1,-2 4 539,-2 1 0,-4-1 0,-6-4 786,-1 0 0,0 6-638,-4 3-566,3 4 0,-6 1 0,3 0 0,-3 1 0,0 4 640,3 4-788,3 4 0,-3 6 0,1 2 0,4-1 0,5 2 13,2 0 0,3-4-366,4 1 55,0 3 1,0-6 0,0 3 0,1-4-1,4-2-562,5-4 0,2 3 443,2-8 1,5 1 226,0-5 1,0-2-1,-5-2 1,1-6 57,-1-2 1,0-3 7,0 1 0,1-5 242,-1 0 1,0-4 0,-1 4 0,-4 1 299,-4 2 0,1 7 365,-1-1-340,0 1 1,-5 3 97,0 6 0,0 6-356,0 8 0,0 0-219,0 1 1,1-1-1,4 0-585,4 0 0,4-1 320,1-4 0,-3 2-160,4-6 1,-4 0-1,8-5 1,-4 0-405,0 0 0,4-5 372,0 0 1,1-6 165,-1 2 1,-3-2 0,4 0 0,-1 3 91,0 2 0,5-4 614,-5 5-332,0-6 1,-10 10 0,1-4 0,1 3 747,2 2-506,1 0 1,-5 0-75,1 0 0,-6 0-378,6 0 110,-7 0-104,3 0 0,-6-1-219,0-4 267,0 4 1,-6-6-3,-3 7 1,-4 0-1,-3 0 1,-1 2 124,-2 3 1,-2 2 32,2 8 1,4-1-1,-4 0 1,3 0 202,2 1 1,4-1-188,1 0-172,5-6 1,-2 4 0,6-2 0,2 3-1,2-1-131,6-2 0,9 1-24,5-6 1,7-1-90,2-4 1,7 0-1,-4-1 1,2-4-446,0-5 499,0-2 0,-3-2 0,-5-2 0,-7-2 1,-4-2-452,-6-2 0,0-2 456,-9-4 0,1-2 0,-6-2 0,-4-1-13,-5 1 1,-2 2 643,-3 2-181,8 6 1,-6 6 530,3 6 1,4 9-441,1 1 0,4 11 374,1 8 0,0 6 0,1-3 0,3 2 270,0 0 1,6-1-92,-6 6-891,8-1 0,-11-4 0,4-2 1,-2-1-1,0-2 146,2 1 1,1-4-653,-1 3 0,-3-8-837,2-2-673,-2-6 1762,4 4 0,2-9 0,6-3 0,2-6 0,1-4-183,2-4 0,7-5 235,-3 5 0,-2-2 300,-2 3 0,0 6 1,-3-2-1,-4 2 614,1-1-154,-7 5 0,1 0 1,-9 5 124,-3-2 1,-3 1-387,-6 4-426,-6 0 0,-3 1 1,-5 4-1,1 4 1,2 4-64,1 1 1,7 0-209,-2 1 250,3 5 1,8-4-1,3 5 1,4-3-1,2 1-99,4-1 1,9-2 508,10-2-202,3 0 1,8 0 0,3-1 0,1-4 0,1-4-2,-2-3-156,-1-2 1,0 0 0,-6 0 0,-4-2 0,-5-3 7,-1-4 0,-7-9 17,-4 0 1,-6-1 0,4 3 0,-1-2 51,-4-1 0,-2 1-92,-1 3 189,0 1 1,-4 0 0,-3 1 532,-1 4-190,5 2-257,-3 7 1,1 2 0,0 3 0,2 6 138,2 6 0,1-1-115,0 3-158,0-3 0,0-2 0,1 0 0,4 0 0,4 1-72,4-1 1,3 0-208,3 0 165,-3 0 1,9-6 0,-5-3 0,3-3 0,2-2-261,2 0 0,0-7 92,-4-2 0,2-9 31,-6 0 0,0-9 1,-4 0-1,-3-5-210,-2 1 1,1-6 339,-6-1 0,-1 2 0,-4 0 0,-1 1 55,-4 3 1,2 10-155,-7 8 472,7 0 1,-8 14 0,6 0 0,2 9 682,2 9-591,-6 10 1,6 2-1,-4 3 1,3-1 0,2 0 1610,0 1-1747,0 0 1,0-5-1,0 1 1,0-2-1,0-2-156,0-1 0,0-7-408,0 2 0,0-3-619,0-2 0,5-5-2477,0 1 2533,0-7 0,-5 2 0,0-10 1,-2-4-1,-3-4-1144,-4-1 1,-4-7 1831,-1-3 0,0 2 0,1-1 0,2-1 198,2 2 0,5-3-1,0 6 0,-3 0 1,3 4-1,2 3 464,5 2 1,7-1 1332,9 7-1321,3-8 1,8 11-1,1-4 1,3 4 0,-3 1-495,-1 0 1,-1 0-70,-1 0 1,-1 1-994,-3 4 1081,-4 3 0,-25 12 0,-4 2 0</inkml:trace>
  <inkml:trace contextRef="#ctx0" brushRef="#br0" timeOffset="74">10081 15041 25923,'-14'0'100,"-1"0"0,1 0 0,0-2 618,0-2 134,6 2 1,0-6 0,5 3 0,0-2-250,4-1 1,1-3 0,7 4 0,2-1-604,2-3 0,1-6 0,0-2 0,1-5 0,-1 5 0,2-6 0,1 1 0,2-4 0,-2-5-223,-1 9 0,-3-9 1,-2 9-1,-3-1 1,0 1-507,0 5 0,-5 3 1156,1 2-601,-2 6 1,-4 2 0,-2 8 0,-6 2 724,-2 6 1,-3 4 99,1 5-435,0-3 1,0 11-1,-1-4 1,1 4 0,2 2-217,2-1 0,-1 1 0,6-1 0,1 0 0,4-1 0,0-1 0,0-4 0,3 0 0,6 0 0,1-5 0,9 2-380,3-3 0,0-8 1,6-2-1,-1-1 1,-2 0-618,-1-2 0,0-2 498,4-1 616,-6 0 0,4-4 0,-7-3 0,-2 1 0,-1-2 1453,-2 0 666,-6 5-2236,-2-3 0,-6-1 0,0 6 0,0 7 0,7 4 0,0 9 0,9-10 0,2-4 0,1-4 0,4-1 0,-4 0 0,0 0 0,0-1 0,0-4 0,0-4 0,-2-4-466,-2-1 0,2-2 631,-7-3-86,-4-3 1,0-5 0,-6 2-1,0 1 1,-1 0-250,-4 2 1,-8-3 346,-6 6 0,-11 2 0,2 7 0,-4 5-255,-3 4 0,5 1-118,-3 0 0,3 6-15,2 4 0,6 7 1,4 2-1,7 0-283,7 1 0,2-4 0,5 3 0,5-3-945,6-2 0,15 0 815,-1 1 0,10-3 435,0-2 1,3-4 0,2-6 0,-1 0-112,1 0 0,0-1 0,-1-4 1,-1-3-7,-3 0 1,0-5 96,-9 4 1,1 1 406,-11-1 0,0 4 0,-5-3 0,0 2 1725,0 2-1380,-6 3 1,-2 2-1,-6 4 305,0 5-810,0-4 1,0 7 0,0-4 0,-1 2 70,-4-1 0,2 1-618,-7-7 0,6 6 169,-6-5 0,1 4 0,-5-4 0,-2 0-691,-3 1 0,3-5 1,-5 4 73,1-3 0,4 2 651,-3 1 0,8 0 622,2-5 0,5-2-1,0-2-178,2 2 1,13-12 0,5 1-1,6-4 1,7-2 314,2-2 0,4 4-364,-2-7-88,-3 7 1,6-8-1,-4 4 1,1 1 0,0-1 127,2 4 0,-10 1-127,4 2 151,-10 6 1,1 1-1,-5 7 1,-1 2-1,0 3 379,0 4 0,-4 4-543,-1 1 165,-6 7 1,4-6 0,-7 4-1,0-3 1,-2-2 164,-3 1 1,2-1-639,-6 0 369,-1 0 0,-4-1 0,-2-2 0,-1-3 0,-4 0-493,-1 0 0,3-5-876,-5 2 994,1-4 1,1-1 0,1 0-1,2 0 1,2-1-1317,4-4 1,1 2 813,7-7-55,0 7 974,5-3 1,57-7-1,14-3 1</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05:24:21.849"/>
    </inkml:context>
    <inkml:brush xml:id="br0">
      <inkml:brushProperty name="height" value="0.053" units="cm"/>
      <inkml:brushProperty name="color" value="#FF0000"/>
    </inkml:brush>
  </inkml:definitions>
  <inkml:trace contextRef="#ctx0" brushRef="#br0">4166 6369 8178,'-9'0'-224,"-1"0"0,6 0 522,-6 0 0,5 0 598,-4 0-95,6 0-2,-4 0-81,7 0 129,0 0-641,0 6 1,0-3 65,0 7 0,0-5 69,0 4-71,0 1-196,-6 4 0,4-5 1,-2 1-1,2 1 11,2 1-29,0 3-85,0-1 1,0 0 0,0 0 0,0 1-35,0-1 0,0 0-29,0 0 119,0 0 1,0 1 0,0-1 0,0 0 41,0 0 1,0 1-55,0-1 1,0 0 0,0 0 1,0 0-1,0 1-27,0-1 0,0 0 52,0 0-28,0 0 1,-5 1 0,1-1 0,1 0 5,1 0-10,2 1 0,0-1 1,0 0 0,0 0 12,0 0 1,0-4 14,0-1-115,0-5 0,0 3-3,0-2-22,0-3 87,0 4 0,2-6 34,2 0 0,-1 0 46,7 0-71,-7-6 0,10 3 1,-4-5-1,4 0 0,1 1 34,0 1 1,5-3-21,0 4-6,0-6 0,-5 5 0,1-4 1,-1 4-1,0 1 37,0 0 1,5-1-42,0 1 13,0 4 0,-5-6 0,1 7 1,-1-1 23,0-4 1,0 3-75,0-2 34,1 2 1,-6 2-1,1 0-41,1 0 29,-5 0 72,0 0 1,-4 0 193,3 0-13,-4-6 1,5 3-1,-6-7 4,0-1 1,2 0-180,3 2 0,-4-4 0,4 3 70,-3-2 0,-1-2 24,4-1-108,-3 7 1,4-4 0,-6 2-1,0-2 105,0-2 1,0-2-85,0-3 0,0 3 0,0-3 0,0 3 2,0 2 1,0 0 13,0 0 0,0-2-62,0-3 0,0 3 0,0-3 0,0 3 71,0 2-52,0 0 1,0 0 0,0-1 0,0 1 406,0 0-319,-6 0 210,4 6 13,-4-5-138,6 12-257,0-6 49,0 7 1,-7 2-240,-2 3 123,-4-4 85,-1 6 0,0-7 0,0 0 1,-1 0-1,1 0-2,0 0 1,0 0-82,0 0 1,-5 0 0,0 0 0,0 0-317,-2 0 1,5 0-432,-3 0 0,4 0 1,0 1-1244,1 4 1,1-2 527,4 6 1025,3-5 546,6 8 0,19 21 0,4 13 0</inkml:trace>
  <inkml:trace contextRef="#ctx0" brushRef="#br0" timeOffset="1">5943 4862 7901,'-7'-6'534,"0"4"-173,1-4 0,4 4 0,-4-1 632,0-2 110,4 1-368,-4 4-601,6-7 0,6 6 0,4-4 139,2 3-230,2 2 0,1 0 0,-1 0 0,2 0 0,3 0-58,4 0 0,4 0 10,2 0-9,-1 0 0,7 0 0,1 0 0,2 0 0,0 0-22,1 0 0,3 0-32,0 0 1,-4 0 32,0 0 1,0 0 0,5 2 0,-2 1-24,-3 2 1,1 0 22,-6-5 45,7 0 1,-4 0 0,7 0 0,-1 1-1,-1 2 65,-3 2 1,8 0-45,-3-5 0,3 0-16,-4 0 1,1 0-1,0 0 1,-2 0-62,-3 0 0,6-5 72,-6 0-73,6 1 0,-8 2 0,7-1 1,1-2-1,0 2-100,-1 1 1,3 2 94,-8 0-12,3 0 0,-3 0 0,-3 0 0,-4 0 1,-4 0-46,0 0 1,0 0-54,1 0 147,1 0 0,1 0 0,1 0 0,2 0 0,-1 0-8,-2 0 1,3-4 199,0-1-182,1 0 1,-11 5-1,1 0 1,1 0-1,0 0 39,-1 0 0,-3-1-7,-7-4-10,6 3 0,-4-4 1,3 6-1,-3-2 76,-2-2 1,-4 2-76,-1-3 33,1 4 0,-1 1 0,1 0 137,1 0 72,-5-7-161,7 6 1,-10-5 127,6 6 82,-6 0-185,4 0-27,-7 0-793,0 0 738,0 6 298,0 2-305,0 6 0,0-5 0,0 1 1,0 1-1,0 2 403,0 1-398,0 0 0,0 0 0,0 2 76,0 3 0,0-3-77,0 3 0,0-3 1,0-1-1,0 3 18,0 1 1,0 0 0,0-5 0,0 0 5,0 0 1,0 2-195,0 3 122,0-3 1,0 4-1,0-5 1,0 0 36,0 4 0,0-8 29,0 4-72,0-4 1,0 3 0,0 0-27,0 0 25,0-6 21,0 5 0,0-10 10,0 6 0,-2-5 120,-3 0-73,4-2 0,-7-2 1,5 2 415,-2 2-214,-6-2-230,3 4 1,-1-6 0,-1 0 0,-1 0 0,-2 0-35,-1 0 0,0 0 27,0 0 1,-2 0-47,-3 0 1,-3 0 0,-7 0 0,1 0-87,0 0 1,-7 0 28,-3 0 43,3 0 0,-6 0 0,5 0 0,-2 0 0,0 0-45,-2 0 1,-1 0-9,-1 0 74,5 0 1,-2 0-1,4 0 1,-1 0 0,-2 0-15,2 0 1,-4 0-134,7 0 117,-7 0 1,4 0 0,-5 0 0,1 0 0,4 0-94,1 0 1,-3 5-5,5 0 113,0-1 1,5-4 0,-1 0 0,2 0-1,2 0-151,1 0 0,5 0 87,-4 0 30,-1 0 0,0 0 0,1 0 1,-1 0-1,0 0-145,1 0 1,4 0 69,-5 0 105,0 0 0,1 0 1,0 0-1,3 0 1,1 0 50,-2 0 0,1 0 63,-4 0-112,-3 0 0,10 0 0,-5 0 0,0 0 0,1 0-32,1 0 0,-4 0 171,5 0-127,0 0 0,-2 0 0,-2 0 0,-2 0 0,-1 0-39,3 0 0,-1 0 12,-5 0-31,1 0 0,4 0 1,2 0-1,2 0 0,2 0-119,2 0 0,2 2 117,0 3-366,6-4 0,0 6-1069,3-7 350,4 0 0,6 0 694,9 0 1,5-2 466,0-3 0,53-28 0,-26 10 0,0 0 0</inkml:trace>
  <inkml:trace contextRef="#ctx0" brushRef="#br0" timeOffset="2">8275 4834 11850,'-1'9'472,"-3"1"0,0 1 360,1 1-802,1 2 0,2 2 1,0 2-1,0 2 0,-2 2 1,-1 4-1,-2 0 0,2 1 1,2-1-26,1-3 1,-2-1 0,-1 4 0,-2-4-77,2-2 0,2-1 12,1-5 0,0 5 1,-2-1-1,-1-4-246,-2-3-150,0-8-398,5 10 447,0-12-343,0 6 0,0-9 749,0-3 0,0-9 0,0-8 0</inkml:trace>
  <inkml:trace contextRef="#ctx0" brushRef="#br0" timeOffset="3">7863 4834 7985,'8'6'1041,"-2"-5"0,-4 7-467,2-3 1,-2-2-173,3 7 0,-4-6-236,-1 6 0,0-1 1,0 6-1,0-1 1,0 0-1,0 0 642,0 1-741,0 5 1,0-3-1,0 7 1,-1 1-1,-2 2 22,-2 2 0,-2-2 105,3-4-228,2 4 0,-6-6 0,5 2 0,-2-4 1,2-3-339,2-2 216,-6 7 1,6-10-374,-4 3-890,3-9 467,2 7 661,0-10 0,0-2 1,0-9-1,0-4-2192,0-1 2483,0 0 0,-6-20 0,-2-4 0</inkml:trace>
  <inkml:trace contextRef="#ctx0" brushRef="#br0" timeOffset="4">7536 4876 7985,'0'-8'2935,"-6"-4"-1920,4 10-282,-4-4-665,6 6 149,0 0 1,0 6-1,0 5 1,0 5 174,0 3 1,0 5-187,0-5-126,0 6 0,0-3 0,0 6 0,0 1 0,0-1-2,0 1 1,0-1-177,0 1 72,-7-1 0,6-4 0,-4-2 1,2-2-1,0-2-468,-2-2-11,0-2 151,5-6 0,-5 0-1189,1-4 937,-1-2-72,5 4 0,0-12 0,0-4 678,0-2 0,-19-34 0,-5-8 0</inkml:trace>
  <inkml:trace contextRef="#ctx0" brushRef="#br0" timeOffset="5">7223 4862 7985,'-2'-8'183,"-1"2"1288,-1-1-872,-1 6 252,5-5-604,0 6 1,0 1-1,0 4 1,0 4 97,0 4 1,0 1 0,0 2 0,0 1 14,0 2 0,0 7-17,0-3-262,0 4 0,-2 2 0,-1-1 1,-2 0-1,2 1-22,2-1 1,1 1-51,0-1 5,0-6 0,0 4 0,0-7 0,0-2 0,0-1-254,0-2 57,0 0-595,0-6-14,0 5 208,0-12 114,0 6 1,0-14-977,0-2-604,0-4 1355,0-1 1,-5 0 694,0 0 0,-12-20 0,1-4 0</inkml:trace>
  <inkml:trace contextRef="#ctx0" brushRef="#br0" timeOffset="6">6882 4862 11555,'0'14'442,"0"0"0,0 2 42,0 3-372,0 3 1,0 7-1,0-1 1,0 1-1,0 1 1,0 1-1,0 2 325,0-1-434,0-2 1,0-2 0,-2 1-1,-1-1 1,-2-1-151,2-3 1,2-4-231,1-5 0,0-1 0,0 0-406,0 0-70,0-6 444,0-2 0,-2-6 1,-1-1-767,-2-4 1175,0-3 0,-6-28 0,-3-11 0,-2-4 0,1 0 0</inkml:trace>
  <inkml:trace contextRef="#ctx0" brushRef="#br0" timeOffset="7">6626 4890 7985,'-8'-6'733,"3"-3"0,2 2 327,-2 3-281,4 2-495,-6 2 0,7 2 642,0 2-732,0 4 1,-1 8-1,-2 1 1,-2 4-1,2 1 246,1 3 0,2-3-105,0 2-243,-6 0 0,3 4 0,-5 1 0,2-1 0,2 1 18,3-1 1,-4 0-313,0 1 49,1-7 0,4 3 1,-2-6-1,-1-1 0,-2-3-943,2 0 643,1-1-628,2 0 286,0-6 526,0-2 1,0-7-128,0-4 1,0 2 0,0-7 0,0-1-823,0-1 1,0-4 1217,0-3 0,-6-35 0,-2-14 0</inkml:trace>
  <inkml:trace contextRef="#ctx0" brushRef="#br0" timeOffset="8">6285 4848 7985,'-15'-7'17,"1"-2"0,5 1 341,-1-1 1,6 5 825,-6 0-1047,7 2 0,-3 4 1,6 2-1,0 6 1,0 4 513,0 5 1,0-2-40,0 7-384,0 0 0,0 1 0,0 2 1,0 3-1,0 2 320,0 2 0,0-4-249,0 4-175,0-4 1,0 3 0,0 0 0,0-2 0,0-2 162,0-5 1,0 1-42,0-6-151,0 0 0,0-5-96,0 0 68,0-6 161,0-2 0,0-7-1044,0-4 424,0-3-638,0-6 1,0 0-1,1 0 1030,4-1 0,9-30 0,8-9 0</inkml:trace>
  <inkml:trace contextRef="#ctx0" brushRef="#br0" timeOffset="9">2531 10449 7374,'-8'-6'65,"2"3"0,6-7 1624,0-1 1,0 3 194,0-1-1413,0 6-157,0-4 0,0 9-184,0 3 0,0 2 0,0 8 0,0-1 127,0 0 0,0 7-299,0 2 0,0-1 19,0 2 1,2-5 0,1 3 0,1-1-164,0-4 61,-3 5-57,-1-6 0,5 5 95,0-7 104,-1-6-65,-4-2 1,0-8 0,0-2 0,0-6 0,0-4-69,0-5 1,0 3 86,0-3 35,0-3 0,-1 6 0,-2-3 1,-2 4-1,2 0 30,1 1 0,2 5 184,0-1-145,-6 7-340,4-10 618,-4 12-286,6 1 0,0 8 0,0 6 1,0 0-1,0 0-11,0 1 0,0-1-10,0 0-417,0 0 1,0-4 0,0-1 0,0 2-1215,0 2 0,0-4 860,0 1-78,0-7 0,2 3 1,1-4 802,1 3 0,14-80 0,-10 31 0,0 0 0</inkml:trace>
  <inkml:trace contextRef="#ctx0" brushRef="#br0" timeOffset="10">2617 10179 7766,'-10'0'1304,"1"0"0,4 0-868,-5 0 1,1 0-1,-5 0 86,-1 0 1,-4 5-265,0-1 0,1 6-48,3-5 0,1 6 0,0-2 0,0 4-24,-1 1 1,-4 2 0,1 1-1,0 2 131,2-1 1,7 4-268,-1 1 0,3-1 0,-5 2 0,5 1 27,0 2 1,1 2 149,1-1-262,4 1 1,-6-6-1,7 1 1,2 1-1,1 1 16,2-3 1,1-1-19,-1-3 50,3-3 0,4 5 0,-1-7 1,-1 0-1,1 0-70,2 0 0,-4 1 8,1-1 40,-1 0 1,5-4-1,0-2 1,2-1-1,2 0 24,1-1 1,1-1-1,-1-5-14,-3 0 1,9 0 0,-4-2-1,1-1 1,2-3-11,-2-2 0,4-2 16,-2-4-6,-3 0 1,1 0-1,-5-2 1,4-1-1,-1-4 46,1-1 0,-2 3-42,-5-5-12,0 1 1,-1-6 0,-2 1-1,-3-1 1,-2-1-22,-3-3 1,-1-2-216,-2-3 215,0-3 0,-2 11 0,-2-3 1,-8 2-1,-3 1-82,-4 1 0,-7 4-2,3 11-35,-4-1 1,-2 7-1,1 4 1,0 2 0,1 2-737,3 0 1,-1 3 175,6 7 322,0-1 1,6 12 0,4-7 0,4 0 384,3 0 0,72 26 0,-27-17 0,1 0 0</inkml:trace>
  <inkml:trace contextRef="#ctx0" brushRef="#br0" timeOffset="11">3271 10662 10227,'-2'-9'914,"-3"-1"-3639,-3 7 2725,-6-3 0,13 25 0,2 5 0</inkml:trace>
  <inkml:trace contextRef="#ctx0" brushRef="#br0" timeOffset="12">4081 10364 7856,'-10'-5'71,"1"-1"0,-2-2 639,-2-3-330,5-2 1,-3-1-1,5 1 1,0 2 0,-2 2 568,0-2 0,3 4-254,-4 3-474,-1 2 1,-4 2-92,0 0 0,0 0 1,1 2-1,2 2 118,1 6 1,1 2-231,-5 3 0,-1 4 0,1 1 1,0 2 42,0 4 1,1 2-5,4 5 1,-2-3-96,6 3 1,0-3 0,5-1 0,0-1 22,0 1 0,2-6-84,2 1 49,4-7 1,8 2 0,2-9-1,2-5 1,1-4-262,-1-1 0,5 0 145,-1 0 104,3-6 0,-3-7 1,-1-7-1,1-1 0,0-1-222,-1 0 0,-5-2 141,1-4 140,-3-1 1,-4 1 0,-2-2 0,-6 0-1,-2 0-60,-2 3 1,-6 3-9,-4 1 96,-9 2 1,2 4-1,-7 1 1,0 5 0,1 3-45,-1 5 1,5 1 127,-5 2-122,7 7 0,-3 0 0,5 8 1,1-1-1,1 2-22,4 3 0,3 1 172,6 4-6,0 3 1,0-5 0,0 6 0,1-1 0,4-2 330,4-1 0,6-7-46,4 2-187,-4-3 0,11 3 0,-6 0 1,1-1-1,1-3 440,0 0 1,-5-6-207,2 0-343,-3 1 0,-2 3 0,1-2 1,-3-2-1,-1 2 123,-1 2 1,-6-4 74,6 1-358,-7-7 0,3 10-154,-6-4 1,0-1-769,0 1-575,0-5-1475,0 2 899,0-6 1556,-6 0 0,5-2 0,-4-2 557,3-6 0,-4-47 0,-2-12 0</inkml:trace>
  <inkml:trace contextRef="#ctx0" brushRef="#br0" timeOffset="13">4081 10634 7856,'-2'-8'463,"-2"3"0,2 2 1593,-3-2-154,4 4-135,1-6-915,0 7-601,0 0 0,6 5 1,4 0-375,2-2 1,2 3 80,1-1-229,-1 0 1,5-5 0,0 0-1,-2 0 1,-1-2-898,-2-2 0,0 0 416,1-5 630,-1-1 0,0-2 0,-1 1 0,-2 1 1,-3-1 115,-2-1 0,0-3 291,-1 1 53,-3 0 1,4 0 1132,-6 0-1254,0 6 11,0 1 1,0 9 0,0 3-1,0 4 162,0 4 1,0 3-103,0 2-241,0-2 0,0 5 1,1-7-1,3 0 0,2 0-262,2 1 0,1-1 22,6 0-250,-1-6 1,0 3-1,0-6 1,0-2 0,1-1-545,-1-2 0,5-7 590,0-2 284,0-4 1,-5-3-1,-1-1 1,-2-4-1,-2 1-105,2-1 1,-5-4 805,-1 1-119,3 4 1,-6-1-1,2 7 1149,-2 0-1003,-2 6-368,0 2 0,0 7 1,0 6-1,0 5 91,0 6 0,0 1-35,0-5-191,0 6 1,0-4 0,2 5 0,1-2 0,3-1-52,2 0 1,1-4-62,6-4-291,-1 2 1,0-5 0,2 2-1,1-4 1,4-4-490,1-1 1,-5 0 112,2 0 488,-3-6 1,0-2 0,1-8 0,2-1 0,-1-4-206,-3-1 0,-5-1 533,-1-6-60,1 7 0,-1-5 0,-1 5 0,-2-2 1,-2 2 323,-3 2 1,-1 6 196,0 4-415,-6 1 1,3 1 0,-7 3-1,-1 5 3,-1 5 0,-3 3-104,1 6 0,0 2-125,0 3 0,4-2 1,2 5-1,2-1 176,3-4 0,1 3-69,2-1-126,0 0 0,0-4 1,2-1-1,3 0 1,4 0-176,4 0 0,7-4-32,4-1 120,3-5 1,1 2 0,1-6 0,-1-2 0,1-2-609,-1-6 1,-4-3 93,-1-1 535,-5 0 1,2-5-1,-6-1 1,1-3-1,-3 0 411,-2 1 1,-4-4-144,-6 7 60,0 0 0,0 5 0,-1 2 1274,-4 2-767,3 4-622,-10 6 0,10 6 0,-3 4 1,4 2-1,-1 2 296,-3 1 1,4-1 68,-4 0-396,3 0 0,4 1 0,3-1 0,3 0 0,1 0-201,1 0 1,-1-1-109,5-4-24,1-2 0,4-2 0,-1-1 0,1-1 0,0-1-547,0-2 0,5-2 224,-5-2 464,0 2 1,-5-11-1,0 4 1,-1-4 0,-2-1 70,-1 0 66,-1 0 215,-1 0 1,3-1-1,-6 1 862,-2 0-153,-2 0-448,-1 6 0,0 0 251,0 3-780,0 4 119,0-6 0,0 14 0,-1 0 0,-2 3 127,-2-1 1,0 1-294,5 4 19,0-6 0,0 5 1,2-4-1,1 4-684,2 1 485,6 0 181,-3 0 1,1-6 0,-1-1 0,0-3-247,0 1 158,1 0 536,6-5 0,-6 0 379,1 0-450,-7 0-76,3-7 0,-6 4 136,0-6-369,0 6-190,0-4 0,2 7-522,2 0 529,-2-6 155,11 4 0,-10-4 62,6 6 0,1 0-72,4 0 73,-6-6 1,4 4 0,-2-4-1,3 0-5,1-4 0,0 4-158,0 1 143,-6-3 0,5 2 0,-5-5 0,1 1-12,1-1 1,-7 3 214,1-1-84,4 6 1,-6-5 344,3 3-389,-4 4-252,-1-6 532,0 7 1,0 7 17,0 2-171,-6 4 0,4 1 1,-2 0-1,2 0 1,2 1 98,0-1 1,0 0-35,0 0-274,0 0 0,0 1 1,0-1-1,0 0-145,0 0 0,0-4-539,0-1 457,0-6 1,5 5 378,0-3 0,-1-10-642,-4 1 391,0-8 0,5-2 0,0 0 0,-2 0 0,-2-2 40,-1-3 1,0 8 81,0-3 0,5 3 37,0-3 1,0 4-601,-5 1 176,0 5 803,6-2 0,-3 6 0,5 2 56,-2 2 1,1 0-52,-3 5-364,-2 1 1,9 4 0,-6 0 50,-2 0-177,-1-6 1,2 5-405,1-4 191,0-3 1,-5 2 13,0-3 173,0-3 141,0 4-104,0-6-4209,0 0 905,-7 0 1376,6 0 1975,-5 0 0,-26-51 0,-8-12 0</inkml:trace>
  <inkml:trace contextRef="#ctx0" brushRef="#br0" timeOffset="14">5730 10136 7856,'-8'-6'0,"-3"3"0,6-7 0,-4 6 2263,4-6 0,-6 7-1126,2-2 1,1 10 0,0 4-451,2 4 1,1-3-828,5-1 16,0 1 1,1 2 0,6-2-179,7-6 1,0-2-306,5-2 0,-3-2 374,-2-2 1,-1 0 0,-2-5 0,-2-2 42,2-2 1,-4 4 20,-3-1-183,4 1 1,-6-1-1899,3 1 1668,-4 6 1,-5-2 0,-3 11 581,-1 9 0,5 49 0,0-22 0,0 0 0</inkml:trace>
  <inkml:trace contextRef="#ctx0" brushRef="#br0" timeOffset="15">5986 10378 10874,'0'-8'4200,"0"2"-3301,-6 6 1,4 1 0,-3 4 58,4 5 0,1 2-676,0 2 0,0 1-296,0-1 1,-2 0-1,-1 0 1,-2 1-5,2-1 0,2 0-191,1 0 1,0-4 0,0-1-1422,0 2 643,0-5 504,0 1 1,0-9 0,0-3-52,0-4 0,1-4 308,4-1 1,-2-2 127,7-3 0,-6 4 0,6-4 0,1 3 349,2 2 0,-4 4-75,0 1 60,1 6 1,4-9 0,0 8-1,1 1 1,-1 1 602,0 2 0,0 2-101,1 2-570,-1 4 0,-2 6 1,-1 1-1,-1-1 0,-1 0-38,-1 0-198,5 1 1,-10-1 0,7 0-2083,1 0 1211,1-6 414,2-2 1,1-7 0,0-4-1,3-4 1,1-6-147,-2-4 0,5 2 678,2-7 1,-2 2-53,2-1 0,-2-3 0,3 7 0,-3 2-83,-1 1 0,3 8 906,-5 3-418,-1-2 1,-8 5 0,-1-3 0,1 5 595,-2 5 1,-2-2-627,-6 7 0,2-6 545,2 6-692,-2-7 1,4 5 55,-6-3-256,0-4 1,-1 6-160,-4-7 0,2 0-685,-7 0 678,1 0 1,-5 0-1,-1 1 1,0 2-1,-3 4-227,-1 1 0,-1 1 218,1 5 133,3 0 1,-4 1 0,7-1 0,2 0 0,3 0 34,2 1 0,1-1 93,5 0 0,1-1-171,4-4 0,5-1 0,9-5 0,3 2-115,0-2 1,5-8 99,-4-4 1,3-4 185,-3-1 1,3 0 0,-7-2 0,-2-1 69,-1-2 1,-4-2-238,-2 2 850,3 3 1,-12-4 771,4 6-1551,-4 6 1,-7 9 121,-3 13 0,1 2 0,0 10 0,0 2 232,0 4 1,5 2 293,-2-1-331,4 4 1,-4 5 0,0 0-1,2-3 1,1-1 343,2 1 0,0-4-395,0-2 0,0 2-288,0-2 0,0-6 0,0-8 1,-1-3-134,-4-2 0,2-1 36,-7-4 71,1-2 0,-5-7 0,-2-2 1,-1-3-1,-4-4-189,-1-4 0,4-3 147,0-3 0,3-4-60,6-11 1,-2 0 0,6-6 0,3 4-510,6 1 0,5 2-1190,10 5 1411,-3-1 0,11 7 1,-4 3-1,4 3 0,2 2-1233,-1 0 0,-1 6 1698,-3 3 0,-4-3 0,-6 0 0</inkml:trace>
  <inkml:trace contextRef="#ctx0" brushRef="#br0" timeOffset="16">7948 10307 7731,'-12'-10'139,"0"3"0,3 0 0,0 2 0,-1 1 418,1-1 1,-1 0 0,-4 5 0,0 0 0,-1 2-1,1 1 76,0 2 1,0 6-1,0 0 1,-1 5-22,1 3-460,0 0 0,0 0 0,1 1 0,2 1 1,3 1 202,2 0-351,1-5 0,5 4 1,2-7-1,2 0 0,7-1-440,7-4 0,-1-2-542,7-7 752,0 0 0,4-7 0,-1-2 0,-2-5 0,-3-4-284,-1-1 1,-1-6 251,-1 1 0,-3-3 294,3-1 1,-8-2-1,-3-3 1,-2-5 165,-3-3 1,-1-2 428,-2 1-424,0-1 1,0 7 0,0 4 0,0 7 0,-2 7 1469,-2 7-1412,2 5-119,-11 6 1,10 8 0,-6 6 0,-1 8 0,1 5 302,-1 1 0,6 6-115,-6-1-228,7 0 0,-5 0 0,5 0 0,-2-1 0,2-2 15,2-2 1,1 1-115,0-1-10,6 1 0,3-6 0,9-2 1,2-4-1,2-6-478,4-3 0,5-3 236,2-5 0,7-2-133,-2-2 0,-3-6 0,-2-7 0,-3-4-185,-2-1 0,-1-2 257,-3-4 303,-4 0 1,-7-1 0,-2 1 0,-3-1 0,-2 2 198,-3 4 1,-1 2 224,-2 7 1,-6 6-229,-4 3 1,-3 4-1,-1 1 1,0 1 190,0 4 1,0 8-401,-1 6 0,1 6 37,0-1 1,4 2 0,3 1-1,0-1 26,4-3 1,2 1-27,1 4 0,1-5-87,4-5 1,4-2 0,9-1 0,2-3-312,2-2 0,2 1 26,4-7 1,-4 0 25,0-9 0,0-3 0,2-8 1,-2-3-108,-5-5 0,2-2 225,-2-3 87,0 1 1,-5-5-1,-2-2 1,-1 0 0,-3-1-11,-1-1 1,-3 1 270,-4-2 1,0 5-21,0 9 1,0 4 0,-1 7 0,-4 4 571,-4 4 1,1 3-340,-2 2-246,1 13 0,-7-2 0,0 13 0,0 1 1,4 2 273,-1 1 1,2 1-166,2-1 1,1 1 86,3-1 0,3 0 0,-2 1 0,2-1 73,2 1 1,6-6-590,4 1 1,4-8 85,5-2 0,3 0 0,7-6 0,-1 0-319,0-3 1,1-5 76,-1-5 1,2-3 124,3-6 1,-7 0 0,1-2 0,-4-3-259,-1-5 0,-3 2 542,5-1-48,-7 5 1,4-2 0,-7 5 0,0 3 0,1 1 950,-1 1-627,0 1-179,0 1 0,-4 2 1,-2 7 64,-2 4-204,-1-3 116,-5 4 0,0-5 3,0 4 1,-2-3 79,-3 2-168,4-2 1,-7-2-1,3 0 1,-4 0 0,-4 0-125,-1 0 0,-5 5-7,0 0 54,-6 6 1,9-4 0,-5 8 0,2-1 0,0 0 31,2 0 0,1 1 39,2-1-52,6 0 1,-3 5-1,6 0 1,2-2-1,3-1-237,5-2 1,3-1-65,6-4 225,0-2 0,7-7 0,2-2 0,4-3 0,0-6-209,-3-6 0,1 0 215,-6-7 1,0 5 225,-5-5 0,0 2 0,-1-2 0,-3 5 295,-6 4 1,-2 0 325,-2 1-474,0 6 0,-2 4 1,-1 8-106,-2 6 0,-4 4-122,4 5 0,-4-3-20,4 3 0,0 1 0,5-1 0,0-1-245,0-3 0,5 0 116,0-1 1,7-5-208,3 1 1,0-7 0,9 2 0,1-5-156,2-5 1,-3 2 174,0-7 0,-2 1 80,1-5 0,1-1 0,-8 1 0,-3 2 26,-1 2 909,-5-3-136,-1 12-245,-6-5 1,0 7-88,0 4 0,0-2-152,0 7 1,1-7 0,3 3 0,2-1-43,2-1 1,1 1-221,5-5 1,1 0-57,-1 0 1,2 0 0,1 0 0,2-1 51,-2-4 1,-1-1 72,-2-4 0,-1-3 164,-3 4 0,1-4 0,-5-1 357,2 0-229,-5 6 1,3 0 323,-6 3 0,0 5-258,0 0 1,-4 7 411,-1 7-464,0 6 0,5 1 0,0 4 0,-1-1 1,-3 1 501,0 2 1,-1 6-496,5 0 0,0 1-114,0-6 1,0 5 0,-2 0-1,-1-1-91,-2-2 0,-4-8-37,4-3-24,-6 3 1,5-11-1,-5 3 1,1-3 0,-1-3-114,-1-3 0,-3-3 200,1-2 0,0-2-55,0-3 1,4-4 0,2-10 0,2-5-342,3-3 1,1-1-988,2 0 897,7-1 0,0 1 0,9-1 0,2 1 0,2 1-1192,2 3 0,-3 2-116,5 3 1,0 3 241,4-3 1504,1 10 0,18-4 0,5 5 0</inkml:trace>
  <inkml:trace contextRef="#ctx0" brushRef="#br0" timeOffset="17">9896 10222 7731,'0'-15'0,"0"6"1100,0-1 1,5 6 2416,-1-6-2538,1 1-1338,-5 1 1,0 3-1434,0 10 0,0-2 529,0 6 222,0 1 1,-5-1 1040,1 1 0,-7 18 0,3 10 0</inkml:trace>
  <inkml:trace contextRef="#ctx0" brushRef="#br0" timeOffset="18">9896 10350 7731,'2'12'0,"2"-2"0,-2-2 920,3-4 1,-4-1 2053,-1 7-895,0-7-1388,0 3-2644,0-6 1953,0 0 0,-12-12 0,-4-4 0</inkml:trace>
  <inkml:trace contextRef="#ctx0" brushRef="#br0" timeOffset="19">10749 10008 7774,'-5'-14'173,"1"0"0,-1 1 1,0 2 2329,0 2-691,1 6 0,4-2-1151,0 10 0,0 4 0,0 8 0,0 4 42,0 1 0,-2 2-410,-3 4 0,4 1 0,-6-1 0,3 1-19,-1-1 0,0 0 83,5 1-545,0-1 1,-5-4-1,1-2 1,2 0-1,4-1-173,2-1 1,7-1-1393,-1-5 1279,3 1 0,6-7 0,0-4 0,-1-2 1,1-2-457,0 0 1,0-6 634,-4-4 319,-1-3 1,0-6 0,0 1-1,0-1 1,-1 0 535,-3 0 1,1 4-226,-7 6 324,1-1 1,-5 1 1045,0 0-1108,0 5-509,0-2 1,0 8 0,0 2-1,0 6 1,-1 2-22,-4 3 1,3-6-1188,-3 1 849,4-1 1,1 1-1,1-3 1,4 1-1,5-1-509,2-1 0,3-1-525,-1-5 1022,0 0 1,0 0-1,0-2 1,1-1 541,-1-2 0,0-4-116,0 4 336,-6-6 1,0 9 1174,-3-2-1022,-4 2-203,6 8 1,-7 2 0,0 7 0,0-1-1,0 0 254,0 0 0,0 0-797,0 1-38,0-1 0,-5 0 0,0 0-1140,2 1 718,1-1 245,-4-6 1,5-4-1,-4-8-522,3-6 0,2-4 432,0-5 464,7 3 1,-4-6-1,6 5 1,2-2 0,2 1 649,1 3 1,0 0-179,1 1-328,-1 6 1,0 2 0,2 6 0,1 0 0,2 0 480,-1 0 0,-4 1-112,-5 4-553,4 3 1,-7 2 0,5-1 0,-3 2 0,-2 2-210,-2 1 0,-3-5-1429,-1 1 792,0-7 0,0 5-597,0-3 970,0-4 0,0-5 1,0-11 204,0 0 0,0-1 381,0 2 1,7 4 0,0 1 0,3-1 530,-1 2 0,1-3-79,4 6-284,0 1 1,1 4 0,-1 0 0,0 1 0,-1 4 1195,-4 4-1228,4 4 0,-5 1 0,6 1 108,0-1 0,0-5-422,0 1 0,1-2 1,-1 3-1,2-3-410,3-2 0,-4-1 0,4-5 1,-1-2-432,1-3 0,-3 2 568,2-6 0,-2-6 0,-1-3 0,-3 0 27,-2 2 1,-4 1 606,-6-4-112,0 9 1,0-9 0,-2 11-1,-2 0 1,-6 4 373,-2 2 1,-3 4-172,1 2-135,0 4 1,4 11-1,2 0 1,1 0-1,0 0 556,1 0 0,1 5-269,5-5-368,0 0 1,7-5 0,4 0-1,4 0 1,6-1-231,1-4 0,-3-2-1201,5-7 886,-1 0 1,4-2 0,-3-1 0,-4-5-1,-1-3-1147,0-5 0,0-1-203,-4 3 1051,-8-7 0,0 1 1,-7-6 667,0 3 0,-44-33 0,16 22 0,0 0 0</inkml:trace>
  <inkml:trace contextRef="#ctx0" brushRef="#br0" timeOffset="20">10920 10151 7774,'-35'0'891,"5"0"-669,-3 0 1,3 0 385,1 0 1,2 0-1,4 0 1,4 0 570,3 0-807,2 0-1124,6 0-1137,2 0 1376,6 0 0,0 1-198,0 4 0,0-2 0,1 5 213,4-2 1,3-1 191,6-5 292,0 0 0,5 0 1,2 0-1,1 0 1,1 0 13,0 0 0,3 0 0,16-13 0,10-2 0</inkml:trace>
  <inkml:trace contextRef="#ctx0" brushRef="#br0" timeOffset="21">12654 10207 7761,'-9'-4'1616,"-1"-1"1,-1 0 0,-1 0 1277,-3 1-2659,1-1 0,-6 5 0,-3 0 1,0 2-1,-1 2 0,0 6 1,2 2-1,2 3 0,2-1-65,4 0 0,-2 2-368,12 3 0,-1-3 0,6 4 1,6-1-331,7 0 1,5 0 181,5-5 1,2 0 194,-2 1 1,1-3 0,-1-1 0,-5-1 98,-3 1 46,-2-5 1,-6 2 21,-3-3 0,-5-4 0,-5 6 0,-6-3 144,-6 1 1,-6 0-728,-5-5 419,0 0 1,1 5-1,3-1 1,5 0-1,3-3-888,2-1 655,0 0 427,6 0 0,3 0 0,12 0 0,5 0 59,6 0 0,7-5-41,-1 1-61,2-7 1,4 4 0,2-4 0,1 2 0,-1-2-32,-2-2 1,-2-3-6,1-3-358,-1 4 1,-6-6 0,-3 7-1,-3 1 1,-3 2-406,-4 2 984,-3-1 493,-6-4 1463,0 6-917,-6 2-903,5 6 1,-11 1 0,8 4 0,1 4 0,-1 6 612,0 4 0,2-2-305,-3 7-436,4-1 0,1 4 0,0 0 1,0 0-1,0 3 474,0 0 0,0 5-130,0-2-487,0 6 0,4-9 1,1 4-1,-2-4 1,-1-2-116,-2 0 0,5-5-1011,-1-4 452,1-4 0,-5 0-168,0-1 0,0-8 281,0-6 0,-1-8 1,-3-9-106,0-2 1,-6-6 297,5 1 0,-4-9 1,3-5-1,-1-3 1,1-2 0,1-1 62,5-4 188,0-2 0,0-1 0,0 6 0,2 5 0,3 5 181,4 1 0,5 10-43,5 0 235,-3 13 0,11 0 1,-3 6-1,1 4 1,-1 2 204,-5 4 1,-4 6-280,0-1-172,-1 2 1,-6 2 0,-4 2 0,-2 2 0,-2 1-24,0-2 0,-11 0-13,-3 2-38,-4-3 1,-1 5 0,-1-7 0,-1 0 0,-1 0-257,0 1 1,5-1 157,-2 0 13,3 0 0,6-4 1,3-1 59,0 2 0,6 0-21,10-1 39,1-4 1,18-6-1,-1-2 1,6-2-1,2-6-167,0-2 0,4-3-182,-1 1 263,3-6 1,0-1 0,-1-4-1,-4 1 1,-1-1-283,-4-2 485,-7 5 0,-3-3 0,-9 6 87,-2 1 0,-4 7-15,-6 2 0,-6 6 0,-4-2 738,-2 3-823,-9 2 0,4 0 0,-5 2 1,1 3-1,4 4 19,1 4 1,-3 6 42,0 0-91,6 0 0,2-5 1,5 2-1,0 1 0,-1 2 49,4-2 1,2-1-64,1-2-112,6 1 0,6-3 0,11-1 0,2-3 0,5-2-428,0-2 1,2-3-287,1-1 641,-3 0 1,3-5-1,-8-1 1,-3-2-1,-1-3-23,-4-1 1,-1-3 330,-2 1 385,-6 0 1,3 0 1288,-6-1-786,0 1-922,-5 6 1,0 4 0,0 8-1,-2 4 1,-1 3 319,-2 3 1,-1-2-99,1 6-406,4-2 1,-6-1 0,7-1 0,-1 0-768,-4 0 691,3 0-2046,-4 1 1727,6-8 0,0-2 54,0-10 283,6-2 0,-3-8 0,7 0 0,1-3 0,2-1 228,1 2 1,-2 1 141,-2 2-80,3 0 0,-5 4 0,6 2 0,0 2 458,0 3 0,0 1-256,1 2-103,-1 0 0,0 7 0,0 2 0,0 4 156,1 1 0,-6-5-111,1 1-367,-1-1 0,5-1 1,1-1-1,-1-3 0,0 1-483,0-2 1,2-1-524,3-2 771,-3-7 0,0 0 0,-7-8 0,2-1 0,2-1-598,1-2 0,-1-6 416,-4 1 359,-3-9 0,-6 1 0,0-4 0,0 1 0,0 4-47,0 1 1,0 8 521,0 3-154,0 9 0,-6 4 0,-3 7 0,-2 6 526,1 7 0,-3 7-215,4 7-182,3 0 1,-1 1 0,6-1-1,-2 1 1,-2-1 553,2 1 0,1-3-293,2-2-767,6-3 0,-2-7 0,5 0 0,2-1 0,2-4-625,1-4 1,5-3-1740,0-2 1839,0 0 0,-3-7 0,-1-2 0,1-6 0,-3-3-1260,-1-6 0,-4 2 603,2-2 1247,-7 0 1,-1-4-1,-10 1 1,-3 3-1,-7 5 92,-2 4 0,1 2 0,-5 3 59,0 4 0,2 6 0,3 0 545,4 0 1,8 5 94,7 0-461,7 6 0,18-10 1,5 4-1,5-2 1,4 0-678,2 2 439,-5 0 0,37-11 0,3-2 0</inkml:trace>
  <inkml:trace contextRef="#ctx0" brushRef="#br0" timeOffset="22">14801 10193 11548,'-1'-8'2777,"-4"4"1,2 8-2185,-7 6 0,5 2 1,-2 4-1,0 2-351,4 1 0,-3 4 1,1-2-1,2-1 1,1 2-1,2-1-748,0-1 0,0-1 239,0-4-534,0-1 0,7-2 0,2-2 0,4-5 121,1-4 0,0-7 0,0-4 0,1-2 358,-1-2 1,5-5 21,0 0 454,0 0 1,0 3 0,1-1-1,1-1 1,-1 4 82,-2 3 0,-3 8 777,0-2-696,-1 3 0,0 2 0,-1 2 1,-2 3-1,-3 4 649,-2 4 0,-1 1-335,-5 0-594,0 7 0,0-5 0,0 3 0,0-4-570,0 0 1,-5-6 312,0 1-456,0-7 0,4 3 0,-2-8-689,-2-2 0,0-1 585,5-9 687,0 3 1,7-11 0,0 4-1,3-2 1,-1-1 378,2 1 1,2 1 748,1 4-757,1 8 0,-1-4 1,0 6-1,0 2 559,0 1 1,-1 8 537,-3 4-1082,2 2 1,-9 4-1,5 2 1,-1 1-1,-4-2-227,-2-1 1,4-2-88,0 0-1433,0-6 1,-5 5-2698,0-4 2807,0-2 1343,0-1 0,-32-76 0,12 27 0,0-1 0</inkml:trace>
  <inkml:trace contextRef="#ctx0" brushRef="#br0" timeOffset="23">14844 9994 7760,'-16'-14'0,"-3"0"0,3-1 2501,-3 1 0,3 5 19,2-1-1082,0 7-4277,6-3 1707,2 6 599,6 6 1,1 2 532,4 6 0,25 13 0,11 5 0,6 2 0,-1 1 0</inkml:trace>
  <inkml:trace contextRef="#ctx0" brushRef="#br0" timeOffset="24">15867 10023 7709,'-7'-15'407,"-1"-4"1,4 0 0,-2 4 532,-2 4 1,4 4 0,-4 10 0,1 5-308,4 7 0,2 8 0,1 3 0,0 4 823,0 3-1175,0 6 1,0-9 0,0 5 0,0-2 0,0 0 229,0-1-535,0-2 1,0-6 0,0-2-1,0-2 1,0-2-625,0-3 1,0-5-1814,0-1 1656,0-5 0,-2 2 0,-1-8 0,-3-2-759,-2-6 1,3-7 701,-5-2 805,7 0 1,-3 0-1,6 0 1,0 1 0,0 1 849,0-2-570,0 3 56,0-4 1,1 7-1,4 2 1,5 2 1013,2-2 1,3 4-411,-1 3-729,0 2 1,0-3 0,2 0 0,1 1-1,4-1-138,1 0 0,-5-1-694,2 1 521,3 4 0,-6-10 1,3 6-1,-5 0 0,-2 0-114,-3 1 1,-1-3 115,1 3 1004,-2 2 73,-7-4 0,0 12-228,0 3-271,0 4 0,-2 6 1,-1 0-1,-2 0 0,2 1 522,1 4 0,1-2-522,-4 2-340,4-7 0,-6 9 1,7-7-1,0-2 0,0 0-322,0 2 1,0-8-1246,0 4 953,0-11 0,2 3 1,3-7-355,4 0 1,4-7 314,1-2 525,0-4 1,0-1-1,1 0 1,-1 0 0,0-1 496,0 1 0,0 5-79,1-1-131,-1 7 0,-5-3 0,1 6 1,1 0 389,2 0 1,1 1-123,0 4-430,0-3 1,0 10 0,1-4 0,0 2 0,3-3-206,1 0 1,6-2-590,-1-5 548,-4 0 0,10 0 0,-4 0 0,-1-2 0,0-1-301,-3-2 0,-1-6 459,-7 2 0,0-4 0,-6-1 0,-3-1 0,-4 1 0,-1 0 163,0 0 1,-6 1-180,-3 4-49,-4 2 1,-8 7 0,-1 0 0,-1 2 0,1 3-143,1 4 0,2 4 152,5 1 145,0 0 0,4 0 0,2 1 0,2-1 0,3 0 302,1 0 0,4 1-328,2-1-122,11-6 1,2 0-1,7-5 1,1 1-1,0 0-493,-1-3 1,3-1-1742,-3 0 1438,2 0 1,-2-5-1,-2 1 862,-1 1 0,-15-12 0,-7 0 0</inkml:trace>
  <inkml:trace contextRef="#ctx0" brushRef="#br0" timeOffset="25">17403 10321 7743,'0'-14'128,"0"-2"1,0-1 0,0-2-1,0 1 498,0 3 0,0 0 1,0 1-1,0 0 1,-2 1-1,-1 2 272,-2 2 0,-1 4 0,1-3-743,-4 2 0,-5 1 0,-4 7 0,-1 2-57,2 6 1,-4 4-117,3 5 1,-1-3 0,6 4-1,2-1-3,1 0 1,6 2-359,-6-2 0,7-3 0,-2 3-144,4-4 0,7-7 148,3-3 51,10 3 0,-3-7 0,3 3 0,-1-6 0,-1-4 62,2-2 1,0-2 993,-5-4-525,0 6 0,1-4 0,-3 2 0,-1-1 1,-3 0 781,-2 2 1,4 4-221,-5-5 13,-1 7-468,-4-3 1,0 14 347,0 6-455,0 0 0,0 13 0,0-3 1,0 4-1,0 4 325,0 1 0,0 0-148,0-4-449,0-1 0,0 5 0,0-1 0,0-4 0,0-4-151,0-4 1,0-1 387,0-4-3683,0-8-168,0 6 1731,0-11 1483,0-2 0,0-8 0,0-8 0,0-1 1,0-4 464,0-1 0,7-8 0,-6-2 0,6-4 0,-1 1 0,-4 2 0,2 5 0,-2 1-688,-2 3 0,-2-1 680,-2 6 974,2 0 0,-6 6 1,5 2 1076,-2 2 1,-1 6-994,1-2-418,3 3 0,-4 4-465,6 3 0,2-2-344,2 6 0,0-6 73,5 2 1,1-3 0,4-2-1,0 0-332,0 0 0,0-2-116,1-3 410,-7 4 1,4-12-1,-2 5 1,1-1-1,0-1 23,-2-1 0,-4 0 780,5 2-11,-7-4 1,3 10-12,-6-7-338,0 7-126,0-3 1,0 17 0,0 3 0,0 2 14,0 0 0,0-2-15,0 0-335,0 7 1,5-5 0,1 3 0,2-4 0,1 0-600,-1-1 0,5-5-405,-4 1 897,4-7 0,1 8 0,1-6 1,-1-2-1,0-3-84,0-5 1,0-3 550,1-6-184,-1 0 1,-2-5 0,0-2 0,-5-1 0,1-2 841,0 2 1,-3-3-106,4 6 328,-5 0 1,2 5-222,-6 0-849,0 6 30,0 2 0,0 17 0,0 4 0,0 4 110,0 2 1,2-2-494,2-5 173,4 0 0,6 0 0,1 1 0,-1-1 0,2-1-569,3-4 1,-2 2-152,7-6 674,-1 0 0,1-5 0,-2 0 0,0-2 0,-1-3-170,-1-4 0,-1-4 359,-5-1 93,1-7 0,-1 6 0,-1-4 1,-4 3-1,-4 2 1160,-4-1-781,-1 1 228,0 0 1,0 4 4,0 1-344,-6 6-273,4 3 0,-4 8 1,5 6-1,-3 0 1,0 0 319,1 1 1,1-1-319,2 0-15,0 0 0,2 0 1,1 1-1,1-1 0,1-1-76,1-4 0,-2 4-167,5-4 119,-6-3 0,10 6 0,-4-8 0,2 1-264,-1 1 1,3-4 87,-4 3 202,-3-4 1,7-6 0,-4-1 0,4-2 0,0-3-87,-4-1 0,4-3 30,-4 1 148,4 0 0,-4 1 0,-1 2 1,-1 2-1,-3-1 530,3 2-276,-6-4 75,6 10-65,-7-10-724,0 10-128,0-4 191,0 6 1,0 1 577,0 4-166,0-3 0,0 5 1,1-3-1,4 0 157,4-1 0,-1 4 62,2-2-149,-7-1 1,10-4 0,-4 0 407,4 0-390,1 0-161,0-6 0,-6 3 0,-2-5 0,-1 0-10,0 0-19,0-1 23,-5-6 1,0 6 101,0-1-483,0 7 21,0-3 312,0 6-255,0 0-689,-7 0 541,6 0-3495,-6 0 1287,7 6 1551,0-4 237,0 4 892,0 0 0,-31 2 0,-9 7 0</inkml:trace>
  <inkml:trace contextRef="#ctx0" brushRef="#br0" timeOffset="26">18327 10222 7743,'-6'8'1945,"3"-2"-826,-7-6-478,7 0 1455,-3 0-1176,-1 0 0,4 0-519,-6 0 0,6-2-347,-2-2 0,10 0 0,4-5 27,4-2 0,-4 3 118,1-2-317,-1 1 0,4-5 0,-2 0 0,-2-2 0,1-2-249,-2-1 1,-2 0 49,-6 5 181,0 0 0,0 0 0,-2 1 0,-2 4-227,-6 4 1,-4 3 400,-5 2-80,3 7 1,-4 1 0,4 7 0,0 4 0,0 5 29,4 3 0,5 0 218,-2-4-216,6 4 0,-4-5 0,7 5 0,0-3 0,2-4-886,3 1 1,3-5-1216,6 3 1627,0-10 0,0 2 0,2-4 1,1-1-1,2 0 484,-1-3 0,17-45 0,2-14 0</inkml:trace>
  <inkml:trace contextRef="#ctx0" brushRef="#br0" timeOffset="27">18540 10193 7799,'0'-14'1882,"0"0"0,0 4-347,0 1-391,0 6-517,0-4 0,0 9 0,0 3 381,0 4 0,0 4-191,0 1-766,0 0 0,-1 0 1,-2 1-1,-2-1 1,2 0-771,1 0 0,4 0 397,2 1 86,-2-1 0,11 0 1,-4-1-1,4-4-900,1-4 1,0 1 187,0-1 897,7 0 1,-5-10 0,3-3-1,-3-3 1,-1-6 134,4-4 1,-6 2 623,6-4-551,-13-1 0,12 2 0,-14 3 0,-1 3 0,1 2 680,0 0-3,-2 6-705,4-5 0,-6 13 0,-1 0 0,-2 8-18,-2 5 0,0 1 498,5 0-539,0 6 1,0-4 0,2 3 0,1-3 0,3-2-302,2 0 1,3 1 36,8-1 90,-3-6 0,11 3 0,-4-6 0,4-2 1,2-2-336,-1-1 0,2-1 70,3-4 288,-9-3 0,9-6 0,-9-2 0,1-1 1,-1-4 87,-5-1 0,-5 3 242,-4-5-189,2 1 1,-10 1 0,2 3-1,-4 4 1,-6 6 15,-8 4 1,-2-1-414,-8 1 269,1 0 1,-4 12 0,2 4 0,2 5 0,3 4-1,3 2 0,2-4 237,6 1 24,-4 3 1,12-6 0,-2 2-1,6-2 1,8-2 259,6 1 1,7-6-144,9 1-497,3-7 0,2 3 0,-1-6 0,-1 0 0,-1-1-693,-1-4 1,-5 2-1347,-5-7 944,-13 7 0,6-10 1282,-12 4 0,-38-4 0,-15-1 0</inkml:trace>
  <inkml:trace contextRef="#ctx0" brushRef="#br0" timeOffset="28">10621 11146 7709,'2'-15'-420,"1"0"0,2-3 746,-2-1 1,-2 5-1,1 6 1,1 0 549,2 0 1,1 5 762,-1-1-619,-4 2-574,6 2 1,-7 2-95,0 2 0,0-1 780,0 7-829,0-1 1,0 10 0,0 2 0,-2 1 0,-3 5 422,-4 4 1,1-1-419,-1 4-222,-1 2 0,1-6 1,-1 5-1,-1-2 0,0 0-155,2-1 1,-3-4 159,8-4-260,-7 3 0,9-12 1,-4 3-1,1-6-1526,0-2 870,1-7 541,4 3 0,0-7 1,0-4-1,0-4-1134,0-4-222,6-1 1029,2 0 1,1 4 0,-1 1 0,0-1 610,0 2 0,14-11 0,8 3 0</inkml:trace>
  <inkml:trace contextRef="#ctx0" brushRef="#br0" timeOffset="29">19834 9909 7691,'0'-14'195,"0"-1"1,0 1 0,0 0 1353,0 0-1014,0 6 1,0 3 0,0 10 0,0 4 0,-1 6 861,-4 4 0,-3 3-1022,-6 6 1,0 2-128,-1 3 0,1-1 0,0 6 1,-2 1 105,-3 2 1,3-3 0,-4-1-1,1-3 209,0-2 0,-2 3-207,2-2-368,4 0 1,-4-6 0,8-3-1,3-4 1,0-3-321,0-2-151,5 2-168,-4-15 0,9 4 1,1-8-1027,2-2 1,6 2-580,-2-3 1429,4-3 1,1 7 0,0-5 0,2-1 826,3-2 0,22-42 0,-15 20 0,0 1 0</inkml:trace>
  <inkml:trace contextRef="#ctx0" brushRef="#br0" timeOffset="30">20005 10079 7780,'0'-14'1347,"0"0"237,6 0 1980,-4 6-1584,4-5-1285,-6 18 0,0-2-364,0 16 0,0-2 0,-2 7 0,-1 1 281,-1 2 1,-3 2-68,2-1-472,4 1 1,-7-1 0,5 0-1,-2 1 1,2-1-230,1 1 0,2-6 172,0 1-293,0-6 0,0 4 1,0-5-1479,0 2 1060,7 0 561,1-11 1,1-2 0,1-6 0,1-1 0,1-3-10,2 0 1,2-7 477,3 1-274,-3 4 1,5-7-1,-6 5 1,3-1-1,-1-1 145,-4-1 1,1 3 40,-5-1-189,4-1 1,-3 1 0,-3-1-1,0-1 1,-2 0-78,1 2 0,-5-4-311,4 4 193,-3-4 0,-4 0 0,-1 2 0,-3 2 0,-2-1-462,-3 3 1,-2-4 84,-1 6 473,0 0 0,-5 5 0,0 0 1,0 0-1,0 2-72,0 2 0,1 0-10,9 5 224,-4 0 0,5 1 1,-4-1-1,2 2 32,6 2 1,0-3-376,0-1 214,2-6 0,-3 8 1,10-6-1,5-2-73,2-1 1,2-2-99,1 0 104,-1 0 0,0-2 0,0-3 0,1-2 0,-1-3-611,0 1 1,-5 1 95,1-2-217,-1-2 0,1 5 1,-1-4-1963,2 2 2789,2 6 0,-5-10 0,-2 5 0</inkml:trace>
  <inkml:trace contextRef="#ctx0" brushRef="#br0" timeOffset="31">20460 10250 7745,'-8'-6'505,"0"3"0,5-7 1081,-2-1 1,-4 3-306,4-1 0,-5 4-299,6-5 1,-1 9-395,5 1 1,-5 1-187,0 9 1,1 4 0,2 5-1,-1 0-84,-2 2 0,0-6-116,5 4-325,0 3 0,0-6 0,0 3 1,0-3-1,0-2-97,0 0 1,7-1-1143,2-3 1007,4 2 1,1-10 0,0 2 0,1-2 0,-1-2-666,0 0 1,5-5 816,0 1 130,0-7 1,-5 1 0,0-7 0,1-2 0,-3 1 281,-2 3 1,-2-4 465,-4 0-383,-2 0 0,4 9 0,-6 1 769,0-2-850,0 4 0,0 3 0,0 8 14,0 6 0,-1 2 120,-4 3-283,3-1 1,-4 0 0,6 0 0,2 1-124,2-1 0,4 0-94,6 0 10,1-6 1,-1-2 0,2-6-1,1 0 1,2 0-181,-2 0 1,4-1 48,-2-4 188,6-9 0,-9-2 0,3-4 0,-3-1 0,-2-3 34,0-3 0,-1-6-78,-4 0 99,-2 0 0,-7-2 0,0-1 1,0 1-1,0 5-52,0 5 0,-2 9 312,-3 2-189,4 0 0,-10 14 0,4 0 0,-1 8 92,-3 4 1,3 9 558,-1 2-490,6 4 1,-8 2 0,4 1 0,1 1-1,0 2 713,3-1 0,1-2-204,2-2-442,0 1 1,-5 4 0,1 0 0,0-3 0,3-3 210,1-3 0,0 0-140,0 4-323,0 0 1,0-1 0,0-2 0,-2-1 0,-1 1 194,-2 2 0,1-3-414,4 0 81,0-1 0,0 1 0,0-2 1,0 0-1,1-1-508,4-1 1,-4-1-225,4-4 196,-3-8 1,4 5 508,4-8 1,-3 1 165,3-5 25,-7-6 0,10-2 1,-4-6-1,4-1 0,1 0 169,0-4 1,1-4 38,-1-5-310,-6 0 0,3-1 0,-5-1 1,0-1-1,1-4-468,-4-2 1,-2 6-242,-1-2 560,0 3 0,-6-2 0,-3 2 0,-4 5 0,-1 4-359,0 9 0,-1-1 428,1 8 52,0 1 0,4 4-65,1 0 1,6 1-86,-2 4 274,3-4 0,4 11 0,3-8 0,4-1 0,4 1 71,1 0 1,2-2-131,3 3 55,-3-4 0,9-1 0,-5-1 0,3-4 0,0-5 59,-1-2 1,5-2-78,-3-1-12,-4 1 0,1-5 1,-8-1-1,-4-1 1,-3-1 4,1 0 1,-6-2-198,4-4 194,-3 6 0,-2-4 0,-2 7 0,-1 2 0,-3 3 52,-2 4 270,5 4-186,-10 6 1,10 0 0,-7 2 112,-1 2 1,0 4-78,2 6 5,2 7 1,3-5 0,-1 4-1,0-1 1,0 2 428,1 1 0,-1 2-108,5 4-176,0-6 0,0 5 0,0-3 0,0 3 1,0 1 279,0 0 0,0 1-440,0-1-67,0 1 0,0-1 0,0-1 1,0-2-1,0-3 86,0-1 1,0 4-84,0-1-131,0-4 0,1 1 1,3-7-1,0 0 1,1 1-516,1-1 0,-2-5-299,5 1 543,1-7 0,-1 5 1,1-5-1,1 2-59,1-2 0,2-2 93,1-1 275,-1-6 1,0 3 0,-1-6-1,-2-3 1,-2-2 311,2-5 0,2 2-190,1-7-198,-6 7 0,3-12 0,-5 3 0,1-6 0,-1-1-301,-3-2 0,-1 5-191,-2-3 379,0-3 0,-6 6 0,-4-2 0,-4 7 1,-4 6-210,-1 3 1,-4 8-13,4 3 333,-6 4 0,9 1 1,-3 0-1,5 1 1,3 2-93,1 2 1,7 6-35,-2-1 205,4 2 0,1 3 0,1-1 0,2 0 86,2 0 0,8-4-70,1-1 73,0-6 1,11 4 0,-4-6 0,1 2 0,3 2 105,2-2 1,2-6 194,-1-2-311,0-6 1,1 3 0,1-6-1,2 0 1,1-2-43,-2-3 1,-1 3-45,-1-3 24,-7-3 0,-2 5 0,-5-5 0,-3 1 28,-2 4-98,-4 1-3,-6 8 0,-6 2 1,-4 6-250,-2 0 1,-3 6-57,1 4 386,6 2 1,-4 7 0,4 0 0,0 0 0,3 0 113,4 0 0,1 5-218,0-5 273,0 0 1,6 0 0,3 0 0,4-2 0,3-1 96,3-2 1,1-1-446,4-4 110,3 4 0,-2-12 1,5 4-1,-5-3 0,-3-2 37,-4 0 1,-2-5-3,-2 0 69,0-6 0,-4 3 0,-3-6 0,1 0 0,-1 0-101,-1-1 0,-1 6 10,-5-1 15,0 1 1,0-5 171,0 0-159,0-1 432,0 7 171,0 2-540,0 6 91,0 0-205,-7 0-197,6 0 116,-5 0-560,6 0 382,0-6 135,0 4 0,0-10 0,0 2-29,0-3 0,0 4 20,0 0 74,0 5 0,1-8-41,4 2 47,3 4 227,6 0 1,0 6 0,0 1 492,1 4-137,-1 3-304,0 6 0,-4 0 0,-1 0 139,2 1-481,-5-1 222,7 0 332,-11-6-356,10-2-157,-10-6 1,9-1-1,-5-4 1,2-3-1,3-1-538,2-1 0,-1 1 295,-2-6-557,3 1 0,-6 5 1,8-1-1,-1 1-422,0 1 0,0 2-931,1 6 2273,-8 0 0,-32 0 0,-14 0 0</inkml:trace>
  <inkml:trace contextRef="#ctx0" brushRef="#br0" timeOffset="32">2503 11970 9608,'-8'-1'2126,"3"-4"-1903,4 3-42,1-10-218,0 4 1,1-2-1,4 2 1,3 1-1,1 0 43,1 1-49,-1 1 1,5 4 0,1-3-1,-1 0-14,0 1 10,-6 1 1,5 2-1,-5 2 83,-1 2 1,4-1-6,-6 7 0,0-5 0,-5 4 0,0 2 90,0 2-113,0 1 1,-6 5-1,-4 0 1,-2 0-1,-3 0-38,1 0 0,0 0 68,0-5-66,-1 6 1,1-4 0,0 3 0,1-3 5,4-2 1,-2 0 144,6 1-80,0-7 1,12 3 0,4-7 0,6 0-1,7-3 354,3-1 0,6-1-39,0-4-232,0 3 0,-4-9 0,-3 6 0,0 1 0,-4-1 16,-2 0 0,-2-1-350,-9 1-69,-2 4-634,-7-6 0,-7 7 106,-2 0-6,-10 0 1,3 0 0,-5 0 810,1 0 0,-40-12 0,-16-4 0</inkml:trace>
  <inkml:trace contextRef="#ctx0" brushRef="#br0" timeOffset="33">2688 11828 8087,'0'-14'224,"0"-5"1,0 0 1161,0 2-441,-7 1-641,-1 2 1,-6 1 0,0 3 0,0 6-63,0 2 1,-5-3 0,-2 1 0,-1 0 52,-3 3 0,-1 6-31,3-1 1,-7 7-174,6-1 1,-6 4 0,6 4 0,-3 2-22,-1 2 1,6-3-117,3 5 1,1-1-74,0 6 0,6-1 1,-2 1-1,3-1 26,3 1 1,2-1 38,6 1 0,0-1 33,0 0 1,0 1 0,2-2 0,2-2 8,6-1 1,-2-1 34,1 6 3,1-7 0,4 3 0,0-4 0,0-1 1,2 2 116,3 0 1,-3-4-114,3 1 0,-2-3 3,2-2 1,-2 0-1,7-1 1,1-2 29,2-2 1,2-6-7,-1 2 47,7-3 1,1-4 0,7-3 0,0-6 0,-1-6 244,1-7 1,0-3 122,-1-1-314,-5 0 0,0-6 0,-7 0 0,-4-3 0,-4-2 311,-5-2 0,-7 3-184,-6 0 1,-5 0-234,-9-5 0,-1-6 0,-12-1 0,-4-1-64,-5 4 0,-3 4-246,-2 5 105,-5 4 0,6 8 1,-7 7-1,2 10 1,3 6-792,5 3 0,3 1 505,2 4 0,7 4-221,7 10 0,1 2 0,9 4 0,1-1-1316,1 1 1,4 2 1975,2 1 0,21 2 0,9 1 0,4 2 0,1 1 0</inkml:trace>
  <inkml:trace contextRef="#ctx0" brushRef="#br0" timeOffset="34">3271 12439 8145,'7'-6'5756,"6"-2"-4700,-11-6 0,4 0-442,-6 0 0,0 4-1529,0 1 1,2 5-4645,2 0 5559,4 8 0,19 11 0,3 7 0</inkml:trace>
  <inkml:trace contextRef="#ctx0" brushRef="#br0" timeOffset="35">21441 3227 7927,'-8'-6'-92,"0"4"26,3-3 647,4-2 1,-7 0 0,5-4 1403,-2 2-1153,0 6-199,5-4-480,0 7 1,0 2-1,0 3 1,0 4 281,0 4 0,0 1-271,0 0 0,2 5 0,1 2 0,2 1 16,-2 3 1,-2 0-1,-1 1 1,0-3-30,0 3 1,0-1 69,0-2-305,0 4 1,0-6 0,0 3 0,0-5 0,0-4-284,0 0 0,-4-6-1400,-1 0 134,0-5 786,5 2 1,0-8-321,0-2 0,0-4 503,0-6 0,5-1 664,0 1 0,6-38 0,-3-10 0</inkml:trace>
  <inkml:trace contextRef="#ctx0" brushRef="#br0" timeOffset="36">21412 3284 7927,'0'-19'153,"0"0"1,0 0 311,0 5 1,0 0 13,0-1 1,0 1 0,0 0 862,0 0-901,7 0 0,1 1-315,6 3 1,-5 4-1,1 6 1,1 0 292,1 0-339,9 0 0,-5 0 0,3 2 1,-3 1-1,-2 3 215,0 2 1,0 2-335,0 4 91,-6 0 0,3 2 0,-6 1 1,-2 2-1,-1 0-82,-2 2 1,0-6 38,0 4 0,-6-1 1,-2-1-1,-2 2-33,1-2 0,-2-1-549,-8-1 414,3-1 1,-5-5 0,7-1 0,0-2 0,0-1-417,-1 1 615,1-4 0,0 4 0,0-6 273,0 0-331,6 0-8,1-6 0,9 4 0,3-2-17,4 2 1,4 2 282,1 0 0,0 2-128,0 2 0,1 0 0,-1 5 0,0 2 92,0 2 1,1-4-138,-1 1 0,0-1-22,0 5 0,0 5 0,1-1 0,-3-4-54,-2-3 0,2-1-47,-2 4 0,2-2-73,3-2 1,-6-4 0,1-4-25,1 3 1,0-5 238,-2 0-107,4 0 1,-7-13-1,5 2 1,-1-5 0,-1-5-96,-1-1 1,0 3 23,-3-4 1,-4 4 120,4-5 0,-3 7 0,-2-2 1,0 3 33,0 2 0,0 4 41,0 1 0,-2 6-156,-3-2 0,-1 10-3,-3 4 64,-4 4 0,10 1 0,-5 2 1,2 1-1,1 2-32,-2-2 47,6-1 1,-5-2 0,6 1 0,0-1 0,1 0-28,4 0 59,3 1-50,6-1 1,2-6-1,1-4 1,4-2 0,-1-2 3,1 0 1,3-6-48,-6-4 1,8-2 0,-4-4-1,0-2-152,-3-1 0,-3-4 156,-2 4-19,-6-7 0,3 4 0,-6-6 0,-2-2 1,-2-2-458,-1-1 498,0 6 0,0 2 0,-1 6 0,-2 2 47,-2 1-149,-6 8 88,9 2 1,-9 12 0,6 5-1,2 5 335,2 3 0,-1 6 289,-3-1 1,4-2-251,-4 2 0,4-1 1,1 4-1,0-2 475,0-1 1,0-5-633,0 5 0,0-7 1,1 2-1,4-3-283,4-2 1,-1-1 188,2-4-606,-1 4 0,10-12 0,0 4 1,0-3-1,0-2-2731,0 0 2502,6 0 1,-9-7-1,3-2 737,-3-4 0,11-39 0,3-9 0</inkml:trace>
  <inkml:trace contextRef="#ctx0" brushRef="#br0" timeOffset="37">22052 3355 7959,'-8'2'731,"4"2"538,2-2-91,2 4-689,0-6 1,6 0-198,4 0 1,2 0-512,3 0 0,4 0 0,1 0 1,1 0-502,-1 0 0,4 0 432,-5 0 0,0 0 0,-5 0 1,0 0-214,0 0 0,1 0-2,-1 0 939,-6 7 1783,4-6-1340,-10 12-376,4-5 0,-6 1 1,0 1-1,0 1 1,0 1 1553,0 3-1819,0-1 1,0 0 0,0 0 0,0 0 0,0 1 97,0-1 0,0 0-69,0 0-271,0 1 1,0-1-1,0 0 1,2-1-578,3-4 319,-4-3 260,6-6 1,-7-1 0,1-4 23,4-4 0,-4-6-428,4-4 0,1-3 179,-1-6 1,6 4 0,-1 2 0,1 2-273,-2 2 0,4-2-314,-4 1 1,-1 1 312,2 9 1,-1-2 0,5 6 0,1 2 499,-1 1 0,13 28 0,3 5 0</inkml:trace>
  <inkml:trace contextRef="#ctx0" brushRef="#br0" timeOffset="38">22848 3426 7959,'-4'-9'893,"-3"-1"1498,-1-1-1623,-1-1 1,-4 2-323,4 1 1,-4 5-1,4 0-264,-4 2 0,4 4 1,-1 2-1,-1 4-158,-2 0 1,1 10-43,2-4 17,-2 3 0,4-1 0,-5 1 0,2 2 0,3-1-440,2-3 1,0 0 229,1-1 1,3 0 17,-3 0 0,4 1 1,1-1-212,0 0 1,6-6 156,4-3 0,2-4 73,3-1 0,-1 0 1,0 0-1,0 0-121,0 0 0,1-6 260,-1-4 0,0 2-43,0-1 0,-4 0 1,-2-6 346,-2 1 0,3 0-130,-4 0 1,0 4 604,-5 1 1,0 4 233,0-4-463,0 5-251,0-2 0,0 8 1,0 2 86,0 6 0,-2-2-392,-2 1-26,2 1 0,-3 2 0,8-1 0,4-3-216,1-1 1,1 2-335,5-4 0,1 0 328,-1-5 0,0 0 0,2 0 1,1 0 139,2 0 0,-5 0 55,-4 0 1,-1-5 120,6 0 1,-6-4-1,-1 2 479,-2-1 1,1 5 71,-3-2 81,-2 4-6,4 1 0,-6 1 96,0 4-401,0 3 0,0 6 0,0 1 14,0-1 0,0 0-508,0 0 0,0-4-11,0-1 0,5-4-591,0 4 634,-1-5 1,-4 0-172,0-8 0,0-4-19,0-7 199,0 1 1,7-2 0,1-1 0,1-2 0,-1 2-537,-2 1 516,5 2 0,-3 1 0,5 2-11,-4 2 0,4 5 307,-3 0 1,2 2 0,2 2 0,-1 2 100,-4 2 0,4 0 0,-5 5 1,1 2 135,1 2 1,-5 1 37,4 0-392,-6 0 1,5-1-1,-5-2 1,2-2 0,0 1-1072,1-2-186,-4 5 853,10-12 0,-8 5 0,5-6 19,2 0 1,2-6 162,1-3 1,0-4 0,0-3 0,2-3-137,3-4 0,-3 2 331,3 2-69,3-3 1,-6 11-1,3-3 1,-3 3-1,-2 1 50,0 1 0,-5 5 386,1 0-101,-1 2 0,1 7 0,-2 1 0,0 2 405,0 3 0,0 2-410,1 1 0,2 0 162,-6 0 1,6 1-1,-3-1-67,0 0-459,-2-6 1,-6 0 0,2-5-456,2 2 484,-2 6 0,3-10 1,-12 4 62,-7-3 0,0-2-246,-5 0 169,3-7 0,-3 4 0,0-5 0,2 2 0,1 1-133,2-1 0,0 3 134,-1-7 0,6 7 130,-1-2 0,6-1-224,-6 1-394,7 1 416,-3-3 1,6 7 175,0 0 1,1 2 0,4 6 0,3 0 8,0 0 1,4-4-270,-2 6 152,3-7 1,6 8 0,0-5-1,-2 1 1,0-1-143,2-3 1,-3-1-226,3-2 351,3 0 1,-6 0-1,4-2 1,-1-3-1,0-4-27,-1-4 131,-2-1 1,-2 0-1,0 0 1,0-1 0,-1 1 245,-4 0 1,-2 5 306,-7-1-308,6 7 40,-5-3-115,6 6 1,-7 6 0,0 3 0,0 4 0,0 1 1272,0 0-1296,0 1 0,0-1 1,0 0-1,0 0-285,0 1-93,0-1-71,6 0 1,-4-5 78,2 1 173,-2-7 0,-2 2 1,2-10-1,1-4-285,2-4 0,1-1-48,-1 0 296,-4-1 1,10 0-1,-4-1 1,-1 0 0,0 3-16,-3 1 1,4 4-174,-3-2 192,1 7 0,-3-8 0,2 6 59,6 2 245,-4 2 0,7 2 663,-4 4-700,-2 3 0,4 6 0,-5-1 0,0-2-138,1-2 1,-1 1-1,-3 4-246,2 0 30,0-6 0,-4 3 0,2-5 329,2 2-160,0-5 65,-5 4 0,0-9 0,1-3-267,4-4 0,3-4-98,6-1 0,-4-5 94,-1 0 1,1 0 0,2 5-538,-2 0 648,2 6 0,-8-3 1,5 6 67,2 2 1,-3 1 130,2 2 1,-7 2-1,3 3 519,0 4 1,-4 4-184,3 1-337,-4-6 1,1 5 0,1-4 0,2 4-323,-2 1 1,3 0 23,-1 0-112,6-6 1,-8 3 0,7-6-1,1-2-450,1-1 499,3-2 162,-1 0 1,0-7-1,0-2 1,-1-4-1,-2-1-113,-2 0 1,-1 0 295,2-1 8,-4 1 1,-1 5-1,0-1 564,-2-1-680,-2 5 20,-1 0 1,0 7 0,0 4 334,0 4 1,-1-1 123,-4 2-432,3-1 1,-4 5 0,6 1 0,0-1-251,0 0 1,5 0-123,0 1 203,6-8 0,-3 4 0,6-4 0,0-1 0,0 0-188,0-2 1,1-3 391,-1-1-132,6-6 0,-2-2 0,4-8 0,0-1 0,-1-2-35,-1 1 0,4-2 174,-5 1-95,0 0 1,-5 6 0,0 4 0,-1 3 0,-2 1 137,-2 0-37,1 0 66,4 12 1,-6-4 0,-2 6 0,-1 2 0,0 2 465,-2 1 1,-2-4-199,-1-1-321,0 1 0,0-1 0,0 1-429,0 1 1,-6-5 65,-3-1-75,2 3 0,-5-7 0,1 4 0,-5-3 0,-3-2-355,1 0 0,3-5 170,0 0 317,1 0 0,5 1 1,-1-1-1,1 0-106,1-1 290,-5 4 416,12-4 0,-6 6 1,9 0-41,3 0-252,3 0 0,6 5 0,0-1 0,2 0 0,1-3-268,2-1 0,5 0-183,-5 0 250,6 0 0,-8-1 0,7-3 0,0-2 1,0-2-190,-1-3 1,-1-2 314,2-1-29,3 0 1,-11 1-1,3 2 1,-4 3-1,0 1 289,-1-1-120,0 4 0,-4-2 0,-1 6 0,2 2 1116,2 2-1008,-5 4 1,3 7-1,-7-1 1,0 0 303,-3 0 1,-1-4-264,0-1-316,0 1 0,0-1 1,0 1-408,0 1 1,-6 0 122,-4-2 30,-2-2 0,-2-7 0,-1 0 0,0 0 0,-3 0-524,-1 0 0,0 0 436,5 0 213,0-7 1,4 4-1,1-5 1,-1 0-194,2 0 639,-4 5-85,10-3 1,-4 4-38,6-2 1,6 2 219,4-3-351,2 4 0,7 1 0,2 0 1,1 0-1,3 0-366,2 0 0,2 0 12,-1 0 124,0 0 0,1 0 1,-1 0-1,1 0 1,-1-2-33,1-3 0,-6 2 37,1-6 409,-7-1 1,-1 1 0,-8-1 755,-2-1-605,-1 5-292,-5 0 0,-1 6-145,-4 0 0,3 6 615,-3 3-454,4-2 0,1 5 0,0-2 1,0 2-1,0 3-185,0-1-158,6 0 144,2 0 0,2-1 1,-1-2-1,2-3-437,2-2 1,1-1 102,0-5 319,0 0 0,1 0 0,-1-2 1,-2-2-1,0-6-30,-3-2 0,1-3 327,4 1-124,0 0 0,-5 0 1,-1-1-1,0 3 438,0 2-434,-5-2-77,4 10 0,-7-3-14,0 10 0,1-2 810,4 7-629,-4-1 1,7 5 0,-3 1 0,3-1 51,0 0 0,5-4-39,-4-1-44,4-6 1,1 8 0,0-6 0,0-2 104,1-1 0,-1-4-55,0-3-345,0-2 1,-4-5 0,-2 0-1,-2-4 1,-3 0-299,-1 0 1,-2 2-102,0 0 388,0 0 1,-2 1 0,-3 2 0,-4 3 0,-5 2-290,-5 3 0,3 1 107,-3 2 218,3 0 1,2 0-1,0 0-318,-1 0 1,8 2 104,2 2 288,3-2 0,4 4 0,3-6 0,4 2 36,4 3 1,2-4-72,4 4 159,4-3 0,0-2 1,-1 0-1,0 0 1,-1 0 401,0 0 0,-2 0 18,-5 0-212,0 0 1,0 0-1,0 0 353,1 0 1,-7 1-70,-4 4-315,-2-4 0,-1 7 0,3-3-110,0 5-1039,1-4 117,1 7 0,-2-12-134,5 4 1,0-4 255,6-1 305,-7 0 1,4 0 0,-2 0 102,2 0 28,3 0 918,-1 0 0,-5 0 0,1 0 0,-1 2 2060,-1 3-2262,5 3-395,-5 0 0,1 3 0,-1-5 0,0 0-650,0 1-470,-5-3 471,3 3 1,-4-6-1,1 2 541,2-6 0,-19-68 0,2 25 0,0-1 0</inkml:trace>
  <inkml:trace contextRef="#ctx0" brushRef="#br0" timeOffset="39">27156 3369 7845,'0'-14'571,"-1"0"0,-2 0 1,-2-1 2260,2 1-2551,-5 6 0,6 4 0,-3 8 0,4 6 0,-1 2 0,-1 4 168,-2 3 0,-1-1 0,3 4 1,-2 0-338,2 0 0,1-5-251,2 2 1,0 2-1,0-2 1,0-2-205,0-1 1,0-7-465,0 1 327,7-1 1,1-1 0,6-3-1,0-3-227,0-2 610,1-7 1,-1-1 0,0-6-1,0 0 1,0 0 280,1-1 1,-1 1 150,0 0 1,0 1-164,1 4 1,-1-2 0,0 6-1,0 2 1038,0 1-815,1 2 1,-1 2 316,0 3 1,-4-2-370,-1 6 0,-6 1 1,3 4 38,1 0-1118,-6 0 0,6 1-588,-7-1 540,0 0 514,0-6 0,0-3 0,0-10 1,1-4-238,4-4 1,3-3 410,6-3 221,0 3 1,1-4-1,0 6 1,3 1 0,1 2 370,-2 1 1,-1 7-75,-2-1-83,-6 2 1,5 4-1,-4 2 1,2 6 621,-1 2 1,-4 3-254,-6-1-838,0 6 0,5-4 1,-1 3-1,0-3-3571,-3-2 3033,-1 0-3604,0 1 4272,0-8 0,-25-32 0,-7-14 0</inkml:trace>
  <inkml:trace contextRef="#ctx0" brushRef="#br0" timeOffset="40">27313 3085 7982,'-14'0'1856,"-1"0"-2214,7 0 1,4 0-780,8 0 1137,4 0 0,28 15 0,12 8 0,3 1 0,-1-1 0</inkml:trace>
  <inkml:trace contextRef="#ctx0" brushRef="#br0" timeOffset="41">28308 3426 7953,'0'-14'1275,"-2"0"-200,-2 0 0,0 6 0,-5 1 0,-2 3 21,-2-1 1,-1 0-759,0 5 1,-5 0 0,0 2 0,0 2-227,-2 6 1,6 3 0,-4 1-1,3 2 84,2 2 0,4 0-680,1 6 230,6-7 0,-4 3 0,7-4 1,0 2-1,2 1-714,3-2 1,9-6 337,9-2 1,4-5 325,2 0 0,4-2 1,0-2-1,-1-2 57,-2-2 1,3-4-1,0-6 298,0-1 0,-6 0 0,-2-3 0,-2-1 0,-1 0 558,0-1 1,-5 4-281,2-3 0,-8 8 1292,-1 1-490,-7 7-737,9-3 0,-10 8-141,3 2 1,-2-1-310,2 7 0,-2-7-550,6 2-240,-6 3 87,4-7 471,-7 6 210,0-7 1,-7 0 1,0 1 0,-8 2 0,1 4 131,0 1 0,-5-4-119,0 6 71,0-1 0,5 1 1,1-1-1,2 2 1,2 2-155,-2 1 1,4-4-112,3-1 147,2 1 1,4-1 0,2-1 0,6-2 19,2-3 1,4-1 258,3-2-20,3 0 1,0-2 0,-3-2 0,-1-6 0,-1-2 845,2-3 1,-2 1-348,-7 0-309,3 0 0,-10 1 0,5 2 0,-2 2 707,-3-3-1602,-1 6 145,-2 0 1,0 7 330,0 4 0,0 3-69,0 6 0,0 0 1,0 1-491,0-1 490,0-6 1,1 3-1,4-6 1,4-1 0,6 1-575,4 0 564,-4 0 1,12-5 0,-3-2 38,3-3 1,-3 2 34,-1-6 1,1 4 0,4-3-1,1 0 38,-1 0 0,-4 5 250,0-2 1,-7 4 0,4 1 0,-3 0 451,1 0-359,0 0 1,-9 4-1,-2 3 1,0 1 235,0 3 0,-5-3-339,1 1 0,-4-4-123,-4 4 1,1-6-119,-7 2-12,1-3 0,-2-2 0,-2 0 0,-3 0 0,0 0-529,1 0 1,0 0 163,1 0 9,0 0 1,0-5-941,-1 0 1112,1 1 1,8 4 542,6 0-88,13 0 1,4 0-1,7 1 1,1 2 352,2 2 0,7 0-201,4-5-267,-3 0 1,6-2-1,-3-1 1,5-3-1,1-2 92,-1-3 1,-4-2-204,-10-1 45,-7 0 0,1-1 1,-7 1-1,-5 0 151,-3 0 1,-3 4-48,-5 1-136,-6 6 1,2-8 0,-5 6 0,-2 2 0,-2 1-376,-1 2 0,0 0 113,0 0 85,6 0 1,-5 2 0,5 2 0,-1 4 0,1 2-201,1-1 254,-4 1 98,10 4 1,-5 0-1,7 0 1,4-1-133,4-3 0,1-3-166,4-2 156,-3-3 0,14 4 0,-4-6 1,1 0-1,3 0-661,2 0 0,-3 0-1185,0 0 2016,-7-6 0,10-15 0,-5-9 0</inkml:trace>
  <inkml:trace contextRef="#ctx0" brushRef="#br0" timeOffset="42">22237 4436 7939,'0'9'4164,"0"0"-3573,0-5 1,-5 0 0,1-8-114,0-6 0,3-2 1,1-3-1,0 1-204,0 0-114,0 0 1,-2-1 0,-1 0-1,-3-3 497,-2-1-706,5 0 0,-5 7 1,3 2-1,-4 6-69,-4 2 1,3 2-535,1 0 510,-1 0 0,-4 8 1,0 4-1,1 7 0,2 4-160,2 2 0,6-3 262,-2 2-37,3-7 1,2 8 0,0-6 0,0-1 0,2-3-77,3 0 1,3-6 68,6 1 63,6-7 0,-2 3 0,4-8 0,-2-4 0,-1-6-47,2-6 0,-5-2-43,3 1 74,-4-3 0,-2-7 1,-2-1-1,-3-2 1,-2-2 246,-3-3 0,-1 4-16,-2-5-103,0 7 1,0-2 0,0 7 0,-2 6-1,-1 2 664,-1 6-634,-1 7-129,5-1 1,-5 12 0,0 5 0,2 6 0,2 7 30,1 3 1,-5 1 621,0 1-485,0-1 1,5 1 0,0-1-1,0-1 1,0-2 58,0-1 1,0-2-33,0 2-377,7-4 1,1-5-1,7-1 1,3 0 0,2-1-807,2-4 0,2-3 10,5-6 735,-1 0 1,0-6 0,-1-3 0,-1-4-1,-4-1-237,-2 0 0,-1-2 721,-5-3-110,1 3 1,-7-6 0,-4 4 0,-2 0 1434,-2 0-799,0 2-728,0 8 1,-2 2-1,-2 8-240,-6 2 1,2 4-55,-1 7 279,6-1 1,-4 5-1,6 0 1,-3-2-1,0-1 46,1-2 0,1 0-25,2 1-138,6-1 1,-3-5-1,9-1 1,2-2-1,5-2-11,3-3 0,2-1-73,4 0 115,-6-6 0,5-2 0,-3-8 0,2-1 0,1-2-127,-3 1 247,-3 3 0,-7-3 1,0 1-1,0 3 0,0-1 175,1 4-107,-7 7-82,4-9-7,-10 11 163,4-4 556,-6 6 488,0 0-1048,0-6 1,0-2-1435,0-6 965,0 6 1,0-6 0,0 1-1,0-4 1,0-2-265,0-2 1,0 5 180,0-3 435,0-3 0,0 2 0,0-4 0,-1 7 0,-3 4 423,0 4 1,-1 4-153,5-5-342,0 7 0,-5-2 0,0 10 1,1 5-1,-1 4 224,0 5 1,0 4 75,5 11-83,-6-4 0,5 11 0,-4-5 1,3 0-1,2-2 447,0-4 0,2 3-617,3 0-86,-4 0 0,12-11 0,-4-1 1,4-4-1,1-1-430,0-3 0,2-9-315,3 1 594,-3-3 1,6-9-1,-5-2 1,4-5-1,-1-4-357,1-1 0,-2-6 178,-5 1 346,7 4 0,-6-6 0,4 8 0,-3 0 0,-3 2-3,-4 2 1,4 6-42,-4 4 23,-2-4 0,5 6 0,-4-1 0,2 4 238,-1 4-135,-6 6 402,4-3 1,-3 6 0,3-1 141,1-4-691,-5-2 325,3-7 410,-6 6-366,0-4-285,0 4 1,-1-6 0,-4 0 0,-5 0-100,-2 0 1,-2 0 104,-1 0-33,1 6 1,5 1 0,-1 4-1,-1-2 1,0 2-195,2 2 0,-3-4-7,8 1 78,-1-1 1,5 1-1,0-1 1,2 1-364,2-2 0,4-2 429,6-6 105,1 0 0,-1 0 1,2-2-1,1-1 1,2-3 215,-2-2 0,-6 0 552,-1-1-455,-1-4 1,-1 10-1,-1-5 1,-3 0 1023,1 0-939,0 5-568,-5-3 1,0 7 0,0 4-159,0 4 0,1-1 194,4 2-83,-3-1 1,9 1-1,-5-1 1,2 1 0,5-2-400,4-4 1,-1-2 147,3-2 433,3 0 0,-5 0 0,5-2 1,-1-2-1,-4-6 81,-1-2 0,-2-3 272,1 1-162,-1 0 0,-2 4 0,-2 1 0,-4-1 321,1 3 0,-6-1-818,4 3 317,-4 3 1,-1-2 0,2 7-1,1 3 168,2 2 0,6 1-112,-2 6-174,4-1 1,1-5-1,1-1 1,-1 0-1,2-2-500,2 1 1,0-2 188,6-5 370,-7 0 0,8-2 1,-6-3-1,-1-4 1,-3-4-60,0-1 1,-3 0 770,-2-1-172,2 8 1,-10-6 789,3 3-2073,-4 4 725,-1 0 1,0 17-1,0 5 1,0 4 306,0 5 1,-5 4 197,1 4-220,-1-3 0,0 6 1,-1-4-1,0 1 1,-2-1 151,0-2 0,3-7-111,-4 1-194,5-13 0,-7 8 0,5-11 0,-2 0 40,-3-3 0,3-5 30,-1-5-554,6-3 0,-5-12 0,5-4 1,-2-5-1,3-4-456,5-5 0,7-4-1672,9-6 1727,3 4 1,6-5 836,1 6 0,18 10 0,10-1 0,5-4 0,-1 1 0</inkml:trace>
  <inkml:trace contextRef="#ctx0" brushRef="#br0" timeOffset="43">30881 3469 7880,'-14'-7'402,"0"4"1,0-5-1,0 2 1,-1 3 349,1 1 1,-2 2 0,-1 2 0,-2 3 0,2 4-129,1 4 0,2 1 0,1 0 1,2 0-59,1 1-505,7 5 1,-3-4 0,6 3-1,1-3 1,4-2-132,5 0 0,4-4-280,5-1 1,3-6 0,6 2 0,1-3-312,-1-2 1,-1-2 725,-3-3-110,-4-3 1,-1-1-1,-1-1 1,-6-1 0,-5-1 213,-6-2 1,-1-1-44,0 1-119,-6 0 1,-4 0 0,-9 1 0,-4 2-1,-4 3 44,-1 2 1,1 1-15,3 5-67,-3 0 0,10 5 0,-4 1 0,4 2 0,6 3 118,3 2 1,3 6-12,5 0-23,13 0 0,-1-7 1,15-1-1,5-3 1,3-2-178,4-2 1,1-3 185,-3-1-273,5 0 1,-11-3 0,5-5 0,-1-6 0,-5-3-92,-4-4 0,-11 4 519,-5-7-179,-7 7 1,3-10-1,-7 3 1,-4-3 0,-4-1 217,-4-1 0,-1 2 78,-1 4 3,1-4 0,0 13 82,0-1 1,6 14-631,3 10 349,-3 10 0,7 0 0,-4 8 0,3 5 0,2 2 690,0 6-1,0 1-207,0 2-366,0-7 0,5 7 1,0-2-1,-2 5 1,0-1 369,2 0 1,-4-8-242,4 1-365,-3 0 0,3-1 0,-1-4 0,-1-5 0,-3-2-47,-4-3 1,1-5-611,-7 1 514,7-4 0,-10-2 1,4-4-1,-4-4 1,-1-3-115,0-2 0,-1-2 417,1-3-209,0-2 0,0-9 0,0-2 1,-1-2-1,3-4-347,2-6 0,-1 0-37,6-8 156,1 0 1,5 2 0,4 3 0,5 3-1,2 3-608,2 3 0,2 4 256,3 5-149,3 8 0,11-4 0,2 6 0,0 2 1,1 1-2977,1 2 3735,-6 0 0,29 0 0,0 0 0</inkml:trace>
  <inkml:trace contextRef="#ctx0" brushRef="#br0" timeOffset="44">31493 3725 7936,'-8'-7'0,"-3"4"2090,6-6 0,0 4-585,5-4 0,-4 4-1014,-1-5 0,2 1 0,7-4 0,6 2-374,3 2 1,1 4-64,0-5 1,0 1-264,0-5 1,5-5 0,2-2 0,-1-1-202,1-3 1,-2 3 66,-5-2 1,-1-4 92,-4-6 0,-2 0 1,-7 2-1,0 1-231,0 4 1,-7 5 489,-2 7 1,-5 7-83,-5 4 0,3 2 1,-3 5-1,3 7-103,2 9 1,0 6 462,-1 3 1,7 6-147,4-1 1,-3 5-1,3-4 1,1 3 172,1 2 1,8-4-153,4-2 0,2-4 1,3-4-1,0-1-122,4 1 0,-3-9-445,3-2 285,3-3 0,-6-3 1,3-3-1,-3-4-145,-2-1 1,0-5 521,0 1-155,-6-7 0,-1 7 0,-7-5 894,0-2-546,0 5-706,0-1 0,1 7 265,4 0 9,3 0-45,6 0 1,0 5 0,1 0 0,-1-2 0,0-2-96,0-1 1,2 0 46,3 0 117,-3 0 0,4 0 1,-6-1-1,1-4 1,-3-4 666,-2-4-558,2-1 0,-8 0 0,4-1 247,-2 1 0,-1 0-208,-5 0 1,-2 0 0,-1-1 0,-3 3 267,-2 2-444,-2-2 0,-4 10 1,0-3-1,-1 4 1,1 1-318,0 0 0,-2 6 69,-3 3 216,4 4 0,-4-3 1,7-1-1,3 2 1,0 2-96,1 1 1,-3 0 65,6 0-247,0 1 1,5-1 0,2 0-121,2 0 1,4-6 475,7-3-96,5-4 0,2-1 1,7-1-1,-1-4 0,0-4 140,1-4 1,4 4-46,0-1 0,0 1 0,-4-6 0,-1 3 12,1 2 0,-6 4 59,1 6 0,-2 0-37,2 0 0,1 0 0,-4 2 1,-1 2 153,1 6 0,-2 2 35,-5 3-299,-6-1 0,3 0 0,-6 0 0,-1 0-4,3 1-138,-6-1 0,4-1-161,-10-4 1,2-3 0,-6-6-1,-2 0-125,-2 0 0,-1 0-78,0 0 309,-7 0 0,5 0 0,-3 0 0,3 0 80,2 0 0,6-1 145,4-4 0,-3 2-46,3-7 1,0 6 0,8-6-1,3-1-37,6-2 0,0-2 170,10-4 1,3 1-82,7-5 1,2 1 0,4-4 0,-3 4 22,-1 2 0,-2 5-11,-4 6 0,-2 6 1,-4-2-1,-4 5 238,-3 5 0,-2 7 567,1 7-570,-8 7 0,5-6 1,-8 5-1,-1-2 0,-1-1 691,-2 0 1,-5-5-930,1 2-336,-8-3 0,5-3 0,-8-2 0,1-2 0,0 1-4794,0-3 5102,-7 6 0,-45-30 0,24 8 0,0 0 0</inkml:trace>
  <inkml:trace contextRef="#ctx0" brushRef="#br0" timeOffset="45">21156 3028 7842,'-14'-14'632,"2"0"0,1 1 1,1 4 680,-1 4-1203,-2-3 0,-1 6 0,0-4 0,0 1 0,-1 1 0,1 0 0,-2 3 0,-1 1 0,-2 0 243,2 0 0,1 0 0,3 1 1,2 3-90,2 0-226,-1 7 0,-2-8 0,2 7 0,4-1 217,0-1 0,4 5-18,-3-4-52,4-2 1,1 5 0,0-2 0,0 3 166,0 1 0,0 0-145,0 0-111,0 0 1,0 1 0,0-1 0,0 0 0,0 2 58,0 3 1,0-2-81,0 7-1,6 0 1,-4 4 0,2 0 0,-2 2-1,-2 2 243,0 1 0,5 7-51,-1-2-208,1 3 0,-3-3 0,1-1 0,2 3 0,-2-1 123,-2-1 1,4-1-1,0-4-188,0-3 1,-5 5 0,0-7 0,0 1 0,0-3-52,0-2 0,4 3 121,1-3-110,0 2 1,-5-2 0,0-2 0,0 0 0,0 1-39,0 2 1,4-3 44,1 2 26,0-7 0,-5 8 1,0-6-1,0 0 0,0 0-39,0 0 0,5 0 31,-1-5 18,1 0 0,-5 5 0,0 0 1,0-1-1,0-1 3,0 2 0,0-3-8,0 3 3,0-3 0,2-1 0,1 3 0,2 1 0,-2-2 14,-2-1 1,-1-2-16,0 0 7,0 1 1,2-6 0,1 1-1,3 1 10,2 1 1,-3 1 207,5-4-194,-1 4 0,1-11 0,-1 4 0,2-1 63,2-1 0,-4 1 109,1-5-116,-1 0 0,5 0 0,1 0 0,-1-2 166,0-2-511,0 2 1,0-6 0,1 5 0,-1-3-592,0-2 1,-4 3-1769,-1-4 856,-6 6 1768,10-10 0,-37-39 0,-1-18 0</inkml:trace>
  <inkml:trace contextRef="#ctx0" brushRef="#br0" timeOffset="46">20417 3611 7779,'0'-10'234,"0"1"4012,0-2-3072,0 5 0,-1-1 0,-4 7-823,-5 0 0,-9 0 0,-4 0 1,-6 0 220,-4 0 1,-3 0-645,-7 0 0,0 0 0,-1 0 0,-2 0 106,-1 0 0,1 2-506,8 3 1,-1-4 52,6 4 1,6 1-1,8-1-271,3-2 1,8 0-89,3 2 515,4-3 1,2 4 0,4-8-3,5-2 0,2 0 10,2-5 302,1 0 1,-1-10 0,0 0-1,-1 1 1,-2 2 257,-2 2 1,-4 2-201,4 2 512,-5-3 0,0 7-227,-8-3 0,-4 2-193,-7 7-119,1 7 0,0 1 1,0 6-1,-2 2 1,-1 1 147,-2 2 1,4 6 6,6-1-203,6-4 0,-8 1 0,6-5 0,2 1 0,3 2-165,5-2 0,7-2 70,7-6 0,7 2-620,-3-6 1,-1 4 0,0-4 0,1-2-723,-1-1 0,-10-2 284,3 0 1123,-4 0 0,-54-25 0,-14-7 0</inkml:trace>
  <inkml:trace contextRef="#ctx0" brushRef="#br0" timeOffset="47">15526 3298 7953,'0'-14'-607,"-1"0"0,-3 0 2211,0-1-965,-1 7 0,5-4 0,0 2 831,0-2-1184,0 4 1,0 3-1,0 10 1,5 3 22,-1 6 1,6 6 0,-5 4 0,-1 5-10,3 4 1,-6-3-1,6 3 1,-3-3-104,1-2 1,0 1-313,-5-1 52,0 1 1,5-6 0,-1-1 0,0-1-427,-3-4 1,-1-6-2628,0-1 96,0-7 2330,0-9 465,0-4 0,0-10 0,0 4 0,0-3 0,0-5 225,0-3 0,0-3 0,0-3 0,0 2-64,0-7 1,0 5 0,0-4-1,0 3 64,0 2 0,0 2 719,0 1 1,2 1-203,2 0 1,0 10-1,5 6 1,2 4 1433,2 5-1664,1 1 1,0 2-1,-1 2 103,-4 2 0,4 4-244,-4 6 0,-2 1 0,-3-1 0,-2 2 72,-2 3 0,0-4-255,0 4 0,-2 2 0,-2-2 0,-6-2-746,-2-1 690,-3-2 0,0 2 0,-3 0-225,-1-2 0,0 3 1,5-7-457,0 3 640,0 1 147,6-6 1,1 4 0,9-2 0,1 2 264,2 3 0,8-6 346,1 1-492,0-7 0,8 8 1,-5-5-1,4 0 1,0 1 225,-1-4 0,4 3-82,-5-1-302,6 0 1,-4-5-1,4-2 1,-1-1 0,-1-3-325,-1-2 1,4-2 110,-7-4 112,6 0 0,-9-2 0,3-1 0,-5-2 0,-3 1-203,-2 3 515,-5 0-120,2 1 0,-12 0 1,-4 1-1,-3 4 32,-1 4 0,-2 3-75,-3 2-25,4 7 0,-6 1 1,8 6-1,2 0 0,3 2 75,2 3 1,1-2 266,5 7-217,0-7 1,0 5 0,0-4 0,2 1 0,3-2 313,4-1 1,10-3-13,5-4-438,-4 4 0,12-12 0,-5 4 0,0-3 0,-2-4-482,0-3 0,2-3 81,2-6 268,-7 0 0,3-5 0,-6-2 0,-2-1 1,1-3-390,1-2 1,-8-1 517,3-1-31,-9 1 1,1-1 0,-6-1 0,0-1-1,-2-2 214,-2 1 0,-3 4 591,-2 4-168,-4 3 1,5 9-272,-6 2 1,1 6-190,4 8-99,3 4 0,1 13 0,-1 2 0,-1 6 0,1 2 400,3 3 0,1-1 79,2-5-265,-6 7 1,4-5 0,-2 3 0,2-3 0,4-3 54,2-3 0,3-2-349,2-3 6,4-3 0,-4 3 1,9-10-1,1-4 0,-2-4-630,-1-1 1,3 0-538,0 0 900,0 0 1,-5-6 0,0-3-1,0-4 1,0-3-63,1-3 1,-6 3 866,1-3-394,-7 4 0,8 0 1,-6 1-1,-2 0 1078,-2 0-690,-1 6-464,0-5 0,0 13 1,0 0 92,0 8 0,0 5 2,0 1-112,0 0 0,0 0 1,0 1-1,2-1-242,3 0 1,-4 0-170,4 0 206,3-6 0,0 3 0,6-6 0,0-2-515,0-1 1,5-2 72,0 0 541,0-6 0,-3-2 1,2-7-1,0 1 1,1 0 364,2 0 1,-5-5-168,3 0-13,3 0 1,-6 9 0,3 1 0,-4 0 0,0 1 283,-1 3 1,-5-1-6,1 1-350,-7 0 0,5 5-110,-3 0-274,-4 6 159,5-4 1,-6 6-71,0-3 582,-6-4-238,5 6 0,-12-7 0,3 1-102,-2 4 1,-2 1-11,-1 4 49,1 2 0,0-4 0,1 6 0,2 1 0,3-1-145,2 0 0,-3-4 18,4-1-111,-6 0 1,9 6 0,-3-1-50,4 0 1,2-6 97,4-3 232,3-4 1,2-1 0,-1 0 0,2-1-1,2-4 21,1-4 0,-1-4 48,-4-1 5,4-1 0,-5 1 0,4 0 975,-2 0-674,2 0-601,-10 6 0,6-3 0,-3 7 130,4 6 1,2 0 164,-1 7-148,2 1 0,-4 4 0,6 0 1,2-1-1,2-2-153,0-2 1,1-1 133,-4 2-92,5-4 1,-2-6-1,4 0 1,-2-2 0,-2-2-158,-3-6 0,0-3-31,-1-1 289,0-6 0,-6-2 0,-2-7 0,-1-1 0,0-1 7,-2-3 1,-2-5 153,-1 1 28,-6 3 1,3 0-1,-6 7 1,-1 1-1,1 5 304,-1 8 1,5 6 17,-4 8-493,-1 0 1,2 8 0,2 6 0,1 10 0,-1 6 477,-2 3 0,5 6 26,-2-1-358,4 3 1,1-4 0,0-4 0,0-3 0,0 0 105,0 3 1,0-8 66,0 4-433,6-10 0,-3 1-190,7-5 0,-6-8 372,6-2-51,-7-10 1,5-2-1,-5-8 1,3 0 0,1-3-81,-1-1 0,5-4 14,-1 4 48,2 0 0,2 0 1,1 0-1,-1 3-27,0 5 0,0 5 53,1 6 90,-1 0 1,0 1 0,0 4-1,-1 6 131,-4 6 0,-2-1-86,-7 3 1,0-3-115,0-2 0,-2 0 1,-3 0-1,-3 1-122,1-1 0,-11-1-380,4-4 361,-3-3 0,-2-1 0,-2 0 0,1-2 0,-1-1-502,4-2 774,1 0-374,2 0 37,-1 0 144,14 0 0,7 0 306,13 0 0,5 0-182,-5 0 0,6 0 1,-1 0-1,3 0-125,1 0 0,-1-2 0,-2-1 0,-1-4-211,1 0 1,0-1 260,-1-2 1,-3-2 0,-7 2 0,0-3-60,0-1 1,-6 0 537,-3 0-264,-4 0 1,-1 4 0,0 1 587,0-2-409,0-2-515,-6 5 0,5 3 0,-6 8 0,3 4 56,-1 1 0,0 1 67,5 5 1,0 1 97,0-1 1,0 0 0,0 0-137,0 0 0,6 1 31,4-1 0,-2-6-4,1-3 0,1 1 0,4-1 0,0-2 72,0-2 0,1-2-71,-1-4 1,0-3-18,0-6 1,0 0 0,1-1 0,-1 0-21,0-4 1,-4 1-1,-1-5 1,-1-6 16,1-4 1,-1-2-1,-5 2 1,2-5-21,-2-3 0,-1 0 45,-2 3 82,0 3 1,0 13 0,-2 3 0,-1 4 91,-2 0 0,-1 7-112,1 4-284,4 2 0,-7 8 0,5 5 0,-4 7 0,1 6 164,0 2 0,-4 8 833,6-1-630,-7 6 0,9-7 0,-3 4 0,4-1 0,1-4 186,0 0 0,0-3-7,0 0-224,0 1 0,4-7 0,3-2 0,1-1 0,3-1 76,1-6 1,-2 1-652,-1-8 275,1 0 1,4-5 0,2 0 0,1 0 0,2-2-124,-2-3 0,1-3 149,1-6 179,-3 0 1,4-2 0,-6-1 0,-1-2 0,-2 0 83,-1-2 0,-3 5-55,3-2 87,-4 8 0,-6-3-660,0 4 266,0 3 0,0 1 235,0 10 1,0 3-1,0 6 1,0 0 217,0 0 0,0 0 117,0 1-243,0-1 1,5 0 0,0 0-1,-1-1-2,3-4-63,1 4 1,6-11 0,0 2 91,0-2 0,1-2-19,-1 0 0,0 0 0,0-2 0,0-2 121,1-6 1,-1-3-34,0-1 0,-1-2 0,-2-3 0,-3-4 27,-2-4 0,3-3-170,-4-3 1,0 1-115,-5-6 0,0 7 0,0-3 0,0 4 94,0 2-268,0 6-165,-6 1 272,4 13 1,-9 4-991,6 8 1105,0 4 0,5 13 1,0 3-1,0 2 0,0 3 1813,0-1-1464,0 7 1,0-5-1,0 3 89,0-3 0,0-3-175,0-3 1,0 3-1,0-5 1,0 0 160,0-3 1,0-3-1065,0-2 0,0-5-1177,0 1 1456,0-7 1,0 2 18,0-10 1,0-3 48,0-6 1,-4-2 0,-1-3 0,0-5-139,-1-2 1,4 2 421,-2 0 0,-3 7 0,3-2 0,0 3-204,3 2 243,1 0 1,0 4 0,1 2 338,4 2 0,5 1-195,9 5 1,-2 0 0,7 0 0,-1 2 153,-1 3 0,5-4-141,-3 4 0,-2-4 0,0-1 0,-1 2 3,-4 3 1,-1-4 241,-2 4 639,-6-3-556,-2-2-516,-6 0 143,0 0-502,0 6 0,0-3 0,0 7 0,0 1 279,0 1 1,7 3 122,2-1 0,4-2 0,1-1 0,0-3-193,1-1 1,3 2 148,1-4 0,2 0 136,-2-5 0,-2 0 0,5 0 0,-1-2 166,-4-3 0,-1-3-116,-2-6 139,1 0 0,-6 0 0,-1 0 480,-2-1 1,-1 6-1499,-5-1 584,0 7 0,0-2 0,0 12 0,0 5-79,0 6 0,-2 7 494,-2-1-150,2 3 0,-6 6 1,5 2-1,-3-1 1,-1 1 609,1-3 0,-5-7-112,2-1-423,-4-7 1,3 3 0,1-5-1,-2-3 33,-2-2 1,-1-4-191,0-6-78,0-6 1,1-2-1,3-8 1,6-3-1,2-6-968,2-7 0,6-2 158,4-4-551,3-3 1,7 6 1423,4-3 0,15-28 0,-17 32 0,1 0 0</inkml:trace>
  <inkml:trace contextRef="#ctx0" brushRef="#br0" timeOffset="48">13792 3384 7831,'9'-16'136,"-1"-2"1,0-1 0,-2 2-1,2 1 918,0 2 0,0 5 104,1-1 0,4 5 0,-3-3 1244,2 2-2210,-4 8 0,-6 1 1,-9 5-1,-2 0 1,-5-2 57,-4 0-326,-7 5 1,8-8 0,-7 5 0,0-1-1,1-3-425,-1 3 0,6-6-632,-1 4 792,4-3 1,2-4 0,2-1 0,3-3-1,2-4-442,3-6 1,9 1 341,8-9 439,0 0 0,18 0 1,-4 1-1,4-1 1,1 2 504,0 3 0,4 5-82,-9 4-52,4 4 0,-16 6 1,2 2-1,-3 4 512,-6 8 1,-3 7-82,-6 7-606,-6 7 0,-2-4 1,-4 7-1,1 0 1,1 0 126,-1 0 0,0-6-464,1 1 18,-2 3 0,6-6 0,-6 2 0,5-5 0,-1-5-308,0-2 0,3-1-268,-4-5 556,-1-6 0,1 3 1,-1-6-1,-3-2 0,-2-1-326,-4-2 1,0-2 120,5-2 427,6 2 0,-5-11 0,5 4 0,0-4 242,3-1 0,4 4-250,1 1-91,6 0 0,4-1 0,9 1 1,4-2-1,4-2 153,2-1 0,4 1 81,0 4-246,0-4 1,0 5 0,1-6-1,-1-2 1,1-1-476,4-2 0,3-5-93,2 5 472,-7-6 1,2 3-1,-8-5 1,-6 2-1,-5 2-113,-6 3 1,-9-5 85,1 1 0,-5 3 204,-5 2 1,2 4 0,-6 0 0,-4 1 197,-4 0-169,7 6 1,-9-3 0,10 6 0,-4 2 0,-1 2 213,0 1 0,4 6-163,1 3-47,6 4 0,-8 3 0,6 3 0,2 3 0,1 3 425,2 4 0,0-4-246,0 8 1,0 2 236,0-2 1,2 5 0,1-3-1,3 1 321,2 3 0,2-2-422,4 1 1,-5-2-252,1 2 1,-6 1 0,4-5 0,0-1-68,0 1 1,-5-8-73,2 2 1,-3-3-20,-2 4 0,4-5 1,1-2-1,-2-2-371,-1-2 1,-2-7-184,0-2 0,0-4 143,0 4 1,-2-6 403,-2 2 1,-4-3 353,-7-2 0,0-5-337,-4 0 1,1-6 0,-5 3-1,-3-3-216,-1-3 0,4 3 74,-1-8 202,7 3 0,-4-4 0,8-4 0,4-3 0,4-1-115,4-1 1,4 1-85,6-1 5,7 1 1,19 0-1,4-1 1,7 1-1,6 1 35,4 3 1,5-3-167,1 4 40,-7 2 0,-7-4 1,-11 7-1,-5 4 1,-7 5-2843,-6 2 814,-9-4 1555,-4 10 702,-6-5 0,-44-13 0,-11-5 0</inkml:trace>
  <inkml:trace contextRef="#ctx0" brushRef="#br0" timeOffset="49">8062 8288 8140,'2'-9'0,"1"-1"667,2-1 0,1 0 1,-3 0 1663,2 2-2174,-1 6 0,-4-2 0,0 10 1,0 4-1,0 4 0,0 3 233,0 2 1,0 0-367,0 5 1,0-4-79,0 5 0,0-2 0,0 2 0,0-4-320,0 1 0,0-6 0,0 4 0,0-3-1459,0-2 85,0 0 461,0-6 1287,0 5 0,-12-62 0,-4-8 0</inkml:trace>
  <inkml:trace contextRef="#ctx0" brushRef="#br0" timeOffset="50">8076 8232 8140,'14'-14'0,"-1"4"399,-4 1 0,4 4 0,-3-3 1,2 2-4,2 3 1,2 1-1,1 2 1,4 0 107,1 0 1,-5 5-333,2-1 1,2 7-50,-3-1 0,1 3 0,-5 1 1,1 0 129,-1 0 0,-6 5-213,-4 0 1,-2 1-23,-2-1 0,0-3 1,-2 4-1,-4-1-73,-8 0 0,-3 0-30,-12-5 0,4 0 0,-10 1 0,2-3-335,0-2 1,-4 1-758,3-7 683,1 7 1,10-9 0,1 3-374,1-4 1,9-2 866,7-4 0,37-12 0,23-5 0,0-5 0,0 0 0</inkml:trace>
  <inkml:trace contextRef="#ctx0" brushRef="#br0" timeOffset="51">8487 8458 8250,'-14'0'393,"0"0"620,0 0-759,6-6 0,3 3 1,10-5-1,4 0 1,5 2-244,5 0 1,-3-5 0,4 3-1,-1-2-210,0 1 0,5-1 35,-5-4 0,0 0 96,-5 0 0,0 4 0,-1 1 0,-2-2 49,-2-2 0,-6 4 84,2-1 0,-3 1 0,-4-4 14,-3 4 1,2 1-30,-6 3 1,-1 4 0,-4-4 0,0 5 79,0 5 0,0 3-30,-1 6 0,3 2 0,1 1 1,3 3 243,2 2 1,1 0-47,5 2-206,0 3 1,0-10 0,0 5 0,0-1-1,1-4 86,4-1 0,5-2-551,8 0 240,-2-6 0,11-2 0,-3-6 0,2-1 0,4-4-581,3-5 0,-3-4 185,3-5 280,4-3 0,-8-11 0,4-1 1,-3-3-1,-3-2-170,-3-2 0,-5-1 116,-10-1 362,-3-6 0,-6 7 1,0-1-1,-1 9 1,-4 7 331,-4 8 0,-4 2 508,-1 12-682,0 0 1,4 12-1,1 4 1,-1 6-1,1 7 279,0 2 1,4 4 414,-5 3-621,7-3 0,-3 10 1,6-6-1,0 1 0,0-1 353,0-2 0,0-2-677,0-2 122,0 1 1,0-1 0,1-1 0,4-4 0,3-4-481,0-3 0,5-7 123,-4 1 1,4-7 0,1 2 0,0-5-513,0-5 1,0-5 429,0-8 0,-1 2 219,-4-3 0,4 5 1,-5 3-1,1 1 71,1-1 1,-2 3 0,3 1 0,-2 0 616,2 4-307,2-5 1,1 7 0,0-4 141,0 3 0,-4 2-115,-1 0-167,-6 0 0,5 0 0,-3-1 159,4-4-652,4-3 300,-5-6 0,3 0 0,-6 0 1,-2 0-1,-2-1-295,-1 1 1,0-5 118,0 0 286,0 1 1,0-1-1,-1 0 1,-4 0 75,-4-2 1,-2 6 11,1-4 20,-3 9 0,10 4 1,-6 6 38,-2 0 0,5 6 81,1 4 0,-1 2 0,1 3 1,2-1 301,1 0 1,2-5-339,0 1 1,-5-1 0,1 5 0,0 1 37,3-1 0,1 0-32,0 0-163,0 0 1,0 5 0,0 0 0,0-2 0,0 1 21,0 0 0,0-2-7,0 3-67,0-3 1,0-2 0,0 0-1,0 0 1,0 1-142,0-1 1,0-5-194,0 1 492,0-7-88,0 3-54,0-6-263,0 0 13,0-6-68,0 4 0,0-10-757,0 2 606,6-2 231,2-3 0,0 6 0,-2 1 0,1 2 0,0 1-232,1-1 1,5 4 59,-4-3 471,-2 4 0,5 1 0,-2 0 1,2 0 604,2 0 0,1 1-343,-1 4-200,0-3 0,-5 9 1,1-5-1,1 0 1,0 2 197,-2 0 0,4-5-582,-4 2 1,-1 1 0,2-1 0,1-2-391,1-1 1,2-7 371,1 0 1,-1-6 0,0 2 0,-1-5 36,-4-5 0,2 3-60,-6-3 510,6 3 1,-10-3-1,4 1 1031,-3 0-863,-2 9-143,0 3 1,0 9 0,0 5 0,0 6 0,0 3 517,0 3 0,0-2-534,0 5 1,0-5 0,1 1 0,2-4-264,2 0 1,6-3-237,-1-2 1,7 1 0,2-7-1,-2-1-1285,-1-1 1,3-4-1079,0-2 1999,0-4 1,-5-8 620,0-3 0,-11-19 0,-5-9 0,2-6 0,-1-1 0</inkml:trace>
  <inkml:trace contextRef="#ctx0" brushRef="#br0" timeOffset="52">9465 8203 8155,'-8'0'2048,"2"-6"1,1 3-1470,0-7 843,0 7-978,12-3 1,2 1 0,9 1-445,0 0 0,45 15 0,7 5 0</inkml:trace>
  <inkml:trace contextRef="#ctx0" brushRef="#br0" timeOffset="53">18193 8444 8019,'0'-14'788,"-2"0"1,-1 0-104,-2 0 1,-1 6-1,3 5 1,-2 6-1,2 8 1,0 4 154,-2 4 0,4 7 0,-6-3 1,3 4-136,-1 1 1,-1 2-538,1 3 0,3-8 1,-2 4-1,2-3-254,2 1 1,-5-5 0,1-3 0,0-3-1744,3-2-1137,1 0 1855,0-6 1,0-3 0,1-10-60,4-4 1,-3-6-362,2-3 1399,4-4 1,-6-12 0,4 0 0,-1-1 0,0 1 131,-2 2 0,0 7 0,2 1 75,-4 7 0,6-8 0,-6 6 0,2 2 2450,2 1-1213,0 8-811,-5 2 1,1 6-1,4 1 584,4 4 0,-1-2-234,2 7-632,-7-1 0,5 5 1,-4 0-1,4 1 1,0-1 217,-3 0 0,1 0-529,-1 0 135,6 0 1,-9 1-1,4-3 1,-1-1-263,-1-1 0,3-3-849,-3 3 733,4-4 0,2-1 0,-1 0 0,2-4 0,2-2-529,1-4 0,5-6 287,0 1 481,0-2 1,-1-4-1,1-1 1,-1-2-1,-3 2-2,0 1 0,-1 2-2,0 0 847,-6-1 0,0 3-142,-4 2 0,-2 6 619,3 8-920,-10 4 1,-1 8 0,-5 3-1,1 3 1,1 1 472,1 1 1,-3 0-406,6 4-297,-6-6 1,10 5-1,-4-5 1,3 1 0,2 0-621,0-3 1,2-1 249,3-5-58,2 0 1,9-1 0,1-4 0,4-4 0,1-3-885,3-2 1,2-4 396,1-5 657,-6 0 1,5-14-1,-5 6 1,2-3 0,-2-2 0,-2-4 0,-2 1 623,-9 2-62,4-4 0,-12 11 1446,4-3-1080,-4 10-519,-7 3 0,3 12 0,-6 3 0,-1 4 0,1 3 499,-1 3 0,7-2-385,-2 6-292,-3-5 0,7 2 0,-4-6 0,5 1 1,3-1-683,2 0 0,8-2 322,1-2 1,2 1-279,7-6 0,1-1 1,4-4-1,-1-1-1114,-3-4 1450,2 4 0,-5-14 1,2 3-1,-4-6 1,-3 1 264,-2 1 0,-1-3-57,-4 1 0,2 3 2069,-6 6-1116,0 0 0,-7 1-530,-3 3 0,2 10 0,-5 4 0,0 4 298,1 1 1,3 0-437,0 0-175,2 0 1,2 1-1,0-1 1,2 0-1,2 0-529,6 0 1,2-4 16,3-1 131,5-6 0,2 4 0,5-7 0,-2 0 1,-1-2-661,1-3 0,0-3 282,-1-6 525,2 0 0,-10-5 0,3-1 0,-3-1 0,-2-1-26,0 0 1,-4 5 577,-1-2-261,-6 3 1,4 2 0,-7 0-1,-2 0 676,-3 0-435,4 6-213,-12 1 0,10 9 0,-5 3 357,2 4-378,1 4 16,5 1 1,0-5 0,0 1 228,0 1-247,0 1 48,0 3 0,-5-6 0,1 0 1,0 2 190,3 2 1,1-4-164,0 1-10,0-7 0,-5 10 186,0-4-307,1 4-98,4-5 1,-5-1 90,0-2 1,1-2 78,4 7 253,0-7 163,0 3-417,0-6-485,0 0-369,0-6 658,0 4-142,0-4 1,0 4-97,0-2 211,0 2-80,0-4 112,0 6 137,0 0 22,0-6 1,0 2-603,0-5 379,6 0 0,2-6 0,6 1 1,0 0-58,0 0 1,0 1 182,1 4 1,-1-2-1,0 6 1,0 2 104,0 1 0,0 2-58,1 0 142,-1 0 1,0 7 0,-2 2-1,0 4 1,-5 1 456,0 0 1,-3 5-163,-4 0-461,0 0 0,0-5 0,0 0 0,0 0-226,0 0 1,-1-6-270,-4-3 245,4 3 0,-7-7 1,5 3-995,-2-8 210,0-3 776,5-8 1,0-3-1,2-1 1,1 1-1,3 3 19,2 0 0,1 1 196,6 0 48,-1 0 1,0 4 0,0 3-1,0 0 1,0 4 213,1 2 0,0 1-41,4 0 60,-3 6 0,3 2 0,-8 6 0,-3 0 0,0 0 253,-1 0 0,-2 1-567,5-1-50,-7 0 0,8 0 0,-5 0 0,2-1-438,3-4 1,-3-2-78,1-7 338,1 0 0,4 0 0,0-2 0,0-3 1,0-4-585,1-4 0,-1-3 354,0-2 436,0 2 1,0-11 0,-1 2 0,-2-5-1,-3-3 38,-2 1 1,-1 3 83,-5 0 11,0 1 1,0 6-1,-2 5 463,-2 6 0,-4 6-139,-7 10-108,8 2 0,-6 9 0,5 3 0,-1 5 0,1 2 754,2 3 0,-1-1-126,2 0-750,4 1 1,-5-3-1,6 0 1,0-4 0,-2 0-235,-3 0 1,4-5-142,-4 2-68,3-3 1,4-4 0,1-1-420,2-1 1,4-9 187,-4-1 291,6 0 1,-3-14-1,6 2 1,0-6 0,0-1-11,1-1 1,-1 4 123,0-3 150,0 4 1,5 7 0,-2 1 0,-2 3-1,-4-1 1141,0 2-938,1 1 1,1 4 0,-4 3 0,-4 4 281,-4 4 1,-1-4-505,0 0 1,-6 1-1,-3 4 1,-5 0-328,-5 0 1,3-4-423,-3-1 366,-3-6 0,6 8 1,-4-6-1,1-2 0,0-1-754,2-2 1,1 0 454,2 0 658,6 0 0,-5 0 247,4 0 1,3-2-136,1-2 1,10 2 0,4-3 0,4 4 467,1 1 0,2 0-97,2 0 0,0 0 0,5 0 0,1 0-68,-2 0 0,5-5-925,-4 0 372,-2 1 0,6 4 0,-5 0 0,1-2 0,-1-1-747,-1-2 723,4-6 1,-9 8 0,4-6 0,-1-1 0,0 1-356,-2-1 0,-1 2 362,-2-1 1,0-4-1,1 4 313,-1-4 1,-6 5-48,-2 2 0,-1 8 0,-1 2 365,-1 6 1,-1-2-106,-2 1-144,0-6 1,2 10-41,2-4-313,-2-2 39,4-1 132,-6-6-229,0 0 132,-6 0 1,-2 0 0,-6 0 0,-2 0-1,-1 0 128,-2 0 1,0 0 312,5 0-278,-7 0 1,6 1 0,-4 4 0,3 3 0,3 2-88,4-1 0,-2-4 82,6 4-265,1-6 1,4 10 0,1-5-1,5 0-273,9-4 1,-1-2 162,5-2 111,3 0 0,-5 0 1,5 0-1,-2-2 0,-2-1-22,-2-2 1,-2-1 646,0 1-259,0 4 0,-5-5 1,1 6 955,1 0-264,2 0-638,1 0 0,0 6 0,0 2 0,0 1-145,0 1 0,5-7-150,0 1-267,0 4 1,-3-6 0,1 3 0,2-4 0,-2-1-822,-1 0 1,-2 0 269,0 0 530,1-6 1,-6-2-1,-1-6 1,-2-2-1,-1-1-261,1-2 1,-4-5 330,3 5 160,-4-6 0,-1 8 1,0-5-1,-1 1 392,-4 4 214,3 8-261,-10 2 0,10 9 0,-4 3 0,1 4 0,0 4 602,2 1 0,2 0-124,1 0-552,0 0 0,1-4 0,4-1 0,4 1-323,4-2 1,1-1-54,0-2 1,0-3 0,1 2 0,-1-2-457,0-2 1,0 0-58,0 0 412,-6-6 1,5 4 0,-4-3-1110,4 4 843,-5 1 0,0 0 559,-4 0 0,-46 25 0,-7 7 0</inkml:trace>
  <inkml:trace contextRef="#ctx0" brushRef="#br0" timeOffset="54">5696 8331 8282,'-14'-13'-271,"1"2"0,2 2 1,2-1-1,-2 2 710,-2 4 1,-1 2-1,0 2 1,0 0 0,-1 2-1,1 2 512,0 6 1,0 4 0,0 3 0,0 4-594,-1 1-214,1-5 1,5 8 0,1-4 0,2 1 0,1 2 327,-1-2-468,4 4 0,-4-10 1,6 5-1,0-3 1,1 1-385,4-1 292,-3-9 1,12 2 0,-2-6-56,6-2 1,7-1-266,-2-2 0,4-2 0,2-3 0,-1-4-826,0-4 1073,1-1 0,-1-5 0,-1 0 0,-4 2 0,-4 1 129,-3 2 1,-2 0 166,0 0-60,-6 0 1,-2 4 469,-6 1 0,-6 6-62,-3-2-315,-4 3 1,-1 4-1,0 3 1,0 4 0,-1 4 70,1 1 1,0 0-337,0 0 132,6-6 1,-5 5 0,6-4-1,-3 4-202,1 1-93,6-6 128,-4-2 1,9-1 0,3-1 0,4-2-55,4-5 0,1 0 95,0-7 2,0 1 0,0-1 0,0 2 513,1 2 1,-3 0 41,-2 1 75,2 4 0,-9-6 167,7 7 1,-5 5-589,4 0-132,-6-1 1,3-2 0,-4 1-228,3 2 1,-2 4-341,6-4 419,-6 0 1,5-5 0,-3 0-1,4 0-415,4 0 509,1 0 117,0 0 1,1-2-1,-1-1 1,0-2 204,0 2 0,0-3-84,0 1 0,1-1-69,-1 1 0,0 2 0,2-5 0,1 0 69,2 0 1,6 4-14,-1-6-209,-4 7 0,7-8 0,-5 6 0,0 2 0,-3 2 61,-3 1 1,-2 0 185,0 0 0,0 6-58,0 3 0,-6 4 1,-3 1 379,-4 0-489,-1 0 0,0 1 0,-1-1 0,-4 0 0,-4 0-133,-4 0 1,-1-4-589,0-1 527,0-6 1,-2 8 0,-1-6 0,-2-2 0,1-1-347,3-2 1,0 0 39,1 0 411,0-7 1,0 4-1,1-6 1,2-1 569,2 3-346,6-6-91,-4 5 1,9 0 0,3 3 334,4 4 1,9 1-8,0 0-238,1 0 0,-5 1 1,1 3-1,0 2 0,3 0-82,1 0 1,1-1-48,-1-5-214,3 0 0,2 0 1,-2 0-1,-2 0 1,-1-1-382,1-4 0,-2-3 170,5-6 289,-5 0 0,2 0 1,-7-2-1,-2-2 1,-3 0-52,-2 0 0,-1-2 584,-5 1-327,0 6 1,-5 1 0,-1 4 0,-2 0-1,-3 3 212,-2 4 1,4 2-108,-1 4-200,1 3 0,-4 6 0,4 0 1,2 2-1,3 1 316,-1 2 1,0 5-83,5-5-258,0 0 1,5-5-1,1 0 1,2 0-1,5 0-238,4 0 0,0-4-1475,7-1 1200,-7-6 1,10 4 0,-5-7 0,2-2 0,-2-3-1384,-2-4 0,4 0 630,-5-6 1280,0 4 0,14-59 0,-14 31 0,0 0 0</inkml:trace>
  <inkml:trace contextRef="#ctx0" brushRef="#br0" timeOffset="55">6829 8331 8217,'7'-14'892,"-4"1"-384,6 4 0,-6 1 1395,2 3-792,-3 3 1,-1-2 0,2 10 422,2 8 0,0 0-1137,-5 5 0,0 2 0,0-1 0,0 1 116,0-1 1,0-1-682,0-5-96,0 7 0,0-6 0,0 4-1673,0-3 1455,0-2 161,0-6 0,0-3 0,-2-11-549,-2-9 1,2 0 59,-3-9 789,-3 0 1,5-4 0,-5 1-1,1 2 1,0 3-282,1 2 0,0-4-1708,1 5 1175,3 6 1,-2 4 0,7 9 834,2 6 0,18 56 0,-11-24 0,0 1 0</inkml:trace>
  <inkml:trace contextRef="#ctx0" brushRef="#br0" timeOffset="56">5526 9379 7916,'-10'-12'206,"3"1"0,-1 1 1,0 1-1,-3-1 490,-2 1 1,-3 6 0,-1-2 0,-2 3 0,0 4 0,0 3-55,1 4 0,-6 4 0,5 3 1,2 2 1,1 6-589,2 3 1,1 0 0,2-2-1,3-3 1,2 0-164,3 0 0,1-5 0,4 2 0,3-3-230,4-2 1,5-5-64,5 1 0,3-7 0,6 2 0,1-4-360,-1-1 1,1-6 350,-1-3 0,0-4 282,1-1 1,-6 4 0,-1 1 0,-1-2 300,-4-2 0,-1-1-129,-2 0 1,0 0 76,0 0 1,-4 1-1,-1 2 334,2 2 0,0 4 7,-1-5 286,-4 7-340,-6-3-386,0 6-338,0 0 82,-6 0 181,-2 0 16,-6 0 0,-1 0 0,1 2 1,0 1-1,0 3-120,0 2 1,0 1 285,-1 5 1,6 1 0,-1-1-1,1 0 56,1 0 0,0 0-160,4 0-38,2 1 0,-4-1 0,6 0 1,1-1-375,4-4 1,3 2 27,6-6 201,0-1 0,5-8 0,0-3 0,-2 0 0,-1-4 32,-2-2 1,0-1 515,1 0-269,-8-1 0,4 1 0,-6 0 0,-2 0 829,-1 0 42,-2 0-794,0 6 1,0 3-183,0 10 0,0 3 35,0 6-161,0 0 0,0 0 0,0 0 0,1 0-339,4 1 1,3-6 100,6 1-43,0-7 1,5 3 0,2-6-1,-1-2 1,2-2-381,0-6 1,0-2 840,2-3 8,3-5 0,-10 3 1,5-5-1,-1 1 1,-3 2 412,3-1 0,-5 4 102,3-3-314,-4 10 0,-5 2 0,-1 7 1,2 0 682,2 0 1,-5 2-301,-4 3-527,-2 3 0,-2 10 0,0 1 0,0-1 0,0-3-192,0 0 0,-2-1 58,-2 0-203,2 0 0,-9 0 0,5-1 0,-2-2 0,-3-3-407,-2-2 1,-1 0 167,0-1 181,0-3 1,0 4 0,-1-6 66,1 0 1,5-5 482,-1 1-184,7-1 1,-3 3-69,6-3 0,6 4 267,4-4-182,2 4 0,4 1 0,1-2 0,4-1 0,1-2-133,3 2 1,2-3-157,1 1 31,0-6 1,1 8 0,1-7 0,0-1 0,0-1-45,-4-2 0,-7-1 40,0 1 237,-3 6 1,-8-4 0,-4 2 0,-2-2 317,-2-2 1,-2 6-9,-2 3-313,2 3 0,-10 4 1,2 3-1,-3 4 1,-1 4 35,0 1 0,2 0-241,2 0 59,-2 0 0,10 1 0,-3 0 0,4 3-207,1 1 1,1-1-607,4-3 226,3-8 0,8 5 0,2-8 1,6-1-1,3-1 638,1-2 0,6-18 0,5-8 0,2-2 0,1 1 0</inkml:trace>
  <inkml:trace contextRef="#ctx0" brushRef="#br0" timeOffset="57">6659 9308 8035,'0'-14'-1352,"-4"5"2050,-1-1 0,-1 1 3621,1-5-3575,3 6-572,2 2 0,8 6 1,6 0-1,1 0 1,-1 0 35,0 0 0,0 1-114,0 4-145,-6 3 1,3 1-1,-5 1 1,1 2-1,-1 4-540,-3 3 0,-3 1 64,-5-1 305,-2-3 1,-3 11-1,1-5 1,-2 0 0,-2-2-128,-1 1 1,4-6-65,1 4 257,6-3 0,-3-2 0,9-1-124,6-4 0,2-2-1202,13-7 1482,-1 0 0,44-19 0,8-5 0</inkml:trace>
  <inkml:trace contextRef="#ctx0" brushRef="#br0" timeOffset="58">7283 9549 8041,'9'0'309,"1"0"1,-2-1-151,1-4 1,2 2-160,-6-7 0,6 7 0,-3-3 0</inkml:trace>
  <inkml:trace contextRef="#ctx0" brushRef="#br0" timeOffset="59">7169 9195 8197,'-7'-1'1197,"0"-4"0,1-5 1267,-3-2 1,1 2-2559,-2 1-4806,7 6 3870,-3-4 1030,6 7 0,12 26 0,4 5 0</inkml:trace>
  <inkml:trace contextRef="#ctx0" brushRef="#br0" timeOffset="60">7269 9464 8218,'0'-14'3015,"0"0"-4364,0 0 1349,0 0 0,-7 18 0,-1 6 0</inkml:trace>
  <inkml:trace contextRef="#ctx0" brushRef="#br0" timeOffset="61">8275 9181 8118,'0'-10'149,"0"1"1040,0-2 1,0 3 861,0-1-1605,0 6 0,0-2 1,0 11-1,0 7-74,0 4 1,0 3-120,0-1 0,0 3-235,0 7 0,0-1 1,0-1-1,0-2-104,0-1 1,0-2 0,0 3 0,0-3-365,0-2 0,0-1-794,0-5 347,0 1 0,4-6-1516,1 0 1450,0-5 692,-5-4 0,0-5 1,0-8-1,0-2 0,0-1-45,0 0 0,0-4 105,0-4 272,0 4 0,1-6 0,3 6 0,0-1 0,1 3 710,1 5 0,-3-1-97,7 4-229,-7-2 0,10 4 0,-4 3 0,5 4 0,4 1 542,0 0 0,1 1-226,-5 4-569,1 3 1,-1 6 0,0 0 0,-1 0 0,-2 0 204,-2 1 0,-6-1-372,2 0-16,-4 0 1,-2 0 0,-2 0 0,-4-1 0,0-2-477,-4-2 0,-4 1-492,-3 4 787,2 0 0,-6-4 1,4-2-1,0-1 1,-1 0-491,-2-1 1,5 0 181,-2-1 319,8-3 1,-3 4 0,6-4-141,-1 2 1,3-2 56,10 3 425,3-4 0,11-2 0,1-3 0,4-2 0,4-2 43,3-3 1,4-1 4,-2-3-149,-3 1 1,9-1 0,-4-3 0,1-2-1,2-1 132,-2 1 1,2-4-52,-10 5 0,2-4 0,-12 4 11,-6 1 0,-4 3 169,-8 1-282,0 6 0,-6-3 0,-4 6 0,-2 2 0,-2 1 165,-1 2 1,0 2-311,-4 3 1,3 2 66,-3 8 1,5-1 0,3 0 0,3 2-103,2 3 0,1-4 169,5 4 1,0 2 15,0-2 0,0-1 0,2-3 0,2-1 174,6 0 0,4-6-24,5-3-168,3-4 1,6 4-1,2 0 1,2-4-1,1-4-160,-2-6 0,-1-4-103,-2-1 73,1 0 1,-1-5 0,0-2 0,1-1 0,-2-1-217,-4 1 0,2-7-110,-6 1 353,0 0 1,-9-2 0,-3 6 0,0-1 0,-4-2 8,-2-1 1,-5 1 70,-1 3 56,-6-2 0,8 11 0,-7 0 0,-1 5 607,-1 4-424,-2 1-161,-1 5 1,1 7 0,0 2 0,1 5 0,2 3 12,2 2 1,6 7 20,-2-3 167,-3 4 0,7-3 1,-4-1-1,3 2 0,2 2 662,0 1 0,0 1-366,0-1-381,0-6 1,2 5 0,3-5 0,4 0 0,5-3 130,5-3 1,-1-7-749,5 0 298,-6-5 1,15 2 0,-4-8 0,2-2 0,0-6-880,-2-2 1,1-4 94,-1-3 764,0 3 0,-6-11 0,-3 5 1,-3-1-1,-3-1-64,-4-1 1,2 0 40,-6 1 307,0-3 1,-7 12-1,-3-4 1,-3 3-1,-1 3 371,0 4 0,-1 3 122,-4 6-437,0 0 0,0 6 0,-1 3 0,1 4 0,2 3 200,2 3 0,-1 1 67,7 4-195,-8 3 1,11-7 0,-4 5-1,4-1 1,1-1 299,0-1 0,0 4-359,0-7-217,0-1 1,4-2 0,3 0 0,-1 0 0,2-5-578,0-3 1,-4 1 261,6-4 179,-7-1 1,5-4-1,-3-1-17,4-4 1,-1-3-16,1-6 252,-6 0 0,5 4 0,-4 1 0,2 0 0,0-1 313,0 1-57,5 6-109,-9-10 0,11 11 0,-4-2 485,4 2-600,1 2-119,0 0 0,-1 2 0,-2 1 1,-2 2-1,2-2-601,2-2 0,-4 4 409,1 0 0,-1-1-180,5-4 1,-4 0-1,-1 0 190,2 0 0,0-1-52,-1-4 261,2 4 0,-9-12 0,5 4 0,-2-4 961,-2-1 21,-3 6-517,-1-5 1,0 13 0,-1-1 443,-4 4 1,3 8-85,-2-2-597,2-2 0,2 5 0,0-2 0,0 2 0,0 2 10,0 1 1,6-6-708,4 0 82,-4-5 0,11 4 1,-2-5-1,0 1 1,1 0-1552,-2-3 0,5-2 384,0-4 886,0-3 0,-3-6 0,1 0 0,2-2 0,-2-3 690,-1-5 0,-10-35 0,-4-15 0,0 20 0,0-1 0,0 1 0</inkml:trace>
  <inkml:trace contextRef="#ctx0" brushRef="#br0" timeOffset="62">9762 9025 8118,'-14'10'0,"0"-1"0,0-4 838,0 4 0,-2-4 47,-3 4 199,10 1 1,-10-1-1,9 1 220,-2 1 0,5-5-1457,7-1 34,7-4 1,12-2 0,1-2-1,2-4 1,2-1-583,-2-3 0,3 0-415,-6 2 0,0-4 227,-5 4 1,-2 1 0,-1 0-1683,-1 2 2571,-7 1 0,-28 30 0,-14 7 0</inkml:trace>
  <inkml:trace contextRef="#ctx0" brushRef="#br0" timeOffset="63">18391 9323 8003,'0'-15'84,"0"1"0,0 0 0,0 0 1223,0 0 1,0 0-520,0-1 1,-1 14 0,-3 7 416,0 10-910,-1 0 0,0 9 0,-1-5 0,0 2 0,-1 4 735,4 0-997,-5-4 0,7 3 1,-5-4-1,1-1 1,0 1-99,2-4 1,1-1-1723,2-2-730,0-6 646,-6 5 1,4-13 986,-2 0 1,2-7 642,2-7 0,0-6 0,0-4 1,0-3 428,0-1 0,2 0-143,2-1 252,-2 7 1,6-3 0,-3 5 0,4-1 0,5 1 1317,5 2 0,-2 4-415,7 5-821,6 2 0,0 7 0,5 0 1,-2 2-1,-2 3 243,-4 4 1,0 8-408,-8 2-128,-1 7 1,-10-9-1,-5 5 1,-6 0 0,-6-2 214,-4 1 1,-7 2-364,-4-4 0,-7 0-70,-2-5 0,-5 1 1,3-3-1,1-1-482,-1-1 1,3-7 117,9 2 0,-2-2 51,6 1 1,0-2-556,5 3 765,6-4 0,8-1 350,9 0 1,10-4-1,3-1 1,2 0 240,-1-1 1,1 4-324,4-2 0,1-3 0,-1 1 0,0-2-197,1-3 1,-6 3 62,1-1 74,0-1 1,-1-4-1,-1 2 1,0 0-1,-1 3 497,-1-2 279,-1-2-29,-5-1 1,-6 5 828,-3-1-1316,-4 7 1,-2-1 8,-4 8 0,2 4 1,-5 6-1,2 0 707,3 1-914,-5-1 1,6 0-1,-2 0-202,2 0 1,2 0-97,0 1 1,2-3-1,2-1 1,6-3-1044,2-2 1038,2-1 1,1-5 0,-1 0 0,2-1 0,1-3-858,2 0 880,0-7 1,-5-2 0,0-7 270,0-2 0,-4 3 88,-1-5 1,-4 7-1,3-2 1,-2 3 636,-3 2 1,-1 0 1049,-2 0-1331,0 6-341,-7 8 0,6 8 0,-6 7 0,3 3 0,-1 2 60,2 2 1,1-3-117,2 5-173,0-7 1,2 8 0,3-6-1,4-2 1,4-2-403,1-6 0,0 2 173,0-6 0,2-1 1,1-4-1,4 0-142,1 0 1,0-7 244,1-8 80,-2 1 0,-2-13 0,0 4 0,-2-4 0,-1-3-194,-2-3 0,-2 3 287,-2-3 0,-2-1 31,-4 0 1,-2-3 0,3 5 0,-4 5 269,-1 7 0,-1 11 33,-4 4 0,2 3-102,-7 2 0,6 3 1,-6 7-1,-1 9 670,-1 6 1,2 5-145,1 3-386,6-3 1,-8 4-1,6-5 1,0-1-1,0 0 159,1 1 1,-1-6-348,5 1-122,0-7 1,0 4 0,0-7-1373,0 0 1131,0-6 1,6-8-7,4-9 0,-2-4 0,1-3 0,2-1-162,2-2 1,6 0 631,-1 5-149,1-7 1,-4 10 0,0-1 0,3 2-1,0 4 730,0 0-636,-2 1 0,-2 5 0,0 2 546,0 2-501,-6 4 1,3 6-1,-6 1 1,-4-1 136,-4 0-509,-5 0 1,-6 0-1,-2-1 1,-3-2-1,-3-3-949,0-2 1,-4 0 272,2-1 537,3-3 1,-4 4 0,6-6 0,2 0 0,1 0-862,2 0 807,6 0 439,2 6 0,8-4 0,2 3 839,6-4-758,2-1 0,3 0 0,0 0 247,4 0 0,-2 0-404,7 0 1,-5 0-1,5-1 1,-1-3-375,-1 0 0,3-7 172,-6 1 0,7 2 0,-4-1 0,0-2-185,-4-2 0,3 4 202,-2-1 1,0 3 239,-5-3 0,-5-1 0,-1 5 0,0-1 55,0 1 1,-3 1 146,4 5 81,-6 0 0,5 0 0,-3 0 368,4 0-721,-2 0 1,4 7 0,-5 1 0,0 1-1,2-1-191,0-2 1,-3 1-117,4-3 107,-6-2 1,5 6-25,-3-4 71,3-2 768,0 4 0,-2-7 522,-6-4-1010,0-3-70,0 0 1,-2-3 0,-2 6-1,-6 2 1,-2 2 87,-3 1 0,1 0-289,0 0 103,-6 0 1,2 1 0,-4 2 0,2 4 0,2 1-35,3 3 0,2-3 91,4 1 9,-4 0 1,7 6 0,-4-1-1078,6 0 508,2-6 146,8-2 0,-3-6 1,7 0-1,1 0 1,2-1-330,1-4 1,0 2 1024,0-7-227,0 1 1,0-1 0,1 1 142,-1-2 1,-5 5 315,1 1-267,-7 3 1,3 4 0,-6 3 168,0 4 1,0 4-297,0 1 1,2-5-316,2 1 0,6-1 0,7 4-210,2-4 0,1-3 181,-1-6 1,-1 0 32,5 0 0,-1-6 0,2-3 0,-5-2 52,-3 1 1,-2-2-174,0 2 763,0-2 0,-4 2 0,-3 1 1051,0-2-1476,-3 4 339,-4 1 1,0 17 227,0 3 1,5 4-228,0-4-395,6 0 1,-3-5 0,6-1 0,2 0 0,1-2-869,2 1 1,1 2 557,-1-4 1,3 0-448,7-5 1,-6 0-1,1-2 1,1-3 763,2-4 0,-11-48 0,-4-12 0</inkml:trace>
  <inkml:trace contextRef="#ctx0" brushRef="#br0" timeOffset="64">19950 9478 8016,'14'-1'1640,"0"-4"0,0-3-819,0-6 0,2 0 94,3 0 0,-3 0 0,3-1 0,-4 1 1004,0 0-1470,-1 6-220,-6-4-229,-2 10 0,-63 15 0,-14 10 0</inkml:trace>
  <inkml:trace contextRef="#ctx0" brushRef="#br0" timeOffset="65">3939 11859 8095,'-8'-15'205,"2"1"1,1 0 115,0 0 1,1 4-1,4 1 1,-2 0-1,-1-1 1760,-2 1-1227,0-1 0,5 4-402,0 6 0,0 8-355,0 11 0,0-2 0,0 7 0,0 1-57,0 2 13,0 1 1,0 0 0,0 2 0,0 2 0,0 1 63,0-2 0,0-1-121,0-2 1,0 1 0,-1-2 0,-2-2-199,-2-2 0,0-5-82,5 1-1584,0-4 405,0-1 130,0-6 901,7-8 0,-4-12 0,6-7 0,1 0 1,-1-2-1854,0-2 2285,-5-4 0,8-45 0,-8 30 0,0 0 0</inkml:trace>
  <inkml:trace contextRef="#ctx0" brushRef="#br0" timeOffset="66">3925 11944 8095,'0'-15'146,"0"6"236,0 0-127,0-1 0,0-9 1,0 0-1,0 2 0,0 0 763,0-2 0,1 1-707,4-5 0,-2 6 0,7-2 0,2 1 160,6-1 0,-1 8-127,7-3-247,-7 3 1,10 3 0,-5 4 0,0 2 0,-2 4 141,1 2 1,-7 4-213,0 6-42,0 7 1,-12-4 0,2 7-1,-2-1 1,-4 1-51,-2 0 1,-4-5 121,-6 4-170,-7-6 1,4 9 0,-5-7 0,0-2-1,0-1-580,-3-2 0,-2-2 189,-2-2-158,1 2 0,4-10 0,2 3 0,2-4-2330,3-1 2992,7 0 0,48-25 0,17-6 0</inkml:trace>
  <inkml:trace contextRef="#ctx0" brushRef="#br0" timeOffset="67">4322 11986 8268,'-8'-1'12,"1"-3"1278,1 0 0,3-1 1545,-7 5-2446,1 0 1,0 2 0,1 2 0,1 6 621,4 2-953,2 2 0,1 1 0,-2-1 1,-1 0-1,-2 0-303,2 0 1,1 0 0,2 1 16,0-1 0,0-5 268,0 1-100,0-7 1,0 2 0,0-10 0,2-5-40,3-2 1,-2-9 100,6-2 30,-5 2 1,8-4 0,-2 6 0,1 0 0,0 2-51,-2 3 0,1-4-208,4 9-31,0 3 0,-5-5 1,1 6-1,1 2 0,1 1-931,3 2 0,-6 2-1331,0 3 2519,-5 2 0,8 26 0,-4 5 0</inkml:trace>
  <inkml:trace contextRef="#ctx0" brushRef="#br0" timeOffset="68">4647 11929 8087,'-14'-7'3035,"0"-4"-2054,0 6 1,4 0-395,1 5 1,0 0-1,-4 2 1,2 2-41,1 6 0,1-1-352,-5 5 1,4-3-111,1 8 1,4 2-1,-3-1 1,2 1-41,3-1-147,1 5 1,2-9 0,2 5-1,3-3 1,4 1-845,4-1 1,2-7 414,4-2 346,3-6 1,7 4-1,-1-7 1,-1-2 0,-2-3-208,-1-4 1,-5-8-26,4-2 595,-6-7 1,2 4 0,-8-6-1,-3-2 1,-1-1 167,-4-2 1,-6 0-4,-2 4-261,-13 1 1,7 7 0,-12 6 0,-2 5 0,-2 4 45,-1 3 0,-1 9-277,1 8 86,0 0 0,1 12 1,3-6-1,7 2 0,6 3-247,6 2 0,4-3 122,1-1 121,0-5 1,7 1 0,8-8 0,7-4 0,6 0-916,5-4 0,-2-2 28,7-1 451,-6-6 1,4-2 0,-5-6 0,3 0-1,-3 0-311,-1 0 1,-8-5 1662,-3 0-379,-3 0 1,-9 0 0,-2 0 931,-3 2 1,-2 6-737,0 1-77,0 7 1,-5-2 0,0 10 0,1 5 769,-3 2 0,6 4-413,-4 3-658,3-3 0,2 10 0,0-2 0,0 3 0,0 1 182,0 0 0,0 1-26,0-1-436,7 0 1,-6 1-1,4-1 1,-2 0 0,0 1 32,2-1 0,0-1-21,-5-4-485,0-2 0,0-7 1,-2 0-17,-3 0 0,2-6 505,-6-3-81,6-3 1,-10-9-1,5-2 1,-1-4-1,-1-2-542,-1-4 1,5-3 95,1-7 235,-3-5 1,7-7 0,-4-6 0,4-1 0,2 1-336,4 0 1,-2 0 130,6 4 509,7 7 0,2 1 0,5 8 0,2 4 0,1 6 339,-3 6 1,4 4-140,-3 7-55,-4 13 0,5-2 0,-8 11 0,-2 0 0,-6 0 325,-3 3 0,-1-3 34,-5 2-525,0-1 0,-6-1 0,-4-1 1,-2-2-1,-4 0-237,-3-2 0,3-3-1001,-2-4 825,-5 2 0,6-10 0,-5 4 0,0-1 0,2 0-1005,-1-2 1,4-3-834,7-5 1518,-2-3 717,10-6 0,15-25 0,10-7 0</inkml:trace>
  <inkml:trace contextRef="#ctx0" brushRef="#br0" timeOffset="69">5540 11944 8268,'0'-15'438,"0"6"349,0 0 1,-2 1 255,-2-2 1,1-1 0,-7 5 0,-1 0-271,-1-1 0,-3 1 1,0 3-1,-4-2 167,-5 2 0,-1 6-712,1 2 0,-2 6 1,2-2-1,-1 4-485,1 1 0,4 2 121,5 3-193,1-4 0,5 8 1,1-6-1,2 2 0,3-2-500,1-1 1,8-2-891,4 0 1281,2-6 1,9 3-1,2-6 1,4-2-1,1-2-555,1-1 1,-2-6 789,-4-3 43,4-4 0,-11-1 1,4 0-1,-3-2 1,-1-1 259,-3-2 1,-7 0 1906,4 5-443,-7 0 0,3-1 1304,-6 1-2011,-6 6-805,-2 2 1,-2 12 0,3 4 0,0 2 0,4 4-49,2 3 0,1-3 255,0 3-544,0-4 0,0-5 1,1-1-1,4 1 0,4-1-1072,4 1 0,6-7-540,0 2 1467,6-4 0,-3-7 0,5-4 0,-2-2 0,-3-4-13,-2-3 0,6 2 723,-3-7-256,-2 1 0,4-1 0,-5 2 1,1 1-1,1 4 802,0 1 1,-5 9-143,2 2-357,-3 3 1,-2 2-1,0 0 1,0 2 0,0 1 307,1 2 1,-6 6-145,0-2-529,1 4 1,-2-4-1,-2 1 17,0 1 1,-4-3-122,3 1-74,-4-6 0,-2 3-269,-4-6 0,-3 0 461,-6 0 41,0-6 0,-5 5 0,-2-4 1,1 3-1,-2 4 143,0 3 1,5-2-129,-2 6-14,-3 1 1,6-1 0,-1 0-1,4 3 1,5 0-87,2 2 0,1-4 93,5-1-226,0 1 1,6-1 0,5-1 0,7-2 0,5-3-482,4-1 0,1-4 204,1-2 354,-1-4 1,0-6 0,-1-1 0,-3 1 0,-5 0 122,-4 0 0,0 1 1009,-1 4 561,-6-4 772,-2 5-1648,-6 1-437,-6 7 1,-1 12-1,-4 7 1,3 0-1,2 1 435,3 4 0,1 3-248,2 1-232,0 0 0,0 2 1,0 2-1,0 1 1,0-2 4,0-1 1,0-6-117,0 0-240,0-1 1,0-1-1,0-3 1,0-3-1,-1-4-575,-4-2 0,2 1 378,-6-6 246,5-1 0,-8-4 0,2 0 1,-2-1-1,-2-4 85,-1-4 1,3-6-293,2-4 119,-2 4 0,10-17 0,-3 2 0,5-3 0,5-3-387,5 0 1,4 3-3,5-5 426,3 7 1,6-4 0,0 8 0,2 4 0,3 2-86,5 1 0,-2 9 22,2-4 284,-6 11 1,-2-3-1,-7 7 1,1 0 0,-2 2 393,-3 3 0,-8-2-52,-2 6-336,1-6 1,-2 5 0,-2-5-1,-1 4-151,-1 1-166,1-5 20,-5 3 0,-2-6-102,-2 0 0,-4 0 120,-6 0 143,-1 0 0,1-1 1,0-3-1,-2 0 0,-1 1 130,-2 1 0,-4 2-39,4 0-8,0 6 1,0-3 0,0 5-1,3 0 1,4 0 58,2 3 0,6 0-94,-6-2-68,7 4 0,-3-5 1,7 5-1,4-4 0,4-3-250,4 1 0,7-6-361,4 4 513,3-4 0,-4-2 0,1-4 0,1-3 0,0-1-170,-1-1 0,1 1 739,-6-5-32,0 0 1,-6-1 0,-2 3 1304,-2 2-1112,-6 4-372,-3 6 1,-3 2 0,-5 2 0,0 6-1,2 2 172,0 3 0,1 3-105,5 1-252,0 0 0,2-5 0,2 1 0,7-3-504,7-2 0,4-4-559,6-6 814,7 0 0,-5-2 0,4-2 0,-1-7 1,0-5-304,-1-3 1,-4-6 264,-4 1 190,-4-3 0,-6-6 1,-1-1-1,-4-2 1,-4-2 260,-3 2 0,-2 1 330,0 7-98,-7 6 0,0 3 1,-8 11 463,1 8 1,2 8-265,2 11-218,-2 3 0,10 7 1,-3 3-1,4 3 1,1-1 782,0 1 1,0 3-434,0-5-609,0 0 1,0-6-1,0-2 1,0-3-1,0-2-443,0-2 0,1-4-1806,4-5 838,-3 4 0,4-13-386,-6 0 1,0-7 25,0-7 1159,0-6-1,-6 2 1,-2-5 0,-2-2 0,2 0-461,2 1 0,-3-1 571,4 6 477,0 0 1,4 5 0,-3 0 0,1 1 785,5 4 0,1 2-240,11 7-243,-3 0 1,11 0 0,-4 0 0,2 0 0,1 0 932,-1 0 1,5 5-580,-1 0-755,-4-1 1,5-4 0,-6 0 0,-1 0 0,-3 0 241,0 0-208,-1 7-10,0-6 0,-6 7 1,-2-5-1,-1 4 1,0 0 280,-2 5 1,-2-5 446,-1 3-561,0-1 1,0 5-1,0 1 1,0-1 0,0 0-53,0 0 1,0-4-55,0-1-392,0-6 0,7 8 1,2-6-1,4-2-479,1-1 0,0-2 57,0 0 536,0-7 0,0-1 1,1-7-1,-1-3 0,0-1-220,0 2 1,-1 1 1003,-4 2-137,4 0 1,-12 0 1415,4 0-1149,-3 6-460,-2 2 0,0 7 1,0 4-1,0 4 1,0 6 535,0 3 0,0-2-289,0 3-434,0-3 1,4-2-1,3 0 1,1 0 0,3 0-508,1 1 0,7-6 85,0 0-72,6-5 0,-3 2 1,6-6-1,-1-2 0,-2-2-225,-1-6 0,-2-2 286,2-3 279,-4-5 1,-7 3-1,-2-5 1,-3 1-1,-2 2 154,-3-1 0,-3 9 504,-5-3-416,-9 3 0,-3 3 1,-7 3-1,-1 3 1,-3 4 298,-5 3 1,4 1-205,1 3-200,0 4 1,12-5 0,-3 6-1,3 0 1,4 0-240,2 1-42,-2-1 22,10 0 0,-3-1 0,12-4 0,7-4 0,8-4-494,5-1 1,3 0 262,3 0 304,-3-6 0,6-2 0,-5-6 0,2 0 0,-1 1 193,-2 4 1,-7-2 973,1 6-389,-7-6 0,4 9 1030,-7-2-1045,-6 2 1,-2 8 30,-6 4 1,0-2-858,0 1 117,-6 1-549,4-3 0,-3 0 1,10-9-873,5-3 1,2 2 416,2-6 847,1-1 1,3-4 0,1 2 0,0 1 0,0 3 328,0 1 1,0-2 683,-5 4-462,7 1 1,-10 5-1,3 2 1,-2 5 0,-1 3 1438,-1 5 1,1 1 659,-6-3-2065,-1 1 1,-2-1 0,1 0 0,2 0-1,-1-1-1100,3-4 0,-4 2 384,6-6 145,-6 0 1,10-5-1,-4-2 1,4-3-1,1-4-2888,0-4 1,1-6 626,-1 0-1421,0 1 3900,-6-3 0,-21-20 0,-10-11 0</inkml:trace>
  <inkml:trace contextRef="#ctx0" brushRef="#br0" timeOffset="70">8686 11944 7991,'0'-15'425,"0"1"1,-2 2 0,-3 2 0,-4 4 1891,-4 0-2083,-1 4 1,0-4 0,-2 7-1,-1 2 1,-2 4 0,0 1-1,0 3 261,0 1 0,0 2-401,5 1 0,0-1 0,1 0 1,2 0-101,2 0 1,6 0-164,-2 1 1,3-6 0,4-1-1,3 0-411,4 0 1,4-5 410,1 2 0,5-5 0,1-5 0,1-5-46,-1-2 0,4-2 379,-5-1-63,6-5 0,-9 3 1,3-7-1,-5-1 1,-3-3 272,-2-6 0,-6-2 96,2-6-372,-3-1 0,-2 2 1,-2 2-1,-1 4 1,-3 4 297,-2 4 1,3 13-86,-4 0-300,5 9 0,-2 0 0,5 10 0,-3 6 0,0 6 101,1 7 0,-1 3 295,0 1-280,2 7 1,-4-1 0,6 4 0,0-5 0,0-3 101,0-2 1,1 1 478,4-1-567,-3 0 1,10-6 0,-2-1 0,2-2 0,3-2-63,-1-4 0,6-1-541,4-7 263,3 0 0,1-5 0,-1-2 0,-2-3 0,-2-4-785,3-4 785,-6-1 0,5-1 0,-4-3 113,1-1 0,-10-4 76,3 4 1,-6-6-1,0 1 1,-4-1-146,-3 1 296,-2 4 0,0 6 0,-2 1 0,-1 2 1,-3 3 145,-2 2 1,-2 3-424,-4 7 144,0 4 0,0 6 0,0 2 0,1 3 0,2 5 177,2 2 0,4-2 115,-4 0-276,5-1 1,-2 1 0,6-2 0,2-2 0,2-2-129,6-3 0,4 0 35,5-1-116,-3 0 0,10-6 0,-2-3 0,4-4 0,4-2-599,1-4 0,-2-3 278,-7-6 344,3 0 1,-10-2 0,5-3 0,-1-5 0,-4-2-28,-1-3 205,-2 1 1,-5-7 0,1-1 0,-1-2-1,-1 1 70,-3-3 1,1 6-11,-1 0 1,-1 6 337,-4 5 270,0 2-559,0 13 1,-1 2 0,-4 7 0,-3 4-8,0 5 1,-9 4 48,3 5-4,-3-4 1,2 12-1,3-5 1,1 2 0,1-1 394,-1 3 1,5-1-111,1-2-321,4 4 1,-4-5 0,0 5 0,2-3 0,3-4 109,5 1 0,3-6-397,6 4 49,6-3 0,2-3 0,7-4 0,-1-4 0,0-4-568,1-1 1,-1 0-452,0 0 851,1-6 0,-1-2 0,0-6 0,-1-2 0,-2-1-220,-1-2 1,-7-5 502,2 5-30,3 1 1,-6 3-1,3 1 1,-3 2 160,-2 2 1,-5 4-33,1 6 143,-7 0 0,3 1 0,-6 4 639,0 5-534,0-4-166,0 7 8,0-12-38,0 12-153,0-12 1,-1 6 0,-4-7 0,-5 0 0,-2 0-343,-2 0 0,0 0 90,-1 0 234,1 0 0,-5 6 0,0 2 1,2 1-1,1 1-26,2 1 0,0 1 252,0 2-232,6 1 1,-3-1 0,6 0 0,2 0-1,3 0-319,5 0 0,3-6-69,6-3 294,0-3 0,5-2 0,1 0 1,2-2-1,2-3-109,-2-4 0,3-5-92,-6-5 587,0 3 0,-5-4 0,-1 5 1,-2 3-1,-3 1 1224,-2 1-794,-1 1-493,-5 1 0,-2 3 0,-1 10 0,-3 5-83,-2 2 0,5 7 54,-2 0-207,3 6 0,2-8 0,0 5 0,2-1 0,3-4-831,4-1 1,10-7 230,5 1 364,2-7 0,1 3 0,-2-6 0,-1-1 0,1-6-36,2-7 0,-5-2 237,-3-7 316,-3 6 1,-4-10 0,-1 3 0,-3-3 0,-2 1 159,-3 2 1,-1 4 470,-2 5-638,0 1 0,-2 6 0,-1 5-276,-1 6 1,-1 7 94,5 9-59,0-4 1,0 11-1,1-7 1,4-1 0,5 1-149,2 0 0,4-1-14,3-9-17,-3 4 0,10-12 0,-2 4 1,1-4-1,0-1-291,-1 0 0,-5-1 341,4-4 167,-5-3 0,-2-6 1,-9 0-1,1 0 0,-1 0 853,-1-1-549,-1 1 109,-5 6 0,-2 2-289,-3 6 1,4 6 240,-4 4-238,3 9 1,1 3 0,-2 6 0,-2 0 0,2 2 370,1 3 1,2-1-268,0 6-214,0-7 0,0 9 0,-1-7 0,-2-2 0,-4-1-176,-1-2 1,4-6-18,-6-3 81,1-3 1,-5-3 0,-1-4 0,1-4 0,0-4-214,0-1 0,0-11 181,0-3-274,-1-3 0,8-5 1,2-5-1,3-6 1,2-2-525,0 1 1,11-1-1662,3 2 1903,10 3 0,-2 0 0,6 8 640,1 2 0,43-6 0,-30 15 0,0 0 0</inkml:trace>
  <inkml:trace contextRef="#ctx0" brushRef="#br0" timeOffset="71">11179 11589 7956,'-9'-14'250,"-1"0"1,-1 1 0,0 2 1297,2 2 0,-4 6-1212,4-2 0,1 4 1,-1 1-1,-4 1 0,-3 4 1,-3 4-1,0 5 0,0 5 1230,1 5-1370,-1 3 0,5 6 1,1 1-1,2 3 1,3 2 307,2 2 1,1-3-314,5-1 0,0 0 0,0 2 0,2-3 177,2-1 1,4-7-390,6-4-217,1-7 0,3 4 0,3-7 1,-1-2-1,2-2-2347,0-5 1,2-4 1611,4-1 1,-4 0 0,0 0 0,1 0 972,2 0 0,20-31 0,5-9 0</inkml:trace>
  <inkml:trace contextRef="#ctx0" brushRef="#br0" timeOffset="72">11562 11944 7956,'0'-15'1976,"0"6"-1457,0 0 0,0 4 0,-2-3-111,-2 2 1,0 1 913,-5 5-634,-1 0 1,-4 0 0,0 1-1,2 4 439,2 5 0,-1-2-739,6 1-439,-6 0 0,10 1 0,-4-1 0,3 2-94,2 2 206,0-5-391,7-2 1,1-1 0,6 0 0,0-2 0,0-3-336,0-5 0,0 2 626,1-7-46,-1-5 1,2-1 0,1-5 0,0-1 0,-3-4-101,-3-6 1,-3-2 184,2 0 0,-4 0 1,-6-4-1,0 7 111,0 5 1,-2 6 161,-2 6-211,-4 6 0,-6 2 1,-1 6-1,1 0 0,0 1-2,0 4 1,0 3-145,0 6 100,-1 0 0,6 0 1,1 0-1,2 1 0,1-1 38,-1 0-43,4 0-78,-4 0 0,6-4 0,2-2-74,2-2 129,4-1 41,6-5 1,-1-2 0,-2-1-1,-3-3 1,0-1 126,0 1 1,-4 0-56,6 1 87,-7 3 1,5-5 0,-5 2 441,2-5-477,-1 4-2795,-4 0-1039,0 6 926,0 0 1416,0 6 1339,0 2 0,-25 38 0,-6 7 0</inkml:trace>
  <inkml:trace contextRef="#ctx0" brushRef="#br0" timeOffset="73">11562 11944 7961,'0'-10'0,"0"1"0,0 4 2035,0-4-796,0-1-269,0-4 1,0 0 0,0 0-27,0-1 0,0 6-581,0 0 0,0-1 0,-2-3-98,-2 4 0,-4-2-342,-7 6-13,1 1 0,0 4 0,-2 0 0,-1 1 1,-3 4-336,-2 4 0,3 4 27,-5 1 267,7 0 0,-4 2 1,9 1-1,1 2 0,3-1-143,1-3 1,3-1 111,4 1 131,0-8 1,6 4-1,4-6 1,4-2-1,5-1-231,4-2 1,4 0-248,1 0 389,1-6 1,-6-2 0,1-8 0,-1-1 0,1-4-155,0-1 1,-7-1-79,2-6 315,-3-5 1,-8 2-1,-4-6 1,-2-1-1,-4-3 350,-2-6 1,0 6-151,-5-1 157,-1 1 0,-4 13 1,0 3-118,0 10 0,6 10-133,3 10 66,4 11 0,1 13 0,0 10 0,1 3 0,3 3 712,0 3 0,6-1 738,-6 5-1211,7-5 1,-7 3-1,3-7 1,1-1-1,-1-3 454,-1-5 0,3-4-1098,-4-6-187,6-2-762,-9-7-971,4-6 1162,-6-8 1,6-8 0,2-6-1,2-1-3790,-1 1 4817,0 0 0,25-13 0,3-3 0</inkml:trace>
  <inkml:trace contextRef="#ctx0" brushRef="#br0" timeOffset="74">11944 11986 7961,'0'-9'2787,"0"-1"116,0 7-1659,-6-10 0,4 10 980,-2-6-1641,2 6-424,2 3 1,0 8-1,0 6 1,0 2-1,0 1 321,0 2 1,0 6-338,0-1 0,0 4 1,0 3-1,-1 2 113,-4-1 1,3-2-386,-2-2 62,2-6 1,2 5 0,0-5-1,-2 0-376,-2-3 0,2-8-495,-3-2 494,4-6 1,1 2 0,0-10 0,0-4-617,0-4 1,-5-2 6,0-4 685,1-3 1,4-11 0,0-3 0,0-2 0,0-3-374,0 1 1,4 7 406,1 0 386,6 3 1,-8 4-1,7 2 1,1 5 0,3 5 493,5 5 0,-2 2-491,7 7 289,-7 0 0,8 2 0,-6 3 0,-3 4 0,-3 4 583,-4 1 0,-1 2-315,1 2-434,-2-2 1,-7 5 0,-2-7-1,-3 0-527,-4 0 0,-5-4 108,-5-1 33,3-6 0,-6 5 1,5-5-1,-2 2 1,0-2-1926,-2-1 1,6-2 387,-4 0 1176,9 0 569,4 0 0,44-26 0,9-5 0</inkml:trace>
  <inkml:trace contextRef="#ctx0" brushRef="#br0" timeOffset="75">12256 11958 7961,'8'-14'2897,"-3"-1"-434,-4 8-800,-1-6 0,0 13-794,0 0 0,-1 3 506,-4 11-1086,3-3 0,-9 11 1,7-4-1,0 1 1,1-1 145,-1 3 1,2-5-493,-3 3-19,4-4 0,1-1 0,0 1 0,0-1-611,0 0 304,0 0-145,0-6-654,0-21 873,0-4 0,0-18 0,1 7 0,4 0 0,3 1-536,0 3 0,4-1 135,-2 6 441,2-6 0,4 11 0,1 0 0,4 7 0,-1 6-446,1 1 1,2 0 274,-4 0-45,0 6 0,-5 2 0,1 6 0,-3 0 0,-1 2-2559,-1 3 3044,-7-9 0,-9 15 0,-10-10 0</inkml:trace>
  <inkml:trace contextRef="#ctx0" brushRef="#br0" timeOffset="76">12596 12000 6606,'-5'-9'5291,"1"-1"-3756,-7 7 0,8-8-1023,-7 6 0,1 1 0,-6 4 0,1 0 190,0 0 0,0 1-567,0 4-85,0 3 1,1 1-1,2 1 1,3 2 0,2 4-604,3 3 0,1 0 346,2-5 1,2 0 0,2 0-1,6-1-534,2-4 0,9 2-299,3-6 793,2 0 0,3-5 0,-1 0 0,-1-2 1,-4-2-235,-4-6 1,2-2 257,-2-3 0,-7 1 595,-7 0 1,-4-2 0,-1-1 0,0-2-50,0 2 0,-6 3-86,-3 4-193,-10-2 1,-2 10 0,-4-3-1,3 4 1,2 1-93,2 0 0,3 6 94,0 4-136,1 2 1,6 2 0,4 0 0,5 1 22,9-1 1,-1-2-785,10-2 596,3 2 0,0-10 1,8 3-1,0-4 0,0-1-523,-3 0 1,-2-1 626,3-4 203,1-3 1,-7-1-1,-4-1 1,-2-1 1116,-2-1 0,-6-3-508,-3 1 1415,-3 6-980,-2 2 1,-5 8-459,0 2-393,0 4 1,4 11 0,-2 2 0,-2 1 0,2 1 464,1-1 1,2 5-134,0-3-479,0 2 1,0 3 0,0-1 0,0-1 0,0-4-41,0-4 0,0-1-282,0 1 60,0-10 1,0 5-96,0-9 678,0-10-619,0 4 0,-1-20 1,-3-2-1,0-4 1,1-3-807,1-3 0,2-3 336,0-7 334,6 1 0,2-1 1,8 2-1,1 3 1,4 5-307,1 3 1,1 10 279,6 6 413,-1 6 0,-1 8 1,-2 3-1,-3 5 1,-3 8 126,-6 4 0,-1 2 621,-7 2-653,0 3 1,-10-7 0,-3 4 0,-3-5 0,-6-4 97,-4-1 1,2 1-1673,-4-1 1006,5-6 1,-7-2 0,6-6 0,2 0 0,1 0-1769,2 0 1,0-2 738,0-2 1451,6-4 0,23-33 0,14-14 0,2-3 0,1-1 0</inkml:trace>
  <inkml:trace contextRef="#ctx0" brushRef="#br0" timeOffset="77">13418 11646 7961,'2'-13'646,"2"4"1,-1-2 933,7 6 0,-1-4-1067,5 4 0,2-4 0,1 4 0,4 3 1177,1 6 1,2 3-488,4 8-712,0 5 0,1 2 1,-3 8-1,-2 1 1,-7 4 920,-6 1 0,-4 2-601,-7 5-556,-7-1 0,-8 1 0,-12-1 0,-6-1 1,-3-3 35,-4-5 1,-1-3-1399,-1-2 674,6 0 1,-4-6 0,7-3 0,2-3 0,2-3-1804,6-4 1,-2 2-2137,6-6 2999,6 0 0,2-4 1373,6 4 0,-50-54 0,24 21 0,-1-1 0</inkml:trace>
  <inkml:trace contextRef="#ctx0" brushRef="#br0" timeOffset="78">7354 10824 7290,'8'-14'440,"-4"0"0,-2 0 1501,-2 0 0,0 4-933,0 1 1,-2 6-1,-2-2-679,-6 3 1,-3 2 0,-1 3 0,-1 5 14,-4 7 1,3 3-167,-3 1 0,-1 3 1,1 7-1,1 1 77,3 3 0,0-2-19,1 7-220,0-7 1,6 9 0,4-7 0,2-2 0,2-1-214,0-1 0,2-3 60,2-2-8,4-4 0,6-10 0,0-2 0,1-2 0,-1-3-834,0-1 0,0-2 449,0 0-650,0 0 0,-4 0 0,-1 0 1,2 0 1179,2 0 0,7-13 0,2-3 0</inkml:trace>
  <inkml:trace contextRef="#ctx0" brushRef="#br0" timeOffset="79">7623 11164 7831,'0'-14'0,"0"0"0,0 0 0,0 0 1526,0 0 1,-6 4-1,-4 2-10,-2 2 1,-3-4-940,1 6 0,-5-1-388,0 5 0,1 2 0,2 2 0,-2 6-131,0 2 1,3 3-258,6-1 182,-1 0 1,1 5-1,1 0 1,2 0-1,3-1-171,1 1 1,2 0-460,0-5 450,0 1 1,6-6-1,4-1 1,4-2-1,3-3-415,2-1 1,6-4 115,-1-2 481,3-4 1,-4-6 0,1-1 0,0 0 0,-2-4-13,-3-5 1,-4 2-166,0-2 263,-8-5 1,0-3-1,-7-6 1,0-1-1,-2-2 21,-3-1 0,-2 5 166,-8 4-153,1 10 1,5 2-1,-1 10 2,-1 6 0,5 9-28,1 14 0,4 9 259,1 6 1,0 7-1,0-3 1,1 3 486,4-2 0,-3 1-139,2-6-475,4 0 1,-6-1 0,2-3-1,0-3 1,-1-4-226,1-5 0,1-1 21,-5-2-1178,6-6-2232,-4-2 278,11-12 2369,-12-2 1,10-2 0,-4 3 755,0 0 0,15-16 0,8-1 0</inkml:trace>
  <inkml:trace contextRef="#ctx0" brushRef="#br0" timeOffset="80">7977 11221 7831,'0'-14'567,"0"0"0,0 0 178,0-1 0,0 1 514,0 0 0,-1 5-660,-4-1 0,2 2 1,-7-3 419,-1 2 0,-1 6-318,-3-2-606,1 3 0,0 4 0,0 3 0,0 4 0,0 5-127,-1 5 0,3-2 7,2 7-239,4-7 0,6 5 1,0-4-1,0 1 1,2-2-351,2-1 0,4-7-814,6 1 1081,1-7 0,-1 3 0,0-6 1,2 0-1,1-2-176,2-2 1,0-4 680,-5-6 0,5 0 109,0-1 0,-5 0 1,-6-3-1,0-1 648,-1 2 1,-3 6-342,0 2 357,-2 6 1,-2-7-239,0 10 1,-5 3-379,0 11-147,-6 7 0,10-1 0,-5 5 1,1-1-1,0 1 52,2 2 0,1-3 147,2-1-471,0 1 1,0-2-1,0-3 1,0-3-1,0-2-550,0 0 0,0-5-1760,0 1 645,0-7 0,2 3-2516,3-6 4285,-4-6 0,12-40 0,-5-15 0</inkml:trace>
  <inkml:trace contextRef="#ctx0" brushRef="#br0" timeOffset="81">8048 11292 7864,'0'-14'5755,"0"0"-5057,0 6 1,0 0 697,0 3-598,0 4 0,1-6-333,4 7 0,3-1-457,6-4-140,0 3 0,5-4 1,0 4-1,-1-1 1,-1-3-373,2-2 0,-4 5-145,4-2 215,-3-3 0,-6 5 1,-1-6-1,0-2-131,-1-2 1,-1 4 204,-7-1 578,0 7 1,0-5-1,-2 5 658,-3-2-573,4 1-30,-12 4 1,12 6 0,-4 3-1,3 4 267,2 1 0,0 0-45,0 1-388,0-1 1,2-2-1,3-1 1,2-1-1,3-1-519,-1-1 1,1 0-912,4-3 975,0-4 1,5 6 0,0-7-1,-2 0 1,-1-2-406,-2-3 1,0 2 329,0-6 417,1-1 0,-3-4 0,-1 0 0,-3 0 0,-2 0 328,-2-1 1,-3 1-103,-1 0 860,0 6 0,0-4 194,0 2-1150,0 4 95,0 6 0,0 8 0,0 6 299,0 0 0,5 0-413,0 0-167,6 1 0,-4-1 0,8-2 1,-1-1-222,0-1 1,5-7-233,0 2 360,0-4 0,-4-1 0,3-1 0,1-3 0,-2-2-178,-1-2 0,-4-6 125,-2-5 145,2 0 0,-5 0 1,2 1-1,-4-1 1,-4 0 63,-1 0 1,0 5-132,0 4 206,0 1 0,-6 1 0,-3 3 0,-4 4-107,-1 1 1,1 6 60,4 3-2,-4 4 1,12 6-1,-6 0 1,3-2-1,-1-1 256,2-2 0,3 2 20,4 3-414,4-10 0,7 13 1,0-11-1,3-1 1,2-3-530,2-3 1,2-3 187,4-1 292,0 0 1,1-1 0,-1-4 0,0-5 0,-1-2 103,-3-2 1,-5 0 173,-10-1 192,4 1 0,-7 0 0,3 0 1220,-4 0-239,-3 0-741,-2 6 0,-7 1-183,-2 7 0,1 2-459,-1 3 1,6-2 227,-2 6 0,-1 1 1,1 4 374,2 0-535,1-6 1,2 5-81,0-4 160,0 4 1,2 1 40,2 0 1,0-6-193,5-4 1,-4 3-1,4-3 28,2 0 0,-3-3 163,1-1-90,-5 0 0,8 0 0,-2-1 0,2-3 8,2 0 0,-1-7-365,-4 1 261,4-2 1,-5-2 0,5-1 0,-2 1 0,-4 0-120,0 0 1,-1 0 34,-1 0 199,-4-1 0,6 6 233,-7-1 11,0 7 1,-5 8 164,0 9 0,0 4-10,5-4-399,0 0 0,0-5 0,0 1 0,2-1-163,3-1 1,3 3-685,6-6 546,0 0 0,0-5 0,2 0 0,1 0 0,2-2-238,-2-3 1,5 2 274,2-6 1,-4-1 191,-1-4 0,2-5 0,-2 0 0,-4 2 123,-3 1 0,-1 2-21,-7 0 311,1 0 0,-5 4-183,0 1 0,-2 6-462,-2-2 203,-4 3 0,-6 2 0,-1 0 1,1 2-1,0 3-60,0 4 0,5 4 264,-1 1 0,7 0 132,-2 0 0,4 0 1,1 1-1,0-1 267,0 0 1,1 0-103,4 0-331,3-6 0,12 5 0,4-5 0,3-1 1,1-2-74,0-3 1,1-2-453,-1 0 1,-4 0-451,-1 0 1,-5-5 0,0 0 0,-3 1-860,-6-3 1,4 1-710,-4-3 1934,-3-4 1,2 5 0,-5-6 0,2-2 0,0-3 513,1-4 0,-4-55 0,1 33 0,0-1 0</inkml:trace>
  <inkml:trace contextRef="#ctx0" brushRef="#br0" timeOffset="82">9762 10796 7890,'8'-6'0,"0"-2"1510,-3-6-723,-4 0 0,7 6 1,-5 1-1,4 3 1209,1-1 1,1 2 761,5 7-2153,0 4 0,5 7 0,2 0 0,-1 4 0,1 5 2525,-4 3-2674,-1 1 0,-7 0 0,-1 2 0,-2 2 0,-3 1 12,-1-2 0,-8-1-468,-4-2 0,-9 1 0,-4-1 0,-9 0 0,-2-1 0,-1-3 0,0-5 0,1-4 0,1 0 0,8-8-2160,-4-2 1,10-3-4734,0-2 6893,10 0 0,22-13 0,10-3 0</inkml:trace>
  <inkml:trace contextRef="#ctx0" brushRef="#br0" timeOffset="83">14169 11788 7862,'0'-21'338,"0"6"1,0-4 0,0 3 0,-2 2 599,-2 0 0,0 6 0,-3 5 1,-1 6-452,0 6 1,3 8 0,-3 2 0,2-1 25,3-3-469,1 0 1,-3-1 0,1 0 0,1 0-362,1 0 1,4-6-182,2-3 1,-1-4-1,7-1-5,1 0 1,0-6 602,-2-3 0,2 1-167,-6-2 0,0 1 0,-5-5 0,0 0-277,0-1-417,0 8 1,-2-4-1,-2 7-2564,-6 6 3325,-2 4 0,-9 40 0,-1 7 0</inkml:trace>
  <inkml:trace contextRef="#ctx0" brushRef="#br0" timeOffset="84">14056 12114 7862,'-10'12'0,"1"-2"0,5 2 829,0-2 1,-3-2 953,3 1-933,-1-6 0,11 3-223,4-6-544,9-6 1,-2 3 0,5-6 0,-2-2 0,-1-2 268,2-1-125,-5 0 0,2-1 0,-7 1 1,-1 0 297,1 0 0,-5 4-969,-1 1 217,-3 6 1,-10-3 0,-5 6-1,-4 1-995,-1 4 1,-2 3 430,1 6 1,0 0-146,5 0 0,0 0 936,0 1 0,12 24 0,4 7 0</inkml:trace>
  <inkml:trace contextRef="#ctx0" brushRef="#br0" timeOffset="85">15090 11703 7865,'0'-14'200,"0"4"1,0 1 0,0-2 1096,0-2 1,0 4 112,0-1-1115,0 7 0,0-2 0,-2 10 1,-1 4 925,-2 4-1105,1 8 1,-1 1-1,0 6 1,1 0-1,-1 1 14,0-1 1,-4 5-79,4 0 1,0 0-92,5-5 1,0 1 0,0-1-1,0-1-883,0-4 566,6-2 1,2-8-1,7-2-519,-1-2 1,1-6 583,4 2 0,-3-4 1,3-2-1,-3-4 167,-2-4 1,-5-4-1,1-1 1,-1 0 558,-1 0 0,-2-5-170,-6 0-71,7 0 0,-6 0 0,4 0 0,-3 2 1414,-2 1-1164,0 8-315,0 2 1,0 7 0,0 4 247,0 5 1,0 2-334,0 2-47,0 1 1,1 3 0,2 1 0,4-1 0,0-3-165,4 0 0,2-6-1027,1 0 788,0-5 0,5 4 1,2-5-1,-1 1 1,1-2-509,-4-5 0,3 0 604,-1-7 145,0 1 0,-9-5 0,-1-1 0,2 1 801,2 0-289,-5 0 379,-2 6 0,-6 0 0,0 7 3023,0 1-2952,0 3-631,0 11 1,0 5 0,0 0 0,0-2 0,0-1-23,0-2 0,0 0-323,0 0-100,-6 0 1,4-4 0,-3-1-2210,4 2 1865,1-4 326,0-1 1,0-17-1,0-5 1,0-3 285,0-1 1,6-4 57,4 5 151,-4-6 1,6 9 0,-2-4 0,2 1 806,3 0 1,-1 2-209,0 7-528,0 4 1,0 8 0,0 2-1,-1 6 209,-4 2 1,-1 3-587,-3-1-26,-3 6 0,4-4 0,-6 3 0,0-3-914,0-2 1,0-5-62,0 1-65,0-7-137,0 3 991,0-18 342,0 2 1,6-10 0,4 5 0,2 1 0,2 0 647,1 0 1,-1 6-106,0 3-337,0 4 1,0-4 0,0 0 0,1 4 0,-1 2 462,0 4 0,-5 6-400,1-1 0,-1 2-315,5 2 1,1-1-1,-3-2 1,-1-2-230,-1 2 1,-1-4-833,5-3 836,7-2 1,-9-2-1,6-2 1,-1-1 0,-1-5-312,0-4 0,-4 1 92,-2-8 454,2 3 1,-10-3 0,2 0 0,-2 2 0,-2 1 716,0 2 1,0 5-246,0-1-311,-6 7 1,-2-2-1,-6 8 1,0 5-1,-1 3 324,1 5 1,2 6-143,2-3-102,4 6 1,6-7-1,0 4 1,0-2 0,0-3 110,0-1 0,11-3-755,3-4 258,10 4 0,-7-12 1,7 4-1,1-3 1,2-4-560,1-3 0,-5-3-165,1-6 281,-7 0 0,9 0 0,-8 0 1,-2-2-1,-3 0-833,-4 2 1,-6-3 1434,2 7 0,-36-2 0,-18-1 0,-2-2 0,0 0 0</inkml:trace>
  <inkml:trace contextRef="#ctx0" brushRef="#br0" timeOffset="86">15090 11830 7894,'-22'0'0,"1"0"0,2 0 996,1 0 1,-3 0-406,2 0 1,8-4 36,-3-1 1,3 0-642,-3 5 0,4 0-376,1 0 1,7 0 0,2-1-326,8-4 391,11 3 1,3-4 0,8 6 0,3 0-1,3 0-828,1 0 1,3 0 525,-2 0 625,3-6 0,19 4 0,11 2 0,5-3 0,1 0 0</inkml:trace>
  <inkml:trace contextRef="#ctx0" brushRef="#br0" timeOffset="87">17144 11646 7877,'0'-14'161,"0"0"1,0 0 0,-1 1 0,-2 2-1,-4 3 2620,-1 2-2293,5 1 0,-9 5 0,4 2 0,-2 2 1,3 6-1,-1 4 606,0 5 0,3 3-844,-4 6 1,5 1 0,0 0 0,2 3 58,2 1 0,0 0-297,0-5 1,0-1 0,0-2 0,0-1-409,0 1 250,0-4 0,2-1 1,2-7-1,6-2 0,3-3-1010,1-2 0,0-1 205,0-5 662,0-7 1,5-1 0,2-7 0,1-3-1,1-2 67,-1-2 0,5 0 187,-3-2 201,2-3 0,3 10 1,-3-5-1,0 3 0,-4 5 74,-2 3 1,4 3 215,-5-1-290,0 2 0,-10 9 0,0 3 0,1 4 8,-2 4 0,-2-4-284,-6 1-1,0-7 0,0 9-495,0-2 521,0-4 92,0 0 1,-1-6-1,-4 0 1,-5 0-211,-2 0 1,-2 0 29,-1 0 186,-5 0 0,4 2 1,-4 1-1,1 3 0,0 2 193,2 3 1,-4 2-210,2 1 109,0 0 0,10-3 0,-1 0 0,1 2 0,1-2 150,3 2-368,4-1 14,7 2 1,7-6 0,7-3 0,2-4 0,3-2-472,2-4 0,0-3 145,-3-6 481,2 0 0,-10 4 0,3 1 0,-3-2 285,-2-2 1,-5 1-75,1 2 979,-7 4-727,3 0 0,-6 11-163,0-1-347,-6 14 0,4-3 0,-2 4 0,2-3 0,2-2-121,0 0-167,6 7 92,2-6 1,6 1-1,1-8 1,-1-2 0,1-2-660,4-3 0,-3-2-237,3-4 771,3-9 1,-5-4 0,5-5-1,-1-2 1,-4-2 61,-1-2 1,-3 1 238,-4 0-27,4-1 0,-12 1 0,4 0 1,-4-1-1,-2 1 1091,-4 0-557,4 6 46,-6 1 1,3 15 0,-1 6 0,2 9 166,1 9 1,2 1 212,0 9-660,0-3 0,0 10 0,0-7 0,-1 0 0,-3 1 365,0-1 0,-1-1-503,5-4-181,0-2 0,0-2 0,0 0-1446,0-2 186,0-8 893,0-2 1,6-18 0,4-5 0,4-3-289,5-1 0,-3-4 374,2 5 242,4-6 0,-6 8 0,3-5 0,-3 1 779,-2 4-359,0 1 256,-6 8 0,-3 3-259,-10 10 1,-8-2-375,-5 7 58,-1 6 1,4-1 0,1 4 0,0-3 0,0-2 54,0 0 1,1 0-208,4 1 128,2-1 1,3 0 0,-1 0 0,3 0-11,6 0 0,8-6 27,7-3-79,6 3 1,-1-7 0,7 4-1,2-5 1,0-5-228,2-4 0,-5-4 91,3-1 152,-3 6 1,-8-7 0,-1 2 0,-4-1 0,-1-3-176,-4 1 1,-7 0 117,0 2 0,-4 0 105,-1 0 1,-6 4 0,-4 2-1,-2 2 512,-2 3-474,0 1 1,-1 2-1,1 0 1,0 2 0,0 3-15,0 4 0,4 8 122,1 2 0,4 5 117,-4-5 0,5 0 0,0-5 0,2 2-87,2 2 1,2-7 0,4 4-1,7-4-248,4-4 1,7 1-122,-6-3 1,8-3-1,-3 1 1,4-6-685,1-7 1,-1-2 358,-3-3 350,-4 1 0,-1 0 0,0 0 0,-2 0 377,-1 0 718,-8 6-431,-2 1 1,-4 7 0,1 2 1806,2 3-2004,-1 3 0,-4 1 0,0 0 1,0 3-1,0 0 192,0 2 1,-4-4-1177,-1-1-118,0-6-358,5 10 634,0-12 0,0 4 0,0-10-992,0-4 1463,0 3 1,7-7 0,2 4-1,4-2 485,1 1 0,0 4-241,0 6 0,0 0 323,0 0 1,1 0-1,-1 2 1,0 2 387,0 6 1,-1 2-439,-4 2 0,4 1 1,-5-1 181,-1 0-1008,0-6 0,-1 3 1,3-6-436,4-2 1,-5-3-177,-3-5 1,1-3 0,0-6-1,1 0 992,-1 0 0,-8-51 0,-6-12 0</inkml:trace>
  <inkml:trace contextRef="#ctx0" brushRef="#br0" timeOffset="88">17003 11774 7877,'-29'4'0,"3"1"0,2-2 3201,5-1-2365,3 4 1,10-4-705,6 2 0,14-8 0,15-6 0,8-2-779,9-3 1,4-3 328,7-1 1,4 0-1,2 5 318,2-1 0,-17 10 0,7 1 0,3-1 0,4 1 0,1-1 0,0 0 0</inkml:trace>
  <inkml:trace contextRef="#ctx0" brushRef="#br0" timeOffset="89">19355 11660 7837,'22'-8'0,"-2"-4"0,-6 4 0,1 0 1786,-1 3-1233,-6-3 1,-2 8 0,-8 0 0,-2 8 0,-4 5 0,-2 3 0,1 1 1497,-2 2 0,-2 6-1729,-1-1 1,5 2 0,1 3 0,1-2 84,4-4 1,2 4-510,1-4 37,0-2 1,0 4 0,0-6 0,1-3-1,2-4-453,2-2 1,6-7-1072,-1 2 1156,2-4 0,2-1 1,1 0-1,-3-1-359,-2-4 1325,-4 3-276,-6-4 1,1 1 572,4 1 0,-3 1-124,2 7-370,4-2 0,-5 10 1,7-2-1,1 1 133,2-2 0,2 2-566,4-6 130,-3 0 1,11-5-1,-4 0 1,3 0-1,-1-2 161,-2-3 0,-5-1 280,1-3-379,3-4 0,-11 4 0,1-9 0,-4-1 0,-5 2-348,-1 1 0,-9 2-1509,-2 0 714,-4 0 1,-5 6-1,-3 3 1,-3 4-1,-4 1-3885,-3 0 4933,-9 0 0,-15 19 0,-11 4 0</inkml:trace>
  <inkml:trace contextRef="#ctx0" brushRef="#br0" timeOffset="90">19284 11901 7837,'0'-14'1226,"0"0"0,0 0 1542,0-1-1704,0 1 1,1 0 0,4 1 0,5 2-1023,2 2 1,7 6-882,0-2 1,6 4-1,-1 1 1,3 0-780,1 0 1,0 1 451,1 4 762,-1 3 404,-6 6 0,49 13 0,-33-12 0,1 0 0</inkml:trace>
  <inkml:trace contextRef="#ctx0" brushRef="#br0" timeOffset="91">20857 11802 7829,'0'-24'576,"0"2"1,0 2 0,-2 4 3232,-3 5-3365,4 5 1,-6 9 0,6 5 0,-2 8 0,-2 6 0,0 6 301,-1 3 1,4 7 0,-2-3 0,2-1-69,2 1 1,-5 3-656,1-5 1,-1 0-1,5-5 1,0 1-251,0-1 0,0-6-685,0-3 0,0-3-1586,0-2 1,0-8-309,0-6 2255,-6-6 0,2-8 1,-3-2-1,-1-3 1,1-6 550,1-7 0,-3 1 0,4-7 0,0 7 0,7-9 0,3 7 0,4 0 0,4 0-411,1 0 1,2 1 572,2 9 825,-2-4 0,9 13 0,-4-2 0,-1 7 0,1 2 564,-4 4 1,-1 2-654,-2 1-693,0 6 1,-1 2 0,-2 6 0,-3 0 0,-2 0 151,-3 1 0,-3-1-110,-5 0-246,4 0 0,-12 0 1,4 0-1,-4-1 1,-1-2-581,0-2 0,-5-1-1362,0 2 1124,0-4 1,0-1 0,0 0 0,2-2 0,1 0 816,2 2 0,0-29 0,0-1 0</inkml:trace>
  <inkml:trace contextRef="#ctx0" brushRef="#br0" timeOffset="92">21182 11745 7829,'0'-14'0,"0"0"1646,0 0 819,0 0 0,-1 6-783,-4 3 0,2 5-1039,-6 5 1,4 3 0,-3 7 0,0 3 118,0 1 0,5 4-157,-2-4-704,-2 6 1,5-9 0,-3 3 0,2-3 0,0-2-1090,-2 0-1009,0 0 129,5 0 1179,0-6 0,0-8 229,0-9 520,0-10 0,7-3 1,2-7-1,4 1 1,1 1 408,0 4-230,0-4 1,2 10-1,1-5 0,2 1 1,0 7 0,-5 6 0,1 2-923,-1 3 1,0 1 90,0 2 154,-6 0 0,4 6 0,-4 5 0,0 5 1,-1 3 637,-1-2 0,14 5 0,10 0 0</inkml:trace>
  <inkml:trace contextRef="#ctx0" brushRef="#br0" timeOffset="93">21523 11717 7829,'7'-14'-69,"0"0"1,-7-1 1822,0 1 1,-2 5-1045,-3-1 1,-2 7-1,-8-2 1,0 4 229,-4 1 1,-2 1 174,-2 4-957,-4 3 1,10 8 0,-5 1-1,1 4 1,4-1-110,1 1 1,7 4-118,-1-2-60,7-2 1,-3-1-1,6-4 1,3 0-1,5-1-540,6-2 1,9-3 208,1-1-34,3-3 1,6-6-1,0-1 1,-2-4-1,-1-4-390,-1-4 0,-7-1 1427,-3 0-483,-4-1 0,-2-3 0,-4-3 0,-4 1 0,-3-2 63,-2 0 0,-2 4 44,-3-1-181,-2 4 0,-8 7 0,0 3 0,-3 3 0,-1 2-503,2 0 1,1 7 77,2 2 148,0 4 0,1 1 0,4 0 1,4 0-1,4 0-628,1 1 0,6-3 285,3-2 477,10 2 1,-1-10 0,5 3 0,2-4 0,2-1 155,2 0 0,-1-1 0,0-4 59,1-3 0,-3-6 1,-2 0-1,-5-1 1,-3 1 413,-2 0 1,-6 0 1968,-4 0 718,-2 6-2001,-2-5 1,-2 13-581,-2 0-264,2 7 1,-4 13 0,4 4 0,-1 2 0,-3 4 521,-2 3 0,3-1-237,-4 6-556,6-1 0,-5 4 0,5-1 1,-4-4-1,1-1-222,0-4 0,1-1 223,5-2-723,-6-6 1,4-6-493,-3-6 0,-1-9 602,1-1 327,1-13 1,4-4-1,0-6 1,0-4-1,0-3-443,0-3 1,0-7 566,0 3 50,6-4 0,2-2 0,6 1 1,0-1-1,0 2 147,0 4 1,5-1-17,0 9 88,6 11 1,-7 7 0,4 6 0,0 3 0,-2 5 427,1 7 0,-4 7-219,-8 2-254,4 6 1,-11-4 0,2 4 0,-2-3 0,-4-2 82,-2-2 0,-4-1-419,-6 2 45,-1-10 0,1 10 0,0-11 0,0 0 0,0-3-825,0-4 0,-1-1-1543,1 0 2552,0 0 0,13-19 0,2-4 0</inkml:trace>
  <inkml:trace contextRef="#ctx0" brushRef="#br0" timeOffset="94">22415 11717 7849,'-14'-16'602,"0"-3"0,-5 5-301,0 0 0,-8 1 546,-1 9 0,0-1 0,-5 5 1,3 0 488,1 0 1,6 8-1091,-1 6 1,7 2-1,-2 6 1,5 0-94,4 0 0,-1-3 55,7 4-341,-1-5 0,6 2 0,3-6 0,2 0 0,2 1-988,3-1 0,8-6 194,4-4 453,-2-2 1,5-2-1,-4 0 1,2-2-1,0-2-237,1-6 0,-5 2 1231,-1-1-444,-3-1 0,-3 1 1,-2 1-1,-4 0 1,1 2 393,0 0 852,-5-5-750,4 9 0,-9-4 1,-3 7 61,-4 4 0,1 1-591,-1 4-116,5 2 0,-2-4 1,6 6-197,0 1 1,2-3 86,2-2-158,4-4 1,11-6-1,0 0 1,0 0-1,0-2-511,0-2 1,4-3 338,-4-2 585,0-10 1,0 10 0,0-10 0,-2 3 0,-1 2 257,-2 0 1,2 1 71,3 4-223,-3-4 1,2 10-1,-5-5 1,1 2 932,7 2-984,-2 3-80,1 1 1,-6 5 0,0 1-1,1 2-315,-1 3 135,-6-5-51,4 7 533,-10-12-88,4 6-249,-12-7 1,-2-2-1,-6-1 1,-2-2-1,-3 2 130,-5 1 0,2 2-10,-1 0-102,-1 0 1,-4 2 0,1 3-1,4 4 1,4 4 32,3 1 0,2 0-249,0 0 155,6 0 1,1 2 0,9 1 0,3 1 0,6-4-518,6-3 0,5-8-297,6 2 671,1-4 0,-1-1 0,-1-1 0,-2-4 0,-3-4 23,-1-4 0,2-6 69,-4 0 135,-6 0 0,-2 1 1,-7-1-1,0 1 1700,-3 3-934,-1 0-563,0 1 0,-5 8 0,-1 6 0,-2 8 0,-1 6 213,1 5 0,-3 3-133,6 6-213,0 1 0,1 4 0,-1 0 0,2 0 0,1 1 72,2 4 0,-1-3-332,-4-2 74,3-3 1,-4-2 0,4-1-1,-1-4 1,-3-4-404,-2-3 0,3-3 203,-4-4 178,6 4 0,-10-12 0,4 2 0,-4-4 0,-3-5-137,-2-2 1,3-3 132,1-8 58,0 3 1,11-9 0,-5 4 0,3-1 0,7-3-244,6-2 0,6 1 181,5 2 0,3-3 1,13 7 0,1-5 0,2 3-1,1 1-446,5 4 1,-2 0 340,6-2 110,2 3 1,-6-5 0,2 7 0,-7 0 0,-7-2-92,-7-3 1,-6 8 345,-10-3-60,-3 3 0,-12 3 0,-5 4 1,-6 2-1,-7 2 260,-3 0 0,-1 0-15,0 0-239,6 6 0,-8 2 0,5 6 0,1 1 0,2-1 320,5 0 0,1 2 10,2 3-299,6-4 0,-3 6 1,6-7-1,2 0 136,1 0 0,4-1-248,3-4 7,3 4 1,1-12 0,0 4 0,2-3 0,2-2 143,1 0 0,-4 0-117,-1 0 16,-6 0 0,8-2 0,-4-1-614,0-2 306,-3 1-435,2 4-167,-6 0 53,0 0 350,0 6 309,0-5 0,2 4 36,2-10 1,-1 2 143,7-6-86,-7-1 1,8-1 0,-5-1-1,2-4 1,2 0 280,-3 1 1,1 0 1,-3 1-119,-3 6 0,9-4 0,-7 2-245,0-2-89,-3 4 310,5 8 1,-4 8-1,3 6 1,-4 2-1,-1 1 270,0 2 0,2 4-210,3-4-134,-4 7 0,7-11 0,-3 6 0,3-2 0,1 0-71,1-2 1,-1-6-347,5-2 269,7-6 0,-4 4 0,7-7 0,1 0 0,1-2-288,3-3 0,-1-4-151,0-10 400,1 3 0,-1-9 1,-1 5-1,-2-2 1,-3-3-125,-1-2 0,-7-2 117,-5 1 96,-6 0 0,4-2 0,-7-2 0,0-1 0,0 3 49,0 5 0,-2 5 77,-3 6 275,-2-1 1,-3 8-457,1 2 0,4 5 242,-5 5-37,7 9 1,-8 3-1,5 7 1,-2 1-1,-1 2 586,1 1 1,-3 0 523,6 1-910,-6-1 1,8 2-1,-5 1 1,2 2 0,3-1 152,1-2 0,2-7-507,0 1 55,6-7 1,2 4 0,8-7 0,3-1 0,4-4-283,4-4 0,6-4-33,0-1 68,7 0 0,-9-11 0,5-4 0,1-4 0,-3-3-618,1 0 1,-4-2 429,-7-4 246,-4-7 1,-5 5 0,-3-1 0,-2 5 0,-7 7-102,-6 4 0,-7 7 340,-9 3-36,-3 4 0,-6 2 0,1 4 0,2 4 0,3 5 122,1 5 1,3-1 624,3 5-572,8 1 0,0-2 1,7-2-1,2-1 1,3 2 353,4 1 0,10-10-279,4 3-352,4-4 0,2-2 1,-1-1-1,0-2 0,1-3-890,-1-1 1,-1-4 209,-4-2 46,-2-4 0,-7-6 0,-1-2 723,-4-3 0,-34-28 0,-15-13 0</inkml:trace>
  <inkml:trace contextRef="#ctx0" brushRef="#br0" timeOffset="95">23492 11717 7861,'-28'-6'0,"6"4"1062,3-3 0,5-3 1243,4-1 1,16 1-1005,13-1-1153,7 6 1,7-8 0,1 4 0,1 1 0,-1 0-900,-2 2 0,-2-2 220,-2 1-1172,1 1 1703,-7 4 0,-21 19 0,-10 4 0</inkml:trace>
  <inkml:trace contextRef="#ctx0" brushRef="#br0" timeOffset="96">25136 11717 7731,'4'-14'-213,"1"0"1,-2-1 0,-1 1 0,-4 2 1170,-3 2 0,-7-1-502,-7 6 1,-8 1 0,0 4 0,-4 0 0,-1 0-1,3 0 1,0 1 0,2 4 226,4 4 1,2 4 0,9 3-1,2 1-542,6 2 0,2 1 3,2-1 0,2-3-42,2 3 1,4 1-1,6-1 1,1-1-116,-1-3-229,-6 0 1,4 0 0,-2 3-819,2 1 641,-4-1 274,-2-3 0,-7-8 1,-4-2-1,-6-3 0,-5-2-408,-3 0 1,-6-2 47,2-3 363,2 4 1,-4-12 0,5 4-1,-1-4 1,1-1 100,2 0 73,3 0 1706,7 0-740,-5-1-927,12 8 114,1 0 0,3 9 0,5 3 1,-1 4-1,1 4 494,3 1 1,2-2-477,1-2-213,0 2 1,5-5 0,2 4 0,1-3 0,3-1-847,2 1 0,1-5 310,0 2 386,1-3 1,-1-4-1,0-3 1,1-4-1,-3-4-193,-2-1 0,1 0-122,-6 0 764,0 0 1,-10 0 0,-1-1-1,-1 1 509,-4 0 1,-3 1-109,-5 4-526,3 3 1,-10 6 0,2 0 0,-2 0-1,-1 1 160,4 4 0,-2 3-561,6 6 163,-6 0 0,9 2 0,-4 1 1,1 2-1,1-1-275,1-3 40,1-1 1,8 1 0,4-3-313,2-2 1,2 1 329,1-7 0,3 1 0,3-5 0,1 0-801,3 0 1023,-4 0 1,5-11 0,-2-3 0,1-3 0,0-2 70,-1 0 1,-5-5-200,5 5 492,-7 0 0,3 5 0,-6 0 0,1 1 0,-3 2 736,-2 2-723,2 6-241,-4-3 0,0 7 0,-3 4 0,-4 4-89,-1 4 0,0 1 19,0 0-289,0-6 0,0 5-50,0-4 284,0-3 72,-6 1 0,-2-7 0,-6 0 0,0 0 0,0 0 61,-1 0 1,-3 0-98,-1 0 148,0 0 0,0 0 1,0 0-1,2 0 1,1 0 60,2 0 1,4 1-237,1 4 7,6-3 1,-4 10 0,7-2 0,2 1-1,3 0-240,4-2 0,9-4-125,0 4 220,8-6 1,-4 4 0,4-7 0,0 0 0,-4 0-209,-2 0 1,4-5 927,-5 0-198,0-6 1,-7 3 0,-1-6 0,-3 0 1807,-2 0-1330,-1 0-176,-5 0 1,-2 6-564,-2 3 1,1 11-110,-7 8 50,7 1 0,-8 11 0,6-2 1,2 3-1,0 3 163,-2 3 0,4-2-132,-4 7-60,-3-7 1,5 9 0,-5-7-1,0-2 1,0-1-139,-3-1 0,3-7-45,-1-3 79,-1-4 1,-4-5-1,0-2 1,2-4-194,2-5 1,-1-1 119,6-7 53,-6-7 1,10-1-1,-4-7 1,3-1 0,4-2-426,3-1 1,4-5 82,10 0 340,-3-7 1,11 4-1,-4-5 1,6 2-1,2 3-148,2 1 0,2 2 313,-2 5-11,-3 6 0,6 6 0,-6 8 0,-2 2 0,-6 2 298,-4 3 0,-9 9 336,0 6-455,-5 0 0,2 13 1,-6-5-1,0 2 1,0-1 415,0 2 0,-5 1 124,0-3-668,1 4 1,-1-11 0,0 3 0,2-4 0,0-1-1287,-2 1 687,4-8-154,-6 0 0,7-9 150,0-3 0,2-2 495,3-8-32,-4 1 1,10-5 0,-4-1 0,0-2-1,4-2 114,2 2 0,1-3 472,0 6-372,1-6 0,-1 14 0,0-3 0,0 3 0,0 1 283,0 1 0,1 6-283,-1-2-99,0 3 1,-5 9 0,1 2 0,1 4 0,0 1-15,-2 0 1,4 5 104,-4 0-209,-2 0 0,4-5 0,-5 0 0,2 0-1150,3 0 734,1 1 317,3-8 0,-1 0 0,0-7 1,0 0-1,-1-2-123,-4-3 1,8-2 241,-2-8 35,2 1 0,-3 0 0,2 0 1,1 0-1,2 0 151,-2-1 1,-1 1 355,-2 0-324,0 6 1,-1 0 0,-2 5 0,-1-2 358,1 2-396,-5 2-117,0 1 1,-6 1 221,0 4-172,0-3 36,0 4 0,-1-6 1,-4 0-370,-5 0 1,-2 0 109,-2 0 153,-1 0 1,0 1-1,-3 3 1,0 2 0,-1 2-88,-2 3 0,5-3 112,-2 1-26,8 1 0,-3 4 0,6 0 0,-1 0-88,3 0 1,3 0-319,2 1 373,0-1 0,7-5 0,2-1 0,5-2 1,4-2-195,1-3 1,1-1 100,-1 0 168,-3-6 0,4 3 0,-7-7 1,-2 1-1,-2-1 920,2 1-579,-4-1 437,-1-4 0,-1 5-169,-1-1-818,1 7 158,-5 3 0,0 3 1,0 7-1,0 1 1,0 1-23,0 3 1,2-1-99,2 0 52,4 0 1,6-1-1,0-4 1,1-3-1,0-1-118,4 0 0,-1 0 203,5-5-74,-5-7 0,8-5 0,-2-9 0,3-1 0,-1-3-115,-2-2 1,-2-3 69,-3-3 73,-3 3 0,4-9 1,-7 4-1,-2-1 1,-3-3 5,-2-2 1,-1 5-52,-5 3 269,0 9 0,0 8 0,-2 8 0,-3 2 0,-2 5-21,-1 4 1,-5 11 21,4 9-65,-4 11 0,-1 2 1,1 6-1,2 1 1,3-1 761,2 1 1,1-2 636,5-4-1279,0 4 0,0-11 1,2 3-1,3-4 0,4-6-331,4-4 1,6-5 2,-1-4-440,8 2 0,-9-10 1,5 1-1,0-4 0,-1-6-1894,-1-1 0,-1-1 1437,-5-5-349,0 0 1,-4-1 1346,-1 1 0,-31-25 0,-3-7 0</inkml:trace>
  <inkml:trace contextRef="#ctx0" brushRef="#br0" timeOffset="97">27828 11901 7735,'-14'-14'539,"-1"0"0,1 1 0,0 2 0,-2 3 111,-3 2 0,7 1 1,-6 5-1,3 2 0,2 4 1,2 7-65,0 4 1,-1 3 0,-3-2-1,3 2-369,2 2 1,-1-3-1,7 3 1,0 0-224,3 0 1,1-4-1,0 1 0,6-8 1,4-4-1,4 1-147,5 0 1,3-5-1009,6 2 834,0-10 0,1-3 0,-3-6 0,0 0 1,-4 0-81,-2 0 0,-1 0 255,-5-1 209,-6 1 0,3-5 0,-6 0 0,-2 2 1,-3 1 219,-5 2 1,-4 2-38,-10 2-131,3 4 1,-9 6 0,5 0 0,-1 0-1,-1 1 16,0 4 1,5 2-438,-2 2 159,3 4 0,7-7 1,1 5-1,1-2-394,4 2 1,8-4 203,4-3 274,10 4 1,-1-6 0,5 3 0,4-4 0,3-2 563,3-4 0,0 3-116,-5-2-41,1 2 1,-6 2 0,-1 0 0,-1 0 0,-4 0 909,-1 0 1,-8 6-448,-4 4-569,-2 2 1,-2-1-1,0 2 1,0 3-1,-2-1 375,-2 1-1250,-4-2 130,-6 0 0,4-1-1367,1-4 668,6-2 905,-4-7 0,7-2 1,0-3-1,2-4 1,3-5-259,4-5 0,4 3 464,1-3 175,0 4 1,5-4-1,0 1 1,-2 4-1,-1 5 890,-2 2 1,0-2-319,0 4-304,-6 1 1,3 5 0,-4 4 0,-1 4 0,0 6 538,-3 3 0,-1-2-618,-2 3 1,0-2-332,0 2 0,0-3 1,0 3-1,0-3-291,0-2 0,0-5-2238,0 1 1677,6-7 0,2 8 1,8-6-875,3-2 1,-4-8-349,4-4 1708,3-4 0,0-1 434,7 0 0,0-23 0,2-10 0,2-3 0,1-1 0</inkml:trace>
  <inkml:trace contextRef="#ctx0" brushRef="#br0" timeOffset="98">28735 11731 7825,'6'-8'4,"-3"-4"2223,6 2 675,-5 4-1446,2-7 1,-6 13 583,0 0-1573,0 13 0,-5 4 0,-1 7 0,-2 1 1,-1 2 585,1 1 0,-5 0-609,4 1-427,2-1 0,-1 0 0,5 1 0,-1-2 1,-1-4-683,-1-4 0,4-3 331,-3-2-1636,4 0 1,1 0-2975,0 0 4163,0-6 182,6-8 0,-3-8 1,5-6-1,-2-1 0,-3-3-259,-1-1 0,3-6 968,-1 2-19,1 2 1,-5-4 0,0 6-1,0 2 1,0 1 1003,0 2 1,0 0 799,0-1-1094,0 8 0,2 0 10,2 7 0,4 0-403,7 0-472,-1 0 1,0 0 0,2 0 0,1 2 0,2 1-475,-2 2 1,-1-1 135,-2-4 209,0 0 1,0 0 0,1 0 0,-3-1 0,-1-2 309,-1-2 0,-6-1 429,6 1-70,-7 3 0,3-5 487,-6 2 1,0 5-16,0 0-688,0 6 0,-1 8 1,-3 2-1,0 1 1,1 4 386,1 1 1,-3-5-318,1 2-246,-1 3 1,0-5 0,0 5 0,2-1-1225,2-4 699,1-1 24,0-2 0,1-6 1,4-5-336,4-6 0,1-5 232,4-6 478,-3 0 0,10 0 0,-7-1 0,0 1 0,0 2-98,0 2 830,0-2-470,1 10 0,-6-9 0,0 6 0,2 2 231,2 2 1,0 7 269,-4 3-518,4-2 1,-5 5-1,7-2 1,3 1 0,2 0 35,2-2 1,-3-4-606,5 4 339,-1-6 0,6 4 0,-1-9 1,-1-1-1,-2-3-112,-1-2 1,-9-6-50,-1-5 167,1 0 0,-14 0 1,4-1-1,-4-1 1,-2-1 116,-4 0 1,-3 6-1,-6 2-108,-6 6 0,2 8 0,-4 0 0,0 2 1,2 3-140,-1 4 1,4 10 338,8 4-130,-4 4 1,11-3 0,-2-1 0,2 3 0,2-1 32,0-2 1,2 3-597,2-7 180,4 6 0,8-11 0,1 2 0,4-7 0,1-3-676,3-2 0,0 2 360,-1-1-10,3-1 1,-7-10 0,5-2 0,-1-1-1,1-1 651,2-1 0,2-19 0,2-9 0,2-4 0,1 1 0</inkml:trace>
  <inkml:trace contextRef="#ctx0" brushRef="#br0" timeOffset="99">30024 11887 7851,'-6'-14'4648,"-2"0"-2605,0 6-995,2 1-446,6 7 1,0 8-1,0 5 1,-2 6 491,-3 3 1,4-3-776,-4 4 1,3-4 0,2 5-1,0-1-213,0-1 0,2-1-706,3-7 288,-4 0 1,10 2 0,-4 0 0,0-1 0,4-3-579,2-5 1,1-2 554,0-5 0,1 0 1,0 0-1,3-1-270,1-4 0,-1-3 598,-3-6 1,-1-5 38,0 0 1,0-5 0,0 5 0,0 2 617,1 1 1,-8 2-154,-2 0 501,-3 6-855,4-4 0,-9 16-217,3 1 254,-10 6 1,7 8-1,-5 1 1,2 1-1,1 1 102,-1 0 0,5 0-920,-4 2 482,3-4 0,4-1 0,3-2 0,4-3 0,4-2-377,1-1 0,1-5-107,4-1 561,-3-4 0,9-2 0,-6-4 0,0-6 1,0-5 112,0-3 0,0-4-139,-5 4 124,0-7 1,-1 4-1,-2-4 1,-3 0 0,-2 4 173,-3 2 1,-1 1-176,-2 5 82,0 0 0,-7 6 0,-2 3 0,-4 4-409,-1 1-20,0 0 235,0 6 0,4 2 0,2 6 1,2 0-21,3 0 1,1 0-105,2 1 129,0-1 0,7-5 0,4 1 1,4-1-1,4-1-92,-1-3 1,4-4 160,1-1 79,-2 0 1,1 0 0,-5 0-1,4 0 1,-1-1 456,1-4 0,-3-1-116,-3-4-182,-7-2 1,3 8-1,-7-5 865,-1-2-590,-1 5-219,-2-1-902,0 7 446,-6 0 146,4 7 0,-6-4 0,5 6 0,-2 2-14,2 2 0,2-4 11,1 1-38,0-7 0,0 10 0,0-4-94,0 4 121,0 1 107,6 0 0,-3-5 306,7 1-126,-1-1-124,5-1 0,-4 3 0,-1-6 324,2-2-270,-5-1-153,7 4-23,-11-5-62,10 6 31,-10-7 1,6 0 175,-4 0 90,-2 0-162,4 0 1,-1-2 0,1-1-123,2-2 0,-3-4 12,4 4-35,-6-6 0,8 3 1,-4-4-1,-1 1 1,2 1-261,0-1 0,0-1 43,1-3 81,4 1 0,-12 0 1,6 0-1,-3 0 1,1 0-172,-2-1 1,0 3 572,2 2-159,-3-2 0,4 9 1,-8-7-33,-2-1 0,0 5-139,-5 1 116,6 4 1,-10 1 0,4 0-238,-4 0-167,5 6 297,-4-5 0,10 7 0,-3-3 1,5 3 118,5 0 1,-2 3 6,7-6 48,-1 6 0,5-8 0,2 5 0,1-2 0,2-1 305,-1 1-272,-3-5 430,0 6 0,-1-3-135,0 1 1,-5 0-56,1-5-213,-7 6 1,3-3-1,-6 7 269,0 1-392,0 1 10,0 3 1,0-6 0,0 0-1,0 3-216,0 0 0,0-2-63,0-1 229,0-6 0,7 8 1,2-5-1,4 1-35,1-1 1,1-1 8,4-5 100,-3 0 1,6 0 0,-5-2 0,4-3 0,1-4 26,3-4 1,0-1-114,-1 0 49,3-6 0,-7 4 1,4-5-1,-5 3 1,-4-3-146,0-1 1,-3 5 338,-2-2-154,-4 9 1,-8-1-45,-2 7 0,-9-1-79,-6 5 135,0 6 1,5 2 0,0 5 0,1-2 0,2-2 211,2 2 0,6 2 74,-2 1-253,-3 0 0,7 0 0,-3-1 0,8-2 0,5-2 99,4 2 1,1-4 29,0-3-573,6 4 1,1-6-1,2 3 1,-4-4-1,-3-1-1381,-2 0 1,0 0 1767,1 0 0,-20-69 0,0 26 0,0-1 0</inkml:trace>
  <inkml:trace contextRef="#ctx0" brushRef="#br0" timeOffset="100">30874 11830 7851,'-14'-6'2175,"0"-2"1,1-6 1067,4 0-2616,2 6 0,9-3-1684,3 6 1,-2 0 279,6 5 777,-6 7 0,16 13 0,-3 10 0</inkml:trace>
  <inkml:trace contextRef="#ctx0" brushRef="#br0" timeOffset="101">2366 13644 8156,'-8'-14'473,"2"1"0,1 2 396,1 1 1,-3 3 0,4-4 0,-2 1 0,2-1-260,2-1 1,1 2 0,1 1-347,4-2 0,3 3 1,6 0-1,0 2 195,0 2 1,1 3-113,-1 1 0,0 0 0,2 0 0,1 0 173,2 0 1,0 0-405,-5 0-12,-6 6 0,4-3 1,-2 7-1,1 1 57,-2 1 0,-2-2-337,-7-1 106,0 1 0,-2-1 1,-3 1-1,-6 1 1,-5 1-133,-2 2 1,-3-1-40,2-4 148,4 4 0,-6-7 0,7 5 0,0-3 1,0-2-230,-1-2 1,7-1 95,4 2-71,-4-4 0,8 5 1,0-6-1,8 0 375,4 0 0,7 0 665,0 0-598,6 0 0,-7 0 0,4 0 0,-2 0 0,-3 0 360,-1 0 0,-3 2-158,-4 3-110,4-4 1,-12 12 0,4-4 0,-3 4 488,-2 1 0,-7-1-331,-2-4-360,-4 4 1,-1-7 0,0 5 0,0-3 0,0 0-463,0 0 1,-5-5 121,0 1-53,0 4 0,5-6 0,0 3 1,-1-4-1,1-1-1710,0 0 1,5 0-953,-1 0 1914,7 0 1,-3-6 1105,6-4 0,19-27 0,4-9 0</inkml:trace>
  <inkml:trace contextRef="#ctx0" brushRef="#br0" timeOffset="102">2621 13346 8137,'0'-14'600,"-4"0"44,-1 0 0,-6 1 0,1 2 0,-2 3 85,-2 2 0,-1-4 1,1 6-1,0 1 310,0 1 0,-2 2-431,-3 0 0,2 0-260,-7 0 1,2 6-1,-3 2 1,3 2 206,2-1 0,-6 5-355,3 5 0,-2 5 0,-1-4 1,3 1 125,-2-1 0,3 5-169,-2-1 0,2 3-61,-2 1 1,5 0-1,8 1 1,2-1-38,-2 0 0,3 1 25,-1-1-109,5 0 1,-2 1 0,6-3 0,2 0 0,1-3-233,2 2 1,4-3-35,-4 2 213,6-7 1,-3 9 0,6-7 0,0-1-1,0 1-226,0 0 0,0 0 77,1-5 133,5 0 1,-4 1-1,3-3 1,-2-1-1,0-3-126,2-2 1,5 4 265,-5-5-69,6-1 0,-3-4 0,6 0 0,1 0 0,-3-1 71,-2-4 1,3-1 195,-4-4-118,4-2 0,6 4 0,-1-8 0,-4-1 0,-3-2 344,0 1 1,-2-4-124,0-1-146,1 2 1,-2-5 0,-3 2-1,-4-3 1,0-3 453,-1-3 1,-2 2-334,-2-7-312,-4 7 1,-6-9 0,-1 6 0,-3-1 0,-2 0-82,-2 4 1,-1 6 80,-5 1-71,-7 7 1,4-9-1,-5 8 1,0 2-1,1 3-324,1 4 1,-4 4-404,5-4 505,-6 5 0,9-2 0,-4 6 0,1 0 0,0 0-1199,2 0 1,1 2-782,2 2 1622,6 4 1,2 7 0,6-1-1,0 0 1,0 2-3578,0 2 4218,6-2 0,46 36 0,-17-25 0,-1 0 0</inkml:trace>
  <inkml:trace contextRef="#ctx0" brushRef="#br0" timeOffset="103">3174 14012 7990,'14'6'0,"-5"-4"2925,1 3 0,-7-5 483,2-5 1,-4 2-2597,-1-7 1,-4 6-685,-1-6 1,-1 5 0,1-4-3932,-5-2 2355,4 5 1448,0-1 0,18 14 0,4 1 0</inkml:trace>
  <inkml:trace contextRef="#ctx0" brushRef="#br0" timeOffset="104">8345 5979 7959,'-12'-6'239,"1"-2"0,1-2 0,-1 1 1,-1 0 1464,-2 1 0,6-5-1352,3 4 1,5-2 0,3 0 0,5 1-563,5-1 189,-2 5 1,14-7-1,-5 4 1,2-4 0,4-1-161,0 0 1,-2 1-130,0 4 0,-1-5 177,5-1 1,1 6 0,-2-5 0,-2 1 14,-2 1 1,-4-2 214,5-1 1,-2 6 0,2 1 265,-6 2 0,-7 1 178,-1 5 176,-7 0-29,3 0-596,-6 0-23,-6 0 1,3 0-234,-7 0-25,7 0-225,-3 0 1,4 0-297,-2 0 594,2 0 332,-4 0 208,6 0 1,0 2-41,0 2-173,0-2 0,-2 4 0,-1-4 62,-2 2 1,1 0-625,4 5-12,0-6 1,0 10 0,0-4-2991,0 4 988,0 1 1562,0 0 1,0-4 802,0-1 0,12-6 0,4 4 0</inkml:trace>
  <inkml:trace contextRef="#ctx0" brushRef="#br0" timeOffset="105">9096 5327 7988,'0'-14'0,"0"0"538,0 0 0,0 0 2952,0 0-2197,-6 6 0,5 3-526,-4 10 0,-1 4-317,1 10 0,0 1 0,5 6 0,0-3 160,0 2 1,0 1-127,0-3-471,0 4 1,0-7 0,0 4-1,0-5 1,0-3 349,0-2-1152,0 6 48,0-4 0,0 0-1820,0-7 1720,0-6 479,0 4 1,0-18 0,0-3 0,-1-4-35,-4-2 0,3-2 330,-3-7-20,4 1 1,1 0 0,1 1-1,4 2 1,5 3 350,2 1 1,2 2 32,1 5 16,-1 6 0,5 2 0,0 6 1,-1 0-1,1 0 737,0 0 1,0 6-421,-5 4-436,0 2 1,-1 3-1,-4-1 1,-4 0-1,-3 0 208,-2 0 1,0 0-327,0 1-141,0-1 0,-2 0 0,-3 2 0,-4-1 0,-5 1-1083,-5-3 1,3-2 350,-3 3 157,4 0 1,-4-1 0,0-2 0,2-2 0,1 1-991,2-3 1,-1 4 838,1-6-353,6 0 1143,2-5 0,31-19 0,7-5 0</inkml:trace>
  <inkml:trace contextRef="#ctx0" brushRef="#br0" timeOffset="106">9394 5412 7988,'9'-12'910,"1"2"1362,-7-2 147,3 4 143,-6 0-1793,0 2-559,0 6 0,0 1 0,0 4 0,-1 4 518,-4 4 0,2 3-9,-7 3-590,7-4 1,-3 11 0,4-6 0,-1 0-1,-1 1-153,0-4 1,1 4-790,-2-2 564,4 0 0,-5-5 1,6 0-264,0 0 0,-2-6-1064,-3-3 623,4 2 0,-6-7 0,7 0 0,2-9-3961,3-8 4914,3-5 0,4-28 0,2-11 0,1-4 0,0 0 0</inkml:trace>
  <inkml:trace contextRef="#ctx0" brushRef="#br0" timeOffset="107">9451 5299 7988,'14'0'-223,"20"10"0,9 5 0,3 1 0,1 0 0</inkml:trace>
  <inkml:trace contextRef="#ctx0" brushRef="#br0" timeOffset="108">9791 5412 7988,'8'-6'2583,"-2"-2"1,-1-6-1621,-1 0 0,1 4-169,-5 1 1,-5 4-1,-1-4 334,-2-2 1,-1 4-1044,-5 3 0,-1 2 0,1 2 0,0 0-465,0 0 1,0 6-876,0 4 948,-1 3 0,1 2 0,0 3 0,1 0 1,2 1-812,2 2 1,6-5-200,-2 2 802,-3-2 1,7-2-1,-3-1 94,8-4 1,0-2 196,11-7 228,-4 0 0,9-2 0,-6-3 0,0-4 0,-1-4 109,-4-1 1,4 5-34,-4-1 414,-2 1 0,1-1 1,-4 3 423,6 0-521,-4-4-73,0 10 0,-6-4 0,0 10 0,0 4 611,0 4 0,0 6-182,0-1-602,0 8 0,0-9 1,0 5-1,0 0 1,0 0-88,0 3 1,0-4-112,0-2-64,-6-4 0,3 4 0,-5 0-446,2-2 377,-5-7 203,3-4 1,-2-6 0,3-1-113,0-4 0,-2-3-578,4-6 474,0-7 0,5 4 0,0-5 1,2 0-1,3 2-430,4-1 0,-1 1 80,1 1 421,1 3 1,9-4 0,0 5-1,-2 1 1,-1 0-85,-2 0 303,0 0 25,0 6 1,0-3 0,1 6 754,-1 2-615,-6 8-51,-2 3 0,-5 6 0,3 0 0,0 0 343,-1 0-390,-1 0-221,-2 1 0,0-6 1,2-1-754,2-2 574,-2 5 235,11-9 1,-10 4 0,5-8 0,-1-1 27,1-1 0,0-7-41,2 1-2,2-2 0,-9-3 0,7 1 0,-1 0 0,-1 0-13,-3 0 0,1 0-106,-1-1 150,0 1 1,-4 2 0,2 1 89,2 1 0,0 5-29,-5-4-122,0 6-273,0-3 300,0 6-132,0 0 56,0 6 1,1 0 305,4 4-155,-3-4 1,5-5 390,-2 4 0,-2-3 126,7 2-409,-7-2 1,5-2 0,-5-2 0,3-2-21,2-6 1,-3 1 26,4-5-189,-6 3 1,5-11 0,-5 3-1,2-5 1,-2-3-351,-1-1 0,-2 0 66,0-1 174,0 7 1,0 2-1,0 6 1,0-1-126,0 1-249,0 6 473,0 2 0,-5 14 0,0 5 0,1 6 0,-1 4 507,0 7 1,-1-2 517,1 5-692,4 4 1,-6-7-1,6 3 1,-2-3-1,-2-2 362,2 0 0,1-1-294,2-3-380,0 2 1,2-12 0,1 2-1,3-6 1,1-2-426,-1-1 1,5-3 67,-2 0 216,4-2 1,1-4 0,0-2-1,0-6 1,1-2-322,-1-3 1,5-4 282,0 1 0,-1-8-32,-3 3 1,-1 1 0,-2 0 0,-1 1-209,-1 4 0,-5 1-54,4 2 143,-6 6 1,5-3 225,-3 6 425,-4 1-66,6 4 545,-7 0-398,0 6-311,-7-4 0,6 5-150,-4-2 0,-1-2 276,1 7-208,0-7 1,1 9 0,-3-4 0,1 2-76,0-1 0,-1-4-106,3 4-33,2-5 0,-4 3-241,6-2 1,0-2 586,0 7 77,0-7-147,0 3-176,0-6 77,6 0 0,-3 0 358,7 0-215,-7 0 48,3 0 1,-4 0 572,2 0-551,-2 0 366,4 0 0,1 0-204,2 0 1,2-6-570,-2-4 150,4-2 0,-7 2 1,5 1-1,-3-2 1,0-2-359,0-1 1,-3 2 23,4 2 146,-6-2 0,5 10 0,-5-4-791,2-1 760,6 0 255,-9-1 0,10 1 1,-2 7 225,2 0 0,-2 0 174,-1 0-268,1 0 0,4 0 1,0 0-1,0 0 76,0 0 0,0 5-113,1 0 1,-1 6 0,0-2-389,0 4 0,0 1-363,1 0 1,-6-4-614,0-1 1,1 1 1312,4 4 0,0-13 0,0-2 0</inkml:trace>
  <inkml:trace contextRef="#ctx0" brushRef="#br0" timeOffset="109">11264 7325 7894,'-8'-6'544,"1"4"1,3-4 0,-2 1 2386,-2 0-2404,5 1 0,-3 5 258,6 4 1,0 4-529,0 10 0,-5-3 0,0 4 0,2-1-190,2 0 1,-1 5 0,-1-5-1,-2-2-131,2-1 0,1-2-881,2 0 775,0 0 1,2 0 0,3-1 0,6-2 0,4-3-302,4-2 1,7-1 196,-3-5 306,4 0 1,0 0 0,-2 0 0,-3 0 0,-2 0 388,-2 0 1,-4-2 204,-5-2-59,4 2 1,-12-6 222,4 4-509,-3 2-384,-2-11 0,-2 10 0,-3-6 0,-2-2-948,-1-2 0,-3 4 563,6-1-181,0 7 0,1-9 1,-3 4-952,-1 0 1616,5 1-9,-3 7 1,8 0 0,1 2 0,3 1 475,2 2 1,-5 6 838,2-2-960,3 4 1,-5-4-1,5 1 1,-2 1-1,-3 1 21,-1 3 1,-2-1-233,0 0-583,0 0 0,-2 0 0,-1 0 1,-3 1-1,-1-1-4653,1 0 5105,-5 0 0,16 7 0,-4 1 0</inkml:trace>
  <inkml:trace contextRef="#ctx0" brushRef="#br0" timeOffset="110">11845 7693 13223,'0'-8'2594,"0"2"0,-1 8-2375,-4 2 0,2 0 0,-5 5 0,0 2-170,0 2 1,3-4-173,-4 1 1,4-3 0,-3 4-714,2-1 410,-5-1-38,9-1 0,-5-2-370,2-6 0,3-11 313,-2-3 1,2-11 325,2-3 0,2-2 1,2-8-1,6 0-47,2 2 1,-2 1 498,-1 7-218,1 6 1,2 2 0,-1 7 0,-1 2 0,1 3 326,1 2 1,1 9-41,-4 11 121,4 0 0,-5 15 0,4-3 0,-2 6 0,-4 1 872,0 2 0,-4-5-543,3 3-911,-4-4 1,-1-2-1,0-3 1,0-4-1,0-1-1489,0 0 1,0-5-591,0-4 1089,0-7 1,-1 8-1,-4-6-2628,-4-2 3753,2-2 0,-43-51 0,22 18 0,1 1 0</inkml:trace>
  <inkml:trace contextRef="#ctx0" brushRef="#br0" timeOffset="111">11746 7693 7978,'-8'0'2424,"2"-6"-1036,6 4-474,0-10-409,0 10 0,1-4 0,4 6-75,5 0 1,2 0-947,2 0 423,7-6 0,-4 4 0,7-3 0,1 4 1,2-1-844,1-2 0,-1 2 74,-4-3 308,-2 4 0,-2 1 1,0 0-58,-2 0 679,-1 0 363,-8 0 1,-1 6 0,-3 3 0,0 4 0,-1 1 372,-1 0 1,-2 0 740,0 1-1157,0 5 1,0-4-1,0 3 1,-2-4-1,-1 0 1264,-1-1-1789,-1 0-12,5 0 1,0-4 0,-2-3-304,-2 0 286,2-2-47,-4-5 1,6-7-1,0-2 1,0-4-1,0-3-559,0-2 1,4-3 250,1-3 366,6 4 1,-5 1 0,6 0 0,-3 2 111,2 1 0,2 7 421,1-1-290,0 7 0,0-2 0,0 10 0,0 5 221,1 2 1,-6 2 88,0 0-338,1 1 1,-1 4 0,-1-1 0,0 0-755,0-3 0,-3-2-962,4-3 1071,-6-4 0,10-6 0,-4 0 0,4 0-311,1 0 0,0-6 559,0-4 268,1-3 1,-6-2 0,-1-3-1,-2 0 1,-3 0 399,-1 2 1,-2 2-223,0 0 488,0 0 0,-2 5 0,-2 1 1,-6 1-1,-2 4 500,-3 2 0,1 7-445,0 3-434,0 4 0,0 1 0,0 0 0,-1 2 0,1 1 479,0 2 0,6 0-1128,3-5 204,-2 0 0,5 1 1,0-1-1,9-2-678,7-2 1,5-4 477,0-6 274,3 0 1,1 0 0,-1-1-1,-1-4 1,-2-5 282,1-2-23,-4-2 804,4-1 0,-10 1 911,-1 0-2374,-6 6 367,4 2 1,-7 8-121,0 2-7,0 4 93,0 0 0,6 3 0,4-6 1,2-2-390,2-2 0,0-1 341,1 0 265,-1 0 0,0-6 0,0-3 0,0-5 0,-1-4 54,-4-1 0,2-6-193,-6 2 73,0-10 0,-5-4 1,0-4-1,0 2 1,-2 3 134,-2 1 0,0 2-35,-5 5 213,6 12 1,-10-1 0,5 15-281,0 8 0,-3 5 975,7 18-683,-1-4 1,0 16 0,1-3-1,0 1 1,3 0 490,1-1 0,-2-6 281,-2 1-825,2-3 1,-4-4 0,6 0 0,0-4 0,1-2-652,4-3 0,1-6 181,4-1 1,2-7 0,-2 3 1,7-6-1,2-1 0,-2-4-589,-1-4 0,-2-4 273,0-1 354,7 0 1,-10-1 0,3 1 0,-1 0 101,-1 0 489,2 0 177,-6 6-62,5 2 0,-10 7 222,6 4-429,-5 3 0,2 1 0,-5 1 0,4 1 232,5 1 0,2-4-639,2-3 1,1 3 1,-1-7 0,0 4-1,0-3 1,0-2-229,0 0 1,-4-2 145,-1-3 181,1 4 0,-1-12 0,-1 4 0,-2-4 245,-3-1 44,-1 0-242,-2 0 0,-2 4 0,-2 2 0,-6 2 0,-2 3-136,-2 1 1,-1 2-232,1 0 216,0 0 1,0 0 0,0 2 0,0 1-633,-1 2 101,1 6 393,6-3 1,4 0-1,10-2-7,8 0 0,2-4 15,7 2 236,1-2 1,4-7 0,1 1 0,-1-1 0,0 0 186,1 0 1,-1-4-7,0 4-14,-6 0 0,-1 5 0,-7 0 0,0 0 0,0 0 1035,1 0-336,-8 0-447,6 0 1,-11 7-1,2 2 252,-2 4 1,-2-4-821,0 1 132,0-7 0,0 5-343,0-4 24,0-2 405,-6 4 0,4-7 0,-4-2-128,-1-2 15,6-6 101,-12 9 0,10-9 1,-6 7 47,-2 0 1,3-2-32,-2 1-136,7 1 1,-9 4-1,2 0 1,-1 1-1,0 2-19,2 2 1,1 1 290,-2-1-195,-2 3 1,9 1 0,-5 1 0,1 1-70,4 1 0,2-2-215,1-1 115,0-5 0,1 8-317,4-2 352,3-4 13,6 0 0,-5-6 0,1 0 31,1 0 0,-3 0-18,1 0 178,-6 0 0,5 0 502,-3 0 257,-3 0 297,4 0 454,-6 0-2888,0 0 860,6-6 217,-4 4 244,10-4 1,-8 6-1,3-2 1,1-1-18,0-1 198,-5-1 1,8-1-1,-4-2 134,0 0 0,-2-3 20,5 6-175,-7 0 0,5 4-578,-4-4 537,-2 3 0,4-4 1,-6 12-1,0 5 1,0 5 0,0 6 447,0 5 1,0-2-146,0 8-207,0 3 1,0 1 0,0 7 0,-1 1-1,-2 3 31,-2-3 1,-5-2-169,6-5-253,-1 2 1,-1-6 0,-2 0-1,-2-7 1,1-7-326,-2-7 616,-2 1-23,-1-12 1,0 2 0,0-8 0,0-7 0,-1-5 524,1-3 0,2-8-247,2-1-323,4 0 1,6-13 0,1 1 0,4-2 0,5-2-620,2 3 1,-2 8 112,-1 0 216,1 3 1,7 3-1,-1 3 1,-4 6 0,1 3-1671,-1 6 0,3 1 497,-1 3 456,0 4 0,0-5 964,0 6 0,0 12 0,1 4 0</inkml:trace>
  <inkml:trace contextRef="#ctx0" brushRef="#br0" timeOffset="112">4123 13360 8365,'-14'-8'-168,"0"4"0,0 1 1,-1-1-1,1 0 0,0 1 1,0 1 1721,0 2 1,4 0-1,1-2 627,-2-2 1,5 1-1550,1-7 0,14 7 0,7-3 0,6 1 38,8 0 1,0-1-467,8 1 0,-1 4 1,6-6-1,1 3-19,3-1 1,-3-1-59,4 1-159,-11 3 1,3-4 0,-7 6 0,-2 0 0,-2 0-2236,-6 0-1,-2 0 1174,-13 0 0,-2 6 1,-9 2-1,-5 2-1215,-6-1 0,-10 1 1014,0 4 735,-9-6 560,3-2 0,-23 0 0,1 2 0</inkml:trace>
  <inkml:trace contextRef="#ctx0" brushRef="#br0" timeOffset="113">4350 13332 8365,'8'-2'71,"-4"-2"2665,4 2-1339,-6-4 1008,4 0-34,-6 4-2013,0-4 1,0 7 0,0 6 0,0 5 386,0 5 1,-5 9-241,1-3-296,-1 4 0,5 1 1,0 2-1,0 3 0,0 5 288,0 3 1,0-3-326,0 0 1,0-5-193,0 4 0,0-5 0,0-1 0,0-5-268,0-8-1179,0-2-797,0-8-1284,0-2 2112,0-18 0,0 2 1436,0-9 0,13-40 0,2-11 0</inkml:trace>
  <inkml:trace contextRef="#ctx0" brushRef="#br0" timeOffset="114">4619 13615 8514,'0'-14'0,"0"5"2581,0-1 1,0 6 762,0-6-2303,0 7-597,0-3 0,5 12 1,-1 3-1,0 4 1,-3 1 358,-1 0 1,5 1-387,0-1-431,-1 0 1,-4 5 0,2 0 0,1-2-285,2-1 41,0-8-146,-5 4 261,0-4 1,0-2-1,0-7 1,0-12-99,0-9 0,0-5 102,0-1 0,4-2 1,3-1-1,-1-2 226,0 1-110,5 2 0,-1 7 1,7 1-382,2 1 0,1 2-12,-1 5 0,-1 6 1,4 3-1,-2 4-744,-3 1 0,-1 6 374,-2 4 0,-4 4 0,-2 3 0,-2 2-2711,-3-2 3496,5-1 0,0 17 0,6 5 0</inkml:trace>
  <inkml:trace contextRef="#ctx0" brushRef="#br0" timeOffset="115">5186 13516 8514,'0'-14'945,"0"0"0,0 0 157,0 0 1,0 4 162,0 1 1,-2 4 0,-2-3 207,-6 2 1,-3 1-625,-1 5-709,0 0 1,0 6 0,0 4-1,-2 4 1,-1 3 135,-2 2 1,5 5-231,4-5 0,1 6-18,-5-2 1,1-1-1,4 1 1,4-3-387,3-3 0,-2 4-808,-1-2 947,0 0 0,5-10 1,2-1-1,2-2 0,6-3-780,2-1 1,7-4 268,0-2 353,0-4 1,0-6 0,1-1 0,1 1 0,-1 0-234,-2 0 1,-7-5 122,-2 0 464,1-6 1,2 8 0,-2-5 0,-4 1 224,0 4 609,-4 1 102,4 8-327,-6 2 0,0 12 0,0 5 0,0 5 1198,0 3-1437,0 0 1,0-4-1,0 3 1,2 1 0,1-2 830,2-1-1257,6-2 0,-8-2 0,6-1 0,2-3 1,2-1-390,1-4 1,0-2-1226,0-1 1264,0 0 0,1-1 0,-1-4 0,0-4 0,0-6-539,0-3 0,-4 0 822,-1-5 0,-1 5 78,2-1 1,1 4 0,-7 1 0,-1-1 1842,-1 1-1052,4 6-217,-4 2 1,4 8-1,-6 2 1,0 6 892,0 2 1,0 4-929,0 3 1,0-3-334,0 3 0,0-4 1,0 0-1,0-1-86,0 0-1959,0 0 1297,0 0 0,2-6 0,1-2 0,3-1-1025,2 0 1,0-7 1087,1-7 0,4-4 455,-4-1 0,-1-5 0,2-1 1,1-1 233,1 1 1,-2-4 813,-1 5-582,1 0 1,4 10 0,0-1 0,0 1 2441,0 1-1427,1 2-836,-1 12 1,-2 2-1,-1 8 1,-3 1 206,-2 2 1,-1 0-707,-5-5 1,5 2-365,0 3 0,1-4 1,-3 4 10,2-3 1,0-7-1298,-5 1 0,1-7 863,4 2 0,-2-4 0,6-2 0,2-4-321,2-4 0,3-6 810,3-3 1,-2-4 183,7-7 1,-5 2-1,3 2 1,0 3 166,0 2 1,-3 1-187,4 5 495,-6 6 0,4-3 0,-7 6 0,0 2 0,0 1 1255,1 2 0,-1 7-541,0 2-609,-6 4 1,3 2 0,-6 3 0,-2 1 0,0-2-19,2-1 1,-4-2-414,4 0-162,-4 0 0,-2 0 1,-4 1-1,-4-3-667,-4-2 0,-1 1-1485,0-7 1502,-7 1 1,4-3 0,-7 1-1,-1 1 1,-2 0-717,-1-3 0,4-6 693,1 1 614,6-1 1,-4 0 0,8-1-1,2 0 186,2-1-94,6 3 486,-3-3 1,7 6 0,4-4 817,4 4 0,4 1-947,1 0 0,-4 1-375,-1 4 0,0-4 0,6 4 0,0-3-478,4-2 1,-3 0-217,3 0 504,3 0 1,-5-5 0,5-1 0,0-2 0,0-2-812,4 2 1,-4-4 345,1 2 673,-6-2 1,6-2-1,-6 0 1,2-1 0,-2 1 710,-1 0 0,-7 5-395,1-1 1,-7 5 1720,2-4-745,-4 6 0,-1-2 234,0 10 1,0 3-884,0 6 0,0 0 0,-1 2 0,-3 1 345,0 2 0,-1 0-946,5-5 16,0 6 0,0-4 0,0 3 0,0-3 0,0-2-472,0 0 1,0-4-238,0-1 0,2-6-261,2 2 1,-1-3 43,7-2 1,-5-11 175,4-4 544,-6-8 0,10 1 0,-5-7 0,1 3 0,1 0-51,1 3 1,1 4 350,2-5 1,-4 12 327,-1-2 1,1 4-1,4 1 1,0 4 412,0 3 0,-4 2 213,-1 0 1,1 7-525,4 2 0,-5 8 0,-1 4 1,0-1 470,0 1 1,-4-1-1048,6-1 0,-7-3-278,2 3 1,1-8 0,-1-2-2066,-2 2-86,-1-4 1888,-2 5 1,1-12-1,2 0 1,4-8-513,0-4 0,-2-7 598,5 0 1,-1-5 390,5 5 0,-1 1 0,-2 3 1,-2 1 180,2 0 1,-3 1-95,2 4 1168,-7 3 1,8 3 269,-7 3 0,1 3 428,-5 11-1500,0 0 1,0 0 0,0 0 0,0 1 0,0-1 114,0 0 0,0-5-513,0 1 0,2-2-382,3 1 0,-2 2 1,6-6-1,4 0-719,4 1 1,0-5-1070,7 4 1786,-7-3 1,10-7-1,-3-1 1,1-2-1,0-3-110,-1-2 1,-7-1 281,2 0 220,-3 0 1,-2 1 0,-2 2 1572,-2 2-518,-4-1 194,-6 2 1,-1 2-326,-4 6 0,-1 2-163,-4 2-508,4 4 0,6 2 0,-2-1 0,-1 2-180,-2 2 1,2-1-399,8-2 0,-2 1-74,6-7 0,1 6 0,6-5 0,1-2-840,2-2 1,6-1 407,-1 0 682,2-6 0,-2-2 1,0-6-1,-1 0 0,1 0-97,0 0 0,-7-1 319,2 1 1,-4 2 456,0 2 0,-1-1 1109,0 6-537,-6 1 0,3 10-557,-6 3 0,-1 4 1,-4 1-1,0 0 404,0 1 0,0-1-585,0 0-364,0 0 1,-1-1-1,-2-2 1,-4-2-1,-1 1-719,-3-3 1,-1 4-446,-2-6 1,-1 0 164,1-5 0,-5 0 0,1 0 0,-1 0 27,-2 0 0,7-6 650,0-4 0,0 2 382,4-1 1,2 1 0,0-3-96,2 1-179,1 7 0,7-3 669,3 6 1,3 0 0,6 0 3313,0 0-3008,0 0 0,0 2-617,0 2 1,1-2 0,0 3 0,3-4-191,1-1 0,1 0-77,-1 0-145,3 0 0,6-1 0,1-4 0,-1-5 0,0-2-568,1-2 0,-1-5 482,0 0 0,1 5 338,-1 4 1,-6 2 0,-1-3-1,-3 4 507,1 0 1,-5 3 302,-4 4-330,-7 0 0,8 6 0,-6 3 660,-2 4 0,-1 1 12,-2 0-896,-7 0 1,6 1 0,-6-3 0,3-1 0,-3-1-12,-1 1 1,-1-4-732,-5 3 1,-2-5 148,-3 4 1,2-6-1,-7 4 1,1-3-602,1 1 0,-4 0-1002,8-5 1608,-1 0 0,5 0 0,-1 0 1,1 0-32,0 0 338,6-7 398,2 6 1,7-5 0,4 6 316,5 0 1,4 0 450,5 0-874,-4 0 0,6 0 0,-5 0 0,2 0 0,5 0 103,-1 0 0,4-2-681,-2-3 0,-2 4 204,2-4 1,-1-1 0,4-1 0,-2-1-373,-1-3 0,-5 4 106,4-3 0,-5 1 172,0-5 1,-2-1 0,-2 1 22,1 0 1,-8 5-84,-2-1 844,-3 7 26,-2-3 69,0 6 0,0 1 97,0 4 0,0 3 0,0 6 0,0 0 221,0 0 1,0 1-454,0-1 0,4 0-336,1 0 0,6 0 0,0 0-174,7 1 0,-3-6-761,4 0 451,-3-5 1,0 2 0,1-6-1,3-2 1,1-2-830,-1-6 0,-1-2 701,-5-3 1,1 0 116,-1-4 0,-5-2 0,-1-4 0,-2 3 137,-2 2 0,-3 1 61,-1 5 555,0 6 1,-1-3 416,-4 6 1,-1 2-294,-4 7 0,-1 4-170,6 7 1,1 0 0,4 3 0,0 0 546,0 0 0,0-1-617,0 2 1,6-3 0,3 3-1,4-4-356,1 0 1,5-6 59,0 0-277,0-5 0,0 2 1,1-6-1,2-2 1,2-2-124,-2-6 0,3-4-372,-6-5 519,0 3 1,-5-10 0,0 2 0,-1-3 0,-4-1-499,-4 0 0,-4 4 515,-1 0 1,-7 7 55,-8-2 1,-5 5 0,-8 4 0,-2 6-177,-3 2 359,3 2 1,-6 2 0,4 2-1,1 6 1,4 3 362,6 1 0,6 0 474,0 0-626,8 0 1,0 0-1,9 1 1,3-1 0,6-2-25,6-2 0,0 1-299,7-7 0,-1 1 0,7-5 0,2-1-341,1-4 1,0 2 78,-5-7 259,1 1 1,-1-1 0,-1 1 0,-4 0-1,-4-1-251,-3 1 1005,-2 5 1,0-2 34,1 6 1,-8 2-121,-2 2 1,-5 4 0,-3 7 679,-2-1-821,1 0-1133,-3-6-1199,6 4 1242,-6-10 0,9 3 0,3-10 0,6-5-469,6-2 1,-1-1 708,3 4 402,-4-4 1,4 12 0,0-4-1,-2 3 1,-1 2 1010,-2 0 0,5 2 92,0 3 1,-5 3-111,-4 6 0,-2 0 1,3 2-1,-3 1-12,-2 2 1,0 0-1515,-1-5 1,-4-5 305,4 1 1,-2-6 0,2 4-121,4-1 1,2-4-2275,-1-8 0,7-4 106,-3-10 2544,10 3 0,9-24 0,6-10 0,7 0 0,0 0 0</inkml:trace>
  <inkml:trace contextRef="#ctx0" brushRef="#br0" timeOffset="116">9706 13530 8124,'-7'-14'483,"4"2"0,-5 1 0,0 3 0,1 0 2244,-4 0-2395,-2 5 1,-1-3-1,0 6 1,-1 0-1,1 0 1,0 0-1,0 1 824,0 4 0,0 3-929,-1 6 0,1 0 0,2 0 0,2 0-71,6 1 0,-3-1 1,3 0-28,0 0 1,3 0-80,1 0-240,0-6 0,6-1 1,4-7-1,2 0 1,2 0-415,0 0 1,5-7 434,0-2 126,6-10 0,-9 2 0,3-7 0,-2-1 0,1-4-67,1-4 0,-2 2-177,-8-7 238,-2 0 1,-7-9-1,0 0 1,0 1-1,-2 5 31,-3 8 0,2 2-19,-6 12 196,6 6 0,-8 5 1,4 5-1,1 0 1,0 5 65,3 6 0,-4 6-109,3 5 85,-7 3 1,9 6 0,-3 0-1,2 1 1,0-1 489,-2 0 0,0 1-238,5-1-216,0 0 0,0 1 1,0-1-1,2 0 1,3-1 284,4-3 1,-1 1-638,2-6 101,-1 0 1,5-5 0,2-2-1,3-2 1,3-5-300,0-4 0,6-1-27,1 0 168,-1 0 0,11-8 0,-6-4 0,0-6 1,0 0-655,1-3 0,-1-1 271,-5-6 454,0 6 0,-6-5 1,-4 5-1,-6 0 1,-4 3 276,-2 3-79,-1 2-4,-5 6 1,-6 2 0,-5 6-1,-5 0 1,-4 0 206,-2 0 1,4 6-200,-1 4-51,-3 2 1,8 2 0,-2 1-1,5-1 1,2 0 102,1 0 0,0 5 153,3 0-224,4 0 0,-4-5 1,8 0-1,4 0 1,2 0 38,7 1 1,0-1-79,7 0-93,1-6 1,4 3 0,0-7 0,1 0 0,-1-3-311,0-1 0,-4-5 77,0 1 180,-1-7 0,-1 3 0,-3-6 0,-5-2 0,-3-3-18,-1-5 0,-2 2-63,1-1-29,4-7 1,-12-6-1,4-8 1,-3-2 0,-2-3-495,0-1 1,0 4 320,0-1 264,0 3 0,0 9 0,-2 7 0,-3 9-8,-4 8 0,1 5 443,-1 6-212,-1 12 0,-2-1 0,0 13 0,3 1 0,0 3 807,1 5 0,-3-1-472,6 6 0,-1-7 96,1 2 0,3 2 0,-2 0 0,2-1 394,2 1 1,2-2-92,2-5-723,4 1 1,2-1-1,-1-1 1,4-4-1,2-4 103,4-3 0,0-2-629,-5 0 0,2-6 79,3-3 1,-2-4 0,5-2 0,0-4-1824,1-4 1698,0-10 1,5 1-1,1-5 1,-1-4-1,0-3-531,1-3-1,-1 0 837,1 5 0,-7 1 0,-4 3 0,-2 5 241,-2 4-20,1 7 134,-1 2 0,-6 7 0,-4 4 1,-2 4 735,-2 4 1,0 1-265,0 0-133,0-6 0,-2 5-55,-2-4-1046,2-3 413,-4 1 0,6-6 0,-2 2 0,-3 2-172,-4-2 1,-4-1-266,-1-2 467,0 6 0,-2 0 0,-1 5 0,-2-1 0,2 1 222,1 2 0,2 1 95,0 0-68,-1 0 1,3 0 0,2 0 0,4 1-96,0-1 31,11 0-135,2-6 0,14-2 0,4-6 0,-1-2 1,1-2-271,2-6 1,1-2 150,0-2 210,-6-1 0,4-4 0,-8-1 0,0 0 0,-2-1 161,-2 4 1,-6 1 869,-4 2-676,-2 6 0,-2-1 0,-2 9 38,-2 6 0,-3 6-191,-2 7 0,-2-1-175,6 5 0,0-4 1,5 3-1,0-1-448,0-4 205,7-1 0,1-2 0,7-2 0,4-2 1,5-5-728,3-4 1,1-1 77,0 0 0,-4-6 473,-1-4 0,1-8 0,3-4 0,-4-2-302,-4 0 765,-9 1 1,1-1-1,-6 2 1,-2 2 152,-2 2 928,-1 9-813,0 3 1,0 7 0,-1 4 0,-2 4 369,-2 4 1,0 6-129,5 0-540,0 0 0,6-5 0,4 0 0,2 0 1,3-1-512,-1-4 0,5 2 232,0-6-68,6 0 0,-3-7 0,6-3 0,-1-4 1,-2-4-302,-1-1 0,-9 0 257,0 0 735,-1 0 1,-13-1 0,4 1 318,-3 0 1,-4 6-489,-3 3-81,4 4 0,-12 12 0,4 5 0,-4 6 0,1 6 321,2 3 0,-1 4 293,6-2-561,-6 3 1,5 7-1,-5-1 1,2-1 0,-1-1 13,2-3 1,-3-5-562,6 1 228,-6-3 0,5-8 0,-5-5 1,2-4-356,-2-4 0,0-7 75,1-2 129,4-6 1,1-15-1,0-4 1,4-5 0,4-5-937,6-1 0,9-6 454,1-6-191,6 1 0,-5 6 1,6 3-1,-4 5 0,0 5 933,0 4 0,14 23 0,8 10 0</inkml:trace>
  <inkml:trace contextRef="#ctx0" brushRef="#br0" timeOffset="117">12284 13063 8171,'7'-14'561,"-6"-1"0,2 1 0,-6 2 2601,-6 2-2635,-4 4 1,-1 6 0,0 2 0,0 2 0,-2 6 0,-1 4 0,-4 5 868,-1 4 1,5 6-1095,-2 4 0,0-2 0,2 7 0,3 1 256,1 2 1,4 2-364,9-1 1,0 1-1,0-1 1,0 1-260,0-1 1,6-5 0,3-6 0,5-6-265,5-6 1,-3 0-2080,3-5 1781,-3 4 0,-2-17 0,0 4 1,2-4-1,1-1-1659,2 0 0,0-1-829,-5-4 3114,0 4 0,26-31 0,5 1 0</inkml:trace>
  <inkml:trace contextRef="#ctx0" brushRef="#br0" timeOffset="118">12653 13559 8171,'0'-14'202,"-2"4"534,-2 1 0,2-1 1,-4-2 2839,-1 2-2770,-1 4-545,-6 0 1,0 4 0,0-3 0,-2 5 0,-1 3 929,-2 2 0,-5 5-499,6-6-631,-1 7 0,3-3 0,0 6 0,0 1 0,4-1-270,-1 0 0,7 2 288,1 2-317,4-2 1,1 5 0,1-7-1,4-2-331,4-2 1,4 1 268,1-6 70,7-1 1,-1-5-1,5-4 1,-1-4-1,1-6-351,2-3 0,-4 2 702,1-3-140,-7-3 0,4 0 1,-7-6-1,-1-2 0,-4-3-121,-4-5 1,-4-9 328,-1-5-88,-6 3 0,0 0 1,-5 8-1,1 3 0,-1 7 1491,-1 6-1025,-3 4-468,8 13 0,-1 4 0,5 10 0,-2 6 0,2 9 550,1 6 0,2-1-24,0 12-207,0 0 1,0 5 0,0-3-1,0 0 1,0-2 513,0 1 1,2-3-282,2 2-487,-2-7 1,4 4 0,-4-8 0,1-4-1,2-2 213,-2-1-1474,-2-10-1476,-1 2 342,0-12 0,0-1 995,0-4-532,7 4 1,-4-11 1767,6 8 0,20-7 0,8 3 0</inkml:trace>
  <inkml:trace contextRef="#ctx0" brushRef="#br0" timeOffset="119">12993 13644 8073,'0'-14'431,"0"-1"0,0 1 2597,0 0 225,0 0-2493,0 6 1,0 10 0,0 10-1,0 7 283,0 3 0,0 2-325,0 4-456,0 0 0,0-1 0,0-2 1,-2-1-1,-1 1 7,-2 2 1,1-5-571,4-3 1,0-3-242,0-2 0,0 0 1,0 0-1635,0 0-1342,0-6 2685,6-2 0,-4-7 1,4-4-1,-1-4 0,-1-4-1236,-1-1 0,-1-5 2069,-2 0 0,-13-38 0,-2-4 0</inkml:trace>
  <inkml:trace contextRef="#ctx0" brushRef="#br0" timeOffset="120">12908 13757 8073,'-14'0'0,"4"0"2726,1 0-1367,6 0-102,-4 0 0,4 0-6,3 0 1,8-5-646,11 1-686,6-1 0,-3 3 1,7-1-1,-1-2 1,0 2-445,1 2 1,-1-4-1382,0 0 1215,-6 1 0,3 4 1,-6 0-1,-1 0-1558,-3 0 2388,0 0 89,-8 0 1323,0 0 1,-7 1-242,0 4-467,0-4 0,-2 12 1,-1-4-1,-2 4 744,2 1 1,2 0-765,1 1-552,0-1 0,1 0 0,2 0 1,2 0-1,-2 0 16,-1 1-505,4-1 114,-4 0 1,4-5-736,-6 1 498,0-7 1,0-8-1,0-11-362,0-4 1,0-4 412,0-4 1,0 0 0,1-1 0,3 1-314,0 0 0,7 6 35,-1 3 195,-4 3 1,11 3-1,-2 4 1,2 4-1,2 4-1270,0 1 0,1 6 562,-1 3 197,-3 4 1,4 6 0,-7 0-1,-2-2 883,-2-1 0,7 11 0,6 3 0</inkml:trace>
  <inkml:trace contextRef="#ctx0" brushRef="#br0" timeOffset="121">13645 13785 8073,'0'-14'0,"0"5"0,0-1 893,0 1 1,0-1-1,0 1 1,-2-2 288,-3-2 1,-3 4-484,-6-1 1,0 7 0,0-1 0,0 2 46,0 2-1,-5 2-281,0 2-414,0 4 1,5 8 0,0 1 0,-1 4 0,3-1-3,2 1 0,-1-1-256,7-1 61,-1-3 1,5 4 0,0-6 0,0 1 0,2-3-884,2-2 0,4-4-70,6-6 779,0 0 1,5 0 0,2-2 0,-1-1-1,2-3-35,0-2 1,-4-1 302,1-6 180,-4 1 0,-5 0 0,-2 0 0,-1 0 1118,1 0-829,-4-1 689,2 1 0,-8 6-7,-2 4 0,-3 8-365,-2 6-565,-4 2 1,12 3 0,-6-1-1,3 0-285,-1 0-269,0 0 160,11 0 0,2-6 0,6-3 1,1-3-1,0-2-1220,4 0 0,-3 0 144,3 0 1122,3-7 0,-6-1 0,3-4 0,-4 1 0,-1 1 444,1-1 0,-3 3-101,-2-1 145,2 6 1,-9-3 2016,7 6-1071,-7 0-645,3 6 1,-6 2 0,0 6 139,0 0-2071,0 0 707,0-6 1,2 3-19,3-6 0,-2 0-485,6-5 684,-6-7 1,10 1-1,-4-5 1,4 1 606,1-1 0,0 0-43,1 2 458,-1-4 0,-5 12 0,1-4 467,1 4 1,1 1-287,2 0-345,-6 0 1,3 1 0,-4 2-1,0 4-402,4 0 1,2 1-1666,1 2 1130,0-4 1,2-4 0,1 1 0,2 1 0,-1 0-1619,-3-3 1,4-2 371,0-4 1116,0 3 1,0-10 0,0 2 642,-2-2 0,-15-32 0,-7-15 0,0-3 0,1 0 0</inkml:trace>
  <inkml:trace contextRef="#ctx0" brushRef="#br0" timeOffset="122">14353 13332 8041,'6'-14'2171,"-2"1"-1509,5 4 0,-1 1 0,3 5 0,0-2 750,5 2 0,-2 1 843,5 2-1712,3 7 0,-5 2 0,5 10 1,-1 5-1,-4 2 830,-1 3 0,-4 5-516,-2 4-651,-4-3 1,-6 10 0,-2-4-1,-2 0 1,-7-1-35,-7-1 1,-4 0-97,-6-1-398,0-3 1,-1-9 0,2-2 0,2-5 0,2-3-2088,-2-2 1,4-2 1271,2-2-1336,3-4 0,2-6-2503,0 0 4976,6 0 0,21-44 0,10-11 0</inkml:trace>
  <inkml:trace contextRef="#ctx0" brushRef="#br0" timeOffset="123">15387 13417 8062,'8'-6'5597,"-3"-4"-4588,-3-2 0,-2 2-1023,0 1-992,0 6 1,0-2 1005,0 10 0,-26 59 0,11-21 0,-1-1 0</inkml:trace>
  <inkml:trace contextRef="#ctx0" brushRef="#br0" timeOffset="124">15458 13686 10191,'-8'0'4813,"2"-1"-5842,6-4-2376,-6 3 3405,4-4 0,21 6 0,13 0 0</inkml:trace>
  <inkml:trace contextRef="#ctx0" brushRef="#br0" timeOffset="125">16323 13318 8065,'-8'-14'1037,"-5"0"0,5-1 0,-1 1 2750,-1 0-3322,1 6 1,1 3-1,2 10 1,1 6-1,-1 6 1,-1 7-1,1 3 540,3 1 1,-3 1 0,-1-1 0,1 0-650,0 1 0,-4-1 0,6 0 0,0-1-364,3-3 1,1 1-227,0-6 1,0 0-183,0-5 1,8-2-1,4-2-2058,6-6 1781,7-2 1,-3-4 0,6-4 0,1-6 0,-1-7-179,0-3 1,-1 3 1276,-3-5-265,-4 1 0,-6-1 0,0 2 1,-1 1 1020,-4 4-314,-2 1-387,-7 8 1,-2 2 0,-3 8 245,-4 2 1,3 9-370,1 6-374,-3 0 0,7 0 1,-4 0-1,3-2 1,2 0-713,0 2 1,7-8 216,2 3 279,10-3 0,-2-1 0,5-2 0,0-2 0,-1-3-660,-1-1 0,4-4 187,-5-3 848,0 4 0,-5-12 0,-2 4 0,-1-2 0,-3 0 2882,-1 1-819,-3 7-1131,-4-3 0,0 3-569,0 3 0,0 3 591,0 11-871,-6 0 0,3 0 1,-5 1-1,2-1 0,3 1-199,1 4 1,-3-8-849,1 4-51,-1-4 1,5-2 0,-2-1-1341,-3-2 1695,4-1 134,-5-11 0,7-2 1,4-8-1,4-3 1,2-5-66,-1-2 0,7-3 118,-3 1 599,4 6 0,-4-3 0,0 6 0,0 3 0,-1 4 416,-4 2 0,4 7-139,-4-2-282,4 4 0,-4 7 0,-1 5 0,-2 5 1,-1 4 748,1 2 1,-4-4-707,3 0-666,-4 4 1,-1-6 0,0 3 0,0-3-2825,0-2 2106,0-6 436,0 5 1,2-13 218,3 0 1,2-7 62,8-7 612,-1 0 1,-5 4 0,1 1 0,1 0 442,1 1 1,-2-3 301,-1 6-554,-6 0 1,10 5 0,-4 2 188,4 2 0,-4 0-462,1 5 0,-1-4 1,7 3-1,1-2-262,2-3 1,2 3-114,-2-1 1,-2 0-1,7-5 1,-1 0-337,-1 0 1,-1-2 222,-7-2 250,0-4 0,-5-2 1,-1 1-1,-1-2 1,-4-2-134,-2-1 1,-1 0 41,0 0 208,-6 0 1,-2 6-1,-6 3 1,0 3-1,0 2 81,0 0 0,-1 7 308,1 2-224,0 4 1,6 6 0,3 1 0,4 1 0,1-1 684,0-3 0,1 4-375,4-2-347,3 0 1,8-5 0,1 0-1,4-2 1,1-2-221,3-5 0,2-4-928,1-1 395,0 0 0,-4-6 0,-2-4 0,0-2 0,-2-4-2264,1-3 0,-2-1 2859,-5-4 0,-6-34 0,-2-3 0</inkml:trace>
  <inkml:trace contextRef="#ctx0" brushRef="#br0" timeOffset="126">16521 13318 8049,'-47'0'597,"-1"0"1,-8-2-169,4-2 0,-6 0-361,6-5 1,3 6 0,2-2 0,4 4 83,5 1 0,5 0 96,10 0-178,2 0 0,15 0 0,7 0-256,12 0 1,14 0-168,11 0 139,9 6 1,2-5 0,4 4 0,-1-3 0,2-2-1777,1 0 1990,1 0 0,7-6 0,7-1 0,5-1 0,1 0 0</inkml:trace>
  <inkml:trace contextRef="#ctx0" brushRef="#br0" timeOffset="127">18590 13247 8024,'-10'-5'830,"2"-1"0,0 0 136,1-1 1,-3 4 0,-3 8-1,4 4 1,3 6 18,-1 3 1,4 5-1,-5 5 1,1 2-371,-1 3 0,5-3 0,-2 4 0,3-1-154,2 0 0,0 1-600,0-6 1,0-5-1,2 0 1,1-3-302,2-3 1,6-7-386,-2-6 1,4-2 0,2-4 0,4-2-488,5-6 1,-2-4 428,2-5 809,-7-3 1,10-1 0,-4-1 0,3 0 0,-1 1-71,-2-1 0,-1 7 938,2-2-609,-4 9 0,-5-1 1,-1 7-1,0 1 1,0 1 1565,0 2-1175,-6 6-471,5 2 0,-12 6 1,4 1-785,-3-1 529,-2-6-149,0-2 0,-2-1 1,-3-1-402,-4-1 1,-4-1 164,-1-2 526,-6 0 0,4 0 0,-5 0 0,1 0 0,-2 0 681,0 0 1,-3 6-476,6 4 2,0-4 1,5 7 0,0-5 0,1 1-1,2 0 988,2 2-1395,5 2 104,4 1 1,8-6 0,8-3 0,1-4 0,4-1-690,1 0 0,0 0-194,1 0 749,4-6 1,-11 3-1,3-5 1,-3 0 607,-2 0-200,0-1 1361,-6 1 199,-2 2-1208,-6 6-366,0 6 0,0 2 0,2 6 0,1 0-367,2 0 0,4-4-286,-4-1 304,6-6 0,-2 4 1,9-7-1,2 0 0,0-2-657,1-3 0,4-2-57,-1-8 698,2-5 1,3-2-1,-2-6 1,-2-2-1,-5-2-125,-4-1 0,0 0 323,-12 5 109,1-7 1,-5 5-1,0-1 1,0 5 0,-1 8 866,-4 2 1,2 8-244,-7 3-427,7 4 0,-9 13 0,4 7 1,0 8-1,3 4 809,4 2 0,-4 7-468,0-2-330,0 3 1,5-5 0,0-2 0,0-1 0,0-1 87,0-5 1,0-1-785,0-7 153,0 0 0,0-9 0,2-2-909,3-2 1,-4-9-175,4-11 939,3-1 0,-2-10 0,5 5 1,-1-2-1,2-4-589,5 0 0,-1-7 627,3 0 345,-3 0 0,-2 6 0,-1 3 0,-2 5 0,-3 4 915,-2 0-611,5 7 108,-10 2 1,3 8-1,-12 2 1,-6 8 396,-2 5 1,-6 0-565,-2 7-144,4-7 1,-6 8 0,8-6 0,0-2 0,3 1-72,0 1 0,6-4-539,-1 4 377,7-3 1,-1 1 0,10 1-1,8-4 1,8-2-180,5-5 0,3 1-28,3-4 243,3 1 1,7-5-1,-3-2 1,0-2 0,-4-6-326,-1-2 0,-2-4 1,-5-3 426,-6 3 0,-1-4 0,-9 4 0,-2-1 0,-6-2 258,-2 2 1,-2 1-271,0 2 200,-6 0 0,-2 6 1,-8 3-1,-1 3 1,-2 2 319,1 0 0,3 7-440,1 2 54,-1 4 0,1 2 0,2 3 0,2 2 0,4 1 248,0-1 0,4-1-132,-3-5-388,4 0 1,2 1 0,4-1 0,6-2 0,6-2-713,7-6 1,-2-2 317,2-2 302,-1 0 1,6-2-1,-1-2 1,0-6 0,-1-4-404,-3-5 0,1 3 1029,-6-2-66,0 2 0,-7 2 1185,-2 0-144,-4 6-1013,-6 1 0,0 14 0,0 2 0,0 4 1,0 1 528,0 0 1,0 0-528,0 0-836,-6 1 0,4-1-1561,-3 0 1405,4-6 350,7-2 0,2-6 0,6-2 1,2-2-1,1-6-313,2-2 0,2 2 173,-3 1 766,-2-1 0,5 2 1,-9 2-1,-1 1 1,-1 1 1779,1 1-1571,-5 1-602,7 2 1,-10 0-1959,6 0 230,-6 0 267,4 0 1514,-7 0 0,-26-6 0,-5-2 0</inkml:trace>
  <inkml:trace contextRef="#ctx0" brushRef="#br0" timeOffset="128">18490 13431 8044,'-26'5'0,"2"0"2937,-3-1-2881,18-4 0,-2 0 0,17 0 1,8 0-1498,8 0 0,10 0-64,1 0 1505,6 0 0,32-7 0,14-5 0,-21 5 0,0-1 0,0 0 0</inkml:trace>
  <inkml:trace contextRef="#ctx0" brushRef="#br0" timeOffset="129">20715 13304 8000,'22'-14'-236,"-3"-5"0,-8 0 0,-3 1-1039,-2 3 5224,-1 1 1,-5 9-2836,0 10 1,-2 9 0,-1 14-1,-2 2-384,2 3 0,2-3-444,1 3 1,-2 2-68,-3-2 1,4 0 0,-4-5 0,3 0-94,2 1 1,0-7-1063,0-3 224,0-4 0,0 0-745,0-1 1,2-8 204,3-6 832,-4 0 0,12-13 0,-4 4 133,4-4 455,1 5 50,0 2 0,-4 8 0,-1 1 1,1 3-1,-1 1 3056,0-1-2202,1 5-798,4-3 1,5 1 0,0-1 0,0-2-1,1-3-12,4-1 0,3-4-225,1-2 8,0 2 1,1-10-1,-3 1 1,-2-5 0,-4-3 38,1 2 1,-12 1 323,1 2-381,-7 0 1,-3-1-1,-2 1 1,-2 2 0,-7 1-391,-7 1 0,1 7-2480,-7-2 2053,1 4 0,-6 1 0,1 1 0,0 2 0,1 4-3938,3 1 4728,-2-5 0,-9 22 0,-9-1 0</inkml:trace>
  <inkml:trace contextRef="#ctx0" brushRef="#br0" timeOffset="130">20517 13389 8000,'-22'-7'0,"-1"1"1288,5-3 1,2-4-1,-3 5 2943,3 0-2775,8 2-1454,2 0 0,14 4 0,6-3 0,8 4 1,5 1-437,1 0 1,5 0-1873,0 0 1688,7 0 1,-10 0 0,1 0 0,-4 0 0,-4 0-1663,3 0 0,-4 5 2280,1-1 0,7 7 0,6-3 0</inkml:trace>
  <inkml:trace contextRef="#ctx0" brushRef="#br0" timeOffset="131">22174 13403 7951,'-1'-8'716,"-2"2"0,-4-1 1585,-1-2 1,4-2-955,-6 1 0,7 7-415,-2 13 1,4-1-575,1 10 1,-2 3 0,-1 3 0,-2 5 204,2 3 0,-3 2-423,1-2 1,-1-2-1,3 6 1,-4-3-60,0-2 0,3 1-167,0-5-186,-4 4 1,6-17 0,-2 4-2534,2-3-661,2-8 2330,0-2 0,0-7 1,0-4-1,0-5-2420,0-2 3032,6-2 524,-4 0 0,4-64 0,-6 32 0,0 0 0</inkml:trace>
  <inkml:trace contextRef="#ctx0" brushRef="#br0" timeOffset="132">22061 13545 7951,'0'-29'-901,"0"1"1,0 1 1492,0 3 0,0 4 561,0 6 0,0 0 1,2 1-1,1 2 263,1 2 1,7 5-241,-1 0-866,2 2 0,4 2 1,2 0-1,0 0 1,0 0 578,-3 0 1,0 2-703,-1 2 1,0 3 0,-1 4 0,-4-2-215,-4 2 1,1-3-446,-1 2 425,-1-1 1,-8 0-1,-3 1 1,0-1-1,-6 1-215,-4-1 1,1-4-551,-3 4 1,-1-4 327,1 5 0,0-7 0,5 1 0,-1 0-475,1 0 0,0-2 255,0 3 142,6-4 1,-3 1 645,6 2 0,7-2-24,7 3 1,9-4-22,1-1 0,4-1 1,-2-2-1,-1-4 187,1-1 0,2 4-42,-4-6-159,6 1 1,-7-1 0,4 1-1,-2-2 1,-3 0 4,-1 1 1,-2-2 347,1 2-217,-1-2 0,0-1 1,-2 2 510,-2 2-174,-4 6-249,-6-4 0,0 9 0,0 3 0,0 4 0,0 4 353,0 1 0,0 5-249,0 0-344,0 0 0,-1-5 0,-3 0 0,0 0-192,1 0 1,3-1 114,4-4-169,4-2 0,6-7 0,1 0 1,-1 0-1,1-2-508,4-3 1,-1 1 573,5-11 136,-5 4 0,7-11 0,-5 5 0,1-2 0,-1 0 204,-3-1 1,-6 4 55,-1-3-75,-7-3 1,3 6-1,-6-3 636,0 4-383,0 7-396,0 2 0,-6 7 1,-2 4-1,-1 6 0,1 6 223,2 7 1,-4-2-36,5 1-92,-6 1 1,10 0-1,-4-1 1,4 1-1,1-2-3,0-3 0,1-3 68,4-2-363,3 0 1,6-2 0,0-2 0,2-5-1,3-4-236,4-1 1,-1-6 165,2-4 227,0-2 1,-1-4-1,1-3 1,-1-4 0,1-4-19,0-1 0,-7-1-28,2 1 32,-3 0 0,-4-6 0,-1 0 0,-3-1 0,-2-1-140,-2 0 1,-3 9 104,-1-1 275,0 9 0,-6 0 0,-2 11-88,0 8 0,-3 8-91,6 11 213,-6 3 1,10 8 0,-6 1-1,3 4 1,-1-1 1123,2 1 0,-3 3-103,1-5-1028,0 0 0,5-5 0,0 1 1,0-3-1,0-2-166,0-5 1,2-5-1557,2-4 735,-2 2 1,6-10 0,-3 2-1036,4-2 0,-1-4-1053,1-2 1861,-6-4 1,5-6 998,-3 0 0,-10-51 0,4-12 0</inkml:trace>
  <inkml:trace contextRef="#ctx0" brushRef="#br0" timeOffset="133">22911 13332 7951,'-14'0'-554,"0"0"-555,0 0 2573,6 0 1,0 5 108,3-1 1,10 1-825,0-5-739,6 0 0,7 0 0,3 0 1,1 0-1,3 0-1354,2 0 1,6 0 1082,0 0 261,-6 0 0,18 0 0,1 0 0</inkml:trace>
  <inkml:trace contextRef="#ctx0" brushRef="#br0" timeOffset="134">23846 13346 7965,'0'-14'837,"0"0"0,-4 0-461,-1 0 1,-6-1 658,1 1 0,-4 5 0,-3 1 0,-4 2 579,-1 2 0,0 3-1188,-1 1 0,-3 6 0,6 4 0,0 2-16,-1 2 1,4 2-355,7 3 1,4-2-191,6 7 1,0-5-1,0 3 1,2 0-107,2 0 0,4-3-11,6 4 39,1-5 0,-1 7 0,0-6 0,-2-2 0,-2-1-125,-5-2 1,1-5 346,-1 1-99,-1-1 0,-11-1 0,-6-3 0,-6-3-170,-3-2 0,-2 0-661,-4 0 697,0-7 1,-1 4 0,3-6 0,2-2 0,5-2 277,3-1 0,2 1 44,0 4 51,6-4 1,2 10 0,6-6 768,0-2-489,0 4-56,0 1 0,6 8 1,4 1-1,1 3 401,-2 2 1,4-3-918,-4 4 128,4 1 1,1-1 0,2-1 0,1-2 0,3-3-87,2-1 1,0 3-1181,2-1 944,3 1 1,-5-5 0,6-2 0,-1-2 0,-2-6-526,-1-2 0,-5 1 670,4-3 0,-5 2 219,0-6 1,-6 2-1,-5 2 1,1 0 24,0-1 0,-5 6 90,2-1 69,-3 7 0,-4-3 0,-1 8 245,-2 2 1,0 4-99,5 6-197,0 1 1,0 3 0,0 1-1,0-1 1,0-1 205,0 2 0,2-3-136,3 2-280,3-8 1,6 2 0,0-4 0,0 0 0,2-3-289,3-3 0,-4-2-490,4 0 616,3 0 1,-4-7 0,4-2 0,-2-4 0,-1-3-231,2-2 0,-6 0 580,4-5-148,3 5 1,-6-2 0,3 6 0,-3 1-1,-4 2 107,-2 2 1,2 5-183,-2 0 187,2 2 1,-2 2 0,-2 2 0,-1 2 444,1 6-403,-4 3-87,2-6 196,-6 6 336,0-5-468,0 0 1,-2-2-1,-2-8 1,-8-1-301,-5-1 0,1-1 70,-2 5 103,-4 0 1,4 0 0,-4 1 0,2 3 0,2 2-42,3 2 1,0 1-198,1 5 190,6-6 0,1 5 1,3-4-1,0 4 1,2 1-318,5 0 0,10-4-37,6-1 224,6-6 1,-5 4 0,6-7 0,-3 0 0,1-2-67,-2-3 0,3-3-2,-6-6 509,0 0 1,-7-2 0,-1-1-1,-3-2 1,-1 2 227,-4 1 0,-2 7 726,-1-1-511,0 7 1,0 0-263,0 12 0,-4 2 343,-1 13-655,0 0 0,4 4 0,-3 2 1,0 1-1,-1 2 57,-1-1 0,4-2-150,-3-2 4,-2 0 0,5-4 0,-4-2 1,-1-2-1,-1-2-307,1-2 0,-6-4 18,4-2-56,-4-4 1,-1-1 0,0-1-1,-1-1 1,1-3-442,0-4 1,2-4 107,2-6 432,-3 0 1,12-2-1,-4-3 1,5-5 0,6-4-402,9-5 1,0-2 343,9-2 183,0 2 0,4 8 1,0 2-1,2 3 1,2 1 3,1 4 1,0 3 383,-5 4-148,1-2 0,-1 10 1,-1-2-1,-4 4 1,-4 4 318,-3 6 0,-7 4-44,1 5-88,-7 3 0,8 0 0,-6-2 0,-2-1 0,-2 2 590,-1 1 0,0-5-485,0 2-841,0-3 1,0-7 0,0 1-1245,0 1 1280,0-5 47,0 0 1,0-17-1,0-5-227,0-4 0,2-2-171,3-2 619,-4-2 1,12 8 0,-4-4 0,4 2 0,1 2 565,0 3 0,0 2-226,1 4-94,-8 2 0,6 7 1,-4 0-1,4 0 466,1 0 1,-4 7-69,-1 2-370,-6 4 1,8 1 0,-4-2 0,-1-1 0,2-1-265,0 1 1,-1-3-861,3 1 728,3-6 0,-6 5 0,8-5 1,-1 2-1,0-2-424,0-1 1,5-4 130,0-2 277,0-4 0,1-6 1,2-1-1,2 1 0,-2 2-298,-2 2 1,1-2 602,-2 2 466,-4 4 1,4-2 0,-8 5 1108,-1-2-1244,-1 0-99,-1 5 1,-2 2-138,-6 3 41,0-4-433,0 6 0,-1-7 93,-4 0 0,-3 0-341,-6 0 359,0 0 0,0 1 1,-2 2-1,-1 2 1,-4 0 25,-1 1 1,0-3 413,-1 7-343,-4-7 1,11 9 0,-3-4 0,5 2 0,3-1-230,2 2 1,5-3-44,0 1 180,2 1 1,4-2 0,2-4 0,7-2 0,7-2-195,5 0 1,-1 0 37,2 0 242,0-6 1,2 3-1,0-7 1,-4-1 0,-2 0 204,-3 2 0,-1-2 821,-2 6-549,-6-6 0,0 9-206,-3-2 1,-4 4 417,4 4-434,-3 4 1,-2 6 0,0 1-1,0-1 1,0 0 434,0 0-590,0 0-170,6 0 0,2-6 0,8-3 0,1-3 0,3-2-372,2 0 1,2-7 194,4-2 114,1-4 1,-1-7-1,0-4 1,1-3-1,-1-1-306,0 0 1,-6-2 430,-3-3-34,-3 3 1,-7-11 0,-1 3-1,-1 0 1,-6 4-17,-4 5 0,-5 12 231,-6 3-114,0 6 0,0 10 0,0 4 0,-1 6 0,1 9 153,0 6 0,1-1 267,4 12-194,-4 0 0,12-2 0,-6-1 0,3-2 0,-1 0 208,2-2 1,8-5-455,4-3-437,10-5 0,-2 2 1,7-7-1,1-2 1,3-3-2428,5-2 0,-3 0 2839,3-1 0,-3-35 0,-1-3 0</inkml:trace>
  <inkml:trace contextRef="#ctx0" brushRef="#br0" timeOffset="135">26382 13417 7877,'0'-14'105,"0"0"0,0 0 0,0-1 0,-1 3 886,-4 2 0,-3-1 1,-6 7-1,0 0 0,-2 3 1,-3 1 20,-4 0 0,1 6 1,0 5-1,1 5 139,4 3-1072,1 6 1,4-9 0,2 4-1,5-1 1,4 0-232,1-2 1,6 4 204,4-2 0,7-5-413,2-5 0,6-1 0,0 2 0,5-6-1452,3-2 1428,0-2 1,-9-6-1,-2-2 251,-2 0 1,-1-6-1,-6 1 1,-4-4 189,-4-1 0,-4-2-218,-1 1 214,-6-6 0,-2 9 1,-7-1-1,-4 6 1,-3 5 239,0-1 1,-5 6 95,3-4-327,4 3 0,-1 7 1,7 1-1,0 1 1,1 1-289,4-1 0,3-2-440,6 5 526,0-7 1,7 3 0,8-4 0,7 1 0,6 1-168,5 0 1,-3-3 16,3-1 446,3-6 1,-6 4 0,3-4 0,-3 1 0,-2 1 939,1 0 0,-7 3-661,-3 1 129,-3 6 1,-7 2 0,-1 6 0,-2 0 0,-3 2 342,-1 3 1,-2-3-211,0 3-495,-6 3 1,-1-7-1,-4 4 1,2-3 127,-2-2-1360,4-6 236,1 5 0,1-13-635,1 0 0,4-7 473,4-7 594,7-6 1,-3 4 0,8-4-1,1-1 1,2-1-31,-1 0 0,-3 2 365,0 5 207,-1 7 1,0-3-1,0 7 1,0 1 0,0 1 1051,1 2 1,-1 6-752,0 4-17,0 2 0,-6 7 0,-2 2 1,-1-1-1,0 1 455,-2-4 1,-2-1-780,-1-2-279,0 0 0,0-5-1664,0 1 421,0-7 550,0 3 0,-1-6-868,-4 0 1314,4 0 1,-6-1-14,7-4 87,0 3 371,0-4 501,0 6 695,0 0-400,0-6 112,0 4 33,0-4-753,0 6-2080,0 0 0,13 19 0,3 5 1</inkml:trace>
  <inkml:trace contextRef="#ctx0" brushRef="#br0" timeOffset="136">27516 13488 7364,'0'-14'-101,"0"4"1,0 1 2406,0-2-507,0-2 1,-2 5 457,-2 4-1979,2 2 0,-4 8 1,4 5-1,-1 5 984,-2 3-1157,1 0 1,4-3-1,0 1 1,-2 2-1,-1 0 157,-2 1 0,0-4-516,5 3 141,0-3 0,0-2 1,0 0-1,0 0 0,2-1-315,3-4 1,-2-1-138,6-3 465,1-4 1,4 6-1,0-7 1,0-2 0,0-3 127,1-4 0,-1-4-42,0-1 50,0 0 1,0-5 0,-1 0 0,-2 0 0,-3 0 67,-2 0 1,4 1 69,-6 3-102,1 1 0,-5 5 0,0-1-4,0-1-301,0 5 245,0 0 0,0 17 0,-2 3 0,-1 3 450,-1 4 1,-1-6 121,5 4-526,0-3 1,0-2 0,0 0 0,1-1-1,4-2-308,5-2 1,4-4 4,5 5 180,-4-7 0,11 3 0,-6-6 0,2-2 1,2-1-223,-2-1 0,3-7 173,-6 1 100,0-2 0,-5-4 0,0-2 1,-1 0-1,-2 0 99,-2 3 0,-6-4-395,2 0 303,-3-6 0,-4 9 0,-3-3 1,-4 5 3,-4 4 1,4 4 39,-1 6-50,1 0 0,-5 0 0,1 2 1,2 1 149,2 1 1,4 7-45,-5-1-136,7 3 1,-3-4 0,6 0-1,0 2-188,0 2 1,2 0 79,2-4 51,-2-3 1,11-1-1,-2 0 1,4-2-1,4-1-152,-2-2 0,4 0 100,-2 0 388,6 0 0,-9 0 0,3-2 0,-4-1 0,0-2 1101,-1 2-698,-6-5 281,4 6-426,-10-4 1,4 8 227,-6 2-599,0 4 0,-1 7 0,-3-1 0,0 1 1,0 3 15,3 1 0,1 1-419,0-1 194,0-3 1,0 4-1,0-6 1,1 1-1,4-3-666,5-2 0,2 1 183,2-7 283,1 1 0,3-5 1,1 0-1,0 0 1,0-2-261,0-2 0,2-4 159,-3-6 396,-2-7 1,5 4 0,-7-5-1,0 0 1,0 0-37,0-3 1,-6-1 331,-3 3-86,3 2 1,-7 7 0,4 0 923,-3 0-722,-9 6-322,-1 2 1,-4 7-1,1 4 1,3 4-1,2 4 60,3 1-74,-5 0 1,6-4 0,-3-1-67,4 2 1,1 2 0,1 1-182,4 0 0,3-6-103,6-3 139,0-4 0,2 4 0,1 0 0,4-2 0,-1-1-55,1-2 0,-2-2 535,-5-3-216,0 4 1,0-6 0,0 7 332,0 0 353,1 0-435,-7 0 0,-2 2 0,-6 3 0,0 4 1151,0 4-1567,0 1 0,-2 0 0,-1 0 1,-2 0-184,2 1 1,3-6-239,5 0 294,3-5 0,6 7 0,0-7 0,2-1 0,3-1-678,4-2 1,-1-2 159,2-2 550,0-4 1,-1-3 0,1-2 0,0-4-1,-2-2-22,-4-1 0,-2-6 136,-2 3 6,1 2 0,-8-4 1,-2 6-1,-3 2 0,-2 1 96,0 2 1,-7 6-71,-2 3-33,-4 4 0,-1 7 0,0 5 1,0 5-1,0 4 288,0 2 1,4 0 553,1 2-650,5 3 0,-2-10 0,6 5 1,2-1-1,2-4 95,6-1 0,4-2-215,5 0-100,3-6 0,2-2 0,-1-6 0,2 0 0,1 0-1566,-3 0 0,2 0 459,-6 0 1,-6-6 1,0 3 0,-6-7 1142,1-1 0,-26-24 0,-14-12 0,-4-3 0,1 0 0</inkml:trace>
  <inkml:trace contextRef="#ctx0" brushRef="#br0" timeOffset="137">28508 13403 7941,'-19'-14'4,"0"0"1,-5-1 3075,6 1 0,3 2 41,6 2-1585,6-2-2840,-4 4-2944,7 0 2121,0 2 2127,0 6 0,-31 18 0,-8 6 0</inkml:trace>
  <inkml:trace contextRef="#ctx0" brushRef="#br0" timeOffset="138">19000 14154 7963,'8'-14'200,"3"-1"1,-4 1 0,-1 0 2821,0 0-2334,-1 6 0,-7 2 0,-2 6 1,-6 1-1,-4 6 691,-5 7 0,-3 2-1117,-6 7 1,1 1-1,2 4 1,1 2 78,-1 3 0,0 2-109,1 2 1,4 4-1,7-3 0,4 3 112,4 2 1,3 4 0,4 0 0,3-1 197,4-2 0,10-3 63,5-4-538,2 4 1,4-15-1,2-1 1,1-6-1,-2-8 275,-1-3 0,-1 1-354,-1-4-127,-6-1 1,-2-4 0,-7-1-1960,-3-4 635,-4 4 956,-6-6 1,-2 3 0,-2-1-1,-6 2-1428,-3 1 0,-2 2-310,-4 0 1551,3 0 694,-4 0 0,-7-6 0,-3-2 0</inkml:trace>
  <inkml:trace contextRef="#ctx0" brushRef="#br0" timeOffset="139">19751 14536 7861,'0'-14'257,"-1"0"0,-2 0 523,-2 0 1,-6-1-1,2 3 1,-4 2 0,-1 6-158,0 2 0,-1 2 1,1 0-1,-1 0 60,-4 0-584,3 6 1,-6 2 0,5 6 0,-2 2-1,1 1 144,3 2 0,2 5-140,4-5 1,-3 4-1,6-4 1,0-1-176,0-3 1,1 0 11,5-1-40,0-6 0,6 3 0,4-7 0,2 0 1,4-4-217,3-5 0,1-3 44,4-6 112,3-7 0,-7 4 0,4-7 0,-4 1 1,-1-1-404,0 1 0,-2-1 122,-7-4 482,2-1 1,-10-1 0,3-1-1,-4-4 1,-1 1 6,0-1 0,-1 3 679,-4 9-240,-3 2 0,-1 9 418,-1 2-699,7 4 0,-3 14 0,6 6 391,0 8 0,0 5-28,0 1 0,0 2 0,0 2 0,0 2 287,0 2 0,0-4-727,0 1 1,0-3 0,0-2 0,0-1-74,0-3 1,0 1-72,0-6-282,6 0 1,-3-7-1,7-2 1,1-6-1,1-2-2756,2-2 2600,7 0 0,-5-6 0,3-4 1,-4-2-1,-1-3-116,1 1 0,-1-1 186,0-4 314,0 3 0,-1-5 0,-4 7 1,-4 0-1,-2 2 321,2 2 0,-4 2 95,4 3 28,-3 4 0,-2-4 0,0 10 0,-2 4 514,-3 4 1,4 6-323,-4 0-372,3 0 1,1-1-1,-2 3 1,-2-1-1,2 1 215,1-4 1,7-6-783,0-1 1,10-2-28,0 1 0,2-3 0,-1-6 0,1-1-419,2-4 1,5-4-199,-6-10 845,8 3 1,-11-9 0,6 4-1,-2-1 1,0-1-14,-2 1 0,-1-4 326,-2 7 1,-2 1 107,-2 3 1,2 8 0,-4 0 0,2 3 225,-1-1 1,-4 2 6,4 7-373,1-2 0,2 11 0,-1-4 0,-3 4 0,0 1 75,0 0 1,0-5-361,1 1 0,-1-2-27,-3 1 0,-3-1-116,2-3 375,-2-4-34,-2 6 0,0-9 1,-2-3-1,-2-3 11,-6 1 1,-2-4-25,-3 6 61,1-6 0,0 9 1,-2-2-1,-1 2 0,-2 2 230,2 0 0,1 0-237,2 0 0,0 2-123,-1 2 0,1 4 1,2 6-1,1 0 1,1 1 0,7-1-315,-2 0 235,4 0 0,7-1 1,5-2-1,5-3 1,4-2-413,2-3 1,0-1 186,2-2 1,1-2 217,-6-3 0,5 2 1,-5-6-1,-2-2 916,-1-2-499,-2-1 572,0 0 0,-6 0 142,-3-1-567,-4 8-234,-1 7 1,0 7-1,-1 9 1,-3 3-1,0 5 287,1 2 0,1 3 17,2-1-373,0 7 0,0-4 0,0 5 1,0-1-1,0-3-62,0-3 0,0-2-169,0-3 113,-6 3 0,3-12 0,-7 3 0,-1-7-233,-1-7 0,2-2-281,1-2 320,-1 0 0,-2-6 0,1-4 1,3-4-1,1-5-716,4-4 0,3-4 265,5-2 381,3 1 1,8-7-1,1-1 1,3-2 0,2 2-225,4 2 0,0 1 162,3 4 276,5 1 0,-2 4 0,4 2 0,-3 2 1,-6 4-185,-7 5 911,-4 5-380,-8 6 1,-2 1 0,-6 4 260,0 5 0,0 7 873,0 2-1082,0 0 0,-1-1 0,-2 1 0,-2 0 0,2 0 94,1 0 1,2 0-343,0-5-185,6 0 0,2 0 0,6-1 0,1-4 0,0-4-747,4-3 1,-1-2 203,5 0 390,-6 0 1,9-2 0,-7-3 0,-2-4 0,-1-5-316,-2-5 0,0 2 557,0-7 1,-1 0-37,-4-4 1,-3 0 0,-4-1-1,1 1 21,2 0 0,0-5-146,-5 0 1,0 0 62,0 4 1,0 1 0,0 0 0,0-1-187,0 1 1,0 6 92,0 3 676,0 10-99,0-4 1,0 18-245,0-1 0,0 7 507,0 4 0,0 5 0,0 5 0,0 5 768,0 3 0,0 2-378,0-2-706,0-3 0,0 9 1,0-6-1,0-1 1,0-2 173,0-2 0,4-4-845,1-1 195,6-6 0,-5 4 0,5-8 1,-1-2-1,1-4-720,1 0 0,7-3-720,0-4 1183,0-6 0,-5-2 0,2-7 1,1-3-1,4-2-357,1-2 0,-3 0 324,4-2 367,-5-3 1,7 7-1,-6-4 1,-2 5-1,-1 4 70,-2 0 0,-5 6 77,1 0 255,-1 5 1,6-2 240,-1 6 1,-2 2-242,-2 2 11,-4-2 0,-6 6 114,0-3 1,-2-4-204,-2 4-248,2-4 0,-10-1 1,1 0-1,-5 0-507,-3 0 0,0 5 147,5 0 247,0 6 1,0-8 0,-1 6 0,1 3-1,0 0-62,0 2 0,4-4 22,1-1 116,6 1 0,-4 4 0,7 0 0,0 0-66,0 0 0,7-6 40,2-3-106,4-4 1,3-1 0,1 0 0,2 0-1,0 0-98,1 0 1,-4-6 343,3-3-118,-3 2 0,-4-5 0,-1 4 0,-1-2 730,1 1-208,-5 0 1,0 1-122,-6 1 0,0 14 6,0 2-262,0 4 0,0 1 0,0 0 0,0 0-104,0 0 1,6-6 66,4-3-209,3 3 1,1-7-1,1 4 1,4-5 0,3-5-172,0-4 1,4-4-27,-8-1 195,8-6 0,-6-2 0,4-7 0,-5 1 0,-5 0-245,-5-1 0,-2 1 66,-7 0 260,0-7 0,0 5 0,0-3 0,-2 5 0,-3 4 83,-4 5 0,1 10-48,-1 4-82,5 4 1,-7 2 0,5 5-1,0 9 1,-1 8 307,4 9 1,2-1 24,1 7 198,0 0 1,0 0-1,1-2 1,2-2-1,4-4 460,1-5 1,-1 1-705,3-7 1,3-1-781,-4-3 0,4-8 0,1-2-660,0-3 0,0-2-599,0 0 1144,-6 0 0,0-5 705,-3 0 0,-29-50 0,-1-8 0</inkml:trace>
  <inkml:trace contextRef="#ctx0" brushRef="#br0" timeOffset="140">20672 14395 7922,'-14'0'3574,"6"0"-2780,27 0 0,13 0-82,24 0-681,1 0 0,0-5 1,-1 0-1,0 2 0,-3 1-2277,-1 2 1160,-13 0 1086,2 0 0,-25 13 0,-3 3 0</inkml:trace>
  <inkml:trace contextRef="#ctx0" brushRef="#br0" timeOffset="141">22514 14565 7922,'-9'-8'409,"-1"3"0,-1 3 0,-1 1 742,-2-4 1,4 4-393,1-4 0,4 3 0,0 2 0,7 0 0,11 0 1076,5 0 1,12 0-1607,8 0 0,-2 0 0,2 0 0,0 0-137,-2 0 0,3-1-126,-5-4-78,-1 3 0,-10-5 1,-1 3-1,-1 0 1,-6-1-145,-4-1 0,-4 2-502,-7-5 449,0 6 0,0-10 1,-2 5-1,-4-1 0,-7 0-255,-4-2 0,-2-1 219,5 3 421,0-4 1,0 12 755,-1-4-599,8 4 366,7 7 1,6 2 0,5 6 0,-2 0 0,1 0 482,-2 0 0,-1 5-1576,-2 0 360,-3 0 0,4-3 0,-7 1 0,-4 2 0,-5-2-1214,-2-1 0,-2-2-2268,-1 0 2337,1 1 0,5-1 1279,-1 0 0,32-6 0,4-2 0</inkml:trace>
  <inkml:trace contextRef="#ctx0" brushRef="#br0" timeOffset="142">23846 14480 7922,'13'-2'2226,"-4"-3"0,-2 2-1819,-7-6 0,-7-1 1,-2-4-1,-4 0 7,-1 0 1,-5 4-1,-1 2 1,-1 2 0,-1 3-1,2 1-177,-1 2 1,-4 0 0,3 2 0,0 3-96,3 4 1,3 5 5,2 5 0,0-1 1,1 5-1,4 1-114,4-2 0,-1 0-375,1-3 0,2-4 0,6 4 1,4-4-478,0-6 1,8-3 63,3-6 595,8 0 0,-9 0 1,5-1-1,0-6 0,-1-5 180,-1-6 0,4 0 372,-5 3-106,-1-5 1,-3 4 0,-3-4 0,-1 1 0,-3 0 1687,-2 2 1,-1 6-820,-5 1-620,0 7 0,-2-2-386,-2 10 0,1 3-140,-7 6-135,7 0 0,-3 5 1,6 2-1,0-1 1,0 1-219,0-4 1,0 0-1114,0 2 1075,0-9 0,6 7 0,2-11 1,1 0-1,1 1-596,1-4 0,1-2 883,3-1 157,-1-6 1,0 0 0,0-5-1,0 1 1,0-1 240,1-1 0,-6-1 204,0 4-82,1-4 0,-1 10 1,1-5-1,1 2 1740,1 3-1482,3 1-489,-1 2 0,0 0 0,0 2-279,0 2 183,0 4-593,-6 6 1,0-4-942,-3-1 1024,-4 1 397,6-2 1,-9 3 1090,-3-7-252,-2 1-616,-8-5 0,6 0 0,0 0 0,-1-1-361,2-4 0,0 2-71,4-7-36,2 1 1,-4-5 0,6-1-1,0 0 1,1-3-445,4-1 0,3 1 199,6 3 461,0 1 1,0 2 0,1 1 0,0 3 0,3 1-46,1 4 400,6 2 1,-9 2 0,2 4 295,-2 4 0,-2 4-56,0 1 1,1 5 0,-3 0 0,-2-2 138,-6-1 1,3-2-793,-3 0 1,1 1-1,-5-1-352,0 0 117,6-6 0,-2 3 0,5-6-915,2-2 0,-3-2 306,1-1 0,1-1 0,4-2 0,2-4-890,3-1 0,-4 1-884,4-3 2077,-3-3 0,-2 10 0,0-5 642,1 2 0,-1-17 0,0-1 0</inkml:trace>
  <inkml:trace contextRef="#ctx0" brushRef="#br0" timeOffset="143">24781 14480 7922,'-7'-7'831,"-6"6"0,10-10 54,-7 6 1,7-1 0,-3 3 771,0-2-771,4-6 0,-6 9 0,3-3 568,-4 4-1318,3 1 1,-7 0 0,5 1 0,-1 4 0,-1 3 231,-1 0 0,3 9-255,-1-3 0,1 5 0,-3-1 0,3 2-166,2 2 1,1-5-26,5 2 44,0-3 1,0-2 0,2 0 0,2-1 0,8-2-216,5-2 1,3-5-27,4 0 95,3-2 1,-5-4-1,6-1 1,-1-3-1,-2-2-132,-1-3 1,-9-2 144,0-1 211,-1-6 0,-13 2 0,4-4 0,-3 0 0,-2 2-114,0-1 0,-11-2 135,-4 4-78,-2 0 1,-2 6 0,-1 2 0,-2 4-1,-2 0-99,2 4 0,-3 2-185,6 1 207,0 0 1,6 6 0,2 3 0,4 4 0,-1 1-42,0 0 0,5 0 10,-2 1 88,3-8 1,4 6-1,3-3 1,4 1 232,4-2 1,1-1 109,0-3-292,0-4 1,0 5 0,1-6 0,-1 0-235,0 0 0,0 0 85,0 0 152,-6 0 0,5 0 290,-4 0 21,-3-6-530,1 5 1,-7-7 0,-2 5-3203,-3-2 2117,4 0-179,-12 5 0,10 0 1462,-6 0 0,-20 6 0,-8 2 0</inkml:trace>
  <inkml:trace contextRef="#ctx0" brushRef="#br0" timeOffset="144">24852 14522 7922,'0'-14'474,"0"0"652,0 0 1,0 4 1015,0 1-915,0-1 695,0-4 633,0 6-2004,0 2 1,0 7 0,0 4 516,0 5 0,0 2-424,0 2-485,0 1 1,0-1 0,0 0 0,0 0 0,0 0 118,0 0 1,0 1-593,0-1 326,7 0 1,-4 0 0,6-1 0,2-2 0,2-3-843,1-2 1,2 3-262,3-4 519,-4 0 1,12-5-1,-3-2 1,2-1-1,1-3-300,-3-2 0,1-3 544,-6-8 188,0 3 1,0-11 0,0 4 0,-4-4 0,-2-1-346,-4-1 0,-6-5-33,2-4 413,-3 3 1,-2-4 0,0 4-1,0 1 1,0-1-352,0 4 730,0 7-220,-7 4 0,4 12 1,-6 5 244,-2 6 1,3 9 454,-1 7-326,5 6 0,-7-1 0,5 7 0,0 3 0,-2-3 993,0-1 0,5 0-563,-2 3-593,-3-3 0,7 0 1,-4-7-1,3 1 1,2 0 117,0-1 0,0-6-55,0 2-469,7-3 1,1-3 0,6-4 0,2-3 0,1-1-583,2 0 0,6-2-708,-1-8 1094,-4 4 0,7-12 0,-4 4 1,3-4-1,-3-1-455,-4 0 0,-3 0 646,-2-1 138,-6 8 0,3-6 495,-6 4-359,-1-4 72,-4 5 1,0 3 0,0 10-1,2 5 419,3 2 0,-2 2-216,6 0-227,-6 1 1,10-1 0,-4 0 0,4-1 86,1-4 0,2 2-418,3-6 120,-3-1 0,4 1 0,-4 0 0,1-2 0,2-3-400,-2-5 417,-1-3-10,-2-6 1,-6 0 0,-3 0-1,-4 0 1,-1-2-184,0-3 0,-6 3-63,-3-2 163,-10 2 0,1 2 0,-4-1 0,0 3 0,2 1-52,-1 1 1,-2 7 8,4-2 110,0 4 0,5 1 0,0 0 1,-1 1-90,1 4 1,6 3 11,4 6 74,2-6 1,4 5-1,2-5 1,6 1-1,4-1-92,5-2 0,-2 1-448,7-3 435,0-2 0,9 4 0,0-6 0,-2-1 0,1-3-20,1 0 1,1-7 437,4 1-197,3 4 0,-11-7 1,3 5-1,-5 1 0,-2 0 633,-3 1-392,-6 4 120,4-4 1,-7 6 73,0 0-247,-6 6-164,-2-4 1,-6 6 114,0-3-15,0-4-146,0 5 0,-1-6-65,-4 0 1,-3 0-373,-6 0 287,0 0 1,-5 0-1,0 0 1,0 0 0,0 0-189,0 0 1,1 2-87,3 3 293,1 3 0,0 1 1,1 0-1,4 3 1,3 0-120,-1 2 1,6 0 72,-4 1 83,10-1 1,3-2 0,6-1-1,2-3 1,3-1-93,4-4 0,-1-2 6,2-1 195,-7 0 1,8 0 0,-6-1 0,-1-4 0,-3-4 354,-1-4 0,-1 3 244,-4 1-224,4 0 1,-11-1 213,2 1-1075,-2 6 493,-2-4 0,0 9 1,0 3-1,0 6 0,0 4 379,0 4 1,0 6-206,0-1-20,-6 3 1,4 6-1,-4 0 1,1-2 0,0-1 483,2-1 1,-3-1-234,1 0-434,0 1 1,1-7-1,-3-3 1,1-4 0,-2-1-115,0 1 47,5-8 10,-9 0 0,8-7 0,-5 0 0,-2 0-112,-2 0 1,4-5-247,0 0 182,5-6 1,-4 3 0,5-7 0,-1-3 0,2-2-1036,5-2 0,5-2-495,6-4 1318,7 0 1,-4-1-1,7 1 1,-1 0 0,1-1-1348,-1 1 1,0 1 585,0 4 1166,-2-4 0,12-14 0,4-11 0</inkml:trace>
  <inkml:trace contextRef="#ctx0" brushRef="#br0" timeOffset="145">26723 14196 7938,'0'-20'0,"0"2"1,-2-4 1231,-3 2 0,5 3 0,0 7 189,8 5 0,9 5-845,2 5 1,6 9 0,-1 10 0,4 4 690,6 5 0,-9 4-728,3 5 1,-9 1 7,0-1 0,-10 5 1,-4 2-1,-5 0 289,-5 0 1,-10 0-482,-14-2 0,-5-3 0,-9 1 0,1-5-173,-1-7 1,-4-3-130,0-2-19,-1-6 0,7-3 0,4-10 0,4-4 0,3-3-1157,1-2 0,3 0 71,2 0-315,3-7 1,7 4-1,0-5 1,0 2-1,0 3 1367,0 1 0,-19-4 0,-5-2 0</inkml:trace>
  <inkml:trace contextRef="#ctx0" brushRef="#br0" timeOffset="146">2267 15202 7715,'0'-9'-798,"0"-1"3647,0-1-1784,0-1 0,0 2 1,-2 2-212,-2 2 0,-3 3-762,-2 8 0,1 2 0,5 8 0,-3 0 110,-2 4 1,-2-1-89,-4 5 1,3-1-274,-3 2 0,3 1 1,-8-6-1,3 0-459,2 1 1,0-4 137,0 3-53,6-10 0,-3 4 176,6-4 0,13-4 31,11-5 506,6 0 1,8-11-1,2 5 1,-1 0-1,1-2 20,-3 0 0,-1 3 182,2-4-252,-9 5 0,4-3 0,-11 3 0,2-2 386,-1-2-328,-9 5-178,-3-9 0,-6 8 0,-1-5-129,-4-2 179,-3-2 125,0-1 1,0 2 0,5 1 315,-1 1 1,-3 5-1,3-4-33,2 6 193,-4-4-137,6 14-333,0 1 0,0 7 0,0 3 1,0 2-1,1 2 319,4 3 1,-3 1-221,2-3-200,-2 4 0,-1-5 0,3 5 0,0-2 0,-1-3-22,-1-2 1,-2 1 252,0-2-860,0-10 1,0 10-3066,0-9 2543,0-4 95,0 0 1,-5-18 0,1-6 0,0-4 965,3-1 0,7-39 0,2-13 0</inkml:trace>
  <inkml:trace contextRef="#ctx0" brushRef="#br0" timeOffset="147">2423 15018 7800,'-14'-9'0,"0"-1"0,-1 1 670,1-6 1,0 1-204,0 0 0,-2 6 0,-1 2 0,-4 1 509,-1 1 0,-1-1 150,-6 5-837,1 0 0,0 6 0,-1 4 0,1 2 1,0 4 894,-1 3-957,1 3 1,0 6 0,-1 0 50,1 1 0,4-1-150,1 0 0,5 2 1,0 2-1,3 1 193,6-2-288,-4-1 0,12-1 0,-4-1 0,3 2 0,2 0-187,0-2 0,2 4 64,3-9-67,3 4 1,1 1 0,0-1-1,3-2 1,0-3-358,2-1 441,0-2 0,2 0 0,2-1 28,0 0 1,8-4 77,-3-5 0,-1 2 1,3-4-1,4-1 66,2 0 0,4-1 0,-4-5 1,4 0 155,1 0 1,2-2-15,5-2-148,-7-4 1,5-8-1,-5-1 1,2-4 0,-2-1 398,-2-3 0,3 3 13,-9-2-366,4 1 0,-15-10 1,3-2-1,-4-1 1,-8-3 60,-5-2 1,-4-8-364,-4-3 76,-3-9 0,-14 2 1,-5-1-1,-4 7 1,-2 4-543,-2 0 0,5 13 129,-3 3 99,3 3 0,2 19 0,-1-1 0,1 4 0,1 5-1343,4 1 0,-3 10 568,8 6 0,-3 6-317,2 9 0,2-1 1493,-7 0 0,4 9 0,-2 5 0,-4 4 0,0-1 0</inkml:trace>
  <inkml:trace contextRef="#ctx0" brushRef="#br0" timeOffset="148">3585 15160 7797,'0'-10'283,"-2"1"0,-1-2 1884,-2-2-1658,1 5 1,2-3 0,-1 8 0,-2 5 0,2 7 109,1 8 0,2 5 0,0 7 0,0 1-152,0 3 0,0-2-330,0 7 1,0-6 0,0 1 0,0-4 40,0 0 1,0 2-229,0-2 1,0 1 0,0-12-288,0 0 1,-1-4-841,-4-5-100,4-2 1,-6-9-875,7-3 1,0-3 819,0-6 870,7 6 461,-6-4 0,12-27 0,-5-15 0</inkml:trace>
  <inkml:trace contextRef="#ctx0" brushRef="#br0" timeOffset="149">3542 15230 7797,'-5'-18'0,"1"-1"0,-3-5 336,3 5 1,2 0 523,-3 5 0,5-5-371,5 0 0,1 0 0,7 7 0,0 1 377,2 1 0,4 3-276,0-3-488,3-3 0,2 12 0,-1-4 0,3 4 0,-1 2 227,-2 4 1,1 3-20,-10 6-265,4 0 0,-12 0 0,3 0 0,-4 1 0,-3-1 185,-2 0 1,-7 5-127,-2 0-104,-4 0 1,-6-4-1,-1 1 1,-1 0 0,-1-4-245,0 1 0,3 0-1196,-4 1 1014,6-6 0,-9 3 0,6-5 0,-1 0 0,1 1-1001,3-4 1,6 3-635,1-1 2061,7 6 0,34 9 0,17 10 0</inkml:trace>
  <inkml:trace contextRef="#ctx0" brushRef="#br0" timeOffset="150">3868 15372 7800,'0'-9'332,"0"-1"1,-1 1 859,-4-5 1,3 4 1339,-2 1-1257,2 6-881,2-4 1,0 18 0,0 5-1,0 3 373,0 1 1,0 1-432,0-2 0,0-3-186,0 2 0,0-2 0,0-2 25,0 0-499,0 1-26,0-1 1,-2-6-305,-2-4 0,2-4 303,-3-4 0,4-6 122,1-9 1,6-3 0,2-8 0,1-1 115,1-2 0,-1 0-135,5 4 410,1 7 0,-1-3 0,0 8 0,0 3 0,0 4-113,0 4 1,1 1-573,-1 5 1,-5 2 64,1 3 0,-2 2 0,3 8 0,-4-1-1336,0 0 0,2 0-556,-4 0 1743,0 0 607,-5 1 0,12 5 0,4 2 0</inkml:trace>
  <inkml:trace contextRef="#ctx0" brushRef="#br0" timeOffset="151">4421 15301 7800,'0'-14'0,"-5"0"0,0 0 933,-6 6 1,3-3 0,-7 6 0,-3 2 2873,-1 1-3296,1 2 0,3 0 1,1 2 189,0 3 1,-5 3-512,0 6 1,0 2 0,5 1 0,2 3-117,2 2 1,-2 0 0,4 4-1,0-4-168,3-2 1,3 4 1,2-5 1,0 4 0,2-4 0,3-2-394,4-1 0,5-8 136,5-3 241,3 3 0,7-7 1,-1 2-1,0-4 1,1-6-416,-1 0 0,-1-3 95,-4-4 302,-2 0 0,-7 0 0,-1-1 1,-2 1-1,-3-1 23,-2-4 0,-1 1 95,-5-5 86,-7-1 1,-1 1-1,-6 0 1,-2 3-1,-1 4 30,-2 5 1,-4 5 121,4 6-239,-6 0 0,9 2 1,-3 2-1,3 6 0,2 2-210,0 2 0,4 5 344,1 0-78,6 0 1,-4-5 0,7 0 0,2 1 0,3-3-65,4-2 1,5 1-269,5-7 174,-3 1 0,11-5 1,-4 0-1,4-1 0,2-4-422,-1-5 1,5-2 87,0-2 436,0-1 0,-5-3 0,1-1 1,-3 0-1,0 0 315,-3 0 0,-4 0-166,5 5 35,-7 6 0,4-3 0,-7 6 0,0 2 302,0 2 1,-1 2-372,-4 4-69,4 3 1,-12 1 0,6-1 0,-3 0-152,1 0 1,0-3 201,-5 4 334,0-6-149,0 3 1,-2-6-189,-3 0-96,4 0 0,-12 0 0,4 0 0,-5 0-5,-5 0 1,3 0 360,-3 0-297,-3 0 0,6 7 0,-3 1 0,2 1 0,1 1 86,2 1 0,-3 1 169,7 2-236,4 7 1,-5-5-1,6 2 1,2 0 0,2-1 135,1 2 1,11-2-281,3-7-27,10 2 0,-2-10 1,7 3-1,3-4 0,1-1-599,-2 0 1,4-1 235,-2-4 314,0-3 1,0-6 0,0-2 0,-1-1 0,-4-4-114,-4-1 0,1 0 87,-6-1 205,-7-4 0,0 6 0,-8-2 1,-1 4-1,-1 3 441,-2 2 0,-2 6-203,-2 3-173,-4 4 1,-6 1-1,-1 0 1,1 1 0,-1 4-21,-4 5 1,3 2-216,-3 2 225,3 0 0,2-1 0,2-2 0,0-1 358,3 1 1,1 1-221,-1 2-157,-4-6 0,12 0 0,-4-3 0,3 4 13,2 4 1,5-4 83,0 1-133,6-7 0,-3 9 1,6-2-1,0 1 0,0 0-111,0-2 1,0-1 44,1 2-71,-1 2 1,0-9 0,0 5-1,0-1 1,0-4-191,1-2 0,-1-1 25,0 0 194,6 0 1,-2-6-1,4-3 1,0-4 0,0-3-72,3-3 1,-3 2 209,2-7-29,-1 7 0,1-10 1,0 4-1,-1-2 1,1-1 73,-1 3 1,-5 10-105,1-1 70,3 3 0,-7 3 0,6 3 0,-2 4 1,0 2 261,-2 4 0,-1 3-118,-2 6-44,0 0 0,-5 0 0,-1 1 0,-1-1 255,-4 0 0,-2 0-235,-1 0-223,0-6 0,-1 5 0,-4-5 0,-4 1 0,-4-1-322,-1-2 0,-7-1-314,-2-5 409,2 6 0,-5-4 1,2 3-1,-3-4 0,0-2-585,4-4 1,-2 2 394,6-7 360,0 7 1,9-8-1,1 5-366,-2-2 260,5 5 278,-1-4 1,14 7-1,2 0 1,4 0-1,1 2 720,0 3 0,-3 1-229,3 4-234,-3 2 1,10-9 0,-6 5-1,3-2 1,2-2 131,2-3 0,2-1-1006,4 0 435,-6 0 1,5-1-1,-3-3 1,2-2 0,3-3-302,-1-7 0,5 2 121,0-5 206,0-3 1,-4 6-1,-3-3 1,0 3 0,-4 4 80,-2 2 1,-1-1-8,-5 7 100,0-1 0,0 7 0,-1 2 0,-2 6 313,-2 2 0,-5 2 5,0 1-325,-2-1 0,-2 0 0,0 0 0,0 0 0,-2 0 492,-2 1-823,-4-1 114,-13 0 1,4-1-1,-5-4 1,0-4 0,0-4-751,-3-1 0,-2 0 66,-1 0 646,-1 0 0,7 0 1,2 0-1,1-1 0,0-4-182,2-4 0,6 2 550,1 3-44,7-4 184,-3 6 1,12-4-36,3 6-68,4 0 0,6 6 0,0 2 0,-2 1 0,0 1 378,2 1 1,3-5-218,7-1-521,-7 3 0,5-7 0,-4 4 0,4-3 1,1-2-365,1 0 1,-1-7 79,0-2 314,-6-4 1,4-1 0,-6-2 0,0-1 0,-1-2-121,-6 2 0,0 1 180,-9 2 232,7-6 0,-9 8 169,3-2 0,-5 10-148,-5-1-203,3 3 1,-4 9-1,4 2 1,-1 4-1,-1 1 268,0 0 0,3 0 44,1 0-261,6 0 1,2 1 0,8-1 0,1 0 0,3-1-55,3-4 0,2-3-348,8-6 250,3 7 0,2-6 0,-2 4 0,-1-4 1,-2-2-204,1-4 0,-4 2-13,3-6 267,-9 5 0,-2-3 0,-5 3 0,2 0 0,-2-1 50,-1-1 1,-6 3 155,-1-7-130,1 7 1,4-8 0,-2 5 0,-1-2 0,-1-2 54,1 2 0,1-4-46,3 2-65,-1-8 1,-5 2 0,-1-3-1,-2 3 1,-3 2-218,-1 0 120,-2 0 12,0 6 0,-8 1 0,-6 7 0,-8 2 0,-3 3-241,1 4 0,-1 9 442,6 0-66,0 8 0,5-4 0,0 6 1,0 0-1,1 2 228,4 3 1,1-3 115,3 3-265,3-3 0,-4 0 0,6 2 0,0-1 1,0-3 174,0-2 1,0-4-92,0 1-178,-6-2 0,3-9 1,-7-1-1,-1-3 73,-1-2 1,-2-1-9,-1-5-63,1-6 1,-5-4 0,0-7 0,2-3-1,3-2 80,4-4 0,-1 0-521,7-3 172,-1-5 1,11 2 0,4-4 0,2 3-1,4 5-992,3 2 0,-3 11-1578,3 1 1908,3 6 0,-7 8 903,4 0 0,3 31 0,0 8 0</inkml:trace>
  <inkml:trace contextRef="#ctx0" brushRef="#br0" timeOffset="152">7821 15585 7725,'-14'-15'-27,"0"3"0,-2 1 0,-1 3 1,-4 2 528,-1 3 1,-1 1 0,-6 2 0,1 0 0,0 2 0,1 2 50,3 6 0,2 2 1,5 4-1,-2 1 247,2 2-646,7 0 0,-1-5 0,7 0 0,0 1 596,3-1-613,1 0 1,8-6-1,4-3 1,7-4 18,3-1 1,2-5 39,4 1-269,1-7 1,-1-2 0,-1-6 0,-4 2 0,-2 0 0,-1-2 1,-4 3-418,3-3 369,-3-3 0,-9 0 1,0-6-1,-3-2 1,1-2-224,-2-1 0,-3-5 234,-4 5 152,-4 0 0,-5 7 0,2 4 0,3 6 0,0 6 254,0 4 1,-1 3-244,-5 8 15,0 2 0,4 12 0,1 2 0,-1 2 0,1 6 376,-1 2 0,7 4-34,-1-2-190,-4-3 0,6 8 1,-3-8-1,5-4 1,5 1 146,5 0 1,2 0-428,2-4 83,7-2 0,1-12 0,8-1 0,1-2 0,4-3 26,1-1 1,-4-2-652,1 0 414,-3-6 1,-2-2-1,0-6 1,-1 0-1,-3-1-275,-5 1 0,-4-5 281,-1 0 199,1 0 1,-8 5 0,-2 0 0,-3 0 0,-4 1 127,-3 4-228,-2-4 79,-14 12 1,5-6 0,-3 9 0,2 3 0,0 4-99,-2 4 1,2 1 75,7 0 89,-2 0 0,8 0 1,-3 1-1,0-1 0,4 0 213,2 0 0,1 0 5,0 0-159,0 1 0,11-6 0,3-1 0,3-2 0,4-3 346,2-1 0,9-2-483,1 0-53,0 0 1,-5-2 0,0-2 0,1-6 0,-1-2-345,0-2 1,-6-2 92,-3-3 227,3 3 1,-6-11 0,1 4 0,-4-4-1,-5-3-329,-2-3 0,4-5-42,-6-9 359,1 3 0,-5 1 0,-1 10 0,-4 5 0,-5 4 167,-2 6 100,-2 8-165,-7 4 0,5 17 1,-2 5-1,2 4 1,2 7 277,-1 4 1,6-1 120,0 3-144,5 3 1,-7-1 0,7 4-1,1-2 1,1-3 623,2-2 1,0-2-111,0-2-668,6 0 1,2-1 0,6-3 0,2-5-1,3-4-203,5 0 1,-2-8 84,1-2-90,1-3 0,4-2 0,0-2 0,-1-3 0,-2-4-708,-1-4 1,-7-6 84,2 1 603,3-1 0,-4-2 1,4-1-1,-2-1 0,-3 1 22,-1 1 1,-2 4 83,1 7-112,-8-2 1,1 10 46,-3-3 246,-3 10-171,4 3 1,-6 1 112,0 1 1,0-5-63,0 4 208,0-6 1,-2 3-170,-2-6 0,-4 0-70,-6 0-105,-1 0 0,1 0 1,-2 2-1,-1 1 1,-3 4 6,-2 0 1,4 3 126,-1 4-42,4-6 1,5 4-1,2-2 1,0 2-1,2 3 5,0-1 1,3-5 86,7 1-159,-2-1 1,15-1 0,-1-3 0,3-4 0,3-1-305,0 0 1,2-1-102,4-4 431,-6-3 1,3-4 0,-6 1 0,-2 1 0,-1-1 458,-2-1-255,-6-3 36,5 1 0,-12 5 0,3 1 81,-8 2 0,1 6-13,-6 4-207,-1 7 1,2-3 0,2 6 0,1 0 0,1 1 306,1-1 1,1 0-365,2 0 4,6 0 1,2-4 0,8-2 0,1-2 0,4-3-307,1-1 1,1-2 72,6 0 206,-1-7 0,-4 0 0,-1-8 0,1 1 0,0 0-43,-1 0 0,-6-5-59,2 0 284,-3 0 0,-8 5 1,-3 0 591,-4 0-483,-1 6-303,0 1 1,-4 19 0,-1 2 0,2 1 212,1 1 1,2 0-154,0 3-67,0-3 1,0 1-1,2-6 1,2 1-1,6-2-471,2-2 0,3-3-94,-1-5 476,6 0 1,-2 0 0,4-2-1,-2-3 1,-3-4-115,-1-4-1,1-1 448,-2 0-85,2 0 1,-11-5 0,4 0 0,-4 3 0,-1 4 1333,-1 2-896,1 7-505,-5-3 1,-6 7 0,-2 6 0,0 7 217,3 8 1,-1 9 361,1 2-479,-6 7 1,10-4 0,-6 5 0,3-2 0,-1-1 98,2 1 1,-3 1-597,1-3 213,0-2 0,0-11 1,-1-2-1,-2-2-171,-3-3 0,-1-7 29,-3-5 275,1-4 1,5-7 0,1-5 0,0-5 0,2-4 113,-1-2 1,3-4 70,4-7-289,12-3 1,-1-2 0,13 1 0,0-1 0,-1 2-536,1 3 1,-1 4-1260,6 6 1291,-1 2 1,-4 9 0,-2 2 0,-2 5-532,-2 4 1,-9 7-1155,-4 4 1081,-4 2 1213,-1 2 0,-63 13 0,24-12 0,0 0 0</inkml:trace>
  <inkml:trace contextRef="#ctx0" brushRef="#br0" timeOffset="153">10159 15613 7724,'-6'-20'124,"-1"4"1,-4-2-1,2 6 1,-2 4 4005,-2 2-3760,-1 7 0,5 2 0,-1 8 0,1 4 0,-1 2 0,3 0 0,-1 1 737,0 0 1,5-2-938,-2 3 1,3-8 0,2-1 0,2-1-228,3-1 0,3 3 0,6-6 0,0-2-383,0-2 0,0-2 79,0-4 1,1 2 0,-1-7 0,-2-1-417,-2-1 1,1 2 265,-6 1-739,-1 0 0,-4-1-2014,0 1 3264,-6 5 0,-52 36 0,19-8 0,1-1 0</inkml:trace>
  <inkml:trace contextRef="#ctx0" brushRef="#br0" timeOffset="154">9989 15939 7724,'10'5'0,"-1"-1"0,-4 1 1230,4-5 0,-6-2 181,2-2 0,1 1 0,1-7 186,0-1 0,-3 3-354,0-1-945,-2-1 1,-2 1 0,0-1-542,0-1 175,0 5-1526,0 0 0,0 4-5304,0-2 6898,0 2 0,-50-11 0,-13 6 0</inkml:trace>
  <inkml:trace contextRef="#ctx0" brushRef="#br0" timeOffset="155">11123 15386 8220,'0'-9'-341,"0"-1"1,-2 6 479,-3-6 444,4 7-34,-6-9-99,1 10 222,5-4 143,-6 6-383,7 0 0,0-2 678,0-3-616,0 4-51,0-6 0,-1 7-172,-4 0-238,3 0 15,-4 0 1,6 2 0,0 3 129,0 4 0,0 4-48,0 1 18,-6 0 0,4 7 0,-3 1 0,4 1 0,1 1 208,0 1 0,0 2-364,0 1 22,0 0 0,0 1 0,0-2 0,0-4 0,0-4-158,0-3 0,1-2-421,4 0 327,-3-6 1,10-2 0,-2-6 0,2-1-325,3-4 0,3-4 232,1-10 288,0 3 0,0-11 1,2 4-1,-1-4 0,1-2 263,-4 1 1,-1 5 19,-2-1 229,0 7 0,-6-4 0,-2 9 123,0 2 1,-4 5-236,3 10 26,-4 3 1,-2 8 0,-2 3 0,-2 3 0,2 1 577,1 1 0,1-2-397,-4 2-455,3 2 0,-4-10 0,6 3 0,0-3 0,2-2-590,2 0 0,-1-6-799,7-3 1020,-1 2 1,7-5 0,1 1 0,4-6 0,-1-6-773,1-4 0,4-6 174,-1 0 744,-4 0 0,2 0 1,-6 1-1,0 0 1,-4 2 451,1 2 0,-7 5-54,-1-1 535,-4 7 0,-1-1 104,0 8 451,0 4-1014,0 6 0,0 0 0,-1 1 0,-2-1 0,-2 0 1012,2 0-1327,1 0-315,2 0 1,0-4 0,-1-1-1538,-4 2 1434,3-4-877,-4-1 481,6-6 0,0-2 90,0-2 711,0 2 0,0-6 0,0 4 1016,0-6-819,0 4 349,0-7 1,0 10 145,0-6-710,0 5-68,0-2 1,0 5-815,0-4 373,0 3-120,0-4 291,0 6-2135,0 0 0,0 6 1,0 2-1</inkml:trace>
  <inkml:trace contextRef="#ctx0" brushRef="#br0" timeOffset="156">11179 15415 8193,'-14'0'-300,"0"0"0,-2 0 0,-1 0 0,-2 1 0,2 2 754,1 2 1,6 0 0,1-5 0,-2 0 0,0 1 916,2 4-755,2-3-337,7 4-748,0-6 379,7 0 0,0 0 0,8 0 1,0 0-5,4 0 0,-3 0-176,3 0-28,3 0 1,-6-2 0,3-1 0,-4-1-1,-1 0 298,1 3 0,-1 20 0,0 4 0</inkml:trace>
  <inkml:trace contextRef="#ctx0" brushRef="#br0" timeOffset="157">11590 15528 8365,'0'-9'2438,"0"-1"-1082,6 7 0,-2-3-392,5 6 0,-4 0 1,3 1-223,-2 4 0,-1 3-623,-5 6 1,1 0-1,2 2 1,2 1 57,-2 2 0,-1 0-543,-2-5 236,0 0 1,0 0-1,0 1 1,-2-1-614,-2 0 0,2-5 270,-3 1 137,4-7 1,1 2 88,0-10 0,0-3 81,0-6 126,0 0 1,0-5 0,1 0-1,4 0 1,4 0 146,4 0 0,-4 2 69,1 8 39,-1-4 1,5 7-1,1-4 1,-1 6-1,0 2 699,0 2 1,0 0-344,1 0-308,-1 0 0,-5 6 1,1 4-1,1 2 250,1 2 1,-4 1-880,-3-1 95,-4 0 1,4-5-1,0 1-1805,-2 1 985,-1 1 71,-2-4 371,0-1 394,0-20 248,0 4 0,1-12 1,4 7-1,4 0 1,5-2 378,5-3 1,-1 8-117,5-3 112,-5 3 0,7 2 0,-6 1 1,-2 1-1,-1 4 1003,-2 2-795,0 1-273,0 6 1,-1 2 0,-4 6 0,-4 0 295,-3 0 0,-1 0-670,4 1-161,-4-7 1,6 4 0,-7-2-247,0 2 0,1-4 93,4-3 173,-3-4 1,5-1-1,-2 0 1,5-1-283,2-4 1,-2 2 265,-1-7 144,1 1 0,4-5 0,-2 0 0,-1-1 0,-1 1-219,1 0 1,-5-5 129,-1 0 9,3 0 1,-7 10-1,4 0-161,-3-2 0,-4 4-46,-3 3 296,-3 2 1,-1 2 0,0 2-1,-2 2 1,-2 6 202,-1 2 1,1 2 456,4 1-305,-4 5 1,7-4-1,-4 4 1,6-1 0,2 0 860,2-2 0,0-1-546,0-2-306,0 0 1,8-1-1,5-2 1,5-3 0,4-2-233,4-3 0,-1-1-91,-2-2-893,4 0 0,-6-2 0,2-1 1,-4-3-1,-3 0-4696,-2-1 3243,-6-4 2380,-2 10 0,-37-12 0,-9 5 0</inkml:trace>
  <inkml:trace contextRef="#ctx0" brushRef="#br0" timeOffset="158">13205 15485 8133,'-14'-12'827,"0"2"0,0 6 0,0 2 0,-2 2 1314,-3 0-1732,3 0 1,-10 5-1,4 1 1,-2 2-1,2 3 1,1 2 0,4 1 512,1 0 0,7-5-982,-1 1 0,7-1 0,-1 5 1,4 1 16,4-1 1,6 0 33,9 0 0,3 0 1,6 0-1,0-1-233,1-3 0,-6 1 0,-1-5 0,-1 2-236,-4 3 1,-3-3 254,-4 1 14,-4-6 1,-6 10 0,-3-5 0,-7 1-77,-8 1 0,-8-7-226,-2 1 304,0-2 1,-5 3 0,0-1 0,1 0 0,4-3-286,4-1 1,4 0 580,6 0-137,6 0 0,4-1 0,14-3 1,9-2 440,6-2 1,3 0 0,1-1-250,-1-4 0,0 10 1,1-6-1,-1-1 1,0 1-7,1-1 1,-1 1 27,0-5-511,1 0 0,-2 0 1,-2 1-1,-2 0 0,1 1-340,-2-4 1,-2-1 558,-5 2 148,-1 8 0,-6-6 0,-4 4 1066,-2-4-292,-2 5 334,0 2 0,-6 6 65,-4 0 0,2 6-373,-1 4-483,6 2 0,-5 4 0,5 1 1,-2 4-1,2-1 621,1 1 0,1 4-340,-4-2-563,3 4 0,-4 2 1,6-1-1,0 0 1,0 1 39,0-1 1,0-5-512,0 1 241,0-7 0,5 4 0,0-7 0,-2 0-1413,-2 0 1587,-1-6-57,0-1 0,0-9 0,0-3 1,0-4-1,0-4-261,0-1 0,0-6-245,0-4 376,0-3 1,-4-7 0,-1-4-1,2-5 1,1-2-443,2-3 1,0 1 227,0 5 335,6 5 0,2 4 0,6 10 0,2 4 1,3 5-62,5 4 0,2 6 27,3 8 375,-1 4 1,-1 6 0,-4 2 0,-5 1-1,-7 4 265,-6 1 1,1-5-216,-1 2-277,-1-3 1,-10-2 0,-3 0 0,-6 0 0,-2-1-215,-2-4 0,-6 2-892,1-6 757,4 6 0,-7-9 0,5 2 0,-2-2 0,2-2-1091,2 0 777,1 0 266,5 0 0,9 0 0,8 0 505,10 0 1,11 0 56,-1 0-6,4 0 0,3-5 0,3 1 0,3-1 0,2 0 358,0 0 1,-1-6-184,6 2-386,-1-4 0,-4-1 1,-2 0-1,-2 0 0,-6 0 0,-3-1 1,-14 6 78,-1 0-52,-1-1 0,-9 1 1,2-1-1,-7 1 0,-5 1 42,-5 3 1,0 4-32,-3 1-6,2 0 0,-3 0 0,-2 0 0,1 1 0,0 4 27,2 4 0,7 9 25,2 1 32,6-1 0,-8-2 0,6 2 0,2 0 0,1 0 205,2-3 1,6 0-157,4-1-205,2 0 0,4-1 0,3-4 1,5-4-1,4-4-280,5-1 1,-5 0-875,1 0 946,-1 0 0,-7-6 0,2-3 1,-4-4-1,-3-1-291,-2 0 1,-1 4 1110,-4 1-246,-3 6 0,-1-5 503,0 3 1,0 5-207,-5 0-57,0 0 0,0 13 0,0-4 652,0 4-940,0 1-707,0 0 1,0-5 0,1-1-649,4-1 1,-2-3 702,6-4 134,1 0 0,4-4 0,0-3 0,2 1 0,1-2-222,2 0 1,0 5 1296,-5-2-596,0-2 0,1 5 1,-1-3-1,0 4 0,0 1 813,0 0 1,0 0 59,1 0-773,-1 0 1,0 0 0,0 0 0,0 0 14,0 0 0,1 0-250,-1 0-202,0 0 1,0-5 0,0-1 0,-1-2-532,-4-3 1,4-2 226,-4-1 34,-2-6 1,-1 2 0,-6-5 0,0-4 0,-2-3-368,-2-3 1,-4 1 530,-6 9 143,-1 2 0,1 9 1,0 2-1,0 6 1,0 4 103,0 4 0,1 6 659,4 9-311,2 3 1,3 8-1,-1 1 1,2 2 0,1-1 1009,2-3 1,0 5-669,0-1-473,6-7 0,-2 0 0,5-6 0,2 0 0,3-1-471,5-6 1,-3 0-3,3-9-650,3 1 1,-7-5 0,4-2 0,-3-2 0,-2-6-2665,0-2 1,-4-7 1244,-1 0 1654,-6-6 1,4 3 630,-7-7 0,-44-24 0,16 23 0,1 0 0</inkml:trace>
  <inkml:trace contextRef="#ctx0" brushRef="#br0" timeOffset="159">14481 15542 10475,'9'0'2313,"0"0"-1656,1 0 0,9-1 66,0-4-1093,0 3 0,-4-10 0,3 4 0,1-2 370,-2 1 0,11-1 0,2-4 0</inkml:trace>
  <inkml:trace contextRef="#ctx0" brushRef="#br0" timeOffset="160">15657 15528 8097,'-8'-14'1323,"-5"4"1,4 3 2924,-4 0-3685,5 2 1,-3 7 0,6 4-1,2 7 1,2 6 0,1 3 0,0 3 935,0 2 1,0 1-1258,0 0 0,0 1 1,1-1-1,2 2-86,2 3 0,0-8-301,-5 4 0,5-10 0,-1-1 0,0-2-2222,-3-2-653,-1-6 1144,0-1 1,-5-14 104,1-2 1189,-7-4 0,4-6 0,-2-3 0,3-3 0,1-6-232,0-4 1,0-3 832,5-4 245,-6 5 0,5-2 0,-4 6 0,5 2 0,3 2 1146,2 6 0,7 2-141,2 7-783,1 6 1,10 2 0,-5 6 0,1 0 0,-1 0 820,-2 0 1,-3 6-587,-1 4-644,1 2 1,-7 2 0,-2 2 0,-1 1 0,-1 2-93,-1-1 0,-6-3-1345,-1-1 968,-7 1 1,1-3 0,-7-1 0,-2-1 0,2-1-1083,1-1 0,2 3-1617,-1-6 3091,1 0 0,6-18 0,2-3 0</inkml:trace>
  <inkml:trace contextRef="#ctx0" brushRef="#br0" timeOffset="161">15954 15514 8148,'0'-14'6555,"-6"-1"-4980,4 8-758,-10 0 0,10 14 0,-3 2 0,2 4 140,-1 1 1,2 2-222,-3 2-536,4-2 1,1 6-1,0-4 1,0 0-1,1 0 122,4-3-655,-3 0 225,4-1 0,-6-5-537,0 1-211,0-7 301,0 3 1,0-18 0,0-7 0,0-7-1122,0-2 0,6 0 1304,4-1 0,2 6 0,2-1 0,1 1-129,-1 1 0,0 3-104,0 9 326,-6-2 0,9 10 0,-3-3 0,2 5-539,0 5 1,-7 3-67,1 6 1,-7 0 883,2 0 0,-4 32 0,-1 8 0</inkml:trace>
  <inkml:trace contextRef="#ctx0" brushRef="#br0" timeOffset="162">16478 15528 8076,'-9'-14'0,"0"0"0,-1 1 1942,-4 4 0,3-4-1112,-3 4 0,3 1 0,-8 0 0,3 2 291,2 2 1,-2 3 185,-3 1-1098,4 6 1,-8 2 0,6 8 0,-2 1 0,2 4 54,1 1 0,7 0-34,-1 1-244,7 4 1,-8-7 0,6 6 0,2-3 0,2 1-602,1-2 0,6-2 43,3-5 244,10-8 1,3 0-1,7-7 1,-1 0-1,0-2-605,1-3 1,1-4 238,3-10 552,-10 3 0,9-4 0,-13 4 0,-2-1 0,-3-4 47,-4-1 0,1 3 437,-7-4-266,1 5 1,-6-7-1,-3 6 1,-2 2-1,-3 3 303,-7 4 1,2 4-126,-5 6-213,-3 0 0,6 5 0,-3 1 0,3 2 0,4 3-195,2 2 1,2 1 6,4 0 108,2 0 1,-3-4 0,10-3 0,6 0 0,7-4-220,5-2 0,4-1-282,1 0 404,1 0 1,0-6 0,5-2 0,2-1 0,0-1-57,-3-1 0,0-1 828,-5-2-357,4 6 1,-16-3 0,3 6 1048,-4 2-767,-7 1-401,-2 2 0,-6 2 0,0 3-75,0 4-211,0-3-163,0 1 0,-1-7 212,-4 0 1,2 1-14,-6 4 1,-1-3 93,-4 2 1,0-1-1,-2 1 1,-1 2 163,-2 2 0,-5-4 154,5 6-237,-6-1 0,9 5 0,-2-1 0,3 0 1,4-2 48,2 0 0,6 4-264,-2-5 177,3 2 0,10 3 0,6-3 0,9-2 0,5-6-108,5-2 0,3-2 105,7 0-60,-1 0 0,-1-2 0,-2-2 0,-2-6 0,-3-2-98,-2-2 1,-2-1 122,-2 1 14,-6 0 0,-1-2 0,-9-1 0,-1-2 0,-3 2 28,-2 1 0,-1 2 211,-5 0-242,-6 6 1,3-3 0,-7 6 0,-1 2 0,-1 1 74,-3 2 0,1 2-394,0 3 250,-6 2 0,4 8 0,-2 0 1,6 3-1,2 1 138,-1-2 1,5 0 324,1 2-342,4-3 1,1 4 0,1-7 0,4-2-1,6-2 49,6 2 1,5-4-1,7-3-235,5-2 1,3-4 0,5-2 0,1-6 0,-1-2-540,1-2 0,-6-2 200,1-3 484,-6 3 0,6-9 0,-9 6 1,-2 2-1,-2 1 161,-3 2 499,-1 0-354,-7 6 1,-6 3 0,-3 10 334,-4 4 0,-1 4-179,0 1-413,0 0 0,0 0 1,0 0-1,0 1 0,-1-1-82,-4 0 1,-3 0-1,-6 0-250,0 0 1,0-1-1,-1-3 1,0-4-1,-3-1-1085,-1-1 0,-4 1 361,4-5 679,0 0 1,5 0 0,0 0 0,0 0-1,1-2-526,4-2 703,-4 2-11,11-10 0,-2 10 1,8-3 291,6 4 0,2 1 945,3 0-843,5 0 0,-3-2 0,7-1 0,1-2 0,2 2 30,1 2 1,1-4-190,-1 0-39,0-6 1,2 3 0,2-6 0,1 1 0,-3 2 262,-5 2 1,2 1-179,-4-1 102,-2-4 1,-2 10-1,-8-5 1,-2 2 262,2 3 0,-5 3 186,-1 4-485,3 4 1,-7 6 0,4 0 0,-3 1 0,-2-1 236,0 0 1,0 0-276,0 0-76,0-6 0,-2 5 0,-2-4 0,-8 2-427,-5-1 1,0-2-1503,-7-4 869,7-2 1,-10 6-1,4-5 1,-3 2 0,1-2-2441,2-2 0,4-1 3398,-5 0 0,-6-31 0,-6-8 0</inkml:trace>
  <inkml:trace contextRef="#ctx0" brushRef="#br0" timeOffset="163">18122 15570 8021,'0'-9'1179,"-2"1"0,-1 0 767,-1 0 1,-1 7 0,5 1-1100,0 8 1,0 4-1,0 2 1,0 2 350,0 3-1153,0-3 1,0 6-1,0-5 1,1 2 0,3-2-466,0-1 254,1-8 0,1 5 1,4-5-1,2-1-304,3-2 0,3-5 245,1-5 0,2-1 0,-2-5 0,3 2 33,0-2 1,5 0 832,-4 1-388,-2-2 0,4 8 1,-5-3-1,2 0 1,2 4 637,-2 2 0,5 1-480,-4 0 0,2 4-166,-1 1 0,3 0 0,-5-4 0,2 2 2,-1 2 1,-1 0 95,2-5-597,3 0 1,-10-2-1,5-2 1,-2-4 0,-2-2-409,-3 1 1,-2-1-370,-4-4 727,-2 0 1,-7 5-1,0-1 1,-2 1 0,-3 1-676,-4 3 1,-4-1 310,-1 1 496,0 0 0,-5 7 0,0 1 0,2 3 0,1 2 134,2 3 1,2 7 6,2 0 273,-3 8 1,12-9-1,-4 7 1,4 2-1,1 4 1050,0 3 0,1 0-273,4-4-680,3 5 0,1-2 0,-1 4 0,0-1 0,-2-4 171,1-1 1,-3-6-489,-4-1-11,0-5 1,-4 2-1,-3-7 1,-2-4-1,-5-3-131,-4 1 0,-2-6-1159,1 4 880,3-10 1,-6-3-1,5-7 1,0-4-1,2-5-2050,4-3 1,8-1 807,-2 0 587,10 6 0,5-4 1054,9 8 0,29 1 0,14 2 0,7 0 0,0 0 0</inkml:trace>
  <inkml:trace contextRef="#ctx0" brushRef="#br0" timeOffset="164">19780 15599 8013,'-2'-22'432,"-1"3"0,-3 5 0,-1 3 2274,1 1 1,1 10-1802,5 5 0,-4 9 1,-1 14-1,2 1 48,1-1 0,2 7-675,0 3 0,0-2 0,0 0 0,0-1-24,0-4 1,-4-1-316,-1-2 0,0-1 1,5-3-1,0-5 118,0-4-1182,0 0 702,-6-8 1,4-2 0,-4-10-1,1-4 1,0-5-1061,2-5 0,-3 2 225,1-7 1043,1-6 1,2-1 0,-1-7 0,-2-2 0,2 0-37,1-3 1,7 5 279,0 0 185,6 7 1,-2-2 0,9 11 0,2 6 0,2 7 723,3 2 0,-3 3-221,2 4-490,-7 6 0,4 3 0,-7 9 0,-1 2 0,-4 1-125,-4-1 1,-4-1 59,-1-5-380,0 0 1,-1 0-1,-6 1 1,-5-3 0,-5-1-660,-1-1 1,1-6-656,-2 6 1017,3-7 0,-4 5 0,6-5 0,-1 2-511,1-2 0,6 0 36,4 2 837,2-4 1,10 6-1,5-7 1,5 0 0,3-2-43,-1-3 0,6 2-76,-3-6 264,4 6 0,1-10 1,1 4-1,-1-4 0,0-1 627,1 0 1,-7-2-114,-3-3-120,-4 3 0,-2-4 1,-2 6-1,-3-1 1,-2 1 674,-3 0 1,-1-5-54,-2 0-753,-6 0 1,2 1 0,-5-1 0,-2 0-1,0 0 812,1 0-647,-2 0-252,4 5 0,0 5 0,2 1 0,1 3 256,0 7 0,1 5-54,4 12-138,0 3 1,0 7 0,0 1 0,0 1 0,0 4 650,0 1 1,0-3-141,0 5-601,0-7 0,0 4 0,0-5 0,0 0 0,0 0 133,0-4-25,-7-7-756,6 2 0,-6-15 20,7-6 0,7-8-1392,2-11 1346,4 3 0,3-15 1,1 3-1,3-4 0,1-1-697,-1 0 1,4 0 816,-5 5 309,6-1 1,-11 7 0,2 5 169,-5 6-217,-8 5 0,2 7 653,-10 4 0,-3 3 0,-8 6 0,-2 0 376,-6 0 1,-1 5-237,1 0-596,4-6 0,1-1 1,0-2-1,2 1 0,2 0-204,6-2 1,-2-4 47,6 4 129,0 1 1,5-1 0,4 1 0,5 1-1,10 0 464,6-2 0,3 2 580,1-6-934,5 6 0,-4-9 1,3 2-1,-3-2 1,-1-2-509,-1 0 0,-1 0 110,-4 0 15,4 0 0,-10-6 0,6-4 1,-3-2-1,-3-3-448,-1 1 0,3 0 209,0 0 235,0 0 0,-5-2 0,0-3 0,-1-3 0,-4-2 59,-4 1 1,-4-1 496,-1-4-166,0-1 0,0 7 0,-1 4 0,-4 3 459,-4 6 0,1 3-121,-2 6-232,7 6 1,-8 3 0,5 10 0,0 5 0,-1 3 1042,4 1 1,0 0-24,-2 1-954,4-1 1,-6 0 0,7 1 0,0-3-1,0-2 45,0-5 1,2-3-91,3-2-291,-4 0 1,12-1 0,-4-4 0,4-4-2122,1-4 0,0-2 74,0-4 574,1-3 1,-1-3-1,0-1 1,0-4 0,-1-1 1502,-4-4 0,-9-39 0,-8-15 0</inkml:trace>
  <inkml:trace contextRef="#ctx0" brushRef="#br0" timeOffset="165">20545 15599 8013,'-14'0'67,"0"0"0,-1 0 1595,1 6 1,8-4 219,6 2 0,13-7-946,10-1-1160,4-7 1,1 7-1,1-3 1,-3 0-1,0 2-877,-3-1 0,-4 5 1101,5-4 0,-7 3 0,3 2 0</inkml:trace>
  <inkml:trace contextRef="#ctx0" brushRef="#br0" timeOffset="166">21749 15471 7966,'0'-14'225,"0"5"1,0-1 0,-1-1-1,-2-1 3083,-2-3-2736,0 8 1,4-4 0,-4 4 0,-5 1 0,-2 0 0,-2 3 934,-1 1 0,1 2-1227,0 0 0,-2 8 0,-1 6 0,-2 8 168,2 5 1,-4 3-249,2 3 1,1 3 0,5 6 0,4 1 307,4-1-341,-3 7 0,6-5 0,-1 4 0,5-4 1,6-3 169,4-4 0,-1-2 53,8-7-315,3 1 1,-1-7-1,4-3 1,-3-5-1,0-5 180,0-4 0,-5 1-910,2-1 186,-3 0 0,-2-10 0,-1-1-1411,-4-2 1,-3 3-663,-6-4-1210,0 5-970,0-2 4722,-6 6 0,-14 6 0,-10 2 0</inkml:trace>
  <inkml:trace contextRef="#ctx0" brushRef="#br0" timeOffset="167">22273 15783 7953,'-1'8'684,"-2"-5"1724,-2-6-1895,0 1 0,5-6 1,2 5-1,3-3 0,4 0 299,4-1 1,6-4-682,-1 2 1,8 1 0,-4-1 0,1-2 58,1-2 0,-7-1-217,2 0 0,2-2 0,-4-1 0,-3-2-193,-3 1 0,-8 3 124,2 0 0,-3 1 1,-4 2-1,-3 2 51,-4 6 1,-5 2 78,-5 2-7,3 0 0,-9 6 0,4 5 1,1 5-1,-1 5 267,4 1 0,6 1 48,2 5-172,5-5 1,-2 2-1,6-6 1,0 0 0,2-2 232,2-3 0,4 3-424,7-7 35,-1-4 0,5 0 0,1-6 0,0 0 0,3-1-24,-1-4 1,-4-3-393,6-6 265,0 0 1,-1-2-1,-1-1 1,0-2-1,-1 0-110,-1-1 1,-1 4 408,-5-3-69,-6 3 1,3 2 0,-6 0 552,-2 0-317,-1-1-235,-2 8 1,-7 2 0,-2 10-1,-4 4-147,-1 4 0,2-4-111,2 1 170,-2-1 0,8 5 0,-3 0-40,0 0 0,4-1 146,8-3-101,-4 2 1,12-9-1,-4 5 1,6-2-1,2-1 122,2 1 0,0-2-119,-5 5 1,0-4 139,0 4 0,0 1 1,-1 4 663,-4 0-449,-2 0-132,-7 0 0,0 1-156,0-1-141,0 0-395,0-6 0,1-2 0,4-8-60,4-2 0,4-4-155,1-6 491,0 0 1,1-1 0,-1 0-1,0-3 1,0-2-185,0-2 1,-1 3 529,-4-5-59,4 7 1,-12-3-1,4 5 1,-3 1 0,-2 0 520,0 0-279,0 6 1,-7 2-194,-2 6 1,-4 0-122,-1 0 0,2 6 0,1 3 0,3 4-51,1 1-1,3-6 0,4 5 1,0-4-1,0 4-155,0 1 1,6-6 60,3-4 137,4 4 1,6-5 0,0 5 0,-2-1 0,1-3-25,0 3 0,-2-4 232,3 6-125,-10-6 0,4 10 0,-5-4 0,0 4 229,-3 1 1,-4 0 167,-1 1-418,0-8 0,0 6 0,0-4-670,0 4 358,0-5-37,0-2 1,6-6 0,4 0-1,2 0-382,3 0 1,-1-5 128,0 1 259,0-7 1,0 4 0,0-4 0,1 2 88,-1-2 407,0 5 0,-5-5 0,1 6 458,1 2 0,-3 1-193,1 2-157,-6 0 0,5 0 1,-3 0 362,4 0 1,2 2-159,-1 2-534,2-2 0,-4 4 0,6-6 0,2 0 1,2 0-76,0 0 1,3 0-637,-2 0 557,-3 0 0,6-4 1,-5-3-1,2-1 0,-3-3-201,-5-1 0,-5-4 35,-6-3 203,0 3 1,-2-6 0,-2 5 0,-7-2 0,-7 2-286,-5 1 1,-4 4 142,-1 2 217,-7 4 1,3 6-1,-4 0 1,2 1-1,2 4 10,2 5 1,3 2-33,4 2 0,7 5 32,7 0 1,5 5 0,0-5-1,4 0 255,4 1 0,11-9-134,8 3-213,4-3 1,3-1 0,3-3 0,3 0 0,2-4-702,0-1 1,-2-2 511,2 0-257,-4-7 1,-5 4 0,-1-6 0,0-1 0,-1 1-1468,-3-1 0,-4 2 1348,-6-1 344,1-4 0,-6 7 0,-1-5 759,-2 2-276,-1 5 1509,-5-2 0,-2 6 2297,-2 0-2160,2 0-1196,-4 0 0,6 2 0,0 2 0,0 6 852,0 3 1,0 1-925,0 0 0,0 0-259,0 0 1,4 0 0,1 1-175,-2-1 1,4-5-55,-3 1-186,1-7 1,-5 5-1185,0-4 810,0-2 161,0-8 1,0-9-1,2-10 1,1 2-241,2-3 0,-1 0 402,-4-3 0,5 6 0,1 1 0,1 1-253,-1 4 0,5 6-578,-2 1 458,4 7 0,1-3 1,0 6-1,0 0 1,1 2-1604,-1 2 0,0 9 804,0 6 1359,-6 0 0,5 26 0,-6 9 0</inkml:trace>
  <inkml:trace contextRef="#ctx0" brushRef="#br0" timeOffset="168">24810 15769 7800,'0'-10'155,"0"1"1,0-2 0,0-2 0,-2 1 715,-3 2 0,2-1 1,-6 7-1,-2 0 1,-2 3 56,-1 1 1,-2 5 0,-1 2-1,-3 4 365,-3 5-1082,6 8 0,-3-7 1,6 7-1,1 1 1,2 0 699,1-1-803,7 2 1,-3-8-1,8 4 1,2-2 0,7-4 194,7-5 1,4 0-303,6-6 1,2 0-260,3-5 0,-2-2 0,6-3 0,-3-4-494,-2-4 0,-2-6-616,-2 0 1028,0-12 0,-6 7 1,-3-9-1,-3 2 0,-2-1-550,0-1 0,-6-6 270,-3 1 491,-3-3 0,-4 0 1,-1 5-1,-3 6 0,-2 7 138,-3 2 0,3 8-108,-2 9 206,7 2 1,-9 4 0,4 4 0,-2 7 0,1 6 412,-2 3 0,3 1 564,-1 5 1,1 6-519,-2-1 0,2 4 0,5-4 0,-2-1 553,2-2 1,-3 3-300,1 0-697,1 0 0,4-6 0,0-2 0,0-3 0,1-2-86,4-2 0,-4-7 264,4-2-2319,-3-6 1066,4 4 0,-3-14 181,7-2 402,-7-4 1,8-1 0,-5 2 0,0 1 0,2 1-172,0-1 1,-3 3 407,4-1 1,-4 6 14,4-2 0,-4 2 0,5 0 143,1-2 1,-3 0 356,1 5 0,-4 2-89,4 2 1,1 0 0,4 5 0,0 1 244,0-3 1,0 6-200,0-4 1,2-1-344,3 2 0,-2-7 0,5 2 0,0-2-52,1 1 18,-6-2 0,8 4 0,-6-7-357,-2-4 1,-1-3 173,-2-6 0,-1 0 1,-2-2-1,-3-3-232,-2-4 0,-1-3 364,-5 3 0,-2-2 0,-3 6 0,-4 1 178,-4 3-117,-1 7 1,0 2 0,0 6 10,0 0 0,-1 1 93,1 4 1,0 7-1,0 9 1,1 1 174,4 3 0,3-3-125,6 2 1,0-2 0,0 3-1,1-3 152,4-2-299,9-1 0,3-6 1,9-2-1,2-3 1,3-2-56,1-3 0,3-1-675,-2-2 519,0-6 0,-5-2 0,-1-6 0,-2-1 0,-3 1-291,-2 0 1,1-5 360,-2 0 1,-5 0 216,0 5 1,0 2-1,-6 1-13,0 1-83,-2 7 146,1-3 1,-6 7-1,6 4 1,-3 4 625,1 4-594,0-5 36,-5 4 0,0-8 137,0 5-1,0-6-261,0 4 1,-2-7 0,-3 0-87,-4 0 0,-4 0-210,-1 0 321,0 0 1,-5 0 0,0 0 0,0 0-1,0 1 157,1 4 1,0-2-192,9 6 1,-4 1 37,4 4 0,2-5 0,3 1 0,2 1 110,2 2 0,2-4-5,2 0-303,11-5 0,2 7 1,7-7-1,1-1 1,2-1-388,1-2 0,0-6-224,1-4 526,-1 4 0,0-11 1,-1 1-1,-2-5 1,-3-4-413,-1-1 0,-2-3 133,-5 1 417,0-7 1,-5 1 0,-1-6 0,-1 4 0,-4 3 927,-2 6-544,-7-1-117,-2 12 0,-1 4 1,1 13-1,1 10 684,4 6 1,2 13-198,1-1-365,0 8 1,0-5-1,0 4 1,0-1-1,0-4 655,0-1 0,1-6-770,4-1 1,-3-5-189,2 1 1,-1-4 0,2-2-245,5-4 0,-2-2-869,1-7 854,0 0 0,6-7 0,-1-2 0,1-5 0,3-4-612,1 0 0,4-6 323,-4 5 1,2-1 436,-2 1 1,-4 3 0,3-3-1,-6 5 1471,-2 4-901,-7-2-248,3 10 0,-14-4 0,-6 6 0,-8 0-87,-5 0 1,-1 0 151,0 0-384,-1 6 0,2-3 1,2 7-1,3-1 1,2 1-231,2-1 354,9 1 19,3 4 1,6 2-1,3-1 1,6 1-1,10-3 549,6-1 1,5 1-143,3 1-360,-3-6 1,5 3 0,-7-5 0,-1 1 0,-2-1-195,-1-3 1,-7 0 16,2 2-162,-3-4 0,-2 6-805,0-7 577,-6 0 248,-2 0 1,-6-2 0,2-1 0,3-2-208,4 2 0,-1-3-96,1 1 336,-5-6 0,8 3 0,-2-6 0,1 0 1,0-2-336,-2-3 0,-1 3 581,1-2-42,4 2 1,-10 3-1,5 2 1,0 3 312,0 2 0,-4 1 109,6 5-86,-1 0 0,4 7 0,-2 4 0,-3 4 0,0 6 883,0 1 1,-4-3-458,6 4-602,-7-5 0,3 7 0,-6-6 0,0-2 0,-1-1-131,-4-2 0,-3-1-8,-6-4-429,0-3 0,-2-4 0,-3 1 0,-5 2 0,-1-2-1398,2-1 0,-3-4-1142,8-3 1968,-1 4 1,0-7 960,0 3 0,-6-3 0,3-6 0</inkml:trace>
  <inkml:trace contextRef="#ctx0" brushRef="#br0" timeOffset="169">26864 16151 8514,'0'-9'9241,"0"-1"-8689,0 7 0,-1-3 0,-3 8 0,-2 2 286,-2 6 1,0 4-760,-1 5 1,-4-3 0,4 2 0,-4 0 0,-1-1-1,0 2-1558,0-2 448,6-1 0,-3-2 1,5-1-1,-1-2-3205,1-2 1861,-5 1 2375,9-2 0,40-40 0,17-15 0</inkml:trace>
  <inkml:trace contextRef="#ctx0" brushRef="#br0" timeOffset="170">27502 15896 7906,'12'-14'254,"-1"0"0,-3 0 626,-1 0 0,-3 4 1,-4 1-1,-1-2-288,-4-2 1,2 5 0,-7 4 0,-1 0-528,-1 0 0,-7 2 0,-2-1 0,1 6-70,0 7 0,-4 2 54,5 2 0,-5 2 1,6 3-1,0 5-21,2 2 0,7-2-119,0 0 84,5-1 0,-2 4 0,6-3 0,0-6 0,2-2-87,2-2 1,6-6-480,9-3 429,-4-3 1,12-9 0,-3-2 0,3-5 0,1-4-245,0-1 1,-1-6 56,-3 2 257,2-4 0,-10-1 1,3-1-1,-3 1 1,-4 0 138,-2-1 0,-4-4 373,-6 0-276,0-6 1,-1 9 0,-3-2 0,-2 6-1,-2 4 730,-3 1 0,3 8-350,-1 9-299,6 2 0,-5 5 0,5 5 120,-2 6 0,0 10 9,5 0-51,0 2 1,0 3 0,0-1 0,0 2 0,0 1 318,0 2 0,2 1-644,3-6 34,-4 0 1,7-4-1,-5-2 1,4-2-1,0-2 12,4-3 0,2-2-802,1-4 436,0-2 0,1-7 1,-1 0-1,1 0 0,3-2-594,1-3 0,0-1 51,-5-3 751,0-4 1,-5 5 0,-1-6-1,0 0 1,-2 0-59,1 0 1,-3-1-15,-4 1 427,0 6 0,0-4 813,0 2-886,0 4 0,-1 0-117,-4 6 0,-1 6 45,-4 3 1,-2-1 0,4 2 0,0 1 6,3 1 1,-1 7 0,1 0-151,2-2 1,3-1 57,5-2-76,3-6 0,7 3 1,3-6-1,2-2 0,2-1-167,3-2 1,2 0 203,2 0 0,-1-7 39,0-2 1,-4-4 0,-1-1 0,1 0 141,-2 0 1,3 0 11,-6 0 1,0 4 1,-5 1 1,0 5 0,1 0 140,-1 2 1,-2 4 128,-2 2 1,2 4-171,-2 7 0,-4-1 0,-1 0 1,-2 2-24,2 2 0,-4-2-51,4 3 1,-3-3-155,-2-2 1,0-5-1,-2-1 1,-1 0-356,-2 0 1,-6-5 225,2 2-330,-4-3 1,-1-2 0,0 0 0,0 0 0,-1 0-797,1 0 0,2-2 336,2-3 1,-1 2 404,6-6 0,1 4 0,4-5 0,0-1-772,0-1 1,1-2 210,4 0 0,4-5 803,10 0 0,-1-5 0,4 4 1,0-2 234,0-4 0,9-6 0,6-6 0,4-4 0,1 0 0</inkml:trace>
  <inkml:trace contextRef="#ctx0" brushRef="#br0" timeOffset="171">28394 15684 7906,'0'-10'0,"0"1"0,0 4 314,0-4 1,0 4 898,0-4 0,0 4 1847,0-5-2262,0 7 1,0-1 0,0 8 0,0 6 585,0 2 1,-4 9-439,-1 2-676,0 4 0,5 6 0,0 0 0,0-1 0,0-2 138,0-2 0,0-1-1144,0-4 379,0 4 0,0-11 0,0 3 0,2-3 0,1-2-3827,2 0 1039,-1-6 1423,-4 4 0,2-10 154,3 3 1,-4-10 799,4-5 768,-10-2 0,2-7 0,-6-1 0,-2-1 0,0 1 397,1 2 1,-1 3-296,7 0 888,-8 1 0,11 0 0,-4 0 1048,4 0 0,2 6-967,4 3-748,3-3 0,11 7 0,1-4 0,2 3 0,3 2 173,2 0 1,-3 0-693,-1 0 184,-5 0 0,7 2 0,-6 1 1,-2 2-1,-1-2-91,-2-1 0,-5 4-36,1 3 174,-7-2 0,8 5 0,-6-2 1,-2 2-1,-2 2 1006,-1 1-547,0-1-276,0 0 1,0 0-1,2 0 1,1 0-438,2 1 1,1-8 4,-1-2-389,-3-3 0,10-2 0,-2 0 0,2 0-146,2 0 1,1-7-43,-1-2 643,0-4 0,0-1 0,-1 0 0,-2 0 0,-3 0 81,-2 0 0,-1-1 1147,-5 1-184,0 0 1,0 5 778,0-1-1185,0 7 0,0 9 0,0 12 123,0 2 1,0 2-284,0-3 0,0-3 0,0 4 0,1-2-114,4-4 1,-4 3-16,4-8-785,-3 4 0,-2-4 6,0 1-349,0-7 645,0 3 0,1-7 1,2-4-1,2-4 0,0-6-736,1-3 1,-3 2 688,7-3 289,-7-3 0,9 6 0,-4-3 0,2 4 1,-1 2 764,2 3-594,2-2-69,1 10 1,0-4 0,0 6 0,-1 2 485,-4 2 1,2 4-67,-6 6-333,6 1 1,-8-1 0,5 0-1,0 0-397,0 0 0,-3-1-1015,4-4 927,-6 4 0,5-12 0,-5 6 0,4-3-328,0 1 1,-2 0 23,5-5 504,-1 0 1,1-2-1,-1-2 1,2-6 0,2-2-5,1-3 0,0 6 105,0-1 137,7 1 0,-6 1 0,6 2 0,-2 1 0,1 0 180,2 2 0,-5 2-86,2 1-37,-3 0 0,-2 0 0,0 1 0,1 2 1,-1 2 360,0-2 1,-6 0-99,-3 2 408,2-3-247,-5 4-589,4-6-48,-12-6 0,-2 4 1,-8-4-1,-1 1 0,-3 0-407,-2 2 0,-2 2 207,-4 1 170,-1 0 1,6 1 0,-1 2 0,0 4-1,2 1-28,3 3 0,5 1 12,5 2 63,-4 1 1,12-1 0,-4 0 0,3 0 0,4-1-195,3-4 1,4 2-84,10-6 102,-3 6 1,9-10 0,-5 4-1,2-3 1,2-2-272,-2 0 0,3-5 209,-6 0 497,0-6 1,-3 8 0,1-6 0,2-2 388,-2-2 161,-7 5-488,-4 2 0,0 1 0,2 2 24,0 5 0,0-1 56,-3 9-263,-4-1 0,12 4 1,-5-2-1,3-2 0,1 2 21,4 2 1,1-4-444,-2 1 250,-1-7 1,6 3 0,2-6 0,0 0 0,-1 0-152,-1 0 1,-4-6-64,3-4 218,-3-2 1,-7-7-1,-1-2 1,-2-1 0,-3-3-296,-1-2 0,-2-6 394,0 0 0,0 6 0,0 2 0,0 6 0,-2 4 286,-2 4-133,2 4-17,-4 14 1,6 2 0,0 10-1,0 5 1,0 4 686,0 5 1,0-3 330,0 3-1065,0-3 1,0-3 0,0-2 0,0-3 0,0-2-199,0-2 0,0-3 69,0 0-1186,0-8 1,-2 0-422,-2-7 0,0-2 602,-5-3 712,6-2 0,-8-8 0,4 1 0,1 0 1,0 0 20,3 0 0,1-5 173,2 0 130,0 0 0,0 5 0,0 0 1,2 0 392,2-1 0,3 6 736,2-1-818,10 7 1,-9-3-1,10 6 1,-1 0 0,1 0 419,2 0 1,-4 0-440,1 0-269,-4 0 1,0 2 0,-1 1-1,-2 3 1,-1 0 37,-1 1 0,-7 4 184,2-2-137,-4 4 1,-1 1-1,0 0 1,2 0 133,3 0 1,-4 1-860,4-1 352,-4-6 0,1 3 1,1-5-1,3 0-541,2 0 1,2-1 206,4-5 318,0 0 1,0 0 0,0-1 0,1-4-141,-1-5 1,0 3 535,0-3 50,-6 1 0,3-1 0,-5 2 0,1 1 229,-1-1 1,0 4-123,-1 0-118,-4 2 1,7 2 0,-5 2 0,2 2 0,0 4 516,1 0 1,-3 5-96,7-4-373,-7-2 1,10 5-1,-4-4 1,4 1-153,1 1 1,0-7-602,0 2 430,0-4 0,0-1 0,1 0 0,-1 0 0,0-1-151,0-4 0,-4-3-205,-1-6 256,-6 0 1,3 0 0,-6 0 0,0-1-235,0 1 0,-11 0 257,-3 0 178,-9 6 0,1 2 0,-7 6 1,1 0-1,0 0 52,-1 0 1,7 0-177,3 0 90,4 6 0,2-3 1,4 7-182,4 1 0,10-5-72,4-1 209,10-4 1,3-1 0,6 0 0,1 0 0,-1 0-49,0 0 1,-4-5 520,-1 1-275,1-1 1,0 3-1,-2-1 1,-2-1 854,-2 0-270,-3 3-372,-7 1 0,-2 6 1,-6 4-1,0 2 167,0 2 1,0-4-177,0-1-686,0-6 0,0 10-657,0-4 721,7-2-169,1-1 1,6-6 0,0 0 0,0-2 0,2-1-380,3-1 1,-2-1 1068,7 5-76,-7-6 0,3 4 1,-4-3-1,2 4 1,2 1 812,2 0 0,-5 4 77,2 1-625,3 6 1,-4-8 0,4 5 0,-2 0 0,-1-2 461,1 1 1,-4 2-1011,3-4-259,3 0 1,-6-5 0,3 0-1277,-3 0 1,-9-2 256,-2-3 789,-3 4 1,-5-10 0,-5 4 0,-8 1 619,-5 0 0,-38-6 0,-18 0 0,20 4 0,0 0 0,0 1 0</inkml:trace>
  <inkml:trace contextRef="#ctx0" brushRef="#br0" timeOffset="172">28224 16576 7853,'-6'-14'-208,"-2"0"0,0 0 1090,4 0 1,2-2-1,4-1 1,2-2-295,6 1 1,2-4-522,3-1 0,0-4 0,3-1 0,1-1 0,-2 1 0,-1 0-24,-2-1-1,0 3 17,0 2 0,-6 4-605,-3 5-86,3 7 601,-13 8 0,8 10 0,-12 9 0,-2 4 1,-2 4 438,-1 2 1,1-1 23,4 0-250,-4 1 0,12-1 1,-6 0-1,3 1 1,-1-3 49,2-2 0,3 1-19,4-6-289,-2 0 0,11-2 1,-2-1-1,4-5 0,4-2-601,-1-1 1,-1-5 171,2 2 362,-4-3 0,6-2 1,-7 0-1,0-2-140,0-3 903,-6 4-307,5-5 0,-11 4 0,4-1 1181,0-2-573,-4 0-661,10 12 0,-10-4 1,4 5-1,0-2 1,2-1 43,0 1 1,5-4-72,-4 2-276,4 4 0,6-6 0,1 2 0,1-2 0,1-2-476,0 0 1,-5-5 142,2 1 261,-3-7 1,-4 3 0,-2-6 0,-6-2 0,-2-1-302,-2-2 0,-3-2-166,-7 2 391,1 4 1,-23-6-1,4 7 1,-3 1-1,-2 4-478,0 4 0,-1 4 565,6 1 41,6 0 0,2 1 0,7 4 1,2 4-1,3 4 134,2 1 1,3 0 418,7 0-381,4 1 1,8-1-1,1-2 1,4-1-1,1-3-19,3-1 0,7-3-124,1-4-40,0 7 1,0-6 0,0 4 0,-2-5 0,-1-3-61,-1-2 0,-6-1 71,1 1 443,-13 3 1,8-4 187,-10 6 26,-3 0-354,1 6 0,-6 1 0,2 4 1,2-2 659,-2 2-713,5 2-163,0 1 1,1-5-1,1-1 1,1-1-231,2-4 1,1-2 104,0-1-16,0 0 0,-4-1 0,-1-4 0,0-5-109,-1-2 1,-1-2 159,-7 0-76,0-1 1,0 0 0,-2-3-1,-3-1 1,-4 2-223,-4 1 0,-3 7 10,-2-1 307,-4 1 0,-2 1 0,0 3 1,1 4-1,1 1 20,3 0 0,3 1 150,2 4-89,0 3 1,6 6 0,3 0 0,5 1 0,5-1 197,4 0 1,5-2-160,5-2-162,3 3 1,8-10 0,2 5 0,1-2-1,-2-3-208,-1-1 1,-1-2 146,-1 0 57,0 0 1,-1-5 0,-2-1 0,-1-2 0,-1-3-139,-1-2 0,-1-1 46,-7 0 196,-6 0 1,3-1 0,-6 1 0,-2 0 0,-2 0 12,-1 0 0,0 0 62,0-1-71,-6 1 0,3 2 0,-5 1 1,0 3 224,0 1 0,4 1 178,-6 1-225,7 4 0,-3-4 0,4 10 892,-3 4 1,4 4-202,-4 1-567,4 7 0,1-1 0,0 7 1,0-2-1,0 2 536,0-2 1,0 0-235,0 3-572,0-6 1,0 4 0,1-7 0,2-1 292,2 3 0,1-5-2487,-1 2 1384,-3-8 0,6-4 0,-4-6-135,6 0 1,-2-6-183,1-4 816,0-2 1,10-4 0,0-1-1,-1-2 1,-3 0-546,-1-1 905,1 4 44,-1-5 1,-5 9 0,-1 1-1,-3 3 7,-7 2 0,-4-4-81,-8 5-63,0 1 0,-7 4 1,-2 0-1,-3 1 1,1 2-56,2 2 1,5 5 43,-1-6-41,4 7 1,2-3 0,4 6 0,4 1 173,3-1 0,10-5 336,6 1-333,0-1 1,18 4 0,-4-2 0,4-3 0,1-2 14,0-3 1,5-1-76,-5-2-57,0 0 0,-5 0 1,-1 0-1,-2 0 0,-3 0-290,-1 0 141,-3-7 28,-3-1 1,-7-1 1,-4 0 64,-2 5 38,-2-2 0,-2 6-316,-2 0 619,2 0-185,-4 0 1,6 2-1,0 2 1,1 4 195,4 0 1,-2 3-67,7-6-249,-1 0 1,7-1 0,1 1-1,4 0 1,1-1-82,3 1 0,3 0-285,5-5 287,-3 0 0,5 0 1,-7 0-1,0 0 1,-1-2-68,-3-2 1,-1 0-78,-8-5 604,2 6 1,-16-5 1007,4 3-1019,-3 4-600,-2-6 0,-2 7-227,-3 0 568,4 0-123,-5 7 1,12-6 0,3 4-1,4-2 1,1 0-279,0 2 0,2 0-307,3-5 489,-3 0 0,4 0 1,-6 0-1,2 0 118,3 0 1,-3-5-73,3 0 208,-10 1 0,-1 4 100,-3 0-176,-4 0 82,5 0 1,-6 1 0,0 4 0,0 4 0,0 4 314,0 1 0,0 5 394,0 0-656,0 6 1,0-8 0,0 5 0,0 0 0,0-1 220,0-1 1,-1 2-486,-4-7 90,4 2 1,-12-9 0,4 4 0,-4-2 0,-1-5-148,0-4 0,-5-1 39,0 0-23,0-6 0,0-2 1,2-6-1,3-2 1,4-1-249,4-2 1,1-6 165,5 1 67,0 4 0,6-7 0,4 5 0,4-2 0,3 4-127,2 4 1,0-1 58,-5 7 198,7 4 1,-6-5-1,4 5 1,-3-1-93,-2 1 1,0 1 143,1 5-186,-8 0 1,4 2-396,-6 3 275,0 2 184,-5 1 1,0 0 0,-2-5 0,-2 2-400,-6-2 1,2 3-94,-1-1-110,-1 0 1,-4 0 0,0-1-1,0 1-567,0 1 0,4-4 1231,1 3 0,6-16 0,-4-5 0</inkml:trace>
  <inkml:trace contextRef="#ctx0" brushRef="#br0" timeOffset="173">31242 15868 7943,'35'-20'0,"-7"4"173,1-3 0,-3 5 195,-7 4 1,0 4 0,-5 6 0,1 2 0,-1 2 578,0 6 0,0 9-566,0 4 1,5 12 0,2 6-1,-1 6 481,1 3 0,-1 2-6,-1 5-622,-3 0 0,4 10 0,-7 3 0,-4-1 0,-4-3 265,-4-3 0,-13 3 68,-7-4-388,-6-7 0,-10-7 1,-3-7-1,-3-3 0,-1-5 156,-1-3 1,1-6-80,-1-1-166,1-5 1,-2 1-1,-2-10 1,-1-3-1,3-1-21,5 0 0,4-2 146,7-8-458,5 4 1,3-12-1,6 5 1,0-1-1,1-1-1156,4-1 1,-2-1-1486,6-3 1560,0 8 1,5-1 0,0 3 1323,0-4 0,-25-48 0,-6-12 0</inkml:trace>
  <inkml:trace contextRef="#ctx0" brushRef="#br0" timeOffset="174">9394 16477 7998,'6'-8'694,"-4"-4"1,3 2 1462,-4-2-1954,-7 4 1,-2 2 0,-6 6 0,-2 0 0,-1 0 0,-4 1 0,-1 2 289,-3 2 0,5 6-470,1-2 1,-2 4 0,2 1-1,2 0-29,1 1 0,7-1-100,-1 0 1,7 0 0,-2 0-389,4 0 433,1 1 1,1-6-1,4-1 1,5-2 78,2-3 1,2-3 166,1-4-140,-1 2 0,5-15 0,0 3 1,-2-4-1,-1-1 16,-2 0 1,0-6-276,0 2 152,0-4 0,0-1 0,1-2 0,-3-2 0,-2-2-109,-6-3 0,3 1 92,-3-2 137,1 4 0,-6 12 0,-3 3 0,-2 5 103,-2 4 1,0 10-44,-1 10 66,-4 2 0,10 9 1,-6 2-1,-1 6 0,2 2 695,4 2 0,-3 5-200,3-5-403,-1 6 1,3-9 0,-1 3 0,-1-4 0,0-4 261,3-2 0,1-1-770,0 2 53,0-3 0,6-9 1,2-1-1,1-3-752,1-2 0,-5-1-1893,4-5 1900,0-6 1,6 3-1,0-5 924,4 1 0,41-29 0,-22 17 0,0-1 0</inkml:trace>
  <inkml:trace contextRef="#ctx0" brushRef="#br0" timeOffset="175">9777 16491 8007,'0'-9'1744,"0"-1"-1352,0 1 0,0 0 3204,0-1-2011,0 7 1,0-2 403,0 10-1658,0 3 0,-2 8 0,-1 3 245,-2 4 0,0 4-387,5 1 1,-4 2-1,-1 2 1,0 1 87,-1-2-278,4-1 1,-4-3-1,6-2 1,-2-3-1,-1 0-300,-1 0 1,-1-9-487,5 1 319,0-9 1,0 2-110,0-2 1,-2-10 21,-2 1 355,2-14 0,-4-4 0,6-6 1,1 0-1,4-2-321,4-3 0,4-8 547,1-6-103,-6-1 0,9 6 0,-2 1 0,0 3 0,1 5 165,-2 3 80,0 8-182,1 8 1,-1 8-1,0 7 1,-2 4 0,-2 6 185,-5 6 1,1 4-137,-1 2 12,-1 4 1,-5-6-1,-2 2 1,-4-2-1,-1-2-86,-3 0 1,-1-1-637,-2-3 391,0-1 0,-2-5 1,-2 1-1,0-1 1,0-1-929,3-3 0,0-2-300,1 2 880,6-4 1,-1 4 0,9-8 48,6-2 0,7-6 212,6 1 422,9-8 1,2 2 0,5-3-1,-2 2 1,1-1 629,2-1 1,-4-6-158,1 2 217,-3 2 0,-8-1 1,-3 5-1,-5-2 1707,-5 2-1840,-2 7-437,-14 4 0,0 6 1,-9 1-1,-1 4 1,-4 6 214,-1 7 1,3-3 73,-4 4-344,5-3 1,4 3 0,9 0 0,4-2 0,1-1 104,0-2 0,0-5-338,0 1 186,12-7 1,-1 8 0,11-6 0,-1-2 0,-2-2 105,1-1 1,-4 0 26,3 0-264,-3 0 1,-2 5-1,-2 1-279,-2 2 313,-4 2-31,-6 4 1,0-5 0,0 1-482,0 1 240,0 1 133,0-4 1,2-1 0,2-7 0,6 0-470,2 0 1,3-5 8,-1 0 549,0-6 1,0 3 0,0-6 0,0 0 0,1 1 194,-1 4 1,-5-4 69,1 4-125,-7 3 1,8-2-1,-5 5 1,2-2 1048,3 2-675,2 1-124,1 2 0,-5 2 0,1 1 0,1 3 0,1 0 315,2 1 1,1 2-647,-1-4 26,0 0 0,0-5 0,0 0 1,0 0-1,1 0-84,-1 0-233,0 0 188,0-7 1,-6-1-1,-3-6 1,-4 0 0,-1 0-108,0 0 1,-1 0-152,-4-1 311,-3-5 0,-12 4 0,-2-1 0,-2 4 0,0 5 17,-1 2 0,0 1-42,1 5 66,-2 0 1,10 7 0,-1 2-1,4 4 1,5 1-59,2 0 0,1 2 4,5 3 166,0-4 1,0 6-1,2-7 1,4 0-1,7 0-26,4 1 0,7-8-428,-6-2 270,8-3 0,-4-2 1,6 0-1,-1 0 1,-2 0-59,-1 0 0,-6-7 92,6-2 149,0-4 1,-2 4 0,-3 1-1,-4 0 1,0 2 657,-1 0 1,-5-4-274,1 5-122,-7 1 1,3 5 0,-6 4 240,0 4 1,0 4-284,0 1-163,0 7 0,0-4 0,0 5 1,0 0-1,0 0 13,0 3 1,0-3-205,0 2 44,0-7 0,-2 4 1,-1-7-1,-1 0-155,0 0 120,3-6 101,1 5 0,0-13 8,0 0 0,0-7-411,0-7 169,0-6 0,0 2 0,0-5 0,0-2 0,0-2-472,0-1 0,1-7 229,4-3 214,3-3 0,1-1 0,2 1 0,4 3 0,2 5-354,0 3 1,5 10 214,2 5 404,3 8 0,1 7 0,-1 1 0,-2 5 0,-3 7 257,-2 4 1,-5 9 276,-6-3-430,-6 4 1,4 0 0,-9-4 0,-3-4 0,-4-3 458,-4-2 0,-3 0-105,-2 0-582,-4-6 0,-7-1 0,1-7 0,0 0 1,-2 0-1664,-3 0 0,3-7 429,-3-2 387,9 3 1,-1-7 0,6 5 0,2-1 907,1-1 0,-5-24 0,-1-12 0</inkml:trace>
  <inkml:trace contextRef="#ctx0" brushRef="#br0" timeOffset="176">2890 17979 12354,'-9'0'1860,"1"-2"-1305,2-2 1,1-4-468,5-6 0,0 4 0,0 1 0,0-2 1,0-2-1,-1-1 0,-3 0 0,-2 0-224,-2-1 1,-3 3 0,-6 1 0,-4 3-588,-1 2 0,-1 1 503,-6 5 0,1 0 0,0 2 1,1 2-41,3 6 0,4 7 144,6 2 198,0 0 0,6 0 0,3 1 1,3 1-1,2-1 337,0-3 0,7-1 159,2-2-471,4 0 1,1-6-1,2-1 1,1-3-1,3 1-235,2-2 0,-3-3-137,5-4 76,-7-4 1,5-7 0,-4 1 0,1 0 0,-1-2-1024,3-2 1,-5-5 467,3-5 479,-4 0 0,-2-5 0,-4-2 0,-4-1 0,-3-3 49,-2-2 0,-2-7 689,-3 1-342,4 6 0,-12 8 0,4 10 367,-4 4 1,5 11 270,4 8-438,2 6 0,2 15 1,0 2-1,0 6 1,0 2 964,0 2 0,0 2-570,0-2-435,0 3 1,0 0 0,0-3-1,0-1 1,0-1 376,0 2 1,0 0-342,0-4-215,0-1 0,2-1 1,1-4-1,1-4 1,1-3-62,1-2-1135,-4 0-541,11-6 210,-12-2 0,5-7-384,-6-4 1112,0 4 1,2-6-1,3 6 687,4-4 0,23-22 0,5-11 0</inkml:trace>
  <inkml:trace contextRef="#ctx0" brushRef="#br0" timeOffset="177">3145 18021 9168,'-7'0'5276,"0"0"-4062,7 0-386,-6 0 0,3 2-83,-7 3 0,7-2-274,-1 6-428,2 1 1,2 4-1,0 0 1,-2 0-165,-2 0 0,2-4 47,-3-1 0,4-4-250,1 5 0,0-6-222,0 6 0,0-6 163,0 6-29,0-7 1,0 2-204,0-10 1,0 2 138,0-7 374,0-5 1,0-1-1,1-3 1,3 2 0,2-1 118,2 0 1,1-1 251,5 4-39,0 1 1,2 2 0,2 1 0,0 3 0,1 2 1022,2 2-806,-5 3-300,4 7 1,-6 7-1,-1 6 1,-2-1 0,-3 1 45,-2 0 0,-1 5 65,-5-5-469,0 6 1,0-9-1,0 3 1,0-4-1,0-1-1186,0 1-318,0-7 1235,0 4 1,1-12 0,4 0 97,4-8 1,6-4 207,3-3 156,-2-5 0,6 4 0,-4-3 0,0 4 0,0 0 408,-2 1-194,-2 0-37,0 0 0,-5 6 0,-1 5 486,-2 6 1,-1 5-144,-5 6-253,0 0 1,5 2-1,0 1 1,-1 2 0,3-1 423,2-3 1,4 4-205,1 0-377,0 0 1,0-10-1,2-1 1,1-1 0,2-4-45,-2-2 0,4-1-502,-2 0 309,0-6 0,-5-2 0,-1-8 1,-2-1-1,-4-3-280,0-2 0,-3-2 132,-4-4 132,0 6 1,-1-5 0,-4 5 0,-4-2 0,-5 2-510,-5 2 0,1 6 440,-5 4 1,1 7-1,-4-2 1,3 4 4,-2 1 0,4 1 219,2 4-2,4 3 1,2 11-1,2 1 1,3 2-1,2 2 420,3-2 0,1 3-3,2-6-227,0 6 0,2-9 0,2 3 0,4-4 0,2-2 122,-1-3 1,1 1-125,4-7-199,0 1 1,0-5 0,0-2-1,0-1 1,1-3 37,-1-2 0,5-1-390,0-6 256,-1-5 0,1 4 0,2-3 0,-1 4 0,2-1-203,0-3 1,0 3 51,2-3 241,3 4 1,-10 0 0,5 3 0,0 1 0,-1 1 51,-1-1 1,-1 5-129,-5 1 217,-6 4 1,5 1 0,-4 1 395,4 4 0,-4 1-131,1 4-114,-7 2 0,3-4 0,-4 6 1,1 1 255,1-1-455,1 0-70,-5 0 1,0-4-501,0-1 726,0-6-223,0 3 0,-1-7 0,-4-2-326,-5-2 1,3-4-97,-3 4 361,1-6 1,-6 9 0,1-4 0,-1 1 0,-3 1-26,-1 0 0,0 3-18,5 1 104,0 0 0,0 1 1,0 4 276,0 5 0,6 7 80,3 2-181,3 0 0,2-5 0,2 2 0,3-1 0,4 1 134,4-3 0,1-2-247,0 3-19,7-6 0,-6-2 0,6-6 0,-2 0 0,0 0-108,-2 0 0,-1-2-199,-2-2 248,0-4 0,0-6 0,0-2 0,-1-1 1,-2-4-264,-2-1 217,-5 5 0,2-5 1,-6 4-12,0 0 0,0-6 1,0 5-1,0 0-218,0-1 1,0 4-81,0-3 185,0 3 1,0 2-1,-2 2-21,-2 2-135,2 4 314,-4 6 110,6 6 191,0-4 118,0 10-385,0-4 257,0 0 1,1 3-1,2-5 342,2 2-333,0 2-193,-5 4 0,5-5 0,-1 1 0,-1 1 144,-1 1 1,-2-2-268,0-1-60,0-6 1,0 10-98,0-4 0,0-1 169,0 2 233,0-7 1,0 5 348,0-4-399,0-2 328,0 4-450,0-6-1735,0 0 1305,0-6-1267,0 4-1458,0-4 631,0 6 2052,0 0 0,-6-12 0,-2-4 1</inkml:trace>
  <inkml:trace contextRef="#ctx0" brushRef="#br0" timeOffset="178">4265 17837 7948,'-6'-9'0,"-4"-1"859,-3-1 1,4 4-1,0-1-64,-2 1 1,4 4 0,3 8 103,2 4 1,2 4-534,0 1 0,0 0 0,0 2 0,0 3 362,0 5 1,0-2-359,0 1 0,0 1 0,0 4 0,0 0 20,0 1 0,0-1-30,0 0-410,0-5 1,0 2-1,2-6 1,1-2-1,1-1-39,0-2 1,-1-2-571,1-2 517,-2-4 1,6-6 0,-3 0 0,4 0 0,4-1-503,1-4 519,6-3 1,-4-6 0,5 0 0,-3-1 0,1 0-234,-1-4 0,-3 3 117,0-3 185,-1 3 0,5 2 1,-2 0-1,-3 0-45,-3 0 250,-1 0-68,-3-1 1,1 8 133,-3 2 49,-3 3-53,4 2 0,-8 0-324,-2 0 63,2 0-312,-4 0 1,4 0 47,-3 0 147,4 7 345,-5-6 1,6 7-41,0-3 65,0-4 137,0 6-116,0-7-508,0 0 70,0 6 73,0-4-23,0 4 86,0-6 1515,0 0-1747,0-6 1,-2 2-16,-3-5 268,4 6 1,-6-5 0,6 5-1,-4-2 183,-4 2 1,-2 3-46,1 5 0,2 1 1,5 5-1,-3-2 227,-2 2 1,5 4-77,-2 3 0,4-2-46,1 3 0,0-3 0,0-2 0,1 0 146,4 0 1,3 0-122,6 1 0,5-6-233,0 1 1,6-7 0,-2 1 0,4-2 68,2-2-57,-1 0 1,-5-6-1,0-2 1,-3-2 0,-3 1-136,-1-2 0,-3 3-63,-4-1-390,-3 5 1,-6-3-787,0 2 1,-1 3-261,-4-2 0,-3 2 471,-6 2 1,5 0 1172,-1 0 0,-18 19 0,-10 4 0</inkml:trace>
  <inkml:trace contextRef="#ctx0" brushRef="#br0" timeOffset="179">4605 18163 7931,'0'-14'64,"0"0"1,0 0 0,0-1-1,0 1 1,-2 0 1348,-2 0-1067,2 0 0,-9 0 1,5 1-1,-2 2 1,-3 3-1,-2 3 245,-1 7 1,0 0 0,0 7-1,0 4-204,-1 4 1,1-1-138,0 3 0,1 1 0,2 1 0,4 1 23,0 3 0,3-5 56,4-1-423,0-3 0,0-2 0,0 0 0,1-1-102,4-4 0,3-2 5,6-7 100,0 0 1,2-2 0,1-3 0,2-4 0,0-4-230,1-1 0,-4 0 276,3 0 42,-3-7 0,-2 5 1,0-2-1,0 2 1,-1 2 242,-4-1 0,-2 1 41,-7 0-242,0 6 1,0 0 0,0 7-143,0 1 0,0 3 286,0 11 0,0 0 89,0 0 0,0 1 0,0-1 0,0 2 178,0 2 1,1-7-433,4 4 56,3-4 0,1-3 1,1-2-1,2-1 0,4-1 117,3-1 1,1-3-61,-1-4 0,-1 1-19,5-7 1,-4-4 0,3-5 0,-1 0-98,-4-1 1,0 2 52,2-5-168,-9-1 1,8-4 0,-10-2 0,2-2 0,-2-2-562,-2-2 1,-1 4 345,-5-1 1,0 8-7,0 1 0,-2 12 1,-3-1-151,-4 5 0,-2 5 333,1 8 112,-2 3 0,4 12 1,-5 4-1,4 4 1,3 4 468,-1 1 1,6 6 406,-4-1 1,3-4-464,2-1 1,0 2 0,0-2 0,2-1-140,3-3 1,4-6-51,10-5 0,-2-8-381,7-5 1,0-4 0,4-1 0,-1-1-935,-4-4 1,3-8 546,-8-6 0,6 0-1333,-5 5 1,0-5 1901,-5 1 0,-6-20 0,-2 0 0</inkml:trace>
  <inkml:trace contextRef="#ctx0" brushRef="#br0" timeOffset="180">3202 17228 7785,'6'-8'588,"-4"-4"0,4 4 0,1 0 39,2 3 1,-3 5-1,-1 5 1,-3 4-1,-2 4 68,0 1 0,0 5 1,0 1-1,0 1-342,0-1 1,0-1 0,0-3-1,-2 1 120,-3 2-375,4 0 0,-6-5 0,9-1-73,3-4-825,3-2 509,6-7 0,0 0 1,0-2-1,0-3 1,1-4-1083,-1-4 1,0-1-1265,0 0 1799,-6 0 1,3 4 837,-6 1 0,-32-38 0,-12-15 0</inkml:trace>
  <inkml:trace contextRef="#ctx0" brushRef="#br0" timeOffset="181">3273 17001 7853,'-2'-9'0,"-2"0"0,2-1 744,-10 2 1,8-3-234,-5 6 0,4 1 791,-4 4 0,-1 0 356,-4 0-398,6 0-391,2 0-817,19 0-88,-4 0 0,7-5 0,-7 0 0,1 1 1,-1-1-417,1 0 1,-6 0 102,6 5-1775,-7 0-1481,3-6 2965,-6 5 0,-1 1-521,-4 9 1161,3-3 0,-23 57 0,1 8 0</inkml:trace>
  <inkml:trace contextRef="#ctx0" brushRef="#br0" timeOffset="182">6163 17851 13708,'2'-7'572,"3"2"1,4 3 0,4 2-177,1 0 1,6 0 0,4 0 0,3 0 0,1 0 0,0 0-400,1 0 1,-2 0 0,-4 0 0,-4 0-1864,-3 0 0,-2 0-1195,0 0 1920,-6 0 0,-10 2 1141,-12 3 0,-28 6 0,-12 4 0,-7 4 0,-1 0 0</inkml:trace>
  <inkml:trace contextRef="#ctx0" brushRef="#br0" timeOffset="183">6163 18050 7844,'0'8'2394,"0"-2"1,7-6-639,2 0 0,9 0-342,0 0-1295,8 0 1,-4 0 0,6-2 0,0-1 0,-1-3-130,-3-2 1,-2 5-26,-3-2-1061,-4 4 1,1-4-1748,-6 0 0,-7 2 2843,1 8 0,-40 15 0,-11 10 0</inkml:trace>
  <inkml:trace contextRef="#ctx0" brushRef="#br0" timeOffset="184">7963 17894 7838,'0'-9'485,"0"-1"1,0-1 190,0-2 0,0-1 0,0 0 1,0 0-225,0 0 0,-2 0 1,-2 1-267,-6 4 1,2 1-1,-1 5 1,-4-2 109,-4 2 1,1 1-198,-3 2 1,4 6 0,-1 4-1,-2 2 173,0 3 0,-1-1-56,5 0-182,-1 6 0,3-2 1,1 4-1,3-2 1,2-2 235,2-3-429,3 6 115,7-5 0,2 4 1,6-7-1,2-4 0,1-4-210,2-4 1,6-1-64,-1 0 242,3 0 1,-4-6-1,-1-3 1,-1-4 0,-2-1-46,1 0 0,-4-5 46,3 0 59,-3-6 1,-7 4 0,0-6-1,1 1 1,-2-4-60,-3 0 0,-4-2 25,-1-1-1,0-3 0,0-5 0,0 3 1,0 5-1,0 5 21,0 4 1,0 9-45,0 5 86,0 7 0,0-2 1,0 10-1,0 5-21,0 2 1,0 10 849,0 6-592,0 1 0,0 10 0,0-4 1,0 1-1,0 2 565,0-2 0,-1 3 14,-4-6-589,3 7 1,-4-6 0,6 3 0,0-7 0,0-5 154,0 0 1,0-5-54,0-1-56,0-9-223,6 2 1,-4-12-86,3 0-281,-4 0 0,-1-12 1,0 2-1,2-2-1738,2-3 0,-2 6-128,3 0 921,-4 5 1248,6-8 0,0 4 0,8-6 0</inkml:trace>
  <inkml:trace contextRef="#ctx0" brushRef="#br0" timeOffset="185">8331 18050 7837,'0'-10'-809,"-1"1"2419,-4-2-387,3 5 1,-2-5 83,8 6 1,-2 2-585,3 7 0,-4 4-454,-1 6 1,0 1 0,0 0 0,0 3 62,0 1 0,0 6-162,0-2-67,0 4 1,0 0 0,0-2-1,0-1 1,0 1 141,0 2 0,0-5-186,0-3-207,0-4 1,0 0-1,0-1-656,0 0 172,0-6-429,0-2 1,0-8 0,0-2-1398,0-6 0,0-2 1060,0-2 1398,0-7 0,-19-45 0,8 24 0,-1 0 0</inkml:trace>
  <inkml:trace contextRef="#ctx0" brushRef="#br0" timeOffset="186">8303 18050 7855,'6'-19'5,"4"0"0,-2 0 676,1 5 1,-1 5-88,1-1 1,4 2-1,-4-1 364,4 4 1,1 3 11,0 2-747,0 0 1,1 5 0,-1 2 0,-2 0 0,-1 4 62,-1 2 0,-7 1-90,2 0-85,-4 0 0,-1 1 1,0-1-1,0 0 1,-1 0 89,-4 0 0,-3-4-86,-6-1-484,-6 1 1,2-1 0,-4-1 0,2 0 0,1-2-836,-2 0 0,6-1-1108,-4-5 1425,3 0 1,2 5 886,0 0 0,25-20 0,6-8 0</inkml:trace>
  <inkml:trace contextRef="#ctx0" brushRef="#br0" timeOffset="187">8615 18007 7870,'0'-9'360,"0"-1"0,-5 6 2108,0-6-1083,1 7-320,4-3 0,-5 7-452,0 4 1,0 0-1,5 7 1,0 4-23,0 0 1,0 0-417,0-2 1,0 0 0,0 0-151,0 0 1,0 0-36,0 1 247,0-7-973,0 4 373,0-10 190,0 4 1,0-12 0,0-4-1,2-4 1,3-5-224,4-4 0,5 1 540,5-2-185,-3 7 1,6-4-1,-5 5 1,2 1 0,-2-1-63,-1 3 1,-2 9-1119,1-1 220,-1 3 0,-6 4-694,-4 3 1695,-2 2 0,-34 27 0,-7 3 0</inkml:trace>
  <inkml:trace contextRef="#ctx0" brushRef="#br0" timeOffset="188">8884 17979 7886,'0'-14'779,"0"0"1,0 4-256,0 1 0,0 4 830,0-4 0,-6 5 361,-4 0-1431,-2 2 0,-1 10 1,2 5-1,1 4 28,-1 0 0,4 5 11,-3 2-273,7 3 0,-3-4 0,6 1 0,0-1 0,0 0-234,0-5 48,0 4-8,6-6 1,2 3-1,6-9 1,0-6 0,0-2-19,1-2 1,3-6-82,1-4 135,0-3 0,-5-1 0,1-1 0,-1-3 0,0-2-233,0-2 0,-6 3-49,-3-5 207,3 1 1,-7 1 0,4 3 0,-5 3 0,-5 3-407,-4 4 0,-6-2-85,-3 6 573,2 0 1,-9 7-1,6 3 1,1 3 0,3 1-84,1 1 0,1-1 113,4 5 101,2 0 0,7 0 1,2 1-1,3-3 1,6-1 151,6-1 0,0-7-234,7 2-1,-1-4 0,1-1 0,0 0 1,-1 0-1,1 0-56,-1 0 0,0-5 551,0 1-261,-2-7 1,-7 4-1,0-4 1,0 2 1143,0-2-450,-6 5-2,-2-1-123,-6 7 0,0 11-104,0 4-399,7 2 1,-6 3-1,4 2 1,-3 2-1,-2 0 96,0 1 0,0 1-241,0 3-72,0-1 0,0-4 0,0-2 0,0-2 1,0-2 308,0-3-699,0-7 281,0 5 1,-2-13 0,-1 0 130,-2-8 1,-4-5-474,4-1 275,0-6 0,5-2 0,0-7 1,0 1-1,0-2-149,0-3 1,2-2 149,3-2 13,2-4 1,8 11-1,-1-3 1,2 3 0,1 5-1,2 6 1,4 1 191,-4 14 27,6-1 1,-7 7-1,4 2 1,-2 7-1,-4 5 241,-5 3 0,2 5-237,-4-6-60,-3 8 1,1-11 0,-7 4-1,-2-3 1,-3-2-116,-4 0 1,-4 0-986,-1 1 661,-6-7 0,-2-2 0,-7-5 0,1 3 0,0 0-1515,-1-1 0,3-1 1923,2-2 0,-22-19 0,1-5 0</inkml:trace>
  <inkml:trace contextRef="#ctx0" brushRef="#br0" timeOffset="189">8445 17285 7818,'0'-10'3421,"0"1"-2229,6 6 0,-4-2-199,2 10-671,-2-4 0,-2 13 0,0-1 0,0 6 0,0 1 1,0 2 329,0 0 0,0-4-658,0 1 0,1-4 1,3 0-1,0-1-962,-1 0-491,-1 0 0,4-6-794,4-3 1,2-5 586,2-5 1666,-6-3 0,3-35 0,-3-16 0,0-3 0,0-1 0</inkml:trace>
  <inkml:trace contextRef="#ctx0" brushRef="#br0" timeOffset="190">8487 17044 7885,'-8'-6'509,"-4"4"1,4-4 225,-6 6 0,-1 0 275,1 0 0,0 0-275,0 0 0,5 0 1,1 1-1,0 2 198,0 2-611,5 0-406,-4-5 0,9 5 1,3-1-1,4 0-371,4-3 0,1-2 408,0-4-1306,-6 3 0,5-4 0,-6 7-2419,1 4 3772,-1 3 0,-26 50 0,-5 12 0</inkml:trace>
  <inkml:trace contextRef="#ctx0" brushRef="#br0" timeOffset="191">9918 17809 7825,'0'-9'1938,"0"-1"-1540,0 7 1,7-3 0,2 6 0,4 0 0,1 0 0,1 0 73,4 0 0,8 0 0,8 0 0,1 0 97,3 0-499,2 0 1,-5 0-1,-2 0 1,-6 0 0,-5 0-96,-4 0 1,-8 0-1690,-1 0-862,-7 0 1,-12-2 2575,-10-3 0,-41-9 0,-2-8 0</inkml:trace>
  <inkml:trace contextRef="#ctx0" brushRef="#br0" timeOffset="192">10159 17639 7825,'5'-14'439,"0"0"1,-1 4-35,-4 1 0,0 4 2067,0-4-262,0 5-1450,0-2-583,0 6 0,0 3 0,-1 5 0,-2 8 0,-4 4 237,-1 6 0,5 0 79,-2 3-346,-2-1 0,5 2 0,-3 1 0,4 2 1,1-1 90,0-2 1,0-7-148,0 1-57,0 0 1,0-2-1,0-3 1,0-4-84,0-1 1,0-4-77,0-1 18,0-5 1,0 0-434,0-8 0,0 0 86,0-5-646,0-1 1,0 1 0,0 0-3213,0-2 4312,0 4 0,12-18 0,4 1 0</inkml:trace>
  <inkml:trace contextRef="#ctx0" brushRef="#br0" timeOffset="193">11023 16435 7842,'15'-8'-311,"-6"-5"0,0 4 0,2-4 1050,2-1 1,-5 5-1,-2 1 1,-1 0 163,0 0 0,-7 5 1,-7-2-556,-4 4 0,-6 1 1,-1 0-1,-1 0 175,1 0 0,-4 1-281,5 4 0,-4 1-40,4 4 0,-5 2 1,5-2-1,0 2 253,-1 2 0,4 5-72,-3 0-274,4 0 1,5 2 0,2 1 0,0 1 0,2-1 83,0-1 0,1 4-65,5-2-190,6-2 0,4-1 0,7-5 1,4-1-1,1 0 37,3 0 0,0-6-51,-1-3 38,2-4 1,-5-1 0,4 0 0,-1 0 0,-1 0 4,-1 0 0,-1 0 285,-7 0 12,0-6 1,0 3-1,0-5 825,1 2-539,-8-5 1014,0 9-554,-7-4-789,-7 6-329,0 0 1,-8 0 0,0 0-1,-3 0 1,-1 0-741,2 0 0,-3 0 547,1 0 13,0-7 0,0 6 1,0-4-1,2 4 1,1-1-596,2-3 1,0 2 803,0-6 45,6-1 1,-3-4-1,6 0 1,2-2-1,1-1-113,2-2 0,6-6 210,4 1-104,9-3 1,1 4 0,5 1 0,-1 1 0,1 4 76,2 1 1,0 4-31,-4 2 62,4 4 0,-11 1 1,3 0 336,-3 2-301,-2 2 35,-6 7 0,-4-4 0,-8 2 104,-6-2 1,1 3-37,-5-1-180,3 7 0,-15-8 0,6 5 1,-2 0-1,-2 0 29,2 3 1,-5 2-5,4 1 36,2 0 0,-5 5 0,4 0 0,-2 0 1,2 1 268,1 4 0,3-2-158,3 1-50,1 1 1,6 0 0,4-2 0,2-2 0,2-3 322,0-1 1,2-3-198,2-4-160,10 4 1,4-12 0,5 4 0,3-3 0,0-2 32,3 0 0,-1 0-226,0 0 73,1 0 0,-1 0 0,-1 0 1,-4 0-1,-4 0 34,-3 0 1,-2 0-170,0 0 14,-6 0 0,-1-2 345,-7-3-101,0 4-101,-7-5 1,-1 6 0,-7 0 0,-3 0-1,-2 0-21,-2 0 1,3 0 70,-5 0-206,1 0 1,-1-5 0,0 0 0,1 2 0,-1 0-516,1-2 1,5 2 287,-1-6 346,4 5 0,1-8 0,-1 2 0,3-2 1,2-2-64,6-1 1,2-5-229,2-4 240,6-2 0,4-3 0,9 1 0,4 1 0,4 4-98,1 4 0,5 0 138,0 5 5,7-4 1,-10 12-1,3-3 1,-3 4-1,-4 3 87,-2 2 0,1 0-69,-6 0 50,0 7 0,-9 0 1,-3 8 127,0-1 1,-4-2-73,-8-2-12,4-4 1,-12-1 0,4 1-1,-6 0 1,-2 1 79,-2-4 0,-4 0-56,4 2-1560,-7-4 0,11 6 0,-4-6 0,3 2 1,2 2 1449,0-2 0,-26 11 0,-5 2 0</inkml:trace>
  <inkml:trace contextRef="#ctx0" brushRef="#br0" timeOffset="194">11278 17880 6781,'7'-8'439,"-6"-5"1,6 5 678,-1 1 1,-5-1 0,4 3-783,-3-4 1,-4 2 0,-1 1 0,-3 1 33,-2 1-293,-2-1 0,1 5 0,0 0 0,-4 0 0,-3 0 366,-3 0-427,0 6 1,5-3 0,-1 7 0,-3 1 0,-1 1 119,2 2 1,1 1-156,2-1 102,6 0 0,-3 0 0,6 0 0,2 0 87,2 1 1,1-6 229,0 1-332,6-7 0,3 3 0,9-6 0,2 0 0,2 0 125,3 0 0,2-6-255,2-4 137,-1-2 1,-4-3 0,-2 1-1,0 0 1,-3-2 226,-4-2 1,3 0-149,-9-5-189,-3 5 0,5-10 1,-6 1-1,-2-4 1,-1-2-172,-2-2 0,0 0 40,0-2 113,-7-4 1,4 11 0,-5-2 0,1 7-23,-1 6-120,5 10 257,-10 2 1,11 20 0,-2 6 0,2 8 0,2 6 483,0 5 0,0-2 303,0 2-607,0-1 0,-1 4 1,-3-1-1,0-4 1,1-2 290,1-2 1,2-2-164,0-2-179,0-6 1,0 0 0,0-4 0,0 0 550,0 0-428,0-9-299,0-3 1,5-7 94,-1-4 0,1 2-1916,-5-6 1039,0 5 0,0-8 0,0 2-638,0-2 0,0 2-1706,0 1 2146,0 6 1,0-5 964,0 3 0,6-3 0,2-6 0</inkml:trace>
  <inkml:trace contextRef="#ctx0" brushRef="#br0" timeOffset="195">11746 17993 6495,'6'-8'1880,"-4"0"-1217,3 4 1,-4 1 0,-1-7-1,0-1-116,0-2 0,-1 1 1,-4 1-1,-5 1-322,-2-1 1,2 0 0,1 0-1,-2 3 45,-2 2 0,-1-3-222,0 4 0,0 0 0,0 7 0,-1 1-5,1 2 1,0 6-45,0-2-32,0 10 1,1-2-1,2 5 1,2 1 0,-1-3-119,2 0 0,2-1 126,6-5-151,0 1 1,2-3 0,2-2-1,6-6-255,2-2 0,4-2 113,3 0 281,-3-6 1,9-2 0,-4-6 0,-1-1 0,2 1 165,0 0 0,-5-2 211,2-2 0,-8 2-98,-1-3 1,-2 3 0,3 4 0,-4 1 335,0 1 1,-2 5-138,-5-4-410,0 6 1,0-2-1,0 10 1,0 6 321,0 6 0,0 5 154,0 6-316,0 1 1,-5 1 0,0 1 0,2 2 0,1 0 356,2 2 0,0-5-337,0 3-100,0-9 1,0 2-1,0-4 1,0 0-73,0-3 0,-1-9-808,-4-6-1209,3-2 271,-4-2 1,6-2 182,0-2 1,0 1 0,2-7-826,2-1 2349,-2 5 0,-2-45 0,-8-4 0</inkml:trace>
  <inkml:trace contextRef="#ctx0" brushRef="#br0" timeOffset="196">11718 18106 7820,'8'-9'3,"-4"0"0,-1 4 952,2-5 1,-3 6 183,2-6 301,-2 7 1,0-8-99,2 6-975,4-6-393,6 10 0,-1-7 0,-2 5 0,-2-2-63,2 2 1,2-3-408,1 1 392,0 0 0,-4 0 0,-1 1 0,1-1 1,-1 0-285,1 1 1,-6-6 611,6 5 83,-7-6 1,5 8-1,-5-6 902,2-2-743,-1 4-426,-4 1 1,0 8-1,0 2 1,0 6 346,0 2 0,0 3 117,0-1-487,0 0 0,5 2 1,1 1-1,2 2-582,3-2 0,-3-3 397,2-4-238,-1 2 1,0-10-1,1 3 1,1-4 0,2-1-273,1 0 0,0 0 503,0 0 153,-6-6 1,5-2-1,-4-6 1,2 0 0,0 0 438,-2-1 0,-5 1 394,0 0-437,-2 0 0,3 5 1,-1-1 557,-1-1-746,-1 5-88,-2-1 1,0 19-1,-2 2 1,-1 1 151,-1 1 0,-1-2-50,5 0-234,0 1 1,1-1 0,4 0 0,5 0-142,2 0 0,-2-6 3,-1-3 107,1 3 1,4-7 0,1 4 0,3-5 0,1-5-288,-2-4 1,-1-4 198,-2-1 60,0 0 0,0-2 1,0-1-1,-1-4 0,-2 1-162,-2 0 1,-4-1 74,5 2 151,-7 3 1,3 1 0,-6 5 0,-1 1-58,-4 1 1,2 2-44,-7 6 67,1 6 1,-5 2-1,-1 8 1,3 1-1,1 3 428,1 2 1,6-3-136,-6 5 8,7-7 0,-3 8 0,6-6 0,0-1 1,0-3 148,0-1 1,6-1-352,4-3-42,2 2 1,7-10 0,1 2 0,1-2 0,1-4-419,0-2 1,2 1-197,4-7 472,-6 1 1,3-6-1,-6 0 1,-2-3-1,-1 0-99,-2 0 0,-1 1 80,-4-2 94,-2 3 0,-3-4 0,1 6 348,-2-1-14,-1 8-215,-2 0 1,-5 9-1,-1 1 1,-2 5-1,-2 3 324,3 5 0,-1 1 471,3-3-643,3 0 1,-4 0 0,6 1 0,0-1-1,0 0 530,0 0-1162,0 0 251,6 0 1,-2-6 0,5-1 0,2-3 0,2 1-355,1-2 1,0-3 68,0-4 396,0 2 0,5-11 0,0 4 0,-2-4 0,-1-1 77,-2 0 1,1 1 109,-1 4 125,-6-4 1,3 5-1,-5-4 823,2 2-691,-5 4-234,3 6 1,-6 2 0,0 2-1,0 6 71,0 2 0,5 3 18,0-1-179,-1 0 0,3-5 0,2 1 0,4-1 0,1 1-66,0-1 0,2-6-416,3 2 307,-4-3 1,7-2 0,-4 0 0,1 0-334,-2 0 1,-1-7 239,-2-2 115,0-4 0,-6 4 0,-3-1 0,-4-1-254,-1-1 1,0 2 180,0 1-556,0 6 0,0-5 0,-1 5 733,-4-2 0,-41-6 0,-15 3 0</inkml:trace>
  <inkml:trace contextRef="#ctx0" brushRef="#br0" timeOffset="197">13106 18050 7837,'-5'-14'95,"-1"1"0,0 2 602,0 2-185,1 5 0,0-3 1,0 2 1131,2-5-633,2 4 70,1 0-643,0 6 101,0 0-224,0 6-21,0-4 0,0 6 1,0-4 261,0 6-244,0 2-225,0 2 1,0-4 0,1-2 0,2 0 68,2 0 1,1-5-103,-1 1-55,3-2 0,1-2 1,1 2-1,1 1 1,2 1-98,1 0 0,0-3-96,0-1 127,0 0 0,5-5 1,0-1-1,-2 0 1,-1-2-171,-2 0 0,0-1 78,1-6 69,-1 8 0,-2-6 1,-1 5-1,-3-1 88,-1-1 1,-3 6-81,-4-6-326,0 7 640,0-3 1,2 17 111,3 3 0,-2 3-72,6-3-170,-6-6 0,10 5 1,-4-4-1,6 2 1,2-1 0,2-6 0,4 3-381,-4-3 213,6 1 0,-3-5 0,7 0 0,-1 0 0,-1 0-188,-3 0 1,1-6 178,-6-4 66,6-2 0,-11 2 1,2 1-1,-5-2 1,-2-2 180,-1-1-250,-2 0 0,-7 0 1,-4 1-1,-4 4-318,-4 4 1,-3 3-369,-3 2 574,-3 0 0,-1 0 0,-1 2 0,0 3 0,2 6 166,4 6 1,3 0 20,6 7 0,-2-5 72,6 5 0,-4-6 1,4 6-1,2 1 963,1 2-756,9 1 1,-4 1 0,5-3 0,-1 0 0,0-4 1239,-1-2-1179,-1 5-238,-5-9 1,0 0 0,-2-8-30,-3-2 0,-4-1-212,-10-5 0,2-5 0,-7-1 0,1-2-465,1-3 0,1-3-214,7-5 453,0 3 0,6-11 0,3 5 0,4-1 1,1 1-1389,0 1 0,6-3 1116,3 6 1,-1-6 638,2 5 0,-32-12 0,-4 1 0</inkml:trace>
  <inkml:trace contextRef="#ctx0" brushRef="#br0" timeOffset="198">11944 17370 7837,'0'-14'401,"0"4"0,0 1 3258,0-2-2858,0 4 0,-1 3-485,-4 8 1,3 6-1,-4 7 1,1 2 0,1 0-1,1 0 502,1 0-763,2 0 1,0-5 0,-2 0 0,-1 0-606,-1 0 599,-1 0-4444,5 1 504,0-8 3891,0 0 0,-13-58 0,-2-12 0</inkml:trace>
  <inkml:trace contextRef="#ctx0" brushRef="#br0" timeOffset="199">11902 17171 7837,'8'-14'0,"3"0"1892,-7 0-1114,1 6 0,-5-5 0,2 6 0,1-3 3154,2 1-2529,-1 6-1684,-10-10 1,3 11-4475,-7-2 3198,1 2 1231,-5 2 326,6 13 0,-11 40 0,3 23 0</inkml:trace>
  <inkml:trace contextRef="#ctx0" brushRef="#br0" timeOffset="200">14736 17752 7837,'-8'-1'768,"1"-2"389,1-2 0,0-1-640,-4 1 0,10 3 0,11-2 0,7 2 2,5 2 0,10 2 1,5 1-1,3 1 208,2 0 1,-1-3-485,1-1 1,-6 0-85,1 0 1,-8 0-1,0 0-44,-5 0-174,-7 0-1152,-4-6 0,-14 3 128,-10-7 0,-2 2 1,-4-3-1,-3 2-884,-5-2 0,2 0 1111,-1 1 856,5-2 0,-7 2 0,6-7 0,2-2 0,3 2 0,4 1 0,-1 2 0,7 0 484,-1 0 0,0 4 2416,1 1-2300,-1-1 759,5 2-698,0 2 0,5 8 0,-1 2 412,-1 6 0,-1 7-4,-2 2-821,-6 6 1,4 2-1,-3 6 1,2 0-1,0 0 154,-2 0 1,1 2-104,4-2-258,0-3 1,0 4 0,0-7-1,0-3 1,0-5-453,0-4 0,4 0 41,1-1-2927,0-6-313,-5-2 716,6-12 1504,-4-2 1390,4 0 0,25-42 0,9-6 0</inkml:trace>
  <inkml:trace contextRef="#ctx0" brushRef="#br0" timeOffset="201">16238 17781 7837,'0'-15'169,"0"1"0,0 0 0,0 0 0,0 0 0,0 0 1407,0-1-1409,-7 1 0,1 0 1,-5 2-1,0 2 1,-3 5-1,-4 4 0,0 1 1,-1 0-1,0 0 236,1 0 0,3 11-343,1 3 1,-1 5 82,1 0 0,5-2 0,1 7 0,2-1 31,2-1 0,-2 4 0,1-8 1,2 1 50,2 2 1,1-10 131,0 3-234,0-3 1,8-3-1,4-3 1,7-4-26,3-1 0,2-6-610,4-4 239,0-2 1,1-7-1,-3-2 1,0-1-1,-3-1-490,2 1 1,-4-5 321,-2 3 271,-3-2 0,-9-4 0,0-2 1,-3-2-1,1-1 11,-2 0 1,-6-2-137,-2 4 521,-6-1 0,5 8 0,-5 4 0,3 6 0,0 6 955,0 4-638,5 1-359,-9 18 0,10-2 0,-3 13 1,2 2-1,0 4 467,-2 3 0,1 7 2,4-2 0,0-2-251,0 2 0,-2-2 1,-1 2-1,-2-5 185,2-4 0,2 0-219,1-1-409,0 0 0,0-5 1,0-5-419,0-2 284,0-8-1821,0-2 0,6-12-320,3-3 1,4 2-287,1 3 2602,0-4 0,0-6 0,1-9 0</inkml:trace>
  <inkml:trace contextRef="#ctx0" brushRef="#br0" timeOffset="202">16493 17795 7837,'0'-14'362,"0"-1"0,1 3 1339,4 2-681,-4-2 1253,6 10-600,-7-4 0,0 12-376,0 4-1019,0 2 1,0 4-1,0 1 1,-2 4-1,-1-1 162,-2 1 1,1 2-334,4-4-44,0 0 1,0-5-1,0 0 1,0 1-1,0-1 114,0 0-300,0 0 1,0-4-607,0-1 250,0-6 345,0 3 25,0-6 0,0-1 1,0-4-17,0-4 0,0 1 68,0-2 95,0 7 1,0-5-122,0 4-485,0 2-347,0-4-185,0 6 415,0 0 971,0 6-148,0 2-86,-7 6 0,6-4 1,-4-1-1,3 2 335,2 2-265,0 1 246,0-6 212,0 4-2628,0-10 1191,7 4 1,-4-6 0,6-1-726,2-4 0,-4 2 386,-3-7 1,3 1 155,-3-5 1040,1 6 0,-30-36 0,-7-4 0</inkml:trace>
  <inkml:trace contextRef="#ctx0" brushRef="#br0" timeOffset="203">16422 17908 8854,'-8'0'5505,"2"0"-4420,6 0-889,0 0 0,6 0 1,2-1-531,0-4 0,6 3 114,0-2-367,0-4 1,8 6-1,-5-3 1,4 2 0,1 0-1847,3-2 2016,-4 1 1,1 4-1,-5 0 1,2 0 0,-2 0-505,-1 0 835,-2 6 780,0-4 1,0 10 2812,1-2-2679,-1 2 124,-6 2 0,0 0 0,-5 1 224,1-1 1,1 0 79,-5 0-953,0 0 0,0 0 1,0 1-351,0-1 0,0-5-368,0 1 210,0-7-768,0 3 482,0-6 94,0 0 1,0-6 0,0-4-313,0-2 1,0-7 397,0 0 0,2-5 213,2 6 1,4-6 0,8 3 0,3 1-190,5 0 1,-2 1 1,1 4 191,1 8 1,3-4 0,-2 6 0,-3 2 0,-2 1-60,-2 2 1,-3 6 192,0 4 0,-8 2-112,-2 3 1,1-1 0,-1 0 0,-2 0-543,-1 0 392,-2 0-253,0 1 1,-6-7-203,-4-4 444,-2-2 1,-3-2 218,1 0 1,5-5 0,1-1-1,0 0 151,0-1 1,-1 1-113,-6 1 249,8 4 0,-6-10 1,4 6-1,-4 2 463,-1 1 0,4 2 266,1 0-724,-1 0 0,-2 6 1,1 4-1,3 2 415,2 3-637,1-1 0,5 0-7,0 0 0,0 0 1,2-1-1,2-2-424,6-2 0,2-4 98,2 5 47,1-7 1,-1 3 0,0-6 0,0 0 0,0 0-329,0 0 0,1-5 264,-1 1 378,-6-7 0,4 7 0,-4-5 1,2-1-1,-3 1 261,0 0 0,-1 4 111,-1-5-70,-4 7 0,6-5 303,-7 4-593,0 2 0,0 7 94,0 9 0,0-1-191,0-4-57,0 0 1,0 1-1,1-1 1,4 1-280,4-2 0,4 3-296,1-7 1,0 1 386,1-5 0,-1 0 0,0-1 1,0-3-571,0 0 902,0-7 0,1 8-20,-1-7 0,0 2 414,0-1 1,0-2 219,0 6-277,1 0 1,-3 7 0,-2 3-1,-4 4 897,0 4-700,-4 1-658,4 0 1,-6 0 0,-2-1 0,-1-2-112,-1-2 0,-3-1-43,3 2-176,2-4-215,-4-6 377,6 0 1,0-6 0,0-4-110,0-3 0,6-1 288,3 0 0,-1 3 0,2 0 0,1-1 177,1 1-3,3-1 1,-1 3-1,0 1 1,0 2 562,0 3-372,0 1-109,1 2 0,-6 6 1,-1 4 368,-2 2-504,-1 3 0,0-6 0,1-1 0,0 0-128,1 0-77,4-5 83,-4 3 1,3-6 0,-1 0 0,2 0-275,2 0 1,1-5-26,0 1 195,0-7 1,1 8 0,-1-7 0,-2-1 0,-1-2-530,-1-1 0,-1 0 199,5 0 344,1 0 1,-3 0 0,-1-1 0,-1 3 0,-1 1-141,-1 1 0,0 7 370,-3-1-1,-4 2 0,7 2 1,-3 0 848,4 0-691,-2 6-47,5 2 1,-10 6-1,4 0 1,-1 2-1,-1 2 475,0 0 0,-3 1-189,-1-5-314,0 7 0,0-10 1,0 3-1,0-1 0,0-1 48,0 2 1,-1-6-372,-4-3 45,3 3 1,-10-6 0,2 2 0,-4-2 0,-3-2-593,-2 0 1,-6-5-441,1 0 699,-3-6 1,1 8-1,0-5 1,3 0-1,-1 2 416,2 0 0,-11-18 0,3 1 0</inkml:trace>
  <inkml:trace contextRef="#ctx0" brushRef="#br0" timeOffset="204">16521 16987 7858,'6'-14'13,"4"1"2433,2 4-2042,2 3 1,-4 6 0,-2 1-1,0 4 1,-2 4 0,0 6 0,-3 2-1,-1 3 1,-2 1 465,0-1 0,0 6 1,0-4-1,0 1-395,0 1 1,-5-7-530,0 2 0,-4-3 0,4-2-465,2 0 1,0-1 168,-2-4-2140,4-3-1451,-6-6 2656,7-6 537,7-2-583,-6-6 1331,6 0 0,2-28 0,0-12 0,3-4 0,0-1 0</inkml:trace>
  <inkml:trace contextRef="#ctx0" brushRef="#br0" timeOffset="205">16634 16761 7858,'0'-10'0,"0"1"0,-4 4 577,-1-4 0,-1 5-97,1 0 1,2 2-23,-7 2 0,1 2 0,-5 2 0,-1 6 489,1 2 0,0 3-255,0-1-533,6 0 0,-3-5 0,5 1-65,-2 1 1,6 0-239,2-2 107,7-2 1,7-9-1,0-3 1,0-4 0,0-2-250,0 1 0,1-2 74,-1 2 1,-5-2 79,1-2 0,-6-1 0,4 1 0,-1 0-365,-4 0 0,-2 4 40,-1 1-30,0 6 1,-6-3-1,-3 7 1,-4 4-1,-1 4 487,0 4 0,-13 45 0,-3 11 0</inkml:trace>
  <inkml:trace contextRef="#ctx0" brushRef="#br0" timeOffset="206">18944 17724 7900,'-2'-9'-643,"-1"-1"1804,-2-1 1,-4 3 1576,4-1-692,0 6-1811,5-4 1,7 7-1,4 0 1,6 0 0,7 0 475,2 0 0,4 0-573,3 0 1,-1 5 0,4 0 0,-1-2 138,-4-2 0,-2-1-418,-6 0 16,-2 7 0,-7-6 1,0 4-1058,0-3 0,-6-4-1300,-3-3 1585,-10 4 0,-3-10 0,-8 4 0,-2 0 1,-6-4 896,-3-2 0,-1-13 0,-4-6 0,-1-3 0,-1 0 0</inkml:trace>
  <inkml:trace contextRef="#ctx0" brushRef="#br0" timeOffset="207">19100 17469 7900,'0'-9'2450,"0"-1"-947,0 7-618,0-3-247,0 6 0,0 1 1,-2 5 956,-3 9-1326,-3-1 0,-1 13 0,0-4 270,-2 4 1,3 6-355,-2 0 1,7 0-1,-3-5 1,1 1 26,0-1 1,1 0-159,4 1 1,0-7-1,0-3-168,0-4-1316,0 0-1323,0-7-324,0-8 2109,0-8 0,1-7 0,2 1 968,2 0 0,12-13 0,-1-3 0</inkml:trace>
  <inkml:trace contextRef="#ctx0" brushRef="#br0" timeOffset="208">19950 17795 7900,'8'-6'-47,"0"4"1,-5-4-1,1-1 1,1-1 675,1 1 0,-4-1 0,3 3 0,-2-3 0,0-1 273,2-1 0,-1 6 0,-4-6-590,0-1 1,-1 3 0,-4 0 0,-4 2-252,-4 3 1,-3-3 0,-1 1 0,-3 2-11,-2 1 1,-2 2-21,-4 0 0,4 6 0,0 4 0,1 4-76,1 5 0,-3-3 49,6 3 0,4 1 0,6 0 0,0 1 56,1-1 1,1-1 58,7-5-117,0-6 0,7 3 0,4-4 0,6-1 0,5 0 6,0-3 1,5-3 53,-3-4-187,2-4 1,3-6 0,-3-1 0,0 1 0,-4 0-380,-2 0 427,5-6 0,-14 2 0,3-5-42,-1-3 1,-7 0 60,-1-3 1,1-4 0,-1-1 0,-2-3-9,-1-2 0,-2-2 0,0 0 1,0 3 161,0 5 191,-6 10-238,4 2 0,-9 15 1,6 8-1,0 10-42,-1 10 0,5 5 903,-4 1-657,-3 7 1,6 1 0,-4 7 0,1-2 0,1-2 514,1-1 1,-4-2 147,3 2-666,-1-4 0,5-5 0,0-3 0,0 0 1,0-4 216,0-2 1,0-1-34,0-5-259,0-6 13,0-2-28,0-6-491,0-6 0,0 3 0,1-7-348,4-1 1,-3 4-766,2-3 1,0 5 339,0-4 1,-2 4 0,4-3-2742,0 2 3845,-4-5 0,4 9 0,-6-4 0</inkml:trace>
  <inkml:trace contextRef="#ctx0" brushRef="#br0" timeOffset="209">20233 17908 7900,'0'-8'375,"0"-4"1,0 2 754,0-2 1,-1-3 0,-4 1 355,-5 0 1,4 5-1208,1-1 1,2 7 0,0 0 0,-2 6 300,2 7 0,2 8-360,1 6 0,0 0 1,0 2-1,0 4 16,0 0 1,0 0-166,0-2 0,0 1 1,0 1-1,0 0-103,0-2 1,0 2-366,0-11 155,0 6 1,-5-9 0,0 3-1144,2-4-169,1-7 848,2-1 1,-4-9 0,-1-3-1,2-4 1,1-4-1185,2-1 1,0-5 593,0 0 1296,0-6 0,6-16 0,1-9 0,1-8 0,0 1 0</inkml:trace>
  <inkml:trace contextRef="#ctx0" brushRef="#br0" timeOffset="210">20191 17908 7900,'0'-14'254,"0"0"360,0 0-316,0-7 0,1 5 0,2-2 1,4 2-1,1 3 850,3 4 0,1 1-298,2 3-477,1 4 1,3-4 0,3 8 0,-1 3 0,1 2 542,-4 3 1,-1 7-807,-2 0 0,-6 1 0,-3-5 0,-4 1-20,-1-1 1,0 0 139,0 0-258,0 0 0,-6-4 0,-4-2 0,-4 0 0,-3-2-671,-2 0 1,-1 0 154,1-1-8,3-3 0,-9 4 0,6-6 1,2 0-1,1 0-1368,2 0 0,-1 0 468,1 0 800,6 0 652,-4-6 0,35-21 0,3-11 0</inkml:trace>
  <inkml:trace contextRef="#ctx0" brushRef="#br0" timeOffset="211">20531 17809 7900,'8'-6'1954,"4"-2"-760,-10 0-219,4 2 1,-6 7-1,0 4 329,0 4 1,0 6-342,0 3-731,0-2 0,0 9 0,0-4 0,0-1 1,0 1 288,0-4 0,0-1-662,0-2 128,0 0 1,0 0 0,-2-1-311,-2-4-9,2-2 69,-10-7 0,10-2 0,-4-3 1,1-4-1,0-4-359,2-1 1,2-2 198,1-2 302,0 2 1,1-9 0,4 4 0,4 1 0,4-1-178,1 4 1,5 1 11,0 2-66,6 6 0,-8-3 1,5 6-1,-1 2 0,-4 3-888,-1 5 0,-7-2 159,1 7 749,-7-1 0,3 5 0,-6 0 332,0 0 0,-12 1 0,-4-1 0</inkml:trace>
  <inkml:trace contextRef="#ctx0" brushRef="#br0" timeOffset="212">20857 17880 7900,'0'-14'-117,"0"-1"3594,0 1-1891,0 6-929,0-4 0,-2 9 0,-3-5 0,-4 2 79,-4 2 0,-1 3-615,0 1-4,0 6 0,0 2 0,-1 8 1,1 1-1,0 3 137,0 3 0,4-1-369,1 1-14,6 4 0,-3-11 0,6 4 1,0-1-1,1 0-572,4-2 1,7-6 367,7-1 229,7-7 1,-9 3-1,6-6 1,3 0-1,-1 0-319,-2 0 0,-2-6-2,-7-4 585,0-2 1,-1-2 0,-4-1-1,-4 1 1,-3 0 31,-2 0 1,0-5-161,0 0-41,0-6 0,-2 9 0,-3-3 0,-4 4 0,-5 2-94,-5 4 1,3 2 3,-3 7 53,3 0 0,2 0-111,0 0 0,0 7 0,1 2 75,4 4 1,1 1 28,3 0-63,4-6 0,-4 4 0,10-2 1,6 1-288,6-2 0,0-2 123,7-7 219,0 0 0,4 0 0,0-2 0,1-1 0,1-3 26,3-2 1,-3-2 40,3-4 203,3 0 0,-6 0 0,1 1 0,-4 2 0,-5 3 783,-2 2-535,-1 1-191,-4 5 1,-6 0 152,0 0-674,-5 0 35,2 0 0,-8 2 251,-2 3 0,-4-4 55,-6 4-86,-1-4 1,0-1 0,-3 0 0,-1 0 0,0 0 25,-1 0 0,3 2 81,-7 3-81,7-4 1,-4 12 0,6-4 0,-3 6 37,-1 3 1,2-2 137,8 3-188,2-3 0,7-2 1,2 0-1,4 0 0,7 0 48,4 1 0,7-6-234,-5 1 157,6-7 1,-3 3 0,6-6 0,0 0 0,-1-2-270,-3-2 1,3 1 230,-4-7 113,-2 7 0,-1-10 1,-6 5-1,1-1 1,-1 0 213,0-2 1,0 3 37,0-2-228,-6 7 1,3-9 236,-6 2-183,0 4-569,-5-1-43,0 7 372,0 0 134,-7 0 116,6 0-100,-6 0 2,7 0 14,0 0-17,7 0-42,-6 0 113,6 0-111,-7 0 574,0 0-792,6 0-171,-5 0 90,12 0 0,-10-6-117,7-3 255,-1-4 65,-1-1 0,-2 5 0,-6-1 0,0-1-200,0-2 0,0 4 173,0 0 99,-6 5 1,-2-2 0,-6 6 0,0 0 98,0 0 1,-1 2-81,1 2 80,6 4 1,-3 6 0,7 1 0,0 0 0,3 3 323,1 1 1,0-1-98,0-3-251,0-1 1,6-5-1,4 1 1,2-1 0,2-1-90,1-3 0,3 1-390,1-1 315,7-1 0,-11-4 0,6-1 0,-2-2 0,1-4-78,2 0 0,0-3 80,2-4 134,3 0 0,-7 4 0,5 1 0,-3-1 1,0 1 115,0 0 1,-4 5-17,1 0-101,-4 2 0,-1 2 0,-1 2 1,-2 1-1,-3 3-55,-2 2 1,-1-3 73,-5 4-53,0 1 1,0-1 0,-2 1 0,-2-1 24,-6-1 1,-4 0-397,-5-4 210,3-2 1,-9 4-1,5-6 1,-2 0 0,-2 0-555,2 0 1,-3 0 156,6 0 319,0 0 0,5-1 0,0-2 370,0-2-51,6 0-6,1 5 0,9-5 0,3 1 0,4 1 0,5 1 482,5 2 0,-1 0-142,5 0-375,1 0 1,4 0 0,0-2 0,1-1 0,-1-1-123,0 0 159,1-3-509,-1-1 327,0 0 0,2-5 1,2 5-1,1-1 1,-2-1-120,-1-1 1,-6 5 498,0 1-134,-1-2 1,-1 5-1,-3-3 1,-3 5 167,-2 5 1,-1-2 72,-4 7-287,-3-1 0,-6 5 1,0 0-1,0 2 0,-1 1 535,-4 2 0,2-1-84,-7-9-455,1 4 1,-5-6-1,0 6 1,-2-3-558,-3-6 1,2-2 280,-7-2-270,7 0 0,-8 0 1,4-2-1,1-1 1,-2-2-1339,0 2 0,3-3-179,-5 1 1978,7 0 0,-48-26 0,-4-8 0</inkml:trace>
  <inkml:trace contextRef="#ctx0" brushRef="#br0" timeOffset="213">20375 16987 8088,'14'-14'3232,"0"0"-2424,-6 6 1,-2 3 0,-6 12-266,0 7 0,-1 2 0,-2 6 0,-4 0 0,-1-2 0,-1 2 222,1 0 1,-3-5-725,6 2 1,-4 2-1,4-2 1,2-2-842,2-1 0,-4-7 627,0 1 1,0-6-2824,5 6-424,0-7 2197,0 3 1,0-18 1222,0-7 0,7-38 0,1-11 0</inkml:trace>
  <inkml:trace contextRef="#ctx0" brushRef="#br0" timeOffset="214">20375 16803 8088,'0'-14'602,"0"-5"-249,0 0-33,0 0 1,0 5 0,0 0 0,0 0 1095,0 0 1,-6 6-18,-4 3-1078,-2 3 0,-3 2 0,1 2 1,0 1-1,0 3 884,0 2-1472,0 2 220,-1-2-106,7 4 0,4-10-651,8 2 532,4-2 1,2-2 0,-2-2 0,0-1-1169,-1-1 861,3-7-2097,-2 9 274,-2-4 2402,-12 6 0,-46 31 0,-18 9 0</inkml:trace>
  <inkml:trace contextRef="#ctx0" brushRef="#br0" timeOffset="215">20559 16676 8356,'-5'-15'-74,"1"1"0,0 0 1,3 0-1,1 0 1,0 0 60,0-1 1,0 6 1190,0 0-870,0-1 0,-2 2-287,-2 3 0,-6 4 1,-7 1 14,-2 0 0,-6 0-53,1 0 1,-4 5 48,-5-1 0,-2 1 0,-4-5 0,1 2 99,-1 2 0,-2 0-74,-2 5 11,7-6 1,1 8-1,7-5 1,0 2-1,1 3 151,3 2 0,4-1-81,6-2-141,-7 3 0,5-6 0,-2 6 0,2-2 0,0-2 59,-3 2 1,3 0 53,-2-1-103,-5 3 0,6-6 0,-5 8 0,2-1 0,2 0-10,3 0 0,0 5 58,1 0-18,0 0 0,0 1 1,1 2-1,2 3 1,2 2 223,-2 3 1,0 2-187,1-4-41,-2 0 1,4 7-1,-5 1 1,2 2-1,2-2 107,-2-1 0,3 2-14,-2-3-119,1 5 1,-4-9 0,2 4 0,4 0-1,0 0 22,4 2 1,2-4 72,1 1-85,0 3 0,6-6 1,2 5-1,1-2 1,-1 0 18,-2-2 1,-1-1-211,-5-2 169,6-5 1,-4 3 0,3-4 0,-4 2 0,-1-2-16,0-2 0,2 6 2,3-3 17,-4-2 1,10 1 0,-5-3 0,1 3 0,1 1 40,-1 1 0,3-1-35,4 6 10,0-7 0,0 5 0,2-4 0,3 2 0,3 1 87,0-3 1,5-5-75,-4 0-14,11-2 1,-3 3-1,7-2 1,0-2 0,-1-4 37,1 0 0,0 0-78,4-2 46,1 4 1,-1-10-1,1 5 1,-1-2-1,1-3 74,0-1 0,-1-1-5,1 4-80,-1-3 0,1 4 0,-1-6 0,1 0 0,1 0 189,3 0 1,-1 0-36,5 0-13,1 0 0,11-2 1,4-1-1,2-2 1,2 2 227,-1 2 0,1 1-192,0 0-127,-6-7 1,-9 4-1,-7-5 1,-2 0 0,4 1 24,4-4 1,-5-2-8,12-1-113,-7 0 1,9-5-1,-2-2 1,2-1 0,1-1 74,-4 1 0,1 0 245,-6 3-243,4 3 0,-11-11 0,1 5 0,-7-1 0,-7-3 127,-1-4 1,-9 1-310,7-9 53,-12 6 1,12-9 0,-11 4-1,2-6 1,-2-4-343,-2-5 1,-1-2 42,-5 2 327,0-3 0,-6 10 0,-3-6 0,-3 3 0,-2 2 15,0 2 1,-7 6-12,-2 0 113,-4 0 0,-1 2 0,-2 2 0,-3-1 0,-3-3 26,0-3 0,-9-1-418,3-1 321,2-6 0,-2 5 0,1-4 0,-6 0 0,-3 1-87,-3 1 1,-7 2 0,-1 2 105,-13-1 1,0 1 0,24 21 0,-2 1 0,0 0 0,1 1 0,-1 0 0,2 1 170,-37-16 1,35 19 0,-1 1-706,-1 2 1,0 1 529,-5-1 1,0 0 0,-1 1 0,-1 2 0,-2 1 0,0 2-1,1 2 1,0 1 0,1 2 0,0 1-88,-1-1 1,0 2-1,-2 3 1,-1 3 26,1-1 0,1 2-297,3 3 1,2 2-1,3-4 1,2 0 0,-32 18-1,7 5 1,5 2-1547,7 6 1,10 2 1900,9 5 0,3-6 0,5 7 0,6 2 0,9 3 0,7 4 0</inkml:trace>
  <inkml:trace contextRef="#ctx0" brushRef="#br0" timeOffset="216">23095 17455 8448,'-14'0'-95,"2"-7"1,1-2-1,1-4 1,-1-1 1720,-2 0-1215,-1 0 1,2 0 0,2 0 0,7 1-1,6 4 521,7 4-909,9 3 0,3 2 1,8 0-1,3 0 1,6 0 273,7 0 0,-2 0-209,3 0 1,2 0 0,-2 2 0,0 1-116,2 2 1,-5-1-352,3-4 115,-9 7 0,-3-6 1,-9 4-395,-2-3 460,-10-9 16,-14-1 0,-9 1 0,-10 0 0,-3 3 0,0-1-227,3 2 0,-2 1 183,3 2 223,-1 0 1,9 0 26,1 0 712,6 0-514,-4 0 1,9 0-1,3 2 1,4 2 0,4 4 542,1 0 0,0 5-385,0-4-275,0 4 1,1 1 0,-1 0 0,0 0-331,0 0-14,-6 7 36,-2 1 0,-14 0 1,-6-3-1,-8-3 0,-6-2-1172,-5 0 0,1-1 328,-6-4 1046,7 4 0,-10 1 0,5 8 0</inkml:trace>
  <inkml:trace contextRef="#ctx0" brushRef="#br0" timeOffset="217">24342 17214 8448,'0'-22'-98,"2"-3"0,1 6 1,2 2-1,-2 1 1190,-2 2 0,-1 4-92,0 1 1,0 7-577,0 2-357,0 6 1,-6 10 0,-2 1 0,-1 4 0,1-1 150,2 1 1,-4 4-172,5-1 0,-4 2 1,4 1-1,0-2 5,-1-1 0,5 0-416,-4 4 217,3-6 0,2 5 1,-1-4-1,-2 3 1,-2-3-886,2-4 1,1-3-509,2-2 890,0 0 0,0-4 650,0-1 0,-12-69 0,-4-12 0</inkml:trace>
  <inkml:trace contextRef="#ctx0" brushRef="#br0" timeOffset="218">24186 17341 8512,'0'-14'2003,"0"5"-727,0-1-378,0 7-612,7-3 1,-4 1-1,6-1-1024,2-2 0,2 5 347,1-2 182,0-3 1,0 7 0,0-4-1,-1 2 1,-2 0-744,-1-2 454,-1 0 162,-1 5 0,4 0 1,-4 2-94,0 3 1,-2 2 128,-6 8 667,0-1 0,5 0 0,0 0 0,-2 0 0,-1 0 1229,-2 1 1,4-1-778,1 0-715,0 0 0,1 0 0,2 0 0,1-1 0,2-2-198,5-1 1,-2-3-490,5 3 405,3-4 0,-6-6 1,5 0-1,-3-1 0,1-3-237,-1 0 1,-3-7 291,0 1 101,-1-2 0,0-3 0,0 1 1,-1 0-1,-2 2 646,-2 2-166,-6-3-146,4 6 0,-9 0 0,-3 7 458,-4 8 0,1 5-393,-2 1 0,1 5 6,-5 0 0,4 6 0,3-1 0,-1 2 181,0 3 0,5-1-428,-2 0-81,3 1 1,2 4 0,0 0 0,0-3-1,0-4-273,0-2 0,0-5-220,0 5 287,0-7 1,-4 3 0,-3-6 0,1 1 0,-3-3-410,-4-2 0,2-2 197,-8-4 242,-3-2 1,5 3-1,-5-10 1,1-5-1,4-2-225,1-2 1,4-1 298,2 1 0,-1-6 0,6-2 0,4-2-121,4 1 0,10-3-114,5-7 211,8 3 0,-4-6 1,6 5-1,0-2 0,1 3 4,-1 5 0,2-2-44,3 3 1,-3 4 183,3 1 1,-5 9 0,-3 6 0,-2 2 430,-3 2-347,-1 0 1,-11 2 82,-4 2 1,0 4 41,0 6 0,-2 5 1,3 0-1,-4 0 195,-1 2 1,-4-1-242,-1 4 0,0 2 0,5-2 0,-2 1 196,-2-1 0,2 3-370,-3-4-41,4-2 1,-4-1 0,0-6 0,2 0-1,0 1-1059,-2-1 750,4 0 174,-5-6 1,-1-2 0,-1-7-1,-1-4-26,-1-5 0,7-4-11,-1-5-51,2-3 1,2-8-1,0-1 1,0-4 0,2-1-239,2-3 1,4 3 488,6-2-25,1 6 0,0-2 1,3 5-1,2 3 0,2 2 161,3 5 0,-3 10 63,2 4-140,0 3 0,-2 2 0,-3 2 0,-4 3 0,-2 4 15,-4 4 0,-2 1-212,-7 0 0,0 0 134,0 0 1,-2-4 0,-3-1-1,-4 2-41,-4 2 1,-1-4-5,0 1 0,-5-6-95,0 6 0,-1-7 0,2 3 1,-1-1-195,2 0 1,1-1 246,2-4-100,0 0 1,0 0-68,0 0 502,6 0-229,8 0 1,14-1 0,10-2-1,2-4 1,3 1-22,-1 0 1,0-4-90,1 6-9,-1-7 0,5 3 1,0-5-1,-1 2 1,-2 2-158,-2-2 0,-6 3 118,-3-2 514,-10 7-144,4-9-228,-12 10 217,-1 2 0,-7 8 0,-8 6 0,3 0 288,2 0 0,-1 1-26,7-1-461,-1 0 0,5 0 0,0 0 0,0 0-145,0 1 0,2-6 58,2 1-57,4-7 0,2 3 0,-1-6 0,2 0 0,3-2-327,5-2 1,-2 1-99,7-7 340,-7-6 1,10 1-1,-3-4 1,2 1-1,1 1-74,-3-2 1,1 0 115,-6 5 0,0 2 121,-5 2 0,-5-1 113,1 6-154,-7 1 356,3 4 0,-6 6 0,0 3 39,0 4 0,0-4-410,0 1 0,5-5 68,0 4-85,0-6 0,-5 5 162,0-3 300,0-4-1065,0 6 321,0-7 311,-7 0 0,4 0 0,-6 0 0,-2 0 1,-2 0 264,-1 0 1,0 4 106,-1 1-267,1 6 0,0-8 1,0 5-1,1 0 12,4 0 1,-2-3-298,6 4 220,0-6 1,7 8-1,3-6 1,4 0-285,4 1 1,6-5-166,0 4 303,6-3 0,-3-2 0,6-2 0,1-1 0,-1-3-154,0-2 1,2-2 43,3-4 263,-3 6 0,0-4 1,-8 4-1,-2 0 1,-2 2 441,-2-1-103,-2 6 68,-6-5 152,-2 6-378,-6 0 443,0 0-117,-6 0-552,4 0 61,-4 0 0,4 0-911,-3 0 495,4 0 273,-12 0 0,5 1 1,-6 2-1,0 2 1,0 0 79,0 1 0,0-3-1,-1 7 59,7-7 0,-4 8 1,4-5-1,-1 0-283,-1 1 286,1 4 195,1-10 1,3 6-190,10-7 0,3 0-14,6 0 10,0 0 1,0-5 0,0-1 0,1-1 75,-1 1 1,-5 0 389,1 1-609,-7 3 59,9-4 116,-4 6 53,0 0 1,5 0-1,-4 0-165,4 0 0,1 0 52,0 0-75,7 0 0,-6 0 0,4-1 1,-3-3-1,-2-2-143,0-2 0,0-1 131,1-5 0,2-7-124,-3-2 0,3-4 0,-7-3 1,2-3-197,3-5 0,-3-3-90,-2-1 451,2-1 0,-10 7 0,3 3 0,-4 4 624,-1 6-357,0 9-118,-6 14 1,-2 9 0,-6 10-1,0 5 1,-1 2 1112,1 3-941,0-1 0,0 2 1,1 1 273,4 3 1,-2-6-326,6-5 0,0 0 1,4 2-1,-2-3-93,-2-2 1,2 4-143,8-5 1,2 0 0,8-5 0,-1-2 92,0-2-114,6-4 1,1-4 0,4 1-80,-1 2 0,-1-2 36,6-8 1,-1-3 0,0-6 0,1 0-114,-1 0 1,0-7 12,1-2 0,-1-4 0,0-3 0,-1-2-728,-3-1 828,2-6 1,-11 4-1,-1-2-133,-8 4 1,-4 3 99,-2 1 0,0 7 0,-2 3 0,-3 5-219,-4 5 411,-4 2 0,-2 9 1,-3 3-1,-1 4 1,2 4 69,1 1 1,2 2 324,0 3-341,0-4 1,0 10 0,1-6-1,2 0 1,3 0 153,2 0 1,-4 6 214,6-1-398,-1-4 0,5 7 0,2-5 0,1 2 0,3-2 192,2-2 0,0-1-75,1-5-185,4 0 0,-5 1 0,6-3 0,-2-1 0,-1-3 37,-1-2 0,-5 1 100,4-3-248,-6-2 1,10 4 0,-4-6 149,4 0-164,1 0 1,0-4-1,0-3 1,0-1-1,1-3-353,-1-1 0,0 2 37,0 1 283,0-1 1,0-4 0,1 0 0,-1 0 0,-2 0-126,-2 0 1,-2 6 18,-4 3 81,-2 3 0,4 4 627,-6 3 1,-1 3 107,-4 6-405,3 0 0,-4 0 0,6 0 0,0 0 110,0 1 0,0-1-298,0 0-39,6-6 1,-1 3 0,8-6 0,3-1 0,-1 1-459,1 0 0,3-1-54,0-4 392,0-6 0,-5 0 0,0-5 1,0 1-1,0-1-46,1-1 1,-6 2-128,0 1 1061,-5 6-445,2-4 1,-6 9-12,0 3 157,0 3 1,-5 11 0,0 1 0,1 2 0,-1 2 551,0-2 1,1 4-762,4-2-107,-7 3 1,6 0 0,-4-2-1,2-3 1,0-2 216,-2-2 0,-5-3-502,6-1 80,-7 1 1,1-6 0,-7-1 0,-2-2 0,0-3-595,-1-1 0,-2-4 382,-7-2 0,6-4 81,-1-6 1,8-5-1,1-2 1,5 1-194,4-1 1,7-4-69,9 2-69,9-4 0,3 5 0,5 3 0,-2 3 0,-2 4-1298,3 2 1,-1 4 75,-2 6 1783,-2 6 0,-38 24 0,-15 11 0,0 5 0,0 1 0</inkml:trace>
  <inkml:trace contextRef="#ctx0" brushRef="#br0" timeOffset="219">25263 18220 8448,'0'-16'212,"0"-1"0,-1-2 1,-3 2 1246,0 1-934,-1 2 1,7 6 0,1 5-185,1 6 0,6 0 0,-4 6 0,0 2-33,1 2 1,2 6-201,-4 0 0,4 0 1,-2-5-1,1 0 37,3 0 1,-4 0-433,3 1 232,-1-1 1,1 0 0,-1 0-32,2 0 359,2-6-336,1-2 0,-1-9 0,-4-5 0,-3-7-87,1-6 0,-4-2 9,6-6 1,-6 1 46,2-1 0,-3 1 0,-2 1 0,0 4 395,0 4 1,0 3 40,0 2-377,0 6 0,0 3 544,0 10-365,0 3 1,4 6 0,3 0-1,1 0 1,3 1 60,1-1 0,4 0-398,3 0 69,-3-6 1,10 3 0,-2-6 0,3-2 0,1-2-463,0-1 1,1 0 342,-1 0 1,-4-6 115,-1-3 0,-5-4 1,0-1-1,-3-2-134,-6-3 0,-3 4-18,-6-4 304,0 9 1,-7-2 0,-6 4-1,-6 0 1,-3 3 192,-3 4 1,3 2 247,-2 4-291,7 3 1,-4 8 0,7 1 0,0 2 0,1 0 491,4 1 0,3-3-328,6 7 0,0-7-193,0 2 0,8 3 1,4 0-1,7 0-214,3-3 1,3-5-37,8-4 19,-3 2 1,5-10 0,-7 3 0,1-4 0,-3-2-371,-2-4 0,1-3 253,-6-6 1,-2 0 64,-7 0 0,1-5 0,-6 0 0,-1 0-107,3-1 533,-6 4-174,5-5 0,-12 13-64,-3 4 1,1 8 435,-2 6 0,6 2-138,-6 3 0,7 0 0,-2 3 1,4 1 255,1-2 0,0-1-261,0-2-392,0 0 1,0 0 0,0 0-200,0 1 111,0-8 35,0 0 1,0-18 0,0-4-414,0 0 1,0-3 33,0 0 350,6-4 0,3-5 1,9 2-1,1 1 0,-2 0-274,-1 2 1,3 2 480,0 6 1,-1 6-218,-3 3 1,-1 3 0,0 2-1,-1 2-340,-4 3 1,4 3-131,-4 6 1,-3 5 97,-1 0 0,-2 4 0,0-4 0,2-2-661,-2-1 0,-1-2 562,-2 1 1,0-1 610,0 0 0,19-13 0,4-2 0</inkml:trace>
  <inkml:trace contextRef="#ctx0" brushRef="#br0" timeOffset="220">26312 18277 8448,'9'-19'0,"1"0"0,-6 0 527,6 5 0,-7-1-27,2 1 0,-4 0 516,-1 0 1,0 0 1046,0 0-1426,-6-1 0,3 8-52,-7 2 1,6 5-507,-6 5 0,7-2 0,-2 6 0,2 2-149,-2 2 0,4 1 59,-4 0 1,5 0 0,5 0-351,4 1 0,4-1-608,1 0 657,0-6 1,0 3 0,0-6 0,1-2-435,-1-2 664,6-1 0,-7 0 1,4-1-1,1-4-208,-3-4 575,1-4-43,-2-1 1,-4 0-1,-3-1 1145,0 1-895,-3 6-220,-4 2 1,0 8 0,0 2 0,0 6 0,0 2 765,0 3 1,0 4-470,0-1-486,0 1 0,0 0 1,0 0-1,0-2 0,0 1-75,0 1 1,0-4-64,0 4-298,0-9 0,0 2 0,0-2-532,0 2 982,0-4 91,0-1 899,0-7-1558,0-7 177,0-1 1,0-1 0,-1 1-539,-4 2 211,4 1 554,-6 5 0,3 2 0,-3 1 0,1 3 0,0 2 179,3 3 0,-4-3 175,3 1-138,-7 1 1,9-1 0,-4-1-1,1 0 1,-1-2 241,-2 0 1,3 1-343,-4-3 1,4-2-248,-5 3 0,1-4 0,-5-1 1,0 0-345,-1 0 0,1-4 229,0-1 1,0-6 126,0 1 0,1-2 0,4-2 0,2 0-459,1-1 0,5 1-164,-4 0 0,10 0 203,4 0 1,4 4 0,2 2 0,3 2-791,1 3 0,6 1 477,-2 2 919,-2 7 0,43 19 0,6 12 0</inkml:trace>
  <inkml:trace contextRef="#ctx0" brushRef="#br0" timeOffset="221">27020 18121 8443,'14'-18'0,"0"3"1208,1 2-697,-8 2 1,-2-2-1,-10 4 1,-4 3 1010,-4-1-1368,-7 6 1,3-6-1,-7 7 1,-1 0-1,0 0 216,1 0 1,-1 0-368,6 0 0,0 5-113,5 0 1,6 6 0,2-3 0,1 1-151,0 1 234,1 5 1,10 1 0,5 3 0,5-2 0,2 1 82,0 1 0,-2 4-174,-2-4 125,0 0 1,-5-5-1,-1 0 1,-1 1 107,-4-1 1,-5-2-65,-7-2 1,-2-2-91,-13-4 0,0-2 0,-4 1 0,0-5-194,-1-2 1,3-6 34,2 6 234,4-7 1,5 9 0,3-4-45,2-1 1,7 6-272,13-4 278,-1 4 0,16 1 0,-4 0 1,1 0-1,3 0 127,2 0 0,1 1-137,0 4-9,-6-4 0,5 6 0,-5-7 1,2-2-1,-1-1-149,3-2 1,-4-6 88,1 2 25,-5-4 1,2 4 0,-4-1 0,0-1 0,-1 0 167,-2 2 0,-7-2-63,4 6 520,-7 0 117,3 5 0,-6 7-221,0 2 1,0 4-23,0 1 0,0 0 1,0 0 142,0 0 1,0 1-426,0-1 0,0-5-402,0 1 1,0-6-79,0 6 713,0-7-386,0 3 1,0-7 0,2-4-354,2-5 0,0-2-224,5-2 0,5-5 312,5 0 1,0-2-1,-5 4 1,0-2 248,0 2 170,1 1-178,-1 2 1,-5 6 428,1 3 0,-7 10-88,2 5 1,-4 2-168,-1 2 1,0-4 0,0-1 0,0 2-1,0 2 1,0 1-695,0 0 302,0-6 0,0 0 0,0-3-645,0 4 1103,0-3-402,6 1 1,4-7 0,7-2 0,2-1-143,-2-2 1,4-4 210,-2 4 1,4-4 168,-4 4 1,0-1 0,-5 2 57,0 0 0,1-1-117,-1 5 0,-5 0 179,1 0 0,-6 2 105,6 2-186,-1 4-93,6 6 0,-6-4 0,0-2 0,2-2 2,2-3 1,1 3-102,0-1 81,1 0 1,-1-5-1,0 0 1,-2-2-1,-1-1-94,-1-2 1,-1-4 3,6 4 60,-1-6 0,-2 3 0,-1-4 1,-3 1 89,-2 1 1,4 1-98,-5-5 40,-1 6 1,-5 0 0,-5 5 0,-7-2-127,-4 2 0,-7 1 113,5 2 61,-6 0 0,4 2 0,-2 1 1,4 3-1,3 2-45,2 3 0,1-3 273,4 2-245,-4-1 1,12 5 0,-4 0 0,5 1 90,5-1 1,3 0-371,6 0 161,0-6 1,0 3 0,0-5 0,1 0-1,-1 1-91,0-4 125,0-1 1,0-2 37,0 0 1,1 0 0,-3-2 408,-2-3-102,-4 4-122,0-6 526,-4 7-395,10 0-222,-10 0 0,6 0 0,-3 0 0,4 0 104,4 0 1,-4 0-327,0 0 169,1 0 1,-1-1-1,1-2 1,1-4 0,3 1-198,5 0 0,-3-5-61,2 1 1,-2-2 140,-2-2 0,1-2 1,-1-2-1,0-2-231,0-2 1,0-3-39,0-8 210,1 3 0,-6-10 1,-1 9-1,-2 3 1,-3 4 12,-1 4 1,-2 1 194,0 4-49,0 8 0,-6 2 0,-4 10-289,-2 4 0,2 4 777,1 1 0,-1 6-234,-4 4 0,1-2 1,2 2-1,4 1 327,0 1 0,1-2-249,1 0 1,4-2-207,-4 1 0,3 3 1,4-8-1,3 0 119,4-2 1,8-2-133,2 0 0,8-2-251,1-2 1,2-4-1,8-6 1,2 0-183,0 0 1,-2-6 113,0-4 0,-7-7-48,3-2 1,-3-6 0,1 1 0,-1-2-377,-4-3 0,-5-4 161,-8 0 321,0 0 1,-1 10-1,-5 2 39,-8 5 1,-11 5 82,-8 11 56,0 0 0,0 11 0,-2 5 1,1 3-1,0 3 675,2 0 0,2 2-248,2 4-289,6-6 1,2 3-1,6-4 1,0-1 0,0 2 240,0 0 0,11-4-174,3 0-259,10-2 1,-2-6 0,6-3-1,1 0 1,-3-4-930,-2-1 1,1-2 173,-6 0-1601,0 0 1,-5 0 2377,0 0 0,-25 12 0,-6 4 0</inkml:trace>
  <inkml:trace contextRef="#ctx0" brushRef="#br0" timeOffset="222">9224 17639 8114,'0'-9'-191,"0"-1"1,0-1 1101,0-2-735,0-1 0,5 5 1,1 1-1,2 0 1,4 0-1,6-3 1,5 0 230,4 2 1,3-4-1,3 4 1,5-4-48,3-1 0,6 1-237,0 4 0,-1-4 0,-7 5 0,-1-1 99,1 0 1,1 1-165,-2-2 1,-4-1-8,-5 7 1,5-8-1,4 3 1,3-2-113,1 2 0,6-4-32,-1 4 121,0 2 1,2-5-1,1 4 1,1-2-1,-3 1-105,1-2 0,-3 3 174,6-1-93,0-1 1,3-2-1,-2 0 1,-1 3-1,0-2-23,-1-2 1,7-1 58,-6 0-65,0 0 1,-10 0-1,1 0 1,1-1-1,2 1 8,1 0 1,2 0-24,-2 0 20,-3 0 1,11-5 0,-5 0 0,1 1 0,-4 1-66,-3-2 1,0 4-81,3-4 134,10-3 0,1 4 0,7-4 0,1 2 0,5 1-4,1-2 1,5 6 95,-1-4 10,-7 3 1,1 2 0,-4 0 0,3 0 0,2-1 137,0 1 0,-5 0-176,0 0 17,0 0 0,11 0 0,2-1 0,-39 8 0,0-1 0,0-1 0,-1 0 56,38-10 0,-37 8 0,0-1-1309,36-7 1217,-1 0 1,-4 0 0,-1 0 0,-3 0 0,-2 0-85,-2 1 1,-8 0 312,-8 9-94,-9-4 0,-5 10 0,-9-5 243,-6 2-182,-8 1 28,-4 5-447,-6 0-571,0 0-858,-6 0 1024,4 0 262,-10 7 1,9-4 0,-7 6 0,-1 2 351,-1 2 0,-40 7 0,-10 2 0</inkml:trace>
  <inkml:trace contextRef="#ctx0" brushRef="#br0" timeOffset="223">15586 17313 8135,'8'0'3326,"-4"0"-2585,-8 0 0,0-1 678,-5-4-1214,0 3 0,-6-9 1,1 6-1,2 1 1,-1-1-1,0-1 85,-2-2-256,-9-2 1,2-4-1,-8 0 1,-1-2-1,-4-1 62,-1-2-305,-2-6 0,-4 3 0,-1-6 1,1-1-1,-1 1-271,1 0 1,1-1 256,3 1 181,3 0 1,2-1 0,0 2-1,2 2 1,1 3-88,1 2 0,-2-4-12,2 5 133,-8-6 0,18 9 0,-10-3 0,4 4 0,3 1 24,3-1 1,-1 1 84,1 0-53,-6 0 1,9 0-1,-3 1 1,3 2-1,2 2 172,0-2 0,0 3-48,0-2-131,0 7 1,-1-8 0,1 5 0,0 0 145,0-1-73,0 3-154,0 4 0,4 0-605,1 0 457,6 6 60,-4 2 1,7 1 54,0 1 35,-6-1 69,4-1 0,-4 0 483,6-3-335,0-4-229,-6 5 0,3-6-46,-7 0 0,5 0 32,-4 0 37,6 0 1,-5 0-57,3 0 252,4 0 4,-6 0-132,7 0 0,0-1-615,0-4 122,0 4 0,2-6 79,3 7 0,-2 0 50,6 0 391,-6 0 1,10 0 0,-5 2-101,0 3-30,4-4-392,-10 5 1,9-4-1,-5 1-1175,2 2 1629,-5 0 0,4-68 0,-7-16 0</inkml:trace>
  <inkml:trace contextRef="#ctx0" brushRef="#br0" timeOffset="224">13531 16180 12030,'-1'-8'-112,"-4"2"0,-4 1 0,-4 0 0,-1 2 705,0 1 1,-1 2-1,1 0 1,-1 0 0,-3 2-1,-1 1-32,2 2 1,6 6-1,2-2-554,-2 4 0,4 1 1,2 0-1,4 0-511,1 1 361,0-1 1,6 0 0,4-2 0,1-1 102,-2-1 1,4-1-89,-4 6 125,4-8 0,-4 4 1,-1-4-1,0-1 0,-2 2-93,1 0 1,-3-4 258,-4 6-62,0-7 0,-6 8 1,-5-5-1,-5 1 0,-4-1-123,-2-3 0,-2-1-104,-4-2 57,-1 0 1,7 0 0,3 0-1,4 0-657,1 0 489,6 0 304,1 0 0,18 0 0,7 0 0,5-2 1,7-1 411,0-2 1,5-4 101,-2 4-647,0-6 1,2 3 0,1-6 0,0 0 0,-1 0-73,-1 0 1,-4-5-444,3 0 355,-9-6 1,-4 7 0,-6-5 0,-1-3 0,-2 0-628,-1-3 1,-7 3 472,1 2 455,4-3 1,-6 11 198,3-2 0,-4 10-127,-1 8 18,0 6 0,-5 10 1,1 1-1,-1 4 1,0 1 1056,1 3 1,-6 2-241,5 1-553,-6 0 0,10-4 0,-4-2 0,3 0 1,2 0 346,0 3 1,0-4-412,0-3-604,0-2 1,2-2 0,3-1-1,3-2 93,0-2 1,4-5-1013,-2 0 813,8-2 1,0-8-1,4-5 1,0-5-1,0-5-862,3-1 1,2 3 541,1-4 554,1-1 1,-1-4 0,-1 1-1,-2 4 1,-2 4 86,3 3 1,-4 6 19,1 1 128,-5 6 0,2-3 0,-6 6 1,-1 1-1,-2 4 347,-2 4 0,-6-1-627,2 2 628,-3-1 1,-2 0-85,0 1 0,-2-7-73,-3 2-192,-2 3 0,-8-7 1,0 4-1,-3-3 1,-2-2-82,-2 0 1,5 0-387,-2 0 299,-3 0 1,6 0 0,-5 1 0,2 2 0,2 4 245,5 0 1,-3-2 380,6 5-557,3-1 1,-1 5 0,7 0 0,2 1-200,3-1 1,3-2-156,6-2 125,6-4 0,2-1 0,7-1 0,-1 0 0,-1-3-201,-4-1 1,2-6 324,-6-4 212,7-2 0,-11-2 0,4-2 1,-3-1-1,-4-2 637,-2 1 243,-4 3 309,-6 1-813,0-1 0,-4 14-455,-1 6 0,-5 10-19,6 4 1,-1 2-1,5-4 1,0 2-603,0-2 396,0 5 1,5-6 0,1 1-1,3-4 1,6-4-217,2 2 1,3-4 224,-1-3 1,-1-4 0,4-4-1,0-6-239,0-2 1,-3-7 320,4 0 0,-6-6-92,2 1 0,2-8 1,-4-1-1,-3 2 125,-3 1 0,-3 2 224,2-1 1,-4 7 640,-6 3-440,0 10 1,0 4-697,0 10 506,0 9 0,-2 8 1,-1 7-1,-1-1 0,0 0 761,3 1 0,-4-1-361,0 0-685,1-6 1,4 3 0,0-4 0,0-1 0,0 1-1313,0-4 1061,0-1-4568,0-2 3330,0-6 0,-7-7 622,-2-5 695,3-14 0,-7 7 1,5-11-1,-1 0 0,-1 2 33,-1-1 1,5 3 287,1 3 281,-3 1 0,7 0 0,-2 1 858,6 4 1,5 3 126,6 6 0,0 0-662,0 0 0,5 0 0,0 1 0,0 2-443,1 2 0,-2 0 5,5-5 1,-6 5-108,2-1 0,-3 1 1,-2-5-153,0 0 0,-4 0 195,-1 0-75,-5 0 1,7 2 257,-7 2 39,1 4 0,-3 6-161,2 1 0,-2-1 1,3 0-1,-4 0 590,-1 0-849,0-6 0,0 5 1,2-4-1,1 4-586,2 1 1,1-6-356,-1-4 747,-4-2 1,7-2 0,-3 0 0,4 0-650,4 0 782,1 0 0,0-6 0,0-2 1,0-2-1,1 1 212,-1-2 0,0 3 475,0-1-130,0-1 1,1-2 0,-3 1 88,-2 1 0,2 2 2,-2-1-424,-4-4 0,2 10 0,-4-5 0,6 0 55,3 0-596,1 5 412,0-3 0,0 6 0,0 0 1,0 0-382,1 0 280,-8 0 23,6 0 1,-11 2-384,2 2 251,-2-2 490,-2 4 0,0-4 227,0 3 0,-2-4-1288,-2 4 661,-4-4 0,-6-1 0,-1 0 0,1 0 0,0 0-50,0 0 1,0 5 225,0 0 9,-1 6 0,1-5 1,2 5-1,1-1 1,3 1 534,1 1-204,3 2-274,10 1 0,2-1 1,8-2-1,2-1 1,6-3-118,3-2 0,1-1-252,1-5-38,-1 0 1,-1 0-1,-4 0 1,-4-1 0,-3-3-2139,-2 0 1827,-6-1-2147,-2 5 2778,-6 0 1,-69-13-1,26 6 1,-1-1-1</inkml:trace>
  <inkml:trace contextRef="#ctx0" brushRef="#br0" timeOffset="225">12979 16109 20484,'14'-14'-131,"-5"1"0,-1 2 0,0 2 2128,0-2-1479,-5 4 1,3 3 0,-6 8 0,0 6 0,0 4 12,0 5 1,-4 3-239,-1 6 1,-5 1 0,6 0 0,-1 5 202,-1 3 0,3-1-437,-7 2 1,7 0 0,-3 5 0,1-3-261,0-2 1,1-2-79,4-2 0,0-9 0,0 1 0,0-3-2904,0-6 846,0-1 922,0-9 0,1 0 1,4-9-1,4-4-318,4-8 1,3-5 865,3-5 836,-4-9 66,6 10 1,-7-27 0,-2-11 0,3 0 0,0 0 0</inkml:trace>
  <inkml:trace contextRef="#ctx0" brushRef="#br0" timeOffset="226">13106 16038 20461,'0'-14'-5191,"0"0"6023,0 0-327,0 6-77,0 1 1,2 7 0,3 0 1270,4 0 1,10 0-78,4 0-1330,4 7 1,5-6 0,4 4 0,8-3 0,5-1 204,4 4 0,4-4 546,4 4-765,4-3 1,12-4 0,2-1-1,0-2 1,-2 1 225,0-3 0,-8 6-1262,7-4 592,-7 3 0,3 2 0,-6 0 1,2 0-1,0 0-755,-2 0 1,2 0 487,-7 0 343,7 7 0,-7-6 1,7 6-1,-2-3 0,-6 1-204,-5-2 1,-5 3-109,2-1 316,-3 0 0,-8 0 0,-2-1 0,-2-1 0,-1-1 33,0-2 0,-3 0 156,5 0-64,-7 0 1,4 0-1,-7 0 1,1 0-1,-3 0 694,-2 0 1,-4 0-448,-5 0-105,-1 6 0,-5-4 1,1 3-1,1-4 163,1-1 1,-2 5-406,-1 0 2,-6-1 1,8 3-1,-4 1 1,-1 1-324,0 0 0,-1 1-719,-5 4 1049,0-6 0,0 4 0,0 0 0,0 3 0,0 6 112,0 1 0,-2-3-531,-2 4 404,2 1 1,-9 4 0,5 1 0,-1-1 0,0 0 224,-1 1 1,0 4-117,-2 0 78,-2 0 1,9-5 0,-7 0 0,1 1-1,-1-1 125,1 0 0,1-4-189,-1 0 0,-4-7 39,4 2 0,1-5 0,0-3 0,0-2-29,0 2 207,5-4-75,-3-1 0,-1-6 0,-2 0 503,-4 0 0,-7 0 490,-4 0-1305,-3-6 1,-2 3-1,-5-5 1,-5 1-1,-7 3-57,-6-3 1,-4 6 330,-6-4-125,-2 4 0,-9 1 1,-2 0-1,-5 0 0,38 0 1,0 0 137,-1-1 1,1 2 0,-37 0-379,4 4 0,-2-4 285,1 4 0,36-2 0,0 0 1,-37 4-1,0-1 328,-1 0 1,3 1-148,4-3 0,0-2-432,0 3 1,0-2-1,-1 0 1,-2 2-891,-2-2 1,1-2 168,4-1 0,0 0 302,0 0 1,5 0 0,2 0 0,2 0-1593,7 0 1476,-1 0 0,16-4 1,-1-1-478,5 2 1,6 0-470,11-2 1,5 3-2467,19-2 4118,6 2 0,11 2 0,-2 0 0</inkml:trace>
  <inkml:trace contextRef="#ctx0" brushRef="#br0" timeOffset="227">12355 17441 7913,'0'-10'890,"0"1"1387,0-2-1266,0-2 0,-1 5-348,-4 4 0,2 4-530,-7 4 0,1 4 1,-5 6-1,1 2 111,4 3 0,-4-3-212,4 3 1,2 1 0,1-1 0,1 0-154,1 1 56,-1-4 0,5 4 0,-2-7 0,-1-2 9,-2-1 390,1-1-332,4-1 0,0-3 0,0-10 1,0-5-1,-2-2-373,-3-2 0,2-7 48,-6-2 129,6 2 0,-4-6 0,7 4 0,0-4 0,0 0-17,0 4 0,2-3 203,3 7-6,-4-6 0,13 10 0,-1-3 1,4 6-1,1 2 138,-3-1 0,0 5 262,-1 1-304,0 4 1,0 1-1,0 0 1,0 0 0,1 0 5,-1 0 0,-5 0-64,1 0-37,-1 0 0,5 4 0,0 3 0,1-1 0,-3 2-94,-2 0 1,1-4 90,-7 6-554,1-7 0,0 5-392,0-3 0,-2-4 306,-8 4 333,-3-4 1,-11-1 0,-1 0 0,-1 0 322,1 0 0,-31-6 0,-2-2 0</inkml:trace>
  <inkml:trace contextRef="#ctx0" brushRef="#br0" timeOffset="228">12724 17313 7893,'0'-9'88,"0"-1"1091,0-1-698,0 5 1,0-7-1,-2 5 1,-3 1-1,-4 2 75,-4 3 0,-1 2 1,-2 0-1,-1 2-254,-2 3 1,0 2-87,5 8 0,-2-6-153,-3 0 1,8 1 0,-3 4 0,2 0-100,-1 0-184,5 1 1,2-1 0,6 0-266,0 0 0,6-6 57,4-3 288,2-4 0,7-1 0,2 0 0,1-1 0,3-4-306,2-4 1,-4-4 225,1-1 189,-7 0 0,8-5 0,-6-2 0,-1-2 1,-4-7 125,-5-6 0,-2-1 14,-7 0 0,0 7-82,0 1 0,0 3 0,-2 8 133,-3 6-386,-3 4 318,0 8 1,-3 11-1,7 3 1,1 3 0,-1 4 413,0 2 0,2-1 178,-3 2-483,4 0 1,-1 2-1,-1-2 1,-2-4 0,2-1 46,2 0 1,1 0-211,0-5-27,0 0 0,1 1 0,4-1 1,4-2-427,4-2 0,-4-4 86,1-6 100,-1 0 1,10 0 0,0-1-1,-2-4 1,-1-5-85,-2-2 0,1-2 335,-1-1-15,0 1 1,-2 0-1,-1 0 1,-3 0-48,-1 0-184,4-1 214,-10 8 1,4 2 0,-8 10 257,-2 4 0,-1 4 23,1 1-258,3 0 0,-4 0 0,6 0-246,0 0 325,0 1-299,6-8 1,2 0-1,7-7 1,-1 0-474,0 0 0,0-7 643,0-2 38,0-4 0,5-1 0,0 0 0,-3 0 0,-4 0 531,-2 0-127,-7-1-237,10 8 0,-12-3 1,4 10 235,-3 6 1,-2 7 295,0 6-450,0 3 1,0 2 0,1-1 0,2 2 0,2 1 288,-2-3 1,-1 2-195,-2-6-296,0 6 1,0-7-1,-2 4 1,-3-2 8,-4-2 0,1-4 18,-1-5-197,-1-3 1,-6-6 0,-1 0 0,-2 0 0,0 0-211,-1 0 0,4-1 8,-3-4 218,10 4 1,-2-12-1,6 4 1,2-4 0,1-1-199,2 0 1,4-5-76,5 0 256,0-6 0,18 7 0,-3-4 0,3 2 0,1 1 37,0-2 1,1 6-26,-1-4 129,7 3 0,-6 7 0,3 1 1,-7 1-1,-6 4 237,-3 2 1,-2 1-43,0 0-114,-6 0 1,-2 6 0,-6 5 0,0 5 404,0 3 0,0 0 200,0-5-545,0 0 1,-4 0 0,-3 0 0,1 0 0,0 1 100,2-1 0,-2-5-634,1 1 277,1-7 1,4 5-1,-2-5-55,-3 2 0,4-2 112,-4-8-100,4-3 1,2-3 0,4-1 0,3-4 0,1 0-326,1 0 1,-1 2 224,5 0 204,0 0 0,-1 0 1,-2 1-1,-2 2 0,3 3-36,0 2 0,-2 1-171,-1 5 424,-6 0 1,10 0 0,-5 2 0,1 1 213,0 2 1,-5 6 45,0-2-304,4-3 0,-5 7 1,7-4-171,1 4-125,1 1 53,3 0 0,-1-6 0,0-3 0,2-4-300,3-1 1,-4-1-19,4-4 285,3-3 1,-6-6-1,4 0 1,-1 0 0,0 0-75,-1-1 0,-3 1 8,-1 0 551,-6 0 1,0 6 0,-5 2-65,2-1 0,-6 6-54,-9-4-132,-9 4 1,2 2 0,-7 2 0,1 4 0,-1-1 261,0 0 1,6 4-343,-6-6 0,7 7 0,1-4 0,6 2 0,1-3 0,0-1-556,-1 0 128,7 6 252,-3-10 1,7 7 0,4-5 0,4 2 0,6-2-338,3-1 0,0-2-21,5 0 464,-5 0 0,7-5 0,-6 1 0,-2-1 0,-1 0 168,-2 0 1,-5 1 30,1 4 716,-7-7-139,10 6-84,-12-6 127,5 7-639,-6 0 1,0 2-557,0 3 303,0-4 1,2 6-95,3-7 0,3-2 108,6-3 0,0 2 1,0-6 132,0-2 0,-4 3 470,-1-2-274,-6 7 0,10-8-358,-4 6 130,-2 1 301,-1 4 0,-6 1 1,0 4-1,0 5 940,0 2-881,0 2-659,0 0 1,0 1-319,0-1 915,0 0 8,0-6-363,0-2 0,0-7-24,0-4 142,0 3 0,0-10 1,0 2 202,0-2-106,6-3-171,-4 1 0,6 2 0,-5 1 0,3 1-222,2-1 1,-3 3 47,4-1 36,1 6 0,-1-4 0,1 7 1,1 0-1,1 0-275,2 0 0,-4 0 229,-1 0 384,1 7 1,4 1 0,-2 6 0,-1-2 221,-1-2 0,-7 2-100,2-2-73,-4-4 1,-1 2-1,2-5 507,3 2-471,-4 6 212,6-10-580,-7 6-1026,0-14 903,0 0 1,1-8 0,4 1 0,4 0-215,4 0 0,1 1 226,0 4 213,-6-4 1,3 10 0,-5-5-1,2 2 694,3 3-417,2 1 220,-5 2 0,0 2 1,-5 3 468,2 4-1115,6 4-16,-10 1 0,12 0-348,-4 0 1,4-6 31,1-3 355,-6-4 1,4-1 0,-2-1 0,2-2 0,3-4-74,-1-1 0,0-1 27,0-5 150,0 0 0,-1-1 1,-2 1-1,-3 0 738,-2 0-402,5 0-268,-9 6 300,4 2 0,-6 7-30,0 4-283,0-4 1,2 10 0,1-4 0,3-1-61,2 0 0,-3 1-328,4-3 257,0-2 1,1 4-1,-1-6 1,2 0-179,2 0 325,-5 0 332,4 0 1,-8 0 730,5 0-677,-6 0-263,3 0 1,-6-1 0,-1-2-563,-4-2 0,-3 0-623,-6 5 818,6 0 1,-4 0-1,2 0 1,-2 0 0,-3 2-282,1 2 0,0 0 307,0 5 193,6 0 1,-3 1 0,6-1 0,2 2 234,2 2 0,1 1 84,0 0-276,0-6 0,6 3 0,5-6 0,5-2 1,3-1-564,-2-2 0,-1 0 191,-2 0 1,5 0-459,0 0 0,-2-2 1,-6-3 766,-2-4 0,-6-29 0,4-8 0</inkml:trace>
  <inkml:trace contextRef="#ctx0" brushRef="#br0" timeOffset="229">14367 17186 8086,'0'-15'2727,"0"1"0,0 0-1838,0 0 0,5 0 5,0 0 1,4-1-1988,-4 1 0,0 5 1093,-5-1 0,-76 26 0,29-7 0,0-1 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1T17:59:35.994"/>
    </inkml:context>
    <inkml:brush xml:id="br0">
      <inkml:brushProperty name="width" value="0.17143" units="cm"/>
      <inkml:brushProperty name="height" value="0.17143" units="cm"/>
    </inkml:brush>
  </inkml:definitions>
  <inkml:trace contextRef="#ctx0" brushRef="#br0">52 0 7788,'-10'10'-1025,"3"-3"1,5-7 1042,-4 0 5,4 0-22,-5 0 0,-1 0 0,-1 0 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1T18:27:38.202"/>
    </inkml:context>
    <inkml:brush xml:id="br0">
      <inkml:brushProperty name="width" value="0.08571" units="cm"/>
      <inkml:brushProperty name="height" value="0.08571" units="cm"/>
      <inkml:brushProperty name="color" value="#E71224"/>
    </inkml:brush>
  </inkml:definitions>
  <inkml:trace contextRef="#ctx0" brushRef="#br0">18 36 8094,'-6'-12'-1627,"0"0"1627,0 8 0,6-4 0,8 24 0,2 4 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6T02:38:50.723"/>
    </inkml:context>
    <inkml:brush xml:id="br0">
      <inkml:brushProperty name="width" value="0.04286" units="cm"/>
      <inkml:brushProperty name="height" value="0.04286" units="cm"/>
    </inkml:brush>
  </inkml:definitions>
  <inkml:trace contextRef="#ctx0" brushRef="#br0">22 43 8171,'-12'10'6,"3"-8"0,9 10 345,0-5 124,0-5-42,0 8-32,0-10 281,0 0-682,9 0 0,-4 0-67,9 0 0,0 0-66,8 0 1,1 2 79,6 5 0,-3-4 64,9 4 0,3-5 0,11-2 1,-1 0-5,8 0 1,-8 0-21,1 0 0,-2 0-3,3 0 1,-12-7 0,4 0 1,-13-7 4,-1 7 0,-4-8 31,-3 8-219,0-9 0,-9 11-774,-5-9 22,-5 9 283,-2-4 0,-2 9 667,-5 0 0,4 0 0,-53 0 0,-3 0 0</inkml:trace>
  <inkml:trace contextRef="#ctx0" brushRef="#br0" timeOffset="452">107 234 8170,'-14'0'-197,"0"0"1,7 0 422,-7 0-66,9 0 259,-5 0-340,10 0 55,0 0 261,0 10-293,0-8 0,0 10 126,0-5-173,0-4 69,0 15-125,0-6 1,3 7 102,4-5 0,-2 3-17,9-10 1,0 7-47,7-7 0,0 3 0,1-3 1,6-5-18,0 5 0,10 3-28,-2-3 1,-3 0 3,2-7 1,0 0-10,8 0 1,-3 0-11,-4 0 1,1 0 8,-8 0 1,-1-3-13,-7-4 0,-7 5 22,1-5 1,-11 2-6,3-2-402,-4 5-270,-3-8-316,0 10 131,0 0-56,-10 0 920,8 0 0,-64 0 0,-5 0 0</inkml:trace>
  <inkml:trace contextRef="#ctx0" brushRef="#br0" timeOffset="992">43 532 7542,'-9'12'1111,"7"-3"-888,-8-9 20,10 0-6,0 10-111,0-8 1,0 10-66,0-5 0,10-5-3,4 5 0,7 3-68,7-3 1,5 2 59,10-2 1,9-4-39,5 4 0,4-5-9,3-2 0,-3 0-19,-4 0 1,-5-2-26,-10-5 0,-9 2-148,-4-9 0,-6 9-327,-1-2-389,-11-5 905,-1 10 0,-57-17 0,-13 7 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6T02:38:47.949"/>
    </inkml:context>
    <inkml:brush xml:id="br0">
      <inkml:brushProperty name="width" value="0.04286" units="cm"/>
      <inkml:brushProperty name="height" value="0.04286" units="cm"/>
    </inkml:brush>
  </inkml:definitions>
  <inkml:trace contextRef="#ctx0" brushRef="#br0">532 22 8172,'-12'0'-1520,"1"0"1284,4 0 1378,4 0-619,-16 0-410,17 0 161,-8 0-376,10 0 708,0 0 1,10 0-519,4 0 1,5 0-40,2 0 1,10 0-14,4 0 0,5 0 11,3 0 1,-1 0 4,1 0 0,-8 0-100,1 0 0,-3 0 36,2 0 0,3 0-9,-10 0 0,1 0 31,-8 0 0,0 0-7,1 0-40,-11 0-15,8 0-14,-16 0 145,6 0 12,-9 0 1257,0 0-1300,0 10 0,0-6 31,0 10 59,0-9-65,0 14 1,-2-7-16,-5 9 1,4-7-2,-4 0 1,5 1-60,2 6 52,0 0 1,0 0-107,0 1 0,-3-1 84,-4 0 1,5 0-16,-5 1 1,5-1-26,2 0 0,0 0 0,0 1 1,0-1 7,0 0 0,0 0-5,0 1 1,0-1 165,0 0 1,0 0-114,0 1-57,0-1 0,0 0 43,0 0 1,0 1-12,0-1 0,0 0 48,0 0 1,0 1 10,0-1 1,0 3-73,0 4 0,0-5-5,0 6 1,0-6 50,0-1 1,0 6 2,0 0 0,2 1-30,5-8 0,-5 0 23,5 0-97,-4 1 1,-3-8-51,0 0-14,0-9 64,0 4-14,0-9-1647,0 0 932,0-9-1143,0-3 1921,0 0 0,0-54 0,0-5 0</inkml:trace>
  <inkml:trace contextRef="#ctx0" brushRef="#br0" timeOffset="801">447 43 8172,'-9'-11'-1999,"6"-1"2921,-4 5-161,5 4-493,2-6 313,0 9-267,0 9 0,7 3-150,0 9 0,7-6 177,-7-1-266,10 0 0,-8 7 77,6 0 1,-6-6-50,-9-1 0,7 0 21,0 7 1,0 0-37,-7 1 1,0-1-28,0 0 0,-2 7-151,-5 1 0,2 6 94,-9-6 1,7 1-75,-7-1 0,9-3 117,-2 9 0,2-9 3,-2 2 0,5-2-70,-5 3 0,4-3 43,3 9 1,0-9-55,0 2 1,0-4 48,0-3 1,0 7-4,0 1 1,0-1-19,0-7 0,0 1-5,0-1 1,0 0-2,0 0 0,0 1-7,0-1 1,0-7 7,0 0 21,0 0-29,0 8 0,0-8 10,0 0-2,0-9-6,0 4 1,0-9-3,0 0 11,10 0 6,-8 0 1,10 0-3,-5 0 0,-2 0-1,9 0 1,-7 0 7,7 0 1,0 0 2,7 0 0,1 0 2,-1 0 1,0 0 3,0 0 0,8 0-9,-1 0 0,3 0 46,-3 0 0,-2 0 82,10 0 0,-10 0-96,2 0 0,3 0 53,-3 0-61,0 0 1,-6-2 1,-1-5 0,-7 4-42,0-4 0,-7 5-12,7 2-133,-9 0 0,12-2 47,-10-6-152,0 6 133,2-7-37,-6 9-68,6 0-268,-9 0-895,0 0 1,-9 0 1394,-6 0 0,-45-23 0,-21-11 0,-7-1 0,1-1 0</inkml:trace>
  <inkml:trace contextRef="#ctx0" brushRef="#br0" timeOffset="1509">405 468 8203,'0'-11'0,"0"-1"-1076,0 5 666,9 4 583,-6-6 138,6-1-39,-9 8 0,0-10 33,0 5-8,0 5-69,0-8-1,0 10 675,0 0-928,-9 0 0,4 0 76,-9 0 1,-1 0-137,-6 0 0,0 0 48,0 0 1,-8 0-231,1 0 1,-7 0 72,6 0 0,-6 0 118,7 0 0,-1 7 52,8 1 0,0-1 19,-1-7 35,11 0 47,-8 0 314,16 9-318,-6-7 19,9 8-92,0-1 0,2-4 80,5 9-26,-4-9 62,6 14-56,1-7 1,-8 9-31,5 0 0,-5-7 1,-2 0 1,0 1-13,0 6 0,0-7 21,0 0-38,0 0 1,0 8-10,0-1 0,3-2-37,4-5 1,-5 5 66,5-5 0,-4-2 23,-3 2 1,0 0 1,7 0 69,0 0-102,9-9 1,-4 5 2,9-10 1,1 0-33,-1 0 1,0 0-5,0 0 1,1 0-198,-1 0 0,0-7 72,0-1 1,1-6-447,-1 7 0,0-7 82,0 7 1,1-7 507,-1 7 0,0-29 0,0 1 0</inkml:trace>
  <inkml:trace contextRef="#ctx0" brushRef="#br0" timeOffset="2167">1149 447 8044,'0'-14'-115,"0"0"102,0 9 0,0-7 349,0 5-224,0 5 203,0-8-157,0 10-234,0 0 0,9-7-57,5 0 0,-2 0 146,2 7 0,0 0-115,8 0 0,6 0 106,0 0 0,1 0-16,-8 0 1,0 0 9,0 0 1,-7-7-4,1 0 0,-8 0 12,7 7-13,-9 0 0,6 0-9,-4 0 101,-4 0 1,6 2 5,-9 5 0,0-2 64,0 9 52,0 0 1,0 8-108,0-1 0,0 0-17,0 0 0,0-6 12,0-1 0,-2 0 17,-5 7 1,4 0 5,-4 1 1,5-1-95,2 0 0,-2 0-13,-5 1 0,4-1 21,-4 0 0,2 0 9,-2 1-115,5-1 0,-7 0 159,9 0-108,0 1 0,0-8 61,0 0-154,0-9 281,0 4 12,0-9-272,-10 0 0,-2 0-173,-9 0 0,-3-2-392,-4-5 0,2 2 225,-9-9 0,6 9 10,-6-2 0,9 2 170,-2-2 0,-3 5 254,3-5 0,-20 14 0,4 5 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6T02:38:53.526"/>
    </inkml:context>
    <inkml:brush xml:id="br0">
      <inkml:brushProperty name="width" value="0.04286" units="cm"/>
      <inkml:brushProperty name="height" value="0.04286" units="cm"/>
    </inkml:brush>
  </inkml:definitions>
  <inkml:trace contextRef="#ctx0" brushRef="#br0">341 64 8043,'0'-12'-1536,"0"3"2776,0-1-875,0 8 1,0-10-163,0 5 79,0 5 67,0-8-210,0 10 90,0 0-307,9 0 187,-6 0 1,16 0-119,-5 0 0,-2 0 61,2 0 1,7 0-13,7 0 0,8 0-47,-8 0 1,10 3 73,-3 4 0,5-5-135,3 5 0,-8-4 12,1-3 1,-8 0 26,8 0 0,-8 0 22,7 0 1,-9 0-14,3 0 0,-6 0 50,-1 0 0,-8 0 31,0 0-63,-9 0 6,4 0 1,-9-3 80,0-4-48,0 5 226,0-8-193,0 10 0,-2 0 84,-5 0-73,4 0 11,-6 0-94,9 0 0,-3 0-5,-4 0-16,5 0 77,-7 0-51,9 0 73,0 10-2,0-8-8,0 17 1,0-14 284,0 9-12,0-9-273,0 14 1,0-8-11,0 11 0,0-8 32,0 0 0,0-7 12,0 7 1,0 0-12,0 8 0,0-1-3,0 0 1,0 0-18,0 1 1,0-1-17,0 0 0,0 0-103,0 1 0,0-1 81,0 0 1,0 0-50,0 1 0,0-8 34,0 0 0,0 0-4,0 7-25,0 1 0,0-1-9,0 0 1,0-7-3,0 1-18,0-1-52,0 7 98,0 0-189,0 0 41,-10-9-290,8-2 132,-8-10-366,10 0-2270,0 0 2938,0-10 0,10-49 0,2-21 0</inkml:trace>
  <inkml:trace contextRef="#ctx0" brushRef="#br0" timeOffset="775">341 170 8119,'0'-21'-314,"0"0"390,0 0 0,0 6 339,0 1-220,0 10 1,0-8 154,0 5-167,0 4 103,0-6-320,0 9 393,0 9-327,0 3 0,0 9-115,0 1 163,0-1 0,0 0-26,0 0 0,0 1-23,0-1 1,0 0 8,0 0 0,0 1 2,0-1 0,0 0-23,0 0 0,0 1-57,0-1 0,0 0 85,0 0 0,0 1-99,0-1 0,0-7 82,0 0-24,0 0 1,0 8-45,0-1 14,0-9 1,-2 4-42,-5-9 1,4 10 56,-6-15-61,9 8 17,0-1 48,0-7 6,0 8-9,0-10 111,0 0 20,9 0-109,-6 9 1,8-6-9,-4 4-7,-4-5 1,9-2 6,-5 0 1,-3 0-2,11 0 0,-8 0 20,7 0 0,0 0-3,7 0 1,0 0-13,1 0 0,1 0 9,6 0 0,-6 0-17,6 0 0,-3 0 0,2 0 0,-4 0-19,4 0 0,-4 0 28,-3 0 1,0 0-31,0 0 1,1 0 23,-1 0 0,0 0-2,0 0 15,1 0 0,-1 0 34,0 0-57,-9 0 6,7 0-3,-17 0-3,8 0-6,-10 0-4470,0 0 4480,-10 0 0,8 0 0,-27 0 0,6 0 0</inkml:trace>
  <inkml:trace contextRef="#ctx0" brushRef="#br0" timeOffset="1359">426 702 8021,'12'0'238,"-3"0"0,-9 2-195,0 5 250,0-4 9,0 6 47,0-9 178,0 0-592,-9 9 1,-3-4 103,-9 9 1,-1-9-49,1 2 0,0 3-99,0-3 0,-1 7 96,1-7 1,0 7-121,0-7 1,-1 7 105,1-7 1,-2 10-38,-6-3 41,6-4 1,-8 6 0,10-9 1,2 3 19,5-3 0,2-5-9,5 5-3,4-5-73,-6-2-6,9 0-543,0 0 375,9 0 0,-4 0-232,9 0 1,-7 0 30,8 0 461,-1-9 0,36-1 0,15-1 0,5-6 0,0 1 0</inkml:trace>
  <inkml:trace contextRef="#ctx0" brushRef="#br0" timeOffset="1751">915 808 8112,'9'-12'-80,"-6"-7"-93,6 17 0,-9-10 238,0 5 34,9 5 239,-6-8 249,6 10-683,-9-9 200,0 6 2,0-6 0,0 11 25,0 5-54,0-4 1,-2 13 70,-5-9-193,4 10 1,-13-5 105,9 9 1,-7-7 8,7 0 0,-3-2 10,3 2-51,-5 5 0,-2-9-2,0 4 1,7 5-31,-7-5 0,7-5-18,-8-2 5,11 5-35,-15 0-41,7 0 0,0 0-196,5-5 1,2-5-669,-2 5 285,5-5-146,-7-2 479,9 0 338,0 0 0,0-18 0,0-6 0</inkml:trace>
  <inkml:trace contextRef="#ctx0" brushRef="#br0" timeOffset="2084">213 1020 8099,'-21'10'0,"7"-8"-470,0 5 519,0-4 0,0-3 228,-1 0 72,11 0 7,-6 0-26,10 0 135,0 0 1,10 0-431,4 0 0,7 0 9,7 0 1,5 0 49,10 0 0,2 0 42,4 0 1,6 0 6,8 0 0,-6 0-74,0 0 0,-3 0-11,3 0 0,2 0-45,-10 0 1,-6 0-148,-8 0 1,-9 0-269,3 0 203,-15 0 176,-5 0-376,-9 0-417,0 0 357,-9 0 0,-3 0-554,-9 0 1013,0 0 0,-57-10 0,-14-2 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6T02:38:58.921"/>
    </inkml:context>
    <inkml:brush xml:id="br0">
      <inkml:brushProperty name="width" value="0.04286" units="cm"/>
      <inkml:brushProperty name="height" value="0.04286" units="cm"/>
    </inkml:brush>
  </inkml:definitions>
  <inkml:trace contextRef="#ctx0" brushRef="#br0">531 22 8039,'-11'9'-809,"-8"-6"827,16 6 1,-8-9 317,3 0 37,6 0-18,-7 0 5,9 0-245,0 0-22,9 0 1,3 0-52,9 0 0,0 0 9,1 0 0,1 0-11,6 0 0,1 0 7,6 0 0,4 0-2,-5 0 0,3 0 12,-3 0 1,6 0-25,-6 0 1,-2-7-9,3 0 1,-10 0-67,2 7 0,-5 0 65,-1 0-13,-1-10-25,0 8-19,0-7-7,-9 9 12,7 0 0,-14 0 2,9 0 1,-7 0-34,7 0 52,0 0-2,8 0 4,-1 0 0,-7 0 4,0 0 7,-9 0 13,4 0 9,1 0 25,-8 0 6,8 0 27,-10 0 402,0 0-422,-10 0 0,8 2 63,-5 5 40,4-5-43,3 17 17,-9-16-102,7 16 75,-8-8-213,10 11 272,-9-1-87,6 0 1,-6 0 5,9 1 0,-2-1 112,-5 0-144,4 0 1,-6 1 6,9-1 0,0 0-50,0 0 1,-3 1 46,-4-1 1,5 0-3,-5 0 0,4-6 9,3-1 1,-7 0-16,0 7 1,0 0-68,7 1 0,-2-1 2,-5 0 0,4-7-14,-4 1-29,5-1-44,2 7 47,0 0-14,0-9 18,0-3-5,0-9-755,0 0 303,0-9 1,-2 4-397,-5-9 0,4 7 201,-4-7 1,2 7-325,-2-7 1019,5-1 0,-45-25 0,-1-5 0</inkml:trace>
  <inkml:trace contextRef="#ctx0" brushRef="#br0" timeOffset="333">213 128 8039,'11'-2'261,"-3"-5"-248,3 4 1,-8-8-70,4 3-156,-5 6 245,-2-7 0,0 6-97,0-4 216,0 5-40,0-8-46,0 10-636,0 0 295,10 0-103,-8 10 1,10-8 377,-5 5 0,24 5 0,13 0 0</inkml:trace>
  <inkml:trace contextRef="#ctx0" brushRef="#br0" timeOffset="1149">425 107 7225,'0'-14'-430,"0"0"603,0 9 352,0-14-159,0 17 343,0-8-324,0 1-43,0 6-148,0-6 1,0 11 25,0 5 68,0-4 20,0 16-173,0-8 0,-2 11-49,-5-1 0,4-7-34,-4 0 0,5 0 40,2 8 0,0-8 8,0 0 0,-7 0-182,0 7 89,0 1 1,7-1 43,0 0 0,-7 0-13,-1 1 1,1-1 28,7 0-76,0 0 1,0 1-25,0-1 43,0 0 0,-2 0-3,-5 1 0,5-8-64,-5 0 49,4 0 0,3 7-8,0 1 0,-2-11 5,-5-3-9,4 3 19,-6 1-1,9 9-11,0-9 1,0 0-20,0-5-19,0-5 32,0 8 2,0-10 29,0 0 39,9 0 2,-6 0-65,6 0 3,-9 0-95,0 0 106,10 0 0,-6 0-1,10 0-2,1 0 1,6 0-2,0 0 0,3 0-1,4 0 1,-4 0-52,4 0 1,-2 0-1,2 0 1,-2 0 51,10 0 1,-8 0-5,8 0 1,-1 0 10,7 0 1,-6 0 0,-1 0 0,1 0-4,6 0 1,-6 0-9,-1 0 1,-9 0 4,2 0-14,-4 0 0,-5-2 2,-5-6 1,5 6-31,-5-5-17,-4 5 53,-1 2 1,-9 0-479,0 0-77,-9 0 240,6 0-210,-6 0 232,9 0-224,-10 0 191,8 0 19,-8 0 287,10 0-743,0 0 297,-9 0 473,7 0 0,-55 0 0,-2 0 0</inkml:trace>
  <inkml:trace contextRef="#ctx0" brushRef="#br0" timeOffset="1682">383 723 6203,'0'12'1322,"0"0"-1298,0-5 104,0-5 0,2 8 189,5-10 155,-5 0 20,8 0-243,-10 0 152,0 0-419,-10 0 30,8 9 0,-14-4-75,8 9 0,-8-9 124,2 2 0,2 2 2,-2-2 8,0 10 0,-8-5 17,1 9 0,0-7-35,0 0 1,6-2-5,1 2 0,0 3 31,-7-10 0,0 7-76,-1-7 1,8 7-19,0-7 45,0 10 0,-5-12 6,5 9-66,4-9 8,1 4-129,7-9 149,-8 0-255,10 0-1016,0 0 952,10 0 1,-6 0-83,10 0 1,-6-7 401,6 0 0,66-29 0,-28 19 0,0-1 0</inkml:trace>
  <inkml:trace contextRef="#ctx0" brushRef="#br0" timeOffset="2072">1233 766 7613,'0'-12'242,"0"2"0,-3 8 213,-4-5-46,5 5-46,-8-8 1,8 10-181,-5 0 0,2 0 240,-9 0-373,9 10 0,-13 1 74,3 11 1,4-8-126,-4 0 0,1 0 15,-7 7 0,2 1-104,5-1 1,-5 5 136,5-5 1,-3 12-126,3-12 0,-2 5 63,9-4 1,-8-1-110,8 0 0,0-7 6,7 1 1,-2-4 61,-5 4 1,4-4-309,-4-4-46,5-4-247,2 6 168,0-9-527,0 0 0,-2-7 1016,-6 0 0,-51-28 0,-21-1 0</inkml:trace>
  <inkml:trace contextRef="#ctx0" brushRef="#br0" timeOffset="2349">298 1021 8027,'-31'0'-1401,"7"0"1051,-4 0 0,-3 0 819,3 0 1,0-7-203,6 0 0,1-1-113,0 8 113,9 0-163,3 0 1,9 3 227,0 4-61,0-5 1,7 10-130,0-5 0,9-4-2,-2 4 1,8-3-13,6 3 1,-2-4 35,9 4 0,1-2 1,6 2 1,10-5 49,5 5 1,4-5-8,3-2 1,-7 0-98,0 0 1,-1 3-96,8 4 0,-10-5-1,-4 5 0,-8-4 85,-6-3 0,-6 0-480,-8 0-162,-10 0 220,-3 0 0,-9-3-88,0-4 0,-2 5-273,-5-5 1,2 4 682,-9 3 0,-48-9 0,-18-3 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6T02:39:06.624"/>
    </inkml:context>
    <inkml:brush xml:id="br0">
      <inkml:brushProperty name="width" value="0.04286" units="cm"/>
      <inkml:brushProperty name="height" value="0.04286" units="cm"/>
    </inkml:brush>
  </inkml:definitions>
  <inkml:trace contextRef="#ctx0" brushRef="#br0">0 1 10206,'12'14'-111,"-5"0"1,-2-9 50,2 2 11,-5 5 1,10-3-342,-5 5 267,-4 5 1,8-9-493,-3 4-15,-6 5-188,17-7 818,-17 9 0,8 10 0,-10 2 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6T02:39:06.906"/>
    </inkml:context>
    <inkml:brush xml:id="br0">
      <inkml:brushProperty name="width" value="0.04286" units="cm"/>
      <inkml:brushProperty name="height" value="0.04286" units="cm"/>
    </inkml:brush>
  </inkml:definitions>
  <inkml:trace contextRef="#ctx0" brushRef="#br0">1 1 8080,'0'11'-293,"0"8"587,0-16 198,9 6 18,-6-9-60,6 10-310,-9-8 0,3 7-5,4-9 1,-5 3 105,5 4-304,-5-5 0,5 10 85,1-5 1,1-2-108,-2 9 0,-5-7 65,6 7 0,1-7-293,-2 7-229,10 1 0,-8 6 76,5 0 466,5-9 0,2 35 0,12 0 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6T02:39:07.046"/>
    </inkml:context>
    <inkml:brush xml:id="br0">
      <inkml:brushProperty name="width" value="0.04286" units="cm"/>
      <inkml:brushProperty name="height" value="0.04286" units="cm"/>
    </inkml:brush>
  </inkml:definitions>
  <inkml:trace contextRef="#ctx0" brushRef="#br0">0 43 8066,'21'0'0,"-6"0"-29,-1 0 57,0 0-28,-2 0 0,-31-19 0,-17-5 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6T02:39:05.815"/>
    </inkml:context>
    <inkml:brush xml:id="br0">
      <inkml:brushProperty name="width" value="0.04286" units="cm"/>
      <inkml:brushProperty name="height" value="0.04286" units="cm"/>
    </inkml:brush>
  </inkml:definitions>
  <inkml:trace contextRef="#ctx0" brushRef="#br0">22 0 9166,'-12'0'1739,"3"0"-1344,9 0-472,0 0-99,9 10 1,-4-6 17,9 11 0,-7-8-231,7 7 1,-7-2-47,7 2 0,-7 5-220,8-5 1,-4-2 654,4 2 0,22 38 0,-1 16 0</inkml:trace>
  <inkml:trace contextRef="#ctx0" brushRef="#br0" timeOffset="474">404 468 10255,'12'0'-666,"-2"2"606,-10 5-278,0-4 0,2 8 98,5-4 1,-5-2-50,5 9 0,-2-9 35,2 2 134,-4 5 39,16 0 1,-15 9 11,10 0 0,-6-7 60,6 1 1,-7-8-65,7 7 1,-9-7 187,2 7-78,5-9 1,-8 11 38,10-9-10,-9 10 0,7-15 346,-5 5-306,-5 5 1,10-2 282,-5 4 163,-4-5-177,6 1-129,1 2 0,-8 2 162,5 0-116,-5-9 0,1 6-36,4-4-220,-5-4 1,8 9 207,-10-5-36,0-5-36,0 8-261,0-10-1071,0 0 1,9 0 0,3 0 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6T02:39:03.763"/>
    </inkml:context>
    <inkml:brush xml:id="br0">
      <inkml:brushProperty name="width" value="0.04286" units="cm"/>
      <inkml:brushProperty name="height" value="0.04286" units="cm"/>
    </inkml:brush>
  </inkml:definitions>
  <inkml:trace contextRef="#ctx0" brushRef="#br0">1 1573 11727,'11'-9'5,"-1"7"1,-8-10-33,5 5-217,-4 4 84,6-16 1,-2 15 53,0-10 0,3 6-396,-3-6 1,-5 7-559,5-7-436,5 9 1039,0-14 0,9 10 457,0-5 0,48-43 0,11-2 0</inkml:trace>
  <inkml:trace contextRef="#ctx0" brushRef="#br0" timeOffset="326">489 1233 8141,'-11'-11'-1923,"1"-1"1997,10 5 1300,0 4-472,-9-6-390,6-1-342,-6 8 184,9-7-286,0-1 90,0 8 0,0-10-14,0 5 52,0 5-258,0-8 0,2 10 99,5 0 1,-4-2-168,4-5 36,-5 4 0,5-9-91,0 5 20,10 5 0,-13-15 82,11 10 1,-8-7-77,7 7 0,-7-2 6,7 2 0,-7 2-475,7-9 325,1 9 0,6-12-585,0 10 545,0-9 1,1 11 342,-1-9 0,0 9 0,0-11 0,1 9 0,-11-29 0,-1 1 0</inkml:trace>
  <inkml:trace contextRef="#ctx0" brushRef="#br0" timeOffset="777">978 660 10176,'0'-12'501,"2"0"-473,6 5 44,-6 4 1,10-13-149,-5 9 1,-2-10-2,9 3 1,-2 2 9,2-2 1,5 2-60,-5-2 1,2-5 75,-2 5 1,3 2-148,-10-2 0,7 7 33,-7-7-295,10 9-159,-15-14-652,17 17 1270,-17-7 0,17-1 0,-7-2 0</inkml:trace>
  <inkml:trace contextRef="#ctx0" brushRef="#br0" timeOffset="1201">1509 298 7556,'-11'0'-1583,"1"-2"2235,10-5-445,0 4 1,-2-6 52,-5 9 28,4 0 1,-6-2 202,9-5-88,0 4-220,0-6 1,0 6 2,0-4 0,2 5 139,5-5-148,-4-5 0,13 7-171,-9-9 0,7 7 93,-6-7 0,8 7-53,-2-7 1,-2 2 224,2-2-293,0-5 1,5 7-7,-5-9 0,3 7-147,-10-1 0,3 8-22,-3-7 1,-5 7-669,5-7 50,5 9-361,-10-4 1176,17 9 0,-17 19 0,8 4 0</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6T02:39:16.410"/>
    </inkml:context>
    <inkml:brush xml:id="br0">
      <inkml:brushProperty name="width" value="0.06" units="cm"/>
      <inkml:brushProperty name="height" value="0.06" units="cm"/>
      <inkml:brushProperty name="color" value="#E71224"/>
    </inkml:brush>
  </inkml:definitions>
  <inkml:trace contextRef="#ctx0" brushRef="#br0">43 85 6146,'0'-12'75,"0"3"258,0 9 1088,0 0-988,0-9 266,0 6-121,0-6-70,0 9 252,0 0-633,0-10 81,0 8-120,0-8 8,0 10-1670,0 0 1580,0 10 1,0-5-29,0 9 1,0 0 10,0 7 1,0 0 21,0 1 0,0-1 22,0 0 0,-7 8 17,0-1 1,0 3-49,7-3 0,0-4-11,0 4 1,0 3 6,0-3 1,0 0-2,0-7 0,0 1 25,0-1 1,-7 0 2,0 1 0,0-8 66,7 0-37,0 0 0,0 0-34,0 0 22,0-9-56,0 5 29,0-10-119,0 0-37,0-10-121,0 8 0,0-10-344,0 5 1,0 2-1226,0-9 1147,0 9 684,0-14 0,9-11 0,3-15 0</inkml:trace>
  <inkml:trace contextRef="#ctx0" brushRef="#br0" timeOffset="508">256 234 7464,'0'-12'578,"0"3"391,9-1-672,-7 8 0,8-10 218,-10 5-57,0 5-357,0-8 295,0 10-185,0 0-393,0 10 0,-2 1-333,-6 11 431,6-1 0,-10 3 64,5 4 1,5-4-10,-5 4 1,4-5 48,3-1 0,-7-1-80,0 0 0,0-7 51,7 1 1,0-1-11,0 7 1,3-7 65,4 0 0,-3-7 7,10 8 0,-6-11-47,6 3 1,0-4 2,7-3 1,0 0 140,1 0 0,1-10-63,6-4 0,-6-5 13,6-2 0,-3 0 18,2-1 0,-12-6 19,6 0 1,-8-3-114,0 3 1,-5 4 4,-9-4 0,0 4-57,0 3 1,-2 0-196,-5-1 0,-5 4 33,-9 3 1,0 6 25,-1 9 0,-6 0-159,0 0 1,-8 0 49,8 0 0,0 2-175,6 5 0,1-2 38,0 9 0,9 0-80,5 8 0,-2-1 181,1 0 1,1 0 307,7 1 0,0-1 0,29 10 0,6 2 0</inkml:trace>
  <inkml:trace contextRef="#ctx0" brushRef="#br0" timeOffset="942">723 234 8024,'0'-21'135,"0"-1"251,0 1 0,0 7 167,0 0-286,0 9 1,0-7 106,0 5-252,0 5 141,0-8-301,0 10 0,0 10 113,0 4 0,0-2-131,0 2 0,0 0-58,0 7 0,0 8 71,0-1 0,0 0 33,0-6 1,0-1-7,0 0 1,0 0-5,0 1 0,0-1-14,0 0 1,7 0-63,0 1 80,10-1 0,-5-2-9,9-5 0,0-2 72,0-5 1,1-5 2,-1 5 0,0-7 72,0-7 1,8-4-21,-1-11 0,0 1-24,-6 0 1,-1-3 20,0-4 1,-7 2 19,1-10 0,-11 10-99,3-2 1,-4-3-99,-3 3 1,-10 0-1,-4 6 1,-7 11-214,-7 4 0,-6 4-156,-8 3 0,7 0 124,-1 0 0,3 0-16,-2 0 0,2 10-91,4 4 0,13 5-168,-6 2 0,15 0 598,0 0 0,5 1 0,87-1 0,-32-10 0,0-1 0</inkml:trace>
  <inkml:trace contextRef="#ctx0" brushRef="#br0" timeOffset="2885">1297 85 8138,'12'0'675,"-3"0"-291,-9 10-1,0-8-253,0 7 215,0-9 588,0 0-739,0 10 0,0 2-16,0 9 1,0-7-137,0 0 1,0 0-126,0 8 0,0-1 168,0 0 1,-7 8-164,0-1 1,0 0-192,7-7 44,0 1 0,0-1 6,0 0-127,0-9 174,0 7-231,0-17 274,0 8 0,0-13 48,0-4 1,0 0-163,0-14 1,2 4 184,5-11 0,-2-3 93,9 3 0,-2 0-78,2 6 1,5-3 23,-5 3 1,-2-4-8,2 12 1,-7 2 103,8-2 0,-4 7 20,4-7 0,-4 9-4,-4-2 117,-4 5-71,6 2 4,-9 9-119,0 3 0,-9 9 3,-5 0 0,-5-6-28,-3-1 1,1-7-183,0 7 128,0-9 0,-1 11-18,1-9 0,7 0-208,0-7 204,9 10 263,-14-8-181,17 17 1,-5-14 110,14 9 1,-2-9-78,9 2 1,-7 2 27,7-2 0,0 8 113,7-8-132,1 9 0,-1-4-56,0 9 0,-2-7 8,-5 1 0,5-11-29,-5 3 2,5 5 1,2-2-3,1 4 0,-8-5 14,0-9 0,-7 0-24,7 0-7,1 0 1,-1 0 14,0 0-115,-9-9 1,11-3 56,-9-9 1,0-3-15,-7-4 1,0 2-2,0-10 0,3 1-112,4-8 1,-5 3 176,5 5 1,-4-5-7,-3 4 0,0 6 318,0 1-274,0 6 238,0 1-42,0 11-50,0 1 0,0 13-26,0 4 1,0 4 138,0 11 1,0-1-88,0 0 1,0 0-34,0 1 1,0 6 22,0 0 0,0 1 19,0-8 1,0 7-198,0 1 0,-3-1 79,-4-7 1,5 0-149,-5 1 0,4-1 30,3 0-381,0 0 257,0 1-129,0-1 241,0-9-64,0-3 156,0-9 1,0-9-62,0-5 1,7-5 8,0-3 0,10 1 53,-3 0 1,-2 7 12,2 0 0,0 2-33,8-2 1,-8 2 3,0 5 1,0 4 146,7-4-120,1 5 0,-1 4 59,0 5 0,-2-2-61,-5 9 1,-2-7 46,-5 8-73,-5-1 1,8 7-7,-10 0-1,0 0 0,-10-2-11,-4-4 1,-5 1-180,-2-9 0,-3 7 112,-4-7 1,4 1-140,-4-8 1,-3 0 47,3 0 0,0 0 31,7 0 75,-1 0 161,1-10 1,2 5-123,5-9 190,5 9 1,9-6-96,0 4-46,0 4 1,2-6 127,5 9 1,-2 0 77,9 0-157,0 9 0,7-4-67,1 9 1,-8-7-178,0 7 154,0-9 1,7 12-113,1-10 0,-1 0-56,0-7 155,0 0 1,1 0-118,-1 0 0,0 0 137,0 0 1,1-3-12,-1-4 1,0 3 21,0-11 0,-7 1 9,1-7 1,-8 2 21,7 5 1,-7-5 306,7 5-272,-9 4 20,4-8-120,-9 15 173,0-6 3,0 9-58,0 0 0,0 9 335,0 5-323,0 5 0,0 2 102,0 1 0,0-1-42,0 0 0,0 1-37,0-1 1,0 0-147,0 0 1,0 1 69,0-1 1,0 0-159,0 0 1,0 1 100,0-1 0,0-7-181,0 0 1,0-7 122,0 7-280,0-9 549,0 5-178,0-10 102,0 0 0,0-10-162,0-4 1,0-5-109,0-2 0,0 0 97,0-1 0,0-6-152,0 0 1,0-10 105,0 2 1,0 3-150,0-2 0,3 2 167,4-3 0,-3 3-43,11 5 1,-8 4 192,7-4 0,0 12-28,7 1 0,1 11 81,-1-3 0,0 4-97,0 3 0,1 3 168,-1 4 1,-2 4-175,-5 11 1,2-1 13,-9 0 0,8-7-13,-8 1 0,0-1 29,-7 7-35,0 0-49,-10 0 0,-1-2-129,-11-4 1,1 1 60,0-9 0,-8 0-174,1-7 0,0 0 149,7 0 0,-8 0 27,1 0 0,7 0-80,6 0 64,1 0 0,0 0 193,0 0-34,9 0 1,-2 0 194,14 0 0,5 0-104,9 0 1,3 0 38,4 0 1,-2 0-205,10 0 0,-3 0-1,2 0 0,5-7-18,-4 0 1,-3-9 95,2 1 1,-2 4-187,3-4 0,1 1 8,-8-7 0,6 0 15,-7-1 0,6 1 101,-13 0 1,5 0 89,-12-1 1,-5 8-57,-2 0 256,-4 9-354,-3-4 38,-10 9 1,-1 0 48,-11 0 1,8 7 44,0 0 0,2 10-2,-2-3 0,-3-2-62,10 2-10,0 0 37,7 7 1,0 0 7,0 1 1,3-8 28,4 0 0,5-7-29,9 7 0,-2-7-26,-5 8 1,5-8 16,-5 7 1,-2-7 16,2 7 89,-9-9 197,14 14-259,-17-17 0,-2 15 6,-14-10 1,0 0-122,-8-7 0,6 0-153,-13 0 1,6-3-6,2-4 1,-1 5-36,1-5 1,2-5-246,5-2 0,-3 2 491,10-2 0,38-19 0,16-12 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6T02:39:20.762"/>
    </inkml:context>
    <inkml:brush xml:id="br0">
      <inkml:brushProperty name="width" value="0.06" units="cm"/>
      <inkml:brushProperty name="height" value="0.06" units="cm"/>
      <inkml:brushProperty name="color" value="#E71224"/>
    </inkml:brush>
  </inkml:definitions>
  <inkml:trace contextRef="#ctx0" brushRef="#br0">0 128 7676,'12'0'1230,"-2"0"-1071,-10 0 0,0-3-136,0-4 17,0 5 14,0-17 1,7 14-119,0-9 0,2 9 115,-2-2 1,-2-2-114,9 2 1,0-7 87,8 7 1,-8-1-15,0 8-4,0-9 0,7 7-153,1-5-15,-11 4 149,8 3 0,-9 3-15,4 4 1,-5-3 41,-9 11 0,0-1-4,0 7 0,0 0-18,0 0 0,-2 8 3,-5-1 1,-5 0-43,-9-6 1,0 6 1,-1 0 0,1 1-27,0-8 0,0 0 62,-1 0 1,8-2-9,0-4 0,2 3 61,-2-3 0,-5-6-8,17 1 197,-8-10-32,10 0 69,0 0 0,10 0-50,4 0 1,5 0-106,2 0 1,3 0 8,4 0 1,-4 0-3,4 0-50,-4-10 0,-3 8-36,0-5 1,-7 4-151,0 3 1,-6 0 17,6 0-391,-10 0-714,6 0 258,-10 0 68,0 0 874,-10 0 0,-30-19 0,-16-4 0</inkml:trace>
  <inkml:trace contextRef="#ctx0" brushRef="#br0" timeOffset="416">447 255 7419,'0'-21'296,"0"0"1,0 7 188,0-1 9,0 11 56,0-6-284,0 1-275,0 6 1,-3-6-67,-4 9 181,5 9 0,-10 3-130,5 9 0,5 1-33,-5-1 1,-3 0-1,3 0 0,-2 1 109,1-1-141,6 0 1,-10 0 76,5 1 1,5-1-136,-5 0 0,7-7 112,7 1 0,5-8 9,9 7 1,0-7 144,0 7 1,3-9-54,4 2 1,-2-5 153,10-2 0,-10-2-111,2-5 0,-2 2 97,2-9 0,-4 0-57,4-7 0,-11-1 1,-3 1 1,-9-7-53,2-1 1,-5 1-171,-2 7 0,-2-1-144,-5 1 0,-5 7-57,-9 0 1,-3 2-56,-4-2 1,4 4 121,-4 10 0,2 0-365,-3 0 214,6 0 0,-8 10-647,10 4 640,9 5 0,-4 2 364,8 0 0,1 1 0,55 18 0,11 5 0</inkml:trace>
  <inkml:trace contextRef="#ctx0" brushRef="#br0" timeOffset="808">978 319 7967,'14'-19'-670,"0"5"871,-9-5 231,4 7 0,-9-2-53,0 0 0,-2 9-150,-5-2 1,2 5 25,-9 2 1,0 0-105,-7 0 1,7 0-121,-1 0 0,1 0 155,-7 0-245,0 9 0,-1 3 109,1 9 0,7-7-74,0 1 1,7-1-33,-7 7-127,9 0 1,-5 0-32,10 1 1,0-1 65,0 0 1,10-2 61,4-5 1,-2 3 67,2-10 0,7 7 6,8-7 1,1 7-9,-1-7 0,-6 1 2,6-8 0,-3 0 51,2 0 1,-4-3 144,4-4 1,-7-5 15,-7-9 1,3 0-38,-10 0 0,0-1-109,-7 1 1,0 0-38,0-1 1,0-6-19,0 0 0,-9 7-14,-6 6 0,1 4-143,-7-4 1,4-1-60,-11 9 0,2 0-236,-2 7 1,4 0-206,-4 0 0,4 0 193,3 0 0,7 9 471,0 5 0,37 43 0,3 11 0</inkml:trace>
  <inkml:trace contextRef="#ctx0" brushRef="#br0" timeOffset="1150">1488 191 6603,'-12'-14'1571,"5"0"-778,5 9-584,-8-4 173,8 0-252,-8 6 0,10-4 27,0 14 1,0-2 243,0 9-320,0 0 0,0 15 54,0-1 1,0 0-150,0-7 1,-2 1 105,-5-1 0,5 7-153,-5 1 1,4-1 72,3-7 1,0 1-225,0-1 175,-9 0 0,6 0 29,-4 1 1,5-8-497,2 0-51,0-9 83,0 4-166,0-9 127,0 0 0,2-7 53,5 0 1,-2-17-286,9 3 743,0-5 0,21-18 0,8-9 0,3-5 0,1 0 0</inkml:trace>
  <inkml:trace contextRef="#ctx0" brushRef="#br0" timeOffset="2735">1722 234 8011,'21'0'-29,"-7"0"126,0 0 186,-9 0 71,5 0 149,-10 0-261,0 0 0,-10 7 80,-4 0 0,-5 3-145,-2-3 1,-8-3-87,1 11 1,0-11 34,6 3 1,-1 3-186,-5-3 1,4 2-61,-4-2 0,4-4-176,3 4 0,-1 2-61,1-2 1,7 0 156,0-7 1,7 0-74,-7 0 231,9 0 1,-2 3-8,14 4 0,-2-5 62,9 5 1,7-4 190,7-3 1,1 2-148,-8 5 1,3-2 65,4 9 1,-4-7-12,4 7-45,-4-9 0,-3 12-61,0-10 1,-2 9-32,-5-2 0,3-2-13,-10 2 1,2-7-25,-2 8 0,3-8-151,4 7 1,-2-7 53,-5 7 0,-3-9-121,11 2 0,-8 2-95,7-2-264,-9 1 372,13-8-26,-6 0 158,0 0 36,7-10 0,-14-2 129,9-9 0,-9-3-96,2-4 1,-5 4 124,-2-4 1,7-3-40,0 3 1,0-7 152,-7 6 1,7 1-96,0 7 1,1-1 325,-8 1 483,0 0-233,0 0 39,0 9-144,0 2-204,0 10 0,0 10-208,0 4 1,0 5 17,0 2 0,0 8-111,0-1 0,-8 0 118,1-7 1,-2 3-184,2 4 1,4-4-68,-4 4 0,-2-4-213,2-3 198,0 1 0,4-1-179,-4 0 0,5-7-108,-5 0-130,5-9 292,2 5 5,0-10 1,0-10 66,0-4 1,9-5 98,5-2 0,-2 0 130,2-1 1,0 3-141,8 5 210,-1-5 0,0 10-109,0-5 1,1 4 312,-1 10-255,0 0 1,0 0 111,1 0 0,-8 7-40,0 0 0,-7 10-104,7-3-30,-9 5 1,4 2 31,-9 1-212,0-1-25,-9 0 1,-3-2 60,-9-5 1,-8-4-230,1-10 0,-3 0 54,3 0 0,4 0 143,-4 0 0,5-3 106,1-4 0,1 2-7,0-9 1,7 2 23,-1-2 0,8-2 394,-7 9-114,9-10 1,-4 12 44,9-9-116,0 9 27,0-4-81,0 9 0,2 7-50,5 0 1,-2 7 2,9-7 0,-7 8-23,8-8-142,-1 9 0,14-6-193,0 4 0,3 2 94,-3-9 0,-2 3-41,10-3 0,-1-5 20,8 5 1,-8-4 62,1-3 0,-1 0 96,8 0 0,-10-10-30,-5-4 0,-2 2 27,2-2 1,-11 0 192,4-7 1,-14 7 363,0-1-336,-4 1 1,-3 0 281,0 0-208,0 9 1,-3-4 60,-4 9 4,5 0-67,-17 9 0,14 3 186,-9 9-135,9 1 0,-11-1-16,9 0 0,0 0-87,7 1 1,0-1-231,0 0 0,-8 0 31,1 1 1,0 1-143,7 5 1,0-4 152,0 4-1,-7 3-53,0-3 0,0 1-43,7-8-59,0 10 1,0-8 31,0 6 1,-7-13 1,0-2 129,0-9 343,7 14-225,0-17 1,0-2-155,0-14 0,0-5 0,0-2 0,0-10-71,0-4 0,0 2-243,0-3 1,0-1 115,0-13 1,2 5-161,5-4 0,-2 4 216,9 2 1,-7 3 42,7 5 0,1 4 159,6 10 0,-7 0-50,0-1 1,0 10-36,8 5 0,-6 5 42,5 2 0,-11 2 141,11 5 1,-7 5-92,0 10 1,3-1 2,-10 0 1,0 0-42,-7 1 1,0-8-6,0 0 0,0 0-20,0 7 1,-2-7-23,-5 1 0,2-8-3,-9 7 1,0-9-56,-8 2 1,1-5-145,0-2 1,-8 0 102,1 0 0,0 0-72,7 0 305,-1 0-194,1 0 220,0 0 68,9 0 32,3-9 1,11 6-85,5-4 1,-2 5-25,9 2 1,0 0-97,7 0 0,1 0-17,-1 0 0,2 0-168,6 0 0,-6 0 135,6 0 1,1 0-143,-1 0 1,1 0 26,-1 0 0,-3-3 39,9-4 0,-2 3 0,3-11 0,1 1-4,-8-7 1,6 7 73,-6 0 1,6 0 129,-7-8 1,1 8 53,-8 0 1,0 9-71,0-2 91,10 5 1,-7 4 140,4 5-56,-4 5 1,-5 9-150,-5 1 1,-5-1 15,-9 0 0,0-7 45,0 0 1,-9-2-10,-5 2 0,-1 3-97,-6-10 1,5 0-5,-13-7 0,-4 0-420,-2 0 0,-5 0-42,-3 0 0,1 0-230,-1 0 1,3-7 242,5 0 0,-6-3-525,6 3 919,4 5 0,-22-18 0,-9-7 0,-2 3 0,0 1 0</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6T02:39:25.130"/>
    </inkml:context>
    <inkml:brush xml:id="br0">
      <inkml:brushProperty name="width" value="0.06" units="cm"/>
      <inkml:brushProperty name="height" value="0.06" units="cm"/>
      <inkml:brushProperty name="color" value="#E71224"/>
    </inkml:brush>
  </inkml:definitions>
  <inkml:trace contextRef="#ctx0" brushRef="#br0">0 532 6151,'12'0'-150,"-2"0"376,-10 0 3071,0 0-3243,0-9 41,0 6-34,0-6-27,0 9 1,0-3 8,0-4 10,0 5-16,9-7 1,-4 1-12,9 1 1,-7-9-26,7 2 0,0 2 3,8-2 1,-1 0 12,0-8 1,0 1-5,1 0 0,1 0 16,6-1 1,-6 1-10,5 0 1,-4 0-3,-3-1 1,8 1 5,-1 0 0,0-5-5,-6 5 0,-8-5 51,0 11 20,0-3-46,7-4-3,-9 10-32,-2-6-15,-10 15-358,0-6 76,0 9-135,0 0 127,0 9-215,0-6-19,-10 15-499,8-15 610,-8 16 0,3-15 419,0 11 0,0-11 0,-2 25 0,-3-6 0</inkml:trace>
  <inkml:trace contextRef="#ctx0" brushRef="#br0" timeOffset="816">425 128 6218,'-11'0'2058,"1"0"-1797,10 0-29,-9 0 26,6 0-159,-6 0 165,9 0-91,0-9-162,0 6 143,0-6-94,0 9 0,0-2 41,0-5-218,0 4 147,0-6-257,0 9 89,0 0 168,-10 0-17,8 0 0,-7-3-16,9-4 13,0 5-6,0-7 5,0 9-30,0 0 133,-10 0 236,8 0-157,-8 0 39,10 0-1014,0 0 724,10 0 0,-6 0 32,11 0 1,-8 0-16,7 0 55,-9 0 5,14 0 1,-15 0 55,10 0 30,-9 0-40,14 0 0,-14 0 82,9 0 28,-9 0-106,14 0-27,-17 0 1,10 0-28,-5 0-2,-5 0 0,10 0 1,-5 0 167,-5 0-10,8 0-102,-10 0 1,0 2 93,0 5 1,7-2-100,0 9 1,0-7 13,-7 7 1,0-7 41,0 7-21,0 1-56,0 6 1,0 0-9,0 0 1,0-7-102,0 1 0,0-8 176,0 7-4,0-9 178,0 13 375,0-15-701,0 6-85,0-9-750,0 0-563,0-9-42,0 6 1484,0-15 0,0-13 0,0-14 0</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6T02:39:27.647"/>
    </inkml:context>
    <inkml:brush xml:id="br0">
      <inkml:brushProperty name="width" value="0.06" units="cm"/>
      <inkml:brushProperty name="height" value="0.06" units="cm"/>
      <inkml:brushProperty name="color" value="#E71224"/>
    </inkml:brush>
  </inkml:definitions>
  <inkml:trace contextRef="#ctx0" brushRef="#br0">1 22 7177,'0'-12'1619,"0"2"-1118,0 10 618,0 0-1082,9 0 1,-7 3 5,6 4 1,-4-5 9,3 5 1,-4 5 10,4 2 1,2-2 60,-2 2-139,10 0 0,-8 8 71,5-1 0,3 0-101,-10 0 37,10 1 1,-8 6-9,5 0 1,5-2 36,-5-12 0,-2 5-1,2-5 0,-7 5-3,7 3 0,-2-1 2,2 0 1,3 0 19,-10 1-20,10-1 1,-8 0-67,5 0 45,5-9 1,-14 5-8,9-10 0,-9 0-14,4 2 18,-9-6 0,3 6-8,4-9 7,-5 0 3,7 0-85,-9 0 320,0 0-143,0-9 124,0 6-147,0-6 15,0-1-82,0 8-5,0-17 1,8 14-4,-1-9 0,0 7-96,-7-7 1,0 7 81,0-7-22,0 9-22,0-14 21,0 7 88,0-9 0,0 7 39,0 0 25,0 9-193,0-14-197,0 17 203,0-8-30,0 10 186,0 0 144,0 10-190,0 2 0,0 9 73,0 0-112,0 0 0,0 1 20,0-1-41,0 0 0,0 0-20,0 1 1,0-8-3,0 0 0,0-7 25,0 7 125,0-9 1,0 7 141,0-5 455,0-5-626,0 8 1,-3-10-31,-4 0 0,3 0-30,-11 0 1,1-8-4,-7 1 0,0-2-51,-1 2 0,8 5 55,0-6 0,0-1-48,-7 2 0,-1-7-4,1 7 0,7 0-21,0 7 1,7-8-24,-7 1 10,9 0-42,-14 7-220,17-9-249,-8 7 157,10-8-176,0 10-1861,0 0 1730,10 0 737,1 0 0,58-9 0,11-3 0</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6T02:39:30.641"/>
    </inkml:context>
    <inkml:brush xml:id="br0">
      <inkml:brushProperty name="width" value="0.06" units="cm"/>
      <inkml:brushProperty name="height" value="0.06" units="cm"/>
      <inkml:brushProperty name="color" value="#E71224"/>
    </inkml:brush>
  </inkml:definitions>
  <inkml:trace contextRef="#ctx0" brushRef="#br0">574 64 6193,'0'-12'76,"0"3"1,0 9 1,7-2 73,0-5 48,0 4 29,-7-6 29,0 9 2564,0 0-2747,-9 0 1,-3 0-37,-9 0 1,7 0-50,-1 0 0,1 7 85,-7 0 1,0 2-18,0-2 1,-8-4-5,1 4 0,0 2 19,6-2 1,1 1-65,0-8-15,0 0 0,-1 0 20,1 0-393,9 9-43,-7-7 291,17 8-233,-7-10 289,9 0 0,9 0-15,5 0 0,5 0 75,2 0 0,8 0 15,-1 0 0,0-7-14,-6 0 1,6 0 29,0 7 1,1 0-21,-8 0 1,0 0-21,0 0 0,1-8 7,-1 1 0,0 0 10,0 7 1,-6 0-16,-1 0 85,0-9-21,7 6 1,-7-6 91,0 9 31,-9 0-120,5-9-18,-10 6-8,0-6 33,0 9 193,0 0-273,-10 0 47,8 0-12,-8 0 150,10 0 27,0 0 0,0 9 37,0-6-118,0 15 1,0-13-6,0 9-12,0-9-64,0 14 0,0-14-6,0 9 8,0-9 1,0 6-4,0-4 1,0-2-131,0 9 97,0-9 5,10 14 1,-8-14-87,5 9-12,-4-9 92,-3 13-3,0-15 3,0 6 1,0-9 1,0 3-791,0 4-199,0-5-623,0 8 762,0-10 863,0 0 0,-38-19 0,-9-5 0</inkml:trace>
  <inkml:trace contextRef="#ctx0" brushRef="#br0" timeOffset="908">553 107 6169,'2'12'862,"5"-5"-539,-4-5 1,6 0 117,-9 5 32,0-4-4,0 6-35,0-9 283,0 0-835,-9 0 159,6 0 1,-13 3-105,9 4 1,-3-5-25,3 5 1,2-2 117,-9 2 1,10-2 32,-4 9 1,-3-7-58,-4 7 1,4-7-5,-4 7 1,8-2 32,-7 2 0,0 5 0,-7-5 0,7 3-3,-1-3 1,1 5 5,-7-5 0,0-2 75,0 2 1,-1-2-76,1 2 0,0 5 15,0-5 1,-1-4-25,1-3 1,0 5 40,0 2-74,-1-5 0,1 3-16,0-5 2,9-5 1,0 8-42,5-10-126,5 0 182,-8 0-29,10 0 2,0 0-36,10 0-1,-8 0-55,8 0-38,-10 0 1,2 0-244,5 0 180,-5 0 63,17-10 1,-14 8 75,9-5 0,-7 5-14,7 2 1,-7-8 61,8 1 0,-4-2 3,4 2 0,3 2-11,-3-9 0,4 2 126,2-2 1,0-5 25,0 5 1,1-7-137,-1-8 0,2 3 87,6-9 0,-3 7-58,9-8 0,-9 8 9,2-8 0,-4 10 44,-3-2 0,1 5 110,-1 1 0,-7 1-20,0 0 26,-9 9-8,14 3-49,-17 9-274,8 0 140,-10 0 1,-3 0 28,-4 0 0,5 9 46,-5 5 0,2-2-19,-2 2 1,2 0-9,-9 8 0,7-4 11,-7-3 1,7 3-60,-8-3 1,4 4 45,-3 2 0,-5-7-125,4 0 1,4-2 16,-4 2 1,4 5-324,-3-5 3,-5 5-118,7 2 0,-7 1 74,5-1 1,4-7 445,10 0 0,29-9 0,6 4 0</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6T02:39:33.242"/>
    </inkml:context>
    <inkml:brush xml:id="br0">
      <inkml:brushProperty name="width" value="0.06" units="cm"/>
      <inkml:brushProperty name="height" value="0.06" units="cm"/>
      <inkml:brushProperty name="color" value="#E71224"/>
    </inkml:brush>
  </inkml:definitions>
  <inkml:trace contextRef="#ctx0" brushRef="#br0">170 107 6416,'0'-12'867,"0"3"0,0 6-632,0-4 7,0 5-6,0-8 102,0 10-17,0 0 0,0 10-315,0 4 0,0-2 61,0 2 0,-7 3-135,0 11 1,-7-5 121,7 6 0,-10-3-98,3 2 1,2-2 44,-2 10 1,7-8-21,-7 7 1,7-9-3,-7 3 0,7-6-1,-7-2 0,9-6-129,-2-1 172,4-9-42,3 13 17,0-15 0,0 4-122,0-14 1,0 2 28,0-9 0,7 0-51,1-8 0,6-1 140,-7-5 0,9 2-3,-2-10 0,-2 8-6,2-8 1,-6 8-1,6-7 1,-7 6 115,7-6 0,-2 9-121,2-2 0,-2 4 251,-5 3 1,-5-1 192,5 1-49,-4 9-202,6-7-100,-7 17-174,8-7 1,-10 18 135,0 5 0,7-2 16,0 2 1,0 0 52,-7 8 1,7-1 2,0 0 1,0 0-19,-7 1 0,3-1 111,4 0 1,-5 0-104,5 1 1,-2-1 21,2 0 1,-5 0-121,6 1 1,-6-1 99,-2 0 1,2-7 5,5 1 1,-4-1 48,4 7-87,-5 0 1,-2 0 66,0 1 17,10-1-93,-8 0 0,7 0 39,-9 1-214,0-10 248,10 6-181,-8-15 116,8 6-299,-10-9-2116,0 0 1736,0-9 0,0 4-1224,0-9 1222,-10 0 1,5-8 616,-9 1 0,10 0 0,-15 0 0,-21-19 0,-17-5 0</inkml:trace>
  <inkml:trace contextRef="#ctx0" brushRef="#br0" timeOffset="258">85 426 8017,'-21'9'-314,"7"-6"611,0 4 217,9-5 47,-4-2-58,9 0 1097,0 0-1409,9 0 1,-4 0-48,9 0 1,0 0-29,7 0 1,1-7-263,-1 0 133,0 0 1,0 7-148,1 0 1,-8-7-262,0 0-184,-9-1 248,14 8 0,-15-2-185,10-5 204,-9 5 0,7-8-490,-5 10 176,-5 0 1,15-2 651,-10-5 0,0 4 0,-45-16 0,-9 8 0</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6T02:39:34.566"/>
    </inkml:context>
    <inkml:brush xml:id="br0">
      <inkml:brushProperty name="width" value="0.06" units="cm"/>
      <inkml:brushProperty name="height" value="0.06" units="cm"/>
      <inkml:brushProperty name="color" value="#E71224"/>
    </inkml:brush>
  </inkml:definitions>
  <inkml:trace contextRef="#ctx0" brushRef="#br0">64 64 7890,'-2'-11'393,"-5"4"55,4 4-30,-6-6 5,9 6 119,0-6-45,0 9-249,0 0 1,0 9-77,0 6 1,0-4-2,0 4 1,0-1-22,0 7 0,0 0-148,0 0 1,0 8 153,0-1 1,0 0-91,0-6 1,0 1-112,0 6 0,0-6 111,0 6 1,0-6-143,0-2 74,0 1 0,0-1-158,0 0 0,0-7-102,0 1-316,0-11-65,0 6-349,0-10-382,0 0 0,0-10 1374,0-4 0,19-61 0,5-18 0</inkml:trace>
  <inkml:trace contextRef="#ctx0" brushRef="#br0" timeOffset="575">128 192 7998,'-2'-21'30,"-5"-1"0,4 8 125,-4 0 1,5 7-71,2-7 0,-7 7 182,0-7 1,0 7 267,7-8-287,0 11 239,0-15-368,0 16 1,0-8-53,0 3 0,2 6-128,5-5 1,5 5 46,9 2 1,-7 0-74,0 0 0,1 0 142,6 0 1,7 2-150,0 5 0,1-5-30,-8 6 159,0 3 0,1-1-91,-1 4 0,-7 3 74,0-10 0,-9 9 17,2-2 38,-5 5 0,-2 2 4,0 1 0,0-1-61,0 0 0,-9-7 0,-5 1 0,-5-4-55,-2 4 1,-1 1 68,1-9 1,0 7-95,0-7 1,-1 8 72,1-8-12,0 0 0,0-7 37,-1 0-9,10 0-33,3 0 10,0 0 0,9 0-29,0 0 1,9 0 31,12 0 1,1 0-5,-1 0 0,0 0 33,0 0 1,1 0-1,-1 0 1,0 7 48,0 0 7,1 9 24,-1-4 5,0 9 68,-9 1 42,-3-1 230,-9 0-279,0 0 0,-7-6 37,0-1 1,-9-9-122,1 2 1,-11-5-17,-2-2 0,-3 0 11,3 0 1,4 0-195,-4 0 1,2 0 119,-2 0 1,4 0-275,-4 0-145,4 0 284,3 0 1,7 0-221,0 0-132,9 0-467,-4-9 294,9 6 1,0-9-1088,0 5 1730,0 5 0,9-36 0,3 3 0</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05:24:22.079"/>
    </inkml:context>
    <inkml:brush xml:id="br0">
      <inkml:brushProperty name="height" value="0.053" units="cm"/>
      <inkml:brushProperty name="color" value="#FF0000"/>
    </inkml:brush>
  </inkml:definitions>
  <inkml:trace contextRef="#ctx0" brushRef="#br0">11247 3355 7849,'0'-14'170,"4"4"0,1 1 0,-2-2 0,-1-2 0,-2-1 530,0 0 0,0 4-510,0 1 1,0-1 0,0-4 0,0 0 0,0 0 0,0-1 0,0 1 0,0 0 538,0 0 0,0 0-594,0-1 0,-2 3 0,-1 1 0,-3 1-67,-2-1 1,-2 5-85,-4 1 1,-2 5-1,-1 5 1,-3 4-105,-3 4 0,4 3 0,-3 1 1,2 4-157,2 1 1,3 0 113,0 2 1,3 1 0,2-6-177,6-2 1,2-1 137,2-2 227,6-6 1,4-2 0,9-6 0,4-1-1,4-4-23,2-4 1,-6-4 21,1-1 1,-5-2 0,3-1 0,-1-2 228,-4 1 1,-3 2 222,-4 2 0,1 0-378,-6 0-264,-1 6 368,-4 2 1,0 18 0,0 7 0,-1 6 128,-4 4 1,3 4-274,-2 0 0,2 2 0,2-3 0,0 2 25,0 3 1,0-6-98,0 2 1,0-3-25,0-1 1,0-2 0,0-4 0,0-4-52,0-3 0,0-2-260,0 1 198,0-7-78,0-2 22,0-6 0,0-2 1,0-2-1153,0-6 0,2 2 676,2-1 1,3 4 0,4-3 680,-2 2 0,20-18 0,9 0 0</inkml:trace>
  <inkml:trace contextRef="#ctx0" brushRef="#br0" timeOffset="1">11759 3227 8036,'-10'-13'0,"2"2"0,0 4 408,0 0 1,4-4-1,-4 2 1,0-2-1,1 0 909,1 1 0,-5 7-675,2-2 0,1 4-636,-2 1 1,1 0 0,-5 1 256,-1 4-242,1 3 0,1 11 1,2 0-1,4-2-79,0-1 1,-2 3-9,4 0-118,0 0 1,5-5 0,0 0 0,0 0-227,0 1 0,7-3 206,2-2 197,10-4 1,-2-6 0,5-2 0,1-2 0,-1-6 96,3-2 1,0-9 213,-1-3-223,-3-2 1,-4-3 0,-1-1-1,-4-3 1,-1-3 84,-3-1 0,-1-4 316,-7 3-247,0 4 1,-5 4 0,-1 7-444,-2 3 0,0 14-2,-2 10 223,-2 7 1,10 10-1,-3 4 1,4 5-1,1 5 398,0 1 1,0-4 46,0 1-312,0 3 1,0-6-1,0 4 1,0-4-1,0-4 51,0-2 1,4 1 124,1-6-421,6 0 1,-9-4 0,4-3-1,-1-1-982,0-1-381,-1-7 815,-4 3 0,0-7 1,2-3-1,3-2-2825,4-2 3472,-3 5 0,1-29 0,-7 1 0</inkml:trace>
  <inkml:trace contextRef="#ctx0" brushRef="#br0" timeOffset="2">12171 3298 8036,'0'-14'3074,"0"0"-2145,-6 0 1,2 6-258,-5 3 1,4 3 672,-4 2-1295,5 7 1,-7 1-204,7 6 1,-1-5 104,5 1-188,0-7-728,0 3-687,0-6-2443,0 0 4094,-6 0 0,-72 0 0,28 0 0,-1 0 0</inkml:trace>
  <inkml:trace contextRef="#ctx0" brushRef="#br0" timeOffset="3">11602 3341 8036,'-8'0'2249,"-4"0"-1614,2 0 0,2 0 503,-1 0 1,4 0 675,-4 0-1354,-1 0-606,2 0-888,2 0-1221,6 0 1,1 1 2254,4 4 0,54-3 0,18 4 0</inkml:trace>
  <inkml:trace contextRef="#ctx0" brushRef="#br0" timeOffset="4">12555 3284 8036,'-7'-8'926,"-1"-3"0,-4 5 800,2-2 0,4 3-1265,6-4 0,2 5 0,2 0 0,6 2-131,2 2 0,3 0-324,-1 0 0,5 0 0,0 0 0,0 0-736,1 0 1,-4 0 313,3 0 1,-3 0-1,-2 0 1,0 0-2263,1 0 1303,-1 0 803,0 0 0,-5 0 572,1 0 0,-45 13 0,-6 3 0</inkml:trace>
  <inkml:trace contextRef="#ctx0" brushRef="#br0" timeOffset="5">12569 3426 8036,'-8'0'2414,"2"2"-901,6 2-232,0-2-412,0 4 0,1-6-600,4 0 1,3 0-870,6 0 1,0 0 0,2 0 0,2-1-1094,0-4 1128,1 3 0,-3-4 565,3 6 0,29-6 0,12-2 0</inkml:trace>
  <inkml:trace contextRef="#ctx0" brushRef="#br0" timeOffset="6">13109 3199 8027,'0'-15'2155,"0"6"-1504,0 0 0,0 4 857,0-5 1,0 6-433,0-6 1,-6 7-827,-4-2 1,-2 5-226,-2 5 1,-1 3-145,1 6 1,1 2 0,2 1 0,2 4 15,-2 1 1,5 2-526,1 4 472,-3-6 1,6 3 0,-1-4 0,5-1 0,6 1-161,4-4 0,-1-6 720,8-1-268,3-7 1,1 3 0,5-6 0,-1-1 0,-2-4 614,-1-4 0,-7-10-172,2-5-411,-3 3 1,-3-7 0,-4 1 0,-4-4 0,-4-3-178,-1 0 0,-4 4-27,-1-4-295,-12 11 0,5 2 0,-10 9 0,0 2 0,0 5-950,-3 4 1,3 2-1769,-2 4 2045,7 3 1,1 12 1003,6 4 0,5 14 0,1 8 0,-3 4 0,0-1 0</inkml:trace>
  <inkml:trace contextRef="#ctx0" brushRef="#br0" timeOffset="7">4138 6156 7748,'-7'-10'95,"0"1"1,-3-1 0,2 1 840,2-1 0,0 6 0,2-6-275,0-1 1,-6 3 0,4 0-98,-2 2-472,-2 1 1,-4 5-1,0 0 1,0 0-1,0 0-53,-1 0 0,1 5-34,0 0-110,0 6 0,-5-2 1,0 9-1,3 1 1,3-1-524,4 3 520,6-5 1,-8 9-1,6-4 130,2 1 0,1-3 23,2 4 0,7-5 0,4-1 0,4-4 254,4-4-220,7-6 0,-4 4 1,6-9-1,1-3 1,-1-6 92,0-6 0,1-5-252,-1-7 71,1 1 0,-6-7 1,0-4-1,-3-7 0,-4-6-86,-5-3 0,-5-2-196,-6 0 327,0-6 1,-4 12 0,-3 5-1,1 15 1,-2 12 523,0 8-260,5 4-311,-10 14 1,12 2 0,-4 10 0,3 6 0,2 5 619,0 4 0,0 3 284,0-3-654,0 5 0,0-3 0,0 7 0,0 0 0,0-2 285,0-3 0,0 3-175,0-3-244,0 3 0,0-3 0,0-2 0,0-3 0,0-4 53,0-4 0,2-8-367,3 2-67,-4-3-544,6-8 0,-3-3 198,1-10 88,0 3 0,-5-10 1,0 2-1,0-2 1,0-3-3942,0 1 4475,0 0 0,0-32 0,0-8 0</inkml:trace>
  <inkml:trace contextRef="#ctx0" brushRef="#br0" timeOffset="8">6740 5999 7722,'4'-9'372,"1"-1"0,-2-1 107,-1-1 0,-4 4 0,-1 1 0,-3 3 0,-2-1 1,-3 2 2,-2 1 1,-3 2-1,-1 0 1,-2 0 109,2 0-592,1 0 0,2 5 1,-2 1-1,0 2 1,0 3-118,4 2 0,1 6 0,-4 0 0,3-2-56,2-1 1,4-2 63,6 0 1,0 5 0,0 0 12,0-1 0,6-4 61,4-5 78,2-2 0,4-7 0,3 0 1,3-2-1,2-3 100,0-4 1,-2-4-108,1-1 60,4-6 1,-9-3 0,4-5 0,-2 0 0,-2-2 220,-2-4 1,-4-2-430,-2-7 159,-4 7 0,-1 1 0,-1 8 0,0 4 0,-3 4 55,-1 3-356,0 8 14,-6 2 0,4 14 0,-2 6 1,2 8-1,0 6 359,-2 6 1,2-3 163,-3 7-47,4 6 0,-4-4 1,0 2-1,2-2 1,2-2 395,1 0 0,-2-7-178,-3 3-171,4-4 0,-6-4 1,7 0-1,0-4 676,0-2-488,0-1 26,0-11 0,0-3 347,0-10 0,0-3-608,0-6-629,0 6 1,0-4 0,0 2 0,0-3-7171,0-1 5042,0 0 2521,0 6 0,0-11 0,0 3 0</inkml:trace>
  <inkml:trace contextRef="#ctx0" brushRef="#br0" timeOffset="9">14830 3583 8211,'7'-15'241,"-2"1"2147,-3 0-1846,-2 0 1,0 7 0,0 7 0,-2 10 0,-1 6-2,-2 3 0,-1 0 0,3-5 0,-4 0-169,0 0 0,2 0-250,-5 1 1,1 5-1,-5 1-307,-1-4 0,1 2 35,0-10-610,0-2 1,0 4 0,-1-6-3773,1-2 4532,0-2 0,57-45 0,13-11 0</inkml:trace>
  <inkml:trace contextRef="#ctx0" brushRef="#br0" timeOffset="10">15711 3256 8181,'0'-15'236,"0"1"874,0 0-454,0 6 0,-2-3 0,-1 5 8,-1-2 0,-1 6-292,5 2 0,0 11-117,0 8 1,0 8 0,0 0 0,0 6 79,0 3 0,0 1-279,0 1 0,0 3 0,0-5 1,0 2-45,0 0 1,0-7-28,0 3 9,0-4 0,0-4 1,0-2-1,0-5 1,0-3-850,0-2 475,0-6-827,0-2 0,1-7-142,4-4 1,-3 2-576,2-7 1040,4 1 884,-6-12 0,11-58 0,-9 30 0,-1-1 0</inkml:trace>
  <inkml:trace contextRef="#ctx0" brushRef="#br0" timeOffset="11">15711 3298 8181,'0'-20'0,"0"2"186,0-5 1,0 4-1,0-3 1,2 1 807,2 4 0,0 2-356,5 6 0,-1-4-313,1 4 0,6 2 0,-3 3 0,6 2 125,-1 2-315,-1 0 0,3 2 0,1 2 0,1 6 1,-1 3 186,-2 1 1,-4 2 17,-5 3-291,4-4 0,-11 7 1,2-4-1,-4 1 0,-4 0-156,-6 1 0,-4-4 159,-5 3-122,3 3 1,-11-6-1,4 3 1,-4-5-1,-2-3-755,1-1 1,-1-6 167,1 6-186,6-7 0,-3 3 843,6-6 0,63-31 0,21-9 0</inkml:trace>
  <inkml:trace contextRef="#ctx0" brushRef="#br0" timeOffset="12">16123 3398 10468,'-1'-13'1571,"-4"4"0,3 1-827,-2 3 1,-3 2-622,3-7-1218,-7 7 1095,9-3 0,27 12 0,15 2 0</inkml:trace>
  <inkml:trace contextRef="#ctx0" brushRef="#br0" timeOffset="13">16493 3284 8168,'9'-14'1046,"-1"0"163,-1-1-701,-3 1 0,-4 0 1,0 0-1,-1-1 0,-4 1 226,-4 0 1,-4 1 0,-1 4-1,0 4-649,-1 4 1,1 1-184,0 0 1,-5 0-1,-2 1 1,1 4-36,-1 4 1,1 6-226,1 4 157,-3 3 0,0 5 0,3-2 1,4-1-1,6-1-353,4-1 1,4 0 281,1-3 81,0-9 1,6 9 0,5-11 0,6 0 0,6-4 161,-1-2 0,5-8 237,-4-4-154,4-2 0,0-7 0,-2-2 0,-3-1 1,-1-3 66,-4-2 0,-3-6-214,-4-1 112,3-5 0,-12 7 0,4-6 0,-4 1 0,-2-1 56,-4 0 0,2 12 278,-7 3-329,7 5 1,-8 12 0,7 6-95,0 8 1,3 11 106,1 5 199,0 9 1,0-2 0,0 6 0,0-1 0,0 0 719,0 4 1,0-5-317,0-2-383,0-3 0,0-2 1,0-1-1,0-2 1,0-3 31,0-1 1,0-2-1010,0-5-758,0-6-82,0-2 0,1-7 1560,4-4 0,35-53 0,-14 19 0,1 0 0</inkml:trace>
  <inkml:trace contextRef="#ctx0" brushRef="#br0" timeOffset="14">16905 3213 8181,'-4'-10'2137,"-1"1"1,-1 4-999,1-4 0,3 4-181,-3-4 1,2 5-237,-1 0-2202,2 2 1,-3 2-1,10 0 1480,4 0 0,29 13 0,8 2 0</inkml:trace>
  <inkml:trace contextRef="#ctx0" brushRef="#br0" timeOffset="15">17076 3227 8177,'-10'-9'846,"1"-1"0,6 5 232,-2-4 0,0 4 1,5-3-638,7 2 0,8 0 0,6 3 0,0-2-425,-1 2 1,5-4-1,-3 3 1,2 0-158,0 3 1,-7 1-389,2 0 0,-3 0 0,-2 0-3626,0 0 1874,1 0 2281,-7 6 0,-40 15 0,-15 9 0</inkml:trace>
  <inkml:trace contextRef="#ctx0" brushRef="#br0" timeOffset="16">17019 3398 8174,'-8'-7'2537,"2"6"-1761,6-12 0,1 10 252,4-6 1,5 5-678,9 0 0,-4 2 0,6 0 0,-1-1-499,4-1 1,-2-1 0,0 5 0,1-2-1071,-1-2 0,-5 2 466,2-3 1,-3 4-1,-2 1 1,0 0-961,0 0 0,-4 1 1712,-1 4 0,-5-3 0,2 4 0</inkml:trace>
  <inkml:trace contextRef="#ctx0" brushRef="#br0" timeOffset="17">17702 3184 8168,'7'-14'-537,"0"-6"1,-7 4 1833,0-3 0,0 8 247,0 1 496,0 7-1877,0-3 1,-2 8 0,-1 2 0,-3 6-324,-2 2 0,0 4 138,-2 3 0,-1-1 0,5 4 0,0 0-417,-1 0 0,3-3 33,4 5 419,0-7 1,1 3 0,4-5 0,4-1 0,6-2 373,4-2 1,-2 1-112,7-6 101,-1 0 0,6-12 0,-1-2 1,1-6-1,-2-2 597,-4-2 0,-2-6-776,-7 1-196,0-3 0,-6-6 0,-3 0 0,-4 1 0,-4 2-322,-6 2 0,-2 6-438,-13 3 317,0 3 0,-4 8 0,-1 3 0,-1 5 0,-1 5-2174,-2 5 1,1 4 1096,8 5 1518,-2 3 0,3 44 0,9-28 0,0 0 0</inkml:trace>
  <inkml:trace contextRef="#ctx0" brushRef="#br0" timeOffset="18">3811 3000 8178,'8'-2'2152,"-4"-3"-947,-2 4-710,-2-6-310,0 7 0,0 2 1,0 3-7,0 4 1,0 4-4,0 1-142,-6 0 1,4 1 0,-4-1 0,1 2 0,0 1 209,2 2-250,-5 0 0,5-5 1,-5 0-1,2 0 0,1 1-247,-1-1 0,4 0-47,-3 0 0,2-4 1,0-1-389,-2 2 247,1-4 168,4-1-517,0 0 451,0-10-124,0 2 0,0-12 0,1 0 0,2-1-390,2 1 1,5-5 852,-6 0 0,1 0 0,8-27 0,3-7 0</inkml:trace>
  <inkml:trace contextRef="#ctx0" brushRef="#br0" timeOffset="19">3797 3057 8590,'0'-8'2801,"0"-5"-1982,0 11-379,0-4-74,0 6 0,1 0 304,4 0-548,-4 0 0,12 6 0,-3 4 0,2 3 31,2 1 0,1 0 109,-1 0-332,0 0 1,-4 1 0,-1-1 0,2 0 0,2 0 113,1 0 1,-1-4-205,-4-1 102,4 1 0,-7-1 1,5-1-1,-3 0 1,0-1-111,0-1 160,-5-1 239,10-5 253,-12 0 0,10-2-2,-6-3-263,0 4 1,-5-12-1,1 4-62,4-4 1,-3-1-53,2-1-178,-2 8 1,3-6-1,-1 3 1,0-2-14,-3-2 1,4-1-29,0 1 80,-1 0 0,-4 0 0,0 0 1,0-2-1,2-2-148,3-1 0,-4 0 153,4 5 93,-3 6 1,-2-4-154,0 2-427,0 4 477,0 0 0,-2 7 1,-1 4-1,-2 6 290,2 6 0,0-1 60,-2 3-272,3-3 0,-5 3 0,3 1 0,-2 1 0,0-1 66,-1-2 1,1 2-43,1-1-47,4 0 0,-7-5 1,5 1-1,-2-1 0,0 0 59,-1 0 0,4-4 41,-2-1-92,2 1 0,0-2 0,-1-2 126,-1 0-38,-1-4-22,5 4 0,0-7 392,0-4-308,0 3-99,0-4 0,0 4 1,0-2-439,0-6 68,0 4 59,0-7 1,-2 10-1,-1-6-109,-2-2 1,-4 3 129,4-2 148,-6 7 0,8-8 1,-7 5-1,1-2 1,-1-2-119,1 2 0,0-4 304,-6 2-140,1-2 1,0-3-1,0 1 1,-1 0-1,1 1 103,0 4 1,1-4-159,4 4 197,-4 2-101,5-5-33,-6 10-132,6-4 1,2 7-1,6 4 210,0 5-120,0 2 253,6 3 0,-4-1 1,3 0 265,-4 0-255,-1 0-100,0 1 0,0-1 0,0 0 78,0 0 0,0-4-366,0-1-353,0-6-1078,0 10 1043,0-5-3203,0 0 3770,0-2 0,6-19 0,2-2 0</inkml:trace>
  <inkml:trace contextRef="#ctx0" brushRef="#br0" timeOffset="20">2958 10861 7931,'8'2'-396,"-4"3"1060,4-4-225,-6 6 83,4-7-25,-6 0 185,0 0-812,-6 0 40,4 0 0,-6 0 51,4 0 0,0 0 0,-5 0-52,-2 0 39,-2 0 13,-1 0 1,5 0-1,1 1 1,0 2-1,0 4-22,-3 1 0,3-1-5,-2 3 10,7 3 1,-8-6-1,7 8 1,-1-1-1,0 0-61,0 0 0,1 1 41,4-1 42,0 0 1,0 0-1,1-1 1,2-2 0,4-3-71,1-2 0,1 4 127,5-6-29,-6 1 1,5-5 0,-4 0 0,4-2-1,1-2 26,0-6 0,1 2 220,-1-1-164,0-7 0,0 0 0,-1-4 0,-2-1 0,-3-1 124,-2 0 0,4-5-71,-6 3-122,1-9 1,-5 2 0,0-6 0,0 1 0,0 1 106,0 0 0,0 2-34,0 5-13,0-1 1,-2 7-1,-1 3 1,-1 4 288,0 0-234,3 7-78,1 2 0,0 8 0,0 2-307,0 6 1,0-2 442,0 1-152,0 1 0,0 4 0,0 0 0,0 0 0,0 1 86,0-1 0,0 0 98,0 0-138,0 7 1,0-5 0,0 4 0,1 1 0,3 1 154,0 0 1,1 5-62,-5-4-127,6-2 0,-2 6 0,3-5 0,0 2 0,-3-1-32,3 3 1,-6-1 81,4-1-47,3 2 0,-6-10 0,2 3 0,-2-3 1,-2-2 167,0 0-265,0 1 153,0-7 201,0-2 255,0-6-466,0 0 1,0-6 0,0-4-670,0-3 0,0 4-246,0 0-578,0 5 0,0-4 1403,0 4 0,-19 2 0,-5-4 0</inkml:trace>
  <inkml:trace contextRef="#ctx0" brushRef="#br0" timeOffset="21">2944 10961 7813,'-10'0'-39,"2"-2"1,0-1 261,0-2 1,5-1-1,-3 3 420,0-2 0,4-1-21,-3 1-192,4 4-407,7-6 0,2 7 0,6 0 0,2 0-49,3 0 0,-3 0-175,3 0 144,-4 0 1,0 0 0,-1 0-1,0 0-167,0 0 1,-4 0-316,-1 0-325,-6 0-425,10 0 273,-11 0 1016,4 0 0,-38 19 0,-7 5 0</inkml:trace>
  <inkml:trace contextRef="#ctx0" brushRef="#br0" timeOffset="22">3313 11103 6527,'-1'-8'716,"-3"2"1896,0-1-1816,-1 6-809,5-5 38,0 6 56,0 0 1,0 6-1,0 3 1,0 6 77,0 4 0,0-2-38,0 7-45,0-7 1,0 10 0,0-3 0,0 2 0,0 3-24,0-1 0,0-4-129,0 0 0,0-2-62,0 1 1,0 3 0,0-7 0,0-2-112,0-1 0,0-2-230,0 0-126,0-6 82,0 5 242,0-12 75,0 6 0,0-14 0,0-2-253,0-4 459,0-1 0,6-44 0,2-12 0</inkml:trace>
  <inkml:trace contextRef="#ctx0" brushRef="#br0" timeOffset="23">3285 11131 7806,'0'-14'90,"-2"2"326,-3 2 0,4-3 73,-4 4-262,4 3 1,7-5 0,3 4 29,4-1 0,1 5-4,0-1-223,1 2 1,-1 2-1,0 0 1,0 0-1,2 2-92,3 2 1,-3-1 93,3 7 1,-8-2-66,-2 1 1,-1 4 0,3-4 67,-1 4 0,-7 1 115,2 0-118,-4 1 0,-7-1 0,-4 0 0,-2-1 0,-4-2 67,-3-2 0,-3 1-30,-7 4 1,1-1-244,0-4 0,1-1 0,1-5 0,3 2-2190,-2-2 1769,4-1-213,0 4 808,14-4 0,32-9 0,14-9 0</inkml:trace>
  <inkml:trace contextRef="#ctx0" brushRef="#br0" timeOffset="24">3583 11060 11537,'0'15'108,"0"-1"0,0 0 1,0 0-120,0 0 0,0 1 1,0-1-1,0 0 0,0 0-117,0 1 1,0-1 531,0 0 392,0 0-867,0-6 0,0-3 0,0-10 0,0-4-27,0-4 1,0-1 28,0 0-103,0-7 1,2 5-1,3-3 1,3 3-1,1 2-515,0 0 1,-4 0 250,5 0 75,-1 6 0,1-3 0,-1 6-850,2 2 408,2 1 588,-5 2 1,-2 2 214,-6 2 0,-6 23 0,-2 11 0</inkml:trace>
  <inkml:trace contextRef="#ctx0" brushRef="#br0" timeOffset="25">3939 11075 7805,'0'-15'418,"0"1"0,-2 2-59,-3 2 0,4 2 1,-5 5 110,-1-2 0,4 1-233,-6 4 0,-1 1 0,-4 2 0,0 4 0,-1 0 175,1 5-411,-6 0 0,5 2 1,0 1-1,4 0 1,0 3-137,-2 1 0,3 0-7,1-5-42,6 0 1,-4 0 0,7 1-1,0-1-206,0 0 1,8-1 272,7-4 1,0-1 68,9-3 0,0-4 1,4 2-1,1-4-53,-1-4 0,1-6 246,-1 2-30,-6-4 1,3-3 0,-6-1-1,-1-2 1,-4 1 233,-5 3 1,-2-4-244,-7 0-113,0 0 0,-7 0 0,-2 0 1,-5 2-1,-4 2-139,-1 6 1,-4 3-67,4 6 72,0 0 1,0 0 0,0 1 0,1 2-1,4 4-557,5 0 0,-2 3 0,6 4 486,0 0 1,5 1-1,2-1 1,4-2-1,7 0 211,4-3 0,8-4 0,-1 4 0,3-6 0,1 4 0,1-7 0,-1 0 0,1 0 0,-1 0 0,-6-2 0,-3-3 0,-3-3 0,-2-1 0,-1 0 0,-4-3 173,-4 0 1,-3 2 544,-2 1 259,0 6 1,0-5 563,0 3-1322,-7 3 0,4-2-48,-6 8 1,6 4-1,-4 7 1,2 0 122,1 4 0,-1-1-229,5 5 0,0-4-55,0 5 0,0-2 0,0 3 0,0-1-108,0 1 0,0-2-94,0 0 0,0-4 69,0 5 0,0-7 1,0 2-423,0-3 358,0-2 1,0-4-172,0-1 1133,0-6-437,0-9-292,0-3 1,0-12 0,0 5 0,0-3-1,0-6-112,0-7 1,0 1 193,0-7-167,0 0 1,0-3 0,2 1-1,2 4 1,6 1-35,2 4 0,3 7-197,-1 5 206,0 10 0,2-2 0,1 6 0,2 2 0,-1 3 11,-3 4 0,-2 9 118,-3 6 0,1 0 12,-7-5 0,1 2 0,-5 1 0,0 2 355,0-1-399,0-3-94,-6 0 0,-2-1 1,-6-1-1,-1-2 0,1-4-808,0 0 1,-2 2 433,-3-4 0,3 0-1595,-3-5 2030,4 0 0,-19-32 0,-3-7 0</inkml:trace>
  <inkml:trace contextRef="#ctx0" brushRef="#br0" timeOffset="26">3455 11117 7926,'-6'-9'266,"-3"-1"1927,-4-1-536,5 5-1216,2 0 1,6 7 27,0 4 0,-2 3-298,-3 6 1,2 2 0,-5 1 0,0 4 193,1 1 0,-1 2-138,-2 4 1,-2 0-41,2 1 1,2-1 0,0 1-1,0-1-50,0 1 1,5-6-13,-1 1 1,2-7-1,2 2 61,0-3-354,0-8 1,0-3 188,0-10 1,2-4-167,2-10 0,-1-4 0,5-5 0,0-2-441,0-3 0,2 1 248,4-6 216,0 0 0,-3-3 0,0 3 0,3 4 0,1 1-10,2-1 0,0 3 106,-2 7 0,-1 4 209,0 5 0,0 7 0,0 4 0,1 2 174,-1 2 0,-1 2-12,-4 2 1,4 6 0,-4 9-1,2 5 534,-1 2 0,1 3-553,-7-1 1,6 2-1,-5 2 1,-1 1 285,3-1 1,-6-2-18,4-2-527,-3 0 0,-2 1 1,0-2-1,0-2 1,0-3-19,0-1-10,0-2-1111,0-5 369,0-6 1,-5-3 106,0-10 0,-1-3 1,3-6-1,-4-1-1131,-1 1 0,4-2 234,-6-3 1,5 4 0,-4-6 1491,-2 1 0,-27-21 0,-8-12 0</inkml:trace>
  <inkml:trace contextRef="#ctx0" brushRef="#br0" timeOffset="27">3356 11288 7926,'-14'0'3974,"6"0"-3104,1 0 1,9 0-64,3 0-513,3 0 0,14-2 0,5-1 1,6-3-1,3-1 32,4 1 1,-4 0-613,2 1 163,-7-3 1,4 0-1,-6 2 1,-3 1-477,-2 0 1,-3-4-1056,-7 4 581,-6 1 0,-3 4-172,-10 0 0,2 0-304,-7 0 1549,1 6 0,-6 2 0,1 6 0</inkml:trace>
  <inkml:trace contextRef="#ctx0" brushRef="#br0" timeOffset="28">4081 11060 7926,'-6'-8'80,"4"-4"0,-4 4 1,1-2 224,0 1 0,0 4 92,5-4 431,0 6-461,0-4-162,0 7 6225,0 0-5964,0 7-94,0-6 1,0 7 0,0-3-1,0 4 1,0-1-239,0 2 0,0-1 1,0 5-1,0 1 116,0-1 0,-1 5 106,-4 0-268,4 6 0,-6-3 0,7 7 0,0-1 0,0 0 40,0 1 1,0-1-185,0 1 29,0-7 0,2 3 0,3-4 0,4-1 0,4-1-190,1-6 1,6-1-139,4-7 277,3 0 1,1-5-1,1 0 1,-1-3-1,1-5-33,-1-6 0,1-4 48,-1 4 62,-6-7 0,-3 4 1,-8-5-1,-1 0 0,-1 1 45,-1 1 0,-2-4-29,-6 5-52,-6-6 0,-2 9 0,-8-3 1,-1 3-1,-4 4-225,-1 2 1,-3 4 46,-8 6 164,3 0 0,-5 0 0,7 0 0,1 1 0,3 3-116,5 0 0,-1 7 39,1-1 51,6 3 1,2 1 0,6 0-1,2 0-124,1 0 0,4-4 314,3-1-143,3-5 0,6 2 0,2-6 0,1 0 0,4 0 79,1 0 1,0-5-6,2 0-44,2-6 1,-3 2 0,3-9 0,0-2 0,-3-2 61,3-3 0,-1-2-62,-1-2 51,-4 1 1,-7-1-1,-4 1 1,-4 0-1,-3-1 166,-2 1 0,-2 6-81,-3 3-117,-3 3 1,-7 6 0,-4 2 0,-5 2 0,-3 3 44,-1 1 0,-1 4-208,1 3 146,-1 3 1,6 6 0,-1 0-1,0 0 1,1 2-74,-1 3 0,2-2-168,-2 7 81,3-7 0,12 4 0,1-7 0,0 0 0,2 1-876,0-1 0,1-5 391,5 1 58,6-7 1,-3 5 0,7-5 0,2 2 0,4-2 584,3-2 0,13-19 0,-2-6 0</inkml:trace>
  <inkml:trace contextRef="#ctx0" brushRef="#br0" timeOffset="29">4109 11075 7994,'0'-15'430,"0"1"775,0 0 14,-6 6 1,3-3 0,-5 8-520,2 4 0,-1 6 1,4 7-1,-3 0-237,-2 0 0,5 5-187,-2 0 0,3 7 0,2-4 0,0 1 144,0 1 1,0 0-231,0 4-85,0-6 0,0 5 1,0-5-1,0 0 0,2-1-8,3-1 1,-2-4-52,6 3-120,1-3 0,4-2 0,0-1 1,2-2-163,3-2 0,-2-5 15,7 0 168,-6-2 0,8-7 0,-2-1 1,1-2-1,1-3 124,-3-2 0,-4-3-6,5-3-24,-7 4 0,4-6 0,-8 5 0,-2-1 0,-3-2 101,-2 2 0,-1 1-77,-5 2-63,0-1 1,-2 1 0,-3 0 0,-4 0 0,-5 1-333,-5 4 1,-3-2-331,-7 6 505,1 0 1,-1 5-1,1 0 1,-1 0-1,2 2-133,4 2 0,-3 0 290,8 5-87,-1-6 1,4 10 0,1-4 0,2 4 173,2 1 0,4-4-215,6-1 195,0-6 0,6 4 0,4-7 0,2 1 0,2 2 161,1 2 1,-1 0-132,0-5-75,0-6 0,5-1 0,0-4 1,-1 2-1,-3-2 182,0-2 1,3-1 85,1 0-311,0-7 0,0 4 0,0-5 0,-1-1 0,-4 3 168,-5-1-131,4-4 0,-11 9 1,2-3-1,-2 4 1,-2 0 52,0 1 0,-6 0-43,-4 0 1,-4 6-110,-5 3 1,-2 3 0,-5 2 0,0 0-240,1 0 1,-5 5 12,6 0 1,-1 6-1,0-2 1,1 4-735,-1 1 0,4-1 147,2-4 385,3 10 1,7-12 0,1 10 0,3 0 508,7-1 0,23 6 0,13 0 0</inkml:trace>
  <inkml:trace contextRef="#ctx0" brushRef="#br0" timeOffset="30">3455 11146 7994,'-1'-10'-357,"-4"1"0,2 4 2552,-7-4-386,7 5-1029,-3-8 1,6 9-1,0-7 1449,0-1-1985,0-2 1,0 4 0,1 1-61,4 2 0,-2-4-74,7 5 1,-7-1-103,2 1 0,3 4 1,0-5-1,1 1-214,1 0 83,-1 0 89,5-1 1,0 4 0,1-2 0,-1 2 124,0 2 1,0 6 68,1 4 1,-3 3-53,-2 1 1,1 0-1,-5 2 1,0 1 281,1 2 0,2 6 149,-4-1-343,0 3 0,-5 1 1,0 1-1,0-1 1,0 1 153,0-1 1,0-4-193,0-1 0,0 0-65,0 0 0,-2-2 0,-1-7 1,-2 0-50,2 0-166,1-6-169,2 5 269,-6-11 0,4-2 30,-2-10-419,2 4 0,2-8 1,0 1-1,0-6 1,0-2-340,0 1 1,-1-7-418,-4-1 902,3-1 1,-9-7-1,6 4 1,1-1 0,-1 1-87,0 2 0,-4-1 384,4 2 59,-6-2 0,5 15 0,-5-3 0,3 3 0,0 4 264,0 2 1,3 4-126,-4 6-50,-1 0 1,1 6-1,-2 5 1,-4 5 0,-2 5 513,0 1 1,1 3-144,2 8-293,-7-3 1,5 5 0,-3-7 0,4 1-1,0-1 251,1 1 1,2-1-332,2 0 0,-1-4-18,6 0 0,-4-7 1,4 2 18,2-3-488,1-2-207,2-6-829,0-2 947,0-18-1799,0 9 1066,0-16 1,2 17 0,1-4-1324,2-1 0,4 4 2453,-4-6 0,31-13 0,4-8 0</inkml:trace>
  <inkml:trace contextRef="#ctx0" brushRef="#br0" timeOffset="31">5730 11103 7996,'-14'-6'616,"4"-1"1,3-4 0,-1 3 1300,0 2 1,5 0-38,-2 1-1582,3 3 1,4-4 0,3 6-718,4 0 0,4 0 303,1 0-158,7 0-1,-4 0 1,5 0 0,-1 0 0,-4 0-1552,-1 0 0,-2 0 152,0 0 772,0 0 0,-1 2 902,-4 2 0,-59 30 0,14-11 0,1-1 0</inkml:trace>
  <inkml:trace contextRef="#ctx0" brushRef="#br0" timeOffset="32">5659 11259 7996,'-8'15'687,"2"-1"0,6-5 1877,0 1-1699,0-7-218,0 3 1,1-1 0,4 0 0,5-2 246,2-2 1,3-1-1064,-1 0 77,6 0 0,-4 0 0,3 0 0,-3 0 0,-2-1-979,0-4 79,0 4-1131,-6-6 0,3 6 2123,-6-4 0,-32-9 0,-12-8 0</inkml:trace>
  <inkml:trace contextRef="#ctx0" brushRef="#br0" timeOffset="33">6981 11075 8075,'2'-8'-9,"1"1"572,2 1-13,0 4 0,-5-5 1,0 2 565,0-5 0,-7-1-710,-2 2 0,-4-2-172,-1 6 0,0 0-122,-1 5 0,1 0 1,0 0-1,0 0 35,0 0 0,-1 2 0,0 3 0,-3 4-72,-1 4 1,0 1-100,5 0-18,0 0 0,0 1 0,1-1 1,4 2-1,4 1-146,3 2 89,2 0 97,0-5 1,7 0 0,2-1 0,5-4 0,4-4-95,1-3 0,1-2 51,-1 0 94,-3 0 1,9-5-1,-6-1 1,-2-4-1,-1-4 143,-2-3 1,1-7-142,-1 5-65,0-6 1,0 1-1,1-8 1,-3-2-1,-2-3-111,-6-2 1,-2-2 46,-2-2 54,0 0 0,0 7 1,0 3-1,-2 5 1,-1 4 153,-1 5 0,-3 5 280,2 4-300,4 4 0,-5 7 1,4 6-167,-3 7 1,4 2 553,-4 7-297,3 1 1,2 6 0,0 2 0,0 1 0,0-1 675,0-2 0,2 3 122,3 0-776,-4 6 0,6-9 1,-6 4-1,2-4 1,2-2 276,-2 0 1,4 4-150,-3-4-227,1 4 1,-3-16 0,1 3-58,1-3-177,1-8-151,-5-2 0,0-8 268,0-2-578,0 2 0,0-11-148,0 4 0,-1-2-363,-4 1 1,3-2-4046,-2 2 438,2 4 4689,2 0 0,38 18 0,9 4 0</inkml:trace>
  <inkml:trace contextRef="#ctx0" brushRef="#br0" timeOffset="34">7479 11174 8027,'0'-14'18,"-5"4"0,0 1 0,2-2 1795,2-2 1,-4 4 579,0-1-1876,1 7-212,4 3 1,0 10 0,-2 7 0,-1 2 388,-2-2 1,-6 4-521,2-2 1,1 6 0,-2-3 0,-1 2 132,-2 0 1,4-2-225,-1 1-74,7-2 0,-8-2 1,5 0-1,0-2 198,-1-1-79,3-2-429,-3-6 0,6-3 1,-4-11-567,3-9 1,7 0 620,0-9 0,6 0 1,-3-6-1,1-1-455,1-3 1,-1-5 184,5 1 432,1 3 1,-1-4 0,0 6 0,0 3 0,-1 4 270,-4 7 74,4 4-67,-5 7 0,6 3 0,-1 11 1,-2 7 189,-2 4 1,-4 8 579,5-1-722,-7 3 1,8 1 0,-6 1 0,-1-1 0,1-1 358,0-3 0,4 3-850,-4-4 93,0-2 0,-1-1 1,1-5-1,0-1-1444,1 0-940,-4 0 843,4-6 0,-6-3 1697,0-10 0,-19-34 0,-5-15 0</inkml:trace>
  <inkml:trace contextRef="#ctx0" brushRef="#br0" timeOffset="35">7394 11274 8027,'0'-8'2193,"0"0"-713,0 3-1078,0 4 1,4-7 0,3 4-1,1 0 360,3 1 0,1 1-1199,3 2 315,5 0 0,-3-5 0,6 0 0,-3 2 0,-3 2-2794,-1 1 2916,5 0 0,7 0 0,9 0 0</inkml:trace>
  <inkml:trace contextRef="#ctx0" brushRef="#br0" timeOffset="36">7792 11146 8027,'0'-8'2299,"0"0"-120,0 3-1077,0 4 0,0-4 115,0 10-844,0 2 1,0 9-1,0 3 1,0 3 0,0 2 147,0 0 1,0-1-335,0 6 0,0-5-164,0-1 1,0-5-1,0 1 1,0-4-3041,0 0 2374,0-1 59,0-6 1,0-4-1,0-10-610,0-8 0,-5-7 586,0-7 476,1-7 0,4 5 1,0-5-1,0 2 1,0 2 326,0 4 1,1 5 408,4 7-352,3 1 1,6 6 0,0 4-1,2 2 1,1 4 420,2 2 1,5 11-223,-5 8-213,0 4 0,0 2 0,0-3 0,-3 0 0,-4-3 165,-2 3 0,-1-6-173,5-1-274,-6-3 0,3-7 1,-4-1-138,1-1 0,-4-9 75,6-7-15,-7-4 1,5-8 0,-5-2-1,2-6 1,-2-2-513,-1-3 1,-2-5-927,0 1 1111,0-3 0,0 5 0,0 4 1,1 7-1,2 6 448,2 3 0,12 27 0,-1 7 0</inkml:trace>
  <inkml:trace contextRef="#ctx0" brushRef="#br0" timeOffset="37">8887 11032 7960,'-10'8'893,"1"-3"-138,-2-4 0,6-1 1,5 0-1,9 0 1,9 0 39,5 0 1,6 0-1,2 0 1,4 0-355,1 0 0,-2 0-425,4 0 0,-7-1-155,2-4 0,-7 3 1,-3-4-1,1 1-731,-2 0 1,-6 1 0,-7 2-1678,2-3 0,-4 2 919,-3-6 1628,-8-1 0,-31-19 0,-14-6 0,-5-4 0,-1 0 0</inkml:trace>
  <inkml:trace contextRef="#ctx0" brushRef="#br0" timeOffset="38">9142 10861 10365,'8'0'1801,"-1"0"0,-7 2-856,0 3 0,-2 3-543,-3 6 0,2 2 0,-5 3 1,0 4 376,0 4 0,4 2-222,-6-1-488,7 0 1,-5 1-1,5-1 1,-2 1-1,2-2 63,2-4 1,1-2-413,0-7 0,-2 0-1021,-3 0 0,4-4-3344,-4-1 4645,3-5 0,34-42 0,7-18 0</inkml:trace>
  <inkml:trace contextRef="#ctx0" brushRef="#br0" timeOffset="39">9882 11046 7971,'0'-22'253,"0"-3"1,0 6 0,-2 1 1093,-3 3 1,-2 0 0,-8 1 0,0 2 426,-4 2-1460,3 4 0,-11 6 0,5 0 0,-2 1 0,0 4 128,-1 5 0,5 7-419,1 2 1,-2 6-1,2-1 1,3 3-65,5 1 0,0-4-134,6 0 1,1-2-172,4 1 0,0-2 0,1-7 0,4-1-178,5-4 0,4 2 126,5-6 290,-3 0 0,10-7 0,-2-4 0,5-7 0,1-4-79,-2-1 1,4-4-254,-9-1 381,-2-4 0,4-2 1,-6 1-1,-3-2 1,-5-3-40,-6-5 1,-4-3-288,-1-2 400,0 0 0,-6 7 0,-2 5 1,-1 5-1,-1 9 547,-1 6 0,3 5-235,-1 6-290,5 0 1,-7 7-1,7 6 1,0 6-1,3 3 442,1 3 1,0 7-22,0 1-133,0 0 0,0 2 0,0 1 0,0 1 0,0-2 403,0-1 0,5-4-336,-1 3-392,1-3 0,-5-6 0,2-3 1,1-4-1,2-4-1101,-2-1-1464,-2-5-237,-1-1 2802,7-6 0,13-19 0,10-5 0</inkml:trace>
  <inkml:trace contextRef="#ctx0" brushRef="#br0" timeOffset="40">10180 11075 7974,'0'-10'6331,"0"1"-5709,0 5 0,-4 0 634,-1 8 1,0 4-804,5 7 1,-5 0 0,1 4 0,0 3 40,3 1 0,1 3-443,0-2 0,0-3 1,0-1-1,0-1-255,0 0 0,0 0-893,0-5 0,0 0-271,0 1 1064,0-7 1,0-4 0,1-8-205,4-6 1,-3-9 0,3-5 0,-2-4-9,1-5 1,-2 3 431,3-3 64,3 3 1,-7 8 0,6 3 0,-3 3 378,1 2 201,6 6-355,-3 1 0,6 14 1,-1 4-1,-2 6 0,-2 5 746,2 0 0,2 5-190,1-3-567,1-4 0,-1 6 0,0-7 1,0-2-1,0-1-57,1-2 0,-1-6-150,0-3 57,0-4 0,-4-1 0,-2-3 0,-2-5-184,-3-6 1,-1-5 23,-2 0-243,0-3 1,0-6-1,-2-1 1,-1 2 0,-2 2-567,2 1 1,-3 7-1687,1-2 904,0 9 1707,5-2 0,0 29 0,0 1 0</inkml:trace>
  <inkml:trace contextRef="#ctx0" brushRef="#br0" timeOffset="41">10735 11075 7992,'0'-15'1293,"0"1"1,-2 2 128,-2 2 1,2 2 823,-3 3-1851,4 4 1,1 1 0,0 9-1,-2 4 279,-3 1 0,4 7-540,-4 2 1,-1 4 0,1 2 0,2-2 91,1-4 0,1 7-173,-4-6 1,3 6-231,-2-6 1,2-4 0,4 1-1,2-2-550,6 0 0,2-2 138,3-8 340,5-2 1,1-7 0,4 0 0,-3-2 0,0-4-43,0-8 0,-3-2-28,5-8 427,-7 0 0,2 1 0,-8 1 0,-3 0 0,-1 1 138,-4 0 0,-2 3 319,-1 3-416,-6 7 1,-7-3-1,-7 7 1,-1 0 0,-1 3 34,0 1 1,3 5-380,-5-1 78,7 7 0,1-7 0,7 3 0,-1 1-853,2 0 595,2 2 296,6-2 1,11-2 0,3-6 0,4 0 0,1 0 183,0 0 0,6-6 551,-1-4-524,-4-2 0,5-3 1,-6 1-1,0-2 1,0-1 134,0-2 0,-5-5-245,-4 5 33,-7-6 1,3 8-1,-7-5 1,-4 3 0,-6 4-229,-6 4 0,-5 3-434,-7-1 188,1 3 0,4 6 0,0 0 0,1 1 0,0 4-1712,5 4 0,2 9 718,1 1 1413,8 6 0,7 48 0,4-27 0,-1-1 0</inkml:trace>
  <inkml:trace contextRef="#ctx0" brushRef="#br0" timeOffset="42">1820 13463 7854,'0'-14'-11,"0"0"0,0-1 806,0 1 1,-1 1-504,-4 4 1,2-2 0,-7 5 0,-1-1 0,-1 1 0,-3 3 0,1 1 497,0 2-760,0 7 0,0-3 1,-1 9-1,1 3 0,-2 1-112,-3 4 13,10-6 1,-10 12-1,9-3 29,-2 3 1,4-3 46,3-1 1,2-4-1,0 3 1,-2-1 56,2-4 1,3-3-2,5-4 1,3-4 0,6-6-1,2 0 24,3 0 0,-2-8 18,7-6-186,-1-6 1,11-9-1,-1 1 1,-2-2-1,-2-2 36,-6-1 1,3-7 189,-7 3-129,0 2 0,-7-5 0,-2 6 1,-6-3-1,-2-2 118,-2-2 1,-6 4 275,-4 4-137,-2 9 0,2 9 0,1 7-61,-2 1 0,4 14-517,3 7 380,2 10 1,-3 2 0,0 9 0,2 0 0,2 1 384,1 1 0,4-1-266,1 2 0,0 1 0,-3-5 0,1-3 162,1-1 1,1-1-381,-5-1 5,6 0 1,-4-5 0,3-4 0,-2-5-1,0-3-1140,2-2 834,0-6-687,-5 4 1,0-9-3019,0-3 2681,0 4 1349,6-5 0,14-1 0,10-1 0</inkml:trace>
  <inkml:trace contextRef="#ctx0" brushRef="#br0" timeOffset="43">2204 13605 7965,'-1'-14'1098,"-3"0"-34,0-1 1,-6 6 25,5 0 349,1 5 0,-3 0-533,-2 8 1,1 6-720,-1 9 0,4-2 0,-3 5 1,0 0-123,0 1 1,3-1-5,-4 1 0,4 3 6,-4-7 1,6 4 0,-4-4 0,2-1-928,1-3 430,-1 0-299,5-1 1,0-8 76,0-6 1,5-6 194,-1-8 1,8-5 216,-3 0 0,4-11 0,1 0 0,-1-4-92,-4 0 0,4 1 505,-4 4 1,2 2 69,-1 4 0,1-3 0,-5 9 148,2 4 1,1 5-145,6 8 1,-3 2 161,-2 3 0,2 4 1,-4 9-1,2 2 215,-1 2 1,-1 2-31,2 4-412,-4-6 1,-1 5-1,-1-5 1,1 1 0,0-5-78,0-2 1,-1-2 122,-4 1-1998,7-1 1,-6-5-2588,4 1 2315,-3-7 1819,-2 3 1,-51-50-1,19 16 1,1 1 0</inkml:trace>
  <inkml:trace contextRef="#ctx0" brushRef="#br0" timeOffset="44">2162 13733 7965,'-10'0'1417,"1"0"-127,5 0 110,-8 0-173,10 0 1,-4-2 795,6-2-1427,0 2-677,6-4 1,-3 4 0,7-1-1,1-2 1,3 1 168,5-3 0,-3 6 247,3-4-1742,3 3 0,-6 2 0,4-1 1,-1-2-1,0-2-2644,-1 2 4051,-3 1 0,12-10 0,3-4 0</inkml:trace>
  <inkml:trace contextRef="#ctx0" brushRef="#br0" timeOffset="45">2460 13605 7965,'22'-14'1939,"-1"0"-770,-7-1 523,-6 8 0,-3 0-59,-10 7 0,3 7-499,-2 2-725,-4 4 1,4 6 0,-3 1 0,-1 1 0,1 1 185,1 0 1,1-3-331,5 5-402,0-7 0,-4 5 0,-1-5 1,2 2-1,1-1-694,2-2 0,0-7-1366,0 1 991,0-7 0,2 1 501,2-8 1,-2-6 392,3-9 235,3-3 1,-7-6 0,4-1 0,-2 1 0,0-1 86,2 1 1,0 1 815,-5 3-577,0 4 1,1 7 0,2 2-1,4 3 1,1 2 375,3 3 1,1 3-226,3 5-159,-1 2 0,0 12 0,0 2 0,2 1 1,1 3 331,2 2 1,0-3-383,-4 0-147,-1-7 0,-2 3 1,0-7-1,-3-2-35,2-1-42,2-7 48,-5 3 0,3-17 0,-7-5 0,1-3 0,0-3-245,0 0 1,-1-2-74,-4-4 126,0 0 0,-1-2 0,-2 0 0,-2 1 0,0 7-1027,-1 5 0,4 2 226,-3 1-8,4 6 0,-4 4 0,0 8 1,4 6-2767,4 2 3752,5 3 0,25 24 0,5 7 0</inkml:trace>
  <inkml:trace contextRef="#ctx0" brushRef="#br0" timeOffset="46">3271 13534 7965,'4'-14'-272,"1"0"1,0 4 4618,-5 1-3343,0 5 1,0-3 0,1 3-1,4 0-82,5 1 0,2 1-571,2 2 1,2 0-552,3 0 1,-3 0-1,4 0 1,-1 0-1295,0 0 707,0 0 1,-4 0 0,-1 0 0,-2 2 0,-1 1-3705,-1 1 4491,-7 7 0,-22 10 0,-12 9 0</inkml:trace>
  <inkml:trace contextRef="#ctx0" brushRef="#br0" timeOffset="47">3342 13619 7965,'-15'13'-2049,"1"-4"6065,6-2-1824,2-1-1332,6-4 1,2 4 0,2-6 0,6 0 31,2 0 0,3 0-416,-1 0-718,6 0 1,-4-2 0,3-1 0,-3-3-1688,-2-2-1184,0 5 959,1-3 2154,-8 6 0,-51 12 0,-19 4 0</inkml:trace>
  <inkml:trace contextRef="#ctx0" brushRef="#br0" timeOffset="48">4834 13477 7880,'0'-9'1059,"0"-1"597,0-1-1450,0 5 0,0-2 0,-1 5 0,-4-2 0,-4 2 0,-4 1 1,-1 2-1,0 0 117,-1 0 1,1 0 0,0 2 0,0 3-240,0 4 1,-5 4-81,0 1 0,0 2 0,4 1 0,1 2-61,0-2 1,1-1 10,4-2 1,-2 1 0,6-1 0,2 0-165,1 0 1,4-4 156,3-1 26,3-6 1,7 4 0,3-7 0,2 0 0,2-2 0,4-3 1,-4-2 296,1-8-197,-5 7 0,2-4 1,-5 2-1,-1-4 0,-2-3 116,-2-2 1,1-2 53,-6 2-260,6-3 1,-10-6-1,4-2 1,-3-3 0,-2-4-277,0 1 1,0-4 207,0 7 176,-7 6 0,6 2 0,-6 8-184,1 4 1,3 7 22,-6 11 19,5 2 1,-2 16 0,6 3 0,0 6 0,0 1 462,0 2 1,0 0 290,0 3-517,0-4 0,0-1 0,0 1 1,0-3-1,0-1 408,0-1 0,0-6-302,0 1-119,0-7 1,2 2 0,1-8-268,2-1-652,-1-7 304,-4 3 1,0-7 0,0-4-3355,0-4 2353,0 2-100,0-5 1542,0 10 0,-12 2 0,-4 8 0</inkml:trace>
  <inkml:trace contextRef="#ctx0" brushRef="#br0" timeOffset="49">5119 13733 7832,'1'-8'239,"3"2"2394,0 0-421,7-2-1794,-9-7-256,4 8 1,-6 7 0,-1 9 0,-2 4 0,-4 1 361,-1 0 1,4 0-380,-6 0 0,1 5 0,-4 0 0,2 0-108,1 2 0,1-5 0,-4 3 0,2-4-16,2 0 0,4-1-736,-4 0 179,5-6 1,-3 3-152,2-6 1,3-7-788,-3-7 1190,4-10 0,7 1 0,4-5 0,2-4 1,3-3 63,-1-3 0,2-5 24,2 5 390,-2 6 0,5 1 0,-7 8 0,0 0 0,0 4 1463,1 4-1337,-1 4 148,0 12 0,0 4 0,-1 9 0,-4 5 0,-2 2 379,-1 3 1,-4-1-543,2 1-205,4-1 0,-6 1 1,3-3-1,-4-2 1,-1-3-478,0-1-1063,7-4-1553,-6 5-2325,5-14 4374,-6 0 944,-6-14 0,-14-32 0,-10-15 0</inkml:trace>
  <inkml:trace contextRef="#ctx0" brushRef="#br0" timeOffset="50">5076 13818 9408,'-8'0'4068,"-4"0"-2896,10 0-397,-4 0-709,6 0 0,6-1 0,4-2 1,2-2-1089,2 2 436,1 1 0,-1 1 1,0-3-1,2 0 0,1 1-3838,2 1 4424,0 2 0,27-19 0,8-5 0</inkml:trace>
  <inkml:trace contextRef="#ctx0" brushRef="#br0" timeOffset="51">5417 13690 7832,'8'-14'4207,"-1"6"-3325,-7 2-227,0 6 1,0 6 0,0 5 0,0 7 690,0 5 1,-5 3-1133,0-3 0,0 4 0,5-5 1,0 2-489,0 0 0,-4-7 116,-1 2-524,0-3 1,5-2-1,0 0-1487,0 1 1422,0-8 356,0 0 1,5-15 0,0-5-1,-2-6 1,0-3-216,2-3 1,-4-2 990,4-1-273,3-1 1,-6 1-1,4 1 1,-1 3 0,-1 5 513,-1 3 1,5 9-257,2 2-21,2 3 0,3 4 1,-1 4-1,0 8 1,0 8 758,1 5 0,-1-3-306,0 0-637,0-1 1,0 1 0,-1-2 0,-2-3 0,-1-5-209,1-3 0,-3-3 13,1 2 44,-6-4 0,8-7 1,-4-6-1,-1-5-296,0-6 0,4-2 92,-6 1-352,1-3 0,-5-7 0,0 1 0,0-2 1,0-2-771,0-1 1,0 1-477,0 9 883,0 2 1,-1 13 904,-4 3 0,-22 61 0,-11 15 0</inkml:trace>
  <inkml:trace contextRef="#ctx0" brushRef="#br0" timeOffset="52">5204 12781 7732,'-6'-10'527,"-4"1"3022,-2-2-2607,4 4 0,1 2 0,7 10-418,0 5 0,0 9 0,0 3 0,0 1-84,0 1 1,0 0-499,0 4 0,0-4 0,0 0 0,0-1-390,0-1 0,0 1-408,0-4 317,0-10 1,0 10 0,0-10-2703,0 4 1873,0-5 917,0-2 0,0-17 0,0-5 0,0-4 451,0-5 0,0 1 0,0-4 0,0 2 0,2-13 0,1 4 0,2 0 0,-2-1-534,-1 0 1,-1 6 593,4 1 344,3 1 1,6 7-1,0-1 1,2 6 0,2 7 977,0 2 1,8 3-579,-3 4-573,4 0 0,-5 6 1,-3 4-1,-3 2 1,-3 2 177,-4 1 0,2-1-343,-6 0 29,0 0 0,-7 2 0,-2 1 0,-6 1 0,-3-4-1,-1-3 1,-5-1-940,0 4 375,-6-6 0,8 3 0,-6-7 0,1 0 0,2-1-978,-1 2 1,2-4 285,5 4 746,0-4 416,6-1 0,27-31 0,13-9 0</inkml:trace>
  <inkml:trace contextRef="#ctx0" brushRef="#br0" timeOffset="53">5574 12667 11899,'-7'-8'1633,"4"2"-1100,-6 6 0,6 1-168,-2 4 0,-1 3 1,1 6-1,0 0 0,0 0 1,1 1 122,1-1 0,-1 0-393,0 0 0,2 1-409,-3-1 1,4 0 0,1 0-886,0 0 810,0-6 0,0-3-71,0-10 1,1-3 115,4-6 341,-3-6 0,10-2 0,-2-5 0,2 1 0,1 4 142,-4 2 1,9-4 5,-4 5-262,3 0 1,-7 10 0,-1 1 0,2 0 0,2 2-1900,1-1 622,-6 3 833,5 10 0,-12 2 0,4 6 561,-3 0 0,-9 13 0,0 3 0</inkml:trace>
  <inkml:trace contextRef="#ctx0" brushRef="#br0" timeOffset="54">5844 12653 7765,'8'-15'895,"-3"1"0,-4 5 856,-1-1-1059,0 7 0,-1-8 0,-4 6 1,-5 2 381,-2 2 1,-3 5-846,1 1 0,-2 6 1,-1-1-1,-2 4-216,2 5 0,1-3-67,2 2-150,6 5 0,-3-6 0,6 5 0,2-1 0,1-4-686,2-1 0,0-2 417,0 0 56,13 0 1,-2-6 0,13-3 0,1-3 0,2-4-157,1-3 1,1-3 479,-1-6 70,1 0 1,-7-2-1,-2-1 1,-2-2 0,-3 0 164,-2-2 0,-8 6 47,0-4-578,-4 3 1,-7 2-1,-4 1 1,-4 3-1,-3 6-900,-2 2 1,-5 2 1288,5 0 0,-6 6 0,-4 15 0,-7 9 0</inkml:trace>
  <inkml:trace contextRef="#ctx0" brushRef="#br0" timeOffset="55">6043 12667 7765,'14'-6'0,"0"2"688,1-5 497,-7 6 0,3-5 682,-7 3-1408,1 3 0,-5-2 0,-2 8 0,-1 6 397,-1 3 0,-3 2-246,3 4-449,2 3 0,-9 2 1,5 0-1,-1 1 1,-1 2-33,0 1 1,5-1-638,-1-3 351,2 3 0,-3-11 0,0 3 0,2-4-1278,2 0 983,1-8 284,0 0 0,0-9 0,0-3 0,0-4 0,0-5-302,0-5 0,1-3 128,4-7 299,3-5 1,1 2-1,1-4 1,1-1 0,3 3 157,5-1 1,-3 2-11,3 4-13,3 7 0,-6 3 1,4 10-1,-1 4 1,0 3 246,-1 2 0,-3 8-94,0 6-147,-7 1 1,3 7 0,-7-5 0,0 2-1,-4-2 36,-5-1 0,2-2-1083,-7 1 577,-6-1 0,1-5 1,-6-1-1,2 0 1,-1-1-1307,-3-1 0,4 3 1678,-4-4 0,-7-13 0,-7-8 0</inkml:trace>
  <inkml:trace contextRef="#ctx0" brushRef="#br0" timeOffset="56">7564 13378 7695,'-6'8'543,"-4"-4"277,-2-2 1,6-2-1,7 0 1,12 0-57,9 0 0,5 0 0,3 0 0,1 0 287,2 0-1054,7 0 1,-10-5 0,3 0 0,-4 2 0,-4 2-1278,-1 1 546,-7-7 1,4 6 0,-7-4-3575,0 3 4308,-6-4 0,-46-14 0,-17-10 0</inkml:trace>
  <inkml:trace contextRef="#ctx0" brushRef="#br0" timeOffset="57">7792 13250 7341,'-8'0'5676,"2"0"-4540,6 0 576,0 0 0,-2 6-811,-3 3 0,4 6-444,-4 4 1,3-2-437,2 7 1,-1 1-1,-2 7 1,-2 1-435,2-2 1,1-5 399,2-3-469,-6 1 0,4-2 0,-3-3 0,4-3-3684,1-2 1466,0 0 1029,0-6 1671,0-1 0,19-33 0,5-5 0</inkml:trace>
  <inkml:trace contextRef="#ctx0" brushRef="#br0" timeOffset="58">8958 13392 6848,'6'-14'1243,"-4"-1"1,-7 3-1,-3 1 1172,-3 1-2210,-8 1 0,1 1 0,-5 2 0,-2 1 1,-2 0-1,-2 2 0,1 3 128,-1 5 1,1 4-225,-1 10 1,6-2 0,1 7 0,1 0-19,4-2 0,6 5 0,3-5 1,1 0-310,4-3 1,8-5 127,5-4 1,4-4-195,5-6 0,3 0 0,8-2 0,1-2-254,3-6 1,-1-7 116,-5-2 227,1-6 1,-2 3 0,-2-7 0,-3 1 0,0-1-177,0 1 0,-6-1 733,-2 1-250,0-7 1,-12 4 0,3-7 0,-4 0-1,-1 3 316,0 7 0,0 5 662,0 9-902,0 6 0,-6 2 0,-2 8 0,-1 4 0,-1 8 217,-1 8 0,0 11 55,1 5-286,-2 3 0,6-3 0,-4 0 1,4 2-1,1 1 521,0 1 0,1-5-64,4-4-786,0-3 1,0-3-1,0-2 1,0-3-1381,0-1-1296,0-9 1982,0-5 1,6-7-1,3 0 1,4 0 847,1 0 0,13-26 0,3-5 0</inkml:trace>
  <inkml:trace contextRef="#ctx0" brushRef="#br0" timeOffset="59">9171 13562 7743,'0'-9'1766,"0"0"236,0 5-1033,-6-2 1,-2 6 0,-7 0 0,1 2 238,0 2 1,0 9-642,0 6 0,-1 6-315,1-1 0,0-2 0,1 2 0,2-1 66,2 0 0,6 2-921,-2-6-230,3 6 0,2-9-2682,0 3 2480,0-10 692,0-2 0,5-14 0,1-2 0,2-5 0,2-5-188,-2-5 0,4-3 229,-2-1 306,2-1 0,3-4 0,-1 0 0,0 1 1,0 4 473,0 4 0,1 4 624,-1 5-810,6 1 1,-9 6-1,4 4 1,-3 5 0,1 7 615,1 6 1,-6 10-152,-3 0-567,-4 2 0,-1 8 0,0-1 0,0-2 0,0-1-75,0-1 0,0-7-912,0-3-329,-6 3 0,5-6 0,-6 1-1698,1-6 0,3 0 2824,-7-6 0,-18-38 0,-10-15 0</inkml:trace>
  <inkml:trace contextRef="#ctx0" brushRef="#br0" timeOffset="60">9043 13719 11921,'0'-8'3018,"5"0"-2671,-1 3 1,3 4-808,-3-4 1,4 2 0,7 0 0,-1-2-1462,0 2 0,5 1 538,0 2 1067,0-6 316,-5 4 0,45-10 0,10 4 0</inkml:trace>
  <inkml:trace contextRef="#ctx0" brushRef="#br0" timeOffset="61">9441 13648 7763,'0'-14'2938,"0"-1"-911,0 1-644,0 6 1,-2 2 154,-2 6 0,-4 1-531,-6 4-907,6 3 1,-3 11-1,4 0 1,1 0 0,0 0-419,3 0 0,-1 5-1181,0-5 983,2-1 0,-4-3 0,6-1 0,0 0-2267,0 0 1862,0-6 0,1-3 530,4-10 0,-3-4 423,2-10 1,3-3 32,-3-7 1,7 6 0,-3 0 0,2 1 451,-1 0 0,-1 5 301,2-2-548,2 9 0,-4 4 1,8 6-1,1 0 1,2 2 993,-1 2 0,-2 4-518,-2 7-410,0-1 1,-1 5-1,-2 0 1,-3-2-1,-1-1 777,1-2-807,-4 0-59,2-6-33,-6 5 1,5-18-1244,-1 0 694,1-12 1,0 0 0,0-6 0,-1 1 0,1 0-1001,0-3 0,1-2-756,-1-1 726,-4-1 0,6 7 1365,-7 3 0,-38 41 0,-10 11 0</inkml:trace>
  <inkml:trace contextRef="#ctx0" brushRef="#br0" timeOffset="62">9583 12596 7737,'0'-14'264,"0"4"0,0 1 610,0-2 1,0-2 0,0-1 1659,0-1-1721,0 8-498,0 0 0,0 23 0,0 5 1,0 1 1430,0 0-1522,-6 3 0,3-3 0,-5 7 1,1-1-1,3 0 179,-3 1 0,4-1-348,-6 1-191,6-7 0,-5 0 1,5-5-1,-2 2-1633,2-1-439,1-2 1426,8-9 1,2 0 0,7-7 0,-1 0 0,2-2-1205,3-3 0,-4-2 1124,4-8 862,3 1 0,-6 0 0,-2-57 0,-10 28 0,-1 0 0</inkml:trace>
  <inkml:trace contextRef="#ctx0" brushRef="#br0" timeOffset="63">9569 12695 7737,'-16'0'443,"-3"0"1,3 0-55,-3 0 0,4 0 428,0 0 1,6 0 837,-1 0-175,7 0-1115,-3 0 1,19 5 0,6 0-82,6-2 0,3-2-1031,1-1 553,-1 0 1,-1 0-1,-2 0 1,-1 0-1,0 0-741,-2 0 0,-2 0 519,-5 0 1,-1 0-1,-2-1 1,0-2-469,-3-2 1279,-6 0-103,3 5 0,-6 2 0,-1 3 697,-4 4 1,2-1 251,-6 1-931,5 1 1,-4 9 0,5 0 0,-1-2 0,-1 1 147,-2 1 0,6-4-157,-4 4-310,4-3 0,1-2 1,0 1-952,0-1 593,0-6 236,0 4 0,0-12-67,0 0 1,0-6 0,0-8 129,0-7 0,0 4 0,1-7 0,4-1 0,3-2 39,0-1 1,4 1 202,-2 3-120,2-3 1,7 11 0,0-3 0,-1 5 0,-4 3 39,-5 2 0,4 5 6,-3 0-63,2 8 1,1 1-1,-4 8 1,-2 3-1,-3 1-281,1 4 1,0-6-2,-5 4-374,0-3 1,0 3 0,0 0-1,0-2-1661,0-1 0,-2-3 2280,-2-4 0,-4-15 0,-7-10 0</inkml:trace>
  <inkml:trace contextRef="#ctx0" brushRef="#br0" timeOffset="64">10195 12695 14062,'-10'0'1556,"1"0"-1196,-2 0 1,-2 0 0,-1 0-275,-1 0-70,1 0 1,0 0-1,-2 0 0,-1 2 1,-2 1-63,2 2 0,-4 7 0,2 1 0,2 4-216,1 1 0,2 2 57,-1-1 1,3 5 69,2-5 1,4 0 0,6-5 0,2 0-367,2 1 1,6-8 81,9-2 126,3-3 0,2-2 1,-2 0-1,0 0 1,-2-2-352,1-3 1,-1-2 343,-1-8 292,-3 1 1,5 0-1,-9 0 1,-1-2 0,-3-2 96,-1 0 0,2-1 981,-4 4-354,0 1 1,-5 0 1182,0 0-1842,0 6 8,0 1 0,-5 14 0,0 2 0,2 4 0,0 1 90,-2 0 0,3 1-242,-2-1-105,2 0 0,2 0 1,0 0-1,2 1-717,2-1 1,0-6 270,5-4 356,1 4 0,4-6 0,0 3 0,0-4-11,0-1 1,1-1 281,-1-4 611,-6 3 0,3-6 0,-5 5 565,2-1-369,-5-7-316,4 9 1,-6-4-1,2 7 283,2 4 0,0-2-698,-5 7-159,0-7 1,0 5-828,0-4 790,0-2-358,0 4 62,0-6 0,0-1 14,0-4 379,0-3 1,1-6-1,2 0 1,4-1-1,1 1 159,3 0 0,-3 0-41,1 0-36,1-1 0,4 6 1,0 1-1,0 2 1,0 2 386,1 3 1,-6 2 143,1 4-396,-1 3 1,4 6 0,-2 1 0,-3-1-1,-2 2 132,-3 3 0,4-4-134,-3 4-207,1-3 0,-5-2 1,0 1-1352,0-1 806,0-6 362,0-2 1,2-6 0,2 0 0,6-2-205,2-2 0,-2-4 418,-1-6-23,1-1 0,6-4 0,1-1 1,4-1-1,-1 1-62,1 2 1,-1 3 104,-1 0 0,-3 6-16,3-1 0,-3 7 1,-2-2-1,0 4-37,0 1 335,-6 0 1,3 1 0,-4 4 53,1 5 1,-4 2-99,6 3 0,-7-6 0,2 1 0,-4 1 324,-1 1-448,7 2 0,-6-4 0,4-1-540,-4 2 232,-1-4-44,0 5 1,-1-10-1,-5 3 1,-7-4-388,-4-1 1,-4 0-100,2 0 502,3 0 0,-11 0 1,5 0-1,-1 0 0,0-1-268,3-4 0,1-1 386,5-4-3,0-2 1,-1 8-1,3-5 198,2-2 23,4-2 19,6 5 0,6 2 0,4 6 88,2 0 1,3 2-17,-1 2-110,0-2 1,-5 9 0,1-5-1,1 1 1,2 0-68,1 1 0,0-3-211,0 5 0,0-7-187,1 1 1,1-2 0,1-2 0,2 0-225,-2 0 1,1 0 334,1 0 0,-4-2 114,4-2 1,-3-4-1,-2-6 1,1-1 427,-1 1-25,0 0 0,-5 1 540,1 4 162,-7-4-592,3 12-188,-6-6 1,0 14 0,0 2-1,0 4 1,0 1 500,0 0 1,0 0-89,0 1-667,0-1 1,0 0-1,0 0-284,0 1 0,-1-3-577,-4-2 445,4-4 0,-6-4-3,7 2 1,5-8 258,0-1 100,6-6 0,-8-3 0,5-2 0,0-2 1,0-1 229,3 2 76,1-5 1,1 6-1,-2-1 464,-2 6-429,1-2 0,4 11 0,0-2 162,1 2 0,-6 4-170,1 2 0,-7 9 1,3 6-1,-1 0 701,-1 2-765,1-6 1,-5 6 0,0-7-266,0 0 0,2-1-549,3-4 1,-4 4 0,5-5-58,1 0 0,-4-2 0,6-6 94,2 0 0,-3-1 82,2-4 520,-1-3 0,6-6 0,-1 0 1,0-1-1,0-1 125,0-2 351,1 2 0,-3-5-97,-2 7 1,1 5 356,-6-1-529,-1 7 1,-4-2-1,0 10 340,0 4 0,0 4-40,0 1-486,0 0 1,2-1 0,1-2-1,2-1 1,0-1-244,1-1 0,2 3-707,6-6 754,0 0 0,-3-4 0,2 2 1,3 2-1,-1-2-356,1-1 0,0-7 132,3 0 349,-3-6 1,6 3 0,-5-6 0,2-2 0,0-1 262,2-2 0,-10 0-106,3 5 322,-3 0 0,2-1-111,-4 1-260,-2 6-37,-7 2 1,0 12-1,-2 2 1,-1 2 323,-2-1 0,0-4-346,5 4-37,0-6 1,7 10 0,2-5 0,4 0 0,1-2-234,0 1 1,0-4 64,1 6 239,-1-6 1,0 4 0,0-6 0,0 2 0,1 2 3,-1-2 1,-5-1 530,1-2 144,-7 0-155,3 6 1,-6-3-99,0 7-460,-6-7 1,-2 3-1,-6-6 1,0 0 0,-1 0-269,1 0 0,0 0 227,0 0-336,0 0 1,-1 0 0,1-1 0,0-2-716,0-2 964,6 0 0,-3 3 1,4-1 393,0-1-183,-3-7 180,2 9 160,2-4 1,6 4 204,0-3 139,0 4-387,0-6 0,1 7-317,4 0-171,-3 0 1,6 0-1073,-4 0-1288,-2 0-1017,4 0 3501,-6 0 0,-44-19 0,-11-4 0</inkml:trace>
  <inkml:trace contextRef="#ctx0" brushRef="#br0" timeOffset="65">11545 12638 7768,'0'-8'7747,"0"-4"-6784,0 10-1795,0-10-3139,7 10 3971,0-4 0,14 37 0,1 9 0</inkml:trace>
  <inkml:trace contextRef="#ctx0" brushRef="#br0" timeOffset="66">3100 15155 7873,'0'9'668,"0"1"-29,0-7 1,1 5 724,4-4-1083,-3-2 0,6 4 1,-4-6-1,6 0 1,3 0-1,1 0 1,0 0-1,2 0 613,3 0 0,-3 0-807,3 0 1,-2-4-1,0-1 1,2 2-274,-1 1 0,-3 2-234,0 0 1,-1-5 0,0 1-3128,0 0 982,0 3 1842,-6 1 0,-3 1 723,-10 4 0,-27 12 0,-13 6 0,-6 4 0,1-1 0</inkml:trace>
  <inkml:trace contextRef="#ctx0" brushRef="#br0" timeOffset="67">3157 15382 7873,'0'8'2193,"0"-2"0,-2-4-1076,-3 3-392,4-4-401,-5 6 0,7-7 0,4 0 0,6 0 463,6 0 0,-1 0-507,3 0-294,3 0 0,-1-5 0,2 0 0,-4 2 1,-3 0-520,-2-2 0,1 3 95,-1-2 67,-6 2 0,3 1 0,-5-3-2577,2 0 1883,-5-1-1208,3 5 2273,-6 0 0,-37 0 0,-11 0 0</inkml:trace>
  <inkml:trace contextRef="#ctx0" brushRef="#br0" timeOffset="68">4493 15311 8162,'0'-14'88,"0"0"1,0-1 0,0 1 488,0 0 0,0 5-221,0-1 0,-1 1-158,-4-6 0,2 3 1,-5 1-1,0 3 1,2 0-1,-2 2 176,0-1 1,-2-2-187,-4 4 0,5 0 1,-1 5-94,-1 0 0,-1 0 16,-3 0 1,1 7 0,0 2-1,0 4 124,-1 1 0,1 5-7,0 0-174,0 6 0,4-8 1,2 6-1,0-3 1,2-2-11,0-3 0,1 0-357,5-1 262,0-6 1,2-2 0,4-6 0,7 0 0,6-2 16,3-2 0,1-6 49,6-9-121,6-3 0,-5-6 0,3-1 0,-5 1 0,-2-1-53,-3 1 1,-5-2-80,1-3 200,-4 3 1,-7-10 0,-3 7 0,-3 1 0,-2 2-116,0 2 1,-7 6 330,-2 3-67,-4 3 1,4 7-1,-1 1 581,-1 1-529,5 9 34,-1 6 1,6 11 0,-2 1 0,-2 1 0,2 1 471,1 0 1,2-3-86,0 5-438,0 0 0,0 4 1,0 0-1,0 1 1,0-1 70,0 1 1,0-1 109,0 1-497,7-7 0,-4 3 0,6-6 1,2-2-1,2-1-296,1-2 0,0-6-362,1-3 588,-8-3 1,12-2-1,-3-2 1,2-3-214,-4-4 0,-3-5 21,3-5 356,0 3 1,-1-5 0,-4 7-1,-2 0 1,-3 0 503,1-1-210,0 7 1,-3 2 41,2 6 1,-2 2 464,3 2-523,-4 4 1,-1 3-1,0 2 1,0 3-1,2 0 90,2-1 1,-2 0-107,3-1 0,1-5-431,-1 1 1,6-2-1,-2 1-35,4-4 1,6-3 141,0-2 0,6-2 1,-1-3-1,3-6-109,1-6 1,1-1 82,-1-5 220,1 5 0,-1-7 0,0 6 1,-1 2-1,-1 2 434,-3 6 0,-5 3-103,1 6-206,-4 0 1,0 1 0,-3 4 0,-2 4 0,-6 4 528,-2 1-615,-2 7 1,0-4 0,0 5 0,-2-1 0,-2-2-264,-6 1 0,-2-4 4,-3 3-166,1-3 1,-5-3 0,-1-2 0,-1-3-1,-1-2-755,0-3 1,3-1 317,-5-2 581,13 0 0,-8 0 0,11-2 2,0-3 1,2 2-61,6-6 322,6 5 1,7-7 0,8 5 0,1-2-1,3-1 203,2 1 0,-3-5-485,-1 4 86,1 2 0,4-5 0,1 2 0,-1-2 0,1-3-400,-1 1 1,4-2-91,-4-3 378,4-3 1,-12-1 0,4-1 0,-4-3 0,-2-1-259,-4-1 1,2-2 524,-11 7 18,-1-3 0,-4 3 0,0 2 0,-1 2 1724,-4 2-1102,-3 9-350,-6 3 1,4 6 0,3 1-1,0 5 1,2 7 733,-1 5 1,3 7-359,-6-2-327,5 4 0,-2 2 1,6-1-1,0 1 0,-2-1 424,-2 0 1,2 1-613,-3-1-180,4 1 1,1-1-1,0 1 1,1-2-1,4-4-399,5-4 1,-2-3-232,1-2 314,0-6 0,6 3 0,-1-6 1,2-4-1,1-2-1089,2-4 1,6-11 602,-1 2 634,3-10 1,1 2 0,1-6 0,-1-1 0,1 3 8,-1 2 0,-4-1 107,-1 6 140,-5 0 0,4 6 0,-6 2 0,0 3 1,-4 2 1287,1 3-561,-7 1-409,0 2 0,-6 6 172,0 4-857,0-4 130,0 7 0,-1-12-8,-4 4 53,-3-3 1,-6-1 0,0 2-68,0 2 0,-1 5 168,1-6 0,-5 7 0,0-3 1,2 2 126,1-1 1,2 1-1,0 4 1,1 0 92,4 0 1,-3 1-115,8-1-124,-1 0 0,5 0 0,2 1-166,2-1 1,9-6-105,6-4 179,6-2 1,-7-2-1,5-2 1,3-2-1,-1-6-184,-2-2 1,0-4 372,-4-3 0,-8 3 0,3-3 120,-2 3 0,0 2 98,-3 0 489,-3 6-21,-6 2 1,-4 12-186,-1 3-409,0 4 0,0 1 0,1 0 1,-1 1-1,0-1-310,0 0 1,1-4-396,4-1 369,0-6 0,6 8 1,3-6-1,4-2 1,1-1-608,1-2 0,3-7-236,1-2 782,7-4 1,-9-1-1,5 0 1,-1 0 0,-4-1 568,-1 1 0,-2 2-135,0 2-126,-6-3 1,0 12-1,-5-2 850,2 6 0,0 5-114,-5 6-451,0 0 0,-2 0 0,-1 1 1,-2-1-1,2 0 825,2 0-950,1 1-1161,0-1 0,-5-5 272,0 1-513,0-7 827,12-3 1,-4-8 0,6-8-1,4-1 1,3-4-537,3-1 0,0 5 965,-5-2 28,0 3 1,0 2 0,1 1 0,-1 2-1,0 3 343,0 2 0,-4 1-243,-1 5 25,-6 6 1,8 2 0,-6 7-1,-2-1 1,-1 0 462,-2 0 0,5 0-337,-1 1-560,1-1 1,-3-1-1,1-2 1,2-2 0,-1 1-741,3-3 1,-4 0 446,6-7 276,1 0 1,4-2-1,2-1 1,1-3-1,2-2-245,-2-3 0,-1-2 657,-2-1-95,7 0 1,-10 1-1,3 2 1,-1 3-1,-2 0 1485,-2 0-1064,4 5-287,-5-3 1,6 6 0,0 0-15,1 0 0,-6 0 107,1 0-430,-1 0 1,5 0-1,1 0-266,-1 0 161,0-7 0,-5 6 131,1-4 0,-7 2 48,2-2-163,-4 4 1,-2-7 0,-4 5-242,-4-2 1,-4 0 258,-1 5 0,-2 2 80,-3 2 0,3 4 1,-4 7-1,1-1-20,0 0 1,0 0 307,5 0 0,1 1 0,2-1 1,3 0 389,2 0 1,1 1-192,5-1-264,0 0 1,8-1 0,6-2 0,10-3 0,7-2-119,7-3 1,3-1-220,2-2 1,0-7-13,-1-2 0,-1-5 1,-1-4-1,-4-2-347,-1-2 489,-2-2 1,-11 0 0,-4 2 0,-6 2 0,-4 2-14,-2 2 53,-1 8 85,-11 2 0,-2 6 0,-6 2 0,0 2 0,-1 6 278,1 3 0,0 1-297,0 0 140,6 0 0,1 0 1,7 1-1,2-1 1,3 0-113,4 0 0,5-6-360,5-3 79,-3-3 1,11-2 0,-5 0 0,2 0 0,0 0-1374,1 0 1,-5-7 569,-1-2 0,-9-4 0,-5-1 1007,-4 0 0,-26-13 0,-7-3 0</inkml:trace>
  <inkml:trace contextRef="#ctx0" brushRef="#br0" timeOffset="69">5460 15084 13214,'8'-8'580,"5"1"1,6 3 128,3-1-1085,1 0 1,7 0-1,4-1 1,2 0-1,2-1 376,0 4 0,19-11 0,9-2 0</inkml:trace>
  <inkml:trace contextRef="#ctx0" brushRef="#br0" timeOffset="70">4152 15851 8558,'-14'0'341,"0"0"1625,-1 0 1,6-4-1264,-1-1 0,9 0 1,1 5-1,8 0-153,4 0 1,7 5-1,2 0 1,1-2 30,3-2 0,2-1-537,2 0 0,-1 0 0,2 0 0,3 2 5,5 3 0,-2-4 120,2 4 1,0-3-147,5-2 0,4 0 0,1 0 0,-1 0-26,2 0 1,-3 0 173,6 0-128,-6 0 1,3 0 0,-7 0 0,1 0 0,1 0 40,4 0 0,-9 0-207,4 0 135,-4 0 1,-1 4 0,0 1 0,0-2 0,-2-1-150,-2-2 0,0 0 56,0 0 16,-1 6 0,-5-4 1,2 2-1,2-2 0,1-2-199,-1 0 1,4 0 160,2 0 62,-3 0 1,1 0-1,-5 0 1,4 0 0,2 0 52,2 0 1,-4 0-95,-2 0 85,-3 0 1,-2 0 0,1 0 0,-1 2 0,1 1-36,-1 1 0,2 1 179,3-5-145,-3 0 0,11 0 0,-4 0 1,1 0-1,0 0 22,1 0 1,2 0 52,2 0-108,-1 0 0,-5 0 0,-2 0 0,-2 0 0,1 0-185,3 0 1,-6 0 79,3 0 136,2 0 0,-4 0 1,5 0-1,1 0 0,0 0 177,0 0 1,0 0 64,5 0-123,-1 0 1,1 0 0,-2 0 0,-1 0 0,-2 0 171,1 0 1,1-5-332,-3 1 72,5-1 1,-14 0 0,2 0 0,-6 2 0,-4 2-35,-2 1 0,-4-2-152,-5-3-241,4 4-325,-12-5 298,6 6 38,-7 0 1,-2 0-1,-3 0 1,-4 0-1,-4 0-1710,-1 0 0,-8 1 648,-6 4 908,-1-4 460,-12 12 1,-11 2-1,-8 3 1,-9 5 0,0 0-1</inkml:trace>
  <inkml:trace contextRef="#ctx0" brushRef="#br0" timeOffset="71">4749 16335 8312,'-14'-5'385,"0"-1"1,0-1 0,-1 1 83,1 3 0,-2 1 0,-1 2 0,-4 2 0,1 1 0,-2 3-129,0 2 1,4 2 0,1 4-1,4 0-209,4 0 0,6 1 1,-2-1 313,3 0 0,9 0-335,2 0 1,8 1 0,4-3-1,-1-1 51,1-1 1,-2-2 794,-5 1-773,0 4 1,-1-10 0,-2 5 0,-3 0 306,-2 0-220,-1 1-301,-11-1 0,-2 3 1,-8-5-1,-1 1 1,-4-1-553,-1-3 0,0 0 187,-2 2 78,4-3 1,5 4 0,1-6-792,0 0 1155,6 0-66,2 0 1,7 0-1,6 0 1,5 0-1,6 0-55,-1 0 0,4-5-267,-2 1 245,6-1 0,-5 0 0,6-1 1,-4-2-1,0-3-629,0-2 1,2 4-12,4-1 599,-6 1 1,-1-6 0,-5 1 0,1 0 0,2 1-97,-2 4 1,-6-2 0,-1 6 897,-1 0 1153,-1-1-1175,-1 4-71,-7 2 1,0 8-1,0 7 1,0 0 0,0 3 499,0 1 1,0 4-285,0-4-678,0 7 0,0-4 0,0 6 0,0 1 0,0-1 143,0 1 1,0-1-281,0 0-28,0 1 0,-2-5 1,-1-1-1,-2 1 1,2-2-439,1-3 1,1 0 174,-4-5-634,3 4 254,-4-11 0,5 1 235,-4-3 123,3-10 1,-6 2 0,5-8-1,-3-3 1,0-5-658,-1-3 1,-2-2 100,4-4 679,0-1 0,4-4 1,-2-2-1,-2-1 1,2-2 51,1 2 0,7 1 160,0 7 138,6-7 0,1 10 0,9-2 0,1 5 1,3 4 1256,2 2 1,1 8-536,1 4-493,-1 2 1,-6 2 0,-3 2 0,-3 1 0,-2 3 230,1 2 0,-7 2-326,-4 4-166,-2 0 1,-4 0 0,-2 0-1,-6 1 1,-3-1-110,-1 0 1,-5 0-1200,0 1 909,-6-1 1,4-5 0,-4-1 0,3 0 0,0-2-665,0 1 1,4-3 639,-1-4 86,10 0 0,0 0 28,9 0 1,4-6 658,15-3-219,10 2 1,2-5 0,7 4 0,0-2 0,0 1 261,0-2 0,1-2-283,9-1-184,-4 0 0,5-2 1,-8-1-1,-1-2 0,-4 1 51,-1 2 0,-8-3 32,-9 0-209,-2 1 1,-8 3 0,-5 1-1,-6 0 91,-6 0 0,-4 4 19,-1 1 22,0 6 1,-2-4 0,-2 7 0,-1 0 0,2 0 152,1 0 1,2 7 8,0 2-101,0 4 1,-1 1-1,3 0 1,2 2-1,4 1 457,0 2 0,4 0-75,-3-5-391,4 7 0,2-5 0,4 3 0,5-4 0,2 0 44,2-1 1,7-5-6,3 1-344,3-7 0,3 3 0,1-6 1,4-1-1,0-4-162,-1-4 0,1-4-289,-2-1 484,-3-1 1,4-3-1,-9-3 1,-3 0 0,-2-1-351,-2 0 0,-7 5 591,-2-2-20,-5 3 1,0 2-1,-8 1 1,-6 4 321,-3 4 0,-1 3-53,0 2-146,-7 7 0,6 1 1,-4 6-1,3 0 1,2 2 680,-1 3 1,3-3-257,2 3-409,-2-4 0,10 1 0,-3 2 0,5 1-90,5-2 1,5-3-134,9-4-50,3-4 1,6-6 0,2 0 0,3 0-1,5-2-621,3-2 1,0-4-257,-3-7 743,3-5 1,-4 4 0,4-4 0,-3 1 0,-5 0-233,-3 1 1,-2 7 563,1 2-22,-7 6 1,-6-8 310,-7 6 193,-6 6-175,4 7 1,-7 2 0,-2-2 215,-3-2 0,4 0-347,-4-1-1,3-3 1,1 4-80,-4-6 54,-3 0-449,-6 6 1,0-3 0,0 5 0,-1 0 0,1 0-177,0 3 0,0 2 447,-1 1-58,1 0 0,0 0 0,1 1 1,2-1-1,3 0 501,2 0-88,1 1-287,5-1 1,2-6-1,3-4 1,4-2-1,4-2 199,1 0 1,7-2-89,2-2-240,-2-11 0,6 0 1,-5-6-1,1 1 0,0-4-184,-3-3 0,4-3-114,-5-3 63,0 3 0,-7-11 1,-1 4-1,-3 1 1,-1 3-128,-4 3 1,-3 9 409,-5 7-97,3 0 1,-10 14 0,2 0 0,-2 9-191,-3 9 1,3 6 1072,2 9-427,-2-3 0,9 11 1,-5-5-1,1 2 0,4-2 696,2-1 0,1-2-640,0-4-599,6-7 1,-1 0 0,7-6 0,4 0 0,1-5-1375,4-4 0,1-2 388,7-5 88,-1 0 0,0-1 0,1-4 0,-2-3 0,0-1 1026,1-1 0,16-50 0,-15 21 0,1 1 0</inkml:trace>
  <inkml:trace contextRef="#ctx0" brushRef="#br0" timeOffset="72">9270 15553 8572,'-7'0'6948,"0"-2"-6610,7-3 0,2 4 0,4-4 1,8 4 272,8 1 0,7 0-412,4 0 1,3 0-1,9 0 1,0-2 0,1-1-1,-3-2 442,-4 2-1221,-7 1 0,-4 2 0,-9 0-1961,-3 0 1731,-8 0 0,-3 0-191,-10 0 0,-8 0 1001,-6 0 0,-44-6 0,-6-2 0</inkml:trace>
  <inkml:trace contextRef="#ctx0" brushRef="#br0" timeOffset="73">9541 15382 8267,'0'-9'420,"0"-1"366,0 1 1205,0-5-342,0 6-581,0 1 0,0 25 0,0 5-388,0 6 0,-5 2-156,0 3-324,0-4 0,5 6 0,0-4 0,-1 2 0,-2 1 265,-2 0 1,0-2-86,5-5-436,0 1 1,0-6-1,0 0 1,0-3-475,0-2-171,0-3 394,0-7 0,2-1 0,1-9 0,2-3-1171,-2-4 0,0-4-1330,2-1 1947,-4 6 861,12-5 0,-12-20 0,6-13 0</inkml:trace>
  <inkml:trace contextRef="#ctx0" brushRef="#br0" timeOffset="74">10692 15041 8213,'0'-10'349,"0"1"0,0-2 1372,0-2-761,0 5 0,0 1 331,0 2-1064,0 3 1,0-3 0,0 12-1,0 5 315,0 6 0,0 7-265,0-1 1,0 3-133,0 1 0,0 0 0,0 1 0,0-1 182,0 1-525,0-1 0,-1 1 0,-3-2-30,0-4 1,-3 2-285,3-6 0,2 0-1174,-3-4-961,4-1 2647,1-6 0,12-34 0,4-13 0</inkml:trace>
  <inkml:trace contextRef="#ctx0" brushRef="#br0" timeOffset="75">10692 15013 8252,'8'-21'0,"3"4"503,-6-7 0,6 7 1,-2-2-1,2 3 1057,-1 2 0,7 1-991,-2 3 1,2-1-228,-3 7 0,2-6 0,1 5 0,4 2 160,1 2 0,-3 2-235,5 4 1,-7 3-173,2 6 0,-3-1 0,-4-2 0,-2-2-65,-5 2 18,-4 2 0,-1 1 1,-1 0 125,-4 1 0,-3-1-119,-6 0 0,-8 0 0,-5 1 1,-5-3-323,1-2 0,1 1 1,0-5-1,-2 2-787,-1 3 1,1-5-1391,8-1 1605,4 3 0,6-6 1,3 2-1901,6-2 2739,13-2 0,71-13 0,-29 5 0,-1 0 0</inkml:trace>
  <inkml:trace contextRef="#ctx0" brushRef="#br0" timeOffset="76">11346 14970 8252,'-14'-13'702,"0"4"0,0-2 73,-1 6 1,-4-4-60,0 4 0,-4 0 0,4 5 0,0 0 355,-2 0 0,5 0-776,-2 0 1,2 6 0,1 4 0,3 2-157,2 3 0,-1-1-35,7 0-74,-1 0 0,5 1 1,0-1-1,0 0 0,1 0-509,4 0 1,-2-1-17,7-3-57,-1 2 0,5-10 1,1 4-1,-1-1 0,0 0-369,0-2 1,1-3 764,-1-5 104,0-3 1,0-6 0,0 0 0,1-1 0,-1 1-40,0 0 1,-4 0 818,-1 0-289,-6 6 0,5-5 1,-5 4 929,2-4-1241,0 5 93,-5 8 1,0 8-1,0 6 1,0 0-1,0 1 302,0-1 0,0 5-198,0 0-465,0 0 1,0-5 0,0 0 0,0 0 0,1-1-578,4-4 1,3 2 465,6-6-102,7 0 1,-5-7-1,4-2 1,-1-7-1,2-5-369,1-3 0,-5-5 695,2 5-62,3-6 0,-6 7 0,3-4 0,-3 2 0,-2 2 380,0 3 1,-4 7 386,-1 3-348,1-3 0,-1 8 0,-1 0 204,-2 8 1,4 5-209,-6 1-208,1-6 0,-5 4 1,0-2-216,0 3-131,0-6 86,0 0 1,0-6 0,-1 2 123,-4 2 1,2 0-200,-7-5 238,7 0 1,-10-5-1,4 0 1,-4 2 127,-1 2 1,5 2 134,-1 4-181,1-3 0,1 10 0,1-2 0,3 2 323,-1 3 0,0-1-99,5 0-340,0 0 1,8-4 0,5-2 0,6 0 0,3-2-386,3 0 1,2-1 74,1-5 149,7 0 1,-5-6 0,3-4 0,-3-4 0,-3-3-579,-3-2 0,-4-7 209,-5 3 394,-1 2 0,-1-6 1,-4 2-1,-4-5 1,-4-3-41,-1 1 0,-1 4 419,-4 4 1,2 4-71,-7 5 1,6 7 0,-4 5 455,1 6-213,3 5 1,-1 13-1,0 3 752,2 2 0,1 3-656,2-1 1,0 1 0,0-2 0,0-2 299,0-2 1,0-4-603,0 5 1,0-5 0,0 3-997,0-1 59,0-9 0,2-1-642,3-6 1,-2-2 598,6-7 454,1-11 1,9-2 0,1-7-1,1-1 1,1-2-46,0-1 0,-3 4 342,5 0 1,-7 7 65,2-2 1,-8 5-1,-3 3 1275,-2 1-827,-1 7-356,-11-3 1,-2 12 0,-8 4 0,-3 4 0,-3 3 282,0 2 1,-3 0-474,6-5 32,0 1 0,5-1 0,-1-2 0,3-1 0,2-1-278,5 1 1,4-3 252,1 1 1,3-4 151,7 5 1,1-7 0,12 1 0,3-2 143,0-2 1,3 0-81,-1 0 1,1 0-135,-1 0 1,-4 0 0,-2 0-1,-1 0-48,-4 0 1,-1-2 19,-2-2 0,-5 1-41,1-7 0,-5 5 0,3-4 0,-2-2-133,-3-2 0,-1-1-322,-2 0 422,0 0 0,0-1 215,0 1-310,0 0 186,-7 6 0,4 3 1,-5 10-1,2 4 1,1 3 283,-1-3 0,4 8-116,-3-2 1,4 2-73,1-3 0,0-4 1,0-1-1,0 2-228,0 2 0,6-4 41,4 1-48,2-7 0,9 3 1,1-6-1,2 0 0,-1-1-97,3-4 0,1-5-156,1-8 1,-1 0 150,-3-6 1,1 2-1,-6-3 1,-3 1-6,-5-1 1,0-3 113,-7-6 0,1 4 153,-5-3 0,0 10 0,0 4 1,-1 4 645,-4 6-406,3 3-115,-10 6 1,8 12-1,-3 9 1,-1 7-1,1 7 1118,1 1 0,-3-3-243,4 5-742,0-6 1,0 3 0,1-7 0,0 1-1,3-3-498,1-2 0,0 1 15,0-6-2164,0 0 1,0-9 625,0-1 0,0-7-90,0-2 1476,6-6 0,-4-10 1,2-2-1,-2-2 0,-2-2 342,0-4 0,0 0 0,0-3-117,0 1 0,0 4 1,0 2-1,-2 1 1,-1 4 402,-1 1 60,-1 2 312,11 0 1,7 6 0,6 3 0,0 4-116,1 1 0,2 0-246,7 0-297,-1 0 0,39 12 0,8 4 0</inkml:trace>
  <inkml:trace contextRef="#ctx0" brushRef="#br0" timeOffset="77">13223 14927 8252,'0'-14'1532,"0"0"0,-2 4 691,-2 1-1523,-4 6 1,-8-4-320,-3 7 1,2 0-1,-6 0 1,1 2-172,0 3 0,5 3 1,-2 6-1,3 0 461,2 0-719,0 0 1,4 4-1,2-2 1,2-2-141,3 3 0,6-3 39,2 5 9,6-9 0,-3 3 0,6-4 0,0 4-52,0 1 1,-1-5-365,-4 1 243,4-7 0,-11 5 96,2-3 0,-8-4-314,-6 4 354,-9-4 0,-3-1 0,-5 0 1,2 0-1,3 0-331,1 0 1,2 0 598,5 0 176,6 0 1,4 0 233,8 0 1,4 0-241,6 0 34,7 0 1,-5 0 0,3 0-1,-4 0 1,0 0 390,-1 0 0,2 0-290,3 0-684,-4 0 0,6 0 0,-5 0 0,1 0 0,4-1-417,1-4 0,-5 2 258,2-6 263,3 5 1,-6-8 0,3 4-1,-3-2 1,-2 1-61,0-2 1,-1 3 453,-4-2 250,4 7 1,-11-5 965,2 4-1086,-2 2-68,-8-4 1,2 12 0,-5 4 0,-1 2 839,3 2-782,0 1-598,7-1 1,-4 0 0,-1 0-329,2 0 1,7-6-264,6-3 668,2-3 1,3-2-1,-1 0 1,0 0-1,2-2-412,3-3 1,1-3 468,4-6 168,3 6 1,-11-4-1,3 2 1,-2-2 0,0-1 604,2 4 0,-4 1-247,-6 3-48,1 3 1,-1-4 0,-1 8 154,-2 2 0,-1 4-231,-5 6-223,0 1 1,0-1-1,-2 0 1,-1 0-433,-1 0 0,-6-4 226,5-1-613,1-5 0,-1 3 112,0-2 900,0-3-231,5 4 0,2-6 1,3 0-1,4 0 0,4 0 495,1 0 1,0 0 912,0 0-1173,1 0 0,-1 2 0,0 2 0,-1 6 0,-4 3 212,-4 1 1,1 0-112,-1 0-314,0 0 1,-7 1 0,-3-1-1,-6 0 1,-4-1-199,-4-4 0,-2 4-3,2-4-215,3-2 1,-9-1-1,6-6 1,2 0-1,1 0-385,2 0 1,4 0 136,1 0 442,6-6 1,3-4 0,9-7 0,5-4 0,5 1-229,5-1 0,8-3 274,1 6 142,0-8 1,-3 6-1,2-6 1,1 3-1,-2-1 65,-1 2 0,-1-3 132,-1 6-129,1-7 0,-3 6 0,0-5 0,-6 3 0,-2 1 84,-6 4 0,-7 1-152,0 2 23,-4 6 1,-2 1 0,-4 7 0,-4 0 43,-4 0 1,-6 7-44,0 2 205,0 10 0,0-1 0,0 4 0,3 0 0,5-2 461,7 1 1,2-2-185,2-5-374,0 0 0,3 5 1,5 0-1,8-3-74,4-5 1,4-3-877,4-3 403,7-4 0,-9 5 1,2-7-1,-3-2 0,-3-4-4251,-3 0 4671,-3 3 0,-59-21 0,-13 1 0</inkml:trace>
  <inkml:trace contextRef="#ctx0" brushRef="#br0" timeOffset="78">10820 15723 7266,'0'8'7181,"0"-1"-6870,0-7 0,2 0 0,2 0 0,6 0 211,3 0 0,7-2 0,4-1 0,4-2 178,5 2-577,4-5 0,12 6 0,3-2 0,3 2 0,2 1-203,0-4 1,5 3 10,-1-2 1,5 2 0,-2 2 0,-1 0 78,0 0 1,-1-2 63,-5-2-127,-1 2 0,0-4 0,-4 6 0,-6 0 0,-5 0-197,-3 0 0,-2 0 103,2 0 141,-3 0 1,-2 0-1,2 0 1,1 0-1,3 0 58,2 0 1,7 0 218,-1 0-238,1 0 0,1 0 0,1 0 1,1 0-1,-4 0 270,-3 0 0,-1 0-505,0 0 155,6 0 0,-10 4 1,4 1-1,-2-2 0,0 1-407,2 0 0,-1-1 271,1 7 107,0-7 0,-1 5 0,1-5 0,1 2 0,2-2-132,1-1 0,2 2 29,-1 1 163,2 0 1,7-5 0,0 0 0,0 0 0,-2 0 98,-3 0 1,3 0-85,-2 0-48,-4 0 1,-2 0 0,-8 0 0,-2-2 0,-1-1-115,0-2 1,-10 1-402,-3 4 122,-5-7 1,-4 6-1,-1-6-2041,-4 1 1164,-3 4 661,-6-4 0,-1 6 0,-4 0 658,-4 0 0,-40 0 0,-16 0 0,-5 0 0,-1 0 0</inkml:trace>
  <inkml:trace contextRef="#ctx0" brushRef="#br0" timeOffset="79">11104 16164 8038,'2'-13'133,"1"2"3000,2 2-2567,0 6 0,-5-2 0,0 10-189,0 4 1,0 4 0,0 1 0,0 2 296,0 3 0,0-2-336,0 7 0,0 0 0,0 2 0,0 0 89,0-3 0,0 0-479,0 0 1,0 4 0,-2-5 0,-1 0-98,-2-3 0,0-3 65,5-2-1969,0 0 0,0-4-2263,0-1 3394,0-5 427,0 2 1,2-22 0,3-4 494,4-4 0,1-14 0,-1-6 0,2-6 0,0 0 0</inkml:trace>
  <inkml:trace contextRef="#ctx0" brushRef="#br0" timeOffset="80">11176 16221 8314,'7'-6'1667,"5"2"-390,-8-5-508,1 6 0,-3-10-94,2 4 1,-1 2-447,7 3 0,-5-3 0,4 3 58,2 0 0,2 3-164,1 1-54,0 0 1,1 0-1,-1 0 1,0 0-1,0 0-15,0 0 0,1 6-103,-1 4 45,-6 2 0,3-2 1,-6-1-1,-2 2 1,-2 2-11,-1 1 0,-6 0 102,-4 1-190,-2-1 1,-4 0 0,-1-1 0,-2-2 0,1-2-356,3 2 1,0-4 14,1-3 204,6 4 1,-3-5 0,8 5 0,5 0 171,5 0 1,8-5 542,4 2-365,3-3 1,1-1-1,1 2 1,0 2 0,-2 0 273,-3 1 0,-5-3 393,-4 7-531,2-1 0,-10 1 0,3-1 0,-4 2 0,-2 2 530,-4 1 0,-8-1-231,-6-4-517,-6 10 0,3-14 0,-7 9 0,1-3 0,1-3-943,3-3 0,-2 1 312,2-1-171,3 0 0,1-5 0,6 0-679,-1 0 0,7-2 618,4-3 180,8 4 0,4-12 0,8 4 0,3-4 1,3 0 652,0 4 0,37-29 0,2-2 0</inkml:trace>
  <inkml:trace contextRef="#ctx0" brushRef="#br0" timeOffset="81">11730 16164 8314,'0'-14'0,"0"0"697,0-1 0,0 1 282,0 0 1,0 5 2660,0-1-2023,0 7-1142,0-3 0,0 17 1,0 4 492,0 6 0,0-2-273,0 5-543,0-1 1,0 6 0,-2-1 0,-2 1 0,-4 1 246,0 3 1,-5-3-13,4 3-306,-4-3 0,-1 3 0,0 0 0,-2-1 0,0-2-211,2-2 0,-3-1 10,7-3-442,-3-4 0,4-5 1,1-1-1795,2 0 1790,1-6-928,5-2 1,2-7 0,2-2 605,6-2 1,2-6-2487,3 1 3374,5-2 0,11-22 0,5-10 0,5-2 0,1-1 0</inkml:trace>
  <inkml:trace contextRef="#ctx0" brushRef="#br0" timeOffset="82">11886 16363 8283,'8'-14'0,"-1"4"0,-7 1 994,0 6 0,1-8 0,2 4 1769,2-1-2049,0 5 1,-5-1 0,0 8 419,0 6 1,0-2-908,0 1 0,0 1 0,0 4 1,0 0-313,0 0 0,0 1-454,0-1 439,0 0 0,0 0 1,0 0-1,0 1 0,0-1-485,0 0 0,1 0 249,4 0 1,-3 1 0,4-1 0,-6 0 173,0 0 0,2-6 113,2-3 59,-2-3 1,6-2 0,-3-2-1,4-3 1,4-4-178,1-4 0,-1-3 54,-4-3 85,4 4 0,-5-11 1,6 7-1,-1 2 1,-2 1-83,-2 2 1,-6 0 275,2 0-79,3 6 0,-7-2 173,4 10 0,-3 3 520,-2 12-608,0-1 0,4 0 1,1 0-1,-2 2 1,1 1 965,0 2-750,-2 0-295,10-5 0,-4-1 0,7-3 0,-1-6 1,2-2-7,3-2 1,-4 0-97,4 0-85,3-6 0,-4-2 0,4-8 0,-2-1 0,-4-4 51,-5-1 0,0-2-241,-6-4 246,0 6 1,-5-4 0,0 7 0,-2 2-1,-2 1-203,-6 2 0,-3 6-320,-1 3 354,-6 4 1,4 1 0,-3 0 0,3 1 0,3 4-390,4 5 329,-4 2 253,12 2 0,-4-1 0,11-3 0,9-6 1,7-1-228,5 2 0,7-3 83,4 3-259,3-10 0,7-2 0,-2-4 0,-4 2 0,-4-2-1662,-3-2 0,-4 1 2079,-7 2 0,-16-9 0,-10 3 0</inkml:trace>
  <inkml:trace contextRef="#ctx0" brushRef="#br0" timeOffset="83">3043 17628 8283,'-8'-1'136,"2"-2"676,-1-2 481,6 0-1136,-12-1 0,18 4 1,0-2 126,6 2 0,8 2-225,0 0 1,4 0-1,-2 0 1,-1 0-91,1 0 1,-2 0 90,-5 0 0,5 0-280,0 0 0,0 0 0,-5 0-622,1 0 1,-6 0 372,0 0-1592,-5 0 2061,2 0 0,-39 10 0,-23 5 0,1 1 0,0 0 0</inkml:trace>
  <inkml:trace contextRef="#ctx0" brushRef="#br0" timeOffset="84">2972 17827 8202,'-8'0'2273,"2"7"-1666,6-6 433,0 6-778,0-7 1,6 0 0,5 0 0,6-2 0,7-1 130,3-2 1,1-4-494,1 4-19,-1-6 1,1 8 0,-2-5 0,-4 1 0,-4 4-2287,-3 2 1390,-2 1-706,1 0 1721,-8 0 0,-38 12 0,-17 4 0</inkml:trace>
  <inkml:trace contextRef="#ctx0" brushRef="#br0" timeOffset="85">4564 17472 8200,'-6'-8'2056,"4"-5"-1769,-4 6 1,6-3-1,2 1 257,2-2-462,-2 4 1,9-1 0,-5 5-1,2-2 1,3 2 0,2 0-1,1 0 167,0-2 1,1 0-209,-1 5 0,0 0-37,0 0 1,1 0 0,-1 0 0,0 2-100,0 3 170,0-4 1,-4 10 0,-2-4 220,-2 1-191,-1 1 0,-5 5 0,-2 1 0,-3-1-67,-4 0-64,-4 0 0,-2 0 0,-3 1 0,-1-1 0,2-2-321,1-2 29,2 3 476,0-12 0,7 12 0,7-5 195,8 0 0,6-2-208,5-6-27,4 0 0,5 0 0,-1 0 0,-4 0 0,-2 2-30,0 2 10,-6-2-116,6 10 1,-13-4-1,-5 7 1,-6-1-54,-7 0 0,-7-1-261,-2-4 164,-6 4 1,3-7 0,-5 5 0,1-3-1,4 0-553,2 0 0,-4-5-697,5 2 591,7-4 1,-1-1 0,7 0-1393,2 0 2219,6-6 0,50-34 0,-21 14 0,0-1 0</inkml:trace>
  <inkml:trace contextRef="#ctx0" brushRef="#br0" timeOffset="86">5261 17344 7690,'0'-8'3256,"-2"2"-2674,-2 6 1,2 6 0,-4 4 0,-1 2 312,-2 2 1,-4 5-452,-1 0 1,0 7-309,0-3 1,-1 4 0,3 2 0,1-3-222,1-2 1,2 1 0,-3-6 0,3 0-343,2 2 1,1-10-1952,5 3 526,0-9 0,-1 6 357,-4-6 1,3-2 1494,-2-8 0,2-3 0,2-12 0,0-40 0,0-16 0</inkml:trace>
  <inkml:trace contextRef="#ctx0" brushRef="#br0" timeOffset="87">5076 17429 10246,'-8'0'1508,"2"0"1,8 2-593,2 3 1,-1 3-25,7 6-656,-1 0 0,6 0 0,-3 2 0,1 1 0,0 2-226,2-1 1,1-3-358,-6 0 0,2-1 1,-2 0-766,2 0 0,1-4 352,-4-1-983,-2-6 1,-6 4 1742,4-7 0,3-57 0,6-14 0</inkml:trace>
  <inkml:trace contextRef="#ctx0" brushRef="#br0" timeOffset="88">5474 17358 8200,'5'-9'1683,"0"-1"-529,-1 7-98,-4-10 1,0 13-301,0 0 1,0 7 627,0 7-1016,0 0 0,0 5 0,0 2 0,0-1 0,0 2 1449,0 1-1870,0 0 1,0 4 0,0-3 14,0-5 0,0 1-263,0-1 0,0 0 1,0-5-853,0 1 0,0-1-2206,0 0 1403,0-6 1956,0-2 0,19-56 0,5-14 0</inkml:trace>
  <inkml:trace contextRef="#ctx0" brushRef="#br0" timeOffset="89">5801 17316 8200,'0'-15'0,"-1"6"596,-4-1 0,2 7 0,-7-3 2607,-1 0-2299,-1 4 1,-3-4 266,1 6-721,0 6-324,0 2 1,6 11 0,3 0 0,2 0 0,0 1 125,-2 4 1,0-2-346,5 2-33,0-7 0,0 5 0,2-4 0,1 1 0,3-2-264,2-1 0,2-7 12,4 1 279,0-7 1,2 3-1,3-6 1,3-1-1,2-4-6,-1-5 1,-5-4 226,1-5-173,-3 4 0,-2-11 0,-2 6 1,-2-2-1,-5-4-79,-4-1 0,-1 1-185,0 2 110,-6-3 0,-7 13 0,-7-2 0,-2 7 0,-4 2-1146,-1 4 1,-1 3-501,0 5 1234,6 3 617,1 6 0,13 19 0,2 5 0</inkml:trace>
  <inkml:trace contextRef="#ctx0" brushRef="#br0" timeOffset="90">6128 17145 8200,'15'-28'0,"-8"4"-186,-2 0 0,-3 7 0,-2-2 0,-2 3 1048,-3 2 1,2 0 331,-6-1 1,-1 6-579,-4-1 0,0 7-1,0-1-442,-1 8 0,1 6 1,0 7-1,1 2 12,4-2 0,-2 1-65,6 1-72,0-3 1,5 4 0,0-4-1,0 1 1,2 2-228,3-1 0,3-7 255,6-2-29,0 1 0,0 2 1,0-1-1,1-3 1,-1 0-32,0 0 0,-1-3-271,-4 4 197,4-6 1,-10 5 0,3-5 74,-4 2 0,-5 2 197,-11-3-308,-1-2 0,-4 4 0,-1-6 0,-1 0 0,1 0-242,2 0 1,3 0 244,0 0 38,1-6 0,6 3 1,3-7-1,5-2 1,7-4-115,7-3 0,5-5-21,5 5 252,3 0 0,-5 0 0,4 0 0,0 2 0,-4 1-120,-2 2 1,-1 1-520,-4 4 60,-1-4 0,-8 12 0,-7-1-2079,-12 10 2594,-8 1 0,-9 15 0,-6 5 0,-2-3 0,0 1 0</inkml:trace>
  <inkml:trace contextRef="#ctx0" brushRef="#br0" timeOffset="91">6270 17188 8131,'8'-15'-261,"0"6"1,-5-1-1,2-1 1,-2-1 631,-1-2 0,-1 4 0,3 1 623,0-2-659,1 4 1,0-5 0,1 4 0,0-2 408,1 1 0,-1 6-249,-1-2 1,-4 2 703,4-2-413,-3 3-535,-2-4 0,-3 6-127,-7 0 1,-1 0-269,-13 0 122,7 6 0,-10-4 0,5 3 0,-2-4 0,1 1-33,-3 3 0,6-4 37,1 4 124,3-4 0,2-1 0,0 0 0,1 2-27,4 3 0,1-4 97,3 4-170,3-3 0,-4-1 147,6 4 1,5-2-77,-1 7-16,1-1 0,-3 1 0,1-1 0,2 2 34,-2 2 1,-2 1-17,-1 0-49,0 0 1,0 1 0,0-1 0,0 0 0,0 0-95,0 1 0,0-6-3,0 0 98,0 1 0,0-1-91,0 1 68,0-7 94,0 10-84,0-12 4,0 6-36,0-7 1,0-2 13,0-3-115,0 4-57,0-6-411,0 7 445,7-6 86,1 4 1,1-4-89,1 6 80,-1 0 107,-1 0 0,5-5 205,-4 1-232,-3-1-14,1 5 1,-6 0-317,4 0 311,-3 0-411,4 0 207,-6 0 271,6 0-134,-4 0 239,4 0 244,-6 0-3957,0 0 1567,-6 0 1973,4 0 0,-36 13 0,-1 2 0</inkml:trace>
  <inkml:trace contextRef="#ctx0" brushRef="#br0" timeOffset="92">6114 16903 8134,'-6'-14'-60,"4"0"0,-3 0 0,4-1 2745,1 1-1470,0 6-823,0 2 0,0 17 1,0 5-1,0 3 1,0 3 169,0 0 0,0 2 0,-2 3 0,-1-2 18,-2-1 1,-4-2-311,4 1 0,-1 3-264,1-7 0,4 0 0,-4-5 0,3 0-170,2 0-74,0 0 62,0 1 0,7-7 1,2-4-1,5-2-177,5-2 299,-3 0 0,9-5 0,-4-1-72,1-2 0,-3-2 105,5-4 0,-5-5 1,3 0-1,-2 0 78,-2-1-18,-3 4 0,-2-5 1,-2 7 39,-1 0 448,-7 6 135,3-4-855,-6 10 240,-6 2 0,3 8 1,-5 6-1,0 2 1,1 1 644,1 2 1,1 5-79,5-5-433,-6 6 1,4-3-1,-2 5 1,2-2 0,2-1 346,0 1 0,0-3-131,0 2-300,0 0 0,0-2 1,0-3-1,0-3-253,0-2-19,0-6-181,0 4 441,0-10 0,0-2 1,0-3-467,0-7 1,0 6-1282,0-6-890,0 1-140,0-6 0,0 6 2692,0 0 0,-13-1 0,-2-4 0</inkml:trace>
  <inkml:trace contextRef="#ctx0" brushRef="#br0" timeOffset="93">6868 17330 7930,'0'-10'1461,"0"1"2520,0-2-3406,0 4 1,-7 7-1,-2 10 1,-4 4-215,-1 5 1,-2-1-1,-1 5 1,-2 2-86,1 2 0,-2 0-220,1-3 0,0 3 0,5-5 0,0 2-111,-1-1 0,3-5-900,2 1-51,-2-4 0,10-5-2702,-3-1 2609,4-6 438,1 4 1,0-9-1,0-3-1162,0-4 1823,0-10 0,-3-30 0,-1-13 0,0-7 0,0-1 0</inkml:trace>
  <inkml:trace contextRef="#ctx0" brushRef="#br0" timeOffset="94">6583 17344 8134,'0'-8'2058,"0"-5"-1221,0 12-365,0-5-16,0 6 1,5 1-1,1 4 1,2 6-1,3 5 1098,2 3 0,1 1-326,0-1-987,7-3 1,-5 11 0,4-5-1,-1 0 1,2-1 51,1-1 1,-5-4-225,2 3 2,-3-3 1,-2-2 0,0-1 0,-1-2 0,-2-3-1314,-1-2-553,-7-1-1829,3-5 1107,-6 0 2517,-6 0 0,-15-13 0,-9-3 0</inkml:trace>
  <inkml:trace contextRef="#ctx0" brushRef="#br0" timeOffset="95">7081 17387 8134,'6'-8'5497,"-4"1"-5036,4 7 0,-4 0 0,1 2 0,2 3 294,-2 4 1,-2 9-281,-1 1 1,0 1 0,0-2-1,0 2 82,0 2 0,-1-3-703,-4 5 0,3-7 10,-2 2 0,2 2 1,1-2-848,-4-2-1634,3-1 1015,-4-2 0,6-5-1082,0 1 2684,6-7 0,15-16 0,9-10 0</inkml:trace>
  <inkml:trace contextRef="#ctx0" brushRef="#br0" timeOffset="96">7308 17429 14491,'-6'8'412,"4"5"0,-4-4 0,1 6-35,1 4 0,-1-4-261,5 4 0,0-1-174,0 1 1,0-4 0,0 4-1,2-3-2,2-2 1,9-1-1,7-2 1,1-3-161,-1-2 1,6-1 200,-3-5 0,4-6 145,2-4 0,-2-4 1,-4-3-1,-4-4 256,-3-1 1,-8 3-172,-3-5-310,-4 1 1,-1-1 0,-1 2 0,-6 1-1,-7 4-1026,-8 1 0,-5 3 211,-1 4 429,-1 3 1,6 6-1,-1 1 1,0 2 484,2 2 0,-5 25 0,5 2 0</inkml:trace>
  <inkml:trace contextRef="#ctx0" brushRef="#br0" timeOffset="97">7550 17188 8134,'8'-22'-19,"0"-5"0,-5 5 0,3-2 570,2 0 0,-3 5 1,3-3-1,-2 2 241,-3 2 0,4 2 1,-3 2 638,0 0-939,-3 6 1,1 2-408,2 6 1,4 0-43,7 0-26,-1 0 0,-2 1 0,1 4 0,0 5-5,3 2-85,1 2 0,-3-1 0,-1-2 0,-2-1 1,-3 1-238,-2 1 0,-1-2 145,-5-1 145,0 1 1,0 4 0,0 0 0,-2 0-13,-3 1 0,4-1 197,-4 0-164,-3 0 1,5 0 0,-5 1 38,2-1 1,1-5 357,5 1-248,0-7 1,2 3-1,1-4 1,3 1 405,2 2-477,2 0 0,-1-5-204,0 0 1,-4 0 0,3 1 150,-2 4 0,-1-2 19,-5 6 109,0-5 0,-6 8 0,-4-4 0,-2 2 30,-2-1 0,-1-4-205,1 4 1,-5-6-274,0 2 1,0 2 0,3-3 0,-1-1-523,-2-1 1,0-2-1085,5 0 1333,6 0 0,-5 0 0,4 0 567,-4 0 0,-26-13 0,-7-2 0</inkml:trace>
  <inkml:trace contextRef="#ctx0" brushRef="#br0" timeOffset="98">4294 18183 7786,'-8'-14'141,"4"-1"1,0 3 1451,0 2-85,2 4-196,-4 0-1185,6 4 1,1-4 149,4 6 1,3 0 0,6 0 0,0 1 0,1 4 0,0-3 0,3 2 0,2-2-10,2-2 1,2 0 7,5 0 0,4 0-171,0 0 0,6 0 0,-2 0 1,1 0 51,0 0 0,0 0-59,4 0-61,-6 0 1,4 0 0,-5 0 0,1 0-1,2 0 150,-2 0 0,1 2-153,-4 2-17,-3-2 0,11 4 1,-5-6-1,2 0 0,-1 0 108,-3 0 1,4 0-28,-5 0-58,7 0 1,-9 0-1,6 0 1,-2 0-1,-2 0 28,1 0 0,1 0 49,3 0-97,3 0 1,-4 0-1,5 0 1,1 0-1,-1 0-87,1 0 1,0 0 102,-1 0-72,-5 0 0,4-5 0,-3 1 0,1 1 0,-1 1 16,-5 2 1,2 0-49,-2 0 62,7 0 1,-5 0 0,4 0 0,-3 0-1,1 0-49,-1 0 0,-3 0-29,5 0 83,-6 0 0,7 0 0,-6 0 0,1 0 0,0 0 33,4 0 0,-1 0-48,0 0 23,-5 0 1,9 0-1,-3 0 1,3 0-1,2 0-38,-1 0 0,-4 0 41,0 0 1,0 0-35,5 0 0,-7-2 0,-1-1 1,-2-2-13,0 2 0,7 2 44,-2 1 1,-2 0-21,2 0 0,-5 0 0,7 0 1,1 0-9,0 0 0,6-2-36,-4-3 0,-1 4 40,6-4 1,1-1 0,-2 1 0,-1 0 7,-2-1 0,0 4 9,4-2 1,-9 0 71,4 0 0,-8 2 0,1-3 1,-1 2 92,-4-1 0,-2 2-104,-5-3-14,-4 4-201,-6 1 48,-6 0-38,-8 0 0,-8 0 0,-7-2-542,-4-3 0,1 4-746,-5-4 1,-1 3 612,-5 2 1,-5 0-1,-4 0 818,-3 0 0,-22 3 0,-12 1 0,21-2 0,1 1 0,-1 0 0</inkml:trace>
  <inkml:trace contextRef="#ctx0" brushRef="#br0" timeOffset="99">5389 18410 8016,'0'-9'541,"-2"1"862,-2 2-711,2-5 1,-4 7-1,6-5 516,0-2-835,0 4-269,0-5 0,4 9-54,1-7 1,6 7 0,-1-2-116,2 4 0,3 1 26,-1 0 0,-5 4 0,1 3 1,1-1 8,1 0 1,-4 5 109,-3-1-26,3-4 1,-6 7-1,2-4 1,-2 4-1,-2 1 56,0 0 0,-2-4-19,-2-1-101,2 1 1,-11 3-1,5-2 1,-1-3-1,1-1-192,2 1-45,-5-5 241,9 4 0,-3-2 0,10 1 356,5 2 1,2-5-19,2 2-212,1-4 1,-1 4-1,0 1 1,0 1 0,1 0 216,-1 1 1,-6-3-40,-4 5-135,-2-7 1,-2 9 0,-3-2 0,-5 3-202,-6 1 1,-5-5-207,0 1 165,-3-7 1,-2 8 0,2-6-1,0-2 1,1-2-748,1-1 1,1 0 123,5 0-2649,6 0 752,-5 0 2599,11-6 0,34-14 0,15-10 0</inkml:trace>
  <inkml:trace contextRef="#ctx0" brushRef="#br0" timeOffset="100">6000 18396 8028,'0'-8'2415,"0"2"-1507,0 6 0,0-2 1013,0-2-1491,0 2 1,0-3 0,-1 8 75,-4 2 1,2 6-331,-7-1 0,1 2 1,-5 4-1,-1 1-22,1 2 0,0 5-97,0-5 0,0 5 1,-1-5-1,1 0-196,0 1 1,1-4-618,4 3 114,2-3 0,3-7 0,-3-1-2839,0-2 2285,3 5 446,-2-9 0,6 3 750,0-10 0,6-41 0,2-15 0</inkml:trace>
  <inkml:trace contextRef="#ctx0" brushRef="#br0" timeOffset="101">5659 18439 8080,'0'-15'1649,"0"1"0,2 6-543,2 4 166,-2 2-816,11 2 0,-4 2 0,7 2 156,-2 6 0,8 2-409,-8 3 0,5-1 0,-1 2 0,2 1 328,2 2-466,-4 0 0,4-3 1,-5 1-1,2 2 0,-1-2-19,-3-1 0,-2-1-116,-3-1 1,2 0-264,-2 0 151,-4-6 66,0-2 709,-6-6-368,0 0-654,-6 0 1,4-1-1534,-2-4 1275,2-3-640,-4 0 1,4 0-1139,-3 4 2465,4 2 0,7-17 0,2 3 0</inkml:trace>
  <inkml:trace contextRef="#ctx0" brushRef="#br0" timeOffset="102">6455 18382 8057,'-1'-8'744,"-4"3"468,-5 4 1,3 1-1053,-3 0 1,7 1 0,-2 4 0,4 4 548,1 4-553,0 1 1,0 5 0,0 2 0,1 1 0,2 2 419,2-2 1,1 3-437,-1-6 1,-3 5 0,4-4 0,-1 1-68,0-1 0,-1-6 16,-4-4 0,2-1 158,3 6-339,-4-8 0,6-2-44,-7-10 1,0-4-1,0-8 1,0-4-153,0-1 1,-2 3 71,-3-5 0,4 1 0,-4-6 0,3 1 2,2-1 0,-4 6 260,-1-1-14,0 7 0,0-4 1,1 7-65,0 0-29,-3 6 99,5 8 1,-4 8-1,6 6 1,-2 2 0,-1 1 209,-2 2 1,0 5-96,5-5-179,0 0 1,0 0 0,0-1 0,0 0 0,2-2-1020,3-2 155,-4 0 21,6 0 0,-7-4 869,0-1 0,19-37 0,4-5 0</inkml:trace>
  <inkml:trace contextRef="#ctx0" brushRef="#br0" timeOffset="103">6669 18410 8057,'0'-8'1065,"0"0"243,0 4-804,0 2 0,0-6 151,0 4-393,0 2 446,0-4-4,0 6-434,0 6-96,0 2 1,0 1-1,-2 1 528,-3 1-382,4 1-306,-6 3 0,6-3 0,-2-1 1,-2-1-1,2 1 66,1 2 1,2-4-49,0 1-24,0-1 1,0 5 0,0 0-140,0 1 0,2-3 320,2-2-141,4 2 1,7-10 0,-1 3 0,0-4 0,0-1 189,0 0 0,1-1-141,-1-4-27,0-3 1,0-1 0,1-1 0,-3-1 0,-1-2-20,-1-1 1,-7 0 34,2 0-243,-4 0 1,-1-5 0,-1 0-1,-6 1 1,-5 2-943,-6 2 1,-2 0-994,1 0 1619,3 6 1,-6 2 0,4 6 0,0 0 0,0 0-1289,2 0 1761,8 6 0,8 33 0,8 15 0</inkml:trace>
  <inkml:trace contextRef="#ctx0" brushRef="#br0" timeOffset="104">6981 18268 8057,'0'-14'169,"-4"4"0,-3 1 318,-1-2 1,-1 0-1,-5 1 1034,-1 6-1173,1 2 1,0 4 0,0 2 42,0 6 0,6 2-278,3 3 0,-1-1 0,1 0 54,2 0 1,3 1-239,4-1 108,4 0 0,7-1 1,-1-2-1,0-2 0,0 1-17,0-2 0,-4 3 126,-1-7-196,1 7 0,3-7 0,-2 3 0,-3 1-285,-2 0 407,-1 2 10,-5-2 0,-2 3 0,-3-7 1,-6 1 5,-6 1 0,1-4-239,-3 3 161,-3-4 1,6-2 0,-3-2 0,3-4-44,2-1 0,2-1 19,2-5 46,4-1 1,12 1-1,5 0 1,6 0-1,7-2 211,3-3 1,-3 6-103,-1-6-105,1 13 1,3-13 0,-3 11 0,-5-1 0,-4 1-379,0 2 48,-7 1-761,-2 5 0,-8 0 0,-4 0 1055,-8 0 0,-45 31 0,21-11 0,0 0 0</inkml:trace>
  <inkml:trace contextRef="#ctx0" brushRef="#br0" timeOffset="105">8432 17628 8048,'-13'-1'136,"2"-2"1,1-2 574,-1 2 1,3 1 0,-1 2 1154,-2 0-999,5 0-509,-1 0 0,3-1-164,-1-4-438,0 3 171,11-10 1,2 5 0,6-4 0,1 2-149,-1-2 0,2 3 141,3-2 1,-4 1 84,4-5 0,-1 1 0,-1 2 0,2 1 97,-1-1 1,2 5-39,-1 1-33,0-3 0,-5 7 0,0-4 0,1 4 0,-1 1 191,0 0 0,-4 1-53,-1 4-55,0-4 1,6 12-1,-1-3-54,0 2 0,-6-2 60,-3-1-270,-4-6 0,-1 5 126,0-3 160,0-3 9,0 4 76,0-6 1,-1 0-853,-4 0 423,3-6 0,-5 2 0,2-5 0,-5-2-267,-2-2 0,-1-1 235,4 0 134,-4 6 1,5-5-1,-6 4 30,0-4 177,6 5 113,1 2 0,9 7 328,3 4 1,3-2 6,6 7-408,0-1 1,0 6 0,-1-1-1,-2-2 1,-2-1 146,2-1 1,-3-1-295,2 6-12,-7-7 0,5 3 0,-5-5-755,2 2 195,0 1-209,-12-1 0,-2 5 0,-9-5-637,-1 0 0,0 3 545,5-7 879,0 7 0,0 4 0,0 7 0</inkml:trace>
  <inkml:trace contextRef="#ctx0" brushRef="#br0" timeOffset="106">11403 17458 8201,'-9'0'2463,"-1"0"-1563,1 0-621,1 0 1,9 0 0,12 0 0,6 0 0,3 0 133,3 0 1,2 0 0,2 0-1,1 0 260,3 0-663,-3 0 0,5 0 0,-9 0 0,0 0 0,-4 0-221,-2 0 0,-1 0-373,-4 0-154,-8 0 1,-2 0-819,-10 0 0,-4-5-752,-10 0 2308,-3-6 0,-26-9 0,-4-10 0</inkml:trace>
  <inkml:trace contextRef="#ctx0" brushRef="#br0" timeOffset="107">11588 17273 8201,'8'-14'3080,"-2"0"-1164,0 6-503,-4 1-971,4 14 0,-6 1 1,0 7-1,-1 4 1,-2 5 741,-2 3 1,-5 1-494,6 1-518,-1-1 0,0-4 0,0 0 1,2-1-1,0 1 11,-2 0 1,4-7-168,-4 2-374,3-3 1,2-2 0,0 0-1378,0 0 957,0-6 290,0-1 1,2-9 0,1-3 0,2-4-1156,-2-4 1,5 4-1377,1-1 3018,-2 1 0,-14-43 0,-8-10 0</inkml:trace>
  <inkml:trace contextRef="#ctx0" brushRef="#br0" timeOffset="108">8261 17188 8092,'13'-15'14,"-2"3"1,-3 1 0,-2 1 0,-1 1 633,1 1 1537,-5-5-1521,6 12 0,-7-4 0,0 11 0,0 7 52,0 4 1,1 7-345,4-5 1,-2 6-1,7 0 1,-1 5 297,-1 4 0,5 0-63,-4 0-262,-2-4 0,5 11 1,-2-3-1,1 3 1,0 3 321,-2 3 0,-4-1-44,5 6-418,-7 0 0,3 0 1,-6-1-1,0-2 1,0-2 305,0 2 1,-6-9-225,-4 2-237,-2-8 0,-3 0 0,0-4 0,-3 0 0,-2-1-443,-2-7 0,-2 0 63,-5-3 205,7-6 0,-5-2 0,5-7 0,-1 1 0,0 0-656,3 0 1,-1-1 156,2-4-454,10 0 1,-10 0 0,11-1-1,-1-2 1,-1-2 1077,-1 2 0,-52 1 0,-14 2 0</inkml:trace>
  <inkml:trace contextRef="#ctx0" brushRef="#br0" timeOffset="109">4095 17330 8093,'0'-14'224,"0"4"0,-1 2 0,-3 0 983,0 0 0,-1 4-805,5-6 1,-2 7 0,-2 0 329,-6 6-486,-3 11 1,-1 5 0,-2 8-1,-1 5 1,-3 2 727,-3 6-841,0 7 1,-1 2-1,2 5 1,0-2-1,3 2 228,3 1 0,-1 7-8,7-1-264,4-5 0,1-1 0,8-3 0,5 3 0,3 2 474,5 0 1,3-2 71,0-3-497,-3-3 1,9-1 0,-4-1 0,1-3 0,1-4 164,0-7 1,2-3-107,-6-1-64,6-1 1,-9-6-1,3-5 1,-3-4-1,-2-3 584,0 1-593,0-5 457,-6 7 793,-2-12 226,-6-1-1627,0-8 0,0-1 1,-1-1-1,-2-1 1,-2-1-418,2-3 0,0 1 394,-2 0-1285,3 0 1,-4 4 0,4 1-6398,-2-2 7732,2 4 0,15 20 0,10 11 0</inkml:trace>
  <inkml:trace contextRef="#ctx0" brushRef="#br0" timeOffset="110">12768 17173 7901,'0'-14'-236,"2"2"1,1 1 1301,1 1 1,0 2 512,-9-1-1054,3 2-365,-10 14 1,10 1-1,-3 6 1,2 0 435,-2 0-506,4 0 0,-5 1 1,4 0-1,-1 3 0,-2 1 71,2-2 1,1 1-169,2 0 0,-4-2 0,-1 3 1,2-1 56,1 1 1,2-4-141,0 4 64,0-3 1,0-2-1,0 1 1,0-1-80,0 0-173,0-6 219,0-2-1217,0-6 713,0 0-266,0-6 1,0 3 0,0-7-1490,0-1 2318,0 5 0,-6-19 0,-2 1 0</inkml:trace>
  <inkml:trace contextRef="#ctx0" brushRef="#br0" timeOffset="111">13024 17287 7967,'0'-14'-619,"0"0"555,0 0 0,0-1 865,0 1 1,-2 1-481,-2 4 1,0 3 0,-5 6 0,-2 0 378,-2 0-572,-1 6 0,1 2 1,2 6-1,2 2 1,-1 1 168,2 2 0,-3 5-229,7-5 1,-1 1-1,5-2 1,0 1 22,0-2 0,0-1-66,0-2 9,6-6 1,2 3 0,8-6 0,1-2 0,4-3 84,1-5 1,6-3-81,6-6-47,-1 0 0,-5-2 1,1-1-1,-3-4 1,-2 1-24,-5-1 0,-9 1 106,-6 1-196,-2 3 0,-4-5 0,-4 7 1,-7 1-1,-7 2-452,-7 2 0,6 6-886,-7-2 1048,3 3 0,-2 2 0,3 0 0,5 0 1,3 0 410,2 0 0,6 0 0,2 7 0,25 1 0,5 6 0</inkml:trace>
  <inkml:trace contextRef="#ctx0" brushRef="#br0" timeOffset="112">13408 16875 6571,'0'-14'746,"0"-1"0,0 6-205,0 0 0,-2 5 0,-1-2 297,-2 0-552,-6 4 1,8-4-11,-6 6-135,5 0-548,-2 0 205,6 0 193,0 0 0,2 5 105,2-1 1,-2 3-52,3-3 0,-2-2 50,2 3 1,-4 3-1,6-1 140,-1 1 1,-5 0-103,4-3-116,-3 3 1,-2 1 0,0 1 0,0 1 50,0 2 1,0-4-44,0 0 5,0-5 1,0 8-1,0-2-103,0 2-15,0 3 1,0-1 301,0 0 34,6 0-119,-4 0 0,4-4 1,-6-1 186,0 2 158,0-4-236,0 5 1,0-8 0,-2 4 244,-2-2-807,-4-1 219,-6-5-63,-1 0 1,1 4-1,0 1 1,0-2 0,-1-1-298,1-2 1,0 0 101,0 0-320,0 0 1,4 0 0,1 0-2854,-2 0 3536,4 0 0,20-7 0,11 0 0</inkml:trace>
  <inkml:trace contextRef="#ctx0" brushRef="#br0" timeOffset="113">13209 16875 8064,'-8'-2'739,"2"-1"520,-1-2-1023,6-6 0,-6 8 0,9-6 0,3-1 0,3 1 0,1-1 0,0 1 0,3-1 123,0 1 0,2 6 0,1-4 0,-1 3-84,0-1 1,0-1-113,0 1 1,1 3-1,-1-2-13,0 2-156,0 2 1,-1 2 0,-2 1-148,-1 1 177,-7 7-6,3-3 0,-6 7 0,-2-1 0,-2 0-4,-6 0 1,2 0 61,-1 1-92,-1-1 1,-2 0 0,1 0 0,1 1 43,-1-1 58,5 0 0,-5-5 377,6 1-271,-6-7 0,9 5 0,-4-5 15,0 2 1,4-2-595,-3-8 313,10 4 1,3-10 0,6 4 0,2 1 0,1 0 18,2 3 0,0-4-260,-4 2 201,-1 1 0,0 4 0,-1 1 1,-2 2 177,-2 2 1,-6 6 101,2-1-152,-3 2 0,-7 3 1,-3-1-1,-3-2 0,-6 0-335,-4-3 1,2-1-95,-5 1-456,1 4 0,-1-11 1,2 2-1,1-2 0,4-2 871,1 0 0,-11-6 0,-3-2 0</inkml:trace>
  <inkml:trace contextRef="#ctx0" brushRef="#br0" timeOffset="114">12384 17756 7953,'-14'-4'283,"0"-1"998,-1 2 1063,1 1-296,6 2-1611,2 0 1,8 0-42,2 0 0,-1 0 0,7 0-1,1 0 1,3 0-275,5 0 0,-3 0 1,6 0 0,-3 0-1,5 0 1,3 0 237,1 0 0,0 0-249,1 0 2,-1 0 0,6 0 0,-1 0 0,0 0 0,0 0 121,0 0 0,0 0-286,-4 0 75,6 0 0,-5 0 0,4 0 0,0 0 1,-1 0-56,-2 0 1,6 0 51,1 0-8,3 0 0,0 0 0,-2 0 1,-2 0-1,-1 0 91,0 0 0,1 0-42,0 0-17,-2 0 0,-6-1 0,-1-3 0,1 0 0,-3 0 39,-2 3 0,1 1-266,-6 0 184,0 0 1,0 0-1,0 0-226,-1 0 1,-7 0-29,-2 0 38,-6 0 1,2 0-617,-10 0 659,4 0-239,-6 0 0,6 0-2283,-4 0 1631,3 0 154,-4 0 1,5 0 909,-4 0 0,-9-13 0,-9-3 0</inkml:trace>
  <inkml:trace contextRef="#ctx0" brushRef="#br0" timeOffset="115">12356 18211 8179,'1'-8'1327,"2"2"983,2 0-1213,0 4-716,-5-11-410,0 12 1,0-4 0,0 10 90,0 4-67,0-2 1,0 5 0,0-2 0,0 4 0,-2 3 136,-2 2 0,2 2 1,-3-2-115,4-3 0,1 9 1,0-6-1,0 0 1,0 0 3,0 0 0,0 0-61,0-5-15,0 0 1,0-4 0,0-1-342,0 2 200,0 2 47,0-5-272,0-2 50,0-6-688,0 0 1,0-6 1057,0-4 0,6-28 0,2-8 0</inkml:trace>
  <inkml:trace contextRef="#ctx0" brushRef="#br0" timeOffset="116">12683 18297 7971,'0'-15'-203,"0"1"514,0 0 0,0 4 1284,0 1-834,0 6 1,-7-8 60,-2 6-606,-4 0 1,4 5 0,-1 2 322,-1 3-477,-1 2 0,2 8 1,1-1 43,-2 0 0,3 2-82,-2 3 1,7-3 0,-2 3 0,2-4-148,-2 0 96,4-1 0,-6 5 0,9 0 0,3-2 166,4-1 0,4-7 244,1 1-273,0-7 1,5 3 0,2-6 0,-1 0 0,3-1 88,-1-4 0,-3-1 49,4-4-205,-5-2 1,2 2-1,-7-7 1,-2-2-1,-3 0 25,-2-2 1,-1 4-167,-5-7-133,0 1 1,-6 0 0,-4 4-1,-4 4 1,-4 0-971,-1 1 1,-4 6 309,4 4 354,0 2 1,5 2-1,-1 2 1,1 2 536,0 6 0,12 40 0,4 12 0</inkml:trace>
  <inkml:trace contextRef="#ctx0" brushRef="#br0" timeOffset="117">13038 17998 8110,'8'-2'2876,"-3"-2"-2433,-4 2 3,-1-4-290,0 6 1,-1 1 0,-2 4 0,-4 3-14,-1 0 0,4 5 0,-4-4-88,1 4 1,3-4 61,4 1 1,-5-6-121,0 6-93,-6-7 317,10 10-291,-6-12 1,9 6 23,3-7 129,2 0 0,8 0 0,-1 0 0,0 0 0,2 0 173,3 0 1,-3 1-16,3 4-177,-4-4 0,0 10 0,-1-4 0,0 1 124,0 3 1,-6 1-232,-3 3 52,-3-1 0,-2-5 0,-2 1 0,-3-1 0,-4 1-728,-4-1 1,-6-6 390,0 2 0,-1-3-106,1-2 0,3 0 1,-3 0-1,3 0 434,2 0 0,0-38 0,-1-10 0</inkml:trace>
  <inkml:trace contextRef="#ctx0" brushRef="#br0" timeOffset="118">12995 17984 11463,'10'0'1636,"-1"0"-1146,2 0 1,4 0 0,4-2 0,4-1-216,4-2 0,2 1-308,-1 4 1,1 0 0,-3 0 0,-2 0-1048,-5 0 0,-3 0 219,-2 0-306,0 0 1,-1 1 1166,-4 4 0,-47 9 0,-17 8 0</inkml:trace>
  <inkml:trace contextRef="#ctx0" brushRef="#br0" timeOffset="119">13664 18069 7973,'0'-9'3668,"0"-1"-2591,0 7-450,0-3-378,0 6 1,0 1 0,0 4 0,0 4 0,0 4-1,0 1 58,0 1 1,0 5-1,0 4 1,-2 3-92,-3 1 1,4-4-198,-4-1 0,3-4 42,2 5 0,0-5 0,-1 3-98,-4-1 1,4-2-44,-4-5 938,3-6-995,2-2 0,0-17 0,0-3-74,0-2 1,0 0-38,0 2 201,0 0 1,5 0 0,1-1 0,2 3 0,5 1-34,4 1 0,-1 7 622,3-2-405,3 4 0,-1 1 0,2 0 0,-2 1 0,-2 4 288,0 4 1,0-1-328,-5 2 0,-6-1 27,-3 6 0,1-1 1,-1 0-3,-2 0 0,-8-1-61,-4-4-194,-10 4 0,1-11 0,-5 4 1,-3-1-1,-1-1-731,-1-1 1,1-1 474,3-2 1,-1-2 94,6-2 0,0 2 1,7-4-1,1 1 43,1 0 0,7-1-66,-2 1-35,4 4 1,2-7-151,4 3 0,-2 3 407,7-2 1,-6 2 21,6 2 1,-5 0 0,4 0 0,2 0-92,2 0 0,1 2 179,0 2-23,0-2 1,1 4-1,-1-6 1,0 0 0,0 0-36,0 0 0,5-1 189,0-4-70,0 3 0,-3-5 0,1 2 0,2-5 0,0-1 108,2 2 0,-5-4-138,3 4 1,-5-4 218,-5-1 0,4 0 267,-4-1-395,-2 1 227,-1 6 0,-6 4-72,0 8 1,-1 4 560,-4 6-572,3 7 0,-4-5 0,6 4 0,0-1 0,0 0 554,0-1 1,0 2-581,0-1 1,0 5-182,0-5 0,0 0 0,0-5 1,0 0-140,0 0 98,0 1-342,0-8-2,0 6 134,-6-11 143,4 4 1,-4-8-1,4-2 10,-3-6-136,4-2 0,-6-3 1,7 1-1,0-2-281,0-3 1,0 2 41,0-7 235,0 1 1,0-1 0,2 2 0,3 0 0,4 1-48,4 1 1,1 1 165,0 4 51,1 1 0,0 6 0,3 4 0,2 2 231,2 2 1,-4 0-58,1 0 1,-5 6-116,-5 4 1,-2-2-1,-7 1 1,0 2 193,0 2-232,0 1 0,-7-4 0,-2-1-114,-4 2 1,-1-3-42,0 1 1,-7-4 0,-1 3-1,0-2-452,3-2 1,2-3 189,-2-1 1,8 5 0,-3 0 48,1-2 352,0-2 41,5-1 1,8-4 0,10-3-1,4-1 30,5-3 0,-2 3 156,7-1 0,-2 0-153,2-6 0,3 6 1,-4-1-1,4-1-7,2-1-108,-1-3 0,1 6 0,-1-1 0,0 1 0,1 0-62,-1-1 0,-1 7 84,-3-2 1,-4 4 31,-5 1 1,-1 0 0,0 0 112,0 0 1,-6 6 364,-3 3-293,-3 4 0,-2-4 0,0 1 1,0 1 920,0 2-603,0 1-349,0 0 0,-7-4 1,-2-3-1,-4 0 1,-1-4-215,0-1 1,-7 2-30,-3 1 1,2 0-529,-1-5 1,4 0 0,-3-2-1,1-1-932,4-2 0,1 1 437,2 4 0,-1-5-27,1 0 1,5 0 1113,-1 5 0,7 0 0,-3 0 0</inkml:trace>
  <inkml:trace contextRef="#ctx0" brushRef="#br0" timeOffset="120">13934 17045 7955,'-8'-9'-154,"2"0"1,1-3 1317,0 0 1,0 2-451,5 1 0,0 7-380,0 2 1,0 7 0,2 7-1,1 0 89,2 0 1,0 2-201,-5 3 1,0 2 0,0 4 0,0-3 177,0-2 1,0 6-41,0-3-273,0-2 1,0 0 0,0-7 0,0 2 0,-2-1 28,-3 0 1,4 2-180,-4-8 59,3-2 0,2 1 7,0-4-167,0-2 0,0-7 0,0-9 0,0-2-273,0 0 0,7 2 122,2 0 328,4 0 1,1 0-1,0 1 1,0 2-1,1 3 19,-1 2 1,0 1 369,0 5-288,1 0 1,-1 0 0,0 0 0,0 1 0,-1 4 291,-4 5 0,-2-2-202,-7 1-130,0 1 1,0 4 0,-2 0 0,-3 0-11,-4 0 1,-9-1-258,0-4-72,-8 4 1,4-11 0,-5 2-1,2 0 1,3-1-561,1 2 1,2-1 287,5-4 437,0 0 0,0 0 0,1-1 148,4-4 106,2 3 36,14-4 0,-4 6 0,6 0 0,2 0 123,2 0 0,1 0 30,0 0-251,1 0 0,-1 0 0,0 0 0,0 0 0,2 0 55,3 0 0,-3 0-380,3 0 122,-3 0 1,3-5-1,1-1 1,2 0-1,2-2-277,-2 0 0,3-2 212,-6-4 81,0 0 0,-5 0 0,1 0 1,-3-1 57,-2 1 11,2 0 594,-10 6-228,4-5-107,-12 12-125,4 1 1,-6 8 0,5 6-1,-1 0 1,0 0 647,3 1-355,1-1-304,0 0 1,0 0 0,1 0 0,4 1-98,5-1 1,2-6-122,2-4 1,1 3 42,-1-2 1,5-1 0,0-4 0,0-1-202,1-4 0,-2 2-57,5-7 216,-5 1 1,2-10 0,-5 0 0,-1 0 0,-2-2-155,-2-2 1,1 1 168,-6-2 1,-1-1 35,-4-9 1,0 9 0,0-3-1,0 2-76,0 4 0,-1-3 249,-4 6 48,4 0 0,-12 7 454,3 2-609,4 4 160,0 12 1,6 4-1,0 7 1,0 3-1,0 1 603,0 0 0,0-1-222,0-1-319,0-3 0,0 9 0,0-6 0,0-2 0,0-1 107,0-2 0,-5 5-209,0 0 1,1 0-201,4-4 0,0-1 0,0 0 0,0 0-157,0 0 1,0 1-167,0-1 239,0 0 1,0-4 0,0-1-143,0 2 318,6-5-27,2 1 1,1-7-1,-1-2 1,0-1 0,0-3-58,3-2 0,0-2-98,-1-4 97,2 0 1,-4 0-1,6 1 1,0 2 0,1 1-295,-1-1 276,0-1 8,0-2 0,-4 4 0,-1 2 1,1 0-192,-2 0 137,-2 5-234,-6-3-378,0 6-509,0 0 1,-6-6 0,-2-2 0</inkml:trace>
  <inkml:trace contextRef="#ctx0" brushRef="#br0" timeOffset="121">14503 17117 7955,'-15'-2'1543,"1"-3"-659,0 4-175,0-6 1074,6 7-370,1 0-1435,20 0 0,-3 0 1,9 0-1,-2 0-1280,2 0 1,-2 0 851,7 0 0,-5 0 450,5 0 0,50 0 0,-28 0 0,-1 0 0</inkml:trace>
  <inkml:trace contextRef="#ctx0" brushRef="#br0" timeOffset="122">14943 17117 9271,'-14'-8'798,"0"3"1,-5 3-23,0 2 0,-5 0-317,5 0 1,-4 5 0,4 1 0,1 1 206,2-1-458,2 5 0,2-3-106,2 6 0,5-1 0,10-2 0,5-2 306,2 2 0,4 2-75,3 1-212,-3-6 0,4 5 1,-5-5-1,-1 1-162,0 1-247,-6-1 71,-8 5 1,-10-6 0,-9-1 0,-4-3 0,-4 1-1169,-2-2 1,-4-1-571,0-2 998,-6 0 957,9 0 0,-30-19 0,0-5 0</inkml:trace>
  <inkml:trace contextRef="#ctx0" brushRef="#br0" timeOffset="123">14474 17173 7955,'0'-7'968,"0"0"1,0 6 466,0-4-437,-6 3-1873,4-4 875,-4 6 0,0 19 0,-2 5 0</inkml:trace>
  <inkml:trace contextRef="#ctx0" brushRef="#br0" timeOffset="124">15725 17401 8048,'-9'0'-603,"-1"0"1235,1 0 1,-1 0-147,1 0 0,4 0 0,-4 0 509,-2 0-271,4-6-136,-5 4-115,4-4-689,0-1-88,2 6 294,6-6 0,6 3 0,3-3 0,4 1 1,3-2 81,3 0 0,-2 4-4,7-6-53,-1 7 0,1-8 0,0 5 1,0-1-1,-1 1 79,1 3 0,-7 0 16,2-2-49,3 3 0,-6-4 0,3 6 0,-3 0 0,-2 0 73,0 0 0,1 0 72,-1 0-49,0 0 1,0-5 199,0 0-300,1 1-18,-7-3 0,-2 4 0,-8-5-746,-2 2 428,-4-5 162,-7 3 1,1-1 0,0 1 0,0 1 0,0 3-79,-1-3 0,1 4 46,0-6 189,6 6 1,-3-5 0,5 4-87,-2 0 464,5-1-299,-4 5 0,9 0 0,3 0 0,4 2 0,4 1 192,1 1 1,0 8 54,0-3-236,1 4 0,-3-4 0,-1 1 0,-3 1 0,0 1 150,0 3 1,-5-1-142,2 0-230,-4 0 1,-1 0-1,-1 1 1,-4-3-1,-4-1-498,-4-1 1,-1-2 240,0 1-220,-1-3 0,-4-1 1,0 0-1,4 0 1,2-1-3101,4 1 3668,5 0 0,11-18 0,9-3 0</inkml:trace>
  <inkml:trace contextRef="#ctx0" brushRef="#br0" timeOffset="125">9086 17287 8164,'-7'-14'628,"-2"0"998,-4 0-1210,5 6 1,2 3 0,6 10 0,0 4 0,2 4 1333,2 1-1616,-2 6 0,6 1 0,-5 4 1,3-1-1,1 0 70,-1-2 0,-1 3 0,-5-4 0,1-1-209,4 1 0,-4 2-650,4-4 76,-3 0 0,-2-5 0,0 1-2429,0-1 1192,0-6 1816,0-2 0,6-82 0,-2 29 0,0 0 0</inkml:trace>
  <inkml:trace contextRef="#ctx0" brushRef="#br0" timeOffset="126">9270 17358 8164,'-6'-8'0,"3"-3"410,-7 7 0,1-1 0,-5 5 928,0 0 0,-1 0 150,1 0-1096,6 0 0,-3 6 0,6 4 0,2 2 1,2 2 280,1 1 1,0-1-310,0 0-329,0 0 0,6 4 0,3-2 0,4-4 0,1-1-280,1-3 0,-1 3 187,0-6-213,0 0 0,5-5 0,0-2 1,-2-1-295,-1-2 0,-2-6 320,1 2 267,-7-4 0,-2-3 1,-6-1-1,0-2 1,0 1-70,0 3 1,-2 0-281,-2 1 241,-4 6 0,-11-3 1,0 7-1,1 0 1,3 3-818,0 1 1,1 1-790,0 4 1066,6 3 1,-3 6-1,6 0 626,2 1 0,39-1 0,12 0 0</inkml:trace>
  <inkml:trace contextRef="#ctx0" brushRef="#br0" timeOffset="127">9597 17301 8164,'0'-20'-125,"-6"4"0,-2-4 1516,-6 5 0,0 7-618,0 4 1,4 2-153,1 2 0,-1 2 0,-4 2 1,1 6 951,4 3-1291,-4 1 1,12 5 0,-4 1 136,3 2 1,2-4-346,0 1 0,5 1 1,1-1-1,4-3-319,6-5 113,-2 2 0,6-12 0,-4 4 0,1-3 0,2-2-653,-1 0 0,-1-2 149,2-3 544,-9-3 1,9-6 0,-11-2 0,-1-1 0,-2-4 15,-3-1 0,-2 3-77,0-4-88,-7 5 1,-5-2-1,-9 7 1,1 2 0,-1 3-1299,4 2 1,1 3 302,2 7-468,0-2 1704,-1 11 0,20 20 0,5 13 0</inkml:trace>
  <inkml:trace contextRef="#ctx0" brushRef="#br0" timeOffset="128">9825 17259 8155,'0'-14'599,"0"-1"2555,0 1-1414,0 6 531,0-4-318,0 10-1320,0 2 1,0 8-45,0 6 0,0 0-543,0 1 1,0-1-1342,0 0 859,0 0 0,0-4-771,0-1-139,0-6 818,0 4 0,0-9 0,0-3 0,0-4-173,0-4 0,5-3 782,-1-3 115,7 4 0,-7-4 1,3 8-1,1 3 241,0 1 0,2 3-220,4 4 400,-6 0 1,0 6 0,-5 3 0,3 4 0,1 1 439,-1 1 1,0-1-465,-1 0-1064,-3 0 0,5 0 0,-3 1-1038,0-1 1316,1-6 0,-3-4 0,1-8-559,2-6 0,-1-2 16,-4-3 674,7-5 0,-4 4 0,5-3 0,0 3 0,-2 2 389,0 0 1,1 1 32,-3 4 0,-2 1 41,3 3 1,2 4 695,3-4-582,3 10-424,1 2 0,0 1 1,0-3-1,0-3-324,1-2 0,4-2-433,0-3 536,0-3 1,-4-1 0,3-2 0,1-2 0,0-1 209,1 1 1,-4 2 159,3-3-58,-3 6 0,-2 2 1,0 6-1,0 0 1,1 0 1164,-1 0 1,0 6-735,0 4-210,-6 2 1,3-2-1,-6-1 1,-2 2-314,-1 2 0,-2 1-824,0 0 524,-7-6 1,-1 3 0,-7-4 0,-4-1 0,-5 2-1673,-3 0 0,5-5-1757,3 2 2577,-3-4 1062,6 6 0,-23-6 0,1 6 0</inkml:trace>
  <inkml:trace contextRef="#ctx0" brushRef="#br0" timeOffset="129">16393 17173 7747,'0'-14'197,"0"5"1,0-1 1105,0-1 1,0-1 171,0-3-1170,0 7-202,0 2 1,0 8 0,0 2-1,0 8 174,0 5 0,0-1 0,-1 3 0,-2-2 34,-2 2 1,-1-2 93,1 7-291,3-7 1,-4 9 0,6-6 0,0 1 0,-2-1 29,-2-2 1,2-3-308,-3 0-105,4-1 0,1 0-99,0 0 324,0 1-535,0-8-20,0 0 0,0-9 230,0-3-598,0 4 0,0-7 1,1 5-642,4-2 0,-2-4 1607,7 4 0,6-6 0,6 3 0</inkml:trace>
  <inkml:trace contextRef="#ctx0" brushRef="#br0" timeOffset="130">16593 17273 8138,'1'-10'-492,"2"1"0,2-2 1343,-2-2 1,-1 4-70,-2-1 0,0 6-344,0-6 0,-2 7 0,-3-2 31,-4 4-330,-4 1 0,4 1 0,1 4 0,0 4 1,2 4 382,-1 1-427,-4 1 1,10-1-1,-4 0 1,2 0-1,0 0-170,-2 1 31,0-1 37,5-6-11,0 4 1,0-4 0,2 6 0,3 1-17,4-1 0,4-5 105,1 1 0,0-7-11,0 2 1,5-4-1,2-2 1,-1-4 46,1-4 0,3-4 39,-5-1-130,0-7 0,-5 4 0,0-5 1,-1 0-1,-4 1-141,-4 0 193,-4 3-340,-1-3 116,-6 5 1,-2-3-1,-8 8 1,-1 3 0,-4 2-899,-1 3 1,3 1-384,-4 2 982,5 0 1,-5 7 0,7 0-1,3 4 1,1 1 454,-1-1 0,5 30 0,2-2 0</inkml:trace>
  <inkml:trace contextRef="#ctx0" brushRef="#br0" timeOffset="131">16991 17230 8168,'9'-12'257,"-1"1"0,0 3 1,-2 0-1,2 1 1,-2 0 1322,1-1 0,-1 5-143,-1-2-1116,-4 3 1,6 4 0,-7 3-40,0 4 1,0 4 0,0 1 0,0 0 303,0 0-498,0 7 0,0-5 1,0 3-1,0-4-86,0 0 0,-2-6-5,-3 1 1,4-6-366,-4 6 1,4-5 307,1 4-296,-7-6 94,6 3 0,-6-12 1,7-3-1,0-4-74,0-1 1,5-2-8,0-3 320,6 3 0,-3-9 0,4 6 0,-1 2 0,-1 1 151,1 2 0,2 1 50,1 4 0,-5-3 244,1 8 1,-1-1 43,5 5 0,-1 6-128,-3 4-235,-4 2 0,-1 3 0,-1-1 1,0 0-1,-3 0-233,-1 1-79,0-1-62,0 0 1,0 0 0,0 0-1280,0 1 1120,0-8-69,0 0 715,0-7 62,0 0 148,6-7 0,-2 6 1,5-4 2,-6 4 0,5-4-100,-3 0 1,-2-1-82,7 1-361,-1 3 1,0-4 0,1 6 0,1-1 0,2-3-241,1 0 0,0-3-196,0 3 394,1-4 0,-1-2 1,0 1-1,0-1 1,0 1-311,1-1 630,-1 1 1,0 1-109,-6-5 1,3 10 0,-5-5 607,2 2-92,-5 1-144,4 5 108,-7 0-306,0 0 0,-2 7-155,-3 2-182,4 4 1,-6-4-154,7 1 1,0-6 346,0 6-54,0-7 1,0 5 298,0-3-188,0-4-106,7 6 1,-6-6 151,4 4-114,-3-4 1,-1 6-238,4-7-20,-3 0-314,4 0-6,-6 0 754,0 0-262,0-7 1,5 4 0,1-6-25,2-2-34,-5 4 0,10-5 0,-5 2 0,1-2 0,-1-3 0,0 1-644,0 0 468,1 0-212,-1 0-389,-2-1 846,-6 7 0,-1 4 0,-2 8 1,-4 4 88,-1 0 0,5 5 50,-1-4-50,2 4 1,-3 1 0,1 0 0,2 1 358,5-1 1,0-5-57,7 1-268,-1-1 1,5 1 0,1-2 0,-1 0 205,0-1-320,0-3 1,-1 4-1,-2-5 1,-3 3 762,-2 2-308,-1-5-535,-11 10 1,-2-12-1,-6 4 1,-2-2-1,-2 0-534,-1 2 1,0 0-95,5-5 1,2 1-1231,2 4 1925,-3-3 0,6 4 0</inkml:trace>
  <inkml:trace contextRef="#ctx0" brushRef="#br0" timeOffset="132">19465 16832 7500,'9'8'3410,"0"-3"-2037,-5-4-464,2-1-680,-6 0 0,0 2 0,-2 3 0,-1 4 0,-2 4 0,1 1 201,-3 0 0,6 5 0,-4 2 0,4-1-10,1 1 0,-2 3-67,-3-5-279,4 6 0,-6-9 1,7 3-1,0-4 304,0 0-346,0-1 87,0-6-14,0 4 1,-1-10-1,-2 1 1,-2-6 0,2-7-671,1-2 1,2-4-204,0-3 587,-6-3 0,4-7 0,-3-1 0,4-1 1,1-4-378,0-1 0,1 6 448,4 1 192,-3 1 0,4 7 0,-6-2 707,0 4-519,6 9-9,-4 4 1,4 14 0,-6 4 0,0 7 0,0 4 473,0 2 1,-4 2-165,-1 1-440,0 1 1,0-1-1,1 0 1,0-1-1,3-3 318,1-5 1,-5 1 35,0-1-2415,1 0-202,4-4 223,0-1-675,0-6 1347,0-2 1,1-6 1236,4 0 0,9-57 0,8-14 0</inkml:trace>
  <inkml:trace contextRef="#ctx0" brushRef="#br0" timeOffset="133">19706 16861 8150,'0'-15'1358,"0"1"1,-1 2 245,-4 2 1565,3-3-1608,-4 12-1191,6-5 1,0 17-1,0 4 1,0 6 390,0 4 0,0 2-255,0 2-466,0-1 1,0 0 0,0-1-1,0-1 1,0-3-87,0 2 0,0-2 0,0 0-141,0-5 1,0 2-1,0-6-227,0 1 0,-2-7 98,-2-4 198,2-8 0,-4-6 0,6-9 0,0-5-1146,0-2 987,0-9 0,0-2-488,0-5 591,0-1 0,6 1 1,2 0-1,1 5 1,-1 3-18,-1 4 1,2 8 228,-4 3-174,0 10 0,-1 4 0,1 10 1,-2 6 242,-1 6 1,-2 5 19,0 7-252,0-1 1,-6 1 0,-2-1 0,0-1 0,1-2-1523,1-1 1,5-5 254,-4 5 510,3-7 0,2 3 882,0-5 0,26-20 0,5-5 0</inkml:trace>
  <inkml:trace contextRef="#ctx0" brushRef="#br0" timeOffset="134">20033 16946 8150,'0'-14'539,"0"0"0,-1 4-53,-4 1 1,2-1 327,-7-4 0,6 6 124,-6 3 0,1-1-34,-6 1 0,1 2-606,0 8 0,4 0 0,1 7 0,-1 4 96,3 0 1,-1 1-229,3 2-50,3-3 0,-9 11 0,7-5 1,0 0-1,3-2 15,1 1 1,0-5-634,0 3 353,6-3 1,2-4-1,6-1 1,0-3 0,2-2-185,3-2 1,2-3 228,2-1 143,4-6 0,-9-2 0,4-6 0,-2-2 0,-2-3 120,-2-5 1,-2 2-32,0-1-176,-6-1 0,-2-8 1,-6 2-1,-1 5 1,-4 3-576,-5 4 0,-9 3-305,-4 0 530,2 8 0,-4 0 1,4 9-1,1 3 0,-1 6-1281,4 6 0,3 0-380,4 7 2059,4-7 0,12 36 0,2 0 0</inkml:trace>
  <inkml:trace contextRef="#ctx0" brushRef="#br0" timeOffset="135">20346 16974 8131,'0'-14'799,"0"0"0,0 0-250,0 0 1,0 4 2323,0 1-1822,0 5 1,0 0-567,0 8 0,0 4 39,0 7 0,0 0 1,0 3-1,0 1 498,0-2-934,0-1 1,0 3 0,0 0 0,0-2 0,0-1-269,0-2 155,0 0-397,0 1 1,-2-3-1,-1-1-562,-1-1 0,-1-6 343,5 6 677,0-7 0,0 2 0,0-10-60,0-4 0,1-6 153,4-4-124,-3-3 0,9-6 0,-5 1 0,2 2 0,1 3 50,-1 1 1,3 2 242,-6 5-222,0 0 1,1 1 0,4 4 90,2 4 0,-4 11 97,-3 8-63,3 1 0,-7 10 1,4-5-1,-3 3 1,-2 0 59,0-1 1,5 4-133,-1-7-415,1 0 0,-5-5 0,0 0-1519,0 0 1790,0 0-41,0-6 1,0-3-1,2-10 1,1-4-1,3-4-270,2-1 0,1-7 308,6-2-1,-1 2 0,0-1 0,-1 5 0,-2-2 0,-2 3 259,2 5 1,-3 0 55,2 6-178,-1 0 1,1 5 0,-2 2-1,-1 3 286,1 4 1,-4 5-69,0 5-153,-2-3 0,-2 5 0,0-7 0,1 0 0,3 0 210,0 1-405,1-1-1410,-5 0 523,0-6 552,6-2 214,9-12 1,0-2 0,6-8-1,-1-1 1,4-2-317,3 1 1,0-2 463,-3 1 58,2 0 1,-8 6-1,4 2 1,-2 3-1,-2 2 369,-2 3 0,-7 1-103,1 2-206,-1 0 1,4 7-1,-2 2 1,-2 4-1,1 3 540,-2 3 0,3-4-28,-7 4-452,7-3 0,-9-2 1,3 1-1,-4-1 503,-1 0-909,0 0 28,0-6 1,-1 3-1,-6-6 1,-5-2 0,-7-1-25,-3-2 0,-2-5-736,-4 0 631,-1-6 0,1 5 0,-1-5 0,2 3 1,4 0-1327,4 0 0,3 5-976,2-2 672,6 4 1944,2 1 0,31 12 0,6 4 0</inkml:trace>
  <inkml:trace contextRef="#ctx0" brushRef="#br0" timeOffset="136">20047 10847 8132,'-14'0'0,"5"0"790,-1 0-549,1 0 1,-1 0 0,1 0 0,-2 0 0,-2 0-1,1 2 1,0 2 0,3 6 422,-2 3 0,-2 2-527,-1 4 1,5 3 0,-1 7-1,1-2 1,1-2 0,3-3 383,3-1-536,2 4 1,0-9-1,0 3 1,2-5 0,4-5-391,9-4 1,0-3 159,9-2 0,0-7 125,4-2 1,1-4 0,-1-3 0,-1-3-8,-3-4 0,2 1 16,-2-2 199,-3 0 0,4-9 1,-8 0-1,-2 0 1,-6-2 315,-3-3 1,-3-3-59,-7-2-279,-4 1 1,-11-1-1,-2 2 1,1 3-1,-1 7 292,4 5 0,6 12 73,1 9-357,7 4 0,-3 2 1,6 4-1,0 6 0,0 6-215,0 7 1,0 3 665,0 1-292,0 1 0,5 4 0,-1 0 0,0 0 0,-3 2 283,-1 3 1,5-3-247,0-2-183,-1 3 1,-4-4 0,0 4 0,0-1 0,0-3-60,0-2 0,0-4-145,0-2-299,0 3 0,0-11-1233,0 3 1017,0-10 341,0-2 0,5-14 0,1-2 0,1-4-547,-1-1 0,5 0-1624,-1-1 1207,-4 1 1254,7 0 0,13-19 0,12-5 0</inkml:trace>
  <inkml:trace contextRef="#ctx0" brushRef="#br0" timeOffset="137">20488 11032 15103,'-9'6'682,"1"4"0,0 2-306,0 3-1,5-1 1,-3 2 0,1 1-435,0 2 0,0 5 102,5-5 1,0 4-248,0-4 1,2 0 0,3-5 0,4 1-2,4-1 0,1-6 0,0-4 0,2-2-233,3-2 0,-3-2-44,3-2 544,-3-10 0,-2-2 0,0-5 1,-1 1-1,-4-4 187,-4-3 1,-4 3 102,-1 1-275,0 5 0,-6-1 1,-3 8-1,-6 3 1,-4 2-32,-4 3 0,1 3-211,-2 5 38,0 3 0,2 1 0,3 1 0,3 1 0,2 1-641,0 2 1,6-4 270,3-1 333,4-5 1,2 7 0,4-7 0,4 0-121,4-3 0,6-2-20,0-4 206,0-3 0,0-6 1,0-1-1,-2 1 1,-1 0 86,-2 0 0,1-5 391,-1 0-278,-6-6 0,-2 9 0,-6-5 0,0 2 0,0 0 241,0 2 0,-6 8-112,-4 4-199,-9-3 0,2 6 0,-5-1 0,0 6 0,-1 7-126,-2 2 1,5 3-691,1-1 282,3 0 1,3 2-1,4 1 1,4 2-1,3-1-2582,2-3 3084,7 0 0,64-1 0,-25-7 0,1 0 0</inkml:trace>
  <inkml:trace contextRef="#ctx0" brushRef="#br0" timeOffset="138">20801 10989 8049,'0'-14'0,"-5"5"3020,1-1-2207,-1 7 0,3-8 0,-1 8-281,-2 4 1,1 2 0,4 10 0,0 4 102,0 4 0,-5-2-300,0 5-297,0-7 1,5 8 0,0-4 0,0-1 0,0 1-334,0-4 0,0-1 167,0-2-693,0 1 0,0-1-174,0 0 668,0-6 286,0-2 1,0-9-1,0-5 1,0-8-1,0-3-43,0-1 1,0-5 633,0 1-399,7-3 0,-6 3 0,4 2 0,-2 3 0,0 5 143,2 3 1,1 3-344,-1-1 135,-3 2 1,10 7-1,-2 2 1,2 3 0,3 4 336,-1 4 0,-1 6-275,-4 0-89,4 0 0,-5-5 0,6 0 0,-2 0 0,-1-1 397,-1-4-243,-7 4 141,10-11 1,-10 4 0,5-8 0,-2-2 230,-3-6 0,-1-7-925,-2-2 221,0-7 1,0 4 0,0-6 0,0-2-1,0-2-483,0-1 0,0 5-1365,0 4 1157,0 7 1,0 1 0,1 8 0,4 2-1479,5 2 0,4 11 975,5 7 782,-3 0 531,4 7 0,20 12 0,5 5 0</inkml:trace>
  <inkml:trace contextRef="#ctx0" brushRef="#br0" timeOffset="139">21498 10790 14697,'0'-8'1109,"1"2"-1217,4 6 1,3-5 0,8 1 0,1 0-751,2 3 0,2 1 27,-2 0 0,-4 0 0,4 0 0,-3 0-918,-2 0 1,0 0 895,1 0 853,-7 6 0,-72 34 0,21-14 0,0 1 0</inkml:trace>
  <inkml:trace contextRef="#ctx0" brushRef="#br0" timeOffset="140">21455 11018 7443,'0'14'-1255,"0"-5"2901,0 1-951,6-7 1,2 3 0,8-6 0,3 0 938,5 0 0,-2-6 374,1-3-1593,1-4 0,5-1 1,-1 1-1,0 2 1,-1 2 278,-3-3 0,-8 1-734,-7 2-256,1-4-1980,-2 12 1326,-2-6 337,-6 7 0,-2 2 0,-2 1 0,-4 3 1,-2 2-1465,1 3 0,4 2 2077,-4 1 0,-26 13 0,-11 3 0</inkml:trace>
  <inkml:trace contextRef="#ctx0" brushRef="#br0" timeOffset="141">22493 10762 7839,'8'-14'312,"-2"-1"34,0 1 0,-4 0 0,4 1 604,1 4-672,-6 3 1,6 7 0,-7 4-1,0 4 1,0 4 667,0 1-852,0 7 1,0-1 0,0 6 0,0-4 0,0 0 105,0 0 0,0-5-61,0 2-296,0 3 1,0-6 0,0 3 0,0-3-395,0-2 523,0-6 0,0 0 22,0-3 0,0-5-216,0 0 1,-5-2 0,0-9 0,2-3-368,1-4 492,-4-7 1,4 8-1,-2-9 1,2-2 0,1-4-275,-4 1 512,3 7 1,-4-3 0,6 5 523,0 0-483,0 2-137,0 5 58,0 14 0,0 7 0,0 15 0,0 1 0,0 3 493,0 2-570,0 1 1,0-1-1,0-2-97,0-1 1,-5-2-230,0 2 1,1 1 0,2-6 0,-1-2-1620,-2-1 1084,0-1 0,5-6 835,0 0 0,19-50 0,5-8 0</inkml:trace>
  <inkml:trace contextRef="#ctx0" brushRef="#br0" timeOffset="142">22891 10705 7839,'-14'0'238,"0"0"1,4 0 487,1 0 1,-1 0-1,-4 0 1,0 0 153,-1 0 1,1 6-421,0 4-323,0 2 0,4 3 0,2 0 0,2 3 0,3 2 196,1 2 0,2-3-447,0 5 0,0-5 3,0 5 0,2-7 1,3 2-1,6-3-399,6-2 0,-1-4-235,3-1 563,3-6 0,-5 4 1,6-9-1,-3-3 1,-1-3-6,2 0 1,-6-9 126,4 3 0,-8-5 243,-1 0 0,-7 2 0,2-7 0,-4-1 141,-1-2 0,-1 3-61,-4 0-315,-3 7 0,-8-4 1,-1 7-1,-2 0 1,0 1-146,-2 4 0,6 3-797,-4 6 0,3 6 419,2 3 1,4 4 0,2 1 574,2 0 0,14 32 0,8 8 0</inkml:trace>
  <inkml:trace contextRef="#ctx0" brushRef="#br0" timeOffset="143">23161 10705 7839,'-9'-8'149,"-1"2"1,-1 1 328,-2 0 0,4 1 0,0 4 458,-3 0 0,1 1-779,2 4 0,-2 3 0,6 6 1,2 2 47,1 3 0,-2 1 20,-1 4-231,0 3 0,5-10 0,0 7 0,0 0 0,0-1 83,0 1 1,2-7-356,3 2 0,2-5 147,8-4 1,-1 1 0,0-6 0,2-2-165,3-1 0,-2-2 155,7 0 134,-7-7 0,9-2 1,-8-9-1,0-1 0,-2 0 185,-2-1-166,0-2 0,-4-2 1,-3 0-1,0-1 0,-4-2 143,-1-1 1,-2 4-209,0 0-12,-7 7 1,-1 1-1,-6 8 1,-2 2-1,-1 4-818,-2 6 0,0 0-31,5 11 0,0-4-288,-1 8 1201,1-4 0,-6 44 0,-3 10 0</inkml:trace>
  <inkml:trace contextRef="#ctx0" brushRef="#br0" timeOffset="144">23531 10804 13932,'0'10'317,"0"-1"0,0 4 0,0 3 0,0 3 324,0-2-761,0-1 1,-2 3-1,-1 0 1,-2-2 0,2-1-1,2-2-1046,1 1 906,0-1 0,1-6 68,4-4 1,3-8 103,6-6 0,0-2 0,-1-4 0,-2-3 31,-2-5 0,1-1 115,4 1 1,0-1-1,-1 6 1,-2 3-25,-1 5 1,-6 0-81,6 6 24,-7 0 1,8 7-1,-6 3 1,-1 4 448,3 4-273,-6 1 1,6 5-1,-7 0 1,0-2-1,0 1 184,0 1-221,0-3-239,0 4 0,0-6-902,0 1 602,0-8 297,0 0 1,1-7 0,4-2 0,3-4 0,1-7 37,1-4 1,1-4 136,8 2 1,-7-1-14,7-4 1,-8 4-1,5 5 1,-5 1 182,0 0-2,2 6-119,1 2 1,-4 6-1,-2 1 1,-2 4 218,-3 4 1,-1-1-84,-2 2 1,0-1-251,0 6 0,0-1 0,0 0-294,0 0 86,6 0 70,2 1 1,1-7-1,1-4 1,1-2 0,2-2-338,1 0 1,5-5 142,0 0 423,0-6 1,1-1-1,2-7 1,2 0 0,0 0 200,1 0 1,-3 0-42,2 5 1,-5-1-71,4 1 0,-5 6 0,1 4 54,-3 2 0,-2 2-81,0 0 0,-5 6-27,1 4 0,-7 2 1,2 3-1,-4-1 267,-1 0-266,0 0 0,-1-1-13,-4-4 0,2 3 0,-7-6 1,-2 0-47,-6 0 0,1-1-149,-7-5 1,5 0-238,-4 0 0,1 0 1,-4 0-1,4-1-366,2-4 1,1 3-115,5-2 0,-1-3-401,1 3 0,6-3 1213,3 2 0,29-2 0,8-8 0</inkml:trace>
  <inkml:trace contextRef="#ctx0" brushRef="#br0" timeOffset="145">22479 11743 7973,'0'-21'242,"0"-1"0,0 0 0,0 3 0,0 3 1910,0 2-1748,0 6 0,-2-3 1,-3 8-1,-4 6 0,-5 8-60,-5 7 0,3 8 1,-5 3-1,2 7-291,0 5 1,1 2 48,3-1 1,1-4-1,1 0 1,2 0-25,2-1 0,6 2-54,-2-6 1,3-1-1,2-7 1,2-3-167,3-1 1,3-9-297,6-7-8,0-3 1,5-2-1,0 0 1,0-2 0,0-1-1202,0-2 0,5-6 1647,-5 2 0,25-48 0,-21 22 0,0 0 0</inkml:trace>
  <inkml:trace contextRef="#ctx0" brushRef="#br0" timeOffset="146">22621 11928 7973,'0'-10'2213,"0"1"-548,0 5 247,0-8-1019,-6 10 1,4-2 164,-3 8-815,-3 4 1,7 8 0,-6 3 0,3 5 0,-1 2 184,2 3 1,1-1-260,2 1-124,0-1 0,0 5 0,0 1 1,0-3-1,0-2-575,0-6 1,0 3 65,0-8-1086,0 1 0,0-4-2856,0-1 3185,0-6 834,0-8 0,2-10 1,1-7-1,2-4 1,-1-2 386,3-7 0,-6 0 0,4-8-38,3 0 1,-6-5-1,4 1 1,-1 0 0,-1 3-140,0 1 0,-1 6 2181,1-1-1349,-2 10 0,9 2 0,-5 8 0,2 4 593,3 4 0,2 4-842,1 1-167,0 6 0,1 2 1,-3 6-1,-1 0 1,-3 0 241,-1 1 0,2-1-145,-4 0-191,-1 0 0,-4 1 0,-1-1 1,-4-2-1,-4-1-38,-4-1 0,-1-5-117,0 4-152,-7 1 1,-1-2-1,-6-2 1,1-1-1,1-1-1313,3 0 0,1-1-1506,-2 1 1087,10-2 1894,1 4 0,43-18 0,3-4 0</inkml:trace>
  <inkml:trace contextRef="#ctx0" brushRef="#br0" timeOffset="147">22976 11913 7973,'-12'-14'0,"1"2"0,3 0 1389,1 3 1,1 6 717,1-2-1672,4-3 0,-4 8 1,8 0 158,2 8 0,1 5-161,-1 1-273,-3 0 0,5 5 0,-3 0 1,0 0-1,0 0 2,-3 0 0,-1 0-139,0-5-65,0 0 0,0-4 1,0-1-1,0 2-158,0 2 0,2-5 446,2-3-284,-2-4 1,4-2-1,-6-4 1,2-6-1,1-7-192,2-5 1,6-4-237,-2-2 332,-2-5 1,5 4 0,-2-3 0,2 2 0,1 5-477,-3 2 0,2 3-540,-2 7 517,-4 6 0,7 2 0,-6 8-735,1 2 0,-1 4 1368,-7 6 0,6 26 0,2 6 0</inkml:trace>
  <inkml:trace contextRef="#ctx0" brushRef="#br0" timeOffset="148">23403 11814 7973,'-5'-14'984,"0"-1"0,-6 8-89,2 2 0,-4 3-211,-1 2 1,0 0 0,0 0-1,-1 0 94,1 0 0,-2 7-575,-3 2 1,4 4 0,-3 1 0,6 2-72,2 3 1,2-4 202,-1 4-450,-4-3 0,11 3 0,-2 0 1,2-2-1,2-1-230,0-2 1,0 1-272,0-1 475,6-6 1,4 3 0,7-6 0,4-2-1,-1-2-137,1-1 1,4-1-106,-1-4 361,-4-3 0,6-6 0,-7 0 0,-2-1 0,-3 1 158,-4 0 0,1-2-149,-6-3-116,-1 3 0,-4-6 1,0 5-1,-1 0 1,-4 2-412,-5 4 1,-2 7 49,-2-6-30,-1 7 0,1-3 0,0 7 0,0 4-477,0 4 1,6 4 388,3 1 404,3-6 1,4 5-1,3-5 1,6 0-46,6-4 1,-1 3 255,3-3 86,-3 1 1,3-5 0,0-1-1,-2-4 1,-1-3 616,-2 0 0,0-3 1071,0 6-736,-6-6 1,0 10-1,-5-6 1179,2 1-1733,0 4-307,-5-4 1,0 12 0,-2 5-1,-1 7 1,-2 6 204,2 2 0,-3 3-53,1-1-229,-6 7 1,9-3 0,-4 5-1,1 1 1,1 0-8,1 0 1,1-5-392,2 5 183,0-12 1,-5 5-1,0-12-390,2-2 487,2-7-59,1-4 1,0-22-1,0-4 1,-2-4-483,-3-3 1,4-1 130,-4-5 266,3-4 0,4-5 1,3-1-1,4 1 1,2-1-146,-1 0 0,2 7 72,-2 3 180,3 3 0,1 8 0,0 4 0,0 7-319,0 6 1,-6 5 375,-3 5-102,-3 3 0,2 6 0,1 0 1,-2 1-1,-1-1-250,-2 0 0,0 0-443,0 1 399,-6-1 1,2 0-1,-3 0 1,-1-1-1627,0-4 2013,5 4 0,-4-11 0,7 4 0</inkml:trace>
  <inkml:trace contextRef="#ctx0" brushRef="#br0" timeOffset="149">24171 11899 7979,'-10'-5'0,"2"-1"0,0 0 993,0-1 0,-1 1 0,-5 3 49,0-2 0,-1 0-724,1 5 1,-5 0-1,-1 2 1,-1 1 106,1 2 0,-4 6-238,5-1 1,0 2-91,5 2 0,-1 1 0,1-1 0,2 0-226,2 0 1,4-4 22,6-1 1,0 1-1,1 4-272,4 0 0,3-6 175,6-3 151,7-4 1,1-1 0,5-1-1,-2-4 1,-1-4-159,1-4 1,0-1 146,-1-1 71,-3 1 1,-3-2 0,1-1-1,-1-3 1,-4-3 123,-4-2 1,-3-6-138,-2-3 17,-3-5 1,4 4-1,-6-3 1,-2 5 0,-1 5 191,-1 4 1,-6 8-41,5 7-196,1 5 0,-1 0 0,0 8 0,0 8 0,1 3 19,-1 4 0,0 11 450,5-1-292,0 2 1,0-2 0,0 1 0,0 1-1,0 3 337,0-3 0,0-6-363,0-1-52,0 0 1,2 3 0,1-4 0,3-4 0,2-3 12,3-2 0,3-4-574,5-1 247,-3-6 0,9 4 1,-4-7-1,0-2 1,1-3-481,0-4 0,-5-4 231,2-1 446,-3 0 0,-2-2 0,0-1 0,-1-4 0,-2 1 69,-2-1-220,-5 2 393,2 5 0,-8 1 1,-2 4-22,-6 4 0,-1 5-327,2 5 134,-4 3 0,5 6 0,-6 0 0,1 0 1,4 1 54,4-1 1,-1 0-11,1 0-10,0 0 0,7 1 0,3-1 0,4-1 137,4-4 0,6-3-90,0-6-77,6 0 0,-3 0 0,6-1 0,1-2 0,-2-4-18,-4-1 1,4-3 37,-3-8-38,-4 4 1,1-12 0,-7 3 0,0-3 0,-1-1-134,-3-1 1,-4-5-92,-6-4 210,0 3 1,0-6-1,0 6 1,-2 3-1,-1 9 137,-2 5 81,-6 10-125,3 2 1,-6 9 0,0 5 0,1 8 55,4 5 0,1 7 14,3 5 73,4 0 1,-7-4 0,5-1 0,-2 2 0,2 2 485,1 1 1,2-5-125,0-4-499,0 0 0,2-1 1,1 0-1,3-4 1,2-5 74,3-3 0,7-8 237,0 2-609,8 3 0,-9-7 0,7 2 0,0-6 1,-1-6-457,1-4 1,-2-1 96,2 0 467,3-7 1,-10 4-1,5-5 1,-1 0 0,-4 1-390,-1 0 297,-2 2-265,-6 5 794,5 6-146,-12 8 155,5 8 1,-6 6 207,0 1-462,0-1 505,0-6 82,0-2-784,-6-6 95,-2 0 0,-6 5 0,0 0 0,-2-1 0,-1 3-224,-2 2 0,-2 4 173,2 1 85,3 0 1,-3 0 0,8 1-1,2-1-171,-2 0 0,5 0 86,1 1 67,3-8 0,4 4 1,3-6-1,6-2 1,4-1-148,4-2 0,5-2 5,-5-2 220,6 2 0,-4-11 1,2 4-1,-2-4 0,-2-1 56,0 0 1,0 0 129,-5-1-23,-6 1 1,-2 0 217,-6 0-633,0 6 170,-6 8 1,3 8 0,-5 8 0,2 1 0,2 2 37,3-2 0,1-6-24,0-1-19,0-1 1,1 4 0,4-4-1,5-2 1,2-3-249,3 1 0,3 0 123,1-5 166,7 0 1,-10-6-1,2-4 1,-2-2-1,-2-3 32,1 1 0,-1 1-16,0 4 357,-6-4 0,0 5 96,-3-6-703,-4 6 198,6 2 1,-9 8 0,-1 2 0,-2 6 111,2 2-175,1 3 35,9-1 1,-4-5 0,6-1 0,2-1 0,2-4-267,1-2 0,5-1 265,0 0 50,0 0 1,0-1-1,0-2 1,0-4 0,0-1 79,0-3 1,-2 3-27,-7-1 209,2-1 0,-5 1-203,2-1 39,-2 7 143,-7 3 0,0 8 0,-2 8 1,-1 3-1,-4 3 330,0 0 0,3 5-29,0-3-370,-4 3 0,1-1 0,-4 0 0,3-3 1,1 1 80,-1-2 1,3-1-273,-5-7 50,7-6 0,-9 3 0,2-6 0,-2-2-376,-3-2 352,1-1-138,0-6 0,6-2 0,2-8 0,1-1 0,0-4-1190,2-1 1,8-1 285,4-6 125,4 1 0,6-1 0,0 1 1,-2 1 924,-1 3 0,8-22 0,4-10 0,3-3 0,0 1 0</inkml:trace>
  <inkml:trace contextRef="#ctx0" brushRef="#br0" timeOffset="150">25635 11601 7969,'6'-15'0,"-2"1"555,5 0 1,0 1-1,6 4 324,-1 4 0,0 4-171,0 1-397,1 0 0,-1 6 1,0 5-1,0 5 1,0 4 765,1 2 1,-1 7-167,0 4-655,-6 0 1,3 0-1,-6 2 1,-2 1 0,-1 4 312,-2 1 1,-7-3-19,-2 0-378,-10 0 1,1 0 0,-5-2 0,-3-1-1,0-5 64,-3-5 1,2 0-309,4-6-134,-4 0 0,11-5 0,-1 1 0,4-3-3421,3-2 2434,7-4 18,-3-6 1,6-2-1325,0-2 1813,0 2 72,0-11 0,5 6 0,-1-8 613,0 1 0,3-38 0,1-10 0</inkml:trace>
  <inkml:trace contextRef="#ctx0" brushRef="#br0" timeOffset="151">26261 10790 7934,'-10'-6'588,"1"-2"1,-1-1 1657,2-1-1793,2 7 0,6-5 1,2 5-1,2-2 0,7 2 1,8 1-1,10 2 276,7 0 0,5-1 0,2-2 0,-1-2-501,1 2 0,-2 1-231,-3 2 0,2 0 0,-9-1 1,-4-3-779,-6 0 0,-6-1 156,0 5 486,-8 0 0,0-2 1,-9-2-1,-3-4-2944,-4 0 0,-10-5 770,-5 4 1735,4 2 578,-7-5 0,-39-15 0,24 8 0,0 0 0</inkml:trace>
  <inkml:trace contextRef="#ctx0" brushRef="#br0" timeOffset="152">26474 10563 14184,'0'16'1087,"0"3"0,0-2-325,0 7 1,0-1-71,0 6-447,0-1 0,0 1 0,0-1 0,0 0 0,0-1 71,0-3 1,0 1-206,0-6-185,0 0 0,0-5-1463,0 1 879,0-7-2694,0-2-1010,0-6 4362,0 0 0,0-13 0,0-3 0</inkml:trace>
  <inkml:trace contextRef="#ctx0" brushRef="#br0" timeOffset="153">27796 10449 7975,'0'-14'256,"-1"0"1441,-4-1-968,3 8 1,-4 2-54,6 10 1,0-2-544,0 6 1,0 1 0,0 4 0,0 0 0,0 0 0,0 1-44,0-1 0,-5 0-141,0 0 14,1 0 1,2 1-1,-1-1 1,-2 0-176,2 0 0,1-4 81,2-1-263,0-6 1,0 5 428,0-3 1,7-3 307,2 2-243,4-2 1,6-2 0,0 0 0,0 0 0,0 0 249,0 0 0,4 0-20,-4 0-230,0 6 0,-4-3 0,-1 5 1,-2 0 82,-2 0 1,1 2-328,-6 4 124,-1 0 0,-4-5 0,-1-1 0,-4 0 0,-4 0-306,-4 3 0,-1-3 59,0 2-52,-1-7 0,-4 8 0,0-6 0,2-2 0,1 0-762,2 2 0,0-4-578,0 4 976,6-4 1,-5-1 682,4 0 0,9-37 0,1-11 0</inkml:trace>
  <inkml:trace contextRef="#ctx0" brushRef="#br0" timeOffset="154">27825 10520 7975,'-7'-14'0,"6"4"429,-4 1 1,3 0-1,2-6 429,0 1 1,0 5-155,0-1-501,0 7 1,5-5 0,1 5 0,2-2-1,3 2 213,2 1 1,1-2-544,0-1 66,7 0 0,-5 5 1,3 0-1,-3 0 0,-2 0-457,0 0 0,-1 2-1308,-4 3 1078,4-4 1,-5 7-1,4-3 748,-2 4 0,-4 10 0,-6 3 0</inkml:trace>
  <inkml:trace contextRef="#ctx0" brushRef="#br0" timeOffset="155">28208 10563 8023,'8'-7'921,"-1"6"-117,-7-5 224,6 6-570,-4 0 1,4 1 0,-6 4 236,0 4 0,0-1-489,0 2 1,-2 1 0,-1 6 0,-2 2 230,2-1-395,-5-3 0,7 0 0,-4-1-28,3 0 0,2 0-342,0 0 0,-4 1 1,-1-1-824,2 0 935,1-6-10,2-2 1,0-9-28,0-6 177,0-1 0,0-15 0,2 4 1,3-1-1,4-1 56,4 0 0,1-2 23,0 6 78,0 0 0,1 7 0,0 2 0,3 4 1,1 1 25,-2 0 0,-1 2 248,-2 8-226,-6 3 1,5 6 0,-6 0-1,1 2 1,-1 1 104,-1 2 1,-4 0-409,2-4-70,-2-1 1,-2 0 0,0 0-958,0 0 780,0-6 364,0-1 1,0-9 0,0-3 0,0-4-185,0-4 1,2-6 22,2 0 299,-2-6 1,10 3-1,-2-5 1,1 3 0,0 5 428,-1 4 1,-3 5-138,3 1-284,3 5 0,-6-2 0,6 8 0,-2 1 351,-1 2 1,-7 10-134,2 0-250,-4 2 1,4-3 0,0 0 0,-2 1 0,-2-1-87,-1 0 0,2 0 175,3 1-409,-4-8 1,7 4-1,-3-4 1,4-1-459,4 0 0,-4-2 210,1-9 395,-1-3 1,1-2 0,-1 1-1,2-2 1,0-2 267,-1-1 1,3 0 106,-4 0 1,2-1-12,-1 1 1,1 5 0,-5-1 0,2 1 385,3 1-575,2-5 0,1 10 0,0-5 29,0 2 1,0 0-251,1 1 1,4 3-1,1-2 1,1 2-96,-1 2 1,4 0 257,-5 0 1,0 6 0,-5 2-1,0 2 155,1-1-103,-8 1 1,4 4-1,-6 0 279,-2 0 0,-1 0-45,-2 1 1,0-1 0,0 0 159,0 0 1,0-4-249,0-1 0,-2-6 1,-2 2 508,-6-3-714,4-2 0,-7 0 0,4 0 0,-4 0 0,-1 0-136,0 0 0,-1-2 51,1-3-324,0 4 1,0-10-719,0 6 738,-1 0-184,7 5 0,1-4-243,2-1 509,3 0-316,-4 5 344,6 0 1,1 0-262,4 0 294,-3 0 252,4 0 0,13 6 0,5 2 0</inkml:trace>
  <inkml:trace contextRef="#ctx0" brushRef="#br0" timeOffset="156">21682 13093 8178,'-14'0'2206,"0"0"0,6-1-1678,3-4 0,5 3 0,5-4-185,5 0 1,7 4-281,2-3 0,6-1 1,-3 1-1,2 2 0,0 0 1,-1 0 74,0-2-457,-3 0 1,-6 5 0,1 0-1,-1 0-3407,0 0 2338,-6 0 1388,-2 0 0,-56 26 0,-14 5 0</inkml:trace>
  <inkml:trace contextRef="#ctx0" brushRef="#br0" timeOffset="157">21697 13264 8116,'0'8'1243,"6"-2"779,-4-6-926,4 0 0,0 0-252,4 0 1,2 0-458,3 0-532,-1 0 0,0 0 0,0-1 0,0-3 0,2-2-1016,3-2 1,-3 5 504,3-2-497,-3-3 0,-7 7 0,1-4 1153,1 3 0,-11-4 0,-2-2 0</inkml:trace>
  <inkml:trace contextRef="#ctx0" brushRef="#br0" timeOffset="158">22607 13051 8072,'0'-15'0,"0"1"0,0 0 1389,0 0 0,0 0 1219,0-1-2171,0 7 0,0 4-304,0 8 1,0 9 0,0 6 0,0 0 340,0 2 0,-5 1-170,0 6 1,0 1-264,5-1 0,-1-4 1,-2-1-1,-2 1-34,2-2-8,1 5 0,2-10 0,0 6 0,-1-3 0,-3-3-202,0-1 0,-1-6-50,5-1-3038,0-6 1069,0 4 0,6-15 1016,4-6 1206,-4-1 0,32-56 0,-18 33 0,0-1 0</inkml:trace>
  <inkml:trace contextRef="#ctx0" brushRef="#br0" timeOffset="159">22848 13079 8070,'0'-8'1681,"0"2"-730,0 0-335,0 4 1,-1-4 0,-4 6 203,-4 0 1,-4 6-236,-1 3-417,-1 4 0,1 1 1,0 1-1,1 0 0,2 3 72,2 1 0,6 0-399,-2-5 37,3 6 0,2-4 1,2 2-1,4-6 1,7-4-702,4-2 0,9-1 394,-3-5 315,4 0 1,0-1 0,-2-4 0,-1-5 0,0-4 442,-2-5-229,-2 3 1,-10-10 0,-2 2 353,-2-3 0,-1 3-288,-5 1 1,-8 4 0,-5-2 0,-6 4-501,-3 4 1,-2 4 0,-4-1 0,1 5-546,3 4 0,-1 6 253,6-1-564,0 7 1,11-3-1,4 6 1190,2 1 0,34 12 0,7 3 0</inkml:trace>
  <inkml:trace contextRef="#ctx0" brushRef="#br0" timeOffset="160">23218 12951 8026,'-14'-8'0,"4"-3"386,1 6 0,-1 1 0,-5 4 0,-3 0 529,-1 0 1,0 0-207,5 0-471,0 0 0,1 6 1,2 2-1,3 1 1,2 1 130,3 1 1,1 2-26,2 1-285,0 0 0,7 0 0,2 0 0,5 1 1,4-3 53,1-2 1,4 2-153,-4-2 0,5 3 13,-5 1 1,5-5-1,-6 1 1,0-1-23,-2-1 0,-7 5 87,1-4 216,-7-2 0,3 5 0,-7-2-7,-4 2 0,-3-4-55,-6-3-529,-7-4 0,1 1 0,-6 1 1,4 2-1,0-2-1057,0-1 0,5-4 262,-2-3 1,4 2 1130,6-6 0,-4-51 0,5-18 0</inkml:trace>
  <inkml:trace contextRef="#ctx0" brushRef="#br0" timeOffset="161">23090 12994 8026,'8'-7'0,"-3"-2"716,3-4 0,-1 1 461,8 2 1,-1-1 0,2 6-1,3 1 44,4-3 1,4 4-956,2-6-236,5 6 1,-4-5-1,4 5 1,-4-2-1,-4 2-523,-2 1 0,1 2-1295,-6 0 1021,-6 0 1,-7 2 0,-6 2 766,0 6 0,-50 28 0,-13 8 0</inkml:trace>
  <inkml:trace contextRef="#ctx0" brushRef="#br0" timeOffset="162">23773 13093 8325,'-10'-14'1269,"2"0"1614,2 0-2407,1 6 1,5 3 0,2 10 0,1 4 0,3 4 0,0 1 180,1 0 0,-1 5 0,-3 0 0,2-1-65,-2-3-682,5 6 1,-6-5 0,2 3 0,-2-4-468,-2 0-465,6-1 371,-4 0 418,4 0-6,-6-6 0,0-9 0,0-12 61,0-4 0,6-7 159,4 5 0,3-6 1,1 1-1,2-1 173,3 1-7,-4-3 1,6 13 0,-5-2 0,1 7 0,2 2 612,-2 4-495,-1 2-120,-2 1 0,-1 6 0,-3 3 0,-6 4 1,-2 3 83,-2 3 1,0-3-497,0 3 75,0-4 1,0 0 0,0-1-1,0 0-1786,0 0 899,0-6 870,0 5 0,-5-13 1,2 1-50,5-4 1,-2-8-119,4 2 451,4-4 1,-2 4-1,4-1 1,-4 1-1,-1-1 999,0 1-685,6 6 166,-10-4 1,12 7-192,-3 0 1,-3 2-367,3 3-1,-7-4 1,5 10 0,-3-6 0,3 0 0,1-1-434,1 1 1,-1 0-359,5-5 601,0 0 0,1 0 0,0 0 0,3-2 0,2-2 12,3-6 0,0-3 259,6-1-65,-7 0 1,5-5-1,-4 0 1,4 2 0,0 1 464,-3 2 0,1 4-101,-6 1-187,0 6 0,-5-4 1,0 7-1,1 2 1,-3 3 375,-2 4 1,1 4-304,-7 1-224,8 0 0,-11 0 0,4 1 1,-4-1 33,-1 0-347,0 0 1,0-4-91,0-1 1,-6-6-151,-3 2 0,-4 1 0,-3-1 0,-1-2-1189,-2-1 0,0 3 1703,5-1 0,6-5 0,1-7 0</inkml:trace>
  <inkml:trace contextRef="#ctx0" brushRef="#br0" timeOffset="163">24540 15610 19636,'0'-10'1318,"0"1"-1231,0 6 91,0-10 1,0 5-183,0-6 1,2 6-7,3 3 553,-4-3 1,12 5 0,-4-5 318,4 2 1,1 1-779,0 5 1,1-5-1,-1 1 1,2 0 647,3 3 1,-8 1 294,3 0-768,-3 0 0,3 1 0,0 4 1,-1 5-293,-4 2 0,-2 3-803,-7-1 677,0-6 0,-5 9 0,-3-3 0,-3 2 0,-5 1-113,0 2 0,-4-1 461,1 5-121,-6-5 0,9 2 0,-5-4 0,2 2 0,0 0 55,2 0 1,6-4 504,2-4 1396,5 2-969,-2-4 0,14 0-2117,6-3 1344,0-4 0,13-2 0,-3-4 0,1-3 0,0-1-23,-1-1 0,-2 2-259,2-1 0,3-4 0,-11 12 0,1-6 0,-4 2 0,-4 1 0,1-1 0,-2-1 0,-2 4 0,-8-4 0,-2 6 0,-30 12 0,-11 4 0</inkml:trace>
  <inkml:trace contextRef="#ctx0" brushRef="#br0" timeOffset="164">24910 15567 8622,'-2'-14'235,"-1"0"433,-2-1 1185,1 7-1218,4-4 1,0 12 0,1 0-1,2 8-82,2 4 1,0 3-269,-5-1 1,2 2-47,2 3 1,-2-2 0,3 5 0,-4 0 206,-1 0-362,0-4 1,0 4 0,0-5-1,0 4 1,0-1-163,0 1 1,0-2-291,0-5 58,0 0 0,-1-1 0,-3-2 238,0-2 140,-1-6-53,5 4 0,0-9 1,0-3-1,0-6 1,0-4 16,0-4 1,0-5 52,0 5-208,0-6 1,0 3 0,0-5-1,0 1 1,0 4-377,0 2 0,0 1-915,0 5 202,0-1 1,0 9-1852,0 6 3063,0 6 1,0 59 0,0 13 0</inkml:trace>
  <inkml:trace contextRef="#ctx0" brushRef="#br0" timeOffset="165">25265 15539 8968,'0'-15'1903,"0"1"0,0 5-1379,0-1 0,0 9-198,0 1 1,-4 6 0,-1 8 351,2 0-658,1 7 1,1-5 0,-3 3 0,0-4-1,1 0 182,1-1-168,2 0 1,-5 0-1,0 0-1,2 1 171,2-7-129,1 4-91,0-10-545,0 4 468,6-12 1,2 3 0,6-7 0,0 1-1,1-1-1,-1 1 0,0 4 246,0-4-129,0 5 1,1-4-1,-1 5 1,0-1-1,0 0 109,1 3 1,-1 1-87,0 0 36,-6 0 0,3 1 0,-5 3 0,1 2 1,-1 2 119,-3 3 1,-1 1-226,-2 3 91,0-7 0,0 9 0,-2-3 1,-3 2-1,-4 0 49,-4-2 1,-1 0-264,0 0 70,0-6 0,-5 5 0,-2-5 0,1 1 1,-1-1-419,4-1 0,-4-3-732,2-4 570,0 7 1,5-6 0,1 2 659,4-6 1,15-62 0,2 23-1,0-1 1</inkml:trace>
  <inkml:trace contextRef="#ctx0" brushRef="#br0" timeOffset="166">25180 15510 10174,'-8'-6'631,"-4"4"-181,4-10 1,0 8 515,3-5 1,7 6-160,7-2 1,2 2-485,13-2 1,1 4 0,8-6-1,4 3-106,-1-1 1,5-2-143,-3 3-64,-3 2 0,-1-9 0,-7 6 1,-1 1-1,-4-1-19,-2 0-111,-7 0-610,-7 5-154,-6 0 1,-1 0-451,-4 0 873,-3 0 1,-2 5 0,1 1 0,-2 2 0,-2 3 459,-1 2 0,-32 20 0,-7 5 0</inkml:trace>
  <inkml:trace contextRef="#ctx0" brushRef="#br0" timeOffset="167">25564 15411 8183,'0'-10'4952,"0"1"-4818,0 5 0,-2-2 0,-2 6 0,-6 0 0,-2 0-41,-3 0 1,-1 0 0,-2 0 0,-6 0-197,-3 0 1,-1 5-1,-2 1 1,-2 2-74,-1 3 0,1-3 83,8 2 1,-1-6-1,6 6 1,2-1 33,1-1 0,7 5 68,-1-4 1,7-1 0,-2 2 160,4 1 209,1 1-170,0 3 1,0-1-1,0 0 517,0 0-754,0 0 99,0 1 0,-2-7 1,-1-2-95,-2 0-124,0 2 24,-1 0-217,5-2 1,1-6-21,9 0 307,4 0 0,1-4 0,0-1 0,0 2 0,0 1 79,1 2 0,4 0-20,0 0 38,0 0 1,-5 0-1,2 0 1,1 0 0,2 0 299,-2 0 0,-6 5 108,-1 0-400,-1 6 0,1-8 0,-2 6 0,-2 2 72,-3 2 1,-1 1 33,-2 0-97,0 7 1,-3-5 0,-5 3-1,-7-4 1,-2 1 176,-3 3 1,-3-3-136,-5 3-150,0-3 0,-2-4 0,-2-1 1,-1-3-1,1 0-358,2 0 0,3-5 104,4 2-607,2-3 0,7-2-1075,0 0 0,12-5 532,7 0 297,12 0 1154,5-1 0,45-2 0,8-6 0</inkml:trace>
  <inkml:trace contextRef="#ctx0" brushRef="#br0" timeOffset="168">25763 15681 15577,'8'-15'425,"-2"6"-208,-6 0 1,0 4 2177,0-5-555,0 7-1137,0-3 0,0 17 1,0 5-174,0 4 0,0-2 0,-1 2 0,-3-1-292,0 0 1,-3 5-143,3-5 1,2 0-240,-3-5 0,2 0 1,0 0-1,-2 1-591,2-1-880,2 0 200,1 0 1049,0-6 1,0-8-8,0-9 1,4-9 278,1-1 1,6-6 0,-1 1 0,2-1 371,2 1 1,1-1 20,-1 6 0,0 0 0,-1 5 0,-2 1 1266,-2 4-446,1-4-540,4 12 0,0-4 0,-1 10-455,-4 4 1,-1 4-651,-3 1 353,-3 0 1,4 0-1,-5-1 1,3-2-1,0-1-1237,-1 1 1,-1-4-86,-2 3-1199,0-7 1159,0 10 352,0-12 1472,6-1 1,-2-8 0,5-6 0,2 0 413,2 0 1,-4 1 1285,1 4-1057,-1 2 0,1 3 0,-1-1 1798,2 2-1374,2 1-1218,-5 2 1,3 2 0,-5 1 0,0 3-740,1 2 0,-1-3-432,-1 4 507,-4-6 1,12 4 0,-4-7 0,4 0-422,1 0 1,1-2-76,-1-3 1074,6-2 1,2-8-1,7 1 1,-1 2 0,1 0 881,-1 3 0,1 1 288,-1-1-629,0-4 1,-1 11 0,-3-2-1,-5 4 651,-3 4 0,-4 0 126,-2 5-1229,-4 0 1,-6 6-1,0-1 1,-1 0-1,-3 0-22,0 1 1,-7-6-899,1 1 559,-2-1 0,-7 0 0,-2 1 0,-1-1 1,-2-1-1882,2-3 0,-3-3 188,6-2 1114,-6 0 769,9 0 0,-17-19 1,3-5-1</inkml:trace>
  <inkml:trace contextRef="#ctx0" brushRef="#br0" timeOffset="169">21682 15411 9623,'-20'-7'149,"4"6"1,-4-4 0,1 3 0,-2 2 0,1 0 1139,-1 0-991,-4 7 1,7 1 0,-4 6 0,2 2-1,1 3 1,1 3 0,3 1 674,2 1 0,8-5-756,1 5 0,2-5 0,2 3-208,0-2 0,6-2 1,4-9-1,4-4-92,5-4 1,1-2-90,4-4 1,3-3 0,-3-8 0,3-1-410,1-2 1,-1-6 241,-3 1 250,2 4 0,-5-7 0,4 2 0,-3-5 0,-3-4 103,-6 3 1,0-6 145,-9 0-85,1-5 0,-7 1 0,-2 3 0,-6 5 0,-2 5 435,-3 4 1,1 5 546,0 10-900,6 2 0,-3 9 1,6 3-1,2 6 1,0 6 453,-2 7 1,4 9 36,-4 5-354,3-3 0,2 6 1,0-3-1,0 1 1,0-1 330,0-5 0,0-3-114,0-1-766,0 5 0,5-8 1,0 1-1,-2-5-469,-2-5 1,1-3-2008,3-4 1377,-4-4 1,7-6-1,-3 0 1373,5 0 0,8-32 0,5-7 0</inkml:trace>
  <inkml:trace contextRef="#ctx0" brushRef="#br0" timeOffset="170">21910 15524 8583,'0'-14'1678,"0"0"333,0 0 0,0 4 701,0 1-955,0 6-1460,0 9 1,0 3 0,0 10-1,0-1 174,0 1 0,0 1-420,0 4-3,0 3 0,0-7 0,0 6 0,0-4 0,0-2-1011,0-2 0,0 2 229,0-1-311,0 0 1,0-5 0,0 0 0,0 1-4930,0-1 5974,0-6 0,-19-46 0,-5-17 0</inkml:trace>
  <inkml:trace contextRef="#ctx0" brushRef="#br0" timeOffset="171">21839 15681 8583,'0'-10'1316,"0"1"0,0 4 59,0-4-643,0-1 0,1-3-518,4 4 1,5-4-1,7 4-538,2-4 1,2 5 119,-2 4-99,-4 2 0,12-3 0,-5 1 0,0 0 0,-3 3-561,-3 1 0,-2 0 209,1 0 626,-1 0 0,-2 6 0,-2 4 555,-5 2 0,-4 2 1140,-1 1-1248,0-7 0,-4 4 0,-3-2 0,1 2 0,-2 2 626,0 1 1,5 4-605,-2 0-380,4 0 1,1-5 0,0 0 0,0 0-651,0 0 0,1-1 183,4-3 142,3-4 0,8-6 1,1 0-1,2 0 1,-2-2-418,-1-2 0,3-4 194,0-7 455,0 1 0,-11-5 0,-3-1 0,-4-1 0,-1 1 162,0 2 1,-1 2 133,-4 2-218,-3 0 0,-13 6 0,-1 3 0,-1 4 0,-1 1-16,-1 0 1,3 0-323,-2 0 133,6 6 0,-2 2 0,7 6 0,4 0-402,4 1 0,4-6-40,1 1 382,6-1 0,8-1 1,8-3-1,2-4 1,1-1-575,5 0 1,-1-1 144,4-4 585,-3-3 1,-2-8 0,1-1 0,-3-4 0,0-1 86,-3-3 1,-7-2-263,-2-1 389,1-1 1,-14 1 0,4-1-1,-3 3 1,-2 2 475,0 5 1,-2 5 965,-3 4-999,4 4 1,-10 8 0,6 2 309,2 6 0,-4 9 3,3 4-646,-1 4 0,5 2 0,0-1 0,0 1 0,0-1 91,0 0 0,-5 1 77,0-1-422,1 1 1,4-2 0,0-2-1,0-3 1,0-2-735,0-2 1,0-7 144,0-2-1558,0-5 1,1 0 812,4-8 1,1-4 1327,4-7 0,21-56 0,-15 29 0,0-1 0</inkml:trace>
  <inkml:trace contextRef="#ctx0" brushRef="#br0" timeOffset="172">22649 15595 8180,'7'-7'3448,"-6"-6"-2600,6 5 1,-7-1-293,0-1 1,-2 7 0,-3-2 1,-4 4 0,-4 1-410,-1 0 1,-2 1 0,-1 4 0,-2 4 51,1 4 0,1 1-273,-2 0-49,3 1 1,-4 4 0,7 0-1,2-2 1,3-1-1321,2-2 1047,1 6 32,5-4 0,2 3 0,4-9 0,7-6 0,4-2-919,0-2 1,4-2 479,-2-2 655,6-4 1,-9-6-1,3-1 1,-3 3-1,-2 1 219,0 1 1,-4 1-208,-1-6 1351,-6 8 0,4-1 249,-7 3-795,0 3-357,-7-4 0,6 12 0,-6 4 0,3 2 94,-1 3 0,0-1-478,5 0 111,0-6 1,2 3 0,2-6 0,6-2 0,3-1-407,1-2 0,2 0 131,2 0 189,-2 0 0,10-7 0,-6-2 0,2-5 0,2-4-831,-2-1 1,3-6 90,-6 1 679,0-3 1,-5-1-1,-1-2 1,-3 0 0,-6 0 268,-2 3 1,-2 8 113,0 0-99,0 3 1,-2 8-1,-2 4 1,-6 5 414,-3 9 0,4 1 6,-1 13-298,1-1 0,0 6 0,1-1 0,1 2 1,4 2 650,2 1 1,1 0-350,0-5-510,0 1 1,0-5 0,1-2 0,4 0-561,4 0 1,4-6 127,1-2-205,-6-6 1,5-8 0,-4 0 0,2-2 0,0-2-1838,-1-6 0,-7-3 1444,2-1 938,3-6 0,-24-24 0,-11-10 0,2-8 0,1 1 0</inkml:trace>
  <inkml:trace contextRef="#ctx0" brushRef="#br0" timeOffset="173">22265 15539 8362,'-14'0'2407,"5"-2"-645,-1-3-982,7 4 1,3-10-127,10 6 1,9-1 0,3 2 0,1-2-430,1-2 1,0 3-446,4-4 0,1 6 0,-1-4 0,-1 3-112,-3-1-1454,2 0 1,-3 5 1785,5 0 0,26 7 0,6 0 0</inkml:trace>
  <inkml:trace contextRef="#ctx0" brushRef="#br0" timeOffset="174">23445 15396 8130,'10'-6'659,"-1"-3"1,-4 2 928,5 3 0,-6-3-753,6 2 0,-2-1-284,1 1 0,4 4 0,-4-4 1,4 4-661,1 1 1,2-5-1,1 0 1,2 2-342,-1 1 0,-2 2-852,-2 0 426,0 0 876,0 0 0,-37 38 0,-11 10 0</inkml:trace>
  <inkml:trace contextRef="#ctx0" brushRef="#br0" timeOffset="175">23445 15553 8107,'-6'14'-188,"5"0"1,-6-4 700,7-1 1,2-6 575,3 2 1,2 1 0,9-1 0,3-2 296,5-1 0,3-7-1116,1 0-210,1-6 0,-2 5 1,-4-5-1,-2 1 0,-2 1-202,0 1 0,-5-3-2339,-5 6 1336,-5 1 1145,2 4 0,-76 0 0,27 0 0,-1 0 0</inkml:trace>
  <inkml:trace contextRef="#ctx0" brushRef="#br0" timeOffset="176">20687 14842 8220,'-8'-14'568,"2"0"1,4-1 0,-1 1 0,-1 0 1657,0 0-1883,3 6 0,2 1 0,4 9 1,3 3-1,2 6-32,-1 6 1,-4 5 0,3 7 0,0 1-4,-1 3 1,-3 3-160,0 7 0,-2 1 0,-4 4 0,-2 4 41,-6 3 0,1 3-235,-6 4 59,4-4 0,-9 10 0,6-6 0,-1-2 1,1-3-90,0-5 1,1 2-27,4-7 10,3 0 0,6-5 0,0-5 0,1-3 0,2-6-232,2-4 1,6-2 189,-1-3 17,2-3 1,4 3 0,1-8-1,2-2 1,0 1-156,2-3 1,1 1 323,6-3-41,7-3 1,1 4-1,9-6 1,2 0 0,4 0 16,-1 0 1,5 0 42,-2 0-69,2 0 0,6 0 1,1 0-1,-2 0 1,-1 0 64,-3 0 1,4 2 24,7 2-138,-7-2 1,14 9-1,-9-5 1,4 1-1,9 0-41,-37-2 1,0-2 0,2-1 0,1 0 71,1 0 1,0 0 8,1 2 0,1 0 0,1-3 0,0 0 0,1 1 0,-1 0 1,0-1-1,0 0 0,-2 0 0,0 0-5,-2 1 1,0 0 0,2 0 0,0 0-689,1 2 0,1 1 645,1-3 1,0-1 0,-3 3 0,1 0 0,-1-2 0,-1-1 0,0 2 0,0-1 0,1 0 0,0-1-25,1 0 0,-1 0 1,3-1-1,0 0 27,1 0 1,0 0 33,1 0 1,0 0 0,-3 0 0,-1 0 0,5 0 0,1 0 0,1 0 0,1 0 0,0 0 0,0 0-33,0 0 1,-1 0 0,2 0 0,0 0 100,-1 0 0,-1 0-38,5 0 0,1 0 0,-2 0 0,1 0 1,1 0-1,1 0 0,-1 0 0,0 0 1,0 0-1,-1 0-9,1 0 0,0 0 0,0 0 0,0 0-22,1 0 1,1 0 66,5 0 0,-1 0 0,-4 0 0,-1 0 0,5 0 0,-1 0 1,-2 0-1,-1 1 0,-2 1 0,-1-1 92,-2 1 0,1 1 1,-3 2-1,0 1-113,-2-1 0,-1 0-13,-3 1 0,0 0 1,-7-1-1,-1 0 1,0-1-1,-1 1 0,37 6 1,-1 0-29,0-1 1,0-2 119,-5-3-102,0-4 1,-2 5-1,-4-7 1,-9-4-1,-11-4 108,-5-4 0,-13 0 172,1 4-153,-15-4 1,4 5 0,-12-7 0,-2-3 0,-3-1 430,-5 2 0,4-5-456,-4-2-90,-3 4 0,5-7 0,-5 3 1,0-4-1,2-6 421,0-4 0,1-4-455,5-6-61,0 4 1,8-17 0,6 1 0,8-5 0,3 0-269,-1 2 1,3-3 155,-3 4 281,-4-6 1,-1 14-1,-10-3 1,-4 4-1,-5 2 397,-4 4 1,-6-1-283,-9 6-208,-3 2 1,-6 7 0,-1 1 0,-1 4 0,-2 4 51,-1 4 0,0-2-169,5 7 57,-1-2 0,-6 9 0,-2-4 0,-4 1 0,-4 3-230,-2 1 0,-12-2-219,-12 4 419,-6 0 1,29 4 0,-2 1 0,-2-2-1,-2 1 1,-4-2 0,-2 1 0,-6 0-1,-3 1 74,-5 0 1,-2 0-1,-1-1 1,-2-1-1066,24 2 1,0-1 0,-1 1 1069,1-1 1,0 0 0,-1 1 0,-2 1 0,0 0 0,-1 0-1,0 0 1,0-1 0,0 0 0,0 0 0,0 0 0,0 0 0,0 0-1,1-1 1,0 0-34,1 1 0,1 0 1,0 0-1,-1 1 1,0-1-1,0 1-689,2 0 1,0 0 0,-1 0 667,-2 0 1,-1 0 0,1 0 0,-1 0-1,0 0 1,0 0 0,-1 0 0,0 0 0,0 0-1,1 0 1,1 0 0,-1 0 0,1 0-1,1 0 1,-1 0-257,-1 0 1,1 0 0,-1 0-1,1 0 1,0 0 0,-1 0 184,-3 0 0,0 0 0,1 0 87,2 0 0,1 0 0,0 0 0,-3 0 0,-1 1 1,1-1-1,4 1 0,0 0 0,1 0 0,-1 2 0,0-1 1,0 1-1,0 1 0,0-1 0,1 1-105,-2 1 0,1 1 0,1-1 1,-23 4-1,2 0 127,2-2 0,3 0-62,5-3 1,3 0-1,6 1 1,2 1-1,4-3 1,1-2 0,4 1-1,1 0 1,-35-1-348,13-1 0,15-5 146,5 1-57,10-7 1,-3 8 0,7-5 346,2 1 0,-1 7 0,9 5 0,-3 0 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05:24:22.256"/>
    </inkml:context>
    <inkml:brush xml:id="br0">
      <inkml:brushProperty name="height" value="0.053" units="cm"/>
      <inkml:brushProperty name="color" value="#FF0000"/>
    </inkml:brush>
  </inkml:definitions>
  <inkml:trace contextRef="#ctx0" brushRef="#br0">27711 825 7982,'0'-15'11,"0"6"243,0-1 0,-2 7 0,-1-3 728,-2 0 1,1 2-39,4-5 0,0 4-303,0-4 0,-2 6-407,-3-2 1,4 2-153,-4-2 0,-3 3 0,-1-2 0,-2 0-56,1 0 0,-7 2 0,2-3 0,-2 4-231,-3 1 0,-1 0 56,-3 0 76,-3 0 0,5 1 1,-6 4-1,-1 5 1,1 2-139,0 2 1,4 2 244,0 3-32,1-3 1,-1 6 0,2-4 0,1 2 0,4 1 12,1-1 1,2 5 300,0-1-210,-1-3 1,3 5-1,1-3 1,1 0 0,-1 1 138,-2 1 0,1-3 141,2 2-338,-2 0 0,5-1 0,-4 1 0,3 0 0,2 0 14,3-1 0,-3-1-28,1 2 0,0 3 0,5-5 0,0 2-125,0-1 1,0-4 90,0 5 1,5-2 27,0 2 1,6-2-1,-2-5 1,5 2 162,5-1 0,2-3-52,3 0-55,2-1 1,-3 0-1,5 0 1,0 1-1,1-3 139,-1-2 1,1 1-67,-1-7-53,1 8 1,-4-11-1,0 4 1,2-4-1,-2-1 229,2 0 0,2 0 50,4 0-249,-3 0 1,6-6-1,-4-3 1,2-4-1,1-1 294,0 0 0,-2-1 184,-4 1-444,-7 0 1,3-2 0,-6-3 0,-2-3 0,-1-2 217,-2 1 0,-1-1-86,-4-4-198,4 5 0,-7-8 0,4 4 1,-5 0-1,-2 2-81,1 0 1,-2-4-7,3-4 1,-4 3-209,-1-3 1,0 3 0,0 1 0,0-1-245,0-3 1,-4 3 156,-1-3 170,-6 9 1,3-3-1,-8 4 1,-1-3 0,-2 1-342,1 1 0,-2 7-332,1-2 496,-6-3 0,3 6 0,-7-3 0,1 5 0,-2 3-952,-3 2 1,-4 4-620,-5-5 1488,-1 7 1,2-3-1,3 6 1,5 0 0,3 1-1416,1 4 0,2 3 1785,4 6 0,-4 7 0,5 1 0</inkml:trace>
  <inkml:trace contextRef="#ctx0" brushRef="#br0" timeOffset="1">27213 896 8007,'10'-5'2636,"-1"0"-698,-6-6-1599,4 10 0,-6-6-147,4 7 1,-3 7-1,2 2 1,-1 4 379,2 1 1,1 6-394,4 4 0,3 0 0,-4 3 1,4 3 153,1 0 0,2 4-218,3 0 0,-2 0 9,7-1 0,-1-1 0,6 4 0,-1-1 84,1-3 1,-1-2-171,1-2-50,-1 1 0,-4-6 0,-2-1 0,-2-1 0,-2-4 7,-2-1 0,-4-2-17,-2 1 1,2-6-361,-2 1 0,-2-7 0,0 3-1440,-2 0 1068,-1-4-199,-5 4 0,1-6 1,4 0-2300,4 0 3252,-2 0 0,5-12 0,-4-4 0</inkml:trace>
  <inkml:trace contextRef="#ctx0" brushRef="#br0" timeOffset="2">28123 981 7987,'0'-14'4050,"0"-1"-3306,0 8 0,0-1 1,-1 5-215,-4-2 1,2 0-282,-7 5 1,-1 6-17,-8 4 0,2 4 1,-7 5-1,-1 3 97,-2 0 0,-8 5 1,-3-2-1,-3 5 110,-1 4 0,-1-1-240,0-5 1,-4 1-150,-1-1 0,-2 0 1,6-1-1,3-1-7,0-3 0,1-4-7,2 5-37,-3-7 1,16 4 0,-2-7-1,3 0 1,4 1-308,-1-1 1,7-6 89,4-4-306,7 4 1,-5-6-560,4 3-165,2-4 571,-4-1 1,7 0 0,4 0 0,6 0-3210,7 0 3885,4 0 0,4-26 0,1-11 0,3-3 0,0 1 0</inkml:trace>
  <inkml:trace contextRef="#ctx0" brushRef="#br0" timeOffset="3">28066 1351 8089,'-8'0'2289,"0"0"-1088,4 0-298,2 0-121,-4 0-337,6 0-412,6 0 1,-3 0-1,7 0-139,1 0 1,-3 0 102,1 0 0,1 0 0,4 0 169,0 0 0,0 0 14,1 0-127,-1 0 1,2 0 0,1 0 0,2 0 0,0 0 128,1 0 1,-2 0-199,5 0 0,-5 0 1,9 0 0,-5 0 0,0 0 0,-2 0 57,1 0 0,0 0 36,2 0-38,4 0 0,-11 0 0,4 0 0,1 1 0,1 2 146,0 2 0,5 0-108,-3-5 4,3 0 1,3 1 0,1 3-1,2 0 1,-1-1-37,-2-1 1,3-2 45,0 0 1,4 0-138,-9 0 0,4 0 0,-9 0 0,3 0 2,-3 0 0,4 0 82,-3 0-39,-4 0 1,7 0 0,-5 0 0,4 0-1,1 0 30,3 0 11,-5 0 0,2 0 0,-4 0 0,4 0 0,2 0-6,-1 0 0,-1 2-111,-3 2 88,3-2 0,-10 4 0,5-6 1,-1 0-1,-4 0 13,-1 0 0,-2 2 149,0 3-139,0-4 0,1 5 0,-1-6 0,0 0 136,0 0 0,1 0-130,-1 0-31,0 0 1,0 0 0,0 0 0,1 0-35,-1 0 0,-2 2 79,-2 3-153,3-4 1,-10 6-250,6-7 291,-6 0-1294,4 0-2079,-7 0 1147,0 0 2282,-7 0 0,-28-3 0,-13-1 0,-7 0 0,1 0 0</inkml:trace>
  <inkml:trace contextRef="#ctx0" brushRef="#br0" timeOffset="4">28678 1763 7936,'0'-14'-236,"0"-1"1859,0 1 0,0 5-342,0-1 0,0 9-997,0 1 0,0 6 0,0 8 7,0 0 1,-5 1-136,0-1 0,-1 5 0,3 1 0,-4 2 81,-1 4 1,5-1-203,-1-1 0,-3 1 28,2-6 0,-4 5 0,3-4 0,-1 1-275,1-1 1,0-1 11,1-5-131,3 1 1,-4-1 0,5-2-2865,-4-2 2508,3-4 1,-3-6 71,10 0 0,-2-4 0,8-3 0,4-1-143,2-3 1,2-6 757,-5-2 0,26-51 0,-17 32 0,-1-1 0</inkml:trace>
  <inkml:trace contextRef="#ctx0" brushRef="#br0" timeOffset="5">28734 1834 7936,'-6'-21'733,"5"6"-287,-4-4 1,2 4 28,-2 6 0,3-4 0,-2 4 278,2-4 1,4 4-599,2-1 1,0 5-59,5-4 1,5 6 0,5-2-1,0 4 76,2 1 0,-4 0-226,7 0 62,-7 0 1,5 0 0,-4 0 0,1 1 0,-4 4-88,-4 4 0,1-1-249,-8 2 253,7-1 1,-9 1 0,3-1 0,-4 2-1,-1 2 118,0 1 1,-6 0-61,-4 0 3,-2 1 0,-4-6 0,-1 1 0,-2-1 1,0 1-123,-2-1 0,5-4 134,-3 4 1,-1-6 10,1 2 1,0-3 0,5-1 353,-1 4-125,1-3-225,6 4-60,2-6 0,8 0 409,2 0-243,-2 0 1,11 5 0,-6 1-1,3 2 1,-1 3 100,3 2 1,0 1 131,2 0-242,-6 0 1,5 1 0,-5 0 0,1 3 0,-1 1 293,-1-2 1,2 4-235,-4-2 1,-1-1 24,-4-3 1,5-1 0,0 0 71,-2 0 1,-1-4 180,-2-1 485,0-6 381,0 4-757,0-7-775,-7 0 1,6-2-749,-4-3 1,3 2-941,2-6 1905,0 6 0,-6-16 0,-2 3 0</inkml:trace>
  <inkml:trace contextRef="#ctx0" brushRef="#br0" timeOffset="6">27853 1976 7933,'-8'-1'1256,"2"-3"1185,-1 0-1311,6-1 1,-5 3 26,6-2-1616,0 2 544,-7-4-85,6 12 0,-6 2 0,6 6-248,-4 0 0,3 1 136,-2-1 0,2 0 0,2 0 98,0 0 86,0 1 1,2-1-1,2 0 4,6 0 0,3-4-17,1-1 0,5 1 0,1 2 0,2-2 60,4-5 0,2 1 0,4-1 0,1-2 74,-2-2 0,-2-1 102,-5 0-214,2 0 1,-10 0 0,3 0 0,-3 0 0,-2-1 164,0-4-145,-6 3 0,3-5-65,-6 2 0,0 2-181,-5-7-325,0 7 192,-6-10 1,2 10 0,-3-6-1,-1-1-905,0 2 898,5 2-238,-10 0 312,11 4 0,-6-4-91,4 6 582,2 0 1,-4 1 299,6 4 0,0-2 146,0 7-527,0-7 0,-5 10 0,-1-4 0,-1 4 155,1 1 0,-5-1-1285,2-4 0,-4 4-203,-1-4 0,-1 4 1134,1 1 0,-44-6 0,-12-2 0</inkml:trace>
  <inkml:trace contextRef="#ctx0" brushRef="#br0" timeOffset="7">28194 2786 7935,'13'-9'142,"-2"-1"1,-3-1 1223,-2-1-1093,-1-2 1,-7 6 0,-2 3 0,-6 3-1,-3 2 1,-1 0 0,-2 0 509,-3 0 1,4 0-779,-4 0 1,1 2 0,1 1 0,-2 3-28,2 2 0,2-3-37,6 5 1,-4-3-58,4 3 1,2 3-1,3-4 1,2 5-434,2 5 496,0-3 0,2 5 0,2-7 0,8 2 0,3 1 198,4 2 1,2 0-27,-2-5-135,-3 0 1,9 2-1,-6 1 1,-3 2 8,-5-1 1,-5-7 199,-6-2-123,0 1 1,-2-2-1,-2-4 1,-6-2 0,-4-2 76,-5 0 1,-3 0-313,-7 0 112,1 0 0,4 0 1,2 0-1,2-2 0,2-1-192,3-2 1,2-1 99,3 1-936,4 4 799,0-5 0,11 6 104,-1 0 1,9 0 349,6 0 0,-2 0 1,5 0-1,0 0 217,1 0 1,0 0-131,6 0-135,-7-7 1,5 4-1,-4-5 1,6 0-1,2 0 96,3-3 1,3-1-314,-3-3 0,-1-4 85,-5 1 1,-1-6 0,-2 3 0,-4 1-13,-5-1 1,0-2-3,-12 4 106,1 0 0,-5 4 0,-2 3-58,-2 2 1,1 4-131,-7 6 1,1 2 0,-6 2 0,1 6-349,0 2 0,1 3 429,4-1 96,-4 0 1,7 5 0,-5 2 0,3-1-1,0 1 196,0-4 0,5-1 77,-2-2-211,4 0 0,1 0 0,1 1 0,6-1 0,5 0 541,6 0-560,7-6 0,-3-1 0,6-7-139,1 0 1,-1 0-5,1 0 0,-1-7 0,1-2 0,-3-4 108,-2-1 0,-3-7 0,-9-1 0,-1-1 161,-1-1 1,-7 2-138,2-2-5,-4 4 1,-2 1-1,-2 0 1,-4 3-155,-1 5 0,-1 4-122,-5 7-110,-1 0 0,-4 7 1,0 2-938,2 4 923,1 1 0,8 0 165,4 1 0,4-8 0,4 0 0,6-3 97,3 1 0,7 0 90,4-5 0,1 0-1,-1 0 0,3 0 0,-4 0 1,3 0 121,-3 0 0,-2 0-53,-7 0 1,0 0 44,0 0 1,-6 2 71,-3 2 0,-3 4-71,-2 6 1,0 1 101,0-1 0,0 5 0,-2 0 0,-1-2 103,-2-1 0,0-2-130,5 0-392,0 1 1,0-1-1,2-2 1,3-2 25,4-5 1,4-4-119,1-1 0,2 0 139,3 0 1,-3-6-1,3-4 1,-4-2 88,0-2 1,-1-7 219,0-3-60,0 4 1,-4-7 0,-2 5 0,0-2 705,-1 0-657,-3 7-329,2-3 1,-6 13-1,0 7-160,0 8 0,0 6-76,0 5 514,0-3 1,0 9 0,0-4-1,0-1 1,0 1 309,0-4 1,2 4-795,2-2 312,4 0 1,6-5 0,1-1 0,-3-2 9,-2-2 1,2-6-99,-2 2 1,2-5 109,3-5 1,-6-3-1,1-6 1,-1-2 240,-1-3 0,3-3-213,-6-6 29,6-1 1,-10 6-1,4 1 1,-3 1 0,-2 4 225,0 1 0,0 6-106,0 1-826,0 6 64,0-3 0,0 7 223,0 4 0,0-2-79,0 6 1,0 1 205,0 4 1,6-1 163,4-4 1,7-1 18,2-3 1,0-4 0,-5 4 0,0-3 85,1-2 0,-1 0 390,0 0-152,-6 0 1,4 0 406,-2 0-506,-4 0 1,1 1 76,-7 4 1,0 3 0,0 6-108,0 0 0,-5 1 100,0-1-355,0 0 0,7 0 0,3-1 0,4-2-87,4-2 1,1-5-3,0 0 0,2-2 179,3-2 0,-2 0 0,6 0 0,-3-2 2,-3-2 1,4-4 150,-2-6 0,0-1-161,-5 1 0,0 1 0,-1 2 0,-2 4-232,-2 0 97,-5-4 121,2 10 0,-6-4 1,0 10 505,0 4 1,0 4-57,0 1-201,-6 0 1,4 0 0,-3 1 0,2-1-1,0 0 403,-2 0 0,1-4-420,4-1 1,0-4-319,0 4 1,-2-5-1,-1 2 171,-2 0-71,0-4 30,5 4 0,0-12 0,0-4 0,2-2 0,1-4-189,2-3 0,4 1-25,-4-5 1,6 5 50,-1-1 1,-3 4 0,3 0 0,-1 1-374,-1 0 0,5 6 223,-4 3 0,-1 4 379,2 1 1,-1 1 0,4 4 0,-2 5 132,-2 2 0,-4 4-82,5 3 31,-1-3 1,4 0-1,-2-7 1,-2 2-1,2 0-19,2-1 1,1-2-328,0-4 0,5-2 102,0 3 0,2-5 1,-4-4-1,2-2-121,-1-2 0,-3-3 355,0-8-126,-1 3 1,-2-9-1,-2 5 1,-5-1-1,-4 1-1,-1 2 0,-6 2-25,-4 2 1,-2 6 0,-4 4-1,-3 2-102,-5 2 0,-1 2-51,1 2 133,-2-2 1,10 10 0,-3-2-1,3 3 1,3 1-127,4 0 0,1 0-155,3 0 242,4-6 0,-4 5 1,10-5-1,4 0 0,5-2 178,5 0 1,-1-4 51,5 3-59,-5-4 0,2-1 1,-5 0-1,-1 0 1,-2 2 383,-2 3 0,1-2-105,-6 6-128,-1 1 1,-4 4-1,0 2 1,0 3 0,-1 4 691,-4 4 1,-3 2-410,-6-1-420,0 1 0,0-6 0,-1 1 1,1 1-1,0 0 60,0-1 1,-1-3-313,1-7 76,0 0 1,0-6-1,0-2 1,-1-1 0,1 0-199,0-2 1,0-8-118,-1-4 231,1-4 1,5-7-1,1-4 1,2-3-1,2-3-546,3-3 0,2 1 150,4-6 60,3 7 0,11-4 1,2 8-1,-1 3 0,2 7-1022,0 6 1,2 5 1512,4 6 0,32 19 0,8 4 0</inkml:trace>
  <inkml:trace contextRef="#ctx0" brushRef="#br0" timeOffset="8">30753 2758 7894,'0'-9'3602,"0"-1"-3137,0 7 0,-4-2 0,-3 10-36,-1 4 0,4 6 0,-4 2 1,0 3-1,0 3 0,-1 2-273,1 2 1,-3 1-1,4 1 1,-1-3-172,-3-2 1,5 3-18,1-3 1,-1-4 0,1-1-1,0-3-513,-1-2 0,5-4 428,-4-1 1,3-7-55,2-2 1,0-8-728,0-11 647,0-3 0,2-8 0,1-2 1,3-3-1,2-3-146,3-6 0,2 3 163,1-1 280,7-1 1,-6 14 0,6 1-1,0 7 1,2 6 200,4 0 1,-3 9-346,-1 6 395,1 6 1,5 10-1,-4 2 1,-5 2-1,-7 1 173,-5-1 1,-3 1-285,-5-2-89,0-3 1,-2 4-1,-3-7 1,-6-2-1,-6-2 191,-7 2 0,-3-4-772,-1-3 268,0 4 1,-1-6 0,2 3 0,2-4 0,1-1-423,-1 0 1,4 0 229,2 0 25,10 0 1,-4 0 199,4 0 0,9 6 136,5 4 221,6 3 1,4 1-1,4-2 1,4-1-1,2-1 486,3 1 1,-2 2-276,7 1-404,3-6 0,-4-2 0,4-4 0,0 1 0,-1 2 0,0-2 1,-2-3-357,-5-5 257,1-3 0,-5-5 0,-4 1 0,-3-1 0,-5-3 46,-5 1 0,-2-6 301,-5 2-154,0-6 1,0 9 0,0-3 0,-1 3 0,-6 2 180,-7 0 0,-2 6-188,-7 3 1,4 4-69,-5 1 1,5 1 0,-5 4 0,1 4-73,0 4 0,3 1 14,6 1 86,-1-1 1,6 0-1,1 0 1,2 0-1,3 1-272,1-1 0,4-2-13,2-2 1,4 1 136,6-6 1,5 4 0,2-4 0,-1-2-55,1-1 1,3-2 233,-5 0 1,0 0 230,-5 0 0,-5-2 235,1-3 407,-7 4 467,10-6-1111,-12 14 1,6-4-102,-7 6 1,0 1 38,0 4 0,6-1-464,3-4 0,4-2 0,1-7 0,2 0-649,3 0 758,-3 0 1,9 0 0,-4-2-1,-1-3 1,1-4-44,-4-4 1,4-3 43,-3-3 1,6-8 153,-5-6 0,0-1 0,-5 0 0,-1-2 186,-4 0 11,4 1 1,-11 11-1,2 2-294,-2 2-185,-2 7 257,-6 13 1,2 9 0,-5 10 0,-2 4 0,0 0 430,1 1 1,-2-2-53,2 2-91,4 3 1,-5-5 0,6 5-1,2-4 1,1-2 306,2-1 0,0-4-390,0 3-138,0-3 1,8-2-1,5 0 1,6-1-1,1-4-75,1-4 1,4-3-140,-1-2 125,3 0 0,-3-2 0,-1-3 0,2-6 0,1-4-250,-3-4 0,3-5 193,-7 5 38,0-6 1,-7 9 0,-2-3-495,-5 3 196,-4 8 161,-14 2 1,2 6 0,-12 2-1,-3 4 1,1 6-507,1 6 0,4 1 934,6-5-202,-1 0 1,3 0 0,2 2 0,6 2-1,4 1 95,4-2 1,6-3-460,9-4 207,3 2 1,11-5 0,0 2 0,0-4-1,1-4-1165,-1-1 1,0 0 301,-5 0 331,-5-6 1,-3-2 0,-7-8 0,-4-4 638,-4-9 0,-40-16 0,-17-8 0,15 13 0,0-1 0,0 1 0</inkml:trace>
  <inkml:trace contextRef="#ctx0" brushRef="#br0" timeOffset="9">31407 2801 7937,'-7'0'1485,"2"1"-1242,10 4 0,9-2-20,9 7 1,12-6-1126,8 6 0,0-7 902,4 2 0,-10-17 0,2-6 0,2-2 0,0 0 0</inkml:trace>
  <inkml:trace contextRef="#ctx0" brushRef="#br0" timeOffset="10">24284 867 14939,'10'0'162,"-1"0"0,2 0 0,4 0 55,4 0 0,-4 2 1,6 1-1,1 2 1,6-1-1,9 1 53,4 0 1,1 1 0,1-3 0,0 2-86,-1-2 0,1 4-181,0-3 0,-2 1 0,-3-5 0,-5 2-54,-3 2 0,0-2 22,3 3 1,-3-4 0,2-1 0,-5 0-30,-4 0 1,-4 0 0,3 0 0,0 0-33,1 0 0,-6 0 98,2 0 1,1 5 0,1 0 0,0-2 79,-1-2 0,1-1 49,-2 0-104,3 0 0,8 0 0,1 2 0,4 1 1,1 2 99,4-2 0,7-1-66,5-2-24,-3 0 1,7 0 0,-6 0 0,2 1 0,-1 2 7,-2 2 1,-3 0 21,-8-5-76,-4 0 0,-12 0 0,-1 2 0,-2 1 10,0 1 1,0 1-47,-5-5 39,0 0 0,1 0 0,-1 0 0,0 0 1,0 0-18,0 0 0,5 0-34,0 0 47,7 0 0,-11 0 0,4 0 1,-3 0-1,-2 0-138,1 0 0,-1 5 44,0 0-6,0-1 0,0-4 1,2 0-1,2 0 1,1 0-94,-2 0 0,-6 0 91,-2 0-110,1 0 291,4 0 1,-4 0-194,-1 0 533,-6 0 1,2 0 320,-10 0-972,4 0 111,-6 0 1,3-6-1,-3-2 1,-1-1 0,-1-1-762,1-1 1,-5 0-104,4 2 600,3-4 1,-7 5 191,4-6 1,1 4 90,-2 1-601,7 6 295,-3-4 239,6 7 232,0 7 0,0 1 0,0 6 0,0 0-316,0 0 1,-11 0-1069,-4 1 553,-8-1 771,1 6 0,-46-12 0,-19-6 0,25 2 0,-1 0 0,1 1 0</inkml:trace>
  <inkml:trace contextRef="#ctx0" brushRef="#br0" timeOffset="11">23773 1493 7891,'4'-14'1095,"1"-1"2632,-2 1-3385,-1 6 0,-4 8 0,-1 10 1,-3 4-49,-2 5 1,-2-2-1,-4 5 1,0 0 69,0 1 0,-1-4-237,1 4 0,3-1 0,0 4 0,-2-4-21,2-2 1,2-1-554,-1-5 0,3 1-963,2-1 838,3-6 197,-4-2 0,7-9 0,3-5 0,2-8 0,2-4-931,3-6 0,2-2 1314,1-5 1,2 1 22,3-6 0,-4 7 0,4-2 0,-3 3 76,-2 1 1,1 5 984,-1 1-855,0 12 0,0-2 0,0 13 0,1 0 0,-1 2 629,0 2 0,-1 6-149,-4 9-439,4 3 1,-10 6-1,5 1 1,-2-1-1,-3 1 265,-1-1 1,-2-4-177,0-1-358,0 1 1,0 0-1,0-2 1,0-2-1,0-2 271,0-2-2315,0-2 986,0-6 0,-2 3 1,-2-6 1048,-6-2 0,-47-46 0,22 15 0,1 1 0</inkml:trace>
  <inkml:trace contextRef="#ctx0" brushRef="#br0" timeOffset="12">23673 1621 8834,'0'-8'4909,"0"1"-4406,0 7 0,6 0-173,4 0 0,2 0-535,3 0 1,5 0-1,4 0 1,3 0-802,1 0 0,5 0 536,1 0 1,-1 0-1,-5 0 1,-1 0-856,-3 0 1,1 0 410,-6 0 637,0-6 1,-7 3 1199,-2-6-727,-4 5 2606,-6-2-496,0 6-1484,0 0-525,0 6 0,0 2 0,0 6 0,0 1 0,0-1 483,0 0 1,0 5-533,0 0-166,0 0 0,0-3 0,0 1 1,0 2-15,0-2 1,-4-1-485,-1-2 540,0-6 0,5 0 0,-2-5 321,-2 2 0,2-6-571,-3-9 125,4-3 1,1-2-1,1-4 1,4-5 0,5-3-358,2-1 0,3-1 67,-1 1 58,0 6 0,2 1 0,1 7 0,2 0 0,-2 1-989,-1 4 1,-2-2 200,1 6 193,-1 0 0,0 7 1,-1 2-1,-2 6 828,-2 3 0,-12 39 0,2 9 0</inkml:trace>
  <inkml:trace contextRef="#ctx0" brushRef="#br0" timeOffset="13">24398 1635 7924,'0'-14'1370,"-6"-1"1,4 6 1739,-3 0-1106,4 5-1629,1-2-310,0 19 1,0-4 0,0 10 0,0-2 155,0 2 1,-5-3-238,0 3-18,1 3 0,4-6 0,0 3 0,0-3 0,0-2-157,0 0 0,-5 0 178,0 1 134,0-7 0,5 4 849,0-2 0,0-6-100,0-4-870,0-6 1,0-8 0,0-2 0,0-3 0,2-5-161,3-2 0,-2-3-574,6 1 525,1-1 1,-1 6 0,-1 1-1,0 1 1,0 4-694,3 1 0,2 8-183,1 3 573,0 4 1,0 1-1,1 0 1,-1 1 0,0 4-1002,0 4 0,0 4 1513,1 1 0,-7 32 0,-2 8 0</inkml:trace>
  <inkml:trace contextRef="#ctx0" brushRef="#br0" timeOffset="14">24754 1663 7934,'0'-14'2440,"0"0"1,0 4-1466,0 1 562,0 6-1431,0-4-83,0 7 0,-5 7 99,0 2 0,0 4 0,4 3 0,-2 1 365,-2 2-465,0 6 0,0-4 0,-1 3 0,0-4 0,-1-1-63,4 0 1,-3 0 169,1-5-240,0 0 1,5-4 0,-1-2-1,-2 0-860,-2 0-1216,0-5 1604,5 3 0,2-12 0,3-4 583,4-2 0,3-30 0,1-13 0,2-3 0,0-1 0</inkml:trace>
  <inkml:trace contextRef="#ctx0" brushRef="#br0" timeOffset="15">24711 1479 7953,'0'-15'0,"0"6"4161,0-1-2435,6 7 0,-4-9-1627,3 2-5253,-4 4 5154,5-1 0,9 52 0,7 10 0</inkml:trace>
  <inkml:trace contextRef="#ctx0" brushRef="#br0" timeOffset="16">24853 1692 16748,'2'14'-18,"1"0"0,2 0-114,-2 1 1,3-1 0,-1 0 0,-1 0-656,3 0 375,-6 1 0,12-1 0,-3 0 380,2 0 316,-4-6 1,0-1 0,-3-7 0,3-2-1,1-3 301,1-4 1,-1-10-196,5-5-401,0-3 0,-1 0 1,-2 2-1,-1 3 0,1 1-19,1 4 0,-2 1 156,-1 2-2017,-6 6 496,4-4 0,-3 12 305,1 0 801,0 0 1,-3 12 0,2-2 0,4 2 0,2 3-449,-1-1 0,2 0 272,8 0 363,-3-6 1,4 3 0,-4-6 0,2-2 0,1-1 415,-2-2 1,-1 0-112,-2 0 543,0 0 0,-4 0 1,-2-2 2578,-2-3-2276,-1-3-716,-5-6 0,-2 5 1,-3 1-332,-4 1 1,-5 3-613,-5 4 484,3 0 0,-6 0 0,4 1 1,-1 2-1,2 4-462,1 1 1,2-4-534,0 6 723,0-7 0,1 10 0,2-5 0,3 1-245,2 1 1,1-6 587,5 6 160,6-7 1,2 5-1,6-5 1,1 2 0,-1-2 643,0-2 1,-4-1-221,-1 0 166,0 0 1,6 0 33,-1 0 1,-5 0-135,1 0-1016,-7 0 0,5 0 274,-3 0 0,-2 5 224,6 0-49,1 0 1,4 1 0,0 2 0,0 0 77,1-3 0,4-2 217,0 1-230,6-2 0,-9 4 1,4-7-1,-1-2 0,2-4 250,1-1 1,-5-3-168,2-8-165,-3 4 1,0-14-1,1 2 1,0-4-1,-2-2-310,-4-2 0,-8 0 69,2-3 107,-4 3 1,-1 13 0,0 3-12,0 4 0,-1 7-852,-4 3 734,3 3 0,-10 9 0,2 2 0,-2 5 1,-1 5 47,3 5 1,-2 1 1254,2-1-921,4 3 0,0-7 0,6 6 0,0-4 0,0-2 169,0-2 0,6-3-392,4 0-117,2-1 0,4 0 1,1-1-1,4-4 0,-1-3-1385,1 1 0,3-6 297,-5 4 1298,0-3 0,-18-15 0,-2-3 0</inkml:trace>
  <inkml:trace contextRef="#ctx0" brushRef="#br0" timeOffset="17">24654 2204 7887,'-8'-8'4018,"2"8"-3445,6 9 0,-5 4 0,0 1 1,2 2 590,2 3-1071,1-3 1,0 9-1,-2-6 1,-1 0-1,-2 0 1,2 0-1,1-2 14,2-1-290,0-2 1,0-8-238,0-6 0,0-11 84,0-8 0,0-8 0,2 1 0,3-8-244,4-2 0,9 3 193,0-5 267,1 6 1,0-1 0,2 8 0,-1 4 0,1 4 117,-4 4 1,-1 7 189,-2-3 45,1 5 0,-3 4-171,-2 10 1,-4 3-189,-6 1 118,0-6 1,0 4 0,-2-4-1,-2 2 1,-6-1-81,-2 2 0,-3-4-343,1-3 232,-6 4 0,2-6 1,-4 4-1,2-1-141,2 0 1,2 1 70,2-1 87,0-4 0,5 7 490,-1-3-162,7 3 75,3 6 1,3-5 0,7 1 0,1-1-1,1 1 352,2-1 1,2-4-214,3 5-500,-3-7 0,9 5 0,-4-5 0,-1 2 0,2-2-286,1-2 1,-1-2 188,1-4 0,3 2 67,-7-7 0,4 1 0,-2-5 0,-1-1-20,1 1 1,-2 0 339,-5 0-133,0 0 0,1-1 1,-3 1 814,-2 0-435,2 6-240,-4 2 0,2 6 0,-1 0 178,2 0 0,-3 4-139,2 1 0,-6 0 0,4-4-36,-1 4 0,-1-3-272,-1 3 361,-4-4 305,5-1-422,-6 0-256,0 0 1,-6 2-346,-3 2 1,-4 0 255,-1 5 168,0-6 0,-1 8 1,1-4-1,0 0 0,0 3-45,0-2 0,-1 3-236,1-6 210,6 6 1,-3-8-1,5 5 1,0 0-658,-1 0 721,2-5 28,5 3 0,7-6 1,2 0-1,4 0 1,1 0 525,0 0-423,1-6 1,-3 3-1,-1-5 1,-1 1 0,-1 3 373,-1-3-223,5 6 0,-10-6-452,6 7 0,-4 0-187,5 0 556,-7 0 0,8 7 117,-6 2 1,6 4-214,-2 1-30,4-6 1,-2 3 0,1-5 0,6 1 0,1-1-20,1-3 1,4-1 82,-5-2-28,6 0 0,-7-2 0,4-3 0,-2-4 0,-2-5 135,-3-5 1,0-3-126,-1-7 1,-5 1 0,-1-1 0,0 1 206,0-1 1,-5 6 15,2-1-167,-3 7 0,-2 1-948,0 6 1,-2 9 65,-3 1 759,4 6 1,-7 15 0,5 2 0,-4 4 0,1 0 560,0-3 0,-1 3-154,3-4-269,2-2 1,-4 4 0,6-6 0,0-2 0,0-1 360,0-2 1,0 1-363,0-1-60,0-6 0,6 3 0,3-6 0,6-2 18,4-2 1,-2-1-203,7 0 143,-7-6 0,8-2 1,-4-6-1,-1 0 1,1-1 26,-4 1 1,-1-5-32,-2 0-103,1 7 0,-6-1 0,-1 4-1282,-2-4 904,-1 5 75,-5 2 1,-2 6 0,-2 1-1,-4 4 1,-2 5-283,1 2 1,1 2 329,-2 1 540,4-1 0,6 0 1,0 0-1,0 0 1,0 1 256,0-1 1,6 0 67,4 0-480,3 1 1,6-6 0,1-1 0,2-2 0,2-3-340,-2-1 1,5-4-1493,-3-2 830,-4-4 942,7-6 0,-20-26 0,-5-10 0,5-5 0,-1 1 0</inkml:trace>
  <inkml:trace contextRef="#ctx0" brushRef="#br0" timeOffset="18">25464 2161 7912,'-14'0'75,"0"5"584,0-1 1,4 1 1707,1-5-1440,6 6-674,3-4 1,9 4 0,12-6 0,7 0 0,8 0 491,6 0 1,0-4-1984,1-1 855,-7 0 1,4 0 0,-7-1 382,-2-2 0,-1-1 0,-1-6 0</inkml:trace>
  <inkml:trace contextRef="#ctx0" brushRef="#br0" timeOffset="19">3768 4905 8311,'-9'8'-158,"-1"-4"241,-1-2 80,5-2 1,-7 0 0,5-2 0,-1-1 0,-1-2 252,-1 2 54,5 2-181,0 1 0,7 0-215,4 0 0,4 0 0,9 0 1,2 0 25,2 0 1,2 0 104,5 0-252,-7 0 0,0 0 1,-5 0-1,2-2 1,-1-1 16,-3-2 1,-5 0-54,-1 5-17,-6 0 0,2 0-6,-10 0 0,-4 0-230,-10 0 240,3 7 0,-11-4 1,4 5-1,-4 0 1,-2-2-8,1 0 0,-1 4-21,1-5 196,6 6 1,1-8 0,9 6 0,1 1 350,1-2 0,9 3-85,1-7-80,12 1 1,10-5-1,8 0 1,2 0 0,3 0 460,1 0 1,0-1-369,2-4-247,-3 3 1,-3-6 0,-4 5 0,-6-2 0,-4 2-8,-4 2-455,-6 1 218,-2 0 1,-8 0-1,-2 0 1,-7 0-1,-7 0-1214,-5 0 1,-4 4 272,-2 1 438,7 6 1,-3-4 0,8 4 642,4-2 0,11-12 0,10 1 0</inkml:trace>
  <inkml:trace contextRef="#ctx0" brushRef="#br0" timeOffset="20">3612 6341 8211,'-2'-15'-13,"-1"1"210,-2 0 1,1 0 55,4-1 0,-5 6 1,-2 1-1,1 0 0,-2 2 881,0 0-346,-1-6-323,1 11-341,2-5 1,12 6 0,5 0 0,6 0 0,9 0 534,5 0 0,1 0-391,6 0-144,0 0 0,3 0 0,-3 0 0,-5 0 0,-3 0-80,-2 0 0,-1 0-143,-3 0-776,-4 0-167,-12 0 1,-1 1 256,-7 4 574,-7-4 0,-1 7 0,-7-4 1,-4 2-1,-5 2-297,-3 3 0,-6-3 510,0 1 42,0 1 0,4 2 0,1-2 0,1-4 0,3-1 426,5 0 1,3 4 746,2-4-715,6 0 0,0-5 0,7 0 260,1 0 0,3 0-194,11 0-280,0 0 0,9 0 0,3 0 1,8 0-1,0 0 562,1 0 0,3-2-143,-5-3-382,7 4 0,-12-6 1,2 7-1,-6 0 475,-4 0-571,-1-6 12,-11 4 29,-2-4 1,-7 6-121,-4 0-153,-3 6 0,-1-4 0,-1 3-330,-1-4 0,3 4-1673,-1 0 304,6 0 0,-5-5-3809,3 0 5511,4 0 0,32-19 0,16-5 0</inkml:trace>
  <inkml:trace contextRef="#ctx0" brushRef="#br0" timeOffset="21">20701 682 7917,'15'0'273,"-3"-1"1706,-2-4-1262,-4 3 1,-6-2-241,0 8 1,-1 0-224,-4 5 1,3-4-1,-3 4 1,2 2-1,0 2 171,-2 1 0,-4 0-180,4 1 1,-1-1-205,1 0 0,2 0 0,-5 1 0,2-1-29,3 0 0,-4 5-329,3 0 273,-1 0 1,0-5-1,0 0 1,2 2-1,0 1-15,-2 2 0,4 0-89,-4-4 92,3-1 0,2 0 0,2 0 1,3-1 140,4-4 1,5-2 448,5-7-309,-3 6 0,11-4 0,-3 2 0,3-2 0,1-2 319,0 0 1,-1-2-228,-3-2 76,3 2 0,-11-4 273,3 6-341,-10 0-273,-3 0 1,-6-2-696,0-3 1,-1 4-2491,-4-4 1303,3 3 0,-10 2 1830,2 0 0,-9 7 0,-3 1 0</inkml:trace>
  <inkml:trace contextRef="#ctx0" brushRef="#br0" timeOffset="22">21199 1038 7917,'0'-10'2105,"0"1"-1606,0 6 0,-1-4 813,-4 7-1082,3 7 0,-6-4 0,5 6 1,-2 2-1,1 0-363,-3-1 1,6-2-37,-4-3-51,3-4 0,4 5 83,3-6 201,-4 0 0,10-1 0,-4-2 0,-1-4 658,0-1 1,-1 4-211,-5-6-1011,6 7 0,-4-5-2284,3 3 1748,-4 4 424,-7-5 0,4 7 1,-2 4-1,1 3 611,-2 0 0,3 36 0,-4 3 0</inkml:trace>
  <inkml:trace contextRef="#ctx0" brushRef="#br0" timeOffset="23">21427 810 7917,'7'-6'426,"5"3"0,-8-7 2342,-1-1-1487,-1 5 0,-4 0-694,-2 6 1,1 1-1,-9 4 1,-2 4-260,-3 4 1,-4 3-281,2 3 1,-1-2 7,-4 7 1,-1-2 0,4 3 0,1-3-76,-1-1 1,2 3-912,5-5 187,-6 6 1,8-9 0,-2 3-2936,2-4 2723,5-7 233,1-1 0,8-7 1,2-2 721,6-3 0,5-32 0,1-16 0,3-5 0,0-1 0</inkml:trace>
  <inkml:trace contextRef="#ctx0" brushRef="#br0" timeOffset="24">21213 839 7917,'-4'-14'-442,"-1"-1"1,0 6 3605,5-1-1380,0 7 885,0-9-1965,0 10-512,0-4 1,2 12-1,2 3 1,6 4 453,3 1 1,1 5-95,0 0-425,0 7 1,5-4 0,0 6 0,-2 1 0,-1-3-117,-2-2 0,1 1 68,-1-6-281,0 7 1,-1-11 0,-2 4 0,-3-3 0,-2-2-2271,-3 1 1445,-1-8-2258,-2 0-153,0-7 3438,0 0 0,-7-26 0,0-5 0</inkml:trace>
  <inkml:trace contextRef="#ctx0" brushRef="#br0" timeOffset="25">21810 896 7917,'10'-10'0,"-1"1"1723,-5-1-1191,2-4 1,-6 5 608,0-1 0,-2 7 1,-2-2 13,-6 4 1,-9 7-895,-5 3 0,2 4 0,-1 1 0,-3 0-42,-1 1 0,4 4 90,-1 0-319,7-1 0,-4-3 0,7 1 0,0-1 0,1 1-693,4-3 1,-2-2 237,6 3 1,3-5 0,10-1-1,8-1-325,4-4 0,4-3 180,5-5 390,-1 4 0,0-12 0,-1 3 1,-1-2-1,-4-1-35,-2 4 0,-1-4 150,-5 4 229,-6-10 0,3 3 1,-6-3-1,-2 3 1,-1 2 1446,-2 0-1070,0-1-334,0 8 0,-2 0 0,-2 9 0,-4 4 28,0 8 1,0 2 578,3 8-532,4 0 1,-6-1 0,7 1 0,0 0 0,0-2 348,0-3 0,7-4-823,2 0 9,4-1 0,7-5 0,2-1 0,2-1 0,0-6-557,1-4 0,2-5 310,1-6-117,-6 6 0,-1-5 0,-8 4 1,-2-2-1,-2 1-3299,2 6 3886,-5-4 0,26 0 0,0-6 0</inkml:trace>
  <inkml:trace contextRef="#ctx0" brushRef="#br0" timeOffset="26">18441 2829 7837,'5'-14'-917,"-1"0"5264,-1-1-1391,5 8-2460,-6 0 0,4 14 1,-6 2-77,0 4 1,0 1-297,0 0 0,-4 5 1,-1 2-1,0-1-49,-1 1 1,3 2-32,-7-4-54,7 7 0,-5-6 0,5 5 0,-3-3 1,-1 1-142,1-1 0,-4-3 77,6 4 0,-3-5 5,3 1 1,2-8 0,-3-2 3,4 2 325,1 2-214,12-5 0,-1-2 0,13-6 0,1 0 0,2-1 451,2-4-440,-1 3 0,1-6 0,-1 5-59,0-2 1,-5-1 0,-4 3-176,-4-2-182,0 0-927,-8 5 1,0-1-3388,-7-4 3201,0 4 973,0-6 499,-7 7 0,6-12 0,-5-4 0</inkml:trace>
  <inkml:trace contextRef="#ctx0" brushRef="#br0" timeOffset="27">18839 3057 7837,'6'-15'495,"-4"1"573,3 0 1,-4 4 0,-1 1 433,0-2 1,0 3-431,0-2 1075,0 7-748,0-9-1083,-6 10-324,-2-4 0,-11 12 1,0 4-1,2 2 1,-1 2-247,-1 1 1,4 0 316,-4 4-464,-4-3 1,8 9 0,-3-4 0,6 0 0,4-1-363,1-3 1,3-1-192,4-2 742,0-6 1,6 3 0,5-6-1,5-2 1,4-1 8,3-2 0,-1-6 188,1-4 75,4-3 1,-11-1 0,3 0 0,-3 0 0,-4 0 983,-2-1-805,2 1 1,-8-5 797,5 0-638,-6 0 1,2 7 48,-10 2-523,4 4 0,-10 7 0,6 6 0,0 5 0,0 6 892,1-1-691,-1-1 0,5 0 1,0 1-1,0 2 0,0-2-56,0-1 0,5-2 22,-1 1-430,7-7 0,-1 4 0,7-4 0,2 0 0,-1-3-1783,-3-4 1,1-1-919,3 0 1251,-3 0 1788,5 0 0,-58-31 0,-12-9 0</inkml:trace>
  <inkml:trace contextRef="#ctx0" brushRef="#br0" timeOffset="28">18228 3540 7847,'0'-10'2634,"0"1"0,0 4-798,0-4-394,-7 6-1184,6-4 1,-4 7 0,10 0-1,6 0 1,5 0 917,2 0-1076,8 0 0,1 0 1,9 0-1,3 0 1,9 2 5,6 3 0,-1-4-45,9 4-87,-10-4 0,3-1 1,-4 0-1,-1 0 1,-4 0-399,-6 0 208,-6 0 1,-11 0 0,-4 0-1,-4 0-2750,0 0 2038,-8 0 281,0 0 0,-9 0 0,-3 0 0,-2 2-967,-1 3 0,-5-2 1035,4 6 0,-4-5 579,-1 0 0,-26 11 0,-6 0 0</inkml:trace>
  <inkml:trace contextRef="#ctx0" brushRef="#br0" timeOffset="29">18654 3710 7866,'-8'0'2881,"0"0"-303,4 0-1854,2 0 1,-6 0-435,3 0 0,4 2 0,-4 3 0,3 4 328,2 4 0,-4 3-231,-1 3-271,0-4 0,1 12 0,-1-3 1,2 3-1,-1 0 40,0-4 1,2 4-41,-3-3-138,-3-4 1,7 1 0,-4-7 0,4 0-238,1 1 186,-7-7 96,6-2 0,-6-8-209,7-2 0,0-6 0,0-7 0,0-4-307,0-1 1,0-2 0,0-6 0,2-1 11,3-2 0,1-1 92,3 6 359,4 0 0,-5 4 1,8 2-1,1 1 1,2 4 302,-1 1 1,2 3-198,-1 4 167,6-4 1,-9 12-1,3-4 1,-2 3-1,-1 4 183,-2 3 0,2-2-548,-11 6 1,4 1 121,-4 4 0,0 0 0,-5 0 0,0 1-110,0-1 1,-6 0-287,-4 0 209,-2 1 1,-3-1-1,1-2 1,-2-1 0,-1-1-466,-2 1 0,-5-3 431,5 1 0,-1-5 179,1 0 0,3-2 1,-3-2-14,3 0 4,2 0 197,6 0 1,3 0 0,12 0 0,5 0 510,6 0 0,2 0-235,-1 0 0,2 1 1,2 4-1,-2 3 261,0 0 1,-6 5 30,4-4-535,-3 4 1,-2 3-1,-1 1 1,-2 2-1,-3-2 386,-2-1 0,4-2-301,-6 0 1,1 1 300,-5-1 1,0-5 260,0 1-180,0-7 1,-1 3-673,-4-6 0,2-1-122,-7-4-1194,7 3 1,-5-5-1,5 2-4751,-2-5 6093,1 4 0,-9-45 0,-3-4 0</inkml:trace>
  <inkml:trace contextRef="#ctx0" brushRef="#br0" timeOffset="30">17687 3412 7902,'15'-14'340,"-1"0"339,0-1 1060,-6 1 1,-2 5-273,-6-1 0,-1 7-1415,-4-2 0,-5 5 0,-7 5 0,-4 4 0,-1 4 0,-3 1-93,-2 1-115,-1-1 1,-1 5 0,1 0-1,-2-2 1,-2-3-431,-1-4 0,-5 2 153,5-2 265,0-4 0,4 2 0,1-5 0,1 2 0,3-3-76,5-6 0,5 0 305,5-11-45,-4 4 1,12-11 0,-4 3 0,3-6 0,4-5 17,3-3 1,-2 1 359,6 9-230,-6-4 1,4 16 0,-7-4-339,0 3 0,0 12-169,0 5 402,0 12 1,-7 5 0,-2 6 0,-4 1-1,1-1 153,2 1 1,-1-1-115,6 1 44,1-1 0,4-1 0,0-2 1,0-3-1,3-1 231,6-4 0,2-3-409,13-4-37,-7-4 0,10-6 0,-5 0 0,2 0 0,-2 0-556,-1 0 0,-2-1-1531,-5-4 354,0 3 1806,0-4 0,-63 12 0,-15 2 0</inkml:trace>
  <inkml:trace contextRef="#ctx0" brushRef="#br0" timeOffset="31">13493 3170 9019,'6'-8'1089,"4"4"0,3 2-634,1 2 1,0-2 0,2-1-1,3-1 1,4 0 0,4 3-218,2 1 0,4 0 0,0-2 0,-1-1-183,-2-2-235,-2 1 1,-1 4 0,-3 0 0,-5 0-1811,-4 0 256,-7 0 1,-3 0 1733,-10 0 0,-53-7 0,-20-1 0</inkml:trace>
  <inkml:trace contextRef="#ctx0" brushRef="#br0" timeOffset="32">13721 3156 8596,'7'0'4654,"0"0"-3664,-7 0-660,0 0 0,5 2 1,-1 2-1,-1 6 132,-1 2 1,-2 3-132,0-1-284,0 6 1,0 3-1,0 5 1,0 0-1,0 1-256,0-1 0,0 1-129,0-1 1,0-1 235,0-3 0,0-4 0,0-6 0,0 1-149,0-1 1,2-1-3720,2-4 1956,-2-3 2014,4-6 0,-6-50 0,0-13 0</inkml:trace>
  <inkml:trace contextRef="#ctx0" brushRef="#br0" timeOffset="33">13905 3384 7942,'7'-15'5086,"-6"7"-3869,6-4-367,-7 10 1,0-3 166,0 10 1,0 3-395,0 6-526,0 1 1,0-1 0,0 0-1,0 2 1,0 1-536,0 2 0,0 0 280,0-5-47,0-6 0,0 5 1,0-4-983,0 4 709,0-5 173,0-2 1,0-19-1,0-4 1,1-5 43,4-2 0,3-4 80,6-5 271,0 0 1,7 9-1,2 0 1,3 0-1,-1 2-41,-1 3 0,-2 10-472,2 4 166,2 4 0,-10 1 0,2 1 0,-7 4 0,-7 4-1498,-2 4 0,-2 6 1755,0 0 0,-13 19 0,-2 0 0</inkml:trace>
  <inkml:trace contextRef="#ctx0" brushRef="#br0" timeOffset="34">14332 3384 7942,'-6'-15'556,"-4"1"0,2 0 830,-1 0 1,-1 6-841,-4 3 1,-2-1-1,-1 1 1,-2 3 258,2 6 1,-1-1-86,-1 6-642,10 1 0,-10 5 0,9 3 0,-1 1 0,2 0-715,4 1 1,3-4 416,2 3-181,0-3 1,7-2-1,2-1 1,4-2 0,3-3-1019,3-2 0,-2-1 646,7-5 616,-7 0 1,8-2 0,-6-3 0,-1-3 0,-3-1 313,0 0 1,-6 1 1091,1-2-569,-7-3 0,8 10 789,-6-6-768,-1 6-349,-4-4 1,0 9 0,0 3 276,0 4-390,0 4-313,7 1 0,1-1 1,6-4-1,2-4 0,1-4-575,2-1 1,1 0 245,-1 0 183,4-6 0,0-2 0,1-8 0,1-3 1,2-4-471,1-4 0,-5-6 60,-4 0 718,-4-7 0,-7 5 0,-3-3 0,-3 7 0,-4 6 132,-3 6 0,-3 4 474,-6 6-523,6 3 0,-9 7 0,3 6 0,-2 5 0,2 7 384,4 3 0,-1 3 90,6 9-338,-6-4 0,10 9 0,-4-4 1,3 0-1,2 1 666,0 0 0,0 1-316,0 1-532,0 3 0,7-10 0,1 6 0,1-3 0,-1-2-44,-2-2 1,4-2-137,-5 1 22,-1-7 0,-4-2 0,0-5 1,0-1-757,0 0 1,-6-1-2,-4-4 581,-2-2 1,-2-7 0,-2-2-1,-2-3 1,-1-4-388,2-4 0,1-3 408,2-3 65,0-3 0,4-5 0,3 2 0,0 1 1,6-1-284,4-2 1,5 0 29,6 4 343,6-4 0,4 6 1,9-4-1,5 1 1,5-1 32,4-2 1,-1 4-61,6-1-22,0 6 1,4-8 0,-6 4-1,-7-1 1,-10 4 12,-8 4 0,-4 0-22,-7 1 199,-6 0 1,-3 5 0,-10-1 0,-5 1 0,-2-1 136,-2 1 1,-2 5 16,-3 0-152,3 2 1,-4 2-1,5 0 1,1 0-1,0 0 268,0 0 0,1 6-115,4 4-128,-4 3 1,7 2-1,-4 3 1,4 2-1,1 2 647,0 4 0,1 1-190,4 1-365,0 0 1,0 2 0,0 2 0,0 1 0,0 0 236,0 2 0,1-5-133,4 3-257,-4-3 0,7-1 0,-4-1 0,2 1 0,0-3 156,0-2 1,-1 1-580,-5-6 213,0 0 1,0-4 0,-1-3 0,-4-2-384,-5-6 0,3-2 72,-3-2 214,1 0 0,-6-2 1,3-2-1,1-7 1,1-5-512,-1-3 0,5-6 176,1 1 360,-3-3 1,8-3 0,-1-2-1,5-1 1,4 3-150,3 5 1,7 0 58,1 6 298,6-7 1,-8 15 0,7-3 0,0 3 0,-1 2 283,1-1 0,-2 7-250,2-2 121,-4 4 0,-10 2 1,-1 4-1,1 4 250,-2 4 0,-2 1 323,-6 1-494,0-1 1,0 0 0,0 0 0,0 0 79,0 1 0,0-1-358,0 0 49,6-6 0,-2 3 0,3-5 0,1 1 1,0-1-239,3-3 1,2-1-14,1-2 104,0 0 0,1-7 1,-1-4-1,0-4 1,0-6-328,0-1 0,1-2 151,-1-4 283,0-1 1,0 2 0,1 2 0,-1 5 0,-2 2 199,-2 6 207,2 1-238,-4 3 0,7 3 0,-3 10 0,-1 6 258,-1 6 0,-2-1 50,1 3-351,4 3 1,-10-6-1,6 3 1,2-3 0,1-2-128,-3 0 0,4-1-479,-4-4 24,-3-3 512,7 1 1,-11-7-44,2 0 77,-2 0 1,-2-13 0,-2 5-1,-1-1 253,-1-1 1,-8 5-173,3-4-153,-4 6 1,-1-5-1,0 5 1,0-2-16,-1 2-505,1 1 329,0 2 0,5 0 0,-1 2 0,-1 1-333,-2 2 1,4 1 111,-1-1 267,7-4 1,-8 7-1,5-5 119,-2 2 0,3 5-76,-4-6 255,6 8 0,-8-9 1,6 6-1,2 2 350,1 2 0,2 1-84,0 0-340,6 0 0,2-4 0,8-1 0,3 1 0,5-2-468,3-3 1,1-2-388,0 1 452,1-2 0,-5 4 0,-2-7 1,0-4-1,-2-3-2605,1 0 2946,-2-4 0,-43-59 0,8 24 0,-1 0 0</inkml:trace>
  <inkml:trace contextRef="#ctx0" brushRef="#br0" timeOffset="35">15114 3412 8868,'-8'-8'3338,"2"-5"-4351,6 12 1013,0-5 0,0 50 0,0 11 0</inkml:trace>
  <inkml:trace contextRef="#ctx0" brushRef="#br0" timeOffset="36">14176 4279 7813,'-10'0'2141,"1"0"1,4 0-1281,-5 0 1,7 2-169,-2 2 1,4 0-454,1 5 0,0 1 1,0 4-1,0 0 0,0 0 1,0 0 520,0 1-668,0-1 0,0 2 0,0 1 0,0 2 0,1-2-20,4-1 1,-3-2-13,3 1-461,-4-1 0,1 0 1,2-1-222,6-4 0,-2-3-36,1-6 496,1 0 1,4-4-1,0-3 1,2 0-1,1-5-148,2 0 0,0-7 385,-5 0-23,1 0 0,-1 5 0,0 0 0,-1-1 0,-2 3 219,-2 2 1,-4-1 246,5 6-365,-7 1 1,5 4-1,-4 0 477,6 0 1,-4 1-147,-1 4-225,-4 3 1,4 6-1,0 0 1,-2 1 238,-1-1 0,-2 0-167,0 0-906,0-6 0,0 5-470,0-4-92,6-2 847,-4-1 1,5-12-1,-3-4 1,2-3-1,2-2-578,3-4 0,0 3 279,-2-3 477,4 9 1,-5-2 0,6 4 0,0-2 425,1 1 0,-6 6-199,1-2 110,-1 3 0,1 4 1,-3 3-1,1 3 1,-1 1 517,-1 1 0,0-1-171,-1 5-294,-3 1 1,4-1 0,-4-2 0,1-1-186,1-1-1079,7-1 745,-3-1 0,7-1 0,-1-9 0,0-3-497,0-4 0,0-5-123,1-5 608,5-3 0,-4-7 0,1-1 0,-4-2 0,-5-1-151,-2 2 1,4 5 65,-6 3 880,1 5-185,-5-2 0,-1 14-184,-4 6 126,3 6 0,-4 10 0,4 1 0,-1 4 0,-1 1 817,0 3 1,3-3 149,1 2-1021,0-1 1,0 1 0,0-2 0,0-1-1,1-2-97,4 1 0,-3-4-1486,2 3-262,4-9 1,-5 2-788,7-2 1,-5-4 1356,4-1 642,-6-10 387,4-9 0,-29-24 0,-13-10 0,-1-5 0,1-1 0</inkml:trace>
  <inkml:trace contextRef="#ctx0" brushRef="#br0" timeOffset="37">14744 4336 7813,'14'13'-443,"1"-4"1,-1-3 1524,0-6 1,-4 5-429,-1 0 0,5 0-2,5-5 1,0 0-1,-3 0 1,1 0 499,2 0 0,7 0-928,-3 0-194,4 0 0,-3-2 1,0-1-1,-1-3 0,-1-2-171,-3-3 0,-3 3-16,-2-2 94,1 1 0,-6-1 0,-1 1 0,-2-2-763,-3-2 538,-1 5 291,-2-4 1,-2 10-1,-2-3-111,-6 4 0,-2 7 131,-3 4 1,7 2 1,-4 2 0,4 1 0,0 0 0,2 3 273,-1 1 0,6 0 338,-4-5-503,3 6 0,2-4 0,2 3 0,3-3 18,4-2 0,4-4-551,1-1 294,0-6 1,1 4-1,-1-7 1,0 0-1,0-2-232,0-3 0,1-1 49,-1-4 216,-6-2 0,3 9 0,-5-5 0,0 0 107,1 0 10,4 5 339,-10-3 0,7 7 0,-5 4 330,2 4 0,0-1-189,-5 2-320,0-1 1,5 5-1,-1 1 288,0-1-1122,-3 0 243,-1-6 0,2-2-162,2-6 1,3-1 199,2-4 176,4-3 0,-10-6 1,5 0-1,0-1-121,0 1 0,-3 2 55,4 2 279,-6-3 1,10 12-1,-4-4 340,4 4 0,-4 1 560,1 0-729,-1 0 0,1 4 0,-2 3 0,0-1 0,0 2 374,3 0 0,-4 0-580,3 1 1,-1 2-31,6-6 0,-6 1 0,1-3 0,1 2-362,1-2 0,3-1-342,-1-2 488,-6 0 1,4-5-1,-4-1 1,2-2 0,-1-3-372,2-2 0,-3 4 323,2-1 300,-7 7 1,5-8 0,-5 5 397,2-2-221,-1 5-100,3-4 1,-4 7 0,6 0 167,2 0 0,2 0-48,1 0-144,0 0 0,1 0 0,0 0 0,3 2 0,1 1 319,-2 2 1,-1 4 115,-2-4-338,0 6 0,-4-9 1,-2 4-1,-2 0-107,-3 4 0,-1-2 147,-2 1-183,-7-6 0,0 8 1,-9-6-1,-3-2 1,-3-1-681,0-2 0,-5 0 168,3 0 197,3 0 0,1 0 0,6-2 1,-1-1-1,1-3-497,0-2 0,5 5 186,-1-2 536,7-3 1,-5 6 0,5-4-105,-2 0 0,2 4 300,8-2-19,3 2 1,1 2 0,1 0 0,1 0 0,3 2 531,5 2 1,-2-2-114,7 3-438,-7-4 1,10 4 0,-3 0 0,3-2 0,1-3-333,1-5 0,-1 2 90,0-7 86,1 1 0,-5-1 0,-2 1 0,-2-2 1,-2-2 30,-3-1 1,-5 5 15,-1-1 804,-6 1-340,4 1-1010,-7 1 484,-7 7 1,6 2 0,-4 3 0,4 4 178,1 4 1,1 1 1079,4 0-890,-4 1 1,12-1-1,-3-2 1,2-1 0,2-1 329,1 1 1,-1-5-572,0-1-86,0 3 0,1-6 0,-1 2 0,0-4 1,0-3-40,0-2 1,-1-6-17,-3 2-146,2-4 0,-6-6 0,6-1 0,-3-2 0,0-4-617,-1-1 1,0-1 303,-3 0 331,-3-7 1,4 3-1,-6-4 1,0 1-1,0 4-154,0 1 1,0 6 251,0 0 285,0 7 286,0 3 1,0 9-111,0 10-30,0 2 1,0 14-1,-2 3 1,-2 4-1,-4 4 1393,0 1 0,0 0-710,3-5-743,4 1 1,-10-1 0,6 1-1,2-1 1,1-1 152,2-3 1,0 1-28,0-6-491,0 6 0,0-9 1,2 1-1679,2-5-271,4 0 1456,0-10 0,0 2 1,-5-8-1,2-7 1,-2-7-1206,-1-5 1,-2-4 298,0-2 1167,-7 1 1,-2-1 0,-8 1-1,-2 1 1,0 3 118,-2 6 1,4 2-214,-7 1 1064,7 8 1,-4 0 570,7 7 1,6 7-450,3 2-260,4 4 0,13-1 1,7-1-1,7-3 1,2 0 656,0 0 0,2-5-544,4 2-763,-4-3 1,4-2 0,-5 0 0,-1 0-1,-1 0-184,-3 0 0,-2 0-177,-3 0 213,-10 0 0,4-2-583,-13-3 1162,0 4 1,0-6 1,-2 12 0,-1 1 0,-1 2 1557,0 3-1340,3 2-341,1 1 0,1-1 0,4-2 0,5-3-5,2-2 0,2-1-66,1-5-287,-1 0 0,5-6 1,0-2-1,-2-2 1,-1 1-247,-2-2 1,-4 3 509,-1-2-213,-6 7 0,5-5-73,-3 3 1,-4 10 1410,4 0-890,-3 6 1,-2 10 0,0 2 0,0 4-1,-2 2 685,-3-1 1,4 0 339,-4 1-1087,-3-1 0,7-1 1,-6-3-1,3-5 1,-3-5 116,-1-5 1,4 3-18,-6-8-302,1 1 0,-1-5 0,1-2 0,-1-2 0,1-6-143,-1-2 1,7-7-19,-2 0-433,4-7 0,1 9 1,0-5-1,1 1 0,4 2-946,5-1 0,4 4-418,5-3 1360,-3 3 0,9 2 0,-5 0 0,3 0 0,0-1 584,-1 1 0,-2-17 0,0-9 0,-1-3 0,0 1 0</inkml:trace>
  <inkml:trace contextRef="#ctx0" brushRef="#br0" timeOffset="38">29929 227 7854,'6'-14'1111,"-4"0"0,4 5 1299,-6-1-1202,0 7-1137,0-3 1,0 7-1,0 4 1,0 4-1,0 4 1,0 3-1,0 3 1,0 4-1,0 4 1,0 2 432,0-1 0,0 1-478,0-1 1,0-1 0,0-3-1,0-4 23,0 1 1,0-6 245,0 4 0,0-8 344,0-1-311,0-7 0,0-14 1,0-13-866,0-4 0,0-8-102,0-2 536,0-3 0,5 4 0,-1 4 0,1 3 0,0 3-151,0 4 25,-1 2 1,-4 12-1,2 1-349,3 1 0,-2 4 537,6 8 1,-4 8-1,3 6 1,0-2 489,0-1 1,0 3 170,1 0-511,4 0 1,-10-7-1,5-1 1,0-1 81,0 1-122,1 1 0,5-4 0,1-5-28,-1-6-121,0-5 0,0-6 0,0-2 0,2-1 0,2-4-60,1-1 1,-2 5 130,-8-2 0,3 8 0,-6 2-556,2-3 363,1 6 0,1 1 145,-1 10 0,-6 3 1,4 8-1,-3 1 391,1 2 1,0 6-98,-5-1 0,0 1 0,0 1 0,0-4 145,0-2 1,0 1-349,0-2 1,0-8-1,0 3 1,0-1-253,0-1-2260,0-4-370,0-1 2848,0-7 0,13-19 0,2-5 0</inkml:trace>
  <inkml:trace contextRef="#ctx0" brushRef="#br0" timeOffset="39">30611 142 7987,'10'-14'514,"-1"0"0,-4 6 1214,4 3 131,-5-3-79,2 7-1426,-6-6 1,0 14-127,0 2 1,-2 4 0,-1 3 0,-3 2 714,-2 6-814,-2 3 0,1 1 0,0 2 79,-3 4 0,5-3-86,-3 7 1,1-5-1,-6 5 1,1 2-7,0 1 1,0-5-218,-1-3 0,1 2 0,2-2 1,1-1-355,1-2 0,2-8-70,-1-3 1,2-8-971,7-2 0,-1-5 311,-4 0 1,5-2-638,0-2 849,0-6 972,13-9 0,26-51 0,-12 24 0,0 0 0</inkml:trace>
  <inkml:trace contextRef="#ctx0" brushRef="#br0" timeOffset="40">30796 270 7987,'8'-14'2673,"-3"0"-1179,-4 6-54,6 1-816,-6 7 1,6 8-139,-7 7 0,0 5-76,0 9 1,0-1 0,0 2 0,-2 2 721,-3 1-985,4 0 0,-6 0 0,7-1-15,0-5 1,-4 1-474,-1-4 1,0-4 0,5-1-1173,0-3 1232,0-8 1,0-5 0,0-12-1280,0-10 1120,6-7 1,-2-8-1,3-4-112,0-3 1,-1-2 523,-1 0 0,-4 7 0,6 3 0,-3 3 555,1 1-350,0 7 1,-3 3 0,2 10 175,6 4 1,-2 7 34,1 7 1,-4 2 47,4 13 0,-1-5 0,2 3 0,-4 0 207,0 0 0,-2-3-308,5 5-417,-6-7 1,8 4-1,-4-9 1,-1-1 0,2-3-337,0-1 1,1-3 217,5-4-56,1 0 0,-1-1 1,2-6-1,1-5 1,3-7-517,3-3 1,-6-2 219,2-4 860,-3 6 1,-2-1-1,-1 6 666,-4-2 70,4 6-769,-12 13 0,6 10 0,-7 9 0,0 5 1,0 4 649,0 5 0,-2-3-160,-3 3-619,4-3 1,-7-1-1,5-1 1,-2-1-1,2-2-345,1-1 1,-3-11 120,1 1-2784,-1-3 1348,5-3 0,0-8 347,0-10 1,5-9 1166,-1-4 0,17-24 0,7-9 0,0-6 0,0 1 0</inkml:trace>
  <inkml:trace contextRef="#ctx0" brushRef="#br0" timeOffset="41">31535 171 7988,'8'-15'2354,"5"1"0,-11 5-926,2-1-366,-2 7 1,-2-2-318,0 10 0,0 5-88,0 8-342,0 5 1,0 5 0,-2 2 0,-2 2 0,-4 2 159,0 3 1,-5-1-432,4 2 1,-4 3 14,-1-3 1,-2-2 0,-1 2 0,-2 0-17,1-2 0,2-1-148,2-6-296,0-1 1,1-1-1,2-5 1,3-6-1694,2-5 175,1-8 0,7 3-97,3-6 0,-2 0 600,6 0 1416,7-6 0,12-29 0,4-14 0,6-5 0,0-1 0</inkml:trace>
  <inkml:trace contextRef="#ctx0" brushRef="#br0" timeOffset="42">31834 441 8040,'-2'-10'2811,"-2"1"-1687,2 6 1,-4-5-109,6 3 0,0 5-597,0 0 0,0 6 0,0 10 1,-2 1 474,-3 2 1,4 7-631,-4-3 1,4-1-1,-1 1 1,-1-1-102,-2 0 1,0-5-333,5 2 1,0-3 35,0-2 1,0 0-628,0 1 687,0-7 0,7-21 0,1-14-94,-1-6 1,6-13-107,-3 3 221,2-2 1,-2-1 0,-2 3 0,-2 7 0,-3 6 72,-1 6 1,-2 4-473,0 5 1,0 9 0,0 8-544,0 10 0,-7 9 183,-2 7 332,-4 7 1,-1-3 0,0 5 0,0 1 0,-1 0-974,1 0 1,0-6 1451,0 1 0,-12 0 0,-7 2 0,-2 3 0,1 0 0</inkml:trace>
  <inkml:trace contextRef="#ctx0" brushRef="#br0" timeOffset="43">31137 1493 7894,'0'-19'202,"-1"-2"1,-2 1 1003,-2-1 1,-2-3-860,3 6 0,-3 3 0,-4 6 1,2-2-1,-2 0 0,-3 1 468,-5 5 0,-3 4-704,-7 1 0,2 1 0,2 4 0,3 5 25,1 2 0,2 7 5,5 0 0,2 5-153,2-5 1,-1 5 0,6-5-1,4-2-390,4-1 0,2-2-1,9 0 1,-2-1 58,12-4 1,-5-2-1,5-7 1,1 0-513,2 0 767,-5 0 1,5-5 0,-5-3-123,0-5 0,3 2 482,-6-8 1,0 4-1,-4 0 545,-1 1 1,-2 0 615,-2 0-740,-4 6-504,-6 1 0,0 14 0,-1 4 700,-4 6 1,2 5-520,-7 7 0,5 4 0,-2 0 0,-1-1 111,0-2 1,3 3-650,-4 0 0,5-1 0,-2-7 0,1-3-1023,1-1 1,-1-3-10,5-3-433,0-7 0,1-2 1634,4-6 0,16-57 0,9-14 0</inkml:trace>
  <inkml:trace contextRef="#ctx0" brushRef="#br0" timeOffset="44">31265 1564 10505,'-8'0'2239,"13"0"-2229,9 0 0,8 0 1,-1 0-1,0 0 44,-1 0 1,4-7-211,-5-2 1,1-4-1,-4-2 1,1-3-168,1-1 1,-10-4-99,6 4 1062,-9 0 0,1 0 0,-6 0 1234,0 1-1441,0 9 0,-2 4-67,-2 10 0,2 3-27,-3 6-234,4 7 1,1-4 0,0 5 0,0 0 0,1-1-111,4-1 1,-2-1-1033,7-5 837,-7 1 1,9-6-1,-2-1 1,3-2 0,1-3-288,0-1 0,5-8 49,0-4 0,0-4 236,-5-5 1,0-1 0,1-6 0,-1 4-41,0 2 813,-6 1 0,3 4 339,-6 1-677,6 6 0,-10 4-52,4 8 0,-3 6 126,-2 9 1,1 1 0,2 6 0,4-4-109,1-2 1,-4 1-292,6-2 0,-1-4-182,6 4 0,-1-4 0,2-6 0,3-4-228,4-4 1,-1-2 134,2-4 0,0-3 168,4-6 0,-4-7 0,-2-2 0,-2-4-154,-2-1 1,-4-1 541,-4 1 0,-4 6 12,-6 3 1,0 3-1,0 2 1,-2 1 289,-2 3 0,0 4-56,-5 6-509,-1 0 1,-4 6-1,2 6 1,1 3 390,1 4-191,7 7 0,-3-9 0,6 5 0,0-1 0,0-2 356,0 1 0,1-4-372,4 3 0,-2-3-278,7-2 1,4-2-1,5-2 1,0-4-307,1 1 0,-2-6 266,5 4 0,-5-10 61,1-4 0,1-6 0,-1-2 0,-2-3-651,-1-3 729,-8 6 0,3-8 0,-6 4-120,-2-1 1202,5 5-913,-6-4 0,2 15 0,-7 6 284,-2 8 0,1 6-45,4 5 3,0 3 1,0 0 0,0-1 0,0-2-1,0 0 660,0-2-1537,6 5 393,2-6 1,8 3-1,1-10 1,2-4-1,0-3-923,2-2 801,-6 0 1,7-7 0,-4-4-185,1-6 0,0 1 220,-5-3 0,0 3 1,-1 2-1,-4 0 461,-4 0 355,3 0-903,-6 6 448,4 1 0,-6 9 1,0 3-1,0 4 559,0 4 1,0 1-519,0 0 1,6 0-203,4 1 1,-1-6-1,4 1 1,3-1-539,-1-1 1,6-2 199,-2-6 280,0 0 1,0 0 0,0-1 0,-2-2-1,-3-4 93,-4-1 1,-2 0-183,-4-1 948,-2-4-136,4 5 1,-6-1-421,0-1-61,0 7 0,2-1-73,3 8-305,3-2 148,12 4 0,-4-1 1,3 0-1,-2-2 0,1-2-266,1-1 0,1-6 227,-1-3 1,-5-4 149,0-1 1,1 0-1,-7-1 1,0 1 70,-4 0 1,-2 0-115,-2-1 5,0 1 0,-6 2 0,-4 2 1,-4 5-35,-5 4 1,3 2 43,-3 4 1,-1-2 20,1 7 0,4-1 0,6 5 0,-1 1 173,3-1 0,0 0-329,7 0 33,0 1 1,0-1-1,0 0 1,2-1-1,3-2-397,4-2 1,4-6 17,1 2 1,0 1-101,0-1 0,2 0 0,1-5 0,2-2-2490,-1-3 3061,-2 4 0,10-31 0,4 1 0</inkml:trace>
  <inkml:trace contextRef="#ctx0" brushRef="#br0" timeOffset="45">28635 10193 8334,'-17'0'49,"2"0"0,3 0 0,-1 0 0,-1 0 272,0 0 1,-1 0-250,1 0 1,-5 0 0,0 0 0,0 0 0,-1 2 0,-4 1 0,-3 3 0,-1 2 130,-1 3 1,1 0-210,0-1 0,-1 2 1,2-2-1,4 2 41,4 3 1,3 4 0,2 0 0,1-2 108,3-1 1,4 4 165,6 4-263,0-3 1,0 5 0,0-3-1,0 0 1,0-1 101,0-1 1,0 4-302,0-1 177,0 3 0,0-4 1,0 1-1,-1 0 0,-3-1-11,0 1 1,-1-2-86,5 2 56,0 3 1,0-10 0,0 7 0,0 0 0,1-2 40,4-3 1,3 1 2,6-1 7,7 0 1,-1 0 0,6-2 0,-3-2 0,3-4 205,1 0 1,6-5-148,0-1 8,6-4 0,-9-2 0,5-4 0,0-4 0,1-6 121,1-4 1,4-3 98,-3-6-210,-4-1 0,3-1 0,-7-1 0,0-4 1,-5-1 101,-3-4 0,-8-6-36,-4-1-100,-7-7 0,2 4 0,-12-5 0,-7 1 1,-8 2-57,-5-2 0,-8 0-17,-3 2-130,-3 9 0,-3 4 0,-2 6 0,-1 1 1,1 5-348,2 8 0,6 7-1072,0 12 1014,7 0 0,-6 12 529,4 7 0,-3 51 0,14-28 0,1 0 0</inkml:trace>
  <inkml:trace contextRef="#ctx0" brushRef="#br0" timeOffset="46">24924 11160 7804,'0'-21'0,"0"10"1103,0-3-332,0 3 1,0-3 0,0 0 0,-1 3-206,-4 6 0,2 8 1,-7 14-1,-1 4-50,-2 1-473,6 2 1,-4 4-1,4 2 1,1 2-1,-2 1-79,0-2 0,5-1-89,-2-1 0,4-5-53,1-1 0,0-4 0,0 3 0,0-1-272,0-4 167,6-1 174,2-8 0,6-2 0,0-6 0,0-1 53,1-4 1,2-3 313,-3-6-155,4 0 1,-15-1 0,5 1 0,-2 0 0,-3 0 33,-1 0 0,-4 1-60,-3 3-183,4-2 1,-12 10-1,4-3 1,-5 2 0,-4 0-1012,-1-2 723,0 1-79,5 4 0,0 1 1,1 4-1,2 3-2360,2 0 1954,6 4 879,-4-10 0,45 17 0,9-3 0</inkml:trace>
  <inkml:trace contextRef="#ctx0" brushRef="#br0" timeOffset="47">25194 11316 7805,'0'-22'0,"0"2"337,0 5 0,0 1 579,0 0 1,-1 1-51,-4 4-680,-3 3 0,-1 7 0,-1 4 0,-1 4 0,-2 4 173,-1 1 1,0 2-49,0 3-248,0-3 1,6 6-1,1-5 1,3 2 0,-1-1-95,2-3 1,1 0 38,2-1-127,6 0 1,2-1-1,7-2 1,-1-3-1,2-2-207,3-3 1,-2-1 408,7-2-61,-7 0 0,5-2 0,-5-3 0,2-4 0,-1-4 226,-2-1 0,-4-2 27,-2-3-245,2 3 1,-10-9 0,3 5 0,-5-1 0,-5 1-336,-5 2 1,-2 2-649,-2 2 510,-7 0 0,5 6 0,-4 3 0,1 4 1,0 1-747,1 0 1,7 1 789,2 4 0,6 3 399,-2 6 0,16 13 0,5 3 0</inkml:trace>
  <inkml:trace contextRef="#ctx0" brushRef="#br0" timeOffset="48">25393 11330 7805,'8'-9'561,"-3"0"0,-3 4-116,-2-5 1,1 2 184,4-1 0,-2-2-448,7 6 0,-6-1 0,6 3 0,1-2 111,1 2-349,3 1 0,-1 2 1,0 0-1,0 0-925,1 0 0,-1 0-1115,0 0 1277,0 7 819,-6-6 0,5 18 0,-5-3 0</inkml:trace>
  <inkml:trace contextRef="#ctx0" brushRef="#br0" timeOffset="49">25834 11259 7805,'0'-9'-2,"0"-1"486,0 7 1,0-9 295,0 2 1,2 4 0,2 1-846,6 4 0,3 1 73,1 0 0,-5 0-208,1 0 0,-1 0 0,5 0 1,1 0-24,-1 0 0,-5 0 50,1 0 1,-2 1 0,3 4 308,-2 4-33,-6 4 0,4 1 0,-7 0 459,0 1 0,-2-1-272,-3 0 0,2 2 0,-5 1 0,0 2 35,1-1 1,2-3 0,-3 0-1,0-1-147,0 0 0,5 0-534,-2 0-6,4 1 0,-4-1 1,0 0-3339,2 0 2325,1-6 993,-4 5 1,3-12 381,-7 4 0,-18-47 0,-10-14 0</inkml:trace>
  <inkml:trace contextRef="#ctx0" brushRef="#br0" timeOffset="50">25791 11402 9126,'10'0'826,"-1"0"0,1 0-514,4 0 0,7-5-247,2 0 1,-1 0-183,2 5 0,0-1 0,4-2 0,-1-2-1412,-3 2 1212,3 1 0,-12 2 0,4-1 0,-3-3-408,-2 0 1,-4-1 803,-1 5 312,-5 0 1624,2 0 163,-19 6-1207,4 2-672,-5 6 1,2 1-1,8-1-194,1 0 1,1 0-152,2 0-20,6 1 0,2-6 0,6 1 0,2-1 0,2-1-331,1-3 0,1-4 158,-1-1 1,-3 0 0,4 0 0,-1-1 171,0-4 0,-1-4 31,-9-10 43,4 3 1,-12-11 0,4 5 0,-5-2-1,-5 2-55,-4 1 0,-8 2 90,-2 5-264,-7 6 1,6-3 0,-6 7 0,4 2 0,0 4-590,0 2 1,9 7-778,-1-1 881,10-4 707,-9 7 0,37 14 0,1 11 0</inkml:trace>
  <inkml:trace contextRef="#ctx0" brushRef="#br0" timeOffset="51">26474 11316 7828,'0'-22'141,"0"3"0,0-1 304,0 1 0,0-2 51,0 2 1,-2 3 0,-1-3 1314,-2 4-1568,1 7 0,2 1 0,-3 9-225,-4 3 1,1 0-18,-2 9-55,7-3 0,-8 9 1,7-5-1,0-1 0,3 0-432,1 0 48,0 0 201,0 1 0,6-6 1,4-1-1,2-2-759,2-3 698,1-1 314,-1-2 1,0 0-1,-1-2 1,-2-1 0,-3-3 205,-2-2 1,0-1-227,-1-6 153,-3 1 0,4 5 1,-6-1-1,-2 1 153,-2 1 0,0-3-308,-5 6 32,6 0 1,-10 5-348,4 0-7,2 7 182,7-6 0,4 10 0,5-6 1,2-2-1,2-1-380,1-2 0,0 4 93,0 1 430,-6 0 1,5-5 0,-4 0 455,4 0-181,1 0 145,-6 6 0,-2-3 1,-6 7-1,0 1 0,0 2 401,0 1 0,-1 2 382,-4 3-942,-3 3 0,-6 1 0,-2 3 0,-1 2 1,-4 4 226,-1-1 0,3 4-451,-4-2-54,5 0 1,-2-4 0,5-1-1,1 1 1,0-1-138,0 1 1,6-6-296,3 1-95,4-7 1,-4 4 0,2-7-1,4-1-1395,7-4 0,5-3 665,1-6 770,7 0 0,-4 0 507,7 0 0,18-38 0,9-18 0,-13 16 0,1 1 0,-1-1 0</inkml:trace>
  <inkml:trace contextRef="#ctx0" brushRef="#br0" timeOffset="52">26772 11558 7050,'-6'-8'2606,"3"0"-1371,-7 3-543,1 4 1,-5-5 0,0 6 0,-1 0 376,1 0 0,0 1-718,0 4-216,-1-4 0,8 12-112,2-3 0,5 1-354,5-2 1,2-3 0,8-6 0,-1 0-1638,0 0 1439,0 0-1287,1 0 88,-1 0 723,-6 0 1,-4 0 1004,-8 0 0,-43-2 0,-22-2 0,-5 0 0,0 0 0</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6T02:30:40.464"/>
    </inkml:context>
    <inkml:brush xml:id="br0">
      <inkml:brushProperty name="width" value="0.04286" units="cm"/>
      <inkml:brushProperty name="height" value="0.04286" units="cm"/>
    </inkml:brush>
  </inkml:definitions>
  <inkml:trace contextRef="#ctx0" brushRef="#br0">532 149 8012,'-10'-11'-2117,"8"1"1994,-8 10 122,10 0 0,0-2-4,0-5-2,0 4 10,0-6-7,0 9 4,0 0 0,19 0 0,5 0 0</inkml:trace>
  <inkml:trace contextRef="#ctx0" brushRef="#br0" timeOffset="1483">617 86 5898,'0'-12'-138,"0"2"159,-10 10 4,8 0-21,-8 0 3,10-9 161,0 7-142,0-8 134,0 10 65,0 0-91,0-9 19,0 6-28,0-6-26,0 9 175,0 0-156,-9 0 110,6 0-73,-6 0 54,9 0 22,0 0-182,9 0-113,-6 0 1,9 0 52,-5 0 1,-3 0-6,11 0 0,-8 0 10,7 0 1,-7 0 1,7 0 0,0 0 31,8 0 0,-1 0-24,0 0 1,0 0-6,1 0 1,6 0 6,0 0 0,10 0-18,-3 0 0,-2 0-66,3 0 0,-8 0 74,8 0 0,-8 0 5,7 0 0,-9 0-12,3 0 1,1 0 7,-1 0 1,6 0 3,-6 0 1,-1 0 1,-7 0 1,0 0-1,1 0 5,8 0 1,-6 0 1,4 0 1,-11 0-9,-3 0 0,-7 0-26,7 0 22,-9 0 2,4 0-4,1 0 8,-8 0-3,8 0 1,-1 0 26,-7 0-26,17 0 78,-16 0-69,16 0 5,-17 0 2,7 0 60,-9 0-821,0 0 1,-9 0 743,-5 0 0,-43 0 0,-11 0 0</inkml:trace>
  <inkml:trace contextRef="#ctx0" brushRef="#br0" timeOffset="2125">702 86 6196,'0'-12'514,"-10"2"-315,8 1-86,-8 7 64,10-17 10,0 16-123,0-6 1,-7 7 52,0-6-211,0 6 124,7-7 46,0 9-32,0 0-38,0 9 0,0-4-11,0 9 1,2-7 2,5 7 20,-4 0 0,6 8-1,-9-1 0,3 0 70,4 0 0,-5 1-71,5-1 0,-4 3 98,-3 4 0,0-5-79,0 6 1,2-6 46,5-1 0,-5 6-30,5 0 1,-4 1-86,-3-8 0,0 0 45,0 0 1,0 8-16,0-1 0,0 0-19,0-6 0,0-1 43,0 0 0,-7 0-42,0 1 0,0-1 28,7 0 0,0 0 21,0 1 1,-8-1-16,1 0 1,0 0 3,7 1 0,0-8 29,0 0-24,0 0 0,0 0 48,0 1 9,0-11-107,0 6 64,0-10-467,0 0-366,0-10 797,0 8 0,19-36 0,5 3 0</inkml:trace>
  <inkml:trace contextRef="#ctx0" brushRef="#br0" timeOffset="2925">1552 86 8104,'9'-12'0,"-7"2"0,8 1 0,-10 4-1032,0-9 786,0 9 1,2-4 124,5 9 1,-4-2 115,4-6-11,-5 6 64,-2-7 1,2 9-59,6 0 152,-6 0 1,7 2-6,-9 5 1,0-2-31,0 9 0,3-7-43,4 7 1,-5 0 8,5 8 1,-4-8-13,-3 0 1,0 0 7,0 7 1,2-2-70,5-5 0,-5 5 60,6-4 1,-6 3-64,-2 4 1,0-1 92,0 0-114,9 0 1,-6 1 54,4-1 0,-5 0 37,-2 0-45,0 1 0,0-1 24,0 0-39,0 0 0,0 1 48,0-1-80,0 0 1,0 0 47,0 1 0,0-8-32,0 0 1,-2-2 39,-5 2-39,4 5 1,-6-7 5,9 9 0,0-7 2,0 0 72,0-9-63,0 14 1,-2-14-7,-6 9 21,6-9-13,-7 4 11,9-9-480,0 0 1,0-19 0,0-5 0</inkml:trace>
  <inkml:trace contextRef="#ctx0" brushRef="#br0" timeOffset="3734">723 893 7383,'21'0'75,"-7"0"-84,0 0 1,1 0 32,6 0 1,2 0-79,6 0 0,-6 3 44,6 4 0,1-5-6,-1 5 0,6-5 11,-7-2 1,8 0 0,-8 0 0,8 0 3,-8 0 0,7 0 0,-6 0 0,1 0-11,-1 0 1,-6 3 10,6 4 1,-13-5-8,-2 5 0,1-4 6,6-3 0,-7 0-16,0 0 17,0 0 1,8 0-1,-1 0 0,-7 0-18,0 0 0,-7 0-3,7 0 1,-6 0 26,6 0 1,-7 0-18,7 0 1,-9 0-2,14 0-13,-17 0 13,7 0-1,-9 0 33,0 0-28,0-10 13,0 8-8,0-8 18,0 10-204,0 0 1,-28 0 0,-7 0 0</inkml:trace>
  <inkml:trace contextRef="#ctx0" brushRef="#br0" timeOffset="5185">829 957 8101,'12'0'-1772,"-3"0"2305,-9 0-499,0 0 0,-9 0 5,-5 0 0,2 0-39,-2 0 1,0 0 35,-8 0 0,-6 7-44,0 0 0,-1 7 40,8-7 0,-7 8-19,-1-8 1,-6 9 14,7-2 1,-3-2-66,3 2 1,-3-7 38,-5 8 1,3-4-1,5 4 0,2 3-8,-9-3 0,9-4-6,-3 4 1,6-8-33,2 7 1,-1-9 39,1 2 1,0 2-2,0-2 0,2 3-1,4-3 0,-3-5 15,3 5-9,6-4 1,-3-1 1,5 5 0,5-5-2,-8 8 111,10-10 14,0 0-98,10 0-16,-8 0-58,7 0-9,-9 0 27,0 0-5,10 0 15,-8 0 128,8 0-124,-10 0 204,9 0-142,-6 0 14,15 0-57,-6 0 1,2 0 21,1 0 0,-8 0-76,7 0 69,0 0 0,7 0-71,1 0 0,-1 7 54,0 0 0,3 0-20,4-7 1,-2 0 2,9 0 0,-6 0-1,6 0 1,-7 0-30,8 0 1,-8 0 36,8 0 0,-8 2-32,7 5 1,-2-4 25,3 4 0,-3-5-52,-5-2 1,-4 0 40,4 0 1,3 3-49,-3 4 1,1-5 62,-8 5 1,0-4-1,0-3 1,1 0 5,-1 0 0,0 0-21,0 0 1,-7 0 40,1 0-55,-1 0 106,7 0-84,-9 0 61,7 0-36,-17 0-4,8 0 1,-1 0-4,-7 0 15,8 0-16,-10 0 23,0 0-165,9-10 17,-6 8 48,16-8 0,-15 8-108,10-5 133,1 4 0,6-13-16,0 9 1,3-10 5,4 3 0,-4-2 74,4 1 1,3-3-66,-3 3 0,7-6 124,-6-7 1,1 4-33,-1-4 1,-6 4 13,6 3 1,-13 2 17,-2 5 1,1-5-63,6 5 1,-7 4 130,0 3 1,-7-2 8,7 2 143,-9 0-171,5 7-208,-10 0 193,0 0-9,-10 0-59,-2 9 0,-9-4-9,0 9 1,7-7-86,0 7 1,-1-7 105,-6 8-16,0-11 0,0 13 24,-1-10-26,1 9 0,0-6-14,0 4 0,6 3-3,1-10 1,0 2-9,-7-2 1,7 3 18,0 4 1,-1 2-58,-6-9 0,0 8 68,0-8-72,-1 9 1,1-6 40,0 4 0,0 2-88,-1-9 1,3 3-41,5-3 1,2-5-518,5 5 249,5-4 390,-7 6 0,56-16 0,12 5 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6T02:30:54.794"/>
    </inkml:context>
    <inkml:brush xml:id="br0">
      <inkml:brushProperty name="width" value="0.04286" units="cm"/>
      <inkml:brushProperty name="height" value="0.04286" units="cm"/>
    </inkml:brush>
  </inkml:definitions>
  <inkml:trace contextRef="#ctx0" brushRef="#br0">574 107 8007,'0'-12'-1184,"3"3"1463,4 9 1,-5-2 221,5-6-174,-4 6-194,-3-7 44,0 9 1,0-3 33,0-4-201,0 5-117,0-8 145,0 10 1,-3 0-80,-4 0 0,2 0 168,-9 0-235,0 0 1,-7 0 32,0 0 1,-3 0 28,-4 0 1,4 0 16,-4 0 0,4 0 19,3 0 1,-3 8 49,-4-1 0,4 2-39,-4-2 1,4-2 51,3 9 0,-3-7-43,-4 7 1,12-7 14,-6 8 0,6-4-10,-5 4 0,6 3 2,1-3 0,2-4 11,-2 4 1,5-1-10,9 7 1,-7 0 64,0 0 0,0-6-60,7-1 1,0 0 4,0 7 0,0 0 4,0 1 0,0-1-64,0 0 42,0 0 1,0 1 5,0-1-20,0 0 0,7 0-9,0 1 1,9-8 164,-2 0 0,5-7-135,3 7 0,-1-7-10,0 8 0,7-8 27,1 7 0,9-9-62,-3 2 0,3-5 24,-3-2 1,5 2-2,-4 5 0,2-4-29,-3 4 1,3-5 44,-10-2 0,3-7-18,-3 0 1,-4-7 0,4 7 1,-4-10 50,-3 3 0,0-5-38,0-2 0,1 0 151,-1-1 1,-7 1-32,0 0 0,0-7-22,8-1 0,-8-1 88,0 1 0,-9 6-124,2-6 0,-2-1-44,2 1 0,-5 1 138,5 7-272,-14-10 1,-5 7 40,-9-4 0,0 7-97,-1 7 1,-1-3-123,-6 10 0,3-7 67,-9 7 1,7 0-300,-8 7 0,10-3 131,-2-4 1,-3 5-194,3-5 0,0 4 580,6 3 0,-18 29 0,-5 6 0</inkml:trace>
  <inkml:trace contextRef="#ctx0" brushRef="#br0" timeOffset="358">86 65 8027,'-12'-10'-549,"0"1"937,5-5-242,5 4-266,-8 1 283,1 6-79,6-6 0,-4 11 120,14 5 1,-2-2-93,9 9 1,0 0-12,8 8 1,-1-1-16,0 0 0,0 3-117,1 4 0,1-2 41,6 10 0,-6-8 1,5 7 1,3-2 12,-2 3 1,1 4-27,-1-5 0,-6-2-67,6 3 1,-6-3 80,-2 2 1,-6-4 16,-1-10 0,-7-7-4,7 1-61,-9-11 61,4 6-56,-9-10-28,0 0-49,0-10 0,0 6-860,0-11 675,0 1 1,2-7-656,6 0 948,-6-1 0,36-46 0,-3-12 0</inkml:trace>
  <inkml:trace contextRef="#ctx0" brushRef="#br0" timeOffset="667">978 235 8094,'0'-12'571,"0"2"-287,0 10-255,0-9 143,0 7 26,0-8 1,-2 10-10,-5 0 1,-5 0 6,-9 0 0,-1 7-162,1 0 0,-10 10 7,-4-3 0,-7 5-145,-8 2 0,-2 0 111,-5 1 1,-4-1-104,4 0 0,3 0 69,-3 1 0,3-1 58,-3 0 1,5 0-137,10 1 1,6-1 103,1 0 0,9-7 12,-2 1 0,6-8-13,8 7-57,5-9 35,9 4 8,0-9 1,2 0 27,5 0-13,-4 0 1,13-2-690,-9-5 451,10 4 0,-5-13 239,9 9 0,19-10 0,5 5 0</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6T02:30:53.025"/>
    </inkml:context>
    <inkml:brush xml:id="br0">
      <inkml:brushProperty name="width" value="0.04286" units="cm"/>
      <inkml:brushProperty name="height" value="0.04286" units="cm"/>
    </inkml:brush>
  </inkml:definitions>
  <inkml:trace contextRef="#ctx0" brushRef="#br0">0 128 8033,'12'-10'-103,"-2"-2"53,-10-9-694,9 9-14,-7-6 758,8 15 0,-10-9 0,0 5 0,28 5 0,8-8 0</inkml:trace>
  <inkml:trace contextRef="#ctx0" brushRef="#br0" timeOffset="159">765 43 8098,'12'0'-306,"0"0"79,-5 0 1,-5-3-811,6-4 1037,-6 5 0,-2-8 0,9 1 0,3-3 0</inkml:trace>
  <inkml:trace contextRef="#ctx0" brushRef="#br0" timeOffset="325">1403 64 8098,'12'0'27,"4"-2"-249,-9-5 265,0 4-1249,-7-6 1206,10 9 0,-8-10 0,8-2 0</inkml:trace>
  <inkml:trace contextRef="#ctx0" brushRef="#br0" timeOffset="476">1828 85 7686,'12'-2'655,"-5"-5"-1099,-5 4 170,-2-6-294,0 0 568,0 6 0,-9-16 0,-3 7 0</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6T02:30:47.599"/>
    </inkml:context>
    <inkml:brush xml:id="br0">
      <inkml:brushProperty name="width" value="0.04286" units="cm"/>
      <inkml:brushProperty name="height" value="0.04286" units="cm"/>
    </inkml:brush>
  </inkml:definitions>
  <inkml:trace contextRef="#ctx0" brushRef="#br0">85 362 8116,'0'-12'-1512,"-2"2"1091,-5 10 353,4 0-17,-6-9 115,9 7 146,-9-8-67,6 10 6,-6-9 147,-1 6-188,8-6 287,-8 9-220,10 0 235,-9 0-273,7 0 0,-8 0-2,10 0-14,0 0-21,10 0 0,-6 0-54,11 0 1,-8 0 21,7 0 1,-7 0-84,7 0 81,0 0 0,7 0-84,1 0 1,-1 0 63,0 0 1,-7 0-10,1 0 1,6 0-53,7 0 0,3 2 56,-3 5 0,-4-4-31,4 4 1,3-5 17,-3-2 0,8 3 4,-8 4 0,7-5 2,-6 5 0,6-5 0,-7-2 0,8 0 0,-8 0 0,3 8 0,-3-1 0,-4 0 0,4-7 0,3 0 0,-3 0 0,8 0-34,-8 0 1,7 0 22,-6 0 0,6 0-3,-7 0 1,8 0 1,-8 0 0,3 0-4,-3 0 0,-4 0 14,4 0 1,3 0-11,-3 0 1,1 0 23,-8 0 0,7 0-20,0 0 0,1 0 52,-8 0 1,0 0-36,1 0 1,-1 0 2,0 0 1,-7 0 12,0 0 0,-7 0 33,8 0-29,-11 0-6,15 0-19,-16 0 20,6 0-56,-9 0-145,0 0 0,-7-3 34,0-4-287,0 5-184,7-8 207,0 10 407,-10 0 0,-20 0 0,-15 0 0</inkml:trace>
  <inkml:trace contextRef="#ctx0" brushRef="#br0" timeOffset="1434">2550 22 8012,'-11'0'-1114,"1"0"1356,10 0-80,-9 0 51,6 0 9,-6-10-259,-1 8 144,8-8-147,-17 10 77,7 0-21,-9 0-44,0 0 1,0 0-4,-1 0 0,1 0 25,0 0 1,0 0 17,-1 0 0,1 8 26,0-1 1,0 2-18,-1-2 1,1-2-24,0 9 0,0-7-4,-1 7 1,1-2-1,0 2 0,2 5 4,5-5 1,-5 5-6,5 2 1,2-2 32,-2-4 1,7 3-20,-7-3 0,9 3 46,-2 4 1,-3-1-42,3 0 0,0 0-4,7 1 1,0-1 72,0 0 0,0-7 5,0 1 1,0-1-76,0 7 0,0-7 5,0 0-14,0 0 1,0 8 48,0-1-48,10 0 1,-8 0 19,5 1 1,2-8-30,-1 0 0,1-7 4,-2 7 1,-2-7 4,9 8 1,-7-8 38,7 7-22,0-9 0,8 11-15,-1-9 1,-7 3 5,0-3 0,0-5-14,8 5 0,-1-5 15,0-2 0,0 3-14,1 4 0,-8-5-1,0 5 0,0-4-2,7-3 0,1 0-7,-1 0 0,0-3-3,0-4 1,1 5-10,-1-5 0,7-5 20,1-2 0,1 2 3,-1-2 1,-6 2-5,6-2 0,1-5 9,-1 5 1,-1-5-5,-7-2 1,5 7 0,-5-1 1,5 1 142,-11-7 1,3 0-131,4-1 1,-3-6 126,-5 0 0,2-1-61,-9 8 0,8 0 235,-8 0-235,0-1 0,-7 1 8,0 0 0,0 7-55,0 0 113,0-1-198,0-6 1,-10 0 70,-4 0 1,-5 7-127,-2-1 1,4 8 78,-4-7 0,5 9-129,-13-2 0,-1-2 46,1 2 1,-6-3 50,6 3 1,-6 5-91,7-5 0,-3 4 59,3 3 1,4 0-222,-4 0 1,-3 0 72,3 0 1,-1 0-233,8 0 1,7 0 470,0 0 0,19 19 0,-3 5 0</inkml:trace>
  <inkml:trace contextRef="#ctx0" brushRef="#br0" timeOffset="1884">2720 22 7368,'12'0'-387,"0"0"398,-5 0-79,-5-10 251,8 8 323,-10-8 73,0 10-444,0 0 0,-2 8-47,-6-1 1,-3 7-8,-11-7 1,8 9-111,0-1 0,0 3 125,-7 4 0,-3-1-148,-4 0 1,4 0 20,-4 1 0,-5 1 16,-3 6 0,-1-3-55,1 9 1,-4-7 86,5 8 0,1-8-28,-1 8 0,9-10 24,-2 2 0,4-5 33,3-1 1,0-8-18,-1 0-70,11 0 56,-8-2-300,16-3 158,-6-9 50,9 0 0,2-2-111,5-5-73,-4 5 1,8-17-268,-3 5 1,-4 2 527,10-2 0,10-29 0,9-14 0</inkml:trace>
  <inkml:trace contextRef="#ctx0" brushRef="#br0" timeOffset="2217">2189 234 8156,'0'-21'230,"0"0"1,0 7-84,0-1 167,0 11-406,0-6 1,-2 8 81,-5-5-99,4 4 0,-6-4 104,9 14 1,2-2 26,5 9 0,3 0-44,4 8 1,5 1 71,-5 6 1,7-3 42,8 9 1,-3-2-42,9 3 0,-7 4-41,8-5 0,-10 5 49,2 3 0,3-8-138,-3 1 0,0-10 169,-6 2 1,-1-5-1,0-1 0,-2-8-56,-5 0 52,5-9-181,-17 4 163,8-9-72,-10 0 1,0-2 37,0-5 0,-7 2-473,0-9 1,-7 7-57,6-7 1,-1 9 493,2-2 0,-24-24 0,-14-4 0</inkml:trace>
  <inkml:trace contextRef="#ctx0" brushRef="#br0" timeOffset="3158">3124 362 8174,'-12'0'-797,"-6"0"1080,15 0-266,-16 0 92,17 0 164,-8 0-220,10 0 94,0 0 1,10 0-111,4 0 0,0 0-120,7 0 1,-4 0 110,11 0 0,-2 0-76,3 0 1,-3 0 68,9 0 1,-7 0-58,8 0 0,-1 0 40,8 0 1,-8 0-6,1 0 0,-1 2-21,7 5 1,1-4 7,-1 4 0,-6-5 13,-1-2 1,1 2-1,6 5 0,-2-4 1,-4 4 0,4-5-1,-5-2 0,-2 0-15,3 0 0,-3 0-11,2 0 1,3 0-4,-10 0 0,8 3-5,-8 4 1,8-5-8,-8 5 1,7-5-44,-6-2 0,1 0 57,-1 0 0,-6 0 50,6 0 0,1 0-55,-1 0 0,6 0 86,-7 0 0,3 0-72,-2 0 0,-6 0 39,5 0 0,3 0-3,-3 0 1,3 0 6,-2 0 0,-6 0-9,5 0 1,3 0-7,-2 0 0,-1 0 5,-7 0 0,0 3-8,1 4 1,-1-5 75,0 5 1,-7-4-62,0-3 0,-6 0 33,6 0-4,-10 0 7,6 0-99,-10 0-380,0 0 264,-10 0 1,6 0-700,-10 0 857,9 0 0,-42-10 0,-1-2 0</inkml:trace>
  <inkml:trace contextRef="#ctx0" brushRef="#br0" timeOffset="3877">5929 149 8139,'-2'-12'-136,"-5"5"1,5 3 322,-5-3 120,4 4-654,3-6 268,0-1 0,-2 8 41,-5-5 1,2 4 82,-9 3 0,7 0-85,-7 0 0,-1 0 90,-6 0 0,5 0-39,-6 0 0,6 8 11,-12-1 1,-3 7-4,2-7 0,-6 9 51,7-1 1,-8-4-28,8 4 1,-7-1-17,6 7 1,-1 0 16,1 0 1,6-6-43,-6-1 0,8 0 16,7 7 1,-5 0-4,5 1 0,4-1-14,3 0 1,5 0-2,2 1 0,0-1 10,0 0 0,0 0 8,0 1 1,2-1-48,5 0 0,-2 0 39,9 1 0,-7-1-94,7 0 88,1 0 1,6 1-18,0-1 1,-7-9 8,0-5 0,1 2 2,6-2 0,7 8 0,1-8 1,6 0-3,-7-7 0,10 0 8,-2 0 0,-3 0-4,2 0 0,0 0 69,8 0 0,-8 0-35,1 0 0,-8-7 5,8 0 1,-11-10 39,4 3 0,2-5 10,-3-2 0,0 4 47,-7-4 0,1 4-89,-1-11 1,-7 4 50,0 3 1,-7-2-34,8-6 1,-8 6-101,7-6 1,-10 6 71,4 1 0,-6-1-7,-2-5 0,0 11-13,0-4 0,0 4-12,0-4 1,0 7 10,0 0 1,-7 7 0,0-8 0,-10 8-119,3-7 1,-7 7 120,-8-7 0,6 7-226,-5-7 1,-6 9 29,-1-2 0,-3 2-71,3-2 1,-5 5 16,4-5 1,3 4-182,-2 3 0,9 0 144,-2 0 0,4 0-383,3 0 651,-1 0 0,11 19 0,1 5 0</inkml:trace>
  <inkml:trace contextRef="#ctx0" brushRef="#br0" timeOffset="4219">5483 234 8119,'0'-12'12,"0"3"-152,10 9 118,-8 0-112,7 0 216,-9 0-2,10 0 1,-5 2-14,9 5 0,-7 5-22,7 9 1,-7 1-19,7-1 1,0 3 38,8 4 1,-6-2 80,5 9 1,-4-2-67,11 3 1,-4 2-151,-3-10 1,0 7 83,1-6 0,-1-1-117,0-7 1,0 0 89,1 1 1,-8-3-33,0-5-175,-9-5 131,14-9-56,-17 0 114,7 0 1,-9-2-298,0-5 1,0 2-57,0-9 0,0 0-289,0-8 672,0 1 0,19-38 0,5-9 0</inkml:trace>
  <inkml:trace contextRef="#ctx0" brushRef="#br0" timeOffset="4477">6163 319 8106,'0'-12'-456,"0"3"533,0 0 97,0 6 0,-2-6-96,-5 9 1,2 7 189,-9 0 0,0 9-101,-8-1 1,-6 6-56,0 7 0,-8-4-41,8 4 0,-10 3-88,3-3 0,-5 8-35,-3-8 1,1 7 90,-1-6 0,3 6-91,5-7 1,-3-2 91,9-11 0,1 1-75,7-9 1,0 7-147,-1-7-376,11 0 94,1-7 59,10 0 0,2 0 404,6 0 0,70-28 0,-27 10 0,1 1 0</inkml:trace>
  <inkml:trace contextRef="#ctx0" brushRef="#br0" timeOffset="5078">6928 638 7456,'0'-12'853,"0"3"-700,0-1-47,0 8-356,0-8 44,0 10 41,0 0 0,19 10 0,5 2 0</inkml:trace>
  <inkml:trace contextRef="#ctx0" brushRef="#br0" timeOffset="5268">7672 659 8154,'10'-12'440,"-8"-6"1,7 13-634,-9-9 119,0 9 1,0-7-769,0 5 343,0 5-434,0-8 933,0 1 0,48-3 0,11-9 0</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6T02:30:56.944"/>
    </inkml:context>
    <inkml:brush xml:id="br0">
      <inkml:brushProperty name="width" value="0.04286" units="cm"/>
      <inkml:brushProperty name="height" value="0.04286" units="cm"/>
    </inkml:brush>
  </inkml:definitions>
  <inkml:trace contextRef="#ctx0" brushRef="#br0">0 595 6400,'0'-11'829,"0"1"-777,0 10-46,0 0 128,10 0-9,-8 0-13,7 0 0,-6 0 106,4 0-4,-5 0-58,17 0-46,-7 0 1,9 0-23,0 0 0,1 0-6,-1 0 0,3 0-40,4 0 0,-4 0-9,4 0 1,-2 0-1,2 0 0,-4 0-111,4 0 0,3 0 8,-3 0 0,8 3 62,-8 4 1,10-5-119,-3 5 1,-2-5 117,3-2 1,-1 0-40,8 0 0,-3 8 34,-5-1 0,5 0 2,-4-7 1,-3 0 13,2 0 0,-2 0 8,3 0 1,-3 7 44,-5 0 1,-4 0-59,4-7 1,3 0 144,-3 0 0,7 2-123,-6 5 0,1-4-18,-1 4 1,-3-5 23,9-2 1,-9 0-26,2 0 0,3 0 45,-3 0 0,1 0-9,-8 0 1,0 0-2,1 0 0,-8 0 42,0 0-143,-9 0 109,4 0 87,-9 0-124,0 0 24,-9 0-72,6 0 56,-6 0-138,9 0 111,0 0-228,-10 0 58,8 0 1,-10 0-173,5 0 0,2 0 16,-9 0 1,7 0 337,-7 0 0,-57 0 0,-21 0 0</inkml:trace>
  <inkml:trace contextRef="#ctx0" brushRef="#br0" timeOffset="1584">2380 43 6595,'0'-12'678,"0"3"1,0 6-985,0-4 204,0 5 229,0-8-38,0 10 71,0 0-96,10 0 1,-5 0-6,9 0 1,0 0-23,7 0 0,7 3 1,1 4 1,11-2-28,2 9 0,3-7 39,12 7 1,2-7-21,12 7 1,-3-9 20,10 2 0,-9 3-80,2-3 1,-5 0 17,-3-7 0,-8 0-7,-6 0 0,1 0-32,-8 0 66,6 0 1,-25 0-11,6 0 11,-15 0 35,-5 0-36,-9 0-62,-9 0 1,4 0-55,-9 0-245,9 0-346,-14 0 434,7 0 0,-9 0 257,0 0 0,-66 0 0,35 0 0,0 0 0</inkml:trace>
  <inkml:trace contextRef="#ctx0" brushRef="#br0" timeOffset="2026">2465 107 8039,'-7'-14'127,"0"-1"-200,0 11 0,7-8 106,0 5 0,-2 4-162,-5-4 167,4 5 76,-6 2-64,9 0 0,-2 0 54,-6 0 31,6 0-84,-7 9 0,9 3 20,0 9 0,-3-6-17,-4-1 1,5 0-53,-5 7 1,4 3 53,3 4 0,0-4-77,0 4 1,0-2 65,0 2 0,0-4-50,0 4 1,0 3 35,0-3 0,0 8-7,0-8 0,0 3 8,0-3 0,0-4-4,0 4 0,0-4-95,0-3 120,0 0-16,0 0 7,0-9 210,0-2-210,0-10-438,0 0 245,0-10 1,0 6-531,0-11 1,0 8 9,0-7 669,0 9 0,48-42 0,11 0 0</inkml:trace>
  <inkml:trace contextRef="#ctx0" brushRef="#br0" timeOffset="2468">3422 255 8039,'12'-9'206,"6"7"0,-15-10-259,4 5 1,-2 4 163,2-4-35,-5 5 66,7 2 0,-9 2 0,0 5 1,0-2-61,0 9 1,0-7-7,0 8 1,-7-8-31,0 7 0,-7 0 74,7 7 1,-2-7-137,2 1 0,2-1 135,-9 7 0,7-2-168,-8-5 0,8 5 62,-7-5 0,7 5-63,-7 2 0,7 0-1,-7 1 0,7-1 36,-8 0 0,8 0 17,-7 1 1,9-1 20,-2 0-54,5 0 1,-5 1 34,0-1 0,0-7-183,7 0 178,0-9-240,0 14 204,0-17-240,0 8-177,0-10-1175,0 0 1629,0-10 0,-19-20 0,-5-15 0</inkml:trace>
  <inkml:trace contextRef="#ctx0" brushRef="#br0" timeOffset="2860">2380 744 8042,'-11'0'-1146,"-8"0"1974,16 0-146,-16 0-304,17 0-149,-7 0 13,9 0-136,0 0 36,9 0 1,-4 0-87,9 0 1,0 0 75,7 0 0,3 0-178,4 0 0,3 0 38,4 0 1,8 3-44,-1 4 1,3-5 71,12 5 1,-7 3-95,6-3 1,1 0 53,7-7 0,-10 2 33,-4 5 0,-6-4-62,-1 4 0,-8-5 52,1-2-165,-10 0 21,-5 0-21,-2 0-9,-17 0 67,8 0 0,-13 0-254,-4 0 147,5 0-194,-8 0 215,10 0-614,-9 0 803,7 0 0,-55-9 0,-2-3 0</inkml:trace>
  <inkml:trace contextRef="#ctx0" brushRef="#br0" timeOffset="3285">2402 808 8042,'0'-21'496,"9"-1"0,-7 8-35,6 0-293,-6 9 177,-2-13-519,0 15 5,0-6 23,0 9 1,-2 0 199,-6 0-119,6 0 0,-17 0 118,5 0 0,2 7-20,-2 0 1,2 9 114,-2-1 0,-12-4-89,5 4 0,-5-1-20,5 7 1,-3 0-34,-4 0 1,2 1-15,-10-1 1,8 0 8,-7 0 0,6-6-11,-6-1 1,2 0-14,-3 7 1,6-7 38,8 1 1,-6-11-14,0 3 0,6 3-2,8-3-20,10 0-19,-6-7-8,10 0 57,0 0-595,10-9 0,-6 6 88,10-4 1,1 5-483,6 2 978,0 0 0,66 0 0,-35 0 0,0 0 0</inkml:trace>
  <inkml:trace contextRef="#ctx0" brushRef="#br0" timeOffset="3711">3422 935 8026,'21'0'18,"-7"-2"152,0-5-25,0 5 1,1-10-147,-1 5-168,-9 4 245,4-6 173,-9 9 0,-2 0-101,-5 0 0,2 0 22,-9 0 0,-1 2-38,-6 5 1,0-2-35,0 9 1,-1-9-30,1 2 1,-7 3-76,0-3 0,-1 7-83,8-7 0,-7 7 122,-1-7 0,1 10-124,7-3 1,-8-2 73,1 2 0,-3-2 34,3 2 0,2 5-41,-9-5 0,9 2-4,-3-1 0,-1 3 21,1-3 1,1-4-9,7 4 17,-10-11 0,7 13 16,-4-10-323,4 0 1,10-7-102,0 0 247,9 0 42,-4 0-980,9 0 861,0 0 0,-19-9 1,-5-3-1</inkml:trace>
  <inkml:trace contextRef="#ctx0" brushRef="#br0" timeOffset="3959">2104 1191 8026,'-21'0'-261,"0"0"0,-1-8 693,1 1 0,7 0 247,0 7-339,0-9-39,2 6-221,2-6 28,10 9 1,10 0 51,4 0 1,14 0-166,8 0 0,4 2 135,2 5 0,10-4-92,5 4 1,4-5 0,3-2 1,0 0-12,0 0 0,-8 0-25,1 0 0,-10 0-173,3 0 1,-8 0-481,-6 0 1,-6 0-70,-8 0 719,-1 0 0,-47 0 0,-12 0 0</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6T02:31:03.205"/>
    </inkml:context>
    <inkml:brush xml:id="br0">
      <inkml:brushProperty name="width" value="0.06" units="cm"/>
      <inkml:brushProperty name="height" value="0.06" units="cm"/>
      <inkml:brushProperty name="color" value="#E71224"/>
    </inkml:brush>
  </inkml:definitions>
  <inkml:trace contextRef="#ctx0" brushRef="#br0">22 128 7990,'0'-12'-743,"0"-7"0,-2 9 1241,-5-4-157,4 5-143,-6-1 1,9 6 335,0-10-239,0 9-123,0-5 0,0 8 149,0-5-126,0 5-10,0-8-278,0 10-107,0 0 206,0 10 32,0 1 1,0 11-73,0-1 1,0 2 121,0 6 1,0-6 17,0 6 1,0 1-51,0-1 0,0-1 9,0-7 0,0 8 3,0-1 1,0 0-5,0-6 1,0-1-77,0 0 1,0-7 121,0 0-189,9 1 1,-6-1 148,4 0 14,-5-9 82,-2 4 24,0-9 1,0-2-194,0-5 2,0-5 1,0-9-92,0-1 0,0-1 133,0-6 1,0 3-265,0-9 0,0 7 48,0-8 1,2 10 111,6-2 0,-6 4-9,5 3 1,-5 0 41,-2 0 0,0-1 97,0 1-181,0 9 261,0-7-166,0 17 1,-2-7-280,-5 9 280,5 0 0,-8 0 1,10 9 47,0 5 1,0 5-59,0 2 1,0 1 44,0-1 0,0 0-73,0 0-141,0 10 0,0-7 108,0 4 0,0-4-586,0-3 26,0 0 13,0 0 636,0 1 0,-9-58 0,-3-13 0</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6T02:31:05.066"/>
    </inkml:context>
    <inkml:brush xml:id="br0">
      <inkml:brushProperty name="width" value="0.06" units="cm"/>
      <inkml:brushProperty name="height" value="0.06" units="cm"/>
      <inkml:brushProperty name="color" value="#E71224"/>
    </inkml:brush>
  </inkml:definitions>
  <inkml:trace contextRef="#ctx0" brushRef="#br0">85 107 6545,'0'12'629,"0"-3"-407,0-9-88,0 0 105,-9 0-51,7-9-99,-8 6 0,8-8 93,-5 3-132,4 6-16,-6-17 0,9 14-125,0-9-2,0 10 1,0-8 167,0 5-127,0 4 71,9-6-132,3-1 91,9 8-7,1-7-32,-1 9 57,0 0-27,0 0 26,1 0 0,-8 0 11,0 0-17,-9 9 11,4 3-1,-9 9 1,0 0 3,0 1 0,-2-8-1,-5 0 0,-3 0 4,-4 7 1,-5 1-81,5-1 1,-5 0 67,-2 0 1,7 1-58,0-1 0,-1-2 46,-6-5 1,7 2 12,0-8 0,7 6-10,-7-7 19,9 9 60,-5-13 75,10 6 1,3-9 25,4 0 0,5 0-87,9 0 1,2 0 152,6 0 1,2 0-99,4 0 0,3 0 26,-10 0 0,3 0-22,-3 0 1,-4 0-156,4 0 0,-11 0 67,-3 0 0,-7 0-217,7 0 34,-9 0 117,4 0-256,-9 0 152,0 0-80,-9 0 1,4 0-127,-9 0-591,0 0 917,-8 0 0,-18 0 0,-5 0 0</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6T02:31:06.373"/>
    </inkml:context>
    <inkml:brush xml:id="br0">
      <inkml:brushProperty name="width" value="0.06" units="cm"/>
      <inkml:brushProperty name="height" value="0.06" units="cm"/>
      <inkml:brushProperty name="color" value="#E71224"/>
    </inkml:brush>
  </inkml:definitions>
  <inkml:trace contextRef="#ctx0" brushRef="#br0">192 0 8135,'-12'0'-1068,"0"0"633,5 0 533,5 0 8,-8 0 1,8 0 115,-5 0-17,4 0-22,-6 0-146,9 0 658,0 0-659,9 0 1,-4 0-83,9 0 0,-7 0 76,7 0 0,1 0-16,6 0 1,-7 0-107,0 0 0,0 0 128,8 0 1,-8 0-180,0 0 110,0 0 17,7 0 0,-6 0 63,-1 0 19,-10 0-13,15 10 1,-16-5-45,4 9 0,-5-7 48,-2 7 0,0-7-27,0 7 1,0-7-77,0 7 0,0-6 48,0 6-9,-9-10 1,4 13 0,-9-10 11,9 10 0,-11-13-4,8 10 1,-1-9-9,2 2 123,5 5-105,-17-10 0,14 15-18,-9-10 115,9 0 6,-4-7 129,-1 0-182,8 0 16,-8 0 0,10 0-1049,0 0 919,10 0 1,-5 0 18,9 0 1,-7 0-26,7 0 206,0 0-173,7 10 0,1-6 156,-1 10 1,-9-6-123,-5 6 0,2-7 142,-2 7 0,8-7-40,-8 7 0,0-7 223,-7 7-207,0 1 1,0 6 15,0 0 0,0-7-50,0 1 0,-3-8 6,-4 7 0,-5-7-148,-9 7 0,2-7 136,5 7 0,-12-9-144,5 2 0,-5-5 19,5-2 1,-1 0 26,1 0 0,-7 0 13,-1 0 0,1 0-17,7 0 1,0-7 64,-1 0 0,4-9-36,3 2 1,-1 2-7,9-2 0,-7 7 17,6-8 1,1 8-74,7-7-206,0 9-74,0-4 0,0 7-554,0-6-428,0 6 1311,0-7 0,76 18 0,18 3 0</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6T02:31:07.832"/>
    </inkml:context>
    <inkml:brush xml:id="br0">
      <inkml:brushProperty name="width" value="0.06" units="cm"/>
      <inkml:brushProperty name="height" value="0.06" units="cm"/>
      <inkml:brushProperty name="color" value="#E71224"/>
    </inkml:brush>
  </inkml:definitions>
  <inkml:trace contextRef="#ctx0" brushRef="#br0">22 43 7056,'0'-11'796,"0"1"-373,0 10-276,0 0 1,-7-2 96,0-5-344,0 4 267,7-6-308,0 9 489,0 0-301,0 9 0,0-4-22,0 9-14,0 0 1,7 8 59,0-1-31,0 0 1,-7 0-72,0 1 1,0-8 67,0 0 1,0-7 124,0 7-107,0-9 260,0 14-24,0-17 128,0 17-520,0-17 206,0 8-169,0-10 0,2-7 105,5 0-369,-4-10 258,6 5 0,-9-9-63,0 0 0,7 7-48,0 0 1,3 2-77,-3-2 88,-5-5 1,17 9 82,-5-4 1,-2-2 116,2 8 1,0 1-111,8 7 0,-1 0 125,0 0 1,0 0-4,1 0 0,-8 0-24,0 0 1,0 7 5,7 1 1,-9 8 99,-5-2 0,3-2-4,-3 2 0,0 0-63,-7 8 1,0-1 84,0 0 0,0-7-56,0 0-98,0 1 0,0 6 58,0 0 0,0-7-158,0 0 123,0-9 0,0 7-9,0-5 1,2-5 21,5 6 0,-2-6-14,9-2 0,-7 0 74,7 0 1,1 0-71,6 0 0,0-7 81,0 0 1,1-7-61,-1 6 0,0-6 104,0 7 0,1-7-47,-1 7-47,0-10 1,0 8-15,1-5 1,-3 2 11,-5 5 86,5 5-34,-8-8-91,1 1 164,-2 6 11,-10-6 4,0 9-736,0 0-1339,-10 0 1378,-2 9 1,-9-6-938,0 4 1450,0 5 0,-38 9 0,-10 12 0</inkml:trace>
  <inkml:trace contextRef="#ctx0" brushRef="#br0" timeOffset="99">553 362 8341,'12'-12'-34,"-3"-7"0,-27-2 1,-6-12-1</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05:24:22.309"/>
    </inkml:context>
    <inkml:brush xml:id="br0">
      <inkml:brushProperty name="height" value="0.053" units="cm"/>
      <inkml:brushProperty name="color" value="#FF0000"/>
    </inkml:brush>
  </inkml:definitions>
  <inkml:trace contextRef="#ctx0" brushRef="#br0">5872 8857 7722,'-1'-14'129,"-2"-1"1,-4 1 0,-1 0 0,-1 0 0,-1 1 414,1 4 1,4-2 0,-3 4 0,0 1-90,1 0 1,-3 1-374,-4 5 1,4 0 0,1 0 0,-2 0 0,-2 0 0,-1 1 12,0 4 1,0 2 0,-1 5-1,1 1 9,0 3 1,0 1-610,-1-3 1,3 5 360,2 0 1,2 0 0,5-3 0,-1 1-189,0 2 323,3-6 0,1-1 0,1-4 0,4 0 0,6-1-21,7-1 0,-1-6-13,7 0 0,-1-2 1,6-9-1,-1-3-12,1-3 0,-3-4 16,-2 2 55,3-3 0,-10-2 0,6-1 0,-5-3 0,-3-6 173,-4-2 0,-8-2 107,2-4 1,-5-1-141,-5 0 0,-3 2 0,-6 3 0,0 8 506,-1 10-553,1 1 0,0 19 0,1 0 0,4 9-23,4 9 1,-1 4-98,1 6-1,0 7 0,7-3 0,1 5 0,3 3 0,1 1 81,-1 2 1,0-5 240,-1-1 0,-2 1-208,7 5 0,-7-7 0,3-2 1,-1-6-25,0-4 1,1 1-372,-1-6 1,-4 0-140,4-5 1,-2-6-815,2-3 1,-4-5 621,4-5 0,2 2-1191,-3-7 1815,7 1 0,4-31 0,7-5 0</inkml:trace>
  <inkml:trace contextRef="#ctx0" brushRef="#br0" timeOffset="1">6157 8914 7652,'0'-15'598,"0"1"2450,6 6-2159,-4-4 1,4 12-367,-6 0 1,0 8 0,-2 9 0,-1 2-170,-2-2 1,1 1-299,4 1 1,0-4-1,0 6 1,0-2-380,0 0 1,0 0 299,0-5-508,0-6 1,-5 5 0,0-4-988,2 4 945,2-5 490,1-2 1,0-17-1,0-5 1,1-4 45,4-6 0,-2 4 138,6-2 1,-4 2 54,5-1 0,-1 2 0,5 7 0,1 0 260,-1-1 1,2 6 58,3 0-348,-4 5 0,6-2 0,-7 6 1,0 2-1,1 2 380,-1 6-510,0 2 1,0 3 0,-1-1 0,-2 0 0,-3 0-227,-2 1 0,4-1-1080,-6 0 632,7-6 1,-3 3-589,7-6 1170,-8-1 1,4-5 0,-6-4 0,0-4 376,1-4 1,-4-1-218,3 0 350,-4 6 0,-1-5 0,2 5 1,1-1 797,2-1-974,-1 7 130,-4-3 1,0 7 316,0 4-685,7 3 0,-6 6 0,6 0-304,-1 1 1,-3-1 136,7 0 1,-6-6-1,4-2 1,0-1-194,0 0 1,-3-1-43,4-4 308,-6 0 0,10 0 0,-5-1 598,0-4-45,-2 4 0,-6-7 307,0 3-480,0-3-466,0 0-381,0 2 128,0 6 0,0-2-354,0-3 386,0 4 333,0-5-73,0 6-1171,0 0 0,-13 12 0,-2 4 0</inkml:trace>
  <inkml:trace contextRef="#ctx0" brushRef="#br0" timeOffset="2">6256 9013 7746,'10'-8'-279,"-2"2"1,0 1 0,-2-1 2195,0-2 1,-1 3-887,-5-4 1,1 6-813,4-2-148,-3-3 1,9 5 0,-5-5 0,2 0-17,3 0 1,-3 3-71,2-4 0,-1 1 0,4-3 0,-2 2-113,-2-3 1,-1-5 106,2-2 1,-4 0 0,-6 5 0,0 0 87,0 0-65,0-1 0,-6 6 1,-6 1-135,-5 2 1,0 1 117,-7 5 1,5 6 0,-3 4 0,0 4-178,0 5 0,4-2 124,-1 7 0,5 1 0,5 7 0,2 1-7,1-1 0,4-2 268,-2-2-135,8 0 1,4-5 0,8-5 0,3-2 0,5-1-29,3-1 1,6-6-66,0-4-13,0-2 1,-4-4 0,-1-2 0,1-6 0,-3-2 52,-2-3 1,1-5-52,-6-4 144,0 4 0,-6-7 1,-2 5-1,-3-2 0,-2 2 431,-3 1 0,-1 2-213,-2 5 338,0 6-483,0 2 0,0 7-302,0 4 145,0 3 1,0 6 0,0 2 0,0 1 0,0 2 273,0-1 0,1-2-126,4-2-158,-3 0 0,4 0 1,-6 0-1,0 1-211,0-1 0,0-5-35,0 1 41,0-7 750,0 3-227,0-6-310,0 0 0,0-6-54,0-4-948,0-2 282,0 4 0,0 0 1,-1 5-2980,-4-2 3686,3 0 0,-23-1 0,1-2 0</inkml:trace>
  <inkml:trace contextRef="#ctx0" brushRef="#br0" timeOffset="3">6612 8956 7791,'-2'-9'0,"-1"-1"401,-2-1 0,-1 5-734,1 1-721,4-3 513,-6 7 0,7-4 541,0 10 0,7 15 0,0 10 0</inkml:trace>
  <inkml:trace contextRef="#ctx0" brushRef="#br0" timeOffset="4">6597 8942 7791,'-4'-9'98,"-3"1"0,1 0 344,0 0 1,-1 0 0,4-3 0,-1 2 677,0-3-893,3 0 1,1-2 0,0-1-1,0 1 330,0 0 1,6 4-167,4 1-237,2 6 1,7-8 0,0 6 0,-1 2 0,-3 1 295,0 2 0,-1 0-283,0 0-52,-6 0 0,5 2 1,-6 3-1,1 4 307,-3 4 0,-3 3 130,-2 2-457,-13 5 0,4 5 1,-10 0-1,3 1 0,0-2-61,-3-4 0,3 4-52,-3-3-10,3-3 1,2 4 0,2-6 0,2-2 0,4-1-120,-1-2 1,6-4 18,-4-1 124,4-6 0,7 4 0,3-7 0,4-2 0,3-3 406,3-4 1,1-2-95,4 1-412,-3-2 0,-2 4 1,-1-6-1,0 1 0,-2 2-511,-2 1 0,0 6-392,0-6-100,-6 7 0,5-3-3461,-4 6 4568,-2 0 0,-7 6 0,-8 2 0</inkml:trace>
  <inkml:trace contextRef="#ctx0" brushRef="#br0" timeOffset="5">7095 8985 7791,'0'-14'822,"0"-1"1,0 1-317,0 0 0,-5 4 340,1 1 1,-3-1-80,3-4 1,2 5-9,-3-1 0,2 6-741,-2-6 1,-3 13-81,-6 2 96,6 6 1,-4 3-1,2 2 1,-2 3-1,-3 3-76,1 0 1,0 5-70,0-3 43,6-4 1,-3 6-1,6-7 1,0 0-1,1-1-176,-1 1 1,0-4 8,5-6 233,6-6 1,4 4 0,9-7 0,3 0 0,2-2-16,-1-3 0,-1-3 184,2-6-121,3 0 1,-6-5-1,2-2 1,-4-1-1,-3-3 74,-2-2 0,-1-6 61,-4 0-227,-2-13 1,-7 8-1,0-9 1,0 3-1,0 2-6,0 5 63,0 8-70,-7 15 1,4 8 0,-5 7 0,0 5 0,2 9 219,0 7 0,1 11 113,5 5 17,-6 3 1,4 0 0,-3-1 0,4-4 0,1 0 718,0 1 0,0-1-449,0 2-444,0-10 1,4-1 0,1-5-1,0 0 1,1-3-105,4-3-21,-4-8 25,7-2 1,-12-7 25,4-4 0,1-3-5,-1-6-420,0 0 0,-5-1 1,1 1-1,3 0-3991,0 0 2799,1 0-952,-5-1 2526,0 7 0,-13 2 0,-2 6 0</inkml:trace>
  <inkml:trace contextRef="#ctx0" brushRef="#br0" timeOffset="6">8943 8828 7795,'-14'-8'609,"0"2"1,1 0 1701,4-4-1901,3 4 1,13 0-1,8 6 1,7 0 0,6 0-1,5 0 1,5 0 0,3 0 91,2 0 1,-5 0 0,0 0 0,0 0-727,-2 0 1,-1 0-47,-7 0 1,-6 0-1,-3 0-3717,-3 0 2090,-8 6 1399,-8 2 1,-16 6 0,-12 0 0,-9 1 0,-4-1 497,-1 0 0,1 5 0,3 0-57,-3 6 0,8-7 0,-2 4 0,8-2 0,5-2 57,4-3 1375,3 0-633,7-1 1,3-6 0,11-4 0,9-2 0,8-2 1326,9 0 1,-1-2-570,7-2-1572,-6-4 0,9-6 0,-5 1 0,1 2 1,-4 1-1394,-3-1 0,-6-1 641,-1-2 24,-5-1 0,-4 6 800,-9-1 0,-46 4 0,-24 3 0,-2-4 0,-1 0 0</inkml:trace>
  <inkml:trace contextRef="#ctx0" brushRef="#br0" timeOffset="7">6612 8871 7953,'-5'-14'240,"-1"1"1,-1 2 0,-1 2-1,1-1 705,-5 2 0,5-3-280,-3 6 0,5 1 1,-3 2-1,4-1-352,5-2 0,6-4 0,8 4 1,3 2 146,1 1 0,4-2-269,-4-1 0,7 0 0,-4 5 0,0 0 102,-3 0 0,1 2-67,-1 2-160,0-2 1,-6 11 0,-4-4 0,-4 4 0,-3 3 377,-2 2 1,-7 5-151,-2 5-276,-10 0 1,-8 1 0,-8 1 0,-1 2 0,-2 1-51,2-2 0,1-1-8,7-1-100,5-7 0,3-2 1,7-5-1,4-1-162,4 0 1,11-6 1094,9-3-595,11-4 1,11-7-1,5-4 1,1-2 0,0-2 293,-1-1 0,0 1-616,-5 0 18,-2 0 1,-13 4-1,-3 2 1,-3 0-3787,-2 1 2328,-6 3 646,-2-2 0,-7 8 0,-4 2 1,-4 4 917,-4 0 0,-45 11 0,-12-3 0</inkml:trace>
  <inkml:trace contextRef="#ctx0" brushRef="#br0" timeOffset="8">11602 8203 7898,'6'-14'361,"-4"4"1,3 1-1,-2-1 1,0 1 2343,2-1 1143,0 1-2796,-5 1 0,-2 2-749,-3 6 0,-3 4 1,-7 3-1,-4 1-94,-5 3 0,-8 1-342,-1 2 0,-6 1 0,1-3 0,-3 1-270,-2 1 0,2-3 95,3 8 103,3-3 1,7-7-1,3 1 1,4 1 0,7 0-314,1-1 0,8 1 83,5-7 541,7 7 0,13-7 1,6 3-1,4 0 1,4-4 495,3-2 0,-4 4-394,5 0 26,-7 0 1,4-1-1,-8 3 1,-2-1-1,-4 2 90,-5 0 1,-1-3-226,-10 4 11,0 1 1,-7 4 0,-3 2 0,-6 3 0,-8 3 71,-9 0 0,-4 5-298,-10-4 29,9 10 1,-15-3 0,10 4-1,-1-4 1,1-2-324,5 1 1,4-3 165,6-2 159,2 3 1,13-11 0,5 3-1,6-4 1,7-2 16,2-3 0,9 1 39,3-7 352,9 1 0,1-5 0,6 0 0,-2 0 0,0-1 303,-2-4 0,-3 2-798,-9-7 58,3 7 1,-11-8-1,1 5-674,-6-2-1954,-5 5 1628,-6-4 0,0 9 1,-1 1-1,-4 3-2035,-4 2 3149,-4-5 0,-14 10 0,-3-5 0</inkml:trace>
  <inkml:trace contextRef="#ctx0" brushRef="#br0" timeOffset="9">12498 8743 8130,'0'-14'430,"0"0"0,0-1 1452,0 1-1285,0 0 0,-2 5 0,-2-1 1,-6 1-1,-3-1 0,-1 2 533,0 2 1,-2 1-1019,-3 5 0,2 0 0,-7 0 0,-1 2 16,-2 2 1,3 4-1,2 7 1,0-1 62,0 0 1,5 0-313,-2 0 0,3 5 11,2 0 1,1 2 0,3-4-1,6 2-102,2-1 0,2-3 182,0 0 1,2-1-120,2 0 0,6-6 1,7-3-1,4-4-155,1-1 0,2-1-5,4-4 0,2-5 188,3-8 0,-4 0 0,1-6 0,-5-1 44,0-2 0,1-1 229,-3-1 0,-2-5-103,-7-4 0,-1-3 1,-4-4-1,-4 0 4,-4-3 1,-1 2-17,0 9 0,-4 3 674,-1 11 1,-6 4-358,1 9 0,-2 10-220,-2 10 0,6 9 36,3 4 0,3 4 0,1 3 1,-2 3 615,-2 5 1,0 2-264,5-2 1,0 3-238,0-3 0,2 3 0,1 1 1,3 1-11,2 0 1,-3-7-487,4-3 176,-5 4 1,7-14 0,-7 1-1,1-7-272,1-2-774,-4-8 704,4 0 1,-6-9 0,0-3-1197,0-4-606,0 3-2889,0-7 5067,0 5 0,26-19 0,5-3 0</inkml:trace>
  <inkml:trace contextRef="#ctx0" brushRef="#br0" timeOffset="10">12910 8857 7923,'0'-14'422,"0"-1"0,0 1 907,0 0 1,0 4-89,0 1 1852,0 6-2218,0-3 1,-5 7-652,1 4 0,-6 4 0,5 9 0,1 2-9,-3 2 0,6 0 168,-4 2-292,3 3 1,1-6 0,-2 4 0,-2-3 0,2 0-265,1 0 0,2-4-102,0 0-176,7-8 0,0 3 0,8-5 0,-1-1-1330,0-2 0,5-5-1177,0-5 2232,6-2 1,-4-8 0,4-1 725,-1-2 0,0-31 0,1-13 0,5-8 0,0 1 0</inkml:trace>
  <inkml:trace contextRef="#ctx0" brushRef="#br0" timeOffset="11">13180 8544 7923,'-14'-8'78,"0"3"1,-5-1 116,0 1 1,0-4 629,5 4 1,-5 0 0,0 5 0,1 2 553,3 3 1,2-2-435,4 6-607,-4 1 0,11 4 0,-2 0-127,2 1 0,4-3-320,2-2 153,4-4 1,11-1 0,0-1 0,-1 0-1,-1-4 93,2-5 0,-8 2-94,3-7 66,-3 1 0,2-1 0,-4 1 301,-4-2-1348,-3-2-845,-2 5 1,-2-3-2325,-3 6 3066,-3 1 1041,-6 10 0,-13 27 0,-3 13 0</inkml:trace>
  <inkml:trace contextRef="#ctx0" brushRef="#br0" timeOffset="12">10834 9454 7664,'0'-14'494,"-1"-1"0,-2 1 1,-2 0-1,0 1 3626,-1 4-3555,4-4 1,-6 12 0,5-2-1,-2 6-324,2 6 0,2 5 0,1 4 0,0 2 72,0 2 1,0 2-184,0 5 0,0-6 0,0-1 0,0-1 154,0-4 1,0 4-468,0-2 0,0 0-150,0-5 0,0-5 1,-2 1-1255,-3 1 0,2-5 331,-6-1 76,6-3 0,-5-4 0,5-4 1180,-2-9 0,4-21 0,3-11 0,2-7 0,0 0 0</inkml:trace>
  <inkml:trace contextRef="#ctx0" brushRef="#br0" timeOffset="13">10763 9283 7664,'-1'-14'0,"-4"0"0,2 4 2069,-7 1-1010,7-1 1,-5 1-46,4 0-1187,2 5-623,-4-2 1,12 6 795,3 0 0,48 13 0,13 2 0</inkml:trace>
  <inkml:trace contextRef="#ctx0" brushRef="#br0" timeOffset="14">11076 9468 7664,'0'-14'968,"0"4"1378,0 1-1760,0-1 1,2-4 0,2 2 0,6 1-68,2 1 0,4 5-670,3-4 0,-1 6 1,5-4-1,3 3-614,0-1 1,-3 0 0,-4 7 0,-4 1-2472,0 2 3236,-8 6 0,-30 15 0,-17 6 0,-3 7 0,-1 0 0</inkml:trace>
  <inkml:trace contextRef="#ctx0" brushRef="#br0" timeOffset="15">11090 9639 7664,'14'6'1639,"1"2"-1059,-1 0 1,0-2-205,0-6 0,-4 0 1,-1 0-1,2 0-316,2 0 1,3-5-784,3 1 1,-3-6 0,3 4 0,-4-2 722,0-3 0,18-27 0,5-8 0</inkml:trace>
  <inkml:trace contextRef="#ctx0" brushRef="#br0" timeOffset="16">11503 9539 12693,'7'0'5116,"0"0"-4380,-7 0-648,0 0 0,0 7 0,-2 2-524,-3 4 1,4-4-843,-4 1-57,4-1 1,-4 5-1,0 1-410,2-1 0,1-5 421,2 1 713,-6-7 611,4 9 0,-29-29 0,-1 0 0</inkml:trace>
  <inkml:trace contextRef="#ctx0" brushRef="#br0" timeOffset="17">10820 7720 7753,'-5'-10'838,"-1"2"1,0 0 1726,-1 0 0,1 4-1354,1-6 0,4 9-990,-4 1-22,3 6 1,2 8 0,0 0 0,0 2 0,0 1-3,0 2-126,0 0 0,-1-4 0,-2-1 0,-2 0 0,2 0-120,1 0 0,-2-4-48,-1-1-130,0-5 0,3 7 364,-2-7-236,2 1 0,-3-18 1,9-5-1,2-8-377,2-2 0,1-1 256,5 1 0,1 1 196,-1 3 0,0-1 1,-1 6-1,-2 2 25,-2 1-90,1 8 0,4 2 35,0 6 0,-4 0 0,-1 1 1,2 4 346,2 5 1,-4 4 290,1 5-455,-7-3 0,8 9 0,-6-6 0,-2-2 0,0-1 84,2-2 0,-2 0-495,6 1 108,-5-8 1,8 0-1,-2-7 1,2 0-379,3 0 0,-1-7-300,0-2 431,0-4 0,0-6 0,1 0 0,-1 2 0,-1 1-742,-4 2 0,-1 5 507,-3-1-87,-4 7 0,4-3 743,-10 6 0,-47 31 0,-17 9 0</inkml:trace>
  <inkml:trace contextRef="#ctx0" brushRef="#br0" timeOffset="18">10635 7720 7725,'0'-15'176,"0"1"852,0 0 333,0 6 1,0-5 657,0 4-1895,0 3 1,2-1-122,3 7 1,3 0-79,6 0 1,0 0 0,0 2 0,0 1-532,1 2 0,4 4-553,0-4 1,-1 6-1299,-3-2 2457,-1 4 0,-19 27 0,-4 5 0</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05:24:22.328"/>
    </inkml:context>
    <inkml:brush xml:id="br0">
      <inkml:brushProperty name="height" value="0.053" units="cm"/>
      <inkml:brushProperty name="color" value="#FF0000"/>
    </inkml:brush>
  </inkml:definitions>
  <inkml:trace contextRef="#ctx0" brushRef="#br0">5673 16818 8214,'10'-9'572,"-2"-1"0,0-1 0,-2-2 2997,0-1-3120,-1 6 1,-5 10-1,0 10 1,0 7-9,0 4 0,0 0 0,0 6 1,0-1-35,0 1 1,0 4-313,0 0 1,0 0 0,0-5 0,2 1 86,2-1 1,-2-1-434,3-3 0,-4-4 0,-1-5-1609,0-1 1077,7 0 310,-6-6 0,5-3 0,-6-10 1,0-6-1767,0-6 1,5-1 691,0-6 1547,0 1 0,-7-27 0,-3-11 0,1-4 0,0-1 0</inkml:trace>
  <inkml:trace contextRef="#ctx0" brushRef="#br0" timeOffset="1">5815 16548 8214,'0'-14'1095,"0"-1"-630,-6 1 0,-2 2 468,-6 2 0,0-1 37,0 6 0,-1 7-177,1 7-566,0 4 0,4 1 0,3 0 0,0 1 0,4-1 232,2 0-351,1 0 1,0 1 5,0-1 0,0-5-142,0 1 1,6-7 0,3 2-1,4-4-112,1-1 1,0 0 0,1-1-55,-1-4 1,0-1 167,0-4-113,-6-3 0,0 7 0,-5-5 0,2 2-443,-2-2-1207,-1 4 861,-2 1 0,-2 7 0,-1 4-2117,-2 5 3045,0 2 0,18 47 0,3 10 0</inkml:trace>
  <inkml:trace contextRef="#ctx0" brushRef="#br0" timeOffset="2">6143 16790 8267,'-8'-2'1374,"1"-1"28,1-2 1,-2 0-768,-6 5 1,0 0-554,-1 0 0,8 2 0,0 1 0,2 3-128,1 2 0,-1-3-146,5 5 0,0-1 131,0 5 0,0 0 0,0 1 1,0-1 51,0 0 0,0 0 38,0 1 1,0 3 0,0 1 0,0-1-22,0-2 1,0-2 67,0 0-90,0 7 1,6-7 0,2 2-1,2-5 1,-1-2 61,2-1 1,3 0 16,5-3-65,-3-4 1,6 6 0,-4-9 0,1-1 0,-2-3-154,-1-2 1,-2 3-459,0-5 16,0 1 1,-1-1 0,-2 1-3400,-1-2 3994,-7-2 0,-16-20 0,-11-5 0</inkml:trace>
  <inkml:trace contextRef="#ctx0" brushRef="#br0" timeOffset="3">6356 16846 8267,'0'-9'825,"0"0"971,0 5 363,0-8-946,0 10 0,0-3 99,0 10-978,0 3 0,-5 11 0,0 0 0,2 0-71,2 1 1,1-4 7,0 3-215,0 3 0,0-6 1,0 3-1,0-3 0,0-2-593,0 0 457,0 0-556,0 1 1,1-6 519,4 1 1,-4-9-460,4-1 378,-3-12 1,-2-6 0,0-7-1,0-3 1,1-4-218,4 0 0,-2-2 59,7 0 327,-1 8 1,5 0 0,1 7 0,-1 4 0,2 2 314,3 3 1,-4 7-1,4-1-131,-3 8 1,-2 4 0,1 8 0,-1 1 0,-2 4 455,-2 1 0,-2 0-173,-3 2-194,-4 3 1,5-12 0,-6 6 0,0-2-348,0 0 1,0-5-627,0-4 430,0-7 0,0 1 48,0-8 1,0-6-993,0-9 930,7-3 1,-4-2 0,6 1 0,2-2 0,2-2-288,1-2 1,2 6 746,3-1-120,-3 6 1,6 3 0,-5 7 0,2 1 0,-1 4 399,-2 2 1,-2 2-94,0 4-25,0 3 1,-1 11 0,-4 1 0,-4 3 0,-3 2 638,-2 2 1,0-4-401,0 1-205,0 0 1,0-1 0,0 0-1,0-3 1,0-1-10,0 2 0,-5-10-1394,0 3-679,-6-9-2158,9 7 1963,-10-10 1437,10 4 1,-6-11 495,4 1 0,-4-64 0,-6-11 0</inkml:trace>
  <inkml:trace contextRef="#ctx0" brushRef="#br0" timeOffset="4">6967 16775 8267,'8'-1'1423,"-3"-4"-616,-4 3-12,-1-10 1766,0 10-1148,0-4 1,0 12-402,0 4-618,0 2 1,0 7-1,2 2 1,1-1 0,2 3 154,-2-1 0,-1-3-507,-2 4 1,0-4-1,0 3 1,0-1-254,0-4 1,0-1 262,0-2-1827,0 0 1097,0 1 501,0-7-118,0-8 0,0-15 0,0-10 0,0-6 0,0-7-506,0-3 1,0-8 397,0-4 307,6-2 1,3 5-1,9 2 1,1 7-1,-2 8 132,-1 9 1,-2 13 58,0 6-41,7 4 1,-5 9-1,1 6 1,-4 8-1,-5 3 613,-2-1 0,-1 3-201,-5-3-259,0-4 0,-2 5 0,-1-6 0,-3-1 0,-2-2-316,-3-2 1,-2 0-136,-1 0-520,-7-6 1,4 3-1,-5-6 1,1 0-1,4-1-2195,1 1 2959,2 0 0,-32 1 0,-8 2 0</inkml:trace>
  <inkml:trace contextRef="#ctx0" brushRef="#br0" timeOffset="5">6228 17571 8094,'9'-4'138,"-1"-3"0,0 1 0,-2-2 1445,1 0 1,-3 7-721,-4 1 0,0 6 0,0 8 0,0 2-380,0 3 1,0-2-1,0 7 1,0 1 61,0 2 1,0-3-573,0 0 0,0-2 1,0 3-1,0-3-257,0-1 1,0-2-799,0-5 495,0 0 1,0-4-11,0-1 1,0-7 174,0-2 1,-4-7 0,-3-9-1,1-2-381,0-6 0,-4-8 87,6-1 705,-1-6 1,5-3 0,0-5-1,0 1 1,0 2 223,0 1 1,6 6 460,4-1 1,4 8-431,5 1 1,3 7-1,5 9 1,-2 4 287,-1 4 0,-2 5 40,2 5-417,-4 3 1,-6 8 0,-1 3-1,-2 3 1,-3 1-17,-2 1 0,-1-5-3,-5 5-197,-6-1 0,-2 1 1,-6-2-1,-2-1 1,-2-4-368,-1-1 1,-6-2 65,1 0-178,-2 1 0,2-6 1,2-1-1,1-2 540,4-3 0,20-14 0,6-4 0</inkml:trace>
  <inkml:trace contextRef="#ctx0" brushRef="#br0" timeOffset="6">6768 17529 8094,'0'-14'0,"-5"-1"0,1 1 0,-1 2 641,-1 2 0,2-3 0,-4 4 0,1-2 554,-1 1 0,-2-1-832,-4 7 0,0-1 0,0 5 0,-2 0 151,-3 0 0,3 6-160,-3 4-250,3 9 0,2-4 1,0 6-1,1-2 0,4 0 84,4-2 1,-1-1 103,1-2-871,0 7 0,7-5 1,2 3-1003,6-4 904,3-7 510,7-1 1,-4-9-1,3-3 1,-3-4-1,-2-4-178,0-1 1,0-2 288,1-3 165,-1 3 1,0-4-1,-1 6 1,-2 1 0,-3 2 683,-2 1 0,0 6-154,-1-6-600,-3 7 1,4-2 0,-6 10 312,0 5 1,0 2-42,0 2-241,0 1 0,5-1 0,1 0 0,2 0-125,3 0 1,2-1-61,1-3 1,2-2 0,1-5 0,2 1-153,-2 0 1,-1-9 15,-2-5 135,0-2 1,-1-7-1,-2-2 1,-3-2 0,-2-6-253,-2-2 0,-3-4 148,-1 2 208,0 9 0,-5-8 0,-1 13 1,0 2 661,-1 1-383,-4 8-116,10 2 0,-6 8 0,6 4 0,-2 6 0,-2 7 640,2 4 1,1 0 581,2 6-1046,0-1 1,5-1 0,1-2 0,1-1-1,-1 0 53,-3-2 0,3 0-106,-1-3-285,6-3 0,-9 4 0,4-6-645,0 1 270,-4-8 240,4 0 1,-1-14-1,0-2 1,0-4-243,1-1 0,-3-3 85,7 3 0,-7-4 153,1 9 1,0 1 0,-1-2 85,1-1-183,1 5 0,-5-2-2723,0 3 1292,0 4 1154,0-6 0,-1 9 524,-4 3 0,-22 22 0,-11 10 0</inkml:trace>
  <inkml:trace contextRef="#ctx0" brushRef="#br0" timeOffset="7">7138 17415 8094,'0'-14'0,"0"-2"218,0-3 0,0 8 0,0-3 0,-2 3 1059,-3 3 1,-2-3 267,-8 6-1211,1 0 0,-5 7 0,-1 3 0,-3 4 0,0 5 580,1 5 1,-4-3-629,7 3 0,2 3-28,8 2 0,-2-2 1,6 0-1,2 0 209,1 0-351,2-4 1,2 4 0,2-5-74,6 2 1,4-1 0,3-7-1,4-3-115,1-2 1,2 3-800,4-4 684,1 0 1,-1-5-1,-1-2 1,-2-3-1,-3-2-288,-1-1 0,-2-10-437,-5 4 591,0-3 1,0-4-1,-1-3 1,-3-4 0,-6-4-482,-2-1 1,-2 0 148,0 5 653,0-7 0,0 11 0,-2 1 0,-1 5 18,-2 4-8,-6 6 173,10 2 1,-6 12-1,7 5 1,0 6 0,0 7 970,0 3 0,0 1-629,0 1-27,0-7 1,5 5 0,0-3 0,-2 2 0,-1 1 36,-2-3 0,0 1-371,0-6-204,6 0 0,-4-5-1021,2 1 244,-2-8 550,-2 0 1,0-9 0,2-3 0,1-6 0,3-6-617,2-7 0,1-1 116,6 1 594,-1-2 0,0 3 0,0-3 0,-1 2 1,-2 5 84,-2 3 1,-4 7 109,5-1 188,-1 7 967,-1-3-729,-2 12 0,-6 2-79,0 6 1,-1 0-1,-2 1-303,-2-1-18,0-6 1,5 4 73,0-2-201,6 2 0,7 1 0,8-3 0,2-4-126,7 0 1,-1-4 131,4 2 1,2-2 0,-2-4-1,-2-1-11,-1-1 74,-1-7 0,-7 4 0,-3-4 77,-3 2 1,-7-1-57,1-4 1,-7 0 0,2 0 0,-4-1 25,-1 1 0,-6 0-33,-4 0 1,-2 1-1,-2 2 1,-1 3-66,1 2 0,-5 1-36,0 5 1,0 2 106,5 2 0,0 4 0,0 6 0,-1 1 19,1-1 61,6 0 1,2 0 0,6 1 0,0-1 0,0 2 275,0 3 1,2-4-47,2 4-264,10-9 0,4 2 0,6-4 0,1 2 1,2-2-38,1-2 1,1-1-38,-1-5 0,5-7 0,0-2 0,-3-4-121,-4-1 0,-1-2-82,-6-3 136,6 4 1,-9-12-1,1 3 1,-4-4-1,-5-4-228,-2-1 0,-1-5-56,-5 5 316,0 0 1,-2 10-1,-2 4 14,-6 4 0,-3 8-318,-1 7 301,6 7 0,-3 8 0,5 4 0,0 5 0,-1 3 620,4 1 0,2 1 655,1-1-798,0 1 0,6-1 1,2-1-1,1-2 1,1-3 325,1-1 0,1-2-358,3-5-314,-1 0 1,0-1 0,0-4-1851,1-4 886,-8-3-448,0-2 1,-7-7 0,0-2 0,0-4-498,0-1 0,0 0 934,0 0 593,0-7 0,0 5 1,-2-3-321,-3 4 716,4 7 124,-5 1 0,12 7 0,3 0 0,4 0 0,3 0 1637,3 0 1,-2 0-521,7 0-924,0 0 0,6-4 0,1-3 0,2 1 1,-1-2 265,-2 0 0,-6-1-259,-1-6-518,1-5 1,-2 4 0,-3-3 0,-3 3-319,-2 2-221,-6 0-216,-2 6 265,-6 2 0,2 9 0,1 5 698,2 6 1,1 5 0,-1 0 0,3 3 278,0 0 1,3 3-67,-7-6 0,6 5 0,-4-3 0,1-1 900,-1 1-729,5-2-418,-9-5 0,4-5 0,-9-1 1,-5-1-366,-6-4 0,-10-6 18,0-2-133,-9-6 1,3 4-1,-5-4 1,2 3-1,0 1-2770,1-1 3181,-4-2 0,0-4 0,-7 0 0</inkml:trace>
  <inkml:trace contextRef="#ctx0" brushRef="#br0" timeOffset="8">9000 13335 8165,'5'-9'434,"1"1"0,2 0-1,3 0 1,4 5-290,3-2 0,6-1 0,11-1 0,8 1 0,10-2 0,12 0 0,11-1 0,-35 4 0,2 0 90,2 0 0,0 1 0,-3 1 0,1 1-204,0-3 1,-1 1 0,-1 1 0,-1 1-1,34-6 1,3 0 33,2 0 0,0 3 1,-38 2-1,-1-2 1,39-2-269,-38 2 1,0 2 0,1 1-1,0 1 149,7-2 1,1 1 38,-2-2 0,1 0 0,3 3 0,0 0 0,-3-1 0,-2 0 0,0 0 0,0 2 0,-1 0 0,-1 0-20,0 0 1,-1 0 0,35 0 162,-8 0-116,0 0 0,-14 0 0,1 0 0,-6 0 0,-3-2 67,-3-2 1,-2 2-41,-1-3-26,0-3 0,-2 5 1,-5-5-1,-6 0 1,-6 2-11,-4 0 0,-1-5 27,-5 1-32,1 4 0,-7-7 0,-4 4 79,-2-4 0,-4 1 449,-2 2-567,2-3 0,-12 7 1,1-5-1,-6 2 1,-3-1-343,-3 2 1,3-3 53,-2 6 152,0 1 0,-3-1 0,4 0-335,4 2 245,3 2 284,8 1 1,8 1-1,11 4 1,7 4 0,5 4 519,4 1 0,0 5-113,-3 0-275,2 6 1,-8-4-1,4 4 1,-3-3-1,-6-1 96,-7-4 0,-5-1-28,-1-2-374,0 7 0,-12-10 0,-7 1 0,-10-2 0,-7-4-876,-7 1 1034,-9-3 0,-20 2 0,-14 1 0,23-2 0,-1 0 0,0 1 0</inkml:trace>
  <inkml:trace contextRef="#ctx0" brushRef="#br0" timeOffset="9">11119 13790 8165,'8'-6'280,"-2"2"1172,-6-5-1117,0 6 1,-2-8 0,-2 6-1,-6 2 1,-4 1 0,-3 2 778,-2 0-1010,-13 0 1,7 0-1,-13 2 1,-3 1 0,-5 3 291,-6 2-413,-4-5 0,-2 8 0,-2-4 1,-3-1-1,-2 2-88,-3 0 0,-5-3-159,2 4 235,-3-6 0,9 5 1,-7-5-1,-4 2 1,-3 0-29,0 1 0,1-4-1286,7 2 1316,7-2 1,-9 0 0,7 1 0,1 1 0,2 0-169,1-3 0,-1-1 145,1 0 1,9 5-59,-4 0 1,9-1-1,2-4 1,5 2-8,3 3 1,7-4-10,-2 4 99,3-3 0,3 2 0,3 1 0,5-2 59,3-1 212,2-2 283,6 0 1,3 0-1,10-2 1,5-2-447,2-6 1,4-3-85,3-1 18,3 0 1,7-5 0,-2 0-1,-2 2 1,-3-1 2,-2-1 0,-1 8-2,-4-3 86,-7 9 1,3-3-316,-7 4 1,-1 8 846,-7 1-471,-10 6 1,-4 10 0,-4 1-1,1 2 1,3-2 93,-3-2 0,5 6 124,-3-3-346,10-2 1,-2 1-1,6-5 1,2 2 0,1-1-15,2-3 1,11 0-615,3-1 196,10-6 0,5 3 0,7-5 1,2 0-1,0 2 395,1 0 0,13-3 0,7 0 0,6 2 0,-1 0 0</inkml:trace>
  <inkml:trace contextRef="#ctx0" brushRef="#br0" timeOffset="10">598 13292 8063,'9'-4'202,"-1"-3"710,-2-1 0,-1-1 442,-5-5-1471,0 6 274,0 1 0,0 9 0,0 3 0,0 4-3,0 4 1,0 3-1,0 1 1,0 4 13,0 1 1,-2 0 3,-2 2-166,2 2 0,-6-5 0,5 4 0,-2-3 0,1 0-70,-3 1 1,6-6-75,-4 2-118,3-3 1,1-7 0,-2 1-1356,-2 1 263,0-5 1,5-1-447,0-10 1794,6-3 0,9-38 0,7-7 0</inkml:trace>
  <inkml:trace contextRef="#ctx0" brushRef="#br0" timeOffset="11">598 13363 8063,'0'-14'2021,"0"0"-1789,0 0 1,0 0 83,0-1 1,0 1 0,1 0-61,4 0 1,3-1 151,6 1-335,7 0 0,-1 1 0,5 2 0,-1 3 0,1 2 292,2 3 0,0 1-402,-3 2-123,3 0 1,-13 2 0,2 1-1,-7 5 1,-3 3-36,-2 5 1,-3 1 150,-1-3 18,-6 1 1,-2 0-1,-6 3 1,0 1-1,-1-2-137,1-1 1,-2-3-299,-3-4 301,4 4 1,-11-7 0,7 4 0,2-4 26,1 0 0,2-4 0,0 3 69,6-4 1,0-1-225,3 0 1,5 0 70,0 0 524,0 0 1,13 5-1,-4 1 1,4 2 201,1 3 1,-1-3-207,-4 1-177,4 1 1,-5 4 0,6 0 0,0-1 148,0-4 1,-4 4-466,-1-3 196,1-4 1,4 5 0,0-5 0,1 1 0,-1 1-406,0-1 0,0-3 101,0 0 138,1-2 0,-1-2 0,0-2 117,0-2 1,-1-4-9,-4-7 47,4 1 0,-11-2 1,2-1-1,-2-2 0,-2 0 109,0-1 0,0 4 399,0-3-253,0 9 1,0-2-12,0 2 137,0 4-323,0 6 0,0 8 0,0 6 0,0 2 0,0 1 71,0 2 0,0 2-281,0-2 84,0-4 0,1 6 1,4-7-1,3 0 0,2 1-256,-1-1 1,5-6 185,5-3 1,0-4 41,-5-1 0,5-1 0,0-3 0,-1-4 9,-2-4 1,-2-1-73,0-10 200,-6-1 1,3-5 0,-6 1 0,-2 0 0,-2-1-61,-1 1 0,0 1 288,0 3-171,-6 4 1,-2 7-1,-6 3 1,0 6-1,-2 4 102,-3 4 0,2 6-422,-7 9 215,7 3 0,-4 2 0,7-1 0,1 1 0,4 0-169,4-1 1,-1-5 40,1 1 5,0-3 1,7-2-1,2-2 1,6-2-1,4-4-511,5 1 0,-2-6 168,7 4 307,0-10 0,0-3 0,-2-6 0,0 0 1,-2 0 16,1-1 0,-2-4 537,-5 0-185,0 1 1,-1 3 0,-2 1 1045,-2 0-834,-5 6-257,2 2 0,-8 7 1,-1 4-1,-3 4 1,0 4 506,-1 1 1,1 5-222,1 0-391,4 0 1,-6-5 0,7 1 0,0-1-459,0 0 0,7-1 47,2-4 78,4-3 0,2-6 0,3 0 0,1 0 0,-2-1-411,-1-4 0,-2-3 160,0-6 520,7-7 0,-7 6 1,2-4-1,-7 3 1,-1 2 483,0 0 599,-5-1-516,4 1 1,-7 8-50,0 6 1,0 6-16,0 8-353,0 7 1,0-5 0,0 3 0,0-4-1,0 0-454,0-1 0,6-5-9,4 1-32,2-1 0,4-1 0,1-3 0,4-4 0,1-2-842,3-4 1,-4-3 333,-2-6 817,-3-7 1,-2 6 0,0-6 0,0 2 0,-1 0 26,-4 2 1353,-2 1-542,-7 8 1,0 3 263,0 10 0,0 3 184,0 6-931,0 7 1,0-5 0,0 3-1,0-4 1,0 0-213,0-1 1,0 0-218,0 0-220,0-6-427,0 5 530,0-12 0,0 4 0,0-10-143,0-4 1,0-5-83,0-5 1,6 1 0,2-4 0,1 0-1113,1 0 2033,-1 5 0,6-2 0,-1 8 0,-2 1 0,1 1 459,1 1-686,-9 1 1,14 7 0,-10 2 0,4 3 0,1 3 573,0 0 1,-1 4-136,-3-2-796,2 2 0,-9 3 0,7-1-923,1 0 0,0-5 625,-2 1 0,4-7 1,-3 2-1,2-5-564,2-5 1,1-3 413,-1-6 1,2 0 419,3 0 1,-2-1 0,5 1-1,0 0 335,0 0 0,-3 1 493,5 4 1,-7-3-414,2 8 1,-3-1-1,-2 5 1,1 0 696,-1 0 262,-6 0-498,-2 0 1,-1 2 87,-1 2-936,1-2-723,-5 4-53,0-6 607,0 0 1,-6 0 13,-4 0 1,-2 0 166,-2 0 0,-2 0 0,-3 2 0,-5 3 15,-3 4 1,0-1 202,4 1 0,-4 6 0,5 4 1,0-2 296,3-1-324,3-2 0,3 0 1,4 0-1,4 1 43,3-1 0,10-2-128,7-2 1,7-4-1,9-6 1,2-1-21,-1-4 0,-2 2-3,-2-7 1,1-4 66,-1-5 0,-6-1 1,-3 1-1,-3-5 132,-2-3 0,-1-1-94,-3-1 0,-4-1-48,-6-3 1,0 3 0,-2-3 0,-1 4 561,-2 6-242,-6 9-264,3 7 1,-4 10 0,1 5-1,3 8 301,2 5 1,1 2 288,5 6-498,0-1 0,-5 1 0,0-1 1,2-1-1,2-2 178,1-1 1,0-7-792,0 2 8,0 3 1,0-11-1,1 4 1,4-4-2690,4-4 3124,4 0 0,20-26 0,5-5 0</inkml:trace>
  <inkml:trace contextRef="#ctx0" brushRef="#br0" timeOffset="12">2744 13378 8079,'-7'0'2208,"0"0"-477,1 0 1,4-2-974,-2-3 1,8 4-1646,6-4 1,-2-1 0,3 1 0,3 2 886,3 1 0,34-4 0,3-2 0</inkml:trace>
  <inkml:trace contextRef="#ctx0" brushRef="#br0" timeOffset="13">3015 13193 8115,'0'-10'789,"0"1"1775,0 6-451,0-10-1546,0 12 1,0 1 0,0 9 0,0 4 30,0 1 1,0 5-212,0 0-308,0 6 0,-5-4 0,0 4 0,2-3 0,1 0-142,2 0 0,0-4-775,0 1 1,0-4 91,0 0 0,0-1 0,0 0-2552,0 0 1554,0-6 832,0-2 912,0-6 0,0-44 0,0-11 0</inkml:trace>
  <inkml:trace contextRef="#ctx0" brushRef="#br0" timeOffset="14">2901 13307 8115,'0'7'2347,"0"0"-1753,0-7 0,1-2-276,4-3 1,3 4 0,8-4 0,3 2-142,5-2 1,2 2-417,3-6 180,6-1 0,-4 1 1,5 1-1,-1 1 0,-3 3-242,-2-3 0,-8 6-139,-3-4 398,-3 3 1,-7 7 0,-1 2 0,-2 0 685,-2 4 0,-3-3-42,-1 2-210,-6-1 1,4 10 0,-2 0 0,0-1 0,1-3 608,-2 0 0,1-1-312,4 0-642,0 0 0,0 1 1,0-1-1,0 0 55,0 0 173,0-6-1145,0-2 1,0-4-578,0 3 1645,0-4 337,0 6 1,0-9 0,0-3 1,0 2-669,0-6 245,0 5 0,0-3-298,0 2 147,0 3-572,0-10-230,0 10 555,0-4 487,0 6 0,-2-2 155,-3-3-91,4 4-184,-5-5 1,6 4-300,0-3 1,1-1-136,4-4 217,-4-2 0,7 4 0,-5-6 0,4-1 0,1 3-187,3 2 0,1-2 18,3 2 245,-1-2 0,2-1 1,1 3-1,2 4 1,-2 1 81,-1 1 1,-2-1 96,1 5-109,-1 0 1,0 0 0,0 0-673,0 0 228,-6 6-210,-1-4 0,-7 10 643,0-2 0,-13 9 0,-3 3 0</inkml:trace>
  <inkml:trace contextRef="#ctx0" brushRef="#br0" timeOffset="15">3654 13292 8118,'-8'-9'2592,"4"-1"0,1 7-1690,-2-2 0,3 5 12,-2 5 1,2 8-428,2 6 0,0 1 0,0-2 1,0 1 234,0-2 1,0 5-100,0 2-652,-6-4 0,4 3 1,-3-6-1,4 2 0,1-2-247,0-1 0,-2-6-259,-3-1 1,4-4-1420,-4 4 357,4-6 0,1 2 1597,0-10 0,12-47 0,4-17 0</inkml:trace>
  <inkml:trace contextRef="#ctx0" brushRef="#br0" timeOffset="16">3697 13108 8118,'0'-15'2386,"-2"3"-980,-2 2-112,2-2 0,-6 10 204,4-3-1348,2 4 1,-9 2-900,6 4 0,-4-2 58,4 7 1,0-6 0,5 6-2398,0 1 3088,0-5 0,13 19 0,3-1 0</inkml:trace>
  <inkml:trace contextRef="#ctx0" brushRef="#br0" timeOffset="17">3868 13307 8130,'0'-15'3713,"-7"7"-2343,6-4 0,-6 12-555,7 0 0,0 8-608,0 11 0,0 3 0,0 6 1,0 1 567,0-1 0,0 2-95,0 3-503,0-3 0,0 7 0,0-6 0,0 2 1,0-1 216,0-2 0,0-2-1384,0 1 614,0-1 0,0-6 0,-1-4-955,-4-7 1449,4-5 0,-6-7-239,7-4 0,-1-8 0,-3-7 0,0-2-271,1-4 1,1-7 244,2-5 1,0-3-92,0-2 1,2-6 0,2-1 0,7-1 31,7 4 1,-1 9 0,7 5 0,-5 6 302,4 8 1,1 6 0,5 13 0,-3 2 73,-2 3 1,1 3 208,-6 6 0,0 5-224,-4 0 0,-8 1 0,-2-2 0,-3 1 59,-2-2 0,-2-6-335,-3-1 0,-7-1-283,-7 5 0,-6-1 0,-1-2 0,-5-2-2585,-7 3 2988,-3-6 0,-7-2 0,-12 1 0,-1-2 0,-6 0 0,0 0 0,0-1 0</inkml:trace>
  <inkml:trace contextRef="#ctx0" brushRef="#br0" timeOffset="18">1593 14145 8106,'0'-14'1209,"5"0"0,-1 0-171,-1-1 1,-1 9 0,-4 6-1,-2 8 1,-6 6-374,-2 5 0,-1 3 0,2 7 0,1-1-581,-1 1 1,3-1-1,1-1 1,-1-2 31,0-1 1,5-2-407,-2 2 0,3-2 0,2-5 0,2 1-908,3-6 1,3 1 575,6-8 1,0-1 114,0-4 1,5 0 0,0-1 0,-2-4 31,-1-4 1,0-4 118,3-1 385,-10-7 0,10 5 1,-9-1-1,1 4 1,0 5 584,-1 2 718,-7-5-112,9 3 185,-10 0-638,11 8-671,-12 8 1,10 2 0,-6-1 0,0 2-899,1 2 705,-4 1 0,9-5 0,-5-1-574,2-1 0,-3-3 313,4-4 0,-4 5 0,4 0-300,2-2 837,2-1 0,-4-7 0,1-1 1493,1-2-925,2 5-194,-5-10 0,4 11 316,-2-2-267,-4 2-383,0 2 0,-1 2-501,0 2-36,-1 4 118,-4 6 1,0-4-127,0-1 112,0-5 851,0 8 511,0-10-1113,0 4 0,-1-7 1,-2-4-1,-2-5-544,2-2 0,1-3 203,2 1 123,0 0 0,0 0 1,2 0-1,1-1-217,2 1 1,6 0 142,-2 0 1,2 4 360,-1 1 0,7 6 0,-3-2 1,2 3 175,0 2 1,-2 0-86,0 0 1,1 0-119,-1 0 0,0 7 0,0 2-3,1 4 0,-6-1-135,0-2 67,-5 2 1,2-4-84,-6 7 4,0-8 1,-2 1 0,-2-4-151,-6 0 0,2 1 40,-1-5 1,4-2 122,-4-2 1,5-4 0,0-6-84,2-1 1,4-4-687,2 0 678,4 1 1,7 5-1,0 2 1,3 1 0,1 1 358,-2 1-108,5-5 0,-4 12 0,4-4 0,0 3 0,-2 4 319,1 3 0,-2 1 242,-5 4-472,-6 2 0,5-4 0,-6 6 0,3-1 0,-1-2 16,2-2 0,-3-4-163,2 5 0,-5-6-174,4 6 1,1-7 0,4 2 0,2-5-26,3-5 0,-4 2 37,4-7 0,-3-1-56,-2-8 0,1 4 1,-1-4-1,-2 1-69,-2-1 0,-4 4 337,-6-4-172,0 3 1,0 6 0,-1 2 0,-4 2 0,-5 3-212,-2 1 0,-4 4 249,-3 3 0,3 3 87,-3 6 1,3 2-1,2 1 1,2 3 291,2 3 1,-1-6 264,6 2 0,1-3-303,4-2 1,1 0-1,4 0 1,4 1 17,4-1 0,8-6-117,2-4-417,4-2 1,6-2-1,0 0 1,-1-2 0,-2-2-763,-2-6 1,1-4 494,-1-5 0,-4 3-1074,0-3 1,-7-3 1557,2-2 0,-22-28 0,-7-8 0</inkml:trace>
  <inkml:trace contextRef="#ctx0" brushRef="#br0" timeOffset="19">1209 14288 8106,'-22'0'0,"-3"0"0,6 0 877,1 0 1,10 0-1,10 0 38,11 0 1,13-2-614,12-3 0,16-4-140,8-10 0,6 1 0,3-4 1,0 2 307,0 2-470,-6 3 0,-25-1 0,2-2 0,-2-1 0,0 0 0</inkml:trace>
  <inkml:trace contextRef="#ctx0" brushRef="#br0" timeOffset="20">7308 13136 7674,'0'-14'447,"0"0"1,0-1 0,0 1 0,0 0 3686,0 0-2355,0-1-1488,0 8 1,0 7 0,0 9 0,0 4 0,0 2 0,-1 4 682,-4 5 1,2 3-811,-7 1 1,6 1-1,-6-1 1,-1 1 122,-2-1 1,4 1-448,0-1 1,1-6-4,-2-3 0,-1-3 0,6-2 1,1-1-1507,-3-4 646,6-2 647,-6-14 1,9-4 0,1-11 0,3-8-1,2-3-1110,3-2 0,4-9 747,4 1 649,-4-3 0,11 4 0,-7 1 0,-2 3 0,-1 6 474,-2 7 1,0 6-199,0 9 93,1 4 0,-1 9 1,0 7-1,0 10 1,-1 9 1304,-4 4 1,2 6-618,-6-1-738,0-3 1,-5 5-1,2-6 1,1 1-1,1 0 286,0-4 0,-3-2-659,-1-5-193,0-4 0,0-6-2768,0 1 2053,0-8 1,0-7 0,0-11 0,0-4-229,0-4 0,0-7 1280,0 3 0,-44-42 0,16 27 0,1 0 0</inkml:trace>
  <inkml:trace contextRef="#ctx0" brushRef="#br0" timeOffset="21">7280 13193 7703,'-8'0'3471,"-5"0"-2519,12 0-357,-12 0 0,13 0 0,0 0 0,10 0 524,7 0 0,0 0-299,7 0-941,0 0 1,-1 0 0,1 0-1,0 0 1,0 0-1256,-1 0 0,-5 0-534,1 0 1040,-4 0 0,0 0 870,-1 0 0,-19 0 0,-4 0 0</inkml:trace>
  <inkml:trace contextRef="#ctx0" brushRef="#br0" timeOffset="22">23133 13108 7712,'4'-15'240,"1"1"1,0 1 0,0 2 3077,-1 2 29,1 6-2324,-5-10 1,0 18-679,0 0 0,0 6 1,-1 4-1,-4 3 254,-5 1 1,2 6-505,-1-1 0,1 3 0,-3 1 0,3-1-347,2-3 0,-4 2 0,6-3 0,0-1-570,3-3 1,2 1 481,4-1 0,5 0 0,9-5 0,4-1-393,4-4 1,6-2 167,0-7 510,7 0 1,-5-7-1,3-2 1,-7-4 0,-5-2 412,-8-4 0,-2 1-167,-2-6-88,-6 7 0,-6-8 1,-10 6-1,-5 1 1,-7 3 158,-5 0 0,-4 3-67,1 2-188,-1 4 0,-4 6 0,0 0 0,1 0 0,4 0-206,4 0 0,4 6-539,5 4 504,8-4 1,-4 7 0,7-4 0,6 2-308,6-1 0,11-2 523,5-4-29,2-2 1,3 4-1,1-7 1,1-4-1,3-4 166,-3-4 1,-2-3 711,-6-3-641,-2 3 0,-9-10 0,0 2 0,-5-3 0,-2-1 274,-6-1 0,-7 5-198,-11 1-281,3 5 1,-11-1 0,3 8-1,-2 3 1,-3 2-237,1 3 0,4 1 104,0 2-825,7 7 0,1 1 0,7 6 972,-2 0 0,11 26 0,1 5 0</inkml:trace>
  <inkml:trace contextRef="#ctx0" brushRef="#br0" timeOffset="23">470 15595 7815,'-15'-7'-201,"1"-1"1,0 4-1,0-2 2709,0-2-1638,-1 5-653,1-3 1,0 6 0,0 0-1,-1 0 1,1 0 0,0 1-1,0 4 149,0 5 0,1 2-289,3 2 0,-2 2 0,4 2 1,-2 2 6,1 2 0,6-4 0,-2 1 1,5-2 3,5 2 0,0-5-28,9 0 0,-3-1 0,8-8 0,-2-2 85,2-2 0,2-1-216,2 0 84,-2-6 0,-2-7 0,0-5 0,-2-1 0,-1 0 134,-2 0 0,-1-7-502,-4 3 226,4-4 0,-10-2 0,5-1 0,-2-3 0,-3-3-70,-1 0 1,-4 1 371,-2 6 136,2 1 0,-6 6 0,5 3 28,-2 3 0,-4 10-242,4 6 126,0 6 1,5 10 0,0 3-1,0 6 1,0 5 851,0 3 0,0 2-427,0-2-322,-6-3 0,5 10 0,-4-7 0,3-2 0,2-1 226,0-1 1,0-5-417,0-1-84,0-5 0,0 2 0,0-6-128,0 1-748,0-7 117,0-2 1,0-8 0,0-2-5864,0-6 4636,0-3 1270,0-1 666,7 6 0,0-4 0,8 4 0</inkml:trace>
  <inkml:trace contextRef="#ctx0" brushRef="#br0" timeOffset="24">654 15780 7836,'15'0'-543,"-1"-5"0,-1-1 0,-2 0 3145,-2 0 1,-6-1-591,2 2 0,-5 4-1531,-5-4 0,4 5 1,-4 5 127,3 4 0,-2 6-388,-1 4 0,0-4 0,5 4 0,-1-3 47,-4-2 0,3 5-264,-3 0 1,4 0 0,-1-6 0,-1-2 0,-2-2-452,1 1 234,4-2 1,0 1 0,0-9-253,0-6 0,0-7-727,0-6 927,0-3 1,0-6-1,1-2 1,4-2-1,3-1-182,0 1 0,4 2 481,-2 2 42,-4 6 0,7-3 0,-4 7 1,4 6-1,1 5 856,0 6 1,5 2-283,0 4-259,0 3 0,-9 8 1,-1 3-1,1 4 1,-2 4 616,-4 2 1,3-1-420,-3 0-549,1-5 1,-5 2-1,0-6 1,0-2 0,-1-1-206,-4-2-1969,3 0 474,-4-6 0,4 0-3094,-2-3 1623,-4-3 2260,-6 4 0,4-11 871,1 0 0,-26-25 0,-11-1 0</inkml:trace>
  <inkml:trace contextRef="#ctx0" brushRef="#br0" timeOffset="25">697 15880 7836,'0'-10'0,"0"1"2308,0 6-1217,-6-10 3198,4 11-1755,-4-10-1765,6 10-683,0-4 1,6 4-1,4-1 1,2-2-1,3 2-425,-1 2 1,2 1-2054,3 0 1404,3 0 1,1 0-1,-1 0 1,1 0-1,-1 0-1348,3 0 0,2-2 2336,1-3 0,1-3 0,-1-6 0</inkml:trace>
  <inkml:trace contextRef="#ctx0" brushRef="#br0" timeOffset="26">1095 15738 7836,'8'-7'0,"0"6"0,-3-4 1477,-4-3 0,7 6 0,-5-4 2738,2 0-3031,0 4 0,-7-4 0,-1 8 452,-2 2 1,-6 4-1314,2 6 1,1 1 0,-2 0 0,1 3-379,1 1 0,-3 1 10,6-1-16,1-3 1,4 9-1,0-6 1,0-1-1,1-3-1043,4 0 0,3-3 67,6-2 534,0 2 0,5-10 1,2 3-1,1-5 0,2-5-386,-2-5 1,0-2 764,-3-2 108,-4-1 1,1-4 0,-8 0 0,-1 2 0,-4 1 103,-2 2 0,-1 0 429,0 0-374,0-1 1,-6 3 0,-5 1 0,-5 3 0,-3 2 176,2 2 0,-4 3-367,2 1 30,-6 0 0,9 5 0,-1 1 0,4 0 0,4 0-555,-2-2 306,4 4 118,1-1 1,9 1 0,5-3 210,6-3 1,4-2 124,-4 0-74,0-7 1,5-1-1,0-6 1,-2 0 0,-1 0 86,-2 0 0,-1-1 10,-4 1-157,-2 0 0,-7 0 0,0-1 1,-2 1 5,-3 0 0,-7 5-689,-7-1 310,-6 7 1,7-3 0,-4 6-1,0 0 1,1 1-1712,1 4 0,3-2 743,7 7 540,-3-1 0,12 5 0,-4 0 0,5 1 747,5-1 0,41 19 0,15 5 0</inkml:trace>
  <inkml:trace contextRef="#ctx0" brushRef="#br0" timeOffset="27">1763 15610 7920,'-14'-10'598,"0"2"2502,0 2 863,6 1-717,-5-1-2889,12 4 0,2-4 0,12 6 1,6 0-127,3 0 0,6 0 0,6 0 0,-3 0-461,-1 0 1,-1 0-1227,-1 0 540,-6 0 1,-1 0-1,-7 0 1,0 0-1,0 0-4943,1 0 4389,-8 0 1185,0 0 1,-7-2 0,-2-1 284,-3-1 0,-40-27 0,-17 0 0</inkml:trace>
  <inkml:trace contextRef="#ctx0" brushRef="#br0" timeOffset="28">1906 15482 7920,'0'-10'-1001,"0"1"0,0 4 4968,0-4-2017,0 5 0,0-8 1828,0 2-2499,0 4-772,0 0 0,0 7 0,0 4 835,0 4 0,0 4-436,0 1-772,0 7 1,0-4 0,0 7-1,0 0 1,0-1-448,0 1 1,0-2 80,0 2-771,0-4 1,-5-1-1,0 0 1,2-1-896,1-3 0,2-5-1718,0-1 981,0-6 2635,0 4 0,19-64 0,5-14 0</inkml:trace>
  <inkml:trace contextRef="#ctx0" brushRef="#br0" timeOffset="29">2346 15382 8215,'2'-14'1807,"3"0"456,-4 6-329,6-5 0,-7 10-880,0-6 1,0 7-585,0 2 1,0 8 0,0 9 135,0 2 1,0 2-676,0-2 93,0-4 1,0 12 0,0-5 0,-2 1 0,-1-3-329,-2 1 0,0-6 187,5 4-361,0-3 1,0-2 0,0 1-875,0-1 921,7 0 533,1-6 1,1-3 0,1-8-1,1-4 1,1-1 254,2-3 1,-4-3 76,-1-5-324,1 3 1,-2-4-1,-2 7 1,-1 2-1,0 2 179,-2-2 1,-2-2-369,-1-1 9,0 6 1,0 0-1,0 3-215,0-4 32,0 2 118,0 1 1,-6 4-370,-3-2 278,-4 2 146,-1-11 1,6 10 0,1-5-1,3 1-362,-1-1 308,-6-2 76,9-4 0,-6 0 0,5 0-81,-1-1 1,-1 1-214,5 0 30,0 6 0,0-5 0,0 4-1368,0-4 730,0 5 523,0-4 1,0 9 351,0-7 0,1 7 694,4-2 224,-3 4 1644,4 1-1451,-6 0 1414,0 0-2278,6 0 1,-4 1 83,3 4 1,-4-2 0,-1 7-1,0 2 168,0 6 0,0-1 7,0 7-354,0-1 1,0 6 0,0-1 0,0 2 0,0 2 204,0 1-407,0 6 1,0-9 0,0 4-1,0-4 1,0-4-169,0-2 0,0-3-262,0-7 213,0 0 238,0-6 280,0-2 0,5-14 1,0-4-1,-1-6 1,1-1-263,0-1 0,0-2-323,-5-7 292,0 7 0,0-3 0,0 4 0,0 1 0,-2-1-322,-3 4 1,2 1 244,-6 2 1,-1 5-1,-4 1 1,-2 1 9,-3 4 1,3 2 179,-2 1 0,0 6 0,1 3 1,-2 6 264,1 4 1,3-2-62,0 7-118,1-7 1,6 8 0,4-4 0,2-1 0,4 1 215,2-4 1,4-1-239,6-2 1,7-1-103,3-4 1,2-2-1,3-7 1,-1 0-670,1 0 0,-1 0-497,1 0 1,-6-2-1,-1-3-928,-1-4 1,-2-2 384,-5 1 1761,-6-2 0,-27-9 0,-12-9 0</inkml:trace>
  <inkml:trace contextRef="#ctx0" brushRef="#br0" timeOffset="30">2673 15595 7920,'0'-14'3257,"0"5"-831,0-1-1117,0 7 379,0-3-1281,0 6 0,0 6 0,0 4 0,0 2 111,0 2 1,0 2-496,0 3 1,0-1 0,0 4 0,0-2-36,0-2 1,2 2-24,3-1 14,-4 0 0,7-5 0,-5 0 0,4 1 0,1-3-441,3-2 0,1-4 103,2-6 229,1 0 0,0 0 0,3-1 0,1-4 0,-2-6 20,-1-7 1,-2 3-153,0-4 199,-6-4 0,3 6 0,-6-5 0,-2 1 0,-3 4-144,-4 1 0,0 2-92,-5 0 234,-1 6 0,-9 0 1,-1 5-1,-2-2 1,-2 2-24,2 1 1,1 7 282,7 0-83,-6 0 1,9-1 0,-4 3 0,4 1 509,3 3-263,2 1-292,6-4 1,6 3-1,4-6 1,3-2-1,2-1 374,4-2 1,-3 0-137,3 0-288,-3-7 1,-2 4 0,0-6 0,1-2-9,-1-2 0,-2-6-862,-2 0 610,-4 0 1,-6 5 0,0 0-1,-1 0-193,-4-1 0,-8 3-240,-6 2 378,0-2 1,0 10 0,0-3 0,0 4 0,1 1-1033,-1 0 1,0 1 536,4 4 122,1 3 0,5 6 1,1 0-1,1 1 671,4-1 0,40 25 0,10 7 0</inkml:trace>
  <inkml:trace contextRef="#ctx0" brushRef="#br0" timeOffset="31">3071 15539 7920,'0'-15'0,"0"6"2343,0-1-866,0 1 0,0-1 2618,0 1-2111,0 6-1423,0 9 1,-1 4-235,-4 9 1,2-2 0,-5 2-1,0 5-33,0 2 0,4-2-227,-6 0 0,5-5-173,-4 4 1,6-5-1,-2 1 1,2-3-649,-2-2 0,3 0 382,-2 0 0,2-4-407,2-1 1,2-7 460,2-2 0,0-8 147,5-11 1,1 2 0,4-9-1,0-2-178,0-4 1,5-3 93,0 2 290,0 3 1,-5 0 0,-1 8 0,-2 2 0,-1 2 38,1 2 0,-4 9-259,3 2 455,-1 3 0,4 9 0,-2 2 0,-1 5 0,-1 4 761,-1 1 1,5 6 338,-4-1-1056,-3-4 1,5 5 0,-6-4-1,0-1 1,0 1-52,-1-4 0,3-1-822,-3-2 252,-2-6 0,4 5-4331,-6-4 2640,0-2 914,0-1 0,0-8 1,-1-2-905,-4-6 0,-3-2 831,-6-3 1025,0 1 0,-5 0 0,-2 0 0,-1-1 0,-3 1 132,-2 0 0,0 5 0,3-1 112,-2 7 0,10-8 0,-3 6 0,3 2 1019,2 1 1585,6 2-1843,8 0 1,8 0 0,8 0-1,4 0 1,9 0 907,7 0 1,0 0-579,2 0-1156,0-6 1,-3 5 0,-5-4-1,-6 3 1,-4 2-4195,-3 0 2623,-1 0 1524,-8 0 0,-33 7 0,-15 0 0</inkml:trace>
  <inkml:trace contextRef="#ctx0" brushRef="#br0" timeOffset="32">797 9852 7878,'-7'-8'0,"-1"0"263,-6 3 0,5 4 1,-1-4-1,-1 2 1,-1 0-1,-3-2 218,1 2 0,0 3 0,0 3 0,-1 3-1,1 2 1,5 2-279,-1 4 0,1 5 0,-4 1 0,2 3 175,2 2 1,4 2-145,-5 1 0,7-4 1,-1 0-1,2 1 10,2 2 1,6-4-175,4 1 0,4-8 0,3 0 0,4-7-176,1-3 1,2-1 7,4-5-22,1 0 0,-1-5 0,-1-1 0,-2-3 0,-1-6-298,1-2 1,-4-8 252,-2 1 149,3-3 0,-11-3 0,1-1 0,-4-3 0,-5 3-3,-1 1 1,-5-3-251,-7 0 222,1 6 1,-18 6 0,3 7 0,-2 1 0,-3 4-242,1 4 1,1 10-153,3 4 180,-3 4 0,11 7 0,-3 4 0,5 3 0,5 1-1259,4 1 1,3-1 463,2 1 1056,7-1 0,32 7 0,15 1 0</inkml:trace>
  <inkml:trace contextRef="#ctx0" brushRef="#br0" timeOffset="33">1124 9937 7889,'8'-6'1436,"-2"-2"0,-6-1 613,0-1-395,0 7-1029,0-3 1,0 17 0,0 4 19,0 6 1,0-2-661,0 5 1,0-7-1,-2 4 1,-1-2-29,-2-1 1,1 3-445,4-2 0,-2-3 244,-3 3 1,4-8-1,-4-2-345,3 2 1,2-3-181,0 2 570,0-7 0,0 2 1,0-10-1,2-5 1,1-4-90,2-5 1,6-1 360,-2-4 43,4-3 1,1 5 0,2-6 0,1-1 0,2 2 418,-1 4 0,-2 2-183,-2 7-45,-6 6 1,4-3-267,-2 6 1,-2 7 8,1 7 62,-6 10 1,4-3 0,-7 4 0,0-1 0,0 0-98,0-1 0,0-2-764,0-2 523,0 0 0,6 0 0,3-1 0,4-4-215,1-4 0,1-5-39,-1-5 366,0-3 0,5-6 1,-2-2-1,-2-3 0,-4-4 343,0-4 0,0-2-116,-2 1 60,-2 0 1,-7 6 0,0 1 0,0 2 706,0 0-671,-7 6-182,-1 7 1,-6 8 0,0 2 0,0 7 0,1 5-166,4 3 1,-3 7 191,8-3-41,-1-2 0,0 4 0,1-6 1,2 0-1,5-2 12,7-2 0,2 2-287,2-8 1,1 2-44,-1-1 0,5-4 0,0-6 0,0 0-1267,1 0 1,-2 0-866,5 0 2436,-5-6 0,9-21 0,-5-11 0</inkml:trace>
  <inkml:trace contextRef="#ctx0" brushRef="#br0" timeOffset="34">1977 9895 7985,'6'-15'653,"2"1"782,0 0-99,-2 6 0,-6 0 16,0 3 0,-5 10-952,1 0 0,-3 6 0,4 3 0,-2 2 356,2 3 0,0-3-674,-2 3 0,4 1-145,-4-1 0,3 0 0,2-5 1,0 1-670,0-1-184,0 0 288,0 0 1,7-6-1,2-3 1,2-5-2529,-1-5 2813,2-3 0,-4-6 1,7-2 203,-1-3 0,-2 2 0,-1-5 0,-1 1 334,1 4 1,0 1-122,-1 2 52,2 6 1,-4 2 0,6 6 0,1 0 716,-1 0 0,-2 6 182,-2 3-800,3 4 0,-6-3 0,6-1 0,-2 2 0,-1 0 142,1-1 1,1 1-1290,2-7 643,1 1 0,-1-5 0,0-1 1,-1-4-173,-4-5 0,2-2-5,-6-3 376,6-5 0,-9 3 0,2-7 1,-2 0-1,-2 2 536,0 3-226,0 3-18,-6 2 0,3 6 0,-7 3 54,-1 4-239,5 7 1,-1-3-1,7 7 1,2-1-1,3 1-242,4-1 1,9-6-10,0 2 15,14-3 0,-8-2 0,11 0 0,-2 0 0,1-2-141,3-3 1,-6-1 179,3-3 1,-9-4 541,-1 4 1,-7 1 410,2-2 437,-10 1-759,-2 1 0,-9 1 1,-3 7 561,-4 0-1005,-4 0 1,-1 0-58,0 0 0,0 0 0,-1 2 0,1 1-16,0 2 0,4 1-103,1-1 76,0 3 1,-6 1 0,1 1 0,0 1 0,0 2 87,-1 1 1,6 0 7,-1 0-35,1 0 0,1 1 1,3-1-1,4 0-344,1 0 1,8-4 28,6-1 0,2-6 45,7 2 0,-4-3 0,3-4 0,-1-3-38,-4-4 0,1-4 398,1-1 0,-4 0 18,4 0 1,-7-5 0,-5 0 0,1 1 538,0 3 1,-5 0 391,2 1-575,-3 6 0,-2-1-73,0 9 0,-2 3-157,-3 11 0,4 5-65,-4 0 1,3 5-1,2-5 1,2 0-85,3 1 0,0-4 33,9 3-504,-3-10 0,11 2 0,-5-6 1,4-2-1,-1-1-611,1-2 1,3-2 480,-5-2 374,0-11 1,-5-2 0,0-5 0,-1 0 0,-4 1-64,-4 1 1,-4-4 1019,-1 5 601,0 0-218,0 5-948,-6 6-83,4 8 0,-4 8 0,6 6 0,0 0 0,2 1 53,2-1 1,4 0-92,7 0-374,-1-6 1,2 3 0,1-6-1,4-2 1,-1-1-804,1-2 1,2-2 639,-4-3 327,7-3 0,-11-6 0,4 0 1,-4 0-1,-6 0-85,-4-1 0,-4 1 1289,-1 0-527,0 6 0,-1 3 261,-4 10 1,2 4 142,-7 10-678,7 4 0,-8 5 0,5 2 0,-1 3 0,1 5 491,3 3 1,1-3-527,2 0 0,-4-5-151,-1 5 0,0-6 0,5-1 0,0-5-183,0-8 1,-1-3 153,-4-6-283,3 4 0,-6-12 0,4 3 0,-4-8 0,-2-5-90,1-4 0,-1-6-183,-4 0 1,6-8 230,3-1 0,4-2 0,1-8 0,0 0-208,0 2 0,6 1-484,4 7 479,2-1 0,3 6 0,-1 0 1,0 5-1,0 5-1772,0 7 0,1 4 845,-1 2 1379,0 0 0,-12 38 0,-4 9 0</inkml:trace>
  <inkml:trace contextRef="#ctx0" brushRef="#br0" timeOffset="35">3925 9909 7882,'0'-14'-51,"0"-1"0,0 1 1,0-2-1,0-1 0,-2-2 274,-3 2 1,2 1-1,-6 3 1,-2 2-1,-2 3 1,-3 2 245,-3 3 0,2 1 0,-5 4 1,0 3-168,-1 4 1,1 4 0,-1 2-1,4 3-210,3 1 0,3 5-90,4-6 1,1 1 5,3-4 1,3 4-1,-1 0 1,6-4-195,7-4 1,3 2 0,1-5 0,2 0-200,3-3 0,1-4-63,4-1 377,3-6 1,-7-2-1,5-8 1,-2-1-1,-1-4 185,0-1 0,-5-3-83,2-8 0,-3 1 39,-2-6 1,-4-4 0,-2-6 0,-2 4 139,-3 4 1,-1 2-90,-2 10 98,0 3 1,0 14-304,0 6 0,-5 13-191,0 16 457,0 2 1,1 4 0,-3 4-1,1 2 1,0 2 414,3 0 1,1-5-271,2 5-87,0-7 1,0 4 0,2-8-1,2-2 1,6-3 161,2-1 1,7-2-629,0-5 0,7-6 58,-3-3 0,-1-5 1,2-5-1,0-4-473,-2-4 1,3-3 219,-6-3 275,0-3 1,-5-6-1,1-1 1,-3 1 0,-1-1-13,-1 1 0,-7 1 34,2 3 1,-4-1 156,-1 6 0,0 5 0,-1 6 0,-4 2-185,-5 3 1,-2 3 61,-2 4 1,-4 4-17,4 6 1,-3 5 0,7 2 0,-1 1 55,2 3 1,-3-3 426,8 2 1,-1-5-216,5 5 1,2-7-1,1 4 1,5-4 174,4-3 1,-1 4-270,8-9 0,3-3-66,2-1 0,3-3 0,1-2 0,-1-2-51,-3-3 1,1-3-207,-6-6 1,5-2 85,-5-2 1,-2-5 0,-6-5 0,-1 0-137,1-1 0,-3-4 143,1 0 1,-4-7 32,4 2 0,-5-3 1,0 0-1,-2 5 77,-2 7 0,0 7 181,0 8-228,0 0 1,-6 14 31,-4 9 182,-3 4 0,-1 14 0,0-3 0,0 4 0,1 4 619,4 1 1,-2 0-410,6-5 1,-5 1 0,6-1 0,1 1 136,1-1 1,2-1-164,0-3-243,6-4 1,2-6 0,8 1-1,1-3 1,4-2-555,1-6 1,2-2 209,4-2 1,1-6 177,-1-4 1,-4-2-1,-1-4 1,1-3-710,-2-5 1,5-3 349,-3-1 0,-4 4 319,-1 1 1,-3 5 0,-2 1 0,0 4 244,1 4 0,-6 5 67,1 0-74,-7 2 1,3 4 501,-6 2-465,0-2 399,0 11-48,0-12 1,-5 7-131,1-3 1,-7-4-370,1 4 1,-3-3 0,-1-2 0,0 1-134,0 4 0,0 1 57,-1 4 0,1 3 95,0-4 0,0 4 1,1 1-1,2 0-45,2 0 1,5 1 98,0-1-61,2 0 1,2 0 0,0 0 0,2-1 0,2-3-67,6-6 1,4-2-99,5-2 0,-2 0 229,7 0 1,-5-5 0,3-1 0,-1-2 95,-4-3 0,-1-7-38,-2 0-45,0-1 0,-1 4 0,-2 1 0,-3 0 382,-2 0-647,-1 6-81,-5 1 0,0 9 0,0 3 163,0 4 0,0 4 112,0 1 0,0 0-65,0 1 0,2-6 0,2 1 0,6-1-92,2-1 0,4-2-193,3-6 1,-1 0 208,5 0 0,1-1 0,3-4 0,-3-5 262,-6-2 0,-2 2-76,-2 1 0,1-1 303,-1-4 1,-6 5 111,-3-1-329,-4 7 0,-2-3-167,-4 6 0,2 8 0,-5 4 0,1 6 276,4-1 0,2-1-144,1-2 0,0 0-74,0 0 0,1-1 0,4-2 0,4-3-216,4-2 0,8-1-89,2-5 272,-2 0 1,4-2-1,-4-2 1,-1-6-1,1-2 106,-4-3 1,-1-4 29,-2 1 0,-1-1 176,-4 4 1,2 6-96,-6-1-756,0 7 645,-5 3 1,0 10 0,0 9-1,-2 4 1,-1 4 310,-2 2 0,-6 4-300,2 0 1,1 2 168,-2-2 0,1-5 1,-4 2-1,2-6-74,2-3 1,-1-2-368,-4-5 202,6-6 0,-4-2 0,2-8 125,-3-2 0,6-6-357,2-9 74,3 3 0,4-12 0,3 1 1,6-4-1,6-3-630,7 0 0,7-1-324,2-3 601,1-3 1,-1 12-1,-2-1 1,-2 7-1,-4 2-2513,0 4 2992,-4 1 0,-20 8 0,-10 2 0</inkml:trace>
  <inkml:trace contextRef="#ctx0" brushRef="#br0" timeOffset="36">1493 10947 7732,'0'-15'291,"0"1"1,-1 0 0,-4 1 0,-4 2 0,-4 3 2648,-1 2-2721,-7 1 1,1 5 0,-6 0 0,3 2 0,-1 3 0,0 4-1,2 4 158,2 1 0,1 5-383,4 0 1,6 1 0,1-2 0,2 1 91,3-2 0,1-1-197,2-2 1,2 0 0,2-1 0,6-4-298,2-4 0,4-3 90,3-2 0,2-7 1,4-2-1,-1-5-387,1-5 605,2-3 1,-5-7 0,-2 1 0,-1-2 0,0-2-19,-1-1 0,-4-6 241,-5 1 66,-2-3 0,-7 3 0,0 1 0,0 3 1,-2 5 1520,-3 9-1341,-2 1 1,-6 19-240,3 0 1,-1 8-1,7 12 1,0 7 332,3 5 1,1 7 20,0-1-292,0 3 1,0 2 0,0-1-1,0-1 1,0-3 229,0-5 0,0 2-543,0-2 0,5-4-300,-1-5 1,3-7-441,-3 2 0,0-5-1950,5-4 2083,-6-4 1,10-11-1,-4-1 1,2-2 727,-1-3 0,15-40 0,-1-10 0</inkml:trace>
  <inkml:trace contextRef="#ctx0" brushRef="#br0" timeOffset="37">1721 11018 7902,'6'-8'0,"-4"-5"2918,2 4-1443,-2 2 0,-2 3-115,0 8 0,-2 4-532,-2 7 1,-3 3 0,-4 3-1,2 1 704,-2 3-1399,4-4 1,-5 6-1,4-5 1,-2 2-1,3-2-539,0-2 1,-2 4 180,4-5-697,0 0 1,5-10 0,0 1-930,0 1 1,0-6 1164,0-5 0,2-11 284,3-8 0,2-11 1,8 0-1,-1-7-22,0-7 1,2 1 626,3-4 0,-3 7-51,3 3 0,-2 10 0,0 0 0,2 5 499,-1 4 1,-7 9 213,-2 4 0,1 10-331,4 4 0,-1 10 0,-2 5 1,-3 3 245,-2 1 0,0 5-427,-1 1-413,-3-1 0,4-6 0,-5-2 0,3-3 0,0 0-1649,-1 0 1,-1-4 1,-2 1-759,0-10 0,-2 2 2466,-2-6 0,-26-21 0,-11-14 0,-6-2 0,0 1 0</inkml:trace>
  <inkml:trace contextRef="#ctx0" brushRef="#br0" timeOffset="38">1721 11160 7902,'-14'-6'1808,"1"2"-221,3-5-760,4 6 0,8-4 0,2 7 840,6 0 1,4-4-976,5-1-689,-3 0 1,11 5 0,-4-1 0,4-2-1,2-2-666,-1 2 0,1 1-2186,-1 2 1840,-6-6 1,5 4-1,-5-4 1,0 1 1008,-3 0 0,3-31 0,0-3 0</inkml:trace>
  <inkml:trace contextRef="#ctx0" brushRef="#br0" timeOffset="39">2162 10975 11200,'7'0'5740,"0"0"-5011,-7 0 0,-5 2-254,0 2 1,-1 4-21,1 7 0,4-1 1,-6 2-1,3 1-300,-1 2 1,0 5-602,5-5 1,0 4 0,0-4 0,2-1-1295,2-3 1327,4 6 1,8-10 0,1 2 0,4-6 0,0-3-676,-1-3 0,5-7 505,-1-4 495,-3-2 0,4-9 1,-6-1-1,-2-2 1,-3 2 266,-4 2 0,1 1 140,-6 5 1,-2 1-115,-8 3 0,0 4 0,-7 6 1,-6 0-67,-2 0 1,-4 2-52,-4 2-149,-1-2 0,6 11 0,0-4 1,3 2-1,3 0-265,1-1 0,3-5-331,4 4 458,2-6 1,9 3 0,3-7 283,4-4 1,8-3 679,2-6-576,7-7 1,-6 4 0,6-7 0,-4-1 0,-2-2 322,-2-1 1,-3 1-62,0 3 1,-8-1-299,-2 6 0,-3 0 1,-4 5-1,-3 1-469,-4 4 1,-5 2 131,-5 7 1,-3 2-741,-7 3 1,6 0 0,0 7 0,3 4-716,3 0 0,5 1 1639,3 2 0,25 41 0,1 16 0</inkml:trace>
  <inkml:trace contextRef="#ctx0" brushRef="#br0" timeOffset="40">1380 12027 7768,'-15'0'395,"1"0"1,0-1 0,0-3-1,-2 0 642,-3 0 1,3 3-638,-3 1 1,3 0 0,2 1 0,-2 3 0,1 2 0,-1 2 0,3 3 0,2 2 282,3 1 0,-3 2 1,6 1-1,2 2-547,2-2 1,1-1-77,0-2 0,6 0 1,3-1-1,4-3-240,1-6 0,1-2-798,-1-2 643,6 0 1,-4-2-1,5-2 1,-4-6-1,-1-3-468,-4-1 0,-1-5 312,4 0 441,-7 0 0,-2 5 0,-6 0 1,0 0-1,0 0 221,0-1 0,-6 3-103,-4 2-2,-3 4 0,-1 6 0,-2 0 0,-1 0 1,-2 1 199,2 4 1,1 3-181,2 6-67,0 7 0,4-5 0,2 3 0,2-4-203,3 0-279,1-1 340,8-6 1,2-2 0,8-8 0,3-2 0,5-4-341,3 0 0,-4-5 52,1 4 501,-7-4 1,9-1-1,-6 0 1,1 1 0,-2 2 520,-7 2 1,3 5-441,-6 0 227,-3 2 0,7 2 0,-5 2 162,0 2 0,3 0-214,-6 5 0,1 2-183,-1 8 0,-2-3 0,5 4 1,-2-1 259,-3 0-155,5 0 1,-6-3 0,4 1-836,0 2 0,-4 0 112,3-4 0,-2-6-656,1 1 0,4-7-124,7 1 1,-1-8 216,0-6 0,0 2 0,0-3 1018,1-5 0,11-15 0,6-9 0,3-5 0,0-1 0</inkml:trace>
  <inkml:trace contextRef="#ctx0" brushRef="#br0" timeOffset="41">2218 12027 10321,'-12'-1'1036,"1"-3"0,1-2-644,-1-2 1,-1 3-1,-3-3 1,0 2 0,-3 3-1,-2 1-85,-3 2 1,5 0-1,-5 0 1,3 2 66,2 3-376,3 3 0,0 6 1,3 0-1,2 0 0,6 2-220,2 3 0,2-3-99,0 3 0,6-8 110,4-2 0,9-5 0,4 0 0,4-2-730,2-2 735,-1 0 1,-1-8-1,-2-5-64,-1-4 0,-5-4 202,5 2 1,-7 2-1,0-7 1,-4-1 135,-3-2 0,-7-6 0,1-2 0,-2 1 184,-2-1 1,0-3 64,0 5 1,0 6-1,0 8 1,-2 5 437,-2 4-584,2 4 20,-4 12 1,6 8 0,0 10-1,0 5 1,0 4 699,0 5 0,0-2 156,0 2-860,0 0 1,0-2-1,0-3 1,0-3-1,0-1-93,0-1 1,0-6-1414,0-3 888,0-3 1,0-6-654,0-1 1,1-6-3277,4 2 3191,3-4 0,2-7 1169,-1-3 0,13-23 0,8-6 0</inkml:trace>
  <inkml:trace contextRef="#ctx0" brushRef="#br0" timeOffset="42">2574 11999 10527,'-6'-8'2031,"4"-5"1,-6 12-1047,3-4 1,2 5 0,-5 5 762,2 4-1490,1 4 0,4 1 1,-3 2-1,0 1 1,1 4 172,1 1 1,2 1-46,0 6-409,0-1 0,0-4 0,0-2 0,0 0 0,2-1-187,2-1 0,-1-1 29,7-5-300,6-6 1,0-1 0,4-7 0,-1 0-1,0 0-550,-2 0 1,4-8 763,-2-6 194,0-1 0,-7-7 0,0 5 0,-5-4 0,0 1-23,-4-1 1,-2 2 91,-1 5 64,0 0 1,-6 1-1,-5 2 1,-5 3-1,-3 2 193,2 3 0,-4 1-218,2 2-45,-6 0 0,14 0 0,-3 2 0,1 1-464,1 2 278,-3 6 107,8-10 1,2 6 0,10-7 0,4 0-164,4 0 0,2 0 71,4 0 164,-3-7 1,5-1 0,-7-6 0,0 2 0,0 0 99,1 3 0,-6 0 334,1-6-326,-7 1 0,3 5 1,-8-1-1,-4 1 1,-7 1-65,-4 3 0,-8 3-447,1 2 182,-3 0 1,0 0-1,2 2 1,3 3-1,1 4-1854,4 4 1,6 1 665,2 0 885,5 1 1,-2-6 0,8 0 540,2 3 0,42 0 0,16 2 0</inkml:trace>
  <inkml:trace contextRef="#ctx0" brushRef="#br0" timeOffset="43">2915 11999 7941,'10'-7'241,"-1"-2"1,-6-4 412,2-1 0,-3 5 480,-2-1 0,0 5 1256,0-4-1374,0 6 0,0-2 0,0 10-297,0 4 0,-2 9-299,-3 0 1,-1 8-1,-5-3 1,1 4 89,-1 2 1,3-6-152,-1 1-469,-1 0 1,1-2-1,1-2 1,2-1-1,3 0-262,1-1 0,2-7-1214,0-2 1098,0-6 1,2 4-1,2-9 1,4-3-502,0-4 1,5-5 355,-4-5 513,4-3 0,1-7 1,0 1-1,1-1 0,-1 1 49,0 0 0,0-1 59,0 1 197,1 6 1,-6 1 0,1 8 646,1 4 1,-5 10-244,-1 14-211,-4 5 1,-1 9 0,0-1 0,0 1-1,0-1 856,0 0 0,5 1-466,0-1-646,-1 1 1,-4-7 0,0-3 0,0-3-459,0-2-1881,0 0-2475,0-6 2194,0-2 1,0-7 838,0-4 1106,-6 3 553,-2-10 0,-57-15 0,27 8 0,-1 0 0</inkml:trace>
  <inkml:trace contextRef="#ctx0" brushRef="#br0" timeOffset="44">2887 12212 9917,'-8'-6'2236,"8"2"-867,9-5 1,4 4-663,1-4 0,5 1-665,0-2 0,5 2 0,-4 4 0,1-4-2613,-1 0 1290,-1 2 1281,-5 6 0,1-7 0,-1-1 0</inkml:trace>
  <inkml:trace contextRef="#ctx0" brushRef="#br0" timeOffset="45">2944 15112 8333,'-13'-14'-107,"2"0"1,0-1 0,-3 1-1,-5 0 1,-2 0 0,-1 1-172,0 4 455,-2-4 1,-6 5 0,-1-5 0,-4 2 0,0 2 0,-1-2 0,-1 0 0,-1 0-1,-1 3 348,-4 2 0,9-4-431,-9 5-62,3 1 1,-2 2-1,-3-1 1,-2-2 0,-5 2-33,-3 1 1,-7 2-16,0 0 1,-5 0-1,2 0 1,2 2-57,6 3 1,0-2-172,5 6 235,3 1 1,-5 2 0,7-1-1,1-1 1,2 1-29,1 2 1,0 1 15,1 0 17,-1 0 0,7 1 1,1-1-1,0 0 0,-4 0-18,-7 0 1,2 1 13,-4-1 8,-2 6 0,4-2 0,-5 5 1,2 3-1,3-1-1,2-1 0,3 1-10,3-6 45,3 0 1,2 0 0,2 0 0,2-2 0,4-1 39,0-2 1,-2 0 132,-2 1-174,1-1 0,4-5 0,1 1 0,-3 1 0,1 1 80,1 3 1,-2-6-79,2 1-51,3-1 1,-6 5 13,4 1 0,27 37 0,8 9 0</inkml:trace>
  <inkml:trace contextRef="#ctx0" brushRef="#br0" timeOffset="46">100 16249 8158,'22'15'278,"5"-1"0,-5 0 0,2 0 1223,-1 0-1436,-5 1 0,9 0 0,-5 1 0,1 0 0,1-3 0,1-1 0,2 1 184,2 1 1,4 0-189,0 1 0,2-6 0,-4-1 0,4-2 130,2-3 0,0 4-85,6-2 1,0 4-107,-1-4 1,-4 4 0,0-2-1,2-1-25,1 0 1,-3 4-269,0-6 282,-7 7 1,10-9-1,-4 3 1,1-4-1,-1-1 29,3 0 1,1 0-36,2 0 49,6 0 1,1 0 0,7 0 0,0-1 0,0-2 41,0-2 0,-2-5-33,-3 6-92,3-1 0,-6-1 0,7-2 0,-1-2 0,3 1 25,1-2 0,-1-2 148,-1-1-92,0 0 0,5-2 0,-1-2 0,-2-2 0,-4-2 287,-3-3 0,0 2 131,5 0-301,0-1 1,0-4-1,-2-1 1,-1 1-1,-2-1 181,2 1 1,-1-1-117,0 1-134,-4 0 0,0-2 0,3-4 0,3-2 0,2-2 66,0 0 0,-5 0 33,0-4-121,-6-1 1,1 0 0,-9 1-1,-5-3 1,-3 0-85,-1-3 0,-7 1-89,-3 4 154,-10 1 0,-2 1 0,-7-1 0,-2 1 0,-4-4 50,-9-4 0,-5 8-243,-9-2 148,-5 3 0,-9 4 0,-11 3 0,-6 3 0,-6 3-386,-4 3 1,-7 4 233,37 12 1,0 2-30,-2-2 0,0 1 0,0 0 0,0 0 0,-37-5 0,8 2 0,8 5-957,4 4 1,7 4 324,0 6 821,13 1 0,0 10 0,-1 6 0,2-3 0,0-1 0</inkml:trace>
  <inkml:trace contextRef="#ctx0" brushRef="#br0" timeOffset="47">8474 14856 8040,'-8'0'892,"2"0"0,19 5-706,6 0 0,1 6 1,4-2-1,1 4 1,4 1-1,2 0 257,2 0 0,5 5-339,-5 0 1,7 2 0,-2-4-1,1 4 1,1-1 0,-4 1-1,-1-4 1,-2-1 490,2-2-582,-11 0 1,2 1-1,-11-3 1,-1-2-1,-2-4-162,-2 0 80,-4-4 407,-6 4 0,0-12-752,0-3 0,-5-4 253,1-1 0,-6-2 0,4-1 1,-2-2-107,-3 1 1,3 2-72,-1 2 119,5 0 0,-3 1 0,3 2-284,0 2 698,-1 6 0,11 1 0,2 8 0,2 2 0,-1 3 307,2 2 1,0 6-247,-1 0 0,1 0-157,-7-5 0,1-4 1,-5-1-1,0 2-71,0 2 1,0-4-246,0 1 0,-8-7-722,-6 2 1,-6 1 0,-9-1 938,1-2 0,-39-2 0,-8-1 0</inkml:trace>
  <inkml:trace contextRef="#ctx0" brushRef="#br0" timeOffset="48">8389 14643 8251,'0'-10'2096,"0"1"-2324,0 6-4,0-4 377,0 7 0,1 0-92,4 0 0,-3 2 109,3 3-2,-4-4-58,5 12 0,-4-10 0,4 7 123,1 1-10,-6-5 0,7 2 62,-3-3 0,3 1-173,6 3 1,-5-1 0,1-3 70,1 5 0,2 1-148,1-2 1,0 4 0,0-5 0,1 1 105,-1 1 0,0-1-196,0 5 51,7 1 1,-5-3-1,2-1 1,0-1 0,-1 1 77,2 1 0,6-2-55,-1-1 0,-2-1 8,2 2 1,0-2 0,4-5-1,-1 2-10,-3-2 1,1 3 2,-6-1 0,6-1-19,-1-4 0,-4 5 0,1 0 1,-2-2-151,0-1 161,6-2 1,-8 4 0,6 1-145,-3-2 1,5 4 106,-1-3 0,3 3 1,0-4-1,-2 3 16,-1 2 0,-1 2 8,6 4 0,4-2 0,0-1 0,-1-1 42,-2 1-18,-2-5 1,2 5-1,2-6 1,1-2-1,-1-1 124,-2-2 1,3 0-112,0 0 6,7 0 1,-9 0 0,5 0 0,-1 0 0,-2 0 98,2 0 1,-5 0-68,3 0-33,-3 6 0,4-4 1,0 2-1,1-2 1,1-2 85,1 0 0,-6 0-55,3 0 0,0 0-48,-1 0 0,5-2 0,-3-1 0,0-3-59,0-2 0,3-1-1,-5-6 61,0 1 0,-5 0 1,1 0-1,-2 1 1,-4 2-48,-4 2 1,2-1 30,-2-4 0,0 4 6,-5 1 1,0-1 0,0-2 0,-1 1 175,-4 1 114,4 1-265,-5-5 0,0 4 1,-3 1 88,-4-2 0,-1 3 148,0-2-21,0 7-61,0-3-353,0 6 35,0 0 0,-6 0 131,-4 0 0,-2 0-155,-2 0 122,-1 0 1,6 0-1,-1 0 1,-1 0-1,-1 0-178,-3 0 106,1 0 1,0-2-1,0-3 138,0-4 7,6 3-53,-5-7 0,11 10 1,-1-5-1,6 2 33,7 2 0,3 3 299,1 1 0,0 0-58,0 0 0,0 1 1,1 4 361,-1 5-453,0 2-217,0 3 0,-6-6 0,-1 0 0,-3 3-564,1 0 0,0-2 414,-5-1 1,-2-4-1359,-3 4 0,-2 1 1555,-8 4 0,-24-3 0,-12-1 0,-3 1 0,-1 0 0</inkml:trace>
  <inkml:trace contextRef="#ctx0" brushRef="#br0" timeOffset="49">8261 14728 8258,'0'-14'147,"0"5"0,0-1 0,0-1 500,0-2-253,0 5 1,2-3-1,2 7-136,6 0 0,-2 3 0,1 1-94,2 0 0,7 0-80,1 0 0,1 1 0,-3 3 1,4 2-8,1 2 1,0 0 47,2 1-105,3 4 1,-5-10 0,8 7 0,1-1 0,4-1-154,2-3 1,-4-2 131,5 2 0,-2-4-39,2 4 0,3-5 1,-5-5-1,2-3-103,0 0 0,-6-4-47,1 2 209,3-2 1,-10-3 0,2 0 0,-1-1-1,-2 0 44,-1 3 1,6-2 187,-7-4-170,8 0 1,-8 9 0,9 1-1,3-2 1,-1-2 72,1-1 0,-2 1 139,-4 4-218,-1-4 0,1 10 1,-1-7-1,0 1 1,1-1 112,-1 1 1,1 4-31,-1-4-131,1 6 1,-1-9 0,0 6-1,1 0 1,1-2 23,3 0 0,-3 3 55,3-4-88,-3 6 1,-1-5 0,-1 5 0,2-2 0,2 2-18,1 1 0,0-3-40,-4 1 1,-1-1 60,0 5 0,6-2 0,-1-1 0,-2-2 11,-1 2 0,-1 2-175,-1 1 103,7-7 1,-5 6 0,3-4 0,-3 4 0,0 1-18,3 0 0,-3 0 16,4 0 1,-4 0 34,-2 0 0,0-2 1,1-1-1,-1-2-103,1 2 0,4 1 85,0 2 1,2-1-8,-2-4 1,-1 3-1,4-2 1,0 0 7,1 0 0,-4 2-32,5-3 0,-5-1 23,5 1 1,-2 1-1,2 4 1,-3 0-8,0 0 0,-5 0 75,3 0 1,-3-5-48,-2 0 1,2 0 0,2 5 0,1 0-7,-1 0 1,-2-1 24,-2-4 0,1 4 44,-1-4 1,0 3-1,2 2 1,2 0 44,1 0 1,0 0-28,-4 0 1,1 0-70,3 0 1,-3 0 0,3 0 0,-3 0 61,-1 0 1,4 2-18,0 3-16,0-4 0,0 7 0,2-5 0,0 2 0,0 0 37,-4 1 0,4-3-102,-2 7 1,5-6 65,-5 6 1,5-2 0,-3 3-1,0-3 32,-1-2 1,6 5 71,-2-1-128,3 2 0,0 1 1,-2-2-1,-1-2 1,0 2-27,-1 2 0,2 1-3,-6 0 23,7 1 1,-9-1-1,7 0 1,0 0-1,0 1 73,0-1 0,-2 0-66,2 0 2,3 7 0,0-4 1,7 5-1,-2-1 0,-2-2 85,-2 1 0,1-4-63,0 3 1,-1 2-23,1-3 1,-7 1 0,-2-4-1,-4-1 3,-2 0 0,-1 0-104,-3 1 104,2-8 1,-8 6 0,4-5 0,-2 1 0,-1-1 21,2-1 1,-5 2-2,3-4 22,-3 0 1,-7-5 227,0 0-230,-5 0-46,2 0 0,-8-2 0,-2-3 1,-4-4-532,0-4 1,-5-1 176,4 0 0,1 0 96,-2-1 1,6-4-1,-4 0 69,1 2 0,-2 1 376,4 2-93,0 0 1,5 4 358,0 1-49,0 6-232,0 9 0,5 5 0,1 13 0,1-1 380,-1 0 0,5 2-252,-1-6 0,-4 4-192,-1-4 0,1 5 0,-1-5 0,-2-2-117,-1-1 0,-2-6 79,0-1 0,-2-1-353,-3 2 0,-9-4 0,-10-6 0,-4 0-1524,-5 0 1,-8 0 1797,-7 0 0,-12-8 0,-9-3 0,-4-1 0,0 0 0</inkml:trace>
  <inkml:trace contextRef="#ctx0" brushRef="#br0" timeOffset="50">8645 14415 8273,'9'0'207,"-1"-1"0,0-2 1,0-2 114,3 2 1,2 1-1,1 2 1,0 0 0,0 0-1,1 0 5,-1 0 0,0 0 0,0 0 1,2 0-249,3 0 0,2 0 0,5 0 0,1 0 29,3 0 0,8 0-19,0 0 1,3-1-1,2-3 1,1 0-31,3 1 1,6 1-174,8 2 65,-2 0 0,9-5 0,-5-1 0,1 0 1,4-2-47,2 0 1,-5-2 151,-4-4-61,-2-6 1,2 4 0,3-5-1,-1 2 1,-2 0-113,-5 2 1,1 1 110,-5 2 1,-3 0 0,6 0 0,-5 1 0,3 2 0,-1 1 1,1-1 1,-2-1-61,1-3 65,0 8 1,-6-4 0,-5 4 0,-3 1 0,-3 0 23,0 2 0,4 3 19,-1 1-42,3 0 0,8-5 0,3 0 0,3 2 0,2 2 24,0 1 1,0 0 14,0 0-41,0-7 1,-2 6 0,-1-4 0,-2 3-1,2 2 0,1 0 1,0-4 6,-3-1 41,-3 0 0,-11 5 0,-1 0 0,-1 2 0,0 1 59,4 2 0,1 4-66,1-4-12,1 6 0,3-8 0,3 5 0,5 0 0,-1-2 76,3 1 0,-3 4 107,-1-2-179,4-3 0,-12 5 1,3-4-1,-2 1 0,-4 3 85,-3 1 1,6-2 44,-6-1-97,0 1 1,-4 4 0,4 0 0,3 2 0,2 1 134,0 2 1,1 0-83,3-4-73,-2 5 1,10-4-1,-3 3 1,2-2-1,-1 1 65,0 0 0,-8 3 42,3-2-177,2-3 0,-10 9 0,1-6 0,-5 0 0,-3 0-143,2 0 1,-3 6 185,6-1-3,-7-4 0,6 6 0,-4-6 1,5 2-1,3 2 29,1-2 0,-1 3 229,-3-6-239,3 7 0,-4-9 1,4 5-1,-3-1 0,-5-4 59,-3-1 0,-3-2-115,-3 0 19,2 7 1,-4-5 0,7 1 0,-1-4 0,1-4 163,-1 2 0,7 5-121,3-2-28,-3 4 1,6-11 0,-3 8 0,3-1-1,1 0 16,1 0 1,-5 0 53,0 1-126,0-7 0,3 4 1,-2-2-1,-1 2 0,0 1 21,-2-4 0,6 4 84,-5-3-63,-2-4 0,2 5 1,-6-6-1,2-1 0,-1 1-1,-2 0 1,-2 0 152,1-5-139,-1 6 1,1-4-1,-1 2 1,2-2-1,2-2 71,1 0 1,2 0-51,-2 0 55,-3 0 0,9 0 1,-5 0-1,-3 0 1,-1 0 60,-1 0 1,-1-2-41,0-2-40,1 2 0,-5-9 0,-1 5 0,4-2 0,3-3-139,3-2 1,7-1-15,-2 0 44,3-1 1,3 1 0,3-2 0,4-1 0,0-2-103,-4 2 1,-8 1-17,-1 2 132,-12-1 1,5 1 0,-12 0 0,-1 0 0,-3 1-119,0 4 1,0-4-62,4 4 187,-3 2 1,0-4 0,-7 6 0,2 1 25,2-3 0,0 4-76,-4-6 510,-2 6-76,-7-4-248,0 7-1253,0 0-13,-7 0 955,6 0 130,-6 0 1,1 0 0,-2 2 0,-1 1 58,-1 2 1,1 4 172,-6-4-143,8 0 1,-8-1 0,3 1 0,-6-2 0,-1-1 241,-1-2 0,-2 0-165,-7 0-112,7 0 0,-5 0 1,5 0-1,0 0 1,3-2 270,3-2-244,2 2-100,0-11 1,6 5 0,5-4-1,6 1-50,6 1 1,4 7-90,1-2 226,1 4 1,3 1 0,1 1 0,-1 4 0,-2 5 19,-2 2 0,-5 4 200,1 3 0,-2-3-91,1 3 1,-1-3 0,-5-2 0,2 0 117,-2 0-232,-1 0 0,-2 1 0,0-1-389,0 0 1,0-4 24,0-1 0,-7-1 1,-2 1-1,-4-2-634,-1-1 1,-2 0-1,-4 7 977,-9 1 0,-26 6 0,-13 3 0,17-3 0,0 0 0,0 0 0</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05:24:22.379"/>
    </inkml:context>
    <inkml:brush xml:id="br0">
      <inkml:brushProperty name="height" value="0.053" units="cm"/>
      <inkml:brushProperty name="color" value="#FF0000"/>
    </inkml:brush>
  </inkml:definitions>
  <inkml:trace contextRef="#ctx0" brushRef="#br0">11986 5203 8107,'0'-14'0,"0"0"0,0 0 281,0-1 1,0 1 0,0 0 0,0 0-1,0-1 1,-2 3 0,-1 1 1231,-1 1 0,-3 7-1419,2-2 1,2 10-28,-6 5 0,-1 4 210,-4 5 1,-2 3-1,-1 8 1,-2 2 67,2 1 0,-4 5-324,2-5 0,0 6 1,5-1-1,1 2-88,4-2 74,-4 3 1,12-10 0,-4 6 0,3-3 0,2-2 28,0-2 1,5-3-229,0-4 76,6-2 0,-3-4 0,6-1 0,0-5 0,0-3-517,1-5 1,-6-1 77,1-2-138,-1 0 1,5 0 0,0 0-1415,1 0 1329,-1-6 778,0 4 0,0-30 0,1 1 0</inkml:trace>
  <inkml:trace contextRef="#ctx0" brushRef="#br0" timeOffset="1">12128 5630 12268,'8'0'2715,"0"0"-2582,-3 0 1,-2-2 0,6-1-213,2-2-110,-4-6 1,5 8 0,-1-6 0,5-1-1,5-1-400,1-3 0,-5 3 340,2-8 0,2 3 141,-2 2 0,-2-5 1,-6 0-1,-3 1 140,-2 3 21,-1 0 1,-5 1-97,0 0 1,-6 6-5,-4 3 0,-2 5 1,-3 5-1,1 5-57,0 2 1,0 2 182,0 1 1,1 4 0,2 0 0,3-2 166,2-1-166,1 4 1,0-4-1,0 3-44,2-3 0,2-2-60,1 0 1,6-1 0,3-2 0,6-3-253,4-2 1,-2 0 151,7-1 1,-5-3 0,4 1 0,1-5-324,-2-2 473,5-7 1,-6 3 0,2-5-29,-4 4 0,-3-4 152,-2 3 0,5-2 1,0-1 709,-1 4-588,-3 2 0,0 7 0,-1 0 533,0 0-569,0 0 0,-4 7 0,-1 2 218,2 4 1,-3 1-320,2 0 1,-7 0 0,3-1 0,-1-2-16,0-1-704,-1-1 0,-4 5-401,0 1 1154,0-8 0,0-2 49,0-10 1,0-2-235,0-8 6,0 1 0,2-5 0,3 0 0,3 2 1,1-1 15,0 0 0,-4 6-183,5-2 1,-6 3 0,6-1-141,1 2 0,2 4 202,1 6 1,0 0 0,0 0 0,-1 1 246,-4 4 0,4 3 342,-3 6-392,2 0 1,1 1-1,-2-1 1,-2 0-1,1 0-124,-2 0 0,3 1-98,-7-1 1,1-5 0,-3 1-739,3 1 768,-4-5 0,7 1 1,-3-9-1,3-3 12,0-4 0,4-4 0,-2-3 1,2-1-6,3-2 0,3-5 211,1 5 0,0 0 0,-4 5 0,-1 2 70,0 2 0,2-1-126,3 6 1,-3-4-1,3 4 1,-4 2 38,0 1 1,-6 4 16,1 3 1,-1-4 0,5 6-1,0-3-59,1 1 0,-6 4-182,1-4 0,-1 0-115,5-5 505,1 0 249,-8 0 0,0-2 165,-7-2-452,0 2 1,-2-9-1,-3 6-225,-4 2 1,-4 2-146,-1 1 70,0 0 1,0 1 0,-1 4 0,1 4 0,0 4-751,0 1 666,0-6 1,1 5 0,2-4-712,1 4 589,7 1 0,-3 0 0,6 0 180,0 1 1,8-7 0,4-4 0,7-2 98,4-2 1,-4-5 27,4 0 1,-1-10 0,4-1-1,-4-3 98,-2-2 0,-1-5-58,-5-3 0,1-1 0,-3-8 0,-2-1 135,-6-2 1,-2 3 155,-2 0-100,0 12-320,0 0 0,0 26-255,0 9 0,-5 10 501,1 10 0,-1-1 0,5 0 0,0 1 430,0-1 0,0 1-570,0-1 1,0-1-1,0-3 1,0-5-66,0-4 1,0 0-1504,0-1 919,6 0 0,-3-1 0,7-2 1,1-3 611,2-2 0,20-52 0,5-17 0</inkml:trace>
  <inkml:trace contextRef="#ctx0" brushRef="#br0" timeOffset="2">13891 5516 12599,'14'0'-1773,"1"0"0,-1 0 1773,0 0 0,34-20 0,13-11 0,5 0 0,1-1 0</inkml:trace>
  <inkml:trace contextRef="#ctx0" brushRef="#br0" timeOffset="3">14318 5289 10699,'-2'-8'2891,"-3"3"-2527,4 3 0,-6 4 0,7 3 57,0 4 0,0-1 0,0 1 0,0 4-253,0 4 0,0-1-569,0 3 0,0 3 290,0 2 1,0-2-1,0 0 1,2-1-297,3-4 1,-2 4 0,6-4-1,1-3-664,-2-3 1,4-3 351,-2 2 634,3-4 1,2-6 0,3-2 0,1-1 0,-2-3 627,-1-2 0,-3-1-293,-4-6 1,4 1 0,-5 0 786,-1 0-233,0 6-139,-7 2-886,0 6 1,1 1 430,4 4-170,-3 3 0,4 6 0,-4 0 0,2 0 0,4 1 39,0-1 1,9 0-9,-2 0 6,2 0 1,-1-6 0,3-3 0,3-3 0,0-2 548,-3 0 0,2-2-282,-3-3-41,1-3 0,-6-10 1,-3-3-1,-6 0 1,-2 1 14,-2 3 0,0-4-2282,0 2 1449,-6 0 1,-4 10 0,-9 1 0,-6 1 0,-5 4-1824,-3 2 1,-2 1 2337,2 0 0,-8 2 0,-5 2 0,-7 0 0,0 0 0</inkml:trace>
  <inkml:trace contextRef="#ctx0" brushRef="#br0" timeOffset="4">14133 5416 8107,'-8'0'3859,"2"0"-3048,-1 0 1,7 0-546,0 0 1,8-1 0,11-2-1,6-4-35,7 0 1,4 3-404,7 0-34,0 2 1,-2-3 0,-2 1 0,-2 0 0,-4 3-2525,-6 1 2730,1 0 0,-63-19 0,-7-5 0</inkml:trace>
  <inkml:trace contextRef="#ctx0" brushRef="#br0" timeOffset="5">15100 5701 8241,'-15'0'5752,"1"0"-4928,6 0 0,4 0-554,8 0 1,0-2-378,5-3 0,2 4 0,6-5 0,2 1 0,0 0 0,0 2-1781,0 1 0,5-2 613,-5-1 1,5 0 1274,-5 5 0,25 0 0,2 0 0</inkml:trace>
  <inkml:trace contextRef="#ctx0" brushRef="#br0" timeOffset="6">15540 5743 13390,'8'0'2928,"5"-4"-2735,-4-1 1,4-6 0,1 3 0,1-3-140,-1-3 1,6 3-82,4-8 0,-2 1 0,0 1 0,-1-2-404,-4 2 0,2-4 94,-5 2-79,4 0 0,-17 5-185,4 0 0,-5 6 135,-5 3 353,-3 4 1,-6 7 0,0 3 0,0 6 0,-1 2-10,1 2 0,2 5 328,2-5-171,-2-1 0,8 1 1,-4 0-1,2-1 1,3-2 65,1-2 0,4 0-378,3 0 123,3 0 1,6-6 0,0-3 0,2-3 0,3-2-425,4 0 0,0-7 387,0-2 140,1-4 1,3-3 0,-2-3 0,-3-3 0,-1 0 504,-4 3 0,-1 5-54,-2 5-62,0-4 1,-4 7-1,-1-4 1,1 7 742,-2 6 1,-2 5-373,-6 6-333,0 7 1,0-4 0,0 5 0,0 0 0,0-1 213,0-1 0,0-1-1214,0-4 98,0-1 1,0 0-2002,0 0 1629,0-6 533,6-8 1,2-12 0,6-9 0,1-1 0,-1-3-194,0-2 0,0 0 470,1 3 113,-1 4 0,2 7 1,1 2-1,2 3 1,-2 2 333,-1 3 1,-2 3-144,1 4 131,-8 4 0,6 6 0,-3 2 0,1 2 1,0 1 351,-2-2 1,-1-1-408,2-2-284,2 7 0,-4-6 1,6 3-507,0-7 219,1-5-1,1-6 1,1-1-402,2-4 1,5-3 337,-6-6 0,6-2 1,-3 0-1,-1 0 183,1 4 1,-4 1 0,-6-2 0,-1 2-186,1 1 852,-5 7 0,0-5 1169,-6 4-636,0 2-809,0-4 0,0 4 0,-1-1 0,-4-2-242,-4 2 1,1-3-30,-2 1 1,6 0-86,-6 5 0,1 0 0,-7 0 0,-2 2-789,-1 3 755,-6 2 0,9 8 0,-3 0 0,4 3 0,0 1 99,1-2 1,2 4 333,2-2-212,-3 0 1,12-5-1,-4 0 1,5 0 0,5-1 105,4-4 1,6-2-45,3-7 0,5-2 1,5-4-1,0-7-36,1-4 0,-1-8 13,1 1-243,-7-9 0,5 1 0,-5-4 0,-2-1 0,-4 1 11,-5-3 1,-8-1 244,2 2 1,-3 5 0,-2 9 0,-2 7 107,-3 6 0,2 5 22,-6 6-259,6 12 0,-10 1 0,3 14 0,-2 4 0,-1 2 975,4 2 1,1 0-607,3-2 1,4-4 0,-4 1 0,5-5-827,5 0 1,-2-3 12,6 2 170,1-7 1,9-1-1,1-6 1,2-1-1,2-1 289,-2-3 0,30-42 0,2-10 0</inkml:trace>
  <inkml:trace contextRef="#ctx0" brushRef="#br0" timeOffset="7">17545 5601 8121,'0'-9'2209,"-1"-1"2211,-4-1-3859,3 5 1,-4 1 0,6 10-1,0 6 307,0 6-723,0-1 1,0 16-1,0-2 1,0 3 0,-2 3-1,-1 1 1,-2 1 195,2-2 0,-3 3-490,1-5 1,0 3-210,5-3 1,-1-8-1,-2-7 1,-2-3-2303,2-2 1402,1 1 1,2-9 0,2-6-801,3-8 1,-2-11 1033,6-5 1024,-6-2 0,8-9 0,-4-2 0,-1 0 0,0-1 0,-2-2 0,-3 5 78,-1 2 92,0-3 0,0 6 0,0-3 0,0 3 0,2 3 1189,2 3 0,-2 4-422,3 5 0,3 3 0,1 2-417,4 6 0,1 2-254,0 2 0,5 2-140,0 2 0,-5 3 1,-4 4-1,-1-2 90,-1 2 1,3 2-227,-6 1 0,0-4 17,-5-1 1,0 0-1,0 6 1,-2-1 22,-3 0 0,-2 0-108,-8 1 0,1-1 24,0 0 0,0 0 0,-1-1 0,3-2-1062,2-2 768,-2-5 0,5 8-998,-2-2 1047,3-4 0,7 0 1,4-7 78,4-4 0,9-3 185,1-6 1,4 0-1,-2-2 1,1-2 81,3 0 11,-4-8 0,4 9 0,-6-5 0,-2 1 1,-1 4 589,-2 1 1,-4 7-182,-1-1 458,-5 7-644,2-3 0,-8 6-129,-2 0-186,2 6 0,-9 2 0,5 4-515,-2-2-249,5 3 0,-5-7 0,5 5 0,-4-3 798,-1-2 0,-39-14 0,-15-8 0</inkml:trace>
  <inkml:trace contextRef="#ctx0" brushRef="#br0" timeOffset="8">17559 5317 8115,'-1'-8'989,"-2"2"1647,-2-1-1668,0 6-322,5-5 0,0 12-210,0 3 0,0 6 1,0 3-1,0 5-6,0-1 1,0 9-1,0-2 1,0 1-275,0 0 0,0 0 19,0 3-151,0-3 1,0 6-1,0-4 1,0 1-1,0-1-336,0-2 0,-1-3-135,-4-4 0,3 2-255,-3-6 1,4 0 0,1-4-903,0-1-1158,0-6 2762,0-2 0,6-25 0,2-5 0</inkml:trace>
  <inkml:trace contextRef="#ctx0" brushRef="#br0" timeOffset="9">17460 5630 8075,'-10'-2'-978,"1"-3"3156,-1 4-549,-4-12-1243,0 12 0,4-6-414,1 7-353,6 0-337,-3 0 0,7 0-70,4 0 0,-2 0 105,6 0 0,-4 5 352,5 0 266,-1 6 183,5-10 1,1 7 0,-1-5 698,0 2 0,0 0-353,0-5 0,5 0 86,0 0 0,7-5 1,-3-1-1,4-2 258,2-3 0,-1 3-226,1-1-470,-1-1 0,0 1 1,-1 1-1,-3 1 0,-5 3 437,-3-3-934,-2 6-304,-6-6 234,-2 7 0,-12 0 58,-4 0 0,2 0-140,-1 0 1,6 2 0,-4 1-338,1 2 420,5 0 688,-6-5 1,6 4 1512,-4 1-1036,3 6 13,-4-9 1,6 10 0,0-2 0,0 2 325,0 3 1,0 4-810,0 0 1,-2 1-93,-2-1 1,2 2-1,-3 4 1,4-1 31,1 1 1,0-3-236,0 2 116,-6-1 0,4-1 0,-3-1 0,4-2 0,1 0-386,0-2 192,0-1 63,0-2 1,0-4 5,0-1-61,0-6-449,0 4 477,0-7 0,0-2 749,0-3-171,0 4 0,0-7 189,0 3 1,0-3-591,0-6 0,0-2-214,0-3 1,0 0 0,0-7-1,0-6-474,0-3 0,0 0-13,0-7 0,0 2 185,0-7 1,4 7-1,3 6 1,1 2-43,3 5 0,6 8 328,2 0 0,6 10 1,-1 4-1,3 4-103,1 1 0,-1 3 765,-3 6-364,-4 1 0,-5 10 0,-3-6 0,-2 2 0,-6 2 328,-2 1 0,-2-1-349,0-3 1,-2-1 0,-2 0 0,-6-1 48,-2-4 1,-3 4-127,1-4-84,0-2 1,-2 4 0,-1-7-1,-2 0 1,1-3-361,3-1 231,0 0 0,1 0-220,0 0 162,6 0 156,2 0 0,6-1-277,0-4 1,6-3 141,4-6 0,7 4 0,3 1 0,1-2-67,-1-2 1,1 0 156,-2 4 1,-2-2 0,5 5 0,-1-1-4,-4 1 0,-1 1 237,-2 5 0,1 0 1,-1 0 247,0 0 1,-4 2 9,-1 3-238,-6 2 0,3 3 0,-4-1 1,1 2 587,2 2-821,0 1 3,-5 1 0,1-8 0,4-2-406,5-3 0,2-2-207,2 0 551,-6 0 1,5-5 0,-4-1 0,4-4 0,0-4-61,-4-3 244,4-2 1,-5 9-1,4 1 1,-2-2 0,-4 0 542,0 1-351,-4 4 178,4 6 0,-6 1 147,0 4 0,0 3-66,0 6-337,0 0 0,0 1 0,0-1 0,0 0 1,2 0-79,3 1 0,-2-6-101,6 1-57,1-1 1,4-1 0,0-3-1,2-4 1,1-1-398,2 0 0,5-1 202,-5-4 267,6-3 0,-9-11 0,3-1 0,-5-3 1,-3-2 36,-1-2 0,-2-3-167,1-3 0,-3 3 135,-6-3 1,0 4 0,0 6-344,0 4-448,0 3 860,0 8 1,-4 8-1,-1 10 1,2 4-1,1 5 489,2 4 1,0 6-362,0 4 1,-4-8 168,-1 4 1,0-6 0,5 3 0,0-4-238,0-2 1,0-1-614,0-4 1,0-1-1041,0 0 0,0-5-2028,0 1 2729,0-7 0,-2 2 533,-2-10 0,-3-4 0,-4-10 1,2-3 297,-2-1 0,3-3 0,-2 2 8,7 3 1,-3-4 0,6 6 0,0 2 1064,0 1 1,6 6-535,4 1 1,9 6-4,4-2 0,4 4 0,2 1 1,-1 0 210,1 0 0,-3 0-445,-2 0 0,3 0-1167,-3 0 0,-4 0 865,-1 0 0,3-13 0,0-3 0</inkml:trace>
  <inkml:trace contextRef="#ctx0" brushRef="#br0" timeOffset="10">19166 5274 8068,'9'0'4413,"1"0"-4042,-7 0 1,5 2-1,-5 3 1,2 4 573,-2 4 1,0 7-465,2 4 0,-3 3 0,2 3 0,-2 3 33,-2 5 1,-6 3-107,-4 2-473,-3-1 1,-9 1 0,-5 0 0,-7-1-1,-6-1-1250,-4-3 1315,-8 3 0,-1-24 0,-8-4 0,-7 5 0,0-1 0</inkml:trace>
  <inkml:trace contextRef="#ctx0" brushRef="#br0" timeOffset="11">9413 15837 8045,'-10'-5'94,"2"-1"0,0 0 1125,0-1-673,5 3 1,-1 4-110,8 0 1,-1 0-244,7 0 1,-1 4 0,6 1 0,-1-2-9,0-1 1,2-1 0,3 3 0,4 0 157,4 0 0,3-3-99,4-1-114,-4 0 0,15 0 0,0 0 0,4 0 0,4 0 216,3 0 0,5 0-267,1 0-15,-1 0 1,1 0-1,0 0 1,-2 0 0,-2 0 22,-1 0 0,0 0 55,0 0-91,0 0 0,1 0 0,2 0 0,2 0 1,-1 0 50,2 0 0,-4-1 13,3-4-62,-4 3 0,-1-6 0,3 5 0,3-3 0,5-2 192,0-3 0,-6 3-83,-1-2-74,4 1 0,-2-4 0,2 2 0,-7 2 0,-4-1 231,0 2 0,-4-3-279,2 7 31,-12-7 1,1 9-1,-13-4 1,-1 1 0,-3-1 390,-5-2-240,-3 5 113,-8-4-59,-2 7-193,-6-6-560,-6 4 1,2-6 0,-5 5-1,-4-1 1,-2 0-2401,-4 3 1,-11 1 901,1 0 1344,-2 0 630,-4 0 0,-8-5 0,-7-3 0,-7 0 0,0 0 0</inkml:trace>
  <inkml:trace contextRef="#ctx0" brushRef="#br0" timeOffset="12">21114 14771 7863,'0'-10'198,"0"1"0,0-2 1,0-2 210,0-1 1,0 5 0,-2-1 0,-3-1 0,-6-2-8,-6-1 1,-5 5 0,-7 1-1,-1 1-192,-3 4 0,-8-3 0,-8 1 0,0 2-25,0 1 1,-3 9-60,5 2 0,-4 4 1,7 1-1,4 2-72,4 3 1,1-2-73,2 7 60,3 0 1,0-1 0,8 1-1,2 1 1,2 2 25,2 2 1,4 4-196,2 0 91,-2 0 1,8-4 0,-3-1 0,-1 2 0,1 2-35,1 1 0,-3 0 124,4-5-52,0 7 0,3-5 1,-1 3-1,-1-1 1,0-2 108,3-2 1,1 4-82,0-8 21,6 2 0,-3 1 0,7-1 0,1-4 0,2 0 112,1 0 0,2-5-40,2 2-89,-2-3 0,11 3 0,-3-2 1,3-1-1,1-2 48,1 2 1,-1 2-43,0-4-4,7 0 1,-5 0 0,5-1 0,-2-2 0,2-2 138,1 2 1,2 2-85,5 1-63,-1 1 0,1-6 0,1-1 0,2 0 0,3-2 28,2 0 0,-4 4 35,5-5-77,0 6 0,5-10 0,2 4 0,2-3 0,4-1 71,0 4 1,4-3 254,-2 2-242,-4-2 0,8-2 0,-6 1 0,-4 3 0,1 0 70,-4-1 0,2-1-185,2-2 20,-10 0 1,10 2 0,-10 1 0,3 2 0,2-2 56,0-2 0,0-1-285,0 0 199,6 0 1,-5-1 0,5-2 0,-1-2 0,0 0-128,-2-1 0,-2 4 141,-1-3-34,0-2 1,0 3 0,1-4 0,1 1 0,1 0-18,0 1 0,-5-4-7,7 6 146,-4-7 1,-7 7 0,-2-3 0,-2-1 0,2 1 110,2 1 1,-1 0-1,2 1-114,4-3 0,-11-1 0,7 1 0,1 0 0,-3 0 123,-2-3 0,-4-2-11,-2-1-135,-5 0 0,7 0 1,-6-1-1,-3 0 0,-4-3 46,-2-1 0,-7 0 28,-3 5-61,-10-6 0,-2 4 0,-9-3 1,-3 1-1,-4-1-109,-4-4 0,-3 1-2,-3-2 6,-3 0 1,-8-6-1,-1-1 1,-4-3 0,-1 3-133,-4 1 0,-1 0-82,-2-3 177,1 3 1,-1-10 0,0 7 0,-1 1-1,-2 1-129,-1-2 1,-12 1 36,3-6 136,-4 7 0,-4-6 1,-2 6-1,-5-4 1,33 17-1,0 1-20,-2-1 1,0 1 0,-5 1 0,0 1-990,-2 3 0,-1 0 1025,-4-2 0,-1 1 0,-1 4 0,-1 1 0,-3-2 0,0-1 0,-2 2 0,1 1 0,1 2 0,-1 1-51,1 1 0,1 0 1,0 1-1,0 1-695,0 2 1,0 0 692,-3 0 0,0 0 1,5 0-1,1 0 1,0 0-1,1 0 0,3 1 1,2 0-1,3 0 1,0 1-347,1 0 0,1 1 1,2 1-1,0 1 40,-35 0 18,0 6 0,18-2 1,-4 9-1,4 2 0,2 1-827,4-1 1,-1 6 1186,5-3 0,2 0 0,5 0 0,2 3 0,-1 0 0,2 3 0</inkml:trace>
  <inkml:trace contextRef="#ctx0" brushRef="#br0" timeOffset="13">6000 9226 8282,'10'-4'-371,"-2"-3"1,0 1-1,-2-2 615,0 0 0,1 5 1,-4-3-50,1-1-69,1 6 1,-5-7 54,0 3-136,0 4 1,0-7 137,0 3-61,0 3 386,0-4-108,0 6 0,0-1-119,0-4 539,0 3-106,0-4-715,0 6 185,0 0 1,-6 0-255,-4 0 7,-2 0 9,-2 6 0,1 2 0,2 6 0,1 1 0,1-1-64,1 0 1,0 2 11,3 3 94,4-3 1,-6 6-1,7-3 1,2 3 0,3 1 100,4 1 0,4-5-94,1 5 26,0-7 0,1 8 0,-1-6 0,0-1 0,-1-2 4,-4-2 0,4 0 10,-4 0-57,-2-6 0,-1 5 0,-8-4 52,-2 4 0,-4-5 160,-7-3-166,-5-4 0,2-1 0,-5 0 0,-1 0 0,0 0-61,1 0 1,5 0-137,-1 0 74,4 0-127,0 0 0,14 0 175,6 0 111,12-6 1,5 4 0,8-3 0,2 4 0,2-1 205,3-2 1,-6 0 10,2-5-241,4 6 0,-6-8 0,6 4 0,-2-1 0,-4-3-133,-1-1 0,-1-2 214,-1-1-150,0 1 0,-7-2 0,-5-1 0,-7-2 0,-2 2 31,-4 1 1,-2 2 138,-1-1-111,-6 1 0,-2 5 0,-6 1 0,0 1 0,-1 4 141,1 2 0,5 2-156,-1 4 71,1 3 0,-4 6 0,2 2 0,3 3 0,0 3 315,0 0 0,5 0-151,-2-3-189,4-3 1,1 5 0,0-6 0,1 3-107,4 1 1,3-2 37,6-7-223,1 2 0,5-10 0,2 3 0,2-5 0,0-4-383,1 0 0,0-7 168,-1 1 340,-4-3 0,-1-1 0,0 0 1,-1 0-92,-3 0 1,0 1 413,-1 3 49,0-2 0,-4 10 0,-1-3 479,2 4 1,-3 6-314,2-1-181,-7 7 0,3-3 0,-6 7 0,0-1 232,0 0-201,0 0-678,0-6 0,0 5-459,0-4 0,2-2 397,2-3 288,-2-2 1,6-7 0,-3-1 0,4-2-1,4-3-141,1-2 0,2-1 274,3 0 122,-4 6 1,8-3 0,-5 5 0,5-1 0,-1 1 379,-3 3 1,1 1 148,-1 2-460,0 0 1,-5 0 0,1 0 0,-1 0 0,0 0 25,0 0 1,0 2-50,1 2-157,-1-2 0,0 4 0,0-6 1,1 0-281,-1 0 1,-5-4 2,1-1 198,-7-6 1,3 8 0,-6-7 4,0-1 166,0 5-71,-6-1 0,-2 7 0,-8 0 0,-1 0 0,-2 2 65,1 3 1,3 3-1,0 6 39,1 0 0,0 0 1,0 1-1,0-1 79,-1 0-114,7 0-60,2 0 0,8-1 0,2-3 0,8-6-173,5-2 0,0-2 35,7 0 50,0-6 0,-1-2 0,-1-7 0,1 1 1,-3 0-76,1 0 1,-2-7 155,-5-2-17,0-4 1,-4-2 0,-3-1 0,0-1 0,-4-3 67,-2 3 0,-1 7 240,0 5-219,0 3 0,-1 9 0,-2 3-79,-2 8 1,-4 5 37,4 10 0,-5 3 276,6 7 0,-1-1 0,5 2 1,0 2 260,0 1 1,0-2-422,0-7 0,0 1 1,1-4-1,3-1-93,0 1 1,9-2-235,1-5 24,0-6 1,12 3-1,-6-6 1,2-2-1,4-1-741,0-2 0,1-7 316,-3-2 461,3-4 1,-7-3 0,4-1 0,-5-4 0,-3 1 68,-2-1 1,-1 1 96,-4 1 45,-3 3 0,-6-5 1,0 7 388,0 0 1,-6 6-222,-3 3-92,-4 4 0,0 7 0,2 4 0,2 2 1,-2 2 309,-2 1 1,4-6 45,-1 1-352,7-1 1,-3 5 0,6 1 0,0-1-174,0 0 1,1-1 185,4-4-257,-3 4 0,12-7 1,-1 5-1,4-3 1,0-2-329,-1-2 0,3 2 126,0-1 194,0-1 1,0-2 0,0 1 0,-2 2-1,-1-2 291,-2-1 99,0-2-215,1 0 0,-6-5 1,-1-2 679,-2 0-290,-1-3-445,-5-4 0,0 0 0,0-1 0,0 1 0,0 0-15,0 0-381,-6 0 251,4-1 1,-9 1-1,5 1 1,0 2 91,-1 2-67,2 6 177,-1-4 0,6 3-84,0-1 1,6-4 18,9 4 0,0 0 63,4 5 0,-3-5 0,5 1 1,-1-1 4,4-1 0,-2 4 21,2-3-85,-7 4 0,8 1 0,-4-2 0,0-1 1,-1-2 202,-3 2-983,-1 1-1165,-2 2 1916,-6 0 0,-20 26 0,-12 5 0</inkml:trace>
  <inkml:trace contextRef="#ctx0" brushRef="#br0" timeOffset="14">27498 10193 7965,'0'-14'327,"0"0"1,0 0 1750,0-1 0,0 1-1282,0 0 1,0 8 0,0 6-557,0 7 1,0 6 0,0 1 0,0 1-4,0-1 1,0 5-127,0 0 0,0 1 1,0-2-1,0 1-302,0-2 0,0-1-242,0-2 1,-5 0-217,0 0 1,0 1 75,5-1 0,-1-6 234,-4-4 159,3-2 1,-4-4 0,6-4-1,0-8-139,0-8 0,2-5 51,2-2 269,-2-5 1,11 2 0,-4-6-1,4 0 1,1 2 177,0 3 1,-1 3 116,-4 1 0,9 7-183,-4 3 1,3 10-1,-2 4 1,-1 3 75,0 2 1,-1 2 215,-4 3-297,4 3 0,-12 6 1,4 0-1,-3 0 1,-2 1 18,0-1 0,0 0-264,0 0 60,-7 0 1,-2 1-1,-9-1 1,-1 0-1,2-1-537,1-4 1,-3 4 158,0-4 206,0-2 0,5 4 0,2-5 0,1 2-265,1 3 1,7 2 23,-2 1 657,4-6 1,4 3 0,5-5 0,7 2-1,8 1 241,7-1 0,-2 3 43,5-6-344,-3 0 0,3-5 0,2 0 0,0 0 0,0 0 127,-4 0 1,-2-5-88,-6 0 0,3-6-68,-7 2 0,3-4 1,-7-1-1,-2 0-73,0 0 0,-7-1 107,-1 1-96,-4 0 0,-1 4 0,0 1 0,0-2 57,0-2 1,-6 5-32,-3 4 1,-4 2-105,-1 2 0,0 2 0,-1 2 1,1 6-27,0 3 1,1 1 200,4 0 1,-4 0-1,5 0 1,0 1 101,4-1 0,2 5-42,2 0-133,0 0 0,0-5 0,2-1 0,2-2 0,6-2-48,2 2-34,3-5 1,4 6 0,1-8-1,2-1 1,2-1-363,-2-2 0,3-2 183,-6-2 205,0 2 1,0-11-1,0 4 1,-1-4 0,-3-1-33,0 0 1,4 0 38,-1-1 0,3 1 82,-2 0 0,-3 1 0,3 4 0,-3 4-47,-2 4 1,0 1 261,0 0-249,0 0 1,1 0 0,-1 0 0,-2 1 233,-2 4-210,3 3 1,-12 1 22,4 1 3,-4-7-102,-1 10-89,0-12-592,0 5 289,0-6 690,-6 0 1,3 5-204,-6 0 1,4 1 155,-5-1 262,7-3 336,-3 4-505,6-6 20,0 0-300,-6 0-240,4 0-70,-4 0 1,6 1-40,0 4 181,0-3 196,0 4 0,0-4 242,0 2-273,0-2 30,0 4-15,0 1 1,1-4 159,4 6 139,-3-6 474,4 4-754,-6-1-369,0-4 0,0 2-47,0-8 0,0 1 115,0-7-9,0 7 0,0-10 0,-2 5-733,-2 0 612,-4-4 413,-7 10 1,1-4 0,0 6 0,0 0 220,0 0 0,-1 0-111,1 0 1,-5 6-83,0 4 0,2 2 0,6 3 0,1-1 64,-1 0 0,5 2-123,1 3-15,4-3 0,1 4 0,1-6 0,4 1 0,6-1-24,6 0 0,5 0-118,7 0 1,-5-6 70,-1-3 1,1 1-1,4-1 1,1-2-79,-1-1 1,1-4 75,-1-3-26,1-2 1,-6-8-1,1 0 1,0-3-1,-2-2-221,-3-2 1,-3-1 166,-2 0 57,-6-4 0,3 11 0,-7-3 0,0 3-98,-3 2 247,-7 0-43,-2 6 0,-6 2 0,0 7 1,-1 4-1,1 4 126,0 4 0,0 1 257,-1 1-309,1-1 1,2 0 0,2 0-1,4 0 1,1 1-31,0-1 0,1-5 6,4 1 1,0-1-93,0 6 0,6-3 1,5-1-1,5-3-182,3-2 0,4 4-67,-4-5 1,7-1 54,-3-4 1,3 0 0,-1 0 0,-1-1-221,1-4 358,-5-3 1,6-8 0,-7-1-1,-2-2 1,-1 0 28,-2-1 1,-1 4 5,-4-3 288,4 3 0,-12 7 240,4-1-411,-3 7 0,-4-2 0,-1 10 314,-2 4 1,-4 4-134,4 1 0,-4 0 0,4 1 0,2-1 37,1 0 0,0 0 0,-1 1-245,-1-1 0,-1 0 38,5 0-170,0 0 0,5-4 0,1-2 0,0 0 1,2-2-442,0 0 1,-3-1 214,4-5 189,1 0 1,4 0 0,0 0 0,0 0 0,1-2-79,-1-2 0,0 1 166,0-7-34,0 1 0,1-6 0,-1 1 0,0 0 0,-1 0-70,-4 0 0,2 4 331,-6 1-306,6 5 0,-9-4 230,2 4-102,-2 8 0,-2-2 320,0 12 1,0-4 0,2-1 0,1 2 169,1 2 0,1-4 8,-5 1-540,6-1 1,-2 1 0,5-1 0,2 1-165,2-2 0,1-2 34,0-6 1,-4 0 62,-1 0 1,1 0-1,4 0 1,0 0-198,0 0 1,1-6-84,-1-4 223,6-2 1,-7-4 0,3-2 0,-2 1 0,-5 3-239,-1 3 586,3 1-659,-9-4 513,4 6 61,-6 2 139,0 12 1,0-3 0,2 7 710,3 1-948,3 2 1,6-4-219,0 0 0,5-5 0,0 0 0,-2-2-253,-1-2 1,3 0 190,0 0 0,5 0 39,-5 0 0,1-5 1,-2-1-1,0-2-174,0-3 1,-7 3 385,-2-1 0,-5 4 55,0-5 0,-2 6 573,-2-6-376,0 7-135,-6-3 0,-2 6 0,-7 1 227,1 4 0,6-2 243,4 7-401,2-1 0,4 5 0,2-1 0,7-2-70,7-2 1,-1-1-261,7 2 0,-5 1 75,4-6 1,-4 4 0,5-4 0,0-2-170,-2-1 0,3-2 106,-6 0 1,0 0-1,-5 0 1,1 0 149,-1 0 318,-6 0-40,-2 0 1,-3 0 655,-3 0-185,-3 0-464,-11 0 0,4 0 0,1 0 0,-2 0 978,-2 0-1148,-1 0 0,4 0 0,1-2 0,-2-1-72,-2-2 1,4-6-625,-1 2 396,7 2 1,-5-5 0,5 1 0,-2-5 0,2-5-552,2-1 1,9 3 321,6-5 0,2 2 160,7-1 1,3 2-1,7 8 1,5 4-63,3 4 0,3 4 329,3 1-32,-2 0 0,2 6 0,-11 2 0,-6 1 0,-8 1-1605,-6 1 689,-5 2 496,-11 1 1,-1-2-1,-4-1 1,-5-3 426,-2-1 0,-47-15 0,-10-8 0</inkml:trace>
  <inkml:trace contextRef="#ctx0" brushRef="#br0" timeOffset="15">9868 16903 8373,'9'0'609,"1"0"-429,-7 0 1,3 2 0,-6 3 0,0 4 78,0 4 0,0 3 0,0 1 0,0 2-73,0-2 0,0 4 0,-2-1 0,-1 1 134,-1-1 0,-1 4-145,5-5 0,-2 5 1,-1-5-1,-2-2-100,2-1 1,0-2 21,-2 0 40,4 1 0,-6-6 794,7 0-730,-6-5-330,4-4 1,-5-8 0,3-6-1,0-1 1,0 0-230,3-4 1,1 0 71,0-10 174,0 4 0,1-10 0,3 5 0,0-1 0,0-4-85,-3-2 0,4 6 75,0-2 115,-1 3 1,1 3-1,1 3 1,2 5 107,3 3 0,4 8-156,4 4 162,-4 2 0,11 8 0,-7 6 0,0 3 0,-1 6 314,1 1 0,-1-5-55,-9 2-276,4-3 1,-12 3 0,4 0-1,-3-2 1,-4-1 125,-3-2 1,-4 1-508,-10-1 185,3 0 1,-11-1 0,4-2 0,-4-3-1,0-2-378,3-3 0,-1-1 307,6-2 29,0 0 1,10 0 0,2 1 136,6 4 0,4-3 889,11 2-678,7 4 0,2-5 0,9 5 0,1 0 0,-1 0 485,-2 3 0,-2-3-74,1 2-551,-7-1 1,3 0 0,-6 1 0,-2 1-311,-1 2-441,-8 1 279,5 0 1,-13-6-535,0-3 313,0-4-156,-7-1 1,6 0-2315,-4 0 3103,3 0 0,-4-12 0,6-4 0</inkml:trace>
  <inkml:trace contextRef="#ctx0" brushRef="#br0" timeOffset="16">10450 17131 8187,'0'-14'-95,"0"-1"371,0 1 0,0 0 1,0 0 1585,0-1-1444,0 1 0,-1 6 1,-4 4-1,-4 2-45,-4 2 0,-1 0-250,0 0-43,-1 6 1,1 2 0,0 6-1,1 1 1,2-1 189,2 0 1,6 2-402,-2 3 0,3-8 89,2 3 1,0-3 0,2 3 0,3 1 164,4-1 0,4-1 148,1-4-244,-6 4 1,4-10 0,-2 6 38,3 2 1,-5-3 92,-4 2-78,-2-7 0,-2 5 0,-2-5 0,-2 2 0,-8-2-487,-5-2 0,0-1-294,-7 0 0,5 0 177,-5 0 1,7 0 0,-2 0-1516,3 0 884,2-6 747,6 4 0,3-5 407,10 2 0,47-22 0,18-11 0</inkml:trace>
  <inkml:trace contextRef="#ctx0" brushRef="#br0" timeOffset="17">10763 17031 8187,'-9'-6'147,"-1"-2"686,-1 0 94,5-4 1,-5 8-268,6-5 1,2 4-452,8-4 1,9 6 0,10-2 0,4 3 73,5 2 1,-3 0 0,3 0-1,-3 0-93,-1 0 1,-2 0-449,-4 0-239,4 0 1,-11 0-1,3 0-2467,-3 0 1910,-8 0 643,-2 0 0,-8 0 0,-4-1 0,-6-4 411,-6-5 0,-32-34 0,-4-10 0</inkml:trace>
  <inkml:trace contextRef="#ctx0" brushRef="#br0" timeOffset="18">10905 16790 8187,'8'0'1984,"-1"0"-1288,-7 0 735,0 0-496,0 6 0,0 2-215,0 6-527,0 0 1,-2 7-1,-1 2 1,-3 4 0,-1 2 21,1-1 1,-4 1-239,6-1 1,-6 0-45,6 1 1,-1-1 0,5-1 0,-2-2-128,-3-1 1,4-6-1191,-4 1-758,4-10-663,1 4 2186,6-12 1,-5 4 618,4-10 0,28-53 0,-13 19 0,0 0 0</inkml:trace>
  <inkml:trace contextRef="#ctx0" brushRef="#br0" timeOffset="19">11275 16889 11901,'0'-6'2048,"2"4"-1078,2 5 0,-2 8-499,3-1 0,-4 3-343,-1 1 0,0 5 1,0 0-1,0-2-75,0-1 1,0 0 0,0 1-102,0 2 0,0 0-300,0-5 0,0-4 173,0-1 1,-1-6 146,-4 2 1,3-5-327,-2-5 242,2-3 0,-3-14 0,1-5 0,2-6 1,4-5-277,2-6 1,7 1 6,-1-4 331,9 3 0,-3 3 1,3 4-1,-4 9 0,0 7-70,-1 6 0,2 7-22,3 3 1,-8 5 265,3 5 0,-5 4 1,1 10-1,-5 3 155,-4 0 0,-1 4 87,0-7-353,-6 6 1,-2-9 0,-8 4 0,-1-1 0,-4 0 22,-1-1 0,0-4-351,-2-5 218,4 4 1,2-10 0,3 5-1,2-2-339,0-3 5,7-1 487,0-2 0,7 2 0,4 1 0,6 1 0,5 1 365,3 2 0,1-4-209,-1 6 0,-3-6-26,3 2 1,-3 1 0,-2-1-1,0 0 80,1 1-318,-1-4-328,0 10 1,-1-8 0,-2 3-151,-2 0 1,-4-3-1583,4-4 1509,-6 7 0,5-6 0,-4 6 0,2-3 0,0 3 603,1 1 0,4 1 0,-4 5 0</inkml:trace>
  <inkml:trace contextRef="#ctx0" brushRef="#br0" timeOffset="20">11773 17031 8187,'6'-14'0,"-4"0"0,6 0 883,-4-1 0,-2 6 129,3-1 0,-4 6 1,-2-4 304,-4 1 1,2 3-840,-7 4 1,1 0-232,-5 0 1,-5 6 0,-2 4 0,0 2 151,1 2 0,-4 1-31,5-1-369,0 6 0,7-4 0,1 5 1,3-2-1,1 0-293,4-2 1,2 4-40,1-3 292,0 1 1,8-4-1,6-3 1,8-1-1,3-3 40,-1-1 0,7-3 354,-2-4-235,3 0 1,-9 0 0,-1 0 0,-1-1 0,-4-2 422,-1-2-373,-2-6-371,-6 9 1,3-10-1,-8 4-1705,-4 0 1241,-6 1-269,-13 7 1,4 0 0,-3 0 0,3 0 935,2 0 0,-25 19 0,-7 5 0</inkml:trace>
  <inkml:trace contextRef="#ctx0" brushRef="#br0" timeOffset="21">9086 11487 7776,'1'-14'1985,"2"-1"-330,2 1 1,0 5-1069,-5-1 1,0 9 0,0 1-265,0 8 1,0 4 0,0 4 0,0 1 12,0 2 1,0 7-293,0-3 0,0-1 1,0 2-1,0 0-232,0-2 1,0 5 50,0-4 0,0-2 1,0-2-1,0-3-666,0-2 1,0 0-1295,0 0-1205,0-6 3302,0-1 0,12-35 0,7-20 0,1 0 0,0 1 0</inkml:trace>
  <inkml:trace contextRef="#ctx0" brushRef="#br0" timeOffset="22">9341 11530 7806,'10'-2'2019,"-1"-3"-810,-5 4 805,2-6-1214,-6 7 0,-6 0-427,-4 0 1,2 5 0,0 1 0,0 2 22,1 3 1,2 2-139,-5 1-291,7 0 1,-3 2 0,6 2 0,0 1 0,1-2-586,4-1 0,3-7 97,6 1 271,0-1 0,5-1 0,2-3 1,0-4-1,-1-1-605,-3 0 0,-1-8 818,-2-6 11,1 0 1,-3-11 0,-2 4 0,-5-1 0,-5-2 122,-5 2 0,-3-3 177,-6 6-262,-7 0 0,4 6 0,-5 4 0,1 4 0,2 4-440,-1 1 1,4 0 100,-3 0-102,3 6 0,3-3 0,4 7 0,4 1 0,5 1-1020,5 3 1,3-1 1448,6 0 0,25-6 0,12-2 0,4 1 0,-1 0 0</inkml:trace>
  <inkml:trace contextRef="#ctx0" brushRef="#br0" timeOffset="23">9725 11515 7808,'7'-9'508,"2"-1"0,-3 1 117,-1-5 0,-3 4 950,-2 1-1052,0-1 0,-2-2 1,-3 2-1,-4 5 438,-4 4 1,-1 1-357,0 0-456,0 0 1,0 6 0,-1 5-1,1 5 1,1 3-200,4-2 1,-2 1 12,6 1-284,0-4 1,5 11 0,2-7 0,3-2 0,4-1-738,4-2 1,3-4 308,3-1 588,3-6 1,6 3-1,-1-7 1,-2-4 0,-1-6 83,1-6 0,-6-1 719,-5-5-519,1-1 0,-14-4 1,4 1-1,-3 1 0,-4 4-99,-3 2 1,-3 1-974,-6 5 639,-6 6 1,4 1-1,-3 7 1,1 2-1,3 3-1301,0 4 0,-2 5 1611,8 5 0,15 29 0,3 12 0</inkml:trace>
  <inkml:trace contextRef="#ctx0" brushRef="#br0" timeOffset="24">10052 11430 7808,'0'-14'574,"-1"-4"188,-4 4 0,3-3 213,-2 7 1310,2-2-1826,2 4 0,0 8 0,0 9 0,0 5 53,0 5 0,0 2 0,0 4 0,0-1-187,0 1 1,0-3-495,0 2 0,0-2 1,0 2-1,0-4-723,0 1-55,0-5 165,0 4 0,2-7-295,2-4 0,0-9 485,5-9 529,1-10 1,4-3 0,0-7-1,0 1 1,2 0 638,3-1 1,-3 5-255,3 1-6,-10 5 1,4-2-1,-5 6 941,0-1-672,-2 7-360,-12 8 0,-2 8 0,-8 7 1,-1-1-1,-2 2-73,1 3 1,-2-4-225,1 4-272,0-3 1,9-3 0,1-2-1,-1-2 1,2 2-207,4 2 0,2-4 25,2 1 350,6-7 0,7 8 0,8-6 0,1-2 0,1-1-116,0-2 0,2 0 376,-6 0-95,6 0 1,-9-5 0,1-1-1,-4-1 1,-4-1 70,2 0 0,-3 1-45,2-3-24,-7-3 0,3 6 0,-6-8 0,0 1 397,0 0-110,-6 6 292,4-5 0,-5 12-1,2-4 0,2 5 508,-7 5-801,7-4 1,-3 12 0,6-4 0,0 4 0,0 3 225,0 3 0,-2-3-271,-3 3-174,4-4 0,-6 4 0,7 0 0,0-1 0,0-3-98,0 0 1,0-1-429,0 0-71,0 0 0,0 1-395,0-1 785,0-6 331,0-2 1,0-8 133,0-2 0,0 1-331,0-7-16,0 7 1,0-10 0,0 4-63,0-4 51,0-1 1,0 4-94,0 1 41,0-1 63,0 3 0,0-1 62,0 3-152,0 3 0,0-6-161,0 4 228,0-4-90,7 0 1,-4-5-184,6 4 230,-5 2 149,8 1 0,-9 6 0,7 0-26,1 0 1,-3 0 117,1 0-138,-6 0 1,10 0 0,-5 2 96,0 2-27,-2-2 57,-6 4 0,0-4-170,0 3 0,0-2 1,0 6-483,0-6 0,-6 4-1299,-4-7 1305,4 0-1565,-7 0 0,10 0 2078,-6 0 0,-20-19 0,-9-5 0</inkml:trace>
  <inkml:trace contextRef="#ctx0" brushRef="#br0" timeOffset="25">10280 11302 7808,'0'-24'160,"-2"2"0,-1 2 701,-2 2 1,1 3 0,2 2 1760,-3 3-2156,4 4 1,-6 8 0,7 4 0,0 8 588,0 8 1,0 5-521,0 2 0,0 4-240,0 0 1,0 5-1,0-3 1,0-1 80,0 1-341,0-2 1,0-4 0,0-1 0,0 1 0,0-3-626,0-2 0,0-3 198,0-7-88,0 0 1,5-4 0,0-4 93,-2-5 1,-1-1 184,-2-14 94,6 3 0,-3-14 0,5 4 1,0-1-1,0-1 24,3 0 0,-3-2 255,1 6-117,1 7 1,4-1 0,0 5 0,2 0 0,1 3 126,2 4 1,0 1 254,-5 0-297,7 6 0,-5 2 1,1 6-1,-4 1 1,-5 0 164,-2 4 0,-1-3-85,-5 3-236,0-3 0,0-2 0,-3 0 1,-5 0-1,-6-1-395,-2-3 0,-6 1 47,-2-7 75,-3 7 1,3-9 0,1 3 0,-1-4 0,3 1-430,7 3 1,0-4 157,5 4 254,2-3 1,-1-2 280,13 0 1,0 0 580,14 0-446,3 0 0,0 0 1,6 0-1,1 0 0,-1-2-37,1-3 1,-2 2-451,-4-6 303,4-1 0,-6-4 0,4 0 0,-3-1 0,-1 1-101,-4 0 0,-3 5 56,-4-1 612,-4 1 1,-1-1 110,-1 1 1,0 5-257,-9 0 3,3 8 0,-9 6 0,6 7 0,1 4 0,-1 1 791,0 3 0,-4-3-150,4 2-768,0 0 0,5 4 0,0-1 0,-1-2 0,-2-3 144,-2-1 0,0-2-640,5-5-369,0 0 18,0 1 480,0-8-159,0-7 0,-5-7 1,1-9-1,0-3 1,1-5-597,-1-3 1,2-1 369,-3-1 337,4-5 1,1 2 0,1-3 0,2 4 0,4 5 108,1 4 1,0 3-235,1 5 392,10 0 0,-10 6 1,12 5-1,-2 4 0,0 7 443,-2 5 0,-1-2 82,-2 8-478,-6-3 0,3-2 1,-6 0-1,-2 0 0,-1 1 109,-2-1-489,0 0 161,0 0 0,-2-4 1,-3-2-620,-4-2 305,3-1 315,-7-5 0,11-2 0,-2-3 0,2-4-327,2-4 1,6-1-22,4 0 399,2 0 1,7-1 0,0 1 0,-1 0 0,-1 1-56,2 4 1,-2-2 537,7 6-297,-6 0 1,7 5 0,-5 0 0,1 2-1,-1 3 458,-2 4 1,-7 4 400,-2 1-666,1 0 1,-1 0 0,-1 1 0,-1-1 156,-4 0-532,-2 0 53,-1 1 0,-6-8 0,-4 0 0,-2-2 0,-4-1-1051,-3-1 0,-1-1 135,-4-2 12,-3-6 0,10 3 1,-5-5-1,1 1 891,4 4 0,-12-24 0,-1-4 0</inkml:trace>
  <inkml:trace contextRef="#ctx0" brushRef="#br0" timeOffset="26">20175 11387 7692,'8'-6'872,"-1"3"1,-6-5 0,2 0-131,2 0 0,-2 7 1,-6 1-1,-3 6-138,-2 2 0,-2 4 0,-4-2 0,2 3-537,2 1 1,-1 0-1,5-1 1,-1-2-135,1-2 0,-3-4-241,4 4 0,-1-5 1,2 2-26,0 0 0,0-4 167,9 3 1,3-4 0,6-1 0,2 0 119,3 0 1,-2 0 579,7 0-310,0 0 1,0 5-1,-2 1 1,0 0-1,-2 2 420,1 0 0,-2 2-235,-5 4-327,-6 0 0,-2 0 1,-6 1-1,0-1 3,0 0 1,-6 0-13,-4 0-613,-2-6 0,-7 3 0,-2-6 0,1-2 0,-2-1-1305,0-2 0,-1 0-650,0 0 1892,-4 0 1,10 0-1,-6-2 603,3-2 0,14-68 0,6 26 0,1-1 0</inkml:trace>
  <inkml:trace contextRef="#ctx0" brushRef="#br0" timeOffset="27">20119 11416 7704,'0'-14'338,"0"-1"0,4 1 843,1 0 1,0 4-513,-5 1 0,1 1-158,4-1 0,5-4 0,7 5 14,2 0 0,1 2-759,-1 6 99,4 0 1,5 0 0,0 0 0,1 1 0,-1 3-680,1 0 1,-6 7-1650,1-1 1917,-7-4 1,9 7 0,-7-4 0,-2 2 0,-1-1 545,-2-5 0,-6 2 0,3-3 0,-6 5-988,6-6 798,-10 4 3498,6-7 345,-7 0-2831,0-7 28,0 6 0,-2-6 0,-1 9 42,-2 3 0,-6 3-311,2 6-481,2 0 1,-5 0-1,4 0 1,0 2-1,2 2-118,-1 1 0,6 1-866,-4-1 668,3-3 1,4 4 0,3-5 0,4-1 0,5-2-731,5-2 1,-3-4 178,3-6 655,3 0 1,-4-1 0,4-6-1,-2-5 1,-4-7-88,-5-3 0,-3-2-29,-3-4-12,-4-7 1,4 5 0,-10-3-1,-4 4 1,-5 4-486,-5 1 0,3 8-828,-3 2 1023,3 0 0,2 12 530,0-2 0,-7 34 0,-1 9 0</inkml:trace>
  <inkml:trace contextRef="#ctx0" brushRef="#br0" timeOffset="28">20986 11359 7855,'0'-22'544,"0"1"436,0 1 1893,0 4-1620,0-5 1,0 17-896,0 8 0,0 6 0,0 14 0,-2 1 176,-2 2 1,2 1 0,-4 1 0,1-1-147,0 0 1,-4 1-16,4-1-393,0 1 0,0-6 1,1 0-1,1-3 0,1-3-1448,2-1 915,-6-2 60,4-6 0,-3-1 0,10-9 1,5-4-967,2-8 1,2-7 760,1-7 585,5-1 1,-2 1 0,4-1-1,0 1 1,-2 1-126,1 3 1,-2-1 663,-5 6-273,-6 0 1,0 10 0,-7 1 345,-1 1 0,-3 9 66,-11 7-453,-7 4 1,1 1-1,-5 1 1,3-1 0,1 0-50,4 0 0,1 0-44,2 1-131,-1-7 0,3 4 1,2-2-1,6 2-178,2 3 0,4-6 181,2 0 25,4 1 0,13-2 0,2-2 0,4-1 1,2 0-108,-1-2 1,-4-2-144,0-1 250,-7 0 1,8 0-1,-6-1 1,-1-2-1,-3-4-26,0-1 0,-6-1 290,0-5-100,-5 6 0,2-5 0,-6 4 0,0-4 194,0-1 1,0 4-31,0 1 208,0 6 1,-2-4 193,-2 7 1,0 2-135,-5 3-105,6 3 0,-3 1 1,4 1-1,-1 1 1,-2 3 337,2 5 0,1-3-553,2 3-93,0-4 0,0 0 0,0-1 0,0 0 1,0 0 80,0 0-385,0 1-57,0-1 0,0-5 0,2-1-567,3-1 822,-4-3 224,6-4 272,-7 0-92,0 0 0,-2 5-425,-3 0 99,4 6 1,-6-3 0,6 4-1,-2-1-175,-2-1 1,0-5-89,5 4 1,-5-4 268,1 4 105,-1-5 187,5 8-406,-6-10-11,4 4 39,-4-12 0,6 3-93,0-7 30,0 7-6,0-10 0,0 10-138,0-6-253,0 6-196,0-4 27,0 1 371,0 4-63,0-4 0,0 4-556,0-2 529,0 2 147,0-11 0,0 10 0,0-6 0,0-2-292,0-2 0,0-1 157,0 0 372,0-7 0,1-1 0,2-6 0,2-2 0,0-2 128,1-1 1,-3 0 716,7 4-646,-7 1 0,3 1 0,-6 3 0,2 5 938,3 3-360,-4 2-682,6 6 0,-7 4 0,0 8 0,0 7 363,0 7 1,0-1 214,0 7-569,0 0 0,0 4 0,-2 0 0,-1 1 0,-2-1 157,2 1 0,-3-2 17,1-4-459,0 4 0,0-9 1,1 4-1,0-2 1,1-2-581,-1-3-47,2 0 104,-4-1 681,6-6 1,1-8-244,4-10 172,-3-2 0,10-7 1,-2 0-1,2 1 0,1 2-57,-4 2 0,4 2 46,-3 2 103,2 4 0,7 1 1,0 0-1,-2 2 1,-1 3 317,-2 5 1,1 3 32,-1 6-277,0 0 0,-4 0 0,-2 1 0,-2-1 0,-3 2 402,-1 3 1,-2-4-100,0 4-458,-7-3 0,-1-6 0,-6-1 1,0 1-1,-2-2-124,-3-4 1,-1-2-921,-4-2 768,-3 0 1,7 0-1,-4 0 1,5-2-1,3-1-431,2-2 1,0-6 152,-1 2 396,8 3 0,0-7 0,9 3-349,3-2 0,2 4 37,8 3 358,-1 4 0,5 1 0,1 0 0,2-2 0,4-1-384,1-2 0,-1 0 134,-2 5 345,3 0 1,-5-1 0,5-2 0,-2-2 0,-3 0 88,-1-1 1,-2 4 1008,-5-3-518,0-2 0,-4 5 1,-2-4 1878,-2-1-1548,-1 6-535,-5-6 1,0 9 0,0 3-1,0 4 1,0 4 581,0 1 0,-2 2 274,-3 3-909,4-3 1,-5 11-1,6-5 1,0 1-1,0 1-29,0 1 1,-5 1-187,0-3-92,0 4 1,5-11 0,0 3 0,0-3 0,-1-2-483,-4 0 325,3-6-89,-4-2 0,5-6 0,-3-1 300,0-4 1,-6-4-537,5-10 384,1 3 0,-1-11 0,0 2 1,2-5-1,1-5-360,2-1 1,5-1 17,0-1 429,6-3 0,-3 13 0,6-2 0,0 6 0,1 4 22,-1 2 0,0 9-52,0 4 171,0 3 1,5 6 0,0 3 0,-3 8 0,-3 2 278,-4 4 0,-6-4-131,2 7-123,3-7 0,-6 4 0,2-7 0,-2 0 0,-4 0 2,-2 0 0,0-1-381,-5-3 150,6 2 0,-5-10 1,5 4-488,-2 0 700,-6-4-221,9 4 0,-4-12 0,6-4 0,2-2 0,2-2-366,6-1 0,7-4 273,2 1 227,0-1 1,0 4 0,2 1 0,-1 1 0,1 2 216,-4 2 1,4 6 62,-2-2-137,0 3 1,-4 2 0,3 2 0,1 3 0,-4 4 557,-3 4 0,0 1-320,-2 0-144,-4 1 0,0-1 0,-6 0 0,0 0 613,0 0-863,0 1-36,-6-1 0,-2-6 0,-6-4 0,-2-2 1,-1-2-907,-2 0 0,-7 0-1229,3 0 1700,2-6 1,-1 3-1,5-5 1,-2 0 488,1 0 0,-16-27 0,-4-11 0</inkml:trace>
  <inkml:trace contextRef="#ctx0" brushRef="#br0" timeOffset="29">15157 16647 7827,'-8'-14'141,"1"0"1,3 0 2135,-1 0-1079,0 6 1,0-2 580,1 10-1480,-1-3 0,10 16 0,-1-2 1,0 5-1,-1 4 287,1 2 1,-2 2-346,3 4 1,-2-4-109,2 0 1,-4-1-1,4 6 1,-3-1-46,-2 1 1,4-6-326,1 1-10,0-7 1,-5 6 0,0-6-1695,0 2 1425,0 0-124,0-11 0,0-4 0,0-10 0,-2-6-1407,-3-6 0,4-6 806,-4 5 1096,4-6 0,1 3 0,0-6 1,0-1-1,1 2 145,4 4 0,-2-3-504,7 7 663,-7 1 1,9 2 0,-2-2-1,1-1 758,-2 2 0,-2 6 2030,-7 1 827,0 7-1064,6-3-2094,-4 6-491,4 0 1,-6 2 0,0 2 0,0 6-1,0 2 306,0 3 1,1-1-118,4 0-317,-3 0 1,9 1-1,-5-1 1,0 0-1,2-1-144,0-4 0,-3 4 57,4-4-251,-5-3 1,7 7-1,-5-5 1,2 0-159,3-3 1,-3-4 458,1-1-79,1-6 0,4-2 0,2-8 1,1-3-1,2-4-216,-1-4 1,-1 0 530,2 3-165,-10-3 0,10 7 1,-11-4-1,2 5 1,-2 3 965,-2 2-727,-1 6-230,-5 2 1,0 7 0,1 4 548,4 5 1,-3 7-44,2 2-347,-2 6 0,-2-7 0,1 5 0,3 1 1,0-2 13,0-3 0,-1 2-946,1-2 584,-2 0 0,11 0 1,-5 0-1,1-4 1,0-2-216,3-4 0,0-5-629,2 0 691,1-2 0,-1-2 1,0-2-1,0-2 1,2-6-254,3-3 0,-3-2 620,3-4-68,-3-3 1,-2-5 0,0 1 0,-1 4-1,-2 3 53,-2 7 0,-6-2 0,2 4 462,-3 4 1,-2 3 6,0 12 1,-2 2-196,-3 13-12,4-7 0,-10 8 0,6-4 1,2 0-1,1 1 160,2 0 1,0-5-605,0 2 48,7-3 0,0-3 0,8-2 0,-1-4 0,2 0-811,3-4 1,3-1-256,6-2 888,1-7 0,-6-2 0,1-9 1,0-1-1,-1 0-4,1-1 1,-7 3 269,2-7 445,-3 6 1,-8-2 578,-3 6-747,-4 6 64,-1 2 0,0 18 1,-1 6-1,-2 2 774,-2-1 1,0-3-545,5-2-524,-6 7 1,4-6-1,-2 4-673,2-3 314,2-2 140,0-6 1,0-3 0,0-10-433,0-4 1,5-9-476,-1-1 948,8-6 1,-5 8-1,8-5 1,-1 1-1,0 4 358,0 1 1,1 3 7,-1 4-67,-6-4 1,4 12 0,-2-4-1,2 5 1,1 5 896,-3 4 1,2 5-377,-2 5-388,2-3 1,-2 9-1,-1-6 1,1 0-1,-1 0-290,1 0 0,-6-5-1775,6-4 742,-7-1 1,5 1-852,-3-1 1,-2-12-803,6-2 1608,-6-6 0,4-9 0,-7-5 1063,0-7 0,-17-8 0,-12-11 0,-1-2 0,-2-6 0,1 0 0,-1 0 0</inkml:trace>
  <inkml:trace contextRef="#ctx0" brushRef="#br0" timeOffset="30">15995 16349 7834,'-14'1'1254,"0"4"0,0-2-563,0 7 1,-1-5 363,1 4 0,0 1 0,0 4-123,-1 0 0,8-5-781,2 1-94,3-7 0,2 5 0,2-5 0,3 2 10,4-2 0,4-3-256,1-5 0,0-1 0,0-5 1,-1 1-847,-4-1 0,2 3-21,-6-1-3277,6 6 1825,-9-3 2508,4 6 0,-37 31 0,-9 9 0</inkml:trace>
  <inkml:trace contextRef="#ctx0" brushRef="#br0" timeOffset="31">17375 16363 7815,'-2'-13'92,"-1"2"0,-4 2 2057,0-2-1506,3-2 1,-8 5-1,2 5 1,-1 6-1,0 8-102,2 7 1,-1 4 0,-4 8 0,0 1-62,0 3 0,1 5-279,3-1 0,-1 3 0,7 2 0,0-1 167,3 1 1,1 0-29,0-1-257,6-5 0,4-3 0,7-5 1,2-2-1,0-4-200,2-4 1,-4-3-167,7-2-175,-7-6 1,4-1 0,-7-7 0,0 0 0,0 0-1955,0 0 0,1-7 816,-1-2-424,0 3 2020,0-13 0,-6-23 0,-2-18 0</inkml:trace>
  <inkml:trace contextRef="#ctx0" brushRef="#br0" timeOffset="32">17702 16576 7815,'-5'-27'641,"0"4"1,-1 2 194,1 7-112,3 0 0,-5 1 264,2 4 0,3 4 0,-3 10-126,4 4 1,1 5-506,0 5 1,0 3 0,-2 8 0,-1 2 431,-2 1 1,1 5-434,4-5-319,0 1 1,0-6 0,0 0-1,0-1 1,0-1-239,0-3 1,0-5 242,0 1-1961,-7-10 770,6 4 0,-7-18 419,3 0 319,4-12 0,-7-7 1,4-9-1,0-5 1,1-5-133,1-4 0,2 1 522,0-6 34,0 0 0,6 1 1,4 4-1,2 3 1,4 3 246,3 3 0,2 9 833,2 10-673,4 4 1,-5 7 0,5 3 0,-1 5 0,-4 5 215,-2 4 0,-2 4-261,-9 1-275,-3 7 0,-6-6 0,0 6 0,0-1 0,-3 3-6,-6-1 0,-2 4-177,-13-2-206,0-3 1,-4 4 0,1-6 0,2-2 0,3-1-330,1-2 1,2 1 286,5-1 261,6 0 0,-3-5 0,8-1 0,6 0 0,10-1 153,9-1 0,6 3 1212,5-4-892,-3 6 1,7-9 0,-7 4 0,0-1-1,-3 1 218,-1 2 1,-5-5-401,-2 2-600,-3 3 1,-8-5 0,-4 6-1867,-2 3 1226,-2-6-1495,0 6 0,-2-5 2514,-2 2 0,15-15 0,-2-10 0</inkml:trace>
  <inkml:trace contextRef="#ctx0" brushRef="#br0" timeOffset="33">18270 16633 7815,'8'-6'0,"-2"3"1829,-6-7-553,0 7 0,-6-3-157,-3 6 0,-9 0-632,-1 0 0,-4 6 0,2 4 0,1 2 379,-1 2 0,2 1-504,5-1 1,1 0-234,4 0 0,-2 1 0,6 0 0,2 3 90,1 1 1,9 0-218,2-5 62,4 0 1,6 0 0,0 0 0,-1-1 0,1-2-439,0-1 1,0-2 224,-4 1 0,-6 4-224,1-4 1,-7-1 80,1 1 0,-8-1 107,-6 2-431,-9-4 1,-3-1 0,-6 0 0,1-2 0,2-2-1059,1-1 0,2 0-1083,-2 0 1286,4 0 1471,5 0 0,33 0 0,7 0 0</inkml:trace>
  <inkml:trace contextRef="#ctx0" brushRef="#br0" timeOffset="34">18697 16960 7775,'-7'-14'94,"6"0"1,-4 0 0,2 1 2826,-2 3-2316,4 4 0,-6 8 0,7 2 0,0 6 1,0 4-1,0 3 1957,0 2-2436,0 7 0,-4-9 0,-3 5 0,-1 0 1,-1-1-685,1-1 202,-5-1 0,10-4 1,-5-1-1,0 0-2756,1 0-773,3 0 2202,-2-6 1683,6-1 0,20-30 0,11-18 0,0 2 0,1-1 0</inkml:trace>
  <inkml:trace contextRef="#ctx0" brushRef="#br0" timeOffset="35">18967 16662 7775,'9'-5'639,"1"0"1004,-7-6 607,3 10-1135,-6-6 0,0 9-376,0 3 0,0 4 0,-1 8 0,-2 4 86,-2 1 0,-1-3-582,1 5 1,3-5-144,-3 4 1,-1-5 0,1 2 0,2-1-228,2 0 1,-4 0 149,0-5-964,0 1 0,1-1-1210,-1 0 1220,0-6 465,5-2 1,-4-17 0,-1-5 0,2-4-261,1-5 0,2-4 662,0-4 71,0-3 1,0-7 0,0 0 0,2 1 0,1-3 207,2-2 0,4 9 1015,-4 0-960,6 7 0,-5 8 1,5 5-1,-1 3 0,1 6 450,1 4 0,4 5-265,3 5-389,-3 3 0,3 8 0,-8 1 0,-3 3 0,-2 3 58,-3 2 1,-1 2-47,-2 1-107,0 1 0,-6-1 1,-4 0-1,-4 1 1,-4-2-441,0-4 1,-1-2 213,4-7 0,1 0-58,0 1 0,0-3 1,1-1-155,4-1 0,2-5 531,7 4 21,13-6 1,-2 3 0,14-6-1,4 0 1,2 0 552,1 0 0,3 0-180,-2 0-544,0 0 0,-9 0 1,-2 0-1,-2 0-981,-2 0 1,-7 0 498,-2 0-1104,-6 0 0,4 2 1672,-7 3 0,-13-4 0,-3 6 0</inkml:trace>
  <inkml:trace contextRef="#ctx0" brushRef="#br0" timeOffset="36">19479 16804 7794,'8'-7'2490,"4"0"-1384,-10-8 0,4 6 168,-6-1 1,-6 7-762,-4-1 0,-2 2 1,-2 2-1,-1 2 676,1 2-1031,0 4 0,0 6 0,-1 1 1,3-1-1,1 0 415,1 0-607,1 0 0,1 5 0,3 0 1,4-1-1,1-2-423,0-2 0,1 5-214,4 0 377,3-7 1,6-1 0,0-4 0,2-1 0,1 0-978,2-3 1,7-1-893,-3-2 1592,-2-6 1,4-1 0,-4-5 0,-1-1 0,1-4 570,-4-4 0,-8-18 0,-2-9 0,0-5 0,0-1 0</inkml:trace>
  <inkml:trace contextRef="#ctx0" brushRef="#br0" timeOffset="37">19692 16562 7807,'0'-20'600,"0"4"898,0-3 41,0 3 1,6 3-662,4 4 0,-2 3-223,1 6-411,1 0 1,4 6-1,0 3 1,2 6 0,1 4 1342,2 4-1300,0 4 0,0 3 0,0 2 0,-2 2 0,-1 3 450,-2 2 0,-6-2-186,-3 1-367,-3-7 1,-2 10 0,-2-4 0,-3-1 0,-4-3 45,-4-3 1,-6-6 106,0-1-790,-6-5 0,5 2 0,-4-7 1,5-4-1,3-2-1243,2-1 0,4-4-2310,1 2 1066,6-2 2940,-4-2 0,7-19 0,0-5 0</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05:24:22.417"/>
    </inkml:context>
    <inkml:brush xml:id="br0">
      <inkml:brushProperty name="height" value="0.053" units="cm"/>
      <inkml:brushProperty name="color" value="#FF0000"/>
    </inkml:brush>
  </inkml:definitions>
  <inkml:trace contextRef="#ctx0" brushRef="#br0">24554 6454 8064,'-14'-14'-183,"0"0"0,-2 4 54,-3 1 0,2 6 0,-5-4 1,1 3-1,2-1 0,-1 0 189,-4-1 1,2 4 0,-2-2-1,1 2 1,-1 2 0,0 0 11,-1 0 1,-2 2-1,-1 1 1,-2 3 103,-4 2-164,4 1 1,-9 6 0,6-1 0,0 0 0,-1 0 195,1 0-167,0 1 1,5 0 0,-1 3-1,1 2 1,-1 1 65,1-1 1,-1 6-66,1-3 1,1 4-1,3 2 1,4-1 49,-1 1 1,6-1-4,-4 0-61,3 1 0,2-1 1,-1 1-1,1-1 0,0 1 4,0-1 0,1 0 9,4 1 1,-2-1 0,6 1 0,2 1 41,1 3 0,2-8-85,0 4 1,0-4-1,0 3 1,0 1 15,0-1 0,2 1 30,2-1-10,-2-6 0,11 7 1,-4-4-1,2 3 0,0-1 26,-1 0 1,-1 0 18,5 1-57,1 1 0,4-1 0,0 1 0,-2-2 0,0-2 48,2-2 0,-1 0-23,5 0-51,1 4 1,9-11-1,2 3 1,3-3-1,4-2 0,4 0 0,6-4 26,-4-1 33,6-6 0,-4 8 1,5-6-1,-1 0 1,-3-1 122,-2 1 1,-2 0-102,-4-5-27,6 0 1,0 0-1,4-2 1,-1-1-1,1-3 100,-3-2 0,10-1 8,-3-6 0,3 1 1,-1 0-1,1 0 94,1-1 0,5-3-197,-4-1 1,4-5 0,-6 3 0,-3-1 76,-3-3 1,-2-2-69,5-1 0,-6-1 1,-7-6 0,-8-2 0,1-6 0,-4-4 128,-3-6-180,-5 4 1,-6-7 0,0 0 0,-2-5 0,-3-3-157,-4 1 1,-4 2 180,-6 4 1,-1 2-1,-6 1 1,-7 3 149,-8 2 0,-11 7-91,-5 4-8,-3 6 0,-13-3 1,-4 7-1,-5 1 0,-5 2-109,-2 1-85,-7 7 1,37 6-1,-1 1 1,-3 3-1,0 2 1,-1-1-1,0 1 1,0 0 0,1 2-629,1-1 1,-1 1 0,2 1 0,-1 1 732,2 2 0,-3 3 0,-13 7 0,-7 6 0,-2 1 0,-4 2 0,-1 1 0,1-1 0</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05:24:22.418"/>
    </inkml:context>
    <inkml:brush xml:id="br0">
      <inkml:brushProperty name="height" value="0.053" units="cm"/>
      <inkml:brushProperty name="color" value="#FF0000"/>
    </inkml:brush>
  </inkml:definitions>
  <inkml:trace contextRef="#ctx0" brushRef="#br0">7593 7620 8036,'-7'-14'-89,"6"4"174,-4 1 328,3 6 1,1-8-1,-2 4 1,0-1-1,4-1 124,7 1 0,0 2 0,3 6 0,3 0-337,4 0 1,2 0 0,-1 0 0,5 0 65,3 0 0,7 0-213,4 0 1,5-2 0,4-1-1,7-2-187,6 2 0,8-5 114,3-1 1,2-2 0,-12 0-1,-2 3 100,-5 1 0,-18-2-582,-12 4 63,-7 0 0,-11 5-146,-6 0 289,-6 0 0,-3 2-95,-1 3 524,7-4 1,-8 12 331,6-4-350,0 4 1,1 1 179,-1 0 1,0-4 0,5-1 369,0 2-465,0 2 0,0 6 0,0 0 0,0-2 0,0 1 347,0 1 1,5-2-234,0 7-282,-1 0 0,-4-1 0,2 1 0,1 0 0,2-1-6,-2 1 1,-1-2 167,-2 2-215,0 3 1,0-10-1,0 5 1,0-1 0,0-4-179,0-1 0,0-2-654,0 0 109,-7 0 0,6 1-813,-4-1 1,3-5-997,2 1 2553,0-7 0,-50-47 0,18 12 0,1 1 0</inkml:trace>
  <inkml:trace contextRef="#ctx0" brushRef="#br0" timeOffset="1">7678 7592 8036,'-5'-10'386,"1"1"0,-6 4 498,5-5-584,1 7 1,4-2 0,0 10 0,0 5 215,0 2 0,0 4-419,0 3 0,0-2 0,0 7 1,0 1 207,0 2 1,0 2-272,0-1 1,0 1 0,-2 1 0,-1 1 42,-2 2 1,-4 1 8,4-6 1,-1-1-171,1-3 0,3 2 1,-2-4-1,2 1-163,2-4 1,0-4 200,0 0 0,8-1 1,6 0 1,2-6-1,9-3 1,5-4 40,6-1 1,6 0 230,0 0-151,1-6 0,1 3 0,3-5 0,4 0 1,0 2 16,-4-1 0,-3-2-96,-1 4-10,-7 0 1,5 5-1,-4 0 1,-3 0 0,-4 0-51,-4 0 0,-9 0 86,2 0-82,-3 7-160,-8-6 198,-2 6-10,-6-7 1,-6 0-266,-4 0 1,2 0-1445,-1 0 1258,6 0 1,-15 1 0,4 2 0,-3 2 481,-4-2 0,-23-4 0,-10-3 0,-7 1 0,-1-1 0</inkml:trace>
  <inkml:trace contextRef="#ctx0" brushRef="#br0" timeOffset="2">7678 8089 11010,'-9'2'618,"-1"2"1,-1 6-251,-2 3 0,-1 2 0,-2 4 0,-3 5-43,-4 3 1,1 3-381,-2 3 1,0-3-12,-4 3 1,4-3 0,2-3 0,1-2-493,4-1 0,1-8 0,4 0-580,2-5 1,5-7-85,10 6 782,9-7 1,10 2 0,9-10 0,7-4 439,6-4 0,5-9 0,14-8 0,2-2 0,-12 7 0,1 0 0,0-1 0,0 1 0</inkml:trace>
  <inkml:trace contextRef="#ctx0" brushRef="#br0" timeOffset="3">8389 8231 8036,'14'0'145,"0"0"0,1 0 528,-1 0 1446,0 0-1109,-6 0 0,-2 2 369,-6 3-1066,-6 3 0,-2 6 0,-6 0 0,0 0 1,-1 0 206,1 1 0,0-1-620,0 0 10,-1 0 0,-3 5 1,-1 0-1,1-1 1,2-3-476,2 0 0,0-1-802,0 0 783,0 0 1,-1-4-1,-1-1 1,-1 1-436,-2-2 0,-1-2 457,1-6 307,-3 0 0,-13 0 1,-3 0-1,-5 0 0,-4-2-470,-5-2 1,-10 2 321,-4-3 505,-4 4 1,5 1-1,4 0 1,4 0-1,6 1 761,9 4-21,5-3-524,22 10 1,4-10 0,15 4 0,9-1 0,9 0 1038,11-2 1,8-2-123,7-1-1088,2 0 1,9-1 0,2-2 0,4-4 0,1-1-473,1-3 1,-7 3 162,1-1-597,-2 6 1,-10-8 0,-6 6-1,-10 2-2879,-8 1 3638,-11 2 0,-64-25 0,-21-7 0</inkml:trace>
  <inkml:trace contextRef="#ctx0" brushRef="#br0" timeOffset="4">5474 7904 8044,'-14'0'498,"0"2"1,0 1 24,-1 2 0,1 1 0,0-3 0,0 4 0,0 1-60,-1 3 0,1 1 1,0 4-1,0 1-266,-1 2 1,8 5 0,0-3 0,2-1-175,1 1 1,-1-1-14,5-1 0,6-3 0,4 3 1,4-5-195,5-4 0,5 1-168,9-7 267,-3 1 0,11-5 0,-5-1 0,2-4 0,0-5-135,2-2 1,-4-4-200,2-3 428,-7 3 0,4-12 0,-8 1 0,-3-5 0,-7-1-37,-6-2 0,-5 4-57,-6-7 98,0 0 1,0 2 0,-1 4 0,-4 7-1,-4 6 358,-4 3-330,-1 8 46,0 2 1,-1 9-1,1 5 1,0 8-1,0 3-21,0 1 1,4 5 330,1-1-258,5 3 1,-8 1 0,4 1 0,0-1 0,3-1 229,4-3 1,1 3-191,0-4-159,0 4 0,0-5 0,1-3 0,4-3 0,4-2-323,4 0 1,6-1 103,0-3 29,6-4 0,-3-6 1,7 0-1,-1 0 1,-1-2-328,-3-2 1,1-6 145,-6-9 307,0 3 1,-5-11-1,-1 5 1,-2-1-1,-3 1-133,-2 1 0,-1 2 744,-5 5-424,0 0 1,-2 6 0,-1 5 180,-2 6 0,-4 5 400,4 6-575,-6 6 1,10-4-1,-4 5 1,3-2 0,2 0 73,0-2 0,0-1-184,0-2 0,2 0 1,3 0-1,4-1-386,4-3 0,1 1-241,0-7 455,7 1 1,-4-5 0,5 0 0,-1-1 0,-4-4-107,-1-5 0,-2-2 128,0-3 91,-6 1 1,3-5 0,-4 2 0,-1 3-1,0 3 401,-3 0 1,-1 3-21,-2-2-221,0 7 0,0-2 267,0 10 1,0-2-273,0 7-89,0-1 0,2 5 1,2-1-1,4-2 1,2-1 38,-1 1 1,1-4-349,4 3 1,5-7 103,0 2 0,6-4 0,-3-1 1,2 0-268,0 0 1,-2-1 251,1-4 0,-2-3 165,-7-6 1,0-2 0,-1-1 0,-2-2 283,-2 2-261,-5 1 115,2 1 1,-8 3 0,-2 2-1,-6 6 1,-2 2 58,-3 2 1,1 5-81,0 0-143,0 6 1,1-4 0,2 8 0,3-1 0,2 0-149,3 0 1,1 1-88,2-1 201,0-6 1,3 4 0,5-4-1,6 0 1,4-3-305,2-4 0,2 4 3,7 0 0,-1-2 168,1-8 1,-1 2-1,-1-6 1,-2-2 53,-1-2 1,-7 0 399,2 4-26,-3-4 0,-7 7 0,1-4 387,1 6-378,-5 2 319,7 2 0,-11 6 0,4 4 1010,0 3-1201,-4 1-774,10 0 0,-8-5 0,5-1 0,2-1-414,2-4 1,1-2 170,0-1 410,0-6 0,1-2 0,-1-6 0,0 0 0,0 0-571,0-1 0,-4-4 1134,-1 0-32,-5 0 0,3 10 0,-3 0 1741,0-3-1496,1 6-130,-5 0 1,5 12 0,1 2 0,1 2 240,-1-1 0,3 0-290,-4 6-848,6-7 0,-9 4 0,4-4 1,0 2-1,2-1 495,0 2 0,11 8 0,-3 3 0</inkml:trace>
  <inkml:trace contextRef="#ctx0" brushRef="#br0" timeOffset="5">18071 7577 7988,'-8'-14'220,"-3"0"0,6 0 0,1 1 1,-1 2 2188,0 2-1961,1 5 0,5-7 0,5 7 0,9 0 0,7 3 174,5 1 1,7 5-561,4-1 1,3 6-1,4-4 1,0 0-26,3 1 0,-1-1-618,-4-1 1,-5-2 50,0 6 1,-13-5-1,-1 0-1692,-7-2 176,-9-2 1670,-2 6 0,-14-4 1,-4 3-1,-6-2 37,1 1 0,1-2 367,2 3 313,6-4 1,-5-1 1839,4 0-1237,-4 0-175,5 0 0,2 2 0,6 3 342,0 4 1,0 4-575,0 1 0,0 2-134,0 3 0,0-2 0,0 7 0,0 3 119,0 4 0,0-1-561,0 3 19,0-3 1,-5-1-1,1-1 1,-1 1-1,0-2-288,0-4 1,1 3-636,4-7-144,0-1 1,-2-3 0,-1-1-1809,-2 0 1,-1-6 2894,1-3 0,-15-40 0,-6-23 0,-5-2 0,1 1 0</inkml:trace>
  <inkml:trace contextRef="#ctx0" brushRef="#br0" timeOffset="6">17972 7535 8026,'-8'-15'6,"1"6"992,7 0 0,0 4 0,-1-3 643,-4 2-614,4 1-741,-6 11 1,7 4-1,-1 9 1,-3 4 0,-2 4 468,-2 2 0,4 4-626,-6 0-66,7 0 1,-8 2 0,5 1 0,-2 0 0,-2-2 41,2-4 1,-3 3-165,6 0 0,1 0-310,4-4 1,0-7-1,1-3 1,4-4-918,5 0 0,4-1 432,5 0 620,3-6 0,6 3 1,2-6-1,3-2 1,4-1-99,-1-2 0,4 0 158,-7 0 1,0-5 228,-5 0 0,1 0 1,-2 5-1,-4 0 105,-4 0 1,-3 0 517,-2 0-280,1 0 1,-8 2 501,-2 3-520,-3-4 1,-9 6-177,-2-7 0,-4 0 1,-2 0-1,-3 0-47,-1 0 1,-6 0-455,1 0 85,-3 0 1,-1-5-1,-2 0 1,-2 0-1,-1 1-496,2-1 1,-1-5 402,-1 6 1,3-6 182,-3 5 0,7-1 1,4 3-1,0-2 270,0 2 0,9 1-187,-1 2 755,9 0-219,-1 0 0,6 7 135,0 2 1,0 6-275,0 3 1,0-2 0,0 5 0,0-1 401,0 4 1,-6-2-414,-4 2 0,-2 0-216,-3 4 0,0-1 0,-3-2 1,-2-1-133,-2 1 1,4-4 10,-1-2 1,3-5-546,2-5 0,5 2-1379,-1-6 1125,7 0 254,-3-5 0,7 0 0,6-2 0,5-1-466,6-2 0,7-6 278,-1 2 0,4 1 401,5-2 1,2 6 0,5-6 0,-1 1-173,5 1 0,-1-5 494,4 4 54,-2 2 1,-3-4-1,1 5 1,-2 0-1,-3-2 227,-5 0 0,-5 5 60,-4-2 0,-2 3 1120,-3 2 0,-8 0 1178,3 0-1734,-9 0-565,2 0 1,-7 2-1,-2 3 1,-3 4 313,-4 4 1,-2 1-578,1 0 1,-2 0-160,2 1 1,-7-3 0,-2-1 0,0-1 14,-2 1 0,5-3-1114,-2 1 822,-5-6 0,1 9 0,-6-8 0,-1-1 0,-1-1-812,-3-2 1,-2 0 667,-2 0 0,-3-6 382,7-4 1,0 2 0,6 0 0,3 2 151,5 3-248,10-5 252,2 6 1,15-4 0,7 6 0,8 0-1,9 0 140,6 0 1,1 0-228,-1 0-557,3 6 0,-8-2 0,2 3 0,-6 1 609,-3 0 0,-18 2 0,-3 4 0</inkml:trace>
  <inkml:trace contextRef="#ctx0" brushRef="#br0" timeOffset="7">17630 9042 8019,'8'-15'-295,"-3"1"0,-3-2 0,-2-1 0,0-2 712,0 2 0,0 1 1,0 2-1,-2-1 0,-1 1 1,-3 2 181,-2 2 1,-2-1 0,-4 6 0,-2 2 308,-3 2-757,3 1 1,-9 0 0,6 1 0,2 4 0,1 4-64,2 4-29,0 1 0,1 5 1,3 2-1,6-1 1,2 2-268,2 1 1,2-5 9,2 6 8,4-6 0,7 2 0,-1-4 0,0 1 0,0 2-213,0-1 0,-4-4 296,-1-5 0,-5 4 85,0-4 0,-2-1 157,-2 2-80,0-7 1,-11 3 0,-5-6 32,-4 0 1,1-1-120,-5-4 1,6 2 0,0-5 0,2 0-256,2 0-504,-1 5 746,7-3 25,8 6 1,10 0 0,7 0-1,4 0 1,2 0 321,8 0 1,-3-2-231,5-3-102,-3 4 0,0-7 0,3 5 1,4-4-1,-1-1-40,-3-3 0,-3-1 69,-1-2 16,-7 6 0,-2-5 0,-7 3 0,-4-2 0,-4-2 131,-3-1 0,-2 6 7,0-1 1,-2 6-8,-3-6 0,-3 7 1,-6-2-1,-2 5-43,-2 5 1,2-2 57,-3 7-113,3-1 1,2 10 0,0 0 0,-1-2 0,3-1 73,2-1 0,4-1-187,6 0 7,0 0 0,0 0 0,0 1 0,1-1 1,6-2-201,7-2 1,2 1-66,7-6 1,1-1 70,5-4 1,-1-1 0,0-4 0,1-3-50,-1 0 0,-4-9 276,0 3 1,-7-4 276,2 4 1,-5 0-1,-3-2 168,-1-3 1,-7 3 767,2-3-807,-4 10 1,-2 3-207,-4 6 1,2 1 119,-7 4 1,6 3-106,-6 6 1,5 0-1,-2 1 1,0-1 25,4 0 1,0 0-297,-2 0 71,4 1 1,-6-1 0,7 0 0,0 0-602,0 0 392,0 1-151,0-1 582,0-6 1,2-2-193,3-6 1,-4-1-58,4-4 0,-4-8 0,-1-7 0,0-1-63,0 1 1,0-6-122,0 3 0,2 0 114,3 0 1,-2 5-1,5-1 1,0 4-106,0 0 0,1 3-235,5 2 340,1-2 0,-1 10 1,0-1-1,0 6-348,0 7 0,1-3-823,-1 3 769,-6-1 0,3 6 0,-5-1 1,0 0-1,1 0 507,-4 1 0,3-6 0,-1 0 0,0-5 0,-5-4 0,0-8 0</inkml:trace>
  <inkml:trace contextRef="#ctx0" brushRef="#br0" timeOffset="8">18185 9127 9474,'6'-8'2668,"-4"2"-1955,4 6-188,-6 0 0,2 0-184,2 0 0,0 0-720,5 0 264,-6 0 0,10 4 0,-4 1 0,4-2-450,1-1 0,0 3-66,1-1 313,-1 1 1,0-5 0,0-1-568,1-4 1011,-1-3 76,-6-6 1,-2 4 0,-6 1 572,0-2-645,-6 4 0,-2 1 1,-6 6 218,-1 0 0,6 2-83,-1 2 1,1 0 0,-5 5-24,-1 2 1,6-3 0,1 1-234,2 3 1,-4-5-40,6 3-57,-1-7 0,5 10-320,0-4 147,0 4 90,0-5 1,1-2 0,3-4-105,0 2 575,1-2-20,1 4 70,-4 1 15,4-6-83,-6 5 191,0-6-52,0 0-17,7 0-549,-6 0 6,5 0-1770,-6 0-1264,0 0 1,0-6 2741,0-3 0,0 1 429,0-2 0,0 1 0,0-7 0,0-1 0,0-2 0,0 0 0,0-2 0,0 5 0,0-3 236,0 4 0,0 0 1,0 1 2715,0 0-1630,0 6-868,0 2 1,0 7-1,0 4 1,0 5 638,0 2 1,0 4-272,0 3-628,0-3 0,0 6 0,0-5 0,0 2 0,0-1 120,0-3 1,5 0-329,0-1 0,1 0-171,-1 0 0,-3 0 1,4-1-1,0-3-853,4-6 761,-4-2 0,7-2 1,-4 0-1,4 0 1,1-2-487,0-2 1,0-6 125,1-9 551,5-3 1,-4-6 0,1-1 0,-4 2-1,-5 2-98,-2 1 0,4 2-43,-6-1 1197,1 2-917,-5 7 340,0 6 1,-1 8-209,-4 9 1,3 9 0,-2 2 0,0 1 61,0-1 1,2-1-148,-3-4 1,4 3-99,1 1 0,4 0 0,3-4 0,1-3-353,3-2 1,6 1-3,2-6 1,5 4 155,-5-4 1,4-1 0,-2-4 0,1-1-33,3-4 0,-4-3 63,-2-6 0,-3-2 238,-2-3 0,-2 2 0,-2-5 0,-5 1 164,-4 4 0,-1 1 56,0 2-8,0 0 0,0 4 1,-1 2-1,-4 2-8,-5 3 0,-5 3-75,0 5-98,-2 2 1,9 9 0,-4 2 0,1 1 0,3-2 197,1-1 1,3 3-351,4 0 1,0 0-19,0-5 1,1 0 0,4 0 0,4 0-369,4 1 0,3-1 39,3 0 1,-2-6 182,7-3 0,-7-4 1,4-1-1,-2 0 14,0 0 1,-5 0 70,-5 0 1,-4-1 730,5-4 677,-7 3-330,3-10-207,-6 10 1,-2-4-333,-2 6 0,1-5-277,-7 0-121,7 1 1,-5 2-1,3-3-286,-4-4 1,1 1-598,-2-1 634,7-1 1,-3 1-1,6-1 1,0-1-1,0-2-242,0-1 0,6 0 289,4 0 0,2 0 199,3-1 0,4 3 1,1 1-1,1 3 248,-1 1 1,5 3-101,-1 4 1,-2 0 125,2 0 1,-7 0 0,2 0 0,-3 1 604,-2 4-1455,1 3 150,-1 0 1,-6 4-838,-4-2-1179,-2-4 987,-2 1 1445,-6-1 0,-40-5 0,-16 6 0</inkml:trace>
  <inkml:trace contextRef="#ctx0" brushRef="#br0" timeOffset="9">9014 7648 8098,'-9'-1'-10,"0"-4"64,5 4 0,-2-7-437,6 3 328,0 3 1,0-6-224,0 4 425,0 2 336,0-4 452,0 6 12,0 0-449,6 0 1,-2 0-176,5 0-71,-6 0 1,5 0-59,-3 0 1,3 0-294,6 0 111,-6-7 1,4 6 0,-2-4 0,3 4 0,1 1 32,0 0 1,0 0 100,0 0-103,1 0 1,4 0-1,1 0 1,2 0 0,2 0 76,-2 0 0,5-2 13,-3-3-133,9 4 0,-3-6 0,5 7 0,-1 0 0,4 0 79,3 0 0,2 0 30,0 0-84,-1 0 1,-4 0 0,0 0 0,2 0 0,1 0 23,1 0 1,1 0 1,0 0-34,6 0 0,-4 0 0,8 0 0,0 0 0,3 0-1,0 0 0,-3 0 44,-1 0-70,6 0 1,-4 0-1,3 0 1,-2 0-1,0-1-58,2-4 0,3 3 70,-3-2-4,3-4 1,-8 6-1,8-3 1,5 2-1,3 0 76,5-2 0,-4-1 224,-2 1-290,-7 4 0,3-6 1,-8 7-1,-3 0 1,-4 0 29,-4 0 0,0 0-35,3 0 32,-2 0 1,5 0 0,-4 0 0,3 0 0,0 0 95,0 0 1,3 0-89,-5 0-23,7 0 1,-8-4 0,6-1 0,2 2 0,0 1-97,-2 2 1,1-1 27,-5-4 36,5 3 1,-8-4 0,2 6 0,-4 0 0,-4 0-51,-1 0 0,0 0 10,5 0 59,-1 0 1,6 0-1,1 0 1,1 0-1,4 0 90,1 0 1,2 0 54,0 0-141,-6 0 1,4 0 0,-3 0-1,5 0 1,1 0 21,-1 0 1,8 0-13,-8 0-20,3 0 1,-3 0 0,0 0-1,-2 0 1,-1 0-52,-2 0 0,5 0 42,4 0 1,1 6 1,-10-4-1,-1 3 1,-3-4-1,0-1-140,1 0 0,-10 0 32,4 0 78,-4 7 1,9-6-1,2 4 1,4-2 0,5 0 8,-1 2 1,5 0 182,-1-5-97,6 0 1,-5 4-1,3 1 1,-4-2-1,-4-1 145,-1-2 0,2 0-148,2 0-16,-2 0 0,4 0 0,-6 1 0,0 3 0,1 0-32,4 0 0,3-3 64,6-1-53,0 0 1,6 0-1,4 0 1,-40 0-1,0 0 1,39 0 85,-4 0 1,-2 0-1612,2 0 1523,-3 0 0,8 0 0,-9 0 0,-4 2 0,-3 1-56,-5 2 0,5 1 131,1-1-201,4 3 0,1-1 0,0 0 0,0-2 0,-2 1-124,-2 2 1,-6-5 188,-9 2 40,-3 3 0,-11-7 0,0 4 0,-1-4 0,-4-1 71,-5 0 1,-14 0-6,1 0 41,-11-6 1,3 3 0,-7-7 871,0-1 0,0 4-863,0-3-171,-7 1 1,6-1 0,-6 1 0,1-2-392,-3-2 1,-2-1-16,1-1 223,4 8 1,-1-6-171,-2 3 529,3 4-160,-1 0 0,7 7 1,2 3-1,1 2 126,2 2 0,4 3 694,-4 8-533,6-3 0,-9 6 1,2-5-1,-2 2 0,-2 0 293,0 2 0,-2-6-275,-2 4-412,-4-3 1,-13 3 0,-4 0 0,-8-3 0,-10-4-1804,-7-2 1,-7-7 1953,-5 2 0,8-13 0,-10-6 0,-3-1 0,-6 0 0,-1-1 0,0 0 0</inkml:trace>
  <inkml:trace contextRef="#ctx0" brushRef="#br0" timeOffset="10">10123 6710 8106,'-14'-14'268,"5"0"0,-1 1 0,1 2 1,-1 3-1,1 2 2586,-2 3-2027,4-5 0,3 8-501,8 0-279,11 0 0,7 6 1,6-6-1,1 0 1,1 0-120,3 0 0,-2 0 21,7 0 1,-11 0-68,2 0 0,-9 0 0,2 0 0,-1 0-1372,-4 0 775,-7 0 0,-2 0 0,-7 0-810,-1 0 0,-3 0 642,-11 0 837,0 0 1,-5 2 0,-2 1 0,1 2 0,-1-2 621,4-2 0,6 1-314,1 3 283,1-4 0,-1 5 2044,1-6-1557,-1 7-603,2-6 1,2 12 0,6-3 0,0 4 322,0 5 0,0-4-364,0 4-254,0 4 1,5-3 0,-1 5 0,1-1-1,0 1 132,0 2 1,-1-3-333,-4 0-65,7-7 1,-6 3-1,4-5 1,-2-1-1560,2 0 0,-3-4 534,2-1 38,-2-6 1,-1 4 1117,4-7 0,22-38 0,11-10 0</inkml:trace>
  <inkml:trace contextRef="#ctx0" brushRef="#br0" timeOffset="11">10621 6838 8106,'-9'-13'0,"-1"4"0,5 1 1589,-4 3 0,4 4 423,-4-4-1587,-1 3 1,-4 2 0,0 0 0,0 0-60,-1 0 0,0 7-348,-4 2 1,8 5 0,-4 4 0,3 1-190,-1-2 116,5 5 1,2-6 0,6 3-141,0-3 0,0 0-72,0 3 0,6-4 1,5 3-1,7-6-1810,5-2 1600,4-7 1,2 8-1,-1-6 1,2-2 0,0-1-1016,-2-2 0,2-7 848,-11-2 644,0 2 0,-11-68 0,-5 31 0,1 1 0</inkml:trace>
  <inkml:trace contextRef="#ctx0" brushRef="#br0" timeOffset="12">10721 6867 8106,'0'-29'190,"0"1"1,0 6 0,0 3 0,0 3 1603,0 2 428,0 6-1410,0 1 1,0 9-103,0 3-409,0 3 0,4 11 1,1 1-1,0 1 1,0 1 642,-1 0 0,1 0-143,-5 2-902,6 2 1,-4-8-1,3 4 1,-4-1-1,-1-4-343,0-1 0,0-2-862,0 0 131,0 0 674,0-6 0,-4-5 589,-1-12-109,0-7 0,0-14 0,1-3 0,0-5 0,4-3 42,5-2 0,-2 2 139,7 3-119,-1 4 0,4 7 1,-2 3-1,-2 7 1,3 6-256,0 6 1,2 3-37,1 2 302,-1 0 0,-2 7 0,-1 2 1,-3 4-1,-1 1-363,-4 0 0,-2-4-697,-1-1 638,0 1 1,-1 2-1,-2-1 1,-5-1-1,-3 1-2078,-5 1 2448,-1-4 0,-42 18 0,-10-3 0</inkml:trace>
  <inkml:trace contextRef="#ctx0" brushRef="#br0" timeOffset="13">11659 6838 8099,'-8'-17'177,"2"3"1,1 1 0,-1 0 1952,-2-1-1681,-2 0 1,-4 4 0,0 2 0,0 4 0,-1 5-1,3 7 55,2 5 1,-2 3 0,2 1-1,-2 2-172,-3-2 1,6 4-321,-1-2 0,6 4 0,-4-4 1,1-1-468,4-2 0,2-2 45,1 0 1,0 0-1,1-1-463,4-4 1,5-1-503,8-3 1037,-2-3 0,11 4 1,-5-8-1,2-1 0,-2-3-2,-1-2 1,2 0 299,-4-1 89,-6-4 1,0 7 0,-6-5-1,3 3 1401,-1 1-849,-5-4-31,2 10-265,-6-6 1,0 9 237,0 3-345,0-4 0,0 12 0,1-4 149,4 4-475,3 1 87,6-6 0,2 3 0,1-6 0,2-2 0,-1-1-193,-2-2 1,3 0 105,0 0 184,-1-7 0,-3 1 1,-1-5-1,-1 2 0,-2-3 351,-2 0 1,-6-7-38,2 0-214,-3 0 0,-2 5 1,-2 0-1,-3 1 1,-3 2-54,0 1 1,-6 7 6,0-2-246,0 4 1,-7 1-1,7 1 1,-2 4-1,0 5-244,2 2 0,-3-2-122,7-1 265,4-6 0,-5 10 1,5-5-1,-1 1-434,1 1 1,3-7 366,8 2 235,3-4 0,10-1 0,3 0 1,0 0-1,1 0 32,0 0 0,1-4 104,6-1 50,-7-6 1,3 9-1,-4-4 1,-1 1-1,1 0 1273,-4 2-1074,-1 2 249,-2 1 1,1 6 0,-3 4 176,-2 2 1,-2 2-519,-4 1-132,-2-1 0,4 0 0,-6 0-621,0 0 1,0-4-729,0-1 260,0-5 480,0 2 489,0-6-75,0 0 1,0-6-1,2-4 93,2-3 1,0-1 134,5 0-25,1 6 1,-1-3-1,-1 5 1,0-1 158,0 1 0,0 0-130,1 1 45,4 3 1,-10-4 0,6 8 223,2 2-204,2 4-226,1 7 1,-4-3-1,-2-1 1,0-3-1,-2 0-1618,0 0 846,5 1 608,-3-1 1,2 0-1,-1-5 127,2 2-22,2 0 196,1-11 0,-4 2 0,-3-5 1,1-2-1,-1-2 466,-1-1 0,3 5-179,-4-1-85,0 7 1,-3-8-1,1 5-241,1-2 390,1 4-251,1-2 1,-4 8 0,3 2 1105,-4 6-1263,-1 3-36,0 1 1,5-5 0,0 1-463,-2 1-123,-1 1 344,-2-4 0,0 0 687,0-3-166,0-3-251,0 4 0,0-8 0,0-2 0,0-6 0,0-3-351,0-1 0,1 0 38,4 0-4,-3 6 0,9-5 0,-5 4 0,2-4-153,3-1 0,1 6 330,3 3 89,-1 4 1,0 1 0,0 0 0,1 0 0,-3 1 319,-2 4 0,2 1 77,-2 4-340,2 2 0,3-4 0,-3 7 0,-1-3-395,-1-2 1,-5 1-102,4-6 301,-6 6 0,5-10 0,-3 4-315,4-4 227,-2-1 260,5 0 1,-9-6 0,7-3 0,-1-4-1,1-3 90,-1-3 1,-1 3 352,2-2-253,2 2 0,-10 2 1,3-1 617,-4 1-806,-1 0-64,0 6 1,0 3 0,-1 8-139,-4 2 0,2 6 170,-7-1-69,7 2 0,-8 3 0,6-1 0,2 0 0,2 0-275,1 0 1,0 1 11,0-1 204,0-6 1,1 3 0,4-5 0,4 0 0,6 1-15,4-4 0,-2 3-39,7-1 207,-7 0 0,10-7 1,-5-1-1,2-3 1,-2-2 39,-2-3 1,-1 3 110,-4-2 20,-1 1 0,0-1 83,0 1-248,-6 6 269,5-4 152,-12 7-373,6 0 33,-7 0 1,1 0-9,4 0-234,-3 0 353,4 0 17,-6 0-501,0 0 0,-2 5 158,-2 0-211,2 0 221,-11-5 1,10 4 0,-5 3-298,2 1 1,1-4 117,5 6 231,0-7 1,0 5-1,2-5 18,3 2 0,2-1-47,8-4 149,-1 0 0,-5 0 1,1 0-1,2-1 1,4-2 316,3-2 0,0-8-29,-5-1-258,-6 0 0,5-13 0,-4 5 0,2-2 0,1 2 70,-3 2 1,-6-4 151,2 5-232,-4 0 1,-1 10-575,0-1 0,0 13 163,0 2 591,0 6 1,0 8-1,0 2 1,0-1 0,0 2 386,0 0 0,0-4-483,0 1-242,0-4 0,0 0 1,0-1-1242,0 0 1108,0 0 67,-6-6 0,3-2 1,-5-7-81,2-4 0,-1-3 270,3-6-112,2 0 0,-4 0 0,7-1 0,3 1 0,2 2-22,2 2 0,1-3-3,5 4 132,7 3 0,-5-2 0,3 5 0,-3-2 0,-2 0 374,0-1 0,0 4-241,0-3-147,1 4 1,-1 1-1,0 0-113,0 0 89,-6 0-408,5 0 1,-12 1 0,4 4-312,-3 5 850,-2-4-190,0 7 1,0-10-287,0 6 236,0 1 62,0-2 0,1-2 94,4-6 1,-2 0-152,7 0 98,-7 0 0,9 0 1,-2 0 236,3 0-107,1 0-42,0 0 0,-4 0 0,-1 0 0,2 0 208,2 0-199,-5 0-67,4 6 0,-4-3 0,6 5 85,1-1 1,-6-1-162,1-1 49,-1-4 1,0 7 0,1-5 0,1 2 0,2-2 1,1-1 1,0-2 49,0 0 86,1 0 1,-1 0-1,0 0 1,-1-2 400,-4-2 0,-3-4-345,-6-7-293,0 7 0,0-4 0,-1 2 0,-6-2 1,-5-2-486,-6-1 1,-2 6 166,1-1 178,3 7 1,-4-5 0,5 5 0,1-2-848,0 2 289,0 2 533,6 1 0,5-2 1,11-1-1,7-2-37,6 2 0,3 0 617,4-2-267,1 4 0,-1-6 0,-1 7 1,-2 0-1,-3 0 174,-1 0 0,2 0 540,-4 0-424,0 0 1,-9 2-1,-1 1 1,2 3 1211,2 2-1078,1 2-490,0-2 1,-4 3 0,-2-5 0,0 0-275,0 1 0,-4-3 296,6-4-1034,-7 0 0,3 2 1015,-6 3 0,-76-4 0,29 2 0,0 1 0</inkml:trace>
  <inkml:trace contextRef="#ctx0" brushRef="#br0" timeOffset="14">9057 7563 7992,'-5'-14'89,"1"0"1061,1-1 0,-1 6 1573,0 0-1591,2 5-841,-4-2 0,4 6 0,-3 2 0,-4 1 756,-4 2-1009,-7 6 0,2-4 0,-5 8 0,-3-1 0,0 0 57,-3 0 1,5 1 28,1-1-246,5 0 0,-2 0 0,7 0 0,4 1 0,4-1-530,3 0 0,10 2 244,6 3 382,7-10 1,12 10 0,2-11 0,0 2 0,1-2-148,0-2 1,-6 3-1249,-1-4 906,-7 0 1,-8-4 0,0 3 0,-1 2 514,-4 2 0,-46-5 0,-19 3 0</inkml:trace>
  <inkml:trace contextRef="#ctx0" brushRef="#br0" timeOffset="15">9114 9084 7901,'14'-14'0,"-1"5"1194,-4-1-394,-2 1 0,-7-6 1,-2 3-1,-1 4-178,-2 8 1,-1 13 0,3 9 0,-2 1-188,2 1 1,1 4-341,2 6 0,-1-1 1,-3-5-1,0 1 33,1-1 1,1-4 123,2-1-441,0-5 0,0 2-145,0-5 317,0-7-284,0-8 1,0-15-1,0-8 1,2-4 0,1-3 16,1-3 0,3 3 290,-2-4 14,-4 4 0,5 2 1,-6 1-1,0 3 0,0 5 484,0 4-509,0 7 86,0 1 0,0 11 0,0 3 1,0 9 67,0 5 1,0-2-88,0 4-290,0 1 0,0 0 0,-1-2 0,-2 0 0,-2-1-1329,2-1 0,-4-1 340,3-5 558,-1 1 1,5-1-1,0 0 659,0 0 0,32-31 0,7-8 0</inkml:trace>
  <inkml:trace contextRef="#ctx0" brushRef="#br0" timeOffset="16">9484 9141 7901,'0'-14'530,"-2"0"880,-3 0-1048,4-1 1,-10 1-1,4 1 1,-1 4 548,-3 4 1,2 4-163,-5 1-497,3 0 0,-10 0 0,7 1 0,0 4 0,-2 6 233,-3 6 1,8-1-161,-3 3-346,3 3 1,3-6-1,3 5 1,3-2-1,2 0 50,0-2 0,2-1-1039,3-2 726,3-6 0,11 3 1,1-6-1,2-2 1,4-2-450,0-1 1,3-6 514,-1-3 1,-1-4 218,-3-1 0,-4-1 1,-7 1-1,-2 0 165,-2 0 1,-5-2-196,0-3-93,-2 3 0,-10 0 0,-5 9 0,-6-1 0,-3 1-1056,-3 1 0,3 3 315,-2 8 0,5-2-577,-4 6 1440,5-6 0,10 35 0,10 2 0</inkml:trace>
  <inkml:trace contextRef="#ctx0" brushRef="#br0" timeOffset="17">9896 9070 7901,'-14'-6'942,"1"3"-633,4-7 0,-9 7 0,2-3 0,-4 1 328,-5 0 0,-2 0-104,-2 5 1,3 5-293,2 0 0,3 4 1,9-2-1,2 1-208,5 3 0,4 1-14,1 3-13,6-1 0,4 2 1,9 1-1,4 2 0,6-2-43,4-1 0,-5-3-101,1-4 18,-7 4 0,-8-5 1,0 6-1,-1 0 352,-4 0 0,-9-6 508,-9-3-666,-4 3 0,-7-7 1,-5 4-1,-5-3 0,-5-2-450,-2 0 1,6 0-255,-2 0-19,3-7 1,9 4 0,7-6 648,8-2 0,42-15 0,11-4 0</inkml:trace>
  <inkml:trace contextRef="#ctx0" brushRef="#br0" timeOffset="18">8460 9923 7805,'0'-9'245,"-2"1"0,-1 0 1,-3 0 1792,-2-3-1733,5-2 0,-8-1 0,4 1 0,1 2 0,-2 2 0,0-2 1,-3-2-1,0-1 282,2 0 1,-5 1-1,1 2 1,-4 3-456,-1 2 0,-4 1-108,-2 5 1,2 5 0,0 3 0,0 3-131,0 5 1,5 6-35,-2-3 48,3 6 1,2-3 0,1 5 0,3-3-1,6-4-266,2 1 1,2-6 167,0 4 120,13-3 1,-2-8 0,13-3 0,1-4-1,2-2-339,1-4 0,5-3 142,0-6 0,1-7 166,-6-2 1,-1-4 0,-2-3 0,-3-2 129,-1-1 1,-7-6 273,-4 1-205,-7-3 0,3 3 0,-6 0 0,-2 1 0,-1 6 420,-1 7 0,-8 8 261,3 7-631,-4 3 0,-1 12 0,0 7 0,1 7 314,4 8 0,-2 9 86,6-4-330,-6 6 1,9-2 0,-2 5-1,2 1 1,2-2 197,0-3 0,0 2-242,0-7 1,6 0-422,4-5 1,-2-1-1,1-3 1,2-5-933,2-3 0,1-8 696,0-4-80,1-2 1,-6-2 0,1-2 0,1-4 0,0-7-839,-2-4 1,4-8 63,-4 1 1131,4 3 1,0-5 0,-2 3-1,-2 1 1,1 3 698,-3 4 1,0 0-267,-7 1-17,0 6 1,0 4 1019,0 8 0,0 1-433,0 9 0,0-3-282,0 8 0,0-3 1,0 0-1,0 1 127,0 2 0,6 0-228,4-5-436,-4 1 0,6-3 1,0-1-1,3-3 1,4-2-117,-1-2 1,-1-3-625,2-1 575,-3 0 0,4-1 1,-7-4-1,-2-6 1,-3-5-293,-2-3 1,4-5 412,-6 5 125,1 0 1,-6 1 0,-4-1 0,-5 3 0,-4 3 297,-5 4 0,2 6-250,-7-2 1,0 3 27,-4 2 0,4 0 0,2 0 0,2 0-115,2 0 1,3 2 43,0 3 0,7-2-482,4 6 1,4-6 0,4 2 0,7-2-279,7 2 0,6-3 240,9 2 377,3-2 1,2-2-1,-2 0 1,1 0-1,-3 0 156,1 0 0,-3 0 968,-9 0-552,-2 0 0,-2 1 1,-2 4 575,-4 5 0,-5 2-522,-8 2 0,-2 1-350,-2-1 0,0 0 0,-4 0 0,1-1-258,-1-4 1,4 4 137,0-3-686,2-4 1,4 0 0,2-6 0,6 0-544,3 0 1,1-1 542,0-4 445,0 3 0,2-10 0,1 2 1,2-1-1,-3 0-77,-5 2 0,2 4 803,-4-5-212,-2 7 1,1-5 783,-4 4-419,4 2-561,0 2 1,3 3-1,-4 5 1,0 0 0,4-2-100,2 1 0,3 2-705,3-4 508,-3 0 1,11-5 0,-4 0-1,2 0 1,-1 0-397,-5 0 0,2-2 117,-2-3 406,0-3 1,-12-1-1,-2-1 1,-3-1 0,-2-1 289,0-3 0,-7 6-163,-2 0 53,-4-1 1,-6 2 0,0 3 0,2 4 0,1 1 952,2 0-1044,0 0-157,0 0 1,7-2-1,7-1-381,8-2 0,6 1-112,5 4 470,3 0 0,7 0 0,-2 0 0,-2 0 0,-1 0 10,1 0 1,0 4-1,-1 1 270,-3 6 0,-9-8 1,-1 7-1,-3 1 1,-2 1 837,-2 3 0,-3-1-274,-1 0-354,0 0 1,0-4 0,-1-1 0,-3 2-140,0 2 0,-3-4-540,3 1 4,2-7 0,-3 3-474,10-6 1,3-4-501,6-1 957,-6-6 0,5 3 1,-4-6-1,4 0 0,1-1-4,0 1 1,-1 0 669,-4 0-175,4 6 0,-5-3 0,6 6 1324,0 2-1128,-6 1 1,3 4 63,-6 3 1,1-2-1,-2 6 1,2 2 54,2 2 1,-5 1-490,2 0 0,3-4-323,1-1 1,4-4 0,1 3 0,0 0-371,0 0 1,1-5 127,-1 2 332,0-4 0,5-1 1,0-1-1,-2-4 1,-3-5-406,-4-2 0,3-2 498,-4-1 29,-3-5 1,5 1 0,-6-8 0,0-3-1,0-2-34,-1-2 1,1-3 39,-5-5 0,0 5 123,0 4 0,-1 8 1,-4 3 576,-5 1-173,4 9-156,-7 5 0,6 18 0,-6 4 0,2 2 393,1 3 1,2-2 567,-1 6-922,-4-1 1,10 6-1,-5-1 1,2 1-1,1-1 381,-1 0 1,4-4-356,-2 0-297,2-7 0,2 8 0,2-4 0,1 0 0,3-1-290,2-3 1,3-6-302,8-1 0,-3-5-92,3 4 1,1-6 0,1 2 0,-1-5-124,1-5 0,3-3 65,-5-6 501,6 0 0,-9 0 0,3 0 1,-4-1-1,-2 1-109,-4 0 66,4 0 1729,-11 6-264,4-5-568,-12 18-394,-2-4 1,0 14 0,2-1 0,1 0 0,0 0 458,2 1 1,1-6-657,2 1-145,0-1 1,7 4 0,2-2 0,5-3 0,4-2-616,1-3 0,4-1-619,-4-2 1019,0 0 0,0-2 0,0-1 1,-1-3-1,-3-2-334,0-3 0,-6-7 396,1-1 1,-7 0 131,1 5 1,-2 0 0,-4 0 0,-4-1 197,-8 1 0,0 2 619,-5 2-520,-3 4 1,4 1 0,-4 0-1,2 2 1,2 2 1271,2 1-1162,2 6-293,0-4 0,6 5 0,5-2 0,6 3-212,7 0 0,4-2-345,5-6 379,3 0 1,6 5-1,1 0 1,1-2-1,1-2-113,3-1 0,-1 0 145,-5 0 0,-1 0 204,-3 0 0,-4 0 0,-6 0 0,1 2 330,-1 3 1,-5-4 155,1 4-191,-7-3 1,3-1 409,-6 4-267,0-3-323,-6 4 1,3-6-186,-7 0 0,6 0-552,-6 0 426,1 0 1,-6 0 0,1 0-1,-2 0 1,-1 0-284,-2 0 0,0 5 160,5-1 269,0 7 0,-2-7 0,-1 5 0,-2 1 14,1-3 0,9 6-50,4-3 8,3-4 1,4 5 0,3-6 0,4-2-321,4-2 1,6-1-136,0 0 368,6 0 1,-9-1 0,4-2 0,-1-4 0,0 1-259,-1 0 399,-3-5 222,0 3 0,-3-2 363,-2 1-234,-4 6-184,-6-4 0,0 9 0,0 3 260,0 4 0,0-1-159,0 2-292,6-7 1,-2 8 0,5-5 0,2 0 0,2 2-152,1 0 1,2-5-466,3 2 465,3-3 0,2-2 1,-1 0-1,1 0 1,0-2-306,-1-3 1,-5-1 87,1-3 281,-4-4 1,0 5 0,-1-6-1,-1 0 145,-4-1 164,-3 1-66,-6 0 0,-1 4 1,-4 3 101,-4 0 0,1 2-207,-2 5 1,1 0-90,-6 0 1,6 5 0,-1 2 0,1 0-34,1 5 1,0-5 26,3 3 1,4-1-58,-4 6 1,4-6 0,1 1-105,0 1 186,0 1 0,1-4 37,4-3 1,3 1 0,6-1 149,0-2 1,-1-3 65,-4-5 0,4 2-148,-4-6 0,3-1 1,-1-4-1,-4 0-132,0 0 1,2-5 75,-4 0 1,0-7-185,-5 3 0,4 1 0,1-2 0,-2-1-124,-1-2 0,-2 5-208,0 3 158,-6 3 1,2 3 48,-5 4 0,1 4 286,-1 10 0,-2 3 21,6 6 1,-5 5 0,6 1 0,0 1 388,3-1 0,-4 1 202,0-2-533,1-3 0,4 4 1,1-6-1,2 1 0,4-1-81,1 0 1,-4-1-294,6-4 1,-5 2-517,4-6 1,1 0-1,4-5-572,0 0 0,0 0 707,0 0 0,-4-2-848,-1-3 1493,-5 4 0,-4-50 0,-8-4 0</inkml:trace>
  <inkml:trace contextRef="#ctx0" brushRef="#br0" timeOffset="19">12171 8373 7918,'0'-22'-220,"0"3"1,0 4 0,0 0 2612,0 1 0,-2 5-1558,-2-1 0,2 9 0,-3 2 0,4 10 773,1 7-1339,0 7 0,0-3 1,0 8-1,0 2 0,0 2 231,0 3 0,0 2 0,0 7 1,0 3 240,0 2 0,0-4-449,0 5 1,0 0 0,0 5 0,-2 1 207,-3 4 0,4-8-84,-4 3-316,3-4 1,2 4 0,0 0 0,-1-2 0,-2-2-117,-2-6 1,0-3 35,5-1-331,0-1 0,-5 6 0,1-2 1,1-4-1,1-2-347,2-1 0,0 7 288,0 1 260,6 1 0,2-7 0,6-2 0,1-1 0,-1 2-82,0 1 0,-1-5 369,-4-3-143,4-9 0,-7-3 1,4-7-587,-6 0-243,-2-6 595,-2-2 0,0-7 0,0-4 1,-2-5-1,-1-2-1241,-2-2 1,-6-5 345,2 0 682,3-7 413,-7 4 0,-1-57 0,3 34 0,0-1 0</inkml:trace>
  <inkml:trace contextRef="#ctx0" brushRef="#br0" timeOffset="20">13138 9113 7805,'0'-14'541,"0"-1"1,0 1 0,0 0 0,0 0 1871,0-1-1118,0 8 0,0-6-558,0 3 0,0 6-629,0 4 1,0 11-1,0 9 1,-2 2 237,-3 4 1,4-1 0,-6 0 0,3-1-83,-1 1 0,0 0-273,5-1 0,0 1 0,0-6 1,0-1-304,0-2 0,0-7 152,0 0 112,0-5 1,2 2-1,3-6 1,4-3 13,4-7 1,-4 1 86,1-10-70,-7-3 1,3 0-1,-6-7 1,0 2 0,0 2-24,0 1 0,0 7-527,0-2 246,0 3 0,0 7 0,-2 1-2190,-2 2 90,-4 1 1616,0 11 1,2 4-1,6 7 1,0 2 804,0-2 0,6 37 0,2 8 0</inkml:trace>
  <inkml:trace contextRef="#ctx0" brushRef="#br0" timeOffset="21">13522 9184 7919,'14'-14'-1364,"-6"-1"1717,-4 1 0,-2-5 600,-2 0 1,-2 0-1,-2 5 1,-6 1-155,-2 4 1,-3-2 0,1 6 0,0 2 84,0 1 0,-5 4-826,0 3 0,0 3 1,5 6-1,1 2 45,3 3 0,-2-2 98,2 7-161,4-1 1,0 1 0,6-2-1,0 0 1,0-1-382,0-1 0,6-2-300,3-9 501,4 4 1,8-12-1,1 4 1,1-3-1,1-2-122,1 0 1,-4-7 751,-2-2-374,3-4 1,-11-1 0,2-2 0,-4-1 0,-2-4-30,-1-1 1,-1 0-93,-5-2-263,-7 4 0,4 6 1,-6 0-1,-2 1 0,-2 3-1336,-1 6 0,0 2 379,-1 2 449,1 0 1,0 6 0,1 4 775,4 3 0,15 32 0,10 9 0</inkml:trace>
  <inkml:trace contextRef="#ctx0" brushRef="#br0" timeOffset="22">13934 9141 7934,'0'-14'56,"0"0"-56,0 0 0,0-1 1058,0 1 0,-2 0 0,-2 0-343,-6-1 0,-3 8 1,-1 2-1,0 3-211,0 2 0,0 0-147,-1 0-343,7 7 0,-4 2 0,4 8 1,0 4-1,3-1 63,4 1 0,1 3-218,0-5 88,0 6 1,1-8-1,4 5 1,3-1 0,1-4-113,1-1 0,-2-2 247,1 1-41,4-8 0,-7 6 685,4-3-260,-4-4-428,-12 0 0,-2-6 0,-8-1 0,-3-3 0,-5-2-595,-3-2 0,4 5 36,-1-2-975,7-3 1,-9 7-1,7-4 1496,2 4 0,27-6 0,7-1 0</inkml:trace>
  <inkml:trace contextRef="#ctx0" brushRef="#br0" timeOffset="23">12853 9880 7862,'0'-14'88,"5"-5"1,1 0 0,1 2-1,-1 1 2527,-3 2-1896,5 6 1,-6 3 0,2 12-350,-2 7 0,-2 0 1,0 7-1,0-2 58,0-1 0,5 6-313,-1-5 1,1 5 0,-5-5 0,0 0-69,0 1 0,5-4-77,0 3 0,4-6 0,-3-2 0,2 0-712,3-5 1,4 2 108,4-3 269,-4-1 1,6-4-1,-7-1 1,0-4 0,1-4 129,-1-4 0,-5-3 658,1-3-300,-7 3 0,3-4 1,-6 6-1,0-1 473,0 1 361,0 0-384,0 6 1,0 3-195,0 10 1,2 3 111,3 6-477,-4 0 1,10 5-1,-5 0 1,2-1 0,5-4-167,4-5 0,1 4 32,5-3-144,-5 2 1,7-4 0,-4-3 0,-1-4 0,1-1-632,-4 0 1,-1-1 428,-2-4 451,0 4 0,-4-17 0,-2 4 0,-2-3 1,-3-2 58,-1 0 0,-2-7 336,0 3-222,0 2 1,0-4 0,-2 6 0,-1 2 237,-2 1 1,-1 8 106,1 3-374,4 4 1,-6 2-1,7 5 1,0 7-1,-1 6 385,-4 3 0,3 2-3,-2 4-309,2 1 0,2-2 0,0-1 1,0 1-1,0 3 340,0 0 0,0-1-220,0-6-322,6 4 1,-4-6-1,3 4 1,-4-3 0,1-1-275,3-4-676,-4-1-73,6-2-84,-7-6 923,0-2 122,0-6 1,-2-1-1,-3-4 1,-3-4-75,0-4 1,-3-1-78,7-1 128,-1 1 1,0-6 0,0-2 0,2-4 0,2-1 28,1-3 0,0-1-111,0 2 134,6 1 0,-3 1 1,7 2-1,1 3 1,1 1-129,3 4 0,0 7 808,4 6-488,3 2 1,2 4 0,-2 2 0,-1 6 0,-4 2 246,-1 3 1,-3 4-397,-4 0 0,2 0 10,-6-5 1,0 0 0,-5 0-1,-2 0-314,-3 1 1,2-3 55,-6-2-61,-7 2 0,0-10 0,-4 3 0,-1-4 1,-1-1-1110,0 0 1,1 0 822,7 0 1,0 0-527,0 0 0,6-1 1110,3-4 0,60-9 0,16-8 0</inkml:trace>
  <inkml:trace contextRef="#ctx0" brushRef="#br0" timeOffset="24">13777 9966 7893,'8'-15'-328,"0"-3"645,-3-1 0,-3 0 0,2 4 0,-2 1 686,-2 0 1,-5-5-307,0 0-301,1 6 1,-1 1 0,-1 4 0,-2-2 504,-3 1 1,3 6-296,-2-2-408,7 10 1,-5 0 0,5 7 0,-3 6 0,-1 2 265,1 5 1,1 4 561,5 4-790,0-3 1,0 5-1,0-7 1,0 1-1,0-1 177,0 0 1,0-1-696,0-3 111,0-3 0,0-7 1,0 0-1,0 0-2417,0 0 807,0-6 1352,7-1 0,-4-7 0,5-2 0,0-3-590,0-4 1,-1-4 317,3-1 363,3 0 1,-6 1 0,8 2 0,-1 3 13,0 2 0,0-4 257,1 6 298,-1-1 1,0 5 0,0 0-1,0 0 1,-1 1 106,-3 4 0,2-3 777,-2 3-822,2 2 0,2-5 0,1 3 0,-1-4 0,0-1 1015,0 0-1030,1 0-209,-1 0 0,-2-1 1,-1-4-1,-3-4 152,-1-4 0,-3 3-33,-4 1-140,0-1 0,-1-4 0,-4 0 0,-4 0 0,-4 0-4,-1-1 0,0 3 17,-1 2-52,-5-2 1,4 10 0,-3-3-1,2 4 1,-1 1-160,-1 0 1,0 1-2,5 4 150,0 3 0,4 1 0,3 1 0,0 1 0,4 2-46,2 1 0,1 0-302,0 0 209,0 0 1,7-1 0,6-2 0,6-3-1,2-2-495,-1-2 0,5 2 140,-1-1 410,3-1 0,1-5 0,1-2 0,-1-4 0,1-1 86,-1-3 0,-1-1-147,-3-3 257,2 8 1,-10-6 0,5 5 0,-2 0 0,0 2 426,-2-1 1,-6 6-175,-1-4-148,-7 4 1,9 1-1,-4 1-10,0 4-269,-1-4 107,-7 12-438,0-11 539,0 10-160,0-10 0,-7 4 0,-2-6 0,-4 0 63,-1 0 1,-2 0 100,-3 0-115,3 0 0,-6 0 0,5 0 1,-2 0-1,2 2 33,1 3 0,2-2 13,-1 6-154,1-6 1,1 10 0,4-4 49,4 4 1,5-3 54,5-1-528,3-6 0,12 4 0,3-7 0,0 0 0,-1 0-159,-1 0 1,3-2 702,-5-3 2,-1 4 1,-2-10-1,2 6 641,1 2 91,0 1-256,-12 2 0,0 2 0,-6 1 318,4 2 0,-3 6-240,2-2-597,4-3 0,-5 7 1,7-5-1,1 1 0,3-1-417,5-1 0,-3-1 153,3-1 109,3-4 0,-5 6 1,7-9-1,1-3 0,1-3-182,-3 0 1,3-9 364,-7 3 2,6-3 1,-11 1 0,2-2 0,-7-1 0,-2 0 604,-4-1-206,-2 4-312,-7-4 0,-2 10 1,-6 2-1,0 2 1,-2 3 30,-3 1 1,2 7-309,-7 0 221,7 6 1,-4-3 0,7 6-1,0 0 1,1 0 180,4 0 0,-3 1-125,8-1-148,-7 0 1,9-4 0,-3-1 0,5 2-195,5 2 1,3-5 192,6-4-139,7-2 1,-4-2 0,7 0 0,-1 0 0,1-2-63,0-2 0,-7-4 239,2-6 1,3-7 0,-7 4 0,0-7 0,-5-1 0,-2-2 130,0-2 1,-5-5 52,2-4-163,-4 3 0,-2-5 1,-3 7-1,-2 3 1,0 3-107,-1 4 1,-4 12-4,2 1 65,3 7 0,-7 16 1,3 7-1,-1 10 1,0 8 505,2 3 0,6 2-203,-2-1 93,3 1 0,2-2 1,0-3-1,0-5 0,0-3-51,0-1 1,7-2-1421,2-4 769,-3-2 0,7-13 0,-5-2 0,1-1-1073,1 0 1,-2-2-1428,1-8 2264,4-3 1,-10-5 552,7 4 0,-1-42 0,5-4 0</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05:24:22.443"/>
    </inkml:context>
    <inkml:brush xml:id="br0">
      <inkml:brushProperty name="height" value="0.053" units="cm"/>
      <inkml:brushProperty name="color" value="#FF0000"/>
    </inkml:brush>
  </inkml:definitions>
  <inkml:trace contextRef="#ctx0" brushRef="#br0">9555 13875 8289,'14'-14'0</inkml:trace>
  <inkml:trace contextRef="#ctx0" brushRef="#br0" timeOffset="1">9626 13889 6692,'8'0'1670,"-2"-1"-616,-6-4-140,6 4-226,-4-12-344,4 5 1,-6-1-207,0-1 0,-1 7 133,-4-2 1,-5-1-1,-8 1 1,-5 0-319,-5 5 1,-7 0-452,-3 0 1,-9 0 294,-5 0 0,-5 0-142,-5 0 1,2 0 140,-6 0 0,6 0-15,-2 0 0,5 2-30,5 3 0,10-4 97,8 4 1,6-3-228,4-2 325,10 0 1,9 0 114,10 0 1,3 0-102,6 0 0,0 0 133,1 0 1,4 0-68,0 0 1,0 0 156,-5 0 0,-5 0-16,1 0-93,-7 0-54,3 0 107,0 0 5,-4 0-38,4 0 0,-7 0 122,-4 0 0,2 0-229,-7 0 1,1 1-1,-5 4 0,0-4-31,-1 4 0,1-3 105,0-2 1,0 5-143,-1-1 1,6 1 21,-1-5 50,1 0 130,-5 0 274,0 0-254,6 0 50,1 0-202,7 0 484,0 0-412,7 0 1,1 0-74,6 0 1,0 0-132,0 0 0,5 0-86,0 0 1,5 2-371,-5 2 1,0-2 598,-5 3 0,-12 9 0,-4 2 0</inkml:trace>
  <inkml:trace contextRef="#ctx0" brushRef="#br0" timeOffset="2">4507 13747 8290,'0'-8'1231,"0"2"1,-1 6-1268,-4 0 0,-3 2 387,-6 2 1,-2 6-42,-3 9 1,-3 3-264,-6 6 1,4 1 65,0-1 1,5 2-60,-4 3 0,7-3 81,2 4 0,1-4-140,8-2 0,1-1 43,4-3 1,6-4-282,3-6 1,6-4-38,4-1 1,4-6 113,10 2 0,-1-10 30,6-4 0,-2-5-22,2-5 1,3-3 43,-3-7 0,-5 1 32,-4-1 0,-7-1 2,-8-3 1,-4 3-6,-1-3 1,-7 5 13,-2 4 1,-8 3-28,-11 7 0,-3 2 19,-7 2 1,1 4 141,-1 6 0,1 1-21,-1 4 0,6 3 93,-1 6 0,4 0-120,1 1 1,1-1 9,13 0 0,-4 0-58,4 0 0,2 1-78,8-1 1,4 3-470,10-3 1,3 4-14,7-9 1,1 2 592,3-1 0,5-17 0,5-5 0,6-4 0,0 0 0</inkml:trace>
  <inkml:trace contextRef="#ctx0" brushRef="#br0" timeOffset="3">4778 13889 8294,'7'0'1302,"0"-6"-450,-7 5-257,0-6 0,0 14-212,0 2 1,0 4 70,0 1 0,0 6-173,0 4 1,0 8-26,0 1 0,0 5-276,0-5 0,0 6 11,0-1 0,0 2-46,0-2 1,0 1-75,0-6 1,0 5-247,0-5 1,0-1-33,0-8 0,0 1-736,0-6-149,0-6 502,0-1 114,0-10 1,0-4 82,0-12 0,0-2 593,0-7 0,0-1 0,0-5 0,0 1 0,0 0 0,-5-1 0,0 1 0,1-1 0,4 1 0,0 4 0,0 0 0,0 1 0,0-6 0,0 2-104,0 4 1,0-2 507,0 6 1,0-5 301,0 5 0,6 0-290,3 5 1,2 0 65,-1-1 0,7 7-3,-2 4-280,2 2 1,-3 4-117,0 2 0,1 3 106,-1 2 1,-5 5 16,1 1 1,-7-1-443,2 5 1,-4-3-341,-1-2 1,-1 5 307,-4 0 1,2 0-93,-7-5 0,1-1-25,-5-4 0,-1 4 98,1-4 0,1-1 186,4 2-35,-4-7 193,5 3-104,1-6 1,0-2 205,7-2 0,8-4-135,6-6 1,2-1 169,8 1 0,0-5-108,4 0 1,0 0-67,1 5 0,1-2-24,3-3 0,-5 3 12,1-2 0,-2 2-11,-8 2 0,0-1-49,-5 1 22,-6 6 0,-2 0 42,-6 4-13,0 2 1,-6-4 193,-4 6 0,-2 6-14,-3 3 1,3 4 121,2 1 0,-1 2-53,7 3 0,-6-3 154,5 3 1,1 1-130,4-1 1,0 0-36,0-5 1,0 5-73,0 0 1,6 0-192,3-4 0,4-6-176,1 1 1,2-7-48,3 1 1,3-2-201,7-2 0,-6-6 192,1-4 0,0-2-156,4-3 0,-4-5 173,-1-4 0,-7 2 53,-2-2 0,1 2 59,-6-2 1,-2 4 197,-3 6 1,-2 0 959,-2-1-792,0 7 1,-2 2 148,-2 6 0,0 6-138,-5 4 1,4 3 354,-4 1 0,5 5-157,0 0 0,2 4-30,2-4 1,0 2-93,0-2 1,0-3-96,0 3-108,0-4-991,0 0-62,0-1 489,0-6 89,0-2 1,0-8 23,0-2 0,5-9-169,0-6 0,4-6 194,-4 1 0,6 2 80,-2-2 1,4 2 184,1-2 0,0-1-88,1 6 0,4 0-9,0 5 1,0 6-183,-5 3 1,5 4-220,0 1 1,0 0 174,-5 0 0,-5 8 361,1 6 0,-7 0 0,-3 19 0,-8-3 0</inkml:trace>
  <inkml:trace contextRef="#ctx0" brushRef="#br0" timeOffset="4">5858 14003 8294,'0'-19'0,"0"0"0,-6 0 214,-4 5 1,2 5 448,-1-1 1,-1 2-188,-4-1 1,0 2-199,0 7 0,-2 2-17,-3 3 0,3 3-88,-3 6 0,4 0-125,0 0 0,1 5 2,0 0 1,6 5-245,3-5 0,4 5 75,1-5 1,0-1-158,0-3 1,1-1-463,4 0 0,3-1 331,6-4 0,0-2-135,1-7 1,0 0 260,4 0 1,-3-2 145,3-3 0,-3-3 34,-2-6 0,3-2 308,-2-3 0,2 4-66,-7-4 1,-3 4 115,3 6 0,-7-4 1466,2 4-682,-4 2-200,-1 1-536,0 6 1,-1 6 199,-4 4 0,3 3-362,-2 1 0,2 0-268,2 0 1,0 0 131,0 1 1,5-1-169,0 0 0,6-4-531,-2-1 0,5-6 147,5 2 0,-3-3-110,3-2 1,-2-7 250,2-2 1,-3-10-96,3-5 0,-3-3 263,-2-1 0,0-5 234,1-1 1,-7-3 336,-4 3 1,3 1-242,-3 5 1,1 6 278,-5 3 0,0 8 331,0 1-162,0 7 0,-5 3 19,1 10 0,-1 8 191,5 6 1,-5 3-202,0 1 1,1-4-226,4 0 0,0 0-214,0 4 0,0-4-240,0-1 1,1-4-109,4 5 1,-2-7-224,7 2 0,-6-8-1580,6-1 978,-7-1 319,10-1 0,-12-3 257,4-10 0,-2-3 77,2-6 1,-4-5 265,4 0 0,1-4 194,-1 4 0,0 0 336,-5 4 170,6 1 713,2 0-832,6 6 1,1 2 215,-1 6 1,-5 1-214,1 4 0,-1 1-140,5 4 1,1 2-243,-1-2 0,0 3-332,0 1 1,5-5-400,0 1 1,0-5 266,-5 4 0,5-6 24,0 2 0,5-4 105,-5-1 0,0-1-25,-5-4 1,2 2-127,3-6 0,-5 4-89,0-5 1,1 6 514,-6-6 678,4 7 1275,1-3-1119,0 6-490,0 0 1,1 0-174,-1 0 0,-5 1-79,1 4 0,-1-3-112,5 2 0,1-2-290,-1-2 0,0 0-76,0 0 0,1 0 161,-1 0 0,-5-2 20,1-2 1,-7 0-1,2-5 104,2-1 1,-5-4 74,3 0 0,-10 4 198,-4 1 0,1 6 4,-2-2 0,1 4 524,-5 1-421,-1 0 0,3 6 112,2 3 0,-1 9 91,6 1 0,1 4-94,4-4 1,0 7-146,0-3 1,0 4-59,0 2 1,0-6-198,0 1 0,0 0 44,0 4 1,4-1-274,1-3 0,0 1-5,-5-6 1,-2 0-197,-2-5 1,0-5-57,-5 1 1,-1-7 150,-4 2 1,-5-5 30,0-5 0,0-4 152,5-10 1,0 1 28,0-5 1,6-6 12,3-4 0,3 0 179,2 4 0,7 1-118,2 0 1,5-1 145,5 1 1,-1 6-1148,6 3 1062,-7 9 0,16 10 0,-3 8 0</inkml:trace>
  <inkml:trace contextRef="#ctx0" brushRef="#br0" timeOffset="5">6086 14017 8339,'-8'-6'281,"3"-3"1,3-4 405,2-1 1,7 4-590,2 1 0,10 4-549,5-4 1,9 5 107,5 0 343,3 2 0,27-4 0,6-2 0</inkml:trace>
  <inkml:trace contextRef="#ctx0" brushRef="#br0" timeOffset="6">4877 14814 8364,'-22'-15'0,"-3"3"0,6 2 0,-5 4 286,5 6 0,-6 0 6,1 0 0,-1 5-38,1-1 1,4 7-115,5-1 0,1 1-153,0-2 0,6 4 104,3-3 0,4-3-161,1 3 1,3-2 171,6 1 1,2 2-30,13-6 0,-5 5 12,5-6 0,1 6-13,8-5 1,-7 4-38,2-4 1,-7 4-19,2-4 1,-5 1-128,1-1 1,-10-2 123,-4 7 0,-4-6-109,-1 6 0,-1-5-120,-4 4 0,-6-4 59,-13 4 0,1-6-91,-11 2 0,0-2 100,0 2 1,3-3-275,7 2 296,4-2 75,5-8 0,15-2 63,10-6 0,9 1 184,9 3 0,7-2-83,3 2 1,-3-2 155,-2-3 1,-2 6-82,3 0 0,-6 1-146,1-2 1,-3-1 46,-7 6-86,0 1-366,-11 4 394,-1 0-73,-7 0 0,-2 1 165,-3 4 0,4-2 190,-4 7 1,2-6 66,-2 6-247,3-7-71,-4 10 0,8-12-14,2 4 1,4 1-254,7-1 1,-1 0 99,0-5 0,0-2-189,0-3 0,-1 2 110,-3-6 1,2 4 97,-2-4 0,-2 5-194,1 0 246,-6-4 498,3 6 99,1-4 18,-6 6 0,10 6-197,-6 4 0,5 2 133,-6 2 1,6 5-146,-5 0 1,6 5-190,-2-5 1,-1 5-220,2-5 0,-3 4 104,3-4 1,-2 5-114,-3-5 1,-4 0-189,4-5-133,-4 7 1,-2-6 165,-4 4 1,-3-8-78,-6-1 0,-5-7 4,0 2 1,-6-4-43,1-1 1,2 0 139,-2 0 1,2 0 90,-2 0 1,9-1 5,5-4 1,2-4-22,-1-10 0,4 1 12,10-5 0,4-1 16,10-5 1,3 4 110,7-3 1,1 4-11,3-4 0,-1-1-1,6 6 1,-1-3 30,6 3 0,-5-3-90,0 7 1,-11 0 4,1 5 1,-9 5 109,0-1 18,-3 7 45,-8-3-57,-2 6 1,-7 6 83,-4 4 1,3 2 259,-2 2 0,0 1-22,0-1 0,2 2-236,-3 3 0,4-4-182,1 4 0,0-8 126,0-1 0,-5-1-132,0 6 1,0-6-28,5 0 0,-6-4-283,-3 5 0,1-7-335,-2 2 0,1-4 235,-5-1 0,-2 0 53,-3 0 0,8-5 224,-3 1 1,4-7 256,1 1 0,2 2-172,7-1 1,0 4 140,0-4 0,2 5 80,3 0 0,3-3 376,6 3 0,2-1-121,2 5 1,0-5-103,6 0 0,-5 1-368,4 4 1,-1-5-102,2 0 0,3-4-262,-3 4 0,2-6 113,3 1 1,-2-7-117,-4-2 1,-2-1 134,-7 1 1,-1-2 28,-4-3 1,-2-1 66,-7 6 0,0-5 189,0 6 1,-2-1 310,-3 4 0,2 7 233,-6 4-154,6 2 0,-9 4 11,8 2 0,-1 4 132,5 7 1,0 4-138,0-1 1,0 8 96,0-3 0,0 4 107,0 2 0,2-2-216,2-4 1,3 3-361,2-7 1,4-1 22,-4-3 0,4-1-144,1 0 1,7-6-133,2-3 1,3-4-385,-3-1 1,4-1 106,-3-4 0,1-8 8,-1-6 1,-4-4-201,-5 4 1,-1-5 174,0 5 1,-5-6-128,1 1 474,-7 4 1,2 1 123,-10 9 1,-3 4 44,-6 6 0,0 0 256,0 0 0,-2 8 328,-3 6 1,5 0-320,-1 5 1,3-3 124,7-2 1,-5 0-28,6 1 0,-1-1 231,5 0-512,0-6 0,2 3-138,2-6 0,6-1-61,9-4 0,-2 0-313,7 0 0,-2-4 10,2-1 0,3-6 115,-4 1 0,-1-1 194,2 2 1,-7-2-58,2 6 1,-3-4 357,-2 4 0,1 0 103,-1 5 0,-5 0 471,1 0-203,-7 6 105,3 2-498,-6 7 0,0-6-368,0 1-310,0-7 370,0 3 1,-1-6-979,-4 0 516,3 0 0,-9-2-287,7-2 1,-3 1 549,2-7 0,4 5-19,-4-4 458,4-1 447,7-4 1,2 5 631,6-1 0,2 7-601,3-2 0,-2 4 74,7 1 1,-5 0-202,5 0 0,-6 0-179,6 0 1,-6 1-389,0 4 0,3-3-483,-2 2 0,0-2-1000,-5-2 1,0 5 1603,1-1 0,18-24 0,5-12 0</inkml:trace>
  <inkml:trace contextRef="#ctx0" brushRef="#br0" timeOffset="7">8545 13676 8253,'8'-14'0,"0"5"158,-3-1 1,-4 5 824,4-4-550,-3 6 1,-2-5 531,0 3-686,0 3 0,-2-4-49,-3 6 1,-2 0-138,-8 0 0,1 0 112,0 0 1,-2 0-63,-3 0 1,3 2-40,-3 2 0,2-2-252,-2 3 1,3 1-22,-3-1 0,8 4 10,2-4-23,-1 6 234,2-3 1,-3 6 46,7 0 1,-1-4 6,5-1 1,0-4 183,0 5-166,6-1 0,-4 5 374,2 0-332,4 1 1,-6-1-32,3 0 0,-4 0 18,-1 1 1,0-1-55,0 0 1,0 5-28,0 0 0,0 1 3,0-1 0,0-1-2,0 5 0,0-4 27,0 5 1,0-5-2,0 5 0,0-5 32,0 4 0,0 1-39,0 5 0,0-6-86,0 1 0,0-5 50,0 5 0,2-1-16,3 6 0,-4-7-36,4-3 0,-2 3-8,2 2 0,-2-2 91,6 1 1,-5-5-8,0 1 0,-1 1 47,2-1 1,-3 5-71,3-5 0,-4 5-32,-1-5 0,5 6 60,0-2 0,-1 0-4,-4 0 1,0-4-55,0 5 0,0-5-3,0 5 1,2-5 65,3 4 0,-4-4-2,4 5 1,-3-5-68,-2 5 1,1-7 37,4 2 0,-4-3-82,4-2 0,-3 5 111,-2 0 0,0 0-9,0-5 1,0 0-76,0 0 0,0 5-1,0 0 1,0 0 16,0-5 1,0 1-2,0-1 1,0 0-28,0 0 0,0 2 45,0 3 1,0-3-163,0 3 1,0-3 78,0-2 0,0 0-19,0 0 0,0 1 35,0-1 1,0 2-38,0 2-19,0-2 1,0 5-107,0-7 177,0 0 46,0 0 1,5-4 140,-1-1 1,7-5-93,-1 0 0,2-2 170,3-2 0,5 0-92,4 0 1,3 0-14,1 0 0,1-2-255,-1-2 1,0 0 22,1-5 1,-2 4-103,-4-4 0,-2 4-118,-7-4 1,0 5-397,1 0 0,-6-3-243,1 3 1,-7-3 945,2 2 0,-67-40 0,22 14 0,1 0 0</inkml:trace>
  <inkml:trace contextRef="#ctx0" brushRef="#br0" timeOffset="8">8218 11771 8173,'-14'0'430,"0"-5"197,0 1 0,-1-1-314,1 5 1,3 0-182,-3 0 0,6-5-176,-11 1 0,11-1 126,-6 5 0,1 0-72,-6 0 115,4 0 1,-6 0-2,7 0 0,0 0-44,-1 0 0,6 0 140,-1 0-34,7 0-44,-3 0 1,1 1-2,0 4 0,1-2 57,4 7 0,0-6 13,0 6 1,0-1-20,0 6 0,4-4 20,1 3 0,0-3-55,-5 8 0,0-2 1,0 2 0,0-1-52,0 5 0,0-4 15,0 5 1,0 0-26,0 4 1,0 1 15,0-1 0,0 5-11,0 0 1,5 2-36,-1-2 1,1-3-118,-5 3 1,0-1 110,0 1 0,5-3-105,0 3 1,-1-3-43,-4-1 0,2-1 138,3 1 0,-4-1-46,4 1 0,-3-1-36,-2 0 1,0 4-17,0-4 0,0 4-8,0-8 0,0 4-11,0 5 0,0-3 33,0 3 0,0-7-7,0-3 0,0 1 53,0 5 1,0-3 2,0-2 0,0 1 7,0-6 0,-5 2-37,0-2 1,0-2 156,5 7 0,0-7-90,0 2 1,0-8 248,0-1-205,7-1 1,-4 4 377,6-4-230,-6-2-19,10-1 0,-5-4-11,6 2 1,0 3-58,1-3 1,-1 1 12,0-5 1,2 5-59,3 0 1,-2-1 17,7-4 1,0 0-143,4 0 1,1 0-241,-1 0 0,0-6-90,1-3 0,2 1-426,-2-2 0,-4 2-644,-11-1 1,1-4 305,-1 4 0,-6 1-489,-4-2 1594,-2 1 0,-21-5 0,-5-1 0</inkml:trace>
  <inkml:trace contextRef="#ctx0" brushRef="#br0" timeOffset="9">2915 11771 8177,'0'-14'115,"0"0"1,0 0 701,0-1-211,0 1 77,0 6-165,0-4-263,0 10 0,0 2 153,0 9 0,0 6-184,0 4 0,0-2-44,0 7 1,0-1 35,0 6 1,0-1-158,0 1 1,0-2 77,0-4 1,5 4-157,0-3 1,4 1 84,-4-1 0,4 1-121,-4-6 0,6 0-167,-1-5 1,2-1-45,2-4 0,1 2-18,-1-6 1,2-2 154,3-7 0,-4-4-87,4-7 1,-3-5 113,-2-4 0,1-3 0,-1-1 1,-2-2 97,-2-3 1,-4 3-26,-6-3 0,0 2 131,0 3 0,0 1 146,0 4 116,0 2 1,0 12-211,0-1 1,-1 7-92,-4-2 0,3 10 285,-2 4 1,2 9-64,2 1 0,0 6-88,0-1 1,0-2-109,0 1 1,0 0 13,0 0 0,0 3-88,0-8 0,2 3-216,2-2 1,4-5 36,6 0 0,1 1-228,-1-6 1,0-3-12,0-1 0,5-3 82,0-2 1,5-2 195,-5-3 1,5-7 34,-5-7 1,1 0-30,-1 5 1,-3-5 93,3 0 1,-3 5 239,-2 4 1,0 2-62,0-1 0,0-2 233,1 6 1,-1 0-122,0 5 1,-4 0 48,-1 0 0,-4 6-277,4 4 0,-6-2 10,2 1 1,-3 1-56,-2 4 1,-2-1-69,-3-4 1,-2 4-273,-8-4 1,0 4 20,-4 1 0,1-4-168,-6-1 1,6-4 151,-6 4 0,6-6-373,-1 2 575,4 3-260,0-6 429,8 4 0,2-1 142,10-1 0,9 1 113,9-5 0,4-5-142,2 1 1,1-7 66,3 1 0,-3-2-169,3-3 0,-3 1-220,-1 0 0,-3-5-79,-2 0 1,0-2 165,-10 2 0,2 2 6,-11-7 0,-1 7 22,-4-2 0,-1 3-2,-4 2 0,-3 5 77,-6-1 0,0 7 436,-1-2-289,1 4 1,0 2 125,0 4 1,4 4-44,1 10 0,6-3 83,-2 3 1,3 2 49,2-2 1,0 1-172,0-1 1,5-3-48,0 3 0,6-3-47,-2-2 1,6 0-188,4 0 1,-2-4-35,7-1 1,-5-6-262,4 2 0,-1-3-111,2-2 1,1-2 187,-6-3 1,0-2 2,-4-8 0,-3 1 184,-2 0 1,1-5-10,-7 0 0,1 0 11,-5 5 529,0 0 78,0-1 558,0 1-536,0 6-337,0 2 1,0 8 181,0 2 0,0-1-84,0 7 0,0-1-136,0 6 1,0-6-24,0 1 1,0-1-128,0 5 0,0-4-41,0-1-481,0 1 261,0 4-316,0-6 82,0-2 300,0-6 0,0-1-26,0-4 0,0-5 130,0-9 0,2 4 5,3-4 0,2-2 35,8 2 1,0-5 148,4 5 0,-1 0-96,5 5 1,-4 2 109,5 2 0,-7-1-373,2 6 1,-3 1-226,-2 4 1,-1 1-527,-3 4 1,1 4 1015,-7 10 0,-18 16 0,-10 9 0</inkml:trace>
  <inkml:trace contextRef="#ctx0" brushRef="#br0" timeOffset="10">4621 11913 8199,'0'-20'0,"5"4"25,0-3 1,4 3 115,-4 2 0,0 5 107,-5-1 0,-2 2 143,-3-1 1,-3-2-82,-6 6 0,0 0 210,0 5 1,-7 0-94,-2 0 0,0 7-250,0 2 0,4 4 31,-5 1 1,8 5-73,2 0 1,1 4-154,9-4 1,-1 5 123,5-5 1,0 2-122,0-2 0,8-4-88,6 4 0,0-3-153,5-2 1,2-1-16,-2-4 1,4 2 46,-4-6 1,0 5-150,-4-6 376,-1 1 174,0-5-121,-6 6 0,-10-4 181,-12 3 1,-6 1-192,-9-1 0,5 0 4,1-5 1,1 4-254,-2 1 0,3 0 21,7-5 129,0 0-88,6 0 0,5-5-226,12 0 1,7-6 149,13 2 0,-1-4 105,0-1 1,6 0 84,-1 0 0,0-2-86,-5-3 0,1 8 140,-1-4 1,-6 4-15,-3-3 0,-4 0 231,-6 0-24,4 6 110,-12-5 1,4 12 73,-10-4-175,4 3 1,-7 4 105,3 3 0,3 3-34,-2 6 1,2 2 353,2 3 0,0-4-136,0 4 1,6 2-28,4-2 0,-2 4-281,1-4 1,-4 5-151,5-5 0,-6 5-4,6-5 1,-7 4-190,2-4 0,-2 0-14,2-4 0,-4-1-342,4 0 1,-4 0-115,-1 0 139,0-6 171,-6-1 186,-2-7 0,-6-7 7,0-2 1,4-5-70,1-5 0,4-3-111,-4-7 0,5-4-154,0 0 1,2-7 100,2 2 0,0 2 192,0-2 1,5 7-22,0-3 1,6 6 220,-2 4 0,5 5-74,5 10 0,-3-2 182,3 6 1,2 0-30,-2 5 0,0 7 174,-5 2 0,-2 8-76,-2 2 0,-4 2-90,-6-2 0,0-3-57,0 3 0,-6-2-87,-4 2 1,-2-3-160,-2 3 1,-1-8-25,1-2 1,-5-1-233,0 2 0,0 1 103,5-7 1,0 1 118,0-5 0,4 0 297,1 0-10,5 0 329,-2 0-388,19-6 1,1 3 86,10-7 0,3 2-112,-4-1 1,-1-4-23,2 4 0,0-4-37,4-1 0,1 0-222,-1-1 1,1 0 91,-1-4 1,0 3 109,1-3 0,-2 3 101,-4 2 1,-2 4-2,-7 1 0,0 6 604,1-2-421,-8 3 1,5 4 181,-8 3 0,1-2-112,-5 6 1,0-4 32,0 5 1,0-6-382,0 6 255,0-7-700,0 3 391,0 1 0,-2-6-17,-2 4 1,1-3-53,-7-2 0,1 0-196,-6 0 1,0 0 226,-4 0 0,3 0 69,-3 0 0,1 0 433,0 0 1,2 1-179,-3 4 1,3-2 164,2 7 0,4-6-30,1 6 0,4-1-155,-4 5 1,5-4-32,0-1 1,4 1 18,4 4 0,9-4-93,6-1 0,2-6-213,-3 2 0,5 1-85,5-1 1,-4 0 89,-1-5 0,-5-2 73,1-3 1,1 2 166,-1-6 0,-5 1 206,-4-2 1,-5-2 43,4 2 295,-6 4-187,4-7 210,-7 12-515,0-6 51,0 7 0,-5 7-237,0 2 0,0-1-81,5 2 1,0-6-238,0 6 1,7-5 156,2 4 0,1-6-131,4 2 1,-3 1 23,8-1 1,-3 0-167,-2-5 1,2-2 182,3-3 0,-3-1 54,2-3 1,0-4 383,1 4 0,-3-3 127,3 3 1,-4-2 195,0 6 1,-6-4-172,1 4 0,-1 0 150,5 5 1,-4 0-118,-1 0 0,-4 0 47,4 0 1,-4 0-179,5 0 1,-6 5-149,6 0-268,-7 6 0,3-8-170,-6 6-402,0-5 242,0 2-60,0-6 122,0 0 197,0-6 0,-4 2 176,-1-5 1,-6 4-52,1-4 337,-2 6 0,-3-4 71,1 7 0,0 0 48,0 0 0,4 0-33,1 0 0,6 7 122,-2 2 0,-1-1-101,1 1 0,0 1 23,5 4 0,2-4-290,2-1 0,4-1 99,7 1 0,5 4-412,4-3 1,4-4 14,5-1 1,-1-4-139,6-1 1,-6 0 140,1 0 0,1-5-38,0 1 1,-8-7 194,-7 1 1,-3-2 137,-2-3 0,-1 6-43,-3-1-34,-4 1 1,-6-1 340,0 1 1,-6 6 15,-4-2 0,-4 5-26,-5 5 0,3 3 24,-3 6 1,5 0 218,4 0 0,3 1 91,2-1-388,3 0 1,2 0-153,10 0 1,10-4 96,9-1 1,1-5-638,8 0 0,0-2-84,4-2 0,1-6-343,0-4 0,-7-3 111,-3-1 0,0 2-460,-4 2 0,1-1 1266,-11 6 0,0-18 0,-5-1 0</inkml:trace>
  <inkml:trace contextRef="#ctx0" brushRef="#br0" timeOffset="11">967 14145 8404,'0'-22'11,"0"2"72,0 5 0,0 1 609,0 0 117,0 0-184,0 0 250,0 6-617,0 1 0,5 9 9,0 3 1,-1-1 160,-4 11 1,0-3-173,0 12 0,0-5-1,0 5 1,0-1-53,0 6 1,0-1-194,0 1 1,-1-6 94,-4 1 1,4-5-129,-4 5 1,3-5-622,2 4 409,0-5-751,-6 2 623,4-6 0,-4-7-3,6-7 0,0-7 100,0-7 1,0-6 99,0-4 0,0-3 79,0-1 0,0-1-91,0 1 1,-2-1 334,-2 1 0,2 1 162,-3 3 0,4 4 166,1 6 1,1 1-172,4 4 1,-2 2 30,7 7 1,-1 2 44,5 3 0,5 4 87,0 10 0,2-3-88,-2 3 0,-3 1-45,3-1 1,-2 0-331,2-5 0,-3 4 2,3-4 1,-3 3-127,-2-7 1,0-4 68,0-1 0,0-3-162,1-2 0,4-2 89,0-3 0,-5-3-57,-5-6 1,-6 0 80,2 0 0,-3-7-179,-2-3 1,-2 2 16,-3-1 1,-3-1 106,-6-5 0,0 1-492,0 0 0,0 5 3,-1 5 1,7 6-1075,4 3 962,-4 6 1,8 3-553,0 9 1298,6 10 0,40 35 0,-19-20 0,0 0 0</inkml:trace>
  <inkml:trace contextRef="#ctx0" brushRef="#br0" timeOffset="12">1635 13861 8360,'-6'-8'193,"5"-5"427,-4 4 176,3-4 325,2-1-149,0 6-324,0 2 0,0 8-81,0 2 1,0 6-212,0 9 0,0-2-3,0 7 1,-6 1-135,-4 8 1,3 2 15,-3 3 1,-1 5-37,-8-1 0,3-2-176,-3 7 0,4-6 142,0 6 1,-4-1-248,0 2 1,0-9-107,5 4 1,5-10 123,-1 0 1,7 0 15,-2-4 0,4 1-70,1-11 0,0 0-283,0-5-80,0 0-371,0-6 436,0-2 0,0-7-86,0-4 0,0-3-898,0-6 0,1-2 599,4-3 0,-2 2 801,7-7 0,5-18 0,4-9 0,4-7 0,0 1 0</inkml:trace>
  <inkml:trace contextRef="#ctx0" brushRef="#br0" timeOffset="13">1650 14288 8351,'9'-2'412,"1"-3"815,-1-3-505,5 0-75,-6 2 315,-1 6-207,-7 6 1,0 2-231,0 7 0,-2-1-197,-3 0 0,4-5-393,-4 1 0,3-1-107,2 6 1,0-6-543,0 1 416,0-1-77,0 5 1,2-4-478,3-1 199,-4-6 0,12 4 278,-4-7 0,-1 0 119,2 0 1,-6 0 755,6 0-434,-1 0 475,6 0 0,-6-2 276,1-3 74,-7 4-521,9-6 0,-8 7-100,5 0 0,-4 0 124,4 0-419,1 7 1,4-4-201,0 6 0,2-5 158,3 0 1,-3-1-215,3 2 1,1-3 98,-1 3 0,6-5-21,-1-5 0,-3 0 137,-2-9 1,-4 3-19,0-8 0,-3-2 86,-2 2 0,-4-6 28,-6 1 1,-1 4-24,-4 1 1,-8 3-231,-6 2 0,-1 4-325,1 1 0,-2 6-244,-3-2 0,4 10 792,6 4 0,-13 48 0,-3 13 0</inkml:trace>
  <inkml:trace contextRef="#ctx0" brushRef="#br0" timeOffset="14">1294 14870 8368,'-1'-12'-374,"-4"2"0,2-1 666,-7 6 1,6 1 591,-6 4 1,5 0-314,-4 0 1,-1 0-25,-4 0 0,0 6-232,0 4 1,-2 2-70,-3 2 0,3 1-160,-3-1 1,3 0 29,2 0 1,5 5-101,-1 0 1,7 0 78,-2-5 0,4 1-167,1-1 0,1 0 29,4 0 1,3 0-39,6 1 1,0-3 90,1-2 0,-1 2-10,0-2 1,-4-2-18,-1 1 1,-6-4 66,2 4 0,-3-4 41,-2 5-135,0-7 1,-8 3-167,-7-6 0,0 0-26,-9 0 0,5 0-247,-5 0 0,7 0 70,-2 0 1,5-1-129,4-4 1,4 2-9,6-7 0,1 1 5,4-6 0,8 3 9,6 2 0,8-2 535,1 2 0,9-4 0,5-3 0,7-2 0,0 0 0</inkml:trace>
  <inkml:trace contextRef="#ctx0" brushRef="#br0" timeOffset="15">1436 14870 8355,'0'-19'68,"0"0"0,-1 2 31,-4 8 0,2-2 911,-7 6 1422,7 0-1310,-9 5 1,9 2-482,-7 2 0,7 9 173,-2 6 0,4 2-320,1-3 0,0 3-70,0 3 1,0 3-210,0-4 0,0 3-193,0-3 1,4 2-138,1-6 1,0 5-438,-5-5 1,5 5-243,-1-5 1,1 0-2906,-5-5-93,0 0 2251,0 0 1541,0-6 0,-32-77 0,13 21 0,-1 1 0</inkml:trace>
  <inkml:trace contextRef="#ctx0" brushRef="#br0" timeOffset="16">1351 15041 8355,'10'-13'419,"-1"4"446,1-4 1,4 10-215,0-6 1,-5 5-37,1 0 1,1 2-341,8 2 0,-3 0-84,3 0 1,1-1-201,-1-4 0,2 3-372,-2-3 1,-3 4 116,2 1 1,-2 0-287,-2 0 0,-4-2-164,-1-2 416,-5 2 426,2-4-102,-6 6 0,-6 0 399,-4 0 0,-4 1-42,-5 4 1,2 1 248,-7 4 1,5 2-139,-5-2 0,7 3 140,-2 1 0,3 0-313,2 0 0,4 0-260,1 1 0,6-1-252,-2 0 1,3-4 107,2-1 1,2-1-134,3 1 1,4-2-162,10-7 0,3 0-492,7 0 1,-2-7 100,-4-2 0,3-4 201,-7-1 1,1 0 472,-1 0 0,-8-1 246,3 1 1,-9 0 267,0 0 0,-4 0-90,-1-1 386,0 7-316,-6 2 1,-2 6 281,-6 0 1,4 6-137,1 4 1,4 3 109,-4 1 1,6 0-328,-2 0 0,3 0-349,2 1 0,0-1-373,0 0 0,7 0-38,2 0 1,4-4-425,1-1 0,5-5 333,0 0 0,6-2-230,-1-2 0,-2-6 165,2-4 0,-5-3-76,4-1 0,-5-5 582,1 0 1,-4-1 248,0 1 0,-1 3 160,0-3 1,-4 8 283,-1 2 722,-6 5-604,10-8 209,-12 10-425,12 2 0,-11 3 7,2 7 0,-2-5-512,-2 4 0,5-4-541,-1 4-35,1-6 0,-5 5 106,0-3-177,0-3 104,0 4-237,0-6 634,-6 0 1,3-5-111,-7 0 690,1 1 0,-6 4-39,1 0 1,0 0 694,0 0-718,0 0 0,1 6 6,3 4 0,-1-3-206,7 3 0,-3-1 96,3 6-281,2-1 1,2 0 122,10 0 0,7-1-684,2-4 0,6-1 45,-1-3 0,3-3-187,1 2 1,1-4 289,-1-4 0,-4-4-86,-1-7 0,-5 1 164,1 0 1,-5-5 262,-5 0 1,-2-5-112,-7 5 0,0-4 12,0 4 1,0-5 493,0 5 0,-2 2 52,-3 7 1,4 2 878,-4 4-765,-3 2 1,7 2 287,-4 10 0,2 2-191,-2 2 1,3 5 157,-2 0 0,2 0-367,2-4 0,0-1-242,0 0 0,0 0-507,0 0 0,0 1-154,0-1 1,0-5-1534,0 1 971,0-7-486,0 3 1022,6-6 0,2-6 47,7-4 1,-1-2 344,0-2 1,0-1 351,0 1 1,5 0-13,0 0 1,0 1 165,-5 4 1,1-2 445,-1 6 0,-5 0-389,1 5 1,-5 0 577,4 0-192,-6 0-280,4 0-691,-7 6 0,-5-2 165,0 5 1,-6-4-190,2 4 0,-4-4-53,-1 4 1,-1-4-118,1 5 1,0-7-87,0 2 232,6 3 1,-3-5 366,6 6 1,2-6-85,8 2 1,4-3-304,10-2 1,3 1 22,7 4 1,-1-3-142,1 2 0,-3-2 134,-2-2 238,3 0 0,-18-6 0,4-2 0</inkml:trace>
  <inkml:trace contextRef="#ctx0" brushRef="#br0" timeOffset="17">484 13662 8668,'0'-8'1402,"0"2"-824,0 6 0,0 1-22,0 4 1,0 8-245,0 6 0,-5 6-229,0-1 0,1 2 119,4 3 0,-5 6 32,0 3 1,0 3-103,5 1 1,0 6 56,0-1 1,0 7-62,0-2 0,0 3-11,0 2 0,0-5 23,0 0 1,0-6 18,0 2 0,0 0-14,0 0 1,0-1-6,0-4 1,0 0 13,0-1 1,0 6-146,0-1 1,0-4 103,0-5 1,5-5 2,0 5 1,1-2-38,-1 2 1,-3-5-5,2-9 1,3 3-32,-3-4 1,3 3-190,-3-3 0,-2-2 128,3-7-332,-4 0-255,-1 0 251,0-6 39,0-1 1,0-9-409,0-3 1,0-3-453,0-6 0,0 0 275,0 0 899,0-7 0,13-20 0,3-11 0</inkml:trace>
  <inkml:trace contextRef="#ctx0" brushRef="#br0" timeOffset="18">526 13833 8335,'0'-15'23,"0"1"151,0 0 0,0 4 274,0 1 16,0 6 1,0-10-312,0 12 1,0-7-161,0 3 0,2 3 156,3-2 0,3 2 22,6 2 1,0 0 22,0 0 0,7 0-57,3 0 0,7 0-67,2 0 0,12 0 95,-3 0 0,6 0 2,-1 0 0,4 0-115,5 0 1,-3-2-184,-1-2 1,-5 1 31,5-7 1,-1 5 128,1-4 0,3 4-123,-3-4 0,0 1 139,5-2 1,-3 2-127,8 4 0,-9 2 48,0-3 0,-1 2-2,5-2 0,-5 4-5,0-4 1,-5 4-120,5 1 0,0 0-1,5 0 0,-5-5 135,1 0 0,-9 0-1,-2 5 0,0 0 45,-9 0 0,-2 0 282,-7 0-247,-3 0 1,-7 0 443,0 0-342,-6 0 158,-2 0 0,-6 2 120,0 3-297,0-4 1,0 7 165,0-3-176,7-4 1,-4 6 136,6-7-168,-6 6 0,8-3-20,-6 7 1,5-6 25,-6 6-54,1-1 1,-3 7 162,2 3 1,-2-3-73,3 3 1,-4 1 19,-1-1 1,0 7-33,0-3 1,0 4 9,0 2 0,0-1 21,0 1 1,0 4-6,0 0 0,5 0 2,0-5 0,4 1 7,-4-1 0,4 6-98,-4-1 1,5 5 60,-6-5 0,3 2-11,-3-2 0,-2 1-44,3 4 1,-2-1-9,2-4 1,-4-2-19,4 7 0,-2-1-34,2 1 1,-4-2 35,4-3 1,-2-3 0,2 3 1,-3-3-12,2-1 1,-2-1 20,-2 1 1,0-1-74,0 0 0,0 1 28,0-1 1,-2-4-99,-2 0 0,1-2 60,-7 2 0,7 2-137,-2-2 0,2 3 92,-2 1 1,4-4-8,-4 0 0,3-1 118,2 6 0,0-7-72,0-3 1,0-2 68,0 2 0,-4-3-52,-1 3 1,0-3 6,5-2 15,-6 0 1,3 0 12,-7 1 0,7-6-74,-2 1 1,-1-6-405,1 6 510,-6-7 0,3 5-96,-6-3 1,-2-4 134,-3 4 0,-3-3-124,-6-2 1,-2 0 7,-3 0 0,-4-5-11,-5 0 1,-7-1 0,-4 1 1,-3 3-42,-6-2 1,-4 1-454,-10-2 1,3 3 66,-3-3 0,5 4-56,5 1 1,-4 0-225,4 0 0,3 0 127,1 0 1,10 1-229,5 4 0,2-3 239,3 3 0,7-4-339,7-1 942,-1 0 0,15-5 0,0 1 0,6-1 0</inkml:trace>
  <inkml:trace contextRef="#ctx0" brushRef="#br0" timeOffset="19">526 15183 9012,'-9'0'458,"0"0"0,4 0-23,-5 0 0,6 0 499,-6 0 0,5 2-369,-4 2 0,4 3-257,-4 2 1,6 4-206,-2-4 0,3-1 139,2 2 0,2-1 20,3 5 0,9 1 17,9-1 1,6 0 32,4 0 1,3-1-408,7-4 1,4 2 75,1-6 1,-1 5-1101,-4-6 0,-2 1 271,-3-5 0,-3 5-104,-7 0 0,0-1 952,1-4 0,-26-25 0,-6-6 0</inkml:trace>
  <inkml:trace contextRef="#ctx0" brushRef="#br0" timeOffset="20">256 13179 8346,'-4'-10'3,"-1"1"1,0 4 87,5-5 0,0 6 178,0-6 0,-1 7 236,-4-2-228,3-3 1,-10 7 52,2-4 0,2 4-91,-1 1 0,4 0 207,-4 0-333,-1 0 0,2 6 94,3 3 0,4 6-44,1 4 1,0-2 84,0 7 1,1-1-7,4 6 1,1-1-134,4 1 1,1-1 32,-6 0 1,-1 6-119,-4-1 1,0 2 127,0-2 1,0 3-168,0 7 0,0-5 104,0 0 1,0-1-44,0 6 1,0 0 25,0-1 1,-1 1 16,-4 0 0,4-5-68,-4-1 1,2 5 15,-2 0 1,3 4-107,-2-8 0,0 3 84,0 2 0,2-1-132,-3 1 1,4-2 104,1-3 0,-2 3-42,-2-3 0,2 1-3,-3-1 0,4 2 1,1-7 1,0 5 94,0-5 1,0 7 13,0-3 0,0 3 151,0-2 1,0 3-107,0-3 0,4 3 189,1 2 1,5-6-171,-6 1 0,1-4 138,-5 3 0,0 1-69,0 5 0,0-5 20,0 0 0,-5-2-229,1 2 1,-1 6 40,5-6 1,0 5-59,0-10 1,0 2 132,0-2 0,0-3-21,0 3 0,0-3-28,0-1 0,5-3-2,-1-2 1,6 3-20,-5-3 1,4-4 8,-4-1 1,4-3-620,-4-2-377,0 0-441,-5 1 214,0-7 452,0-8 0,0-13-55,0-6 794,0-6 0,19-29 0,4-14 0</inkml:trace>
  <inkml:trace contextRef="#ctx0" brushRef="#br0" timeOffset="21">171 13036 8346,'0'-9'276,"0"0"0,-5 4 1225,1-5-587,-1 7-486,5-3-210,6 6 1,4 0-2,9 0 1,-2 0-112,7 0 0,-1 0 54,6 0 0,6 0-172,2 0 1,6 0 100,5 0 0,2 0-200,7 0 1,1 0 62,4 0 0,3-2-167,6-3 1,-5 4 258,1-4 0,-6-1-78,6 1 1,-7 0-7,1 5 1,-2-4-3,-3-1 1,1-1-131,0 1 1,0 3 151,0-2 1,0 0-111,0 0 0,-4 2 78,4-3 1,-3 4 14,8 1 1,1-5-5,-2 0 1,7-4 20,-1 4 1,-1 0 6,-4 5 0,-2 0-57,-13 0 0,10-4-90,-5-1 1,7 0 117,-7 5 1,3 0-18,2 0 1,9 0 137,1 0 1,-1-2-83,-9-2 1,0 2 93,-1-3 0,4 4-33,-3 1 1,-4 0 146,-16 0 0,-2 0-46,-6 0 0,2 0-39,-2 0 1,2-5-100,-7 0 1,4 1-17,6 4 0,-4-7 141,3-2 0,-3 3-33,-2 1 0,-1-2 132,-3 3 0,-4-1-203,-6 5 7,-6 0-64,-1 0 0,-9 5 5,-3-1 0,2 9 252,-6 1 0,1 1-109,-2 3 1,-2 5 167,2 0 1,-1-1-44,2 2 1,-2 0-51,6 4 1,-5 5-79,6 1 1,-3 0 29,3 0 1,2-3 23,-3 7 1,4-2-18,1 2 0,0 3-176,0-3 0,0 2 99,0-2 0,0 7-119,0-2 1,0 3 14,0-3 1,0-1-72,0 1 0,4 4 91,1 1 0,6-1-12,-1-4 1,2 4 10,3 0 0,-3 7-3,-2-2 0,2-3 27,-2-1 1,-2 1-6,1-2 0,-6 5 60,2-5 0,1-4-10,-1-5 1,0 0 112,-5 5 1,5 4-172,-1 0 1,3 1 5,-3-6 0,0 1 15,5 0 0,-6 4-15,2 0 0,1-4 14,-1-5 1,0 0 18,-5 5 0,-2-5-40,-3-1 1,2-3 11,-6 4 0,4-5-4,-4 5 0,1-7 3,-2 2 1,-1-3 10,6-1 1,1 1-20,4 3 0,-5-3-8,0 3 0,-1-3-52,1-1 0,4-1 62,-4 0 1,-1-4-62,1 0 0,-5-5 11,6 5 0,-7-6-8,1 6 0,2-6-42,-1 1 0,4-4-11,-5 0 0,3-1 2,-3 0-21,-3 0 190,6 0 0,-8-1-118,1-3 0,5 1 229,-1-7 0,1 1-66,-6-5 0,4 2 70,-3 2 0,3-2-89,-8 3 0,-5-4 27,-4-1 0,-7 0-92,-7 0 1,-7 0-9,-3 0 1,-4 0 76,-1 0 1,-6 0-260,-3 0 1,1 0 302,-1 0 0,-1 0-72,-4 0 0,-6 0 7,-4 0 0,2 0-317,-1 0 1,39 2 0,0 1 266,-4-1 1,0 1 0,0 0-1,-1 0-21,-3 0 0,-1-1 1,5-1-1,0-1-6,-3 2 0,1 1 0,3 0 0,0 0-51,1 0 0,0-1 0,2 1 1,0-1-114,-2-2 1,1 0 0,-36 5 99,36-3 0,-1 0 0,2 2 0,0-1 20,-1-1 1,-1 0-1,-1 0 1,-1 0 15,-2 2 0,-1 1 1,2-3-1,-1 1 17,-2 2 0,-1-1 0,0-2 0,0-1-5,2 2 0,1-1 0,4 1 0,0 1-55,-1-2 1,2 0 0,-32 3-179,3-5 1,5 0 236,4 0 0,3 0 0,1 0 0,9 0 0,36 0 0</inkml:trace>
  <inkml:trace contextRef="#ctx0" brushRef="#br0" timeOffset="22">1109 13392 7508,'0'14'96,"0"0"-16,0 1 24,0-1 1,0 0 22,0 0 0,0 0 148,0 1 1,0-6 88,0 1 94,0-7-141,0 9 1,0-8 1010,0 5 245,0-6-591,0 3-530,0-6 0,0-6-137,0-3 1,0 1 97,0-2 1,0-4-154,0-5 0,0-6 0,0 1 0,0-3-65,0-1 1,-1-2-81,-4-3 1,4 0-346,-4-10 1,3 2 178,2-11 1,-1 0 140,-4-5 0,3-2-334,-2-2 0,2 1-487,2-7 0,0 12 535,0-2 1,0 3 120,0-2 1,-2 5 93,-2 4 1,1 7 3,-7 2 1,2 5 155,-1-5 1,2 8-70,7 2 0,0 1 51,0 8 0,0 0 128,0 5 340,0-1-5,7 8-400,-6 0-296,6 7 206,-7 7 0,0 0 19,0 8 0,0-1-86,0 0 1,-2 0-101,-3 1 0,4-1 56,-4 0 0,-1-5-142,1 1 0,-1-7 97,1 2-209,3 3 220,-4-7 0,4 6-272,-2-7-80,2-7 1,-4-1 130,6-6 1,1 2 83,4 2 0,-2-3 112,7 4 0,-1 1 120,5-1 1,1 4-238,-1-5 1,0 7-83,0-2 0,0 4-72,1 1 1,-1 0-286,0 0 0,0 6 592,1 4 0,-1 47 0,0 12 0</inkml:trace>
  <inkml:trace contextRef="#ctx0" brushRef="#br0" timeOffset="23">1763 13349 8215,'0'8'-2345,"0"-2"2709,0 1 372,0-6 961,0 6-633,0-7-136,0-7-549,0-1 0,-4-6-116,-1 0 1,0 0-9,5 0 0,0-1-75,0 1 0,-5-2-121,1-3 1,-1 2 55,5-7 1,-2 1-231,-2-6 0,2-1-6,-3-3 0,4-5-130,1-9 0,0 1-42,0-6 1,-5 0 76,0-5 0,1-2 116,4-2 0,0 7 33,0-3 1,-5 10-28,0-1 0,0 6 140,5 4 0,0 5 219,0 9 1,0 3-43,0 7 0,0 5 228,0-1 1,0 6 967,0-6-483,0 7 19,0-3-662,0 6 0,0 1-205,0 4-25,0-4 1,-1 11-294,-4-8 0,3 7 150,-2-1 0,2 7 97,2 2 1,0 6 244,0-1 1,0-2-155,0 2 0,0 1 71,0 8 1,0-3 18,0 4 1,0-3 152,0 2 1,0-1-55,0 6 1,0-5-84,0 5 0,0 0-49,0 4 0,0-4-143,0 0 1,0-1 2,0 0 1,0-2 127,0-6 0,0 1-138,0 3 1,0-8 19,0 4 0,0-10 41,0-1 0,0-2-5,0-2-222,0 1-27,0-7-464,0-2 289,0-6-2,0 0 115,0-6 0,0 2-104,0-5 1,0 4-282,0-4 1,0-1-284,0-4 1,0 0-703,0 0 1,0-7 570,0-3 1039,0-2 0,5-40 0,3-17 0,-3 24 0,0-1 0,1 1 0</inkml:trace>
  <inkml:trace contextRef="#ctx0" brushRef="#br0" timeOffset="24">1678 12383 8215,'6'-21'-275,"-4"5"501,3-3 1,-4 3 1218,-1 2-331,0 6-567,-6 2 0,-2 8-99,-6 2 1,0 3 181,-1 2 1,1 4-380,0-4 1,0 4 110,0 1-592,-1 0-196,1 1-499,0-1 262,6-6 35,2-2 0,12-8 307,4-2 0,8-4-68,6-6 1,3-1 205,1 1 1,1 5 192,-1-1 0,1 7 210,-1-2 1,1 4-78,-1 1 1,-4 0-626,-1 0 1,-10 6-1,1 3 482,-9 4 0,-37 27 0,-15 5 0</inkml:trace>
  <inkml:trace contextRef="#ctx0" brushRef="#br0" timeOffset="25">1664 12198 8205,'8'-21'4,"-2"5"-177,-6-3-265,6 4 1238,-4 0 0,6 3 549,-3 2-65,-4-2-354,6 10-121,-7-4-349,0 6-199,0 0 1,0 6 33,0 4 1,0-3-1,0 3 1,0-1-36,0 6 0,0-1 36,0 0 1,0 0 14,0 0 0,0 2-44,0 3 1,0-1-17,0 5 0,0-1-23,0 2 0,0 3-79,0-3 0,0 3 15,0 1 0,0 0-156,0 1 1,0 4 85,0 0 1,0 5-49,0-5 1,0 0 30,0-4 1,4 1 69,1 3 0,5-8 10,-6 4 0,6-4-39,-6 3 0,3-4 1,-2 0 0,-4-5-43,4 4 0,-4-5-112,-1 1 0,0-2-13,0 2 1,0-3 22,0 3 1,0-3 49,0-2 1,0 0 27,0 0 1,0 1-8,0-1 1,0-5-11,0 1 13,0-1-245,0 5 1,0-4-31,0-1 3,0-5 242,0 2-5,0 0-25,0-4 113,0 4 1,2-1-68,3 0-40,-4-1 1,6-2-112,-7 3 224,0-4 0,0 7 74,0-3-38,0-4 14,0 12-147,0-5 3,0 6-95,0 0 131,0 1 0,0-1-42,0 0 1,0-5 4,0 1 0,0-5-16,0 4 4,6 1 10,-4 4-116,4 0-11,-6 0 147,0 1-38,0-1-21,0 0 1,0-5-88,0 1-180,0-7 236,0 10-16,0-12 130,0 12 3,0-12 160,0 6-150,0-7-640,0 0 280,-6 6-287,4-4 508,-4 4 1,4-6 142,-3 0-44,4 0 0,-7 0-55,3 0 1,2-2-132,-7-2 0,6-4-107,-6-6 1,-1-2-266,-8-3 1,2 1 255,-7-5 1,5 4 68,-4-5 1,4 5 217,-5-5 1,6 7 278,0-2 1,6 5 977,3 4-738,0-2-520,1 10 134,1-4 0,14 7 212,2 4 0,5 3-142,5 6 1,-1 1 101,5-1 1,-4 5-218,5 0 1,-5 1-23,5-1 0,-5-3-158,4 3 1,-4-2 121,5 2 0,-7-3-164,2 3 1,-1-5-9,1-4 0,-4 1-98,4-6 1,-8-1 56,-1-4 1,-1 0-143,6 0 1,-3-6 76,-2-4 1,-2-7-27,-4-2 0,0-5 271,5 5 1,-6-4-89,2 4 0,-4-5 315,-1 5 1,0 0 210,0 5-206,0 0 0,0 4-189,0 1-124,0 6 0,-1-4-269,-4 7 1,2 7-577,-6 2 1,4 4-1185,-5 1 0,7 5 288,-2 0 1813,-2 0 0,11 20 0,-2 7 0</inkml:trace>
  <inkml:trace contextRef="#ctx0" brushRef="#br0" timeOffset="26">2574 12368 8212,'8'-6'-186,"-2"-2"-54,-6-6 1,5 0 516,0-1 0,-1 6 1404,-4-1-1133,0 1 1,0 0 517,0-1-433,-6 7 1,-2-3-129,-6 6 1,-5 0-176,0 0 1,-5 0-142,5 0 1,-1 1-17,1 4 1,3-2-39,-3 7 0,3-1-193,2 5 0,6 0 177,3 1 0,4-1-136,1 0 0,0 2-213,0 3 1,6-3 116,4 3 0,7 1-50,2-1 0,6 5 66,-1-5 1,-4 1 67,-1-1 1,2-3 18,-2 3 1,-2-3 15,-7-2 83,-4 0-36,-6 0 0,-8-1-199,-6-3 1,-7-4 149,-7-6 0,-2 0-624,-3 0 0,3 0 134,-3 0 0,4-2-44,5-2 1,4 2-745,6-3 460,6-3 1,3 7 59,10-4 754,9 3 0,40-4 0,14-2 0</inkml:trace>
  <inkml:trace contextRef="#ctx0" brushRef="#br0" timeOffset="27">2759 12510 8212,'0'-14'591,"0"0"1,0 5-89,0-1 1,0 5 249,0-4 1,-2 6-145,-3-2 1,2 3 819,-6 2-956,-1 0 1,-4 7-168,0 2 1,4 5-234,1 5 1,4-1-116,-4 5 0,5-4-86,0 5 1,2-5-34,2 5 1,6-7-379,4 2 0,3-3 166,1-2 1,5-1-261,0-4 1,4 2 248,-4-6 0,5 0 189,-5-5 1,5-7 10,-5-2 1,0-8 44,-5-2 1,-5-7 172,1 3 0,-7 0-146,2 0 1,-5 1 192,-5-2 0,-5 3-192,-8 7 0,0 5 3,-6-1 0,2 7-366,-1-2 1,2 4-26,7 1 1,1 1-467,4 4 965,2 3 0,52 25 0,10 5 0</inkml:trace>
  <inkml:trace contextRef="#ctx0" brushRef="#br0" timeOffset="28">3143 12482 8212,'0'-14'66,"0"0"221,0-1 0,-2 1 447,-3 0 1,2 4 1347,-6 1-1472,-1 6 1,-4-3 219,0 6-646,-1 0 0,3 6-113,2 3 1,-1 9 74,7 1 1,-1 1-192,5-1 0,0-3 67,0 3 1,0 1-216,0-1 1,6 0-473,4-4 1,2-1 162,2 0 1,5 0-57,0 0 0,5-6 193,-5-3 0,6 1 102,-1-1 0,-2-2 28,2-7 0,-5-4 83,4-7 1,-5 0-56,1-4 1,-5-2 14,-4-3 0,1-2 140,-7 2 1,6-3 48,-5-1 0,-1-1 205,-4 1 0,0 1-3,0 3 2,0 4 1,-1 7 616,-4 4 705,3 2-1052,-10 7 0,9 7 254,-7 2 1,5 4 25,-4 1 1,6 6-230,-2 4 0,3-2-62,2 2 1,-1-5-211,-4 5 0,3-6-9,-2 6 1,2-5-108,2 5 0,0-7-171,0 2 0,0-3-110,0-2 0,2-1-1245,2-4-732,-2 4 1524,11-11 1,-5 2-253,6-8 1,0-4 342,0-7 1,2-5 187,3-4 0,-2-3 120,7-1 0,-2 1 94,2 3 0,-4 2 40,-5 3 0,-1 3 312,0-2 1,-4 6 1355,-1 3-661,-6 6-534,4-3 0,-14 6-85,-2 0 0,-10 6-37,-5 3 1,-1 4-116,1 1 1,-1 0-218,6 1 0,0-1 73,5 0 0,1 0-201,4 0 1,2 1-32,7-1 0,2-1 101,3-4 0,4 2 75,10-6 0,5 4-25,9-4 1,-3 0-90,3-5 1,2 0 48,-2 0 1,0 0-11,-4 0 1,-3-5 13,-2 0 0,1-6-102,-6 2 1,0-2 64,-4 1 1,-8-2 63,-2 2 1,-3-3-33,-2-1 52,0 0 1,-2 1 105,-3 4 0,2-2-8,-6 6 1,-1 0 169,-4 5 0,5 0-132,-1 0 1,1 0 60,-6 0 0,6 2 88,0 3 0,5 3-21,0 6 1,2 0 27,2 0 1,0-4-134,0-1 0,0 1-48,0 4 0,6 0-43,4 0 1,7-1-196,2-4 1,6 2 109,-1-6 1,3 0-118,1-5 1,1 0-184,-1 0 1,1-2 129,-1-2 1,-6-4 2,-3-6 0,-3-2 80,-2-3 0,-4 1 19,-1-5 1,-6-1 51,2-4 0,-3-1 10,-2 1 0,0-1-24,0 1 189,-7 6 0,4 3 322,-6 9 0,4 4-106,-4 6 0,5 2 44,0 2 0,-3 6 65,3 9 1,-6-2 261,5 7 0,1 0-200,4 4 1,0 0 126,0 1 0,0-1-358,0 1 0,0-1-208,0 1 1,1-7-150,4-3 0,1 1-156,4-1 0,2-5-264,-2-4 0,4-7 145,5 2 0,-3-4-316,3-1 0,1-6 305,-1-4 0,7-7-90,-3-2 1,-1-5 189,2 5 1,0-4 332,4 4 0,-4 0 64,0 5 1,-5 4 188,4 1 0,-5 4 300,1-5 1,-4 7-169,0-1 1,-1 4 276,0 4 1,-4 4-205,-1 6 0,-6 1 150,2-1 0,-4 0-355,-1 0 1,0 1-325,0-1 1,0 0-206,0 0 0,-11 0-416,-3 1 0,-10-6-887,1 1 0,-4-7 733,-1 1 803,-7-2 0,-3-12 0,-5-5 0,-6-1 0,0 0 0</inkml:trace>
  <inkml:trace contextRef="#ctx0" brushRef="#br0" timeOffset="29">4124 12567 8212,'14'-6'683,"2"0"174,3-4 1,-4-2-301,4 2 1,2 2 0,-2-1 1,4 1-483,-4-2 0,7 4-614,-3 6 538,-2 0 0,-7 6 0,-7 2 0</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05:24:22.473"/>
    </inkml:context>
    <inkml:brush xml:id="br0">
      <inkml:brushProperty name="height" value="0.053" units="cm"/>
      <inkml:brushProperty name="color" value="#FF0000"/>
    </inkml:brush>
  </inkml:definitions>
  <inkml:trace contextRef="#ctx0" brushRef="#br0">12867 682 8279,'-7'0'1081,"0"-6"-528,1 4-293,4-4 1,-2 1 109,8 1 1,11-1-131,8 5 0,10 0 13,5 0 0,10-5-70,4 0 1,8 1-31,2 4 0,-6 0 13,-3 0 0,-8 0-74,3 0 1,-6 0-27,-4 0 0,-5 4-319,-9 1-524,-3 0 332,-7-5 7,-6 0 401,-2 0 0,-7 0 395,-4 0-279,3 0 374,-10 0-285,10 0 0,-6 0 674,3 0-446,4 0 0,-7 2-65,3 2 1,4-1-94,-4 7 0,3-5-27,2 4 1,-4 2-36,-1 8 0,0-1 17,5 5 0,0 1 17,0 4 0,0 2 113,0 4 0,5-3-69,0 7 0,-1-2-54,-4 2 0,0 3-74,0-3 1,0-1-146,0 0 0,0-7 51,0-1 0,0 3-302,0-9 1,-4 1-43,-1-10 1,-2 0-275,3 1 0,2-6-236,-3 1-464,4-7-1752,1 3 1699,0-6 1339,0-6 0,6-21 0,2-11 0</inkml:trace>
  <inkml:trace contextRef="#ctx0" brushRef="#br0" timeOffset="1">12882 626 8553,'-8'-8'1915,"-3"3"-1283,6 10 1,0 4-78,5 10 1,0-2 189,0 7 0,5 0-283,0 4 1,-1 1-41,-4-1 1,0 5-340,0 0 0,-4 5-39,-1-4 0,-6 3-141,1-3 0,-2 4 97,-2-5 1,4-2-238,1-7 0,1 1-19,-2-6 1,2 0-483,4-5 435,2 1 1,-3-3-19,10-2 0,3-4 201,6-6 0,7 0 39,2 0 0,4 0-1,2 0 0,-1 0 37,1 0 0,4 0 19,0 0 1,2 0-98,-2 0 0,-2 0 5,7 0 0,0 2 55,5 2 0,-5 0-10,0 5 1,-2-6 74,2 2 1,0-2-50,-10 2 0,-2-4-49,-12 4 52,0-3 197,-6-2 101,-2 0 0,-7 0 379,-4 0 1,-3 0-438,-6 0 1,-2 0-347,-3 0 1,-1-5-29,-4 0 0,-3 0 145,3 5 1,-1 0 46,1 0 1,-3 0-86,4 0 1,1 0-219,-2 0 0,5-1-71,-5-4 1,1 4-92,-6-4 1,2 3 51,4 2 0,-4 0-71,3 0 0,-3 0 189,-1 0 0,-1 0 114,1 0 0,6 0-110,3 0 368,-3 0 893,6 0-234,2 0 773,7 0-528,7 0 162,0 0 0,-1 5-870,-4 0 0,-3 4-45,-6-4 1,0 6-77,0-2 1,-5-1-128,0 2 1,-2-1 65,2 6 1,2 4-110,-7-1 0,5 1 34,-5-4 0,7-1 55,-2 0 0,-1 0-112,1 1 1,0-1-46,4 0 0,1 0-233,0 0 0,0-1-158,0-4-204,6 4-740,-5-5 107,11 0 0,4 0 1300,12-3 0,23-9 0,10-3 0,7 2 0,-1 0 0</inkml:trace>
  <inkml:trace contextRef="#ctx0" brushRef="#br0" timeOffset="2">13422 1436 8464,'0'-14'1651,"0"-1"1,0 6-255,0-1-644,0 7 1,-6-1-83,-4 8 0,-1-1-8,2 7 1,-4-1-614,4 6 1,-4-1-16,-1 0 0,-1 2-195,1 3 0,0-3 159,0 3 0,0-4-2,-1 0 0,4-6-244,-3 1 1,3-3-431,-8 3 1,-3 1 64,-2-6 0,-3-1-172,-1-4 1,-8 0 45,-7 0 0,-1 0 216,-8 0 1,-5 0 44,-5 0 0,1 0 178,4 0 1,1 0 277,4 0 1,3 0-92,7 0 1,7 5 119,6 0 0,9 6 102,10-2 1,4-1 469,6 2 0,2-5 289,2 4 0,7-1-134,13 1 1,8-1 52,15-3 0,4-3-361,6 2 1,6-2-181,3-2 1,-1 0-152,1 0 0,-10 0-222,0 0 0,-10 0-562,-3 0 1,-2 0 687,-8 0 0,5 0 0,-5 0 0,-1 0 0,-2 0 0</inkml:trace>
  <inkml:trace contextRef="#ctx0" brushRef="#br0" timeOffset="3">14531 1052 8116,'-6'-8'776,"4"0"-506,-3 3 1,2 4 84,-2-4 263,4 4 342,-5 1-572,12 0 1,3 0 71,10 0 0,-1 0-112,5 0 1,3 4 54,7 1 0,3 0-163,7-5 1,6 5-122,3-1 1,5 1-204,4-5 1,-1 0-79,7 0 1,-6 5 52,6-1 1,-4 1 98,8-5 1,-9 0 23,4 0 1,-4 0-36,-1 0 0,-1 0-80,7 0 1,-7 0 31,1 0 0,2 0 85,-1 0 0,8 0 73,1 0 1,-8 0-66,-2 0 1,-4 0-49,-9 0 1,4 0 34,-5 0 0,-1 0-3,-8 0 0,3 0 26,-3 0 1,-3 0-3,-2 0 0,-5 0-60,-4 0 0,-3 0-117,-7 0 1,-5 0-323,1 0-84,-1 0-233,5 0 0,-1 2 154,-4 3 0,4-4-50,-3 4 1,-1-4 679,5-1 0,42 7 0,19 1 0</inkml:trace>
  <inkml:trace contextRef="#ctx0" brushRef="#br0" timeOffset="4">18142 597 8741,'0'-9'863,"0"-1"1,2 7-536,3-2 1,9 2-83,10-2 1,9 4 31,5-4 0,11 3 166,7 2 0,1 0-518,5 0 0,-5 0 109,-5 0 0,-9 2-588,-10 3 1,-5-4-230,-4 4-142,-10-3 478,-8-2 21,-6 0 121,-6 0 378,-2 0 1,-1 0 739,-1 0-410,7 0 131,-3 0 0,6 1 33,0 4 0,0-2 198,0 7 1,0-1-200,0 5 1,-2 2 63,-3 3 1,4-2-207,-4 7 1,4 0-97,1 4 1,0 2-150,0 3 1,0-1 68,0 6 1,-5-5-247,0 5 0,0-6-87,5 1 0,0-3-82,0-2 1,0-1-131,0-3 1,0 1-344,0-6 1,0-5-306,0-4 0,0-6-167,0 6-1567,0-7 2678,0 3 0,-25-50 0,-7-11 0</inkml:trace>
  <inkml:trace contextRef="#ctx0" brushRef="#br0" timeOffset="5">18000 654 8225,'-14'-8'0,"4"-3"725,1 6 1123,6-6-1059,-4 10 1,7 1-301,0 9 1,0 5 150,0 5 1,0-1-168,0 5 0,0-4 174,0 5 0,0 0-283,0 4 1,0 1-386,0-1 0,-4 0 53,-1 1 1,0-1-178,5 1 0,0-7-74,0-3 0,-5 1-392,1-1 0,1 0-103,7-5 1,4-4 236,6-1 0,7-5-241,3 0 0,4-2 186,5-2 0,-1 0 64,6 0 1,4 0 203,6 0 0,-1-2 138,-4-2 1,0 2 33,-1-3 1,-4 4 228,0 1 1,-13 0 401,-1 0-393,-7 0 1178,-2 0-748,-8 0 0,-2 0 133,-10 0 0,2 0-222,-6 0 0,-1 0 92,-4 0 1,-5 0-500,0 0 1,-11 0-401,2 0 1,-5-2-107,-1-3 0,0 4 307,-4-4 1,-3 3-691,3 2 0,-3 0 256,-2 0 1,0 0 51,1 0 0,-1 0 170,0 0 0,7 0 302,3 0 0,5 0-58,4 0 0,3 0 519,7 0 386,0 0-461,6 7 106,2-6-160,6 12 0,1-10 87,4 7 1,-3-6 14,2 6 1,-2-1 105,-2 6 0,-5-1 88,0 0 1,-7 0 52,-2 0 1,-1 5-305,-4 0 0,-1 0-68,1-5 0,-6 5-158,1 0 1,3 0-74,2-4 0,4-1-124,0 0 1,1 0-249,0 0-697,6 1 617,2-1 1,1-5-875,0 1 488,0-7 1,7 3 234,3-6 0,-2 0-45,6 0 0,1 0-142,4 0 1,0 0-967,1 0 1707,5 0 0,34-6 0,14-2 0</inkml:trace>
  <inkml:trace contextRef="#ctx0" brushRef="#br0" timeOffset="6">18469 1294 8176,'21'-7'0,"-5"1"1123,3-3 1616,-10-4-1081,-3 11 198,-6-4-1257,0 6 0,-8 0-158,-6 0 1,-2 6-580,-7 4 1,1-2 34,-2 1 0,-3 1-61,3 4 0,-2 0-46,-3 0 1,1 1-419,-1-1 1,1 0 36,-1 0 1,-1-4-292,-3-1 1,-3-1-197,-7 2 0,-3-4 363,-6-6 0,-1 0 134,-14 0 1,7 0 346,-1 0 0,5 0 74,9 0 467,-1 0 256,31 0 0,8 5 696,28-1 0,17 7-274,21-1 0,12-2-423,-29-3 0,1-1 0,1-2 0,0-1-505,1 2 1,-1-1 0,31 4-188,-7-1 0,-9 0-439,-10-5 1,-6 0-1916,-12 0 2484,-14 0 0,4 0 0,-11 0 0</inkml:trace>
  <inkml:trace contextRef="#ctx0" brushRef="#br0" timeOffset="7">12213 227 8131,'0'-14'0,"-6"5"0,-3-1 0,1 2 1412,-2-1 0,-1 1-517,-8 3 1,3 4-265,-2-4 0,2 3-142,2 2 0,-1 0 418,1 0-717,0 7 1,0 1-156,-1 6 1,6 5 175,-1 0 1,6 6-20,-6-1 0,7-2 13,-2 2 0,4-1-99,1 6 1,1-3-212,4-2 1,5 1-100,9-6 0,3 4-240,6-9 1,7 2 55,3-12 1,8 1-200,1-5 0,7-2-91,-2-2 1,3-11-537,2-8 1,-2-6 446,-3-4 1,-4 2 366,-10-7 0,-10 5 154,-9-5 1,-5 4 80,-4-3 1,-4 5 191,-6-1 1,-6 4 26,-4 6 0,-7 2 228,-2 7 0,-2 6 118,2 3 0,4 4 645,-4 1 1,5 1-464,4 4 0,-3 3-179,4 6 1,1 2 291,-1 3 1,5-2-113,0 7 1,2 0 2,2 4 0,0-4-259,0-1 0,6 1-39,4 5 1,-2-3-170,1-2 0,1 1-184,4-6 1,2 0-452,3-5 0,-4 4 234,4-4 0,-3 2-53,-2-11 0,1 4-52,-1-4 1,0 0-687,0-5 840,1 0 1,-1-2-120,0-3 278,0 4 0,-1-12 250,-4 4 1,2 1 86,-6-2 0,6 2-145,-1-1 0,-2-4-110,1 4 1,0-4-122,6-1 1,-6 0-358,1-1 1,-2 0 244,1-4 1,2 6 94,-6-6 1,4 11 179,-4-6 602,0 9-50,-5-7-263,0 10-124,0-4 1,-5 12 33,0 3 1,-4 4 51,4 1 0,0 1-33,5-1 0,0 5-74,0 0 1,2 0-261,3-5 1,3-5-49,6 1 0,5-1-166,0 5 1,6-6 21,-1-3 1,7-3-183,2-2 1,1 0 197,-6 0 0,-1-7-86,-3-2 1,1-4 73,-6-1 0,-5-2 174,-4-3 1,-6 4 297,6-4 1,-7 3 73,2 2 1,-4 4 500,-1 1-548,-6-1 1,3 2 163,-7 3 1,6 4-34,-6 1-356,7 0 0,-8 1 116,6 4 1,-1 3-202,1 6 1,3 1 107,-2-1 0,2 0-133,2 0 1,2 0-265,2 1 1,4-1-22,7 0 0,-1-4-165,0-1 1,5-4 164,0 4 1,5-6-10,-5 2 1,4-3 15,-4-2 0,2-2 14,-2-3 1,-3-3 278,2-6 0,-3 5 263,-6-1 0,4 2 1660,-4-1-441,-2-4 270,-1 5-896,-6 1-90,0 0-256,0 7-304,0 0-170,0 7-348,6 0 0,2 6-732,6-3 1,-4-3-472,-1-2 819,1-3 1,4 4 470,0-6 0,0 0 315,1 0 0,-6 0-80,1 0 0,-1 0 176,5 0 1,1 0 509,-1 0 273,0 0 0,0 0 14,0 0 0,-4 2-307,-1 2 1,1-2 139,4 3-812,0-4 0,1-1-402,-1 0 1,2 0 247,2 0 0,-2-1-268,3-4 1,-3-3-122,-2-6 0,0-2-635,1-3 1,-1-1 482,0-4 0,-6-3 488,-3 3 0,-4-3 411,-1-1 0,-1 1 164,-4 3 1,-3 6 384,-6 8 1,0-1-339,-1 6 1,1 1 279,0 4 0,1 6-71,4 3 0,-2 10 291,6 5 0,-4 3 102,4 1 0,0 1-534,5-1 1,0 1-340,0-1 0,2-1-284,2-3 1,0 1-483,5-6 0,-4 0-417,4-5-1436,-5 0 1872,8-6 0,-4-8-99,6-9 0,0-9-807,1-1 1580,5-6 0,28-35 0,-18 22 0,0 0 0</inkml:trace>
  <inkml:trace contextRef="#ctx0" brushRef="#br0" timeOffset="8">19792 156 8112,'0'-14'400,"0"5"50,0-1 1,-2 2 34,-3-1 0,2-2 373,-6 6 0,-2 0-204,-8 5 1,1 0-227,-6 0 1,1 7-324,-6 2 0,3 4 90,2 1 0,-1 6-174,6 4 0,1-3 8,9-2 0,2 1-257,7-1 0,0 6 78,0-1 1,7-3-91,2-2 1,9-4 67,1 0 0,6 4 64,-1 0 1,1-5 210,-2-5 1,3-1-69,-7 2 1,-2-2 32,-7-4 167,2-2-25,-10 4-70,4-6 1,-12 0 129,-4 0 1,-2 0-788,-3 0 347,-5 0 0,4 0-376,-3 0 13,10 0 309,2 0 1,9-1-19,3-4 1,4 3-14,10-2 1,8-4 115,6-2 1,2 2 235,-2-1 0,-1 1 37,6-2 1,-7-2-125,2 2 1,-4-2 75,-6-3 0,-2 1-15,-7 0 0,-1 0 75,-4 0 0,-2 4-53,-7 1 0,0 4 95,0-5 0,-2 7 64,-3-2-190,-3 4 0,-6 1 30,0 0 1,5 5-17,-1-1 1,5 7 358,-4-1 1,4 3-122,-4 1 0,5 5-37,0 0 1,2 0-142,2-5 1,2-5 26,2 1 0,4-1-128,7 5 1,4 1-261,-1-1 1,8-6-698,-3-3 1,4 1 459,2-1 1,-1-1-210,1-4 1,-6-4-71,1-1 552,-7-6 1,2 3 40,-9-6 1,-2 4 193,-4 1 112,-2 6 1,4-5 1137,-6 3-112,-6 3-456,4-4-265,-10 6 1,9 5 372,-7 0-399,7 6 1,-5-5 135,3 3-128,4 4-360,-5-5 1,4 5-324,-3-4 393,4-3-211,-6-6-214,7 0 84,0 0 0,0-6-131,0-3 0,0 1 97,0-2 1,2-1 113,3-8 1,3 3-12,6-3 0,0 5 52,0 5 0,2-4-26,3 4 1,-2-2-19,7 1 0,-5-1-481,5 6 1,-5 1-295,4 4 0,-5 0-1613,1 0 2497,-4 6 0,6 21 0,1 11 0</inkml:trace>
  <inkml:trace contextRef="#ctx0" brushRef="#br0" timeOffset="9">20616 384 8112,'-1'-10'304,"-4"1"1,3 4 380,-2-4 0,2 4 1043,2-5 0,-2 7 74,-2-1 56,2 2-1214,-4 2-794,6 0 1,0 2 140,0 2 0,0 4-71,0 6 1,4 1-102,1-1 0,5 0-467,-6 0 1,6 2-491,-5 3 725,6-3 0,-5 4-856,4-5 929,2-1 1,-9-2 230,7-2 0,-7-2-38,2-3 367,3-4 0,-5 5-189,6-6 1,-4-6 46,4-3 1,-4-4-1,5-1 1,-7 0-71,2-1 0,1 1 568,-1 0 1,-1 0 488,-4-1 316,7 1-699,-6 0-520,6 6-247,-7-4-323,6 10 0,0-3 187,4 10 0,2-3 61,-2 2 0,7 3 98,2-3 1,0 6-447,-5-5 0,2 1-344,3-1 1,-3-4 492,3 4 1,-3-4 200,-2-1 1,0 0 258,0 0 0,-4-4-105,-1-1 60,1-6 1,-2 3 241,-4-6 472,-2 6-276,-2-5-213,0 12 1,-2-6-244,-2 7 1,-4 0-135,-7 0 1,6 2 189,0 3 1,1 3-90,-2 6 1,2 0-24,4 0 0,2 0-10,-3 1 0,4 4-170,1 0 0,6 0 59,3-5 0,6 0-220,4 0 1,1-4 117,4-1 1,3-6-130,-4 2 1,-1-3 202,2-2 1,-2 0 142,2 0 1,-3-5 253,-7 0 1,0-6-142,0 2 0,-4 1 148,-1-2 0,-6 6 416,2-6 527,-3 7-382,-2-3-312,0 6-95,0 6 1,0 2 231,0 6 0,-2 0-533,-3 0 0,4 1 151,-4-1-388,3 0-135,2 0-41,0 1 1,-1-8 115,-4-2 191,4-3 0,-6-9-231,7-2 0,0-4-151,0-1 1,0-5 95,0 0 1,7-6 141,2 1 1,5 2 303,5-2 1,-3 7-18,3-2 1,1 3-7,-1 2 0,7 6-130,-3 3 1,4 4 271,2 1 0,-2 0-334,-4 0 0,4 5-425,-3-1 0,-4 7-1181,-1-1 0,-3 1 1677,-2-2 0,-12 10 0,-4-3 0</inkml:trace>
  <inkml:trace contextRef="#ctx0" brushRef="#br0" timeOffset="10">14787 1621 8394,'8'-7'-1188,"-2"6"1777,-6-12-354,6 12 0,2-6-180,7 7 1,0-4 430,4-1 0,5 0-43,9 5 1,4 0-18,5 0 0,2 0-193,4 0 0,-2 0 31,6 0 0,0 0-62,5 0 1,1 5-101,4 0 1,-8-1-225,2-4 0,-2 5 169,3 0 1,-2-1 7,-3-4 0,2 0 28,-7 0 0,1 0-113,-5 0 1,-2 0 87,-3 0 1,-4 0-117,-5 0 0,-2 0-9,-4 0 0,-2 0 73,-7 0 0,0-4 15,0-1 0,-6-1 14,-3 1 1,-3 2 323,-2-7-314,0 7 43,0-10-157,0 6 0,-2-8-169,-3 1 0,-3 5 68,-6-1 0,0 1-178,0-5 1,0 1 72,-1 3 0,1-1-52,0 7 74,0-7-13,-1 3 233,8 0 79,0 1 1,9 9 262,3 3 1,2-2-94,8 6 0,-1 1 183,0 4 0,0 0-181,1 1 0,-1-1-105,0 0 1,-1 0-326,-4 0 154,4 1 0,-12-1-96,4 0 0,-3 0-162,-2 0 0,-11-1-386,-4-3 1,-8 7 701,-1-3 0,-14 1 0,-8 0 0,-3 0 0,-1 0 0</inkml:trace>
  <inkml:trace contextRef="#ctx0" brushRef="#br0" timeOffset="11">16024 1962 8553,'8'-22'538,"-2"1"170,-6 7 0,0 5 349,0-1-442,0 7 8,0-10 11,0 12-521,0-6 1,-6 7-259,-4 0 1,2 5 234,-1 0 1,-2 4-96,-8-4 1,1 1 27,-5-1 0,-1-3 30,-4 2 0,-2 3-41,-4-3 0,-2 3 47,-7-2 0,-5-4 14,-5 4 0,-8-4-22,-6-1 1,-4 0-249,-5 0 0,2 0 201,-6 0 1,7 0-188,2 0 0,12 0 66,12 0 1,4 0 96,6 0 0,3 0-7,11 0 0,2 0-152,7 0-286,0 0 270,6 0-33,1 0 380,7 0 1,2 0-267,3 0 1,4-4-230,10-1 1,-1-1 130,5 1 1,1-1 27,4-4 0,1-1 101,-1 6 0,-6-4-58,-3 4 74,-3-6 0,-3 8 194,-4-7-151,4 7 201,-12-3 0,-1 6 151,-9 0 1,-5 0-87,-5 0 1,-2 6 86,-2 4 1,-4 2-14,3 3 0,4-1-20,1 0 0,0 0-229,4 0 1,-2-4-148,8-1 1,2 1 161,2 4-240,4 0 1,12-1-639,3-4 1,15 2 795,-1-6 0,26-7 0,12-4 0,4-2 0,-1 1 0</inkml:trace>
  <inkml:trace contextRef="#ctx0" brushRef="#br0" timeOffset="12">10436 5957 8421,'-8'-8'-408,"-4"-5"0,5 10 791,-2-6-247,-4 5 0,5-4 159,-6 4 1,5 2-215,-1-3 0,1 4-16,-5 1 1,2 0-5,-2 0 0,3 0-39,-8 0 1,2 0-2,-2 0 1,2 1 31,-7 4 1,0-3-34,-4 2 1,-5 3-44,-1-2 0,0 1 0,0-1 0,-2-2 108,-7 6 0,2-4-19,3 4 1,-3-4 8,3 5 0,-3-6-27,-1 6 0,4-1 8,0 6 1,0-1-22,-5 0 1,5 0-6,0 0 0,2 1 25,-2-1 0,-3 0-1,3 0 1,2 0 8,-2 1 1,5-1 56,-5 0 1,6 2 11,-1 3 1,5-3-12,4 3 0,3-4 18,7 0 1,0 4-32,0 0 1,0 1-3,-1-1 1,3-3 11,2 3 0,-1 1-11,6-1 1,-4 0-148,4-5 0,-4 5 91,4 0 1,-4 5-121,4-5 0,-5 2 1,6-2 0,-6-2 42,5 7 0,-4-7 37,4 2 0,-4 1-2,4-1 1,0 2 21,5-2 0,0-2 2,0 7 0,0-7 147,0 2 1,0-3-87,0-2 1,0 1 43,0-1 0,2 0-77,3 0 1,-2 0 11,6 1 1,-4-1-5,4 0 1,-1-4-2,2-1 0,2 0 21,-2 6-60,3-1 1,1 0-58,0 0 0,0-4-7,0-1 1,1 1-11,-1 4 0,-3-5 95,3 1 1,-3-1 0,8 6 0,-3-3 42,-2-2 0,2 2 11,3-2 1,-2-2-13,7 1 1,4-1 117,6 2 1,5 1-166,-1-7 0,-2 6 20,2-5 1,0 1-155,5-1 1,-7-4 4,-3 4 1,-1-3-101,1-2 0,-1 4 109,6 1 1,-7 0-80,2-5 0,-1 0 93,1 0 0,2 0-12,3 0 1,1 0 24,-6 0 1,7 0-1,-2 0 1,3 0 73,2 0 1,-5 0-19,-1 0 0,1 0 7,5 0 0,4 0-5,1 0 0,1 0 4,-2 0 0,2-2 19,3-3 1,2 4 11,-7-4 1,1-1-8,-6 1 1,1-1-29,0 1 1,-5 2 4,0-7 1,-2 7 13,2-1 1,4-3 0,1 2 0,0-4-29,4 4 1,-1-6-1,1 2 0,4 1 26,6-2 1,-7 2-4,-2-1 0,-1-4 50,-4 4 0,4-4 148,-4-1 1,-2 0-160,2 0 0,-1-1 70,-4 1 1,2-2 15,-3-3 1,-2 4-38,-6-4 0,-2 1 22,-4-1 0,-1 2-29,-3-7 0,-3 7-6,3-2 0,-5 2 89,-4-2 1,2 1 5,-2-6 1,1 6 36,-2-6 1,-2 5-151,-7-5 1,4 0 0,1-4 0,0 0 44,-5-1 0,0-1 8,0-3 0,-2 3-14,-2-3 1,0 3-17,-5 1 0,0-4-52,-6 0 0,-5-2-17,-4 2 0,-4 3-50,-6-3 0,-8 1 106,-10-1 0,-5 2-618,-5-7 1,-4 6 402,28 15 1,0 1 0,0 1-1,0 0-41,-4 0 0,-1 1 0,1 0 0,-1 0 22,-7-1 1,0 2-1,2 1 1,0 1-277,-4 2 1,-1 0 0,3-1 0,-1 1 235,2 1 0,-1 1 1,-1-1-1,1 1-69,-2 3 0,-1 3 0,4-2 1,-1 1 4,0 2 1,0 0 0,3 0 0,1 0-368,3 0 0,1 0 0,-37 2-428,3 2 0,5 4 1042,5 7 0,2 2 0,8 0 0,-1 1 0,0 1 0</inkml:trace>
  <inkml:trace contextRef="#ctx0" brushRef="#br0" timeOffset="13">11901 7250 8580,'0'-14'-985,"-7"6"1124,-1-4 0,-6 8 204,0-5 0,0 6-66,0-2 1,-2 4-42,-3 1 0,1-2-61,-5-3 0,-1 4 13,-4-4 1,-6 3-34,1 2 1,-6-1 14,1-4 1,2 3-37,-2-2 1,0 2-157,-5 2 0,0-2 11,1-2 0,-6 2 78,1-3 0,-7 4-43,2 1 0,-2 0-13,2 0 0,-3 0 1,3 0 0,0 0 26,-5 0 1,8 0 2,-8 0 1,3 0-53,-3 0 1,-4 5-11,-1-1 0,1 3-135,4-3 0,0 3 187,0 2 0,5 4-8,0-4 0,6-1-17,-1 2 0,1-1-25,-2 5 1,-2 5 39,-7 0 1,8 2 5,6-2 0,2-3-80,8 3 1,0 1-15,4-1 1,7 5 15,3-5 1,-1 4 41,1-4 1,-6 7 138,1-3 1,2-1-103,-2 2 0,7-5 35,-2 5 1,1-5-76,-1 4 1,8-5 8,-3 1 0,8 1 80,-4-1 0,7 0 120,-2-5 1,4 1-224,1-1 0,-5 2 70,0 3 0,1-4-121,4 4 0,0-3 77,0-2 0,0 1-9,0-1 1,0 5 15,0 0 1,0 0-8,0-5 0,4 2 36,1 3 0,1-4-31,-1 4 1,1 2 127,4-2 1,3 0-108,-4-5 0,5 5 133,5 0 1,-3 1-147,3-1 1,-2-3 2,2 3 1,-1-3 34,5-2 1,0 0-2,0 1 0,4-6 38,-3 1 1,7-1-8,3 5 0,5-4-29,-1-1 1,3-4-38,2 4 1,6-4-5,3 5 0,-2-7-24,2 2 0,-4 1-2,4-1 0,-1 1 7,1-1 0,-2-4-14,-2 4 0,1-3 17,3-2 1,8 1-10,-3 4 0,3-4-111,-3 4 1,-1-3 123,1-2 1,5 0 105,-1 0 0,1 0-40,-5 0 1,6 0 14,4 0 1,2 0-50,2 0 0,-6 0 2,-4 0 0,-2 0-4,-2 0 0,4 0-8,1 0 0,-5-2-96,-5-3 0,2 4 95,7-4 1,-2 4-70,2 1 1,-8-5 53,-6 0 0,2-1-10,-2 1 1,1 3-14,-6-2 0,3 1 15,2-2 1,-3 2 15,4-7 1,1 5 2,-2-4 1,0 4 95,-4-4 1,-2-1-95,-3-4 1,3 0 95,-3 0 0,3-1-17,2 1 0,-1 0 11,1 0 1,0-5-2,-1 0 1,-4 0 150,0 5 1,-6-5-170,1 0 0,-5-2 19,-4 2 1,-3 2-94,-7-7 0,0 5 67,0-4 1,-1-1-78,-4-5 1,-2 1-13,-7 0 1,0-1-19,0 1 1,0 1 89,0 3 1,-2-3-3,-3 4 0,-3-4 60,-6-2 1,-2 1 189,-3-1 0,-4 1-68,-10 0 0,-4-1-79,-5 1 0,-7-1 167,-3 1 0,1-2-274,-1-3 1,-2 3 89,-7-4 1,7 4-87,-3 2 1,2 4-201,-7 1 0,0 1-210,-9-2 1,3 3-146,-7 7 0,2 0 247,2 0 1,-7 4 125,38 5 1,0 1 0,-1 2-1,0 1-202,0-2 1,1 1 0,-1 1 0,0 0-380,-35 1 1,-4 0-273,4 0 0,8 7 224,11 2 1,2 5-188,7 5 0,-1-3 60,2 3 875,3 3 0,-2-5 0,3 7 0,-6 1 0,-4 2 0</inkml:trace>
  <inkml:trace contextRef="#ctx0" brushRef="#br0" timeOffset="14">11261 5217 8230,'0'-7'2434,"0"0"-1785,-6 1-300,4 4-234,-4-4 129,6 6 0,0 2 53,0 2 0,0 4-245,0 6 1,4 1 99,1-1 0,0 5 31,-5 0 0,5 1-52,-1-1 1,1-1-367,-5 5 0,0-5 145,0 1 0,5 1 199,0-1 0,-1 0-639,-4-5-266,0 1 1,0-1-277,0 0-263,0-6-475,0 5 935,0-12 875,0 5 0,-38-56 0,-9-13 0</inkml:trace>
  <inkml:trace contextRef="#ctx0" brushRef="#br0" timeOffset="15">11119 5317 8077,'0'-14'473,"0"0"161,0-1 0,-5 6-117,0-1 0,0 6 682,5-6-405,0 7-509,0-10 0,7 10-236,2-6 1,4 6 113,1-2 0,5 3-114,0 2 0,6 0-59,-1 0 0,6 0-356,-2 0 1,3 0-242,-13 0 1,1 0-685,-4 0 1,-1 2 392,0 3 898,-6 2 0,-52 33 0,-19 6 0</inkml:trace>
  <inkml:trace contextRef="#ctx0" brushRef="#br0" timeOffset="16">11062 5544 8077,'0'10'-729,"0"-1"2510,0-5-1117,0 2 0,1-1-144,4-1 0,3 1-217,6-5 1,5-2-29,0-2 1,11 1-207,-1-7 0,7 1-207,-3-6 0,0 3-599,-4 2 0,-2-1 482,-4 6 0,3-1-856,-7 1 1,-5 4 323,-5-4 0,-4 4-35,4 1 822,-5 0 0,-23 0 0,-13 0 0</inkml:trace>
  <inkml:trace contextRef="#ctx0" brushRef="#br0" timeOffset="17">11531 5331 8077,'5'-14'0,"0"0"0,-1 0 741,-4-1 1,0 6 322,0-1 427,0 7-669,0-3-319,0 6-244,0 0-357,0 6 1,0 4 314,0 9 1,0-4 66,0 4 1,0 2-169,0-2 1,0 5-242,0-5 0,-1 4-260,-4-4 0,3 0 176,-2-5 1,2 1-433,2-1 296,0 0 286,0 0 116,0 0 0,-2-6 256,-2-3 1,2-5-332,-3-5 1,4-4-90,1-10 0,0-3-120,0-7 1,0-1 45,0-3 1,1-2 88,4-3 1,1-1 110,4 6 0,1 1-20,-6 9 0,6-3-151,-2 7 0,4 5 47,1 5 1,0 5 124,1 0 1,-6 2 14,1 2 1,-1 6-11,5 4 0,-6-2-48,-3 1 1,-4 1 5,-1 4 0,0 0-74,0 0 1,0-4-120,0-1 1,-1 1-46,-4 4 0,-3-4-276,-6-1 1,0-1-140,0 1 1,4 4-3,1-3 672,-1-4 0,-10 0 0,-3-6 0</inkml:trace>
  <inkml:trace contextRef="#ctx0" brushRef="#br0" timeOffset="18">11773 5360 8128,'8'-2'-346,"-4"-3"1,0 2 247,0-6 98,-2 5 1066,4-2 1544,-6 0-2073,0 4 1,2-2-207,2 8 0,-2 4 93,3 6 0,-2-4-237,2-1 0,-2 2-203,6 8 0,-6-3 58,2 3 0,2-3-276,-3-2 170,7 0 1,-4 1-219,2-1 584,4 0-267,-5-6 1,6-2 212,0-6-195,0 0 0,1-6 88,-1-4 1,-2-2-94,-2-2 1,3-2-84,-4-3 1,-3 3-20,-1-3 0,1 3-526,-1 2-368,6 0-910,-9 0-626,4 6 1295,-6 1 1189,0 7 0,-6 19 0,-2 5 0</inkml:trace>
  <inkml:trace contextRef="#ctx0" brushRef="#br0" timeOffset="19">12299 5289 8128,'0'-15'743,"0"1"197,0 0 1,0 4 204,0 1 190,0 6-1373,0-4 50,0 7 0,-5 2 121,0 3 0,1 3 61,4 6 0,0 5-16,0 0 1,-2 1-123,-3-1 1,4-1-369,-4 5 0,3-5 30,2 1 1,7-4-166,2 0 1,-1-6-60,2 1 0,4-7 210,5 2 1,1-4-9,-1-1 1,-1-1 120,5-4 1,-5-3 223,1-6 0,1-2-68,-1-3 1,-2 2 275,-7-7 1,1 6 319,-6 0 324,6 2-890,-10 2 67,6 6 0,-7 3-12,0 10 1,0 3 291,0 6 1,-5 6 332,0 4 0,-1 3-138,1 1 0,4-4 127,-4 0 1,-1-2-309,1 1 1,0 0-273,5-4-661,0-4 1,0 6-106,0-7-329,0-6-525,0-2 1528,0-6 0,13-31 0,2-9 0</inkml:trace>
  <inkml:trace contextRef="#ctx0" brushRef="#br0" timeOffset="20">12654 7236 8057,'0'-8'528,"-6"-4"1,4 8 529,-2-5-214,2 6-233,2-10-306,6 5 1,2-4-68,6 2 0,1-1 15,-1 6 0,2-6-44,3 2 1,-2-4-90,7-1 1,4 1-108,5 4 0,7-8-64,-2 2 1,3-2-65,1 3 1,1-1 61,0 1 1,-1 0-73,1 0 1,-2 0 120,-3-1 0,-3 1-15,-7 0 0,-6 1 34,-3 4-10,-3-4 1,-8 10 376,-3-6-44,-4 5-68,-1-2-90,0 6-189,0 0 41,-6 0-284,4 0 185,-10 0-104,10 0 1,-6-1-2,4-4 184,2 3 42,-4-4 332,6 6-3635,0 0 2134,0 6-258,0-4 1373,0 10 0,-13 22 0,-3 11 0</inkml:trace>
  <inkml:trace contextRef="#ctx0" brushRef="#br0" timeOffset="21">12981 6810 8633,'0'8'918,"0"-2"-636,0-6-215,0 0-76,7 0-135,-6 0 36,12 0 110,-5 0 0,6 0-7,0 0 1,-4 0 24,-1 0 1,-4 0-16,4 0 1,-4 0-23,4 0 1,-4 0 54,5 0-118,-7 0 77,10 0 1,-10 5-9,6-1 5,-6 7 1,8-3-4,-6 7 0,0-6-44,-5 0 0,0 1-64,0 4-129,0 0 0,0 1-104,0-1 88,0 0 0,-2 0-133,-2 0 0,2-4-143,-3-1 1,2-1 537,-2 2 0,10-10 0,-3-8 0</inkml:trace>
  <inkml:trace contextRef="#ctx0" brushRef="#br0" timeOffset="22">13692 6639 8107,'-8'-6'802,"-4"4"0,8-9 84,-5 6-480,6 1 0,-4 2 159,7-3-328,0 4 1,2-6-123,3 7 1,7 0 47,7 0 1,7 0-148,-3 0 0,-1 0-79,2 0 0,0-4 50,4-1 0,-1 0-182,-3 5 1,-2 0-87,-3 0 1,-3 0-689,3 0 83,-4-6-546,0 4 359,-7-4 424,-2 6 0,-8 0 649,-2 0 0,-4 0 0,-7 0 0,-3 2 0,-1 2-91,0-2 0,4 4 91,1-6 0,5 5 393,-1 0 780,7-1-107,-10-4 481,12 7-199,-12-6-902,12 12 1,-6-10-57,7 7 0,0-6-49,0 6 1,0-1-81,0 6 1,0-1-89,0 0 1,0 0 29,0 0 0,0 1-242,0-1 1,0 5-87,0 0 1,0 1-117,0-1 0,0-3-20,0 3 1,0-3-132,0-2 0,0 0 59,0 0 1,0-4-757,0-1 364,0-5-261,0 8 237,0-10 0,2 4 749,3-6 0,15-25 0,10-7 0</inkml:trace>
  <inkml:trace contextRef="#ctx0" brushRef="#br0" timeOffset="23">14446 6682 8581,'0'-14'1324,"0"4"-850,0 1 0,0 4 537,0-5 491,0 7-1018,-7-9 1,-1 10-33,-6-3 0,-2 4-296,-3 1 0,4 1-103,-4 4 0,-2 3 69,2 6 0,-4 0-108,4 1 0,0 3 67,4 1 1,1 2-161,0-2 1,1-3-35,4 3 1,-2-4-10,6 0 0,0-1-43,5 0 0,0 0 57,0 1 1,2-3-123,3-2 1,4 1-55,10-7 0,3 6-257,7-5 1,4-1-228,0-4 0,2 0-493,-2 0 0,-3 0-216,3 0 1477,-3 0 0,17-44 0,6-11 0</inkml:trace>
  <inkml:trace contextRef="#ctx0" brushRef="#br0" timeOffset="24">14588 6710 8084,'0'-14'2030,"0"0"0,0 4-676,0 1 87,0 6-764,0-4-499,0 7 136,0 0 0,5 7-182,-1 2 0,1 8-177,-5 2 1,0 5-78,0-5 1,0 2-61,0-2 0,0-2-140,0 7 0,0-7 146,0 2 1,0-3-105,0-2 735,0 0 692,0 0-476,0-6-289,0-1 1,0-20-417,0-6 0,0-6-468,0-4 0,0-5 180,0-4 1,2 1 170,2-1 1,0 8-138,5 2 1,0 0-65,6 4 0,-1 8-13,0 2 0,0 9 32,1 0 1,-1 4-25,0 1 182,-6 0 229,5 6 0,-12 2-52,4 6 0,-4 0-151,-1 1 1,-1-6-12,-4 1 1,2-1-289,-7 5 1,-1-4-1111,-8-1 1558,-3 1 0,-38-2 0,-8-2 0</inkml:trace>
  <inkml:trace contextRef="#ctx0" brushRef="#br0" timeOffset="25">14830 7421 10713,'0'14'699,"-7"2"-530,-2 3 0,-5 3 639,-5 6 1,-4 12-187,-5 3 0,-7 9-112,-3 0 0,-3-2-551,-1 3 1,4-8 80,0 3 0,8-6 96,1-4 1,6-3-56,4-7 0,8-4-368,-4 0 1,6-7 166,-1 2 1,4-8-755,6-1 24,0-7-365,0 10 1010,0-12 1,6 4-165,4-10 0,3-1-45,1-4 1,0-2 22,0 2 0,5-2-520,0-3 0,5 1 51,-5 0 860,6 0 0,11-15 0,7-7 0,7-3 0,0 1 0</inkml:trace>
  <inkml:trace contextRef="#ctx0" brushRef="#br0" timeOffset="26">14929 7762 8259,'0'-14'229,"0"0"1,0 0 252,0-1 1,0 6 1870,0-1-1335,0 7-153,0-3-421,0 6 0,0 6-133,0 4 0,0 4 5,0 5 1,0 3-104,0 6 0,0-4-128,0 0 1,0-1 33,0 6 0,0-1-206,0 1 0,5-7-401,0-3 0,6 1 314,-2-1 0,1-1-15,4-9 0,-3 2-23,8-6 0,1-2 78,-1-8 0,7-3 93,-3-6 0,-2-6 10,-2-4 1,-3-4 3,-2-6 0,0 3 124,0-7 1,-6 8-18,-3 1 1,-4 3 188,-1 7 1,0 0 150,0 5-301,0 6-268,0 1 0,-1 9 87,-4 3 0,4 3-39,-4 6 0,3 2 101,2 2 0,0-2-24,0 3 1,0 2-141,0-2 0,0 0-217,0-5 1,0 5-22,0 0 1,0 0 106,0-5 1,5 0-575,0 0 1,4-4 16,-4-1 0,6-1 852,-2 2 0,17-23 0,4-11 0</inkml:trace>
  <inkml:trace contextRef="#ctx0" brushRef="#br0" timeOffset="27">15569 7734 8259,'-2'-10'251,"-2"1"0,2 4 1162,-3-4 336,-3 5-564,7-8-68,-12 10-746,12-4 0,-11 12 70,8 4 1,-1 2-219,5 3 0,-2 3-32,-2 1 1,2 5-17,-3-5 0,4 5-124,1-5 1,0 4-149,0-4 1,0 5-12,0-5 0,0 2-122,0-2 1,1-5-737,4 0-1086,-3 0 517,4-6-569,-6 0 741,0-2 526,0-25 0,0 7 427,0-17 0,0-1 410,0-3 0,0-2 0,0 2 0,-5 3 251,1-3 0,-3 8 128,2 1 1,4 7 178,-4-2 1,4 3 2238,1 2-1165,0 6-964,0 1 0,6 7-150,3 0 0,9 2-205,1 3 0,1-2-42,-1 6 0,2 1-85,2 4 0,0 0 0,-5 1 0,-3-1-140,-1 0 0,0 0-401,-4 0 0,-4 5 146,-1 0 1,-4 0-219,-1-5 1,-6 5 174,-4 0 0,-8 5-241,-6-5 1,-8 2-226,-1-2 0,-5-4 253,5 4 1,0-8-110,4-1 1,6-2-740,-1 1 1313,7 4 0,21-24 0,14 1 0</inkml:trace>
  <inkml:trace contextRef="#ctx0" brushRef="#br0" timeOffset="28">15839 7720 8274,'8'-15'3596,"5"1"-2507,-12 6 204,12 2-821,-12 6 1,10 6 12,-6 4 1,0 2-138,-5 3 0,0 3 0,0 1 0,0 7-351,0-3 1,0 0-18,0 0 0,0-4-50,0 5 0,0-5-2,0 5 1,0-7-339,0 2 1,0-8 36,0-2-232,0 1 1059,0-2-202,0-2-427,-6-25 1,4 2 21,-3-16 1,4 1-86,1-1 1,0-4 98,0-5 0,0-1-146,0 1 1,6 4 215,3 0 1,4 8-12,1 1 0,2 7-217,3 8 1,-2 6-18,7 3 0,-2 5 473,2 5 0,1 8 3,-6 6 1,-5 4-22,-4-4 0,-7 5-89,2-5 0,-4 5 109,-1-5 1,-1 1-125,-4-1 0,-4-8 41,-10 3 0,-2-3-220,-3 4 1,-7-3-302,2-2 0,-1 1-825,7-6 0,-4-1 178,3-4 1,4 5 1089,1 0 0,9-13 0,4-8 0</inkml:trace>
  <inkml:trace contextRef="#ctx0" brushRef="#br0" timeOffset="29">6000 9312 8045,'0'-14'5,"0"4"96,0 1 0,0-1 118,0-4 1,0 4 330,0 1 488,-6 6-106,4-10-438,-4 12-264,6-6-18,0 7-513,0 0 332,0 7 0,0 0 78,0 8 1,2-1 35,2 0 0,-2 2-54,3 3 1,-4-2-103,-1 7 0,0-5 17,0 5 0,0-5-32,0 4 0,0-5 69,0 1 0,0 1-213,0-1 1,0 0-77,0-5 12,0 0 1,0 1 143,0-1 1,7-6 152,2-3 0,5-4 122,5-1 1,8 0 18,6 0 0,7 0 17,-2 0 0,1 0-107,-1 0 1,6-5-11,-6 1 1,0-6-13,-9 5 1,-3-4-105,-2 4 1,1-1 33,-6 1 0,0-1-147,-4-4 1,-8 2-197,-2 4 79,3-4 62,-6-6 0,-2 1 88,-10 3 1,-2-2-110,-3 2 0,0-2 74,-4-3 0,3 3-129,-3 2 0,-2-2 230,2 2 0,5 2-201,5-1 510,6 6-99,-4-4 1,9 7 63,3 0 1,9 0-104,9 0 1,0 7 77,0 2 0,-4 4 0,5 1 0,-7 0 66,2 0 0,-3 2-158,-2 3 1,-6-3-98,-3 3 1,1-3-137,-1-2 1,0 0 24,-5 0 1,-7 1-280,-2-1 0,-4 0-149,-1 0 1,0 1-346,0-1 0,-5-5-652,0 1 1502,6-1 0,13-14 0,8-4 0</inkml:trace>
  <inkml:trace contextRef="#ctx0" brushRef="#br0" timeOffset="30">6996 9525 8408,'0'-9'892,"0"-1"-892,0 7 382,0-3 113,0 6 1,0 6 128,0 3 1,-5 4-326,0 1 1,0 0-297,5 1 0,0 0 102,0 4 1,-4-3-191,-1 3 1,0-3 131,5-2 0,0 0-135,0 1 0,0-1-133,0 0-688,-6-6 637,4 5 0,-9-13 1,6 0 1,-6-8-191,2-11 0,1-5 151,-1-9 0,5-3 14,0-7 0,2-5 168,2 1 0,2-2 132,2 2 1,6 4-100,9 0 0,8 9 105,6 10 0,5 0 529,-5 10 0,0 3-263,-4 11 0,-3 8 155,-2 6 1,-5 0-147,-9 5 1,-4 3-107,-6 2 1,-2-2-81,-2 2 1,-4-7-171,-7 2 1,0 2-66,-4-2 1,-3 0 38,-7-5 0,1 0-621,-1 0 1,1-4 717,-1-1 0,-18-12 0,-5 2 0</inkml:trace>
  <inkml:trace contextRef="#ctx0" brushRef="#br0" timeOffset="31">7323 9440 8110,'0'-8'1223,"-7"1"0,-1 7-821,-6 0 0,0 2-111,0 3 1,-1 1 108,1 4 0,2 4-255,2 0 0,-2 0-213,2 5 1,2-3 61,-1-2 1,5 0-204,0 1 0,2 4-33,2 0 0,6-5 37,4-5 0,7-1-27,2 2 1,8-4 58,2-6 0,-6 0 79,6 0 1,-4-2 67,3-2 1,-1-4 32,-3-6 1,-3-7 65,-7-3 1,-6-1-99,-4 1 0,-2-3 47,-2 4 0,-8 2 45,-6 2 0,-7 3 158,-7 2 0,-1 6-115,1 4 0,0 2 159,-1 2 1,5 6-125,1 4 0,7 2-22,2 3 0,1-1-181,8 0 0,1 0 110,4 1 1,8-1-168,6 0 0,2-1-162,7-4 1,1-1-244,4-3 1,2-4 107,4 4 0,-4-5-165,3-5 0,-3 2 225,-2-6 1,-4-6 127,0-3 0,-7-1 479,2 4 0,-8 1-222,-2 0 0,-5 4 786,0 1-482,-2 6 0,-4-4 264,-2 7 1,0 2-52,-5 3 1,6 3 247,-2 6 1,2 2-343,-2 3 0,4-4-59,-4 4 0,5-1-236,5 1 1,-2-3-136,6 3 0,-1-4-469,2 0 0,1-6-70,-7 0 195,7-5 0,-7 7 79,5-7 1,-6 0-105,2-9 0,-3-3 38,-2-6 0,0-5 61,0 0 0,0-5 316,0 5 1,4-5-77,1 6 1,1-1 100,-1 4 1,-2 1 104,7 0 0,-1 1 20,5 4 1,1 2-206,-1 7 0,0 0-180,0 0 1,5 2-274,0 3 0,0 3 436,-5 6 0,7 25 0,1 7 0</inkml:trace>
  <inkml:trace contextRef="#ctx0" brushRef="#br0" timeOffset="32">8033 9340 8110,'0'-14'225,"0"0"1,0 4 303,0 1 1,0 4 127,0-4-446,0 5 0,0 0 647,0 8 0,0 6-352,0 9 0,0 3-249,0 6 0,0 1-45,0-1 1,0 1-31,0-1 0,0 5 3,0 0 0,0-1-77,0-8 1,0 3-516,0-4 0,-4-2 242,-1-2 0,0-3-1061,5-2 0,-1-2-74,-4-2 152,3-4 1,-6-7 27,4-4 1120,-4-9 0,-5-24 0,-1-10 0,-1-5 0,0-1 0</inkml:trace>
  <inkml:trace contextRef="#ctx0" brushRef="#br0" timeOffset="33">7906 9454 8113,'-8'-10'783,"3"1"0,2 6 1,-2-2-323,3 3 0,7 2-118,9 0 1,10 5-76,0 0 1,7 4-133,3-4 1,-1 5-123,-5-6 0,1 6-2168,-1-5 2154,-6 6 0,-1-10 0,-7 6 0</inkml:trace>
  <inkml:trace contextRef="#ctx0" brushRef="#br0" timeOffset="34">8716 9255 8121,'-5'-10'266,"0"1"126,1 6 1,2-8 51,-3 6-88,4 0 1165,-6 5-388,7 0-647,0 0 1,0 8-120,0 6 1,0 2-31,0 8 0,0-5-141,0 4 1,0 1-18,0 5 1,-4-1-58,-1 0 1,-4 1-203,4-1 0,-5 1-477,6-1 1,-6-1 365,5-3 1,-4-2-358,4-3 0,-1-8-121,1 3-2035,3-9 1371,-4 1 1333,6-12 0,20-39 0,11-19 0,0-6 0,1-1 0</inkml:trace>
  <inkml:trace contextRef="#ctx0" brushRef="#br0" timeOffset="35">8872 9241 8159,'10'-10'2088,"-1"1"-1201,-6 6-644,10-4 0,-11 9 403,2 3 0,-2 7-57,-2 7 0,0 5 1,0-5 1,0 6-273,0-1 1,0 4-87,0 5 0,0-3-120,0 4 0,0-4-196,0-2 0,0-4-35,0-1 0,0-4-394,0 5 1,-2-8-700,-2-2-274,2 0 1,-6-7-944,3 2 2429,4-3 0,-43-56 0,-4-13 0</inkml:trace>
  <inkml:trace contextRef="#ctx0" brushRef="#br0" timeOffset="36">8602 9369 8159,'-6'-15'2358,"4"8"-1774,-4 0 1,12 2 215,4 1 0,9-1-797,4 5 0,6 0-286,4 0 1,8 0-376,6 0 0,-1 0 371,-8 0 0,2 0-141,-7 0 0,-2-5-722,-7 0-812,-3 1 1962,-13 4 0,-84 19 0,24-7 0,1-1 0</inkml:trace>
  <inkml:trace contextRef="#ctx0" brushRef="#br0" timeOffset="37">8602 9454 8159,'-14'14'385,"0"0"0,6-4 50,3-1 1,4-4 135,1 5 0,3-6-96,6 6 0,9-7 114,15 2 1,5-4-261,9-1 1,0 0-117,10 0 1,-5-1-1010,5-4 0,-6 2-49,-9-7 1,-5 6-1579,-4-6 2423,-16 7 0,-55-10 0,-25 5 0</inkml:trace>
  <inkml:trace contextRef="#ctx0" brushRef="#br0" timeOffset="38">10081 9042 8218,'-7'-15'447,"0"3"165,-8 2 0,6 4-121,-1 6 0,-1-5-18,-8 1 1,2 0 112,-7 9 1,5 3-127,-4 6 0,-1 5-207,-4 0 1,-1 11-54,1-1 0,4 8-65,0 1 0,7 5 93,-2 4 1,5-2-1,4 2 1,4 2-68,6-2 1,0 6-220,0-6 1,8-4-135,6-6 0,2-5-10,8 1 0,-1-3-33,6-1 1,-2-7-67,-4-3 0,4-5-238,-3-5 0,1 4-22,-1-3 0,-4-4-276,-5-1 1,-6-4 241,0-1 0,-5-1-520,0-4 1115,-2-3 0,-2-30 0,0-14 0,0-3 0,0 1 0</inkml:trace>
  <inkml:trace contextRef="#ctx0" brushRef="#br0" timeOffset="39">10209 9326 8218,'0'-24'400,"0"1"0,0-1-50,0 10 1,0 4 1250,0 1-1090,0 6 1,0-2-40,0 10 1,0 2-35,0 8 1,0 5 96,0 4 0,0 1-149,0-1 1,0 3-204,0-4 0,0 4-176,0 2 1,0-7 44,0-3 0,0 1-142,0-1 0,0 0-50,0-5 0,0 1-410,0-1 1,-2-5 25,-3 1 257,4-7 1,-7-3-329,3-9 1,2-12 131,-6-7 0,5-2-13,0-8 1,1-7 158,-2-7 0,3-5 89,-3-4 1,9 7 179,0-3 1,9 15 283,1-1 0,2 14-15,8 1 1,-5 15 266,4 4 1,0 7-123,0 7 0,-2 3-125,-7 6 1,-6 5 26,-3 0 0,-4 5-158,-1-5 1,-6 6-105,-4-1 1,-2-4-180,-2-1 1,-5 2-459,0-2 0,-2 0 428,2-5 0,3 0-92,-3 0 295,10 1 0,3-8 0,6 0 0</inkml:trace>
  <inkml:trace contextRef="#ctx0" brushRef="#br0" timeOffset="40">10550 9269 8214,'-22'-14'0,"6"1"271,7 4 1,4 2 1197,-5 7-709,7 0-553,-9 0 1,10 2 59,-3 3 1,4 3-44,1 6 1,4 0-95,1 0 0,1 1 25,-1-1 0,-3-5-170,3 1 1,-2-2-30,1 1-212,-2 4 0,4-10 134,-6 6 168,0-5-595,0 2 377,-6-12 1,4-2 77,-2-7 0,2-4 77,2 0 0,0 1 28,0 3 1,0 0 41,0-4 1,6 3 137,4-3 0,3 8-46,1 1 0,0 2 170,0-1 1,2 3 20,3 6 0,-3 0-166,3 0 1,-5 6-57,-5 3 1,2 4 38,-6 1 1,0 5-41,-5 0 1,-2 6-29,-2-1 1,-4 3-4,-6 1 0,-2-1-56,-3-3 1,1 3-144,-5-4 1,4 0 16,-5 0 1,7-5 8,-2 1 0,8-5-5,1-5 57,7 4 1,-2-11-21,10 2 0,9-2 89,10-2 0,3 0 27,1 0 1,5-5-130,1 0 0,3-6-140,-3 2 0,0 1-778,0-2 0,-6 6 222,0-6 0,-1 7-643,-8-2 1411,-6-3 0,-13-18 0,-8-12 0</inkml:trace>
  <inkml:trace contextRef="#ctx0" brushRef="#br0" timeOffset="41">10948 9397 8497,'6'-14'711,"-2"4"-111,5 1 647,-6-1-226,4-4 224,-7 6-753,0 2 0,0 8 150,0 2 0,0 4-179,0 6 1,-5 2-278,0 3 0,-4-1-210,4 5 1,0-1 173,5 2 1,-5 3-93,1-3 0,-1 1-4,5-1 0,0 1-363,0-6 1,0 0-283,0-5 0,0 0-54,0 0 946,0 1-299,-6-8 1,4-3-234,-3-14 1,4-1 118,1-13 0,0-6 14,0-7 0,0-6-34,0-5 1,0 4-204,0-3 0,6 4 208,3 5 1,4 4 3,1 5 0,2 7 294,3 3 0,3 10-26,7 4 0,-6 5 128,1 5 0,-7 4-167,2 10 1,-4-2-28,-6 7 0,-3-5 45,-6 5 1,0-5-24,0 4 1,-6-5-111,-3 1 1,-4-4-229,-1 0 0,-7-1-939,-3 0 1,-1-4 107,2-1 1068,-4-6 0,-14-3 0,-12-8 0</inkml:trace>
  <inkml:trace contextRef="#ctx0" brushRef="#br0" timeOffset="42">11901 9511 8199,'0'-14'0,"0"-1"816,0 1 0,-7 1-162,-2 4 0,1 3-29,-1 6 1,-1 0-141,-4 0 0,0 0 67,-1 0 0,-4 6-232,0 3 1,-4 6-93,4 4 0,0-4-112,5 4 0,-1 2 118,1-2 0,2 5-460,2-5 0,4 0-145,6-5 0,0 0-435,0 0 1,3-1 288,6-4 1,2 2-258,13-6 1,0 0 366,4-5 0,-1 0 140,-3 0 1,1-5 61,-6 0 0,0-4 311,-5 4 1,0-4 158,1 4 1,-3-1 63,-2 1 1,-2 3 957,-4-2-444,-2 2 333,4 2-270,-6 0-291,0 6-530,0 2 0,7 6 148,2 1 1,4-6-590,1 1 0,5-6-2,0 6 0,1-7-188,-1 2 0,2-4 302,3-1 1,-2 0-44,-3 0 1,-5-6 122,0-4 0,0-2 259,-4-2 1,-4-1-22,-1 1 0,-10-5-94,-4 0 0,-6 0-110,-3 5 1,-1 0 127,-10 0 1,4 4 3,-8 1 1,3 6 29,1-2 1,6 3 84,-1 2 0,6 5-100,-1 0 0,4 6 91,0-2 0,8-1-277,2 2 1,5-2 52,5 1 1,4 4-61,10-4 0,3-3 33,7-1 1,-1-3-214,0-2 1,6 0 153,-1 0 0,-2-2 55,-7-3 1,3 2 71,-3-6 0,-4 6 324,-1-2 1,-3-1 264,-2 1 0,-4 0 38,-1 5 222,-6 0-323,4 6 1,-7 2 74,0 7 1,0-1-235,0 0 1,0 2-57,0 3 1,0-4-180,0 4 1,-5-7-689,0-3-1025,0 0 833,5 6-15,0-1 289,0-6 326,0-2 0,0-7 4,0-4 0,0-3 215,0-6 1,5-1-40,0 1 0,6 0 255,-2 0 1,4 0 209,1-1 0,0 1-175,1 0 0,-1 0 28,0 0 0,5 6-50,0 3 0,2-1 69,-3 1 0,-2 0-80,3 5 1,0 2-65,-5 2 1,4 0-63,-9 5 0,4 1-194,1 4 0,-6-5-364,-3 1 0,1-1 14,-1 5-623,6 1 692,-10-1 0,7-2-448,-3-2 522,-3-4 0,6-6 52,-4 0 1,-1 0 254,7 0 0,-5-6-145,4-4 0,-6-2 304,2-2 1,1-1 128,-1 1 0,0 5 257,-5-1 1,0 5 38,0-4 261,6 0-289,-4 1 189,4 1-178,-6 7 0,0 2-151,0 3 0,0-2 155,0 6-443,0 1 0,0 4-197,0 0 1,-5 0 31,1 1 0,-1-6-267,5 1 0,0-6 35,0 6 119,0-7 0,-2 8-102,-2-6-114,2-1 41,-4-4 1,6-1 121,0-4 0,0-3-40,0-6 0,0-2 177,0-3 1,0 3 15,0-2 1,4 2 5,1 2 1,6-1-19,-1 1 0,2 5 95,3-1 0,-1 7 286,0-2 0,5 4 202,0 1 0,5 1-204,-5 4 1,1 3-58,-1 6 1,-8 0-186,3 1 0,-3-3-206,4-2 1,-8 2 71,-2-2-283,3 2-259,-6 3-663,4-8 450,-6 6 523,0-11 0,6 2 132,4-8 0,-2 1 31,1-7 1,1 1 231,4-6 1,0 3-115,0 2 0,-1-2 77,-4 2 1,4-1 400,-3 2 1,-3-4-202,3 4 0,-7 1 391,2-2-158,-4 1-459,-1-6 0,0 6 94,0-1-258,-6 7 1,-2-3 173,-6 6 0,0 2-32,0 2 0,-1 3 56,1 2 1,5 4-14,-1-4 1,7 4 126,-2 1 1,-1 0-76,1 1 1,0-6-12,5 0 0,7 1-137,2 4 0,5-4-209,5-1 1,-1-1 79,5 1 1,1-2-213,5-7 1,-1 0 242,1 0 0,4 0-55,0 0 1,-5-7-127,-4-2 0,-2-4 118,2-1 0,-4 0 219,-5 0 0,-1 0-14,0-1 266,0 1-183,0 0 0,-1 4 420,-3 1-383,-4 6 1,-5-2 76,4 10 320,-3-4-306,10 12 1,-8-5-129,5 6-101,-6-6-402,10 5 331,-12-12 0,6 7-320,-7-3 287,0-4-2,0 6 15,0-7 0,-7 0 28,-2 0 1,1 0 268,-1 0 1,-1 0 44,-4 0 0,1 1 364,4 4-255,-4-3-56,5 10-161,0-4-47,2 6 1,12-4-100,4-1 0,2-6-74,3 2 0,5-3-169,4-2 0,0 0 54,4 0 1,-7-2-97,7-3 1,-3-2 116,4-8 0,-2 0-91,-4-4 0,-2 1 99,-7-5 1,0-1 69,0-5 0,-1-1 16,-3-3 0,-4 3 106,-6-3 0,0 9 235,0 5 1,-2 4-123,-2 0 1,0 8 134,-5 2 1,4 5 65,-4 5 0,6 9 205,-2 9 1,-2 4 296,3 2 0,-1-1-242,5 1 0,0-1-92,0 0 0,0-1-279,0-3 0,0 1-138,0-6 0,5 5-148,-1-5 0,3-5-306,-2-4 1,-4-6-624,4 6-1348,3-7 1161,-7 3 0,6-7 306,-7-4 0,0-3 84,0-6 0,-7 0 297,-2-1 1,-4-4 17,-1 0 1,0-4 387,0 4 1,-1 0 195,1 5 1,1-1 131,4 1 0,-2 5 1096,6-1-906,0 7 1,9-8 463,5 6 0,2 1-188,13 4 1,1 0-200,8 0 0,-3 0-350,4 0 0,0 0-190,-1 0 0,1 0-227,-6 0 0,-6 0 92,-3 0 0,-3 0-156,-2 0 1,-4 0-126,-1 0 167,-6 6 637,4-5 0,-9 7 28,-3-3-25,4 3 1,-10 6 36,6 0 0,0 1 62,5-1 1,0 0 288,0 0-470,0 1 1,0-1-100,0 0-320,6 0 1,2-1-325,7-4 0,-1-2 249,0-7 0,0 0-54,0 0 0,1 0 17,-1 0 0,0-7-98,0-2 0,1-4 145,-1-1 0,0 4 208,0 1 1,-1 0-22,-4-6 0,4 6 235,-4-1 0,-2 6 448,-3-6-322,4 7-22,-6-3-108,11 6 0,-10 0 166,6 0 0,-4 1-168,4 4 1,-4-3 60,5 2-275,-1 4 1,5-6-263,1 3 0,-1 1-561,0-1 619,0-1 0,0-4-135,1 0 200,-7-6 0,3-2-100,-7-6 152,1 0 0,-5-1 172,0 1 1,0 0-53,0 0 0,0 4 282,0 1-467,0 6 352,0-4 46,6 7 1,-4 2-170,3 3 1,1-2-34,-1 6 0,1 1-56,-1 4 1,1 0-7,4 0 1,2-4-200,-2-1 1,7-1 73,2 2 0,2 1-10,-2-6 0,1-1 124,4-4 0,3 0-72,-4 0 0,4-6 33,2-3 1,-6-4 9,1-1 1,-2-2 38,2-3 1,-5 3 151,-10-3 1,2-3-83,-6-2 0,0 2 5,-5-1 1,-2 5 21,-2-1 1,0 3-18,-5 2 0,4 6 255,-4 4-268,6 2 13,-10 2 45,11 0 1,-4 6-5,6 4 1,0 2 96,0 3 0,0 4 244,0 0 0,0-1-174,0-3 0,0-1-92,0 0 1,0 0-399,0 1 1,0-1-85,0 0 1,0-5-546,0 1 606,0-1 1,0 1-388,0-1 432,0-5 1,2 2 270,2-6 0,-2-2-214,3-2 0,1-4 30,-1-7 1,6 1 45,-2 0 0,4-5 53,1 0 0,0 0 103,1 5 1,3 1-77,1 4 0,5-4 91,-5 4 0,5 2 103,-5 3 1,6-3-62,-1 3 1,3-1-99,1 5 1,0 0 25,1 0 1,-1-5-333,1 0 1,-7 1 40,-3 4 0,1-5 134,-1 0 0,-1-1 7,-9 1-57,-3 4 110,-6-12 259,0 11 0,-1-4-142,-4 6 1,-1 6-77,-4 4 1,-1-2 156,7 1 0,-6 1-9,5 4 1,1-5 45,4 1 1,0-1-120,0 5 0,6-4 6,3-1 0,4-4-105,1 5 1,5-7 83,0 2 1,5-4-153,-5-1 0,0-1 72,-5-4 0,0 2-27,0-7 1,1-4 12,-1-5 1,-5-2-133,1 3 0,-5 2 120,4-3 0,-6 3-53,2 2 52,-3 0 18,4-1 0,0 9 213,4 6 1,1 8 99,-7 11 0,6 3 260,-5 6 0,4 6-32,-4-1 0,1 5 212,-1-5 0,-3 5-322,2-5 0,-2 5-173,-2-5 1,0 0-38,0-4 0,0-7-417,0-3 1,-5-4-150,0 0 1,-4-6-87,4 1 0,-6-7-471,2 2 1,-4-5 156,-1-5 1,0-3-425,-1-6 0,0-2 379,-4-3 1,3-3-206,-3-7 1,-2-5 1013,2-4 0,12-10 0,4-14 0,1-2 0,0-6 0,-1 1 0,1-1 0</inkml:trace>
  <inkml:trace contextRef="#ctx0" brushRef="#br0" timeOffset="43">15754 9113 8331,'20'6'0,"-4"2"0,3 6 0,-3 0 748,-2 1 1,0 5 58,0 4 1,-4 3 163,-1 1 1,-4 1-166,5-1 1,-6 2 128,6 3 1,-7-3-527,2 3 0,-5-3-346,-5-1 1,-4-1-50,-10 1 1,-5-2-343,-9-4 0,-4 2-101,-5-6 0,-3 5-313,-2-5 0,-3 0-2052,-7-5 2529,0 0 1,14-6 0,-3-1 0,-2 0 0,0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8D8F9A-F5CB-4EF8-A859-ED5E107B9763}" type="datetimeFigureOut">
              <a:rPr lang="en-US" smtClean="0"/>
              <a:t>6/1/2026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B9A9E5-4F7F-4A7D-9DE1-899232329269}" type="slidenum">
              <a:rPr lang="en-US" smtClean="0"/>
              <a:t>‹#›</a:t>
            </a:fld>
            <a:endParaRPr lang="en-US"/>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a:solidFill>
                  <a:schemeClr val="tx1"/>
                </a:solidFill>
                <a:effectLst/>
                <a:latin typeface="+mn-lt"/>
                <a:ea typeface="+mn-ea"/>
                <a:cs typeface="+mn-cs"/>
              </a:rPr>
              <a:t>Today I'll talk about our work rethinking how we design speed tests. Speed tests are everywhere — billions are run every year by consumers, operators, regulators, researchers. But despite all that usage, the tools haven't kept up with what stakeholders actually need. I'll argue we should move beyond one-shot bandwidth numbers toward lightweight, diagnostic, longitudinal measurement. </a:t>
            </a:r>
            <a:endParaRPr lang="en-US"/>
          </a:p>
        </p:txBody>
      </p:sp>
      <p:sp>
        <p:nvSpPr>
          <p:cNvPr id="4" name="Slide Number Placeholder 3"/>
          <p:cNvSpPr>
            <a:spLocks noGrp="1"/>
          </p:cNvSpPr>
          <p:nvPr>
            <p:ph type="sldNum" sz="quarter" idx="5"/>
          </p:nvPr>
        </p:nvSpPr>
        <p:spPr/>
        <p:txBody>
          <a:bodyPr/>
          <a:lstStyle/>
          <a:p>
            <a:fld id="{D4B9A9E5-4F7F-4A7D-9DE1-899232329269}" type="slidenum">
              <a:rPr lang="en-US" smtClean="0"/>
              <a:t>1</a:t>
            </a:fld>
            <a:endParaRPr lang="en-US"/>
          </a:p>
        </p:txBody>
      </p:sp>
    </p:spTree>
    <p:extLst>
      <p:ext uri="{BB962C8B-B14F-4D97-AF65-F5344CB8AC3E}">
        <p14:creationId xmlns:p14="http://schemas.microsoft.com/office/powerpoint/2010/main" val="244621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4B9A9E5-4F7F-4A7D-9DE1-899232329269}" type="slidenum">
              <a:rPr lang="en-US" smtClean="0"/>
              <a:t>2</a:t>
            </a:fld>
            <a:endParaRPr lang="en-US"/>
          </a:p>
        </p:txBody>
      </p:sp>
    </p:spTree>
    <p:extLst>
      <p:ext uri="{BB962C8B-B14F-4D97-AF65-F5344CB8AC3E}">
        <p14:creationId xmlns:p14="http://schemas.microsoft.com/office/powerpoint/2010/main" val="14180143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4B9A9E5-4F7F-4A7D-9DE1-899232329269}" type="slidenum">
              <a:rPr lang="en-US" smtClean="0"/>
              <a:t>3</a:t>
            </a:fld>
            <a:endParaRPr lang="en-US"/>
          </a:p>
        </p:txBody>
      </p:sp>
    </p:spTree>
    <p:extLst>
      <p:ext uri="{BB962C8B-B14F-4D97-AF65-F5344CB8AC3E}">
        <p14:creationId xmlns:p14="http://schemas.microsoft.com/office/powerpoint/2010/main" val="20292394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0943B-B6A0-1532-B573-38A30E4912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DCD941-981F-257E-D2E3-EBC0B38E70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6A1933-72A1-8C49-A548-3F145745988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E1F455E-549C-1215-6337-A0CA760FF482}"/>
              </a:ext>
            </a:extLst>
          </p:cNvPr>
          <p:cNvSpPr>
            <a:spLocks noGrp="1"/>
          </p:cNvSpPr>
          <p:nvPr>
            <p:ph type="sldNum" sz="quarter" idx="5"/>
          </p:nvPr>
        </p:nvSpPr>
        <p:spPr/>
        <p:txBody>
          <a:bodyPr/>
          <a:lstStyle/>
          <a:p>
            <a:fld id="{D4B9A9E5-4F7F-4A7D-9DE1-899232329269}" type="slidenum">
              <a:rPr lang="en-US" smtClean="0"/>
              <a:t>4</a:t>
            </a:fld>
            <a:endParaRPr lang="en-US"/>
          </a:p>
        </p:txBody>
      </p:sp>
    </p:spTree>
    <p:extLst>
      <p:ext uri="{BB962C8B-B14F-4D97-AF65-F5344CB8AC3E}">
        <p14:creationId xmlns:p14="http://schemas.microsoft.com/office/powerpoint/2010/main" val="11363690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sz="1400" b="1"/>
              <a:t>Analogy: architecture of a house</a:t>
            </a:r>
          </a:p>
          <a:p>
            <a:pPr marL="285750" indent="-285750">
              <a:buFont typeface="Arial"/>
              <a:buChar char="•"/>
            </a:pPr>
            <a:r>
              <a:rPr lang="en-US" sz="1200"/>
              <a:t>Specifies functional components (rooms, layout)</a:t>
            </a:r>
          </a:p>
          <a:p>
            <a:pPr marL="285750" indent="-285750">
              <a:buFont typeface="Arial"/>
              <a:buChar char="•"/>
            </a:pPr>
            <a:r>
              <a:rPr lang="en-US" sz="1200"/>
              <a:t>Specifies interfaces (doors, connections)</a:t>
            </a:r>
          </a:p>
          <a:p>
            <a:pPr marL="285750" indent="-285750">
              <a:buFont typeface="Arial"/>
              <a:buChar char="•"/>
            </a:pPr>
            <a:r>
              <a:rPr lang="en-US" sz="1200"/>
              <a:t>Does </a:t>
            </a:r>
            <a:r>
              <a:rPr lang="en-US" sz="1200" i="1"/>
              <a:t>not</a:t>
            </a:r>
            <a:r>
              <a:rPr lang="en-US" sz="1200"/>
              <a:t> specify materials or finishes</a:t>
            </a:r>
          </a:p>
          <a:p>
            <a:endParaRPr lang="en-US"/>
          </a:p>
        </p:txBody>
      </p:sp>
      <p:sp>
        <p:nvSpPr>
          <p:cNvPr id="4" name="Slide Number Placeholder 3"/>
          <p:cNvSpPr>
            <a:spLocks noGrp="1"/>
          </p:cNvSpPr>
          <p:nvPr>
            <p:ph type="sldNum" sz="quarter" idx="5"/>
          </p:nvPr>
        </p:nvSpPr>
        <p:spPr/>
        <p:txBody>
          <a:bodyPr/>
          <a:lstStyle/>
          <a:p>
            <a:fld id="{D4B9A9E5-4F7F-4A7D-9DE1-899232329269}" type="slidenum">
              <a:rPr lang="en-US" smtClean="0"/>
              <a:t>5</a:t>
            </a:fld>
            <a:endParaRPr lang="en-US"/>
          </a:p>
        </p:txBody>
      </p:sp>
    </p:spTree>
    <p:extLst>
      <p:ext uri="{BB962C8B-B14F-4D97-AF65-F5344CB8AC3E}">
        <p14:creationId xmlns:p14="http://schemas.microsoft.com/office/powerpoint/2010/main" val="31944222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568FB-4B08-A129-0C79-7EAD852999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D66A76-0BA9-A6ED-92EF-B95331CE78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76065B-782D-FE40-3A77-D0168C24039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DEFAF64-4A72-BCCF-103C-637B01B5091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081907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34964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475400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097017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912107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092042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347783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D91EEAC-CFEF-9647-876F-EABC6B8338D7}" type="slidenum">
              <a:rPr lang="en-US" smtClean="0"/>
              <a:t>15</a:t>
            </a:fld>
            <a:endParaRPr lang="en-US"/>
          </a:p>
        </p:txBody>
      </p:sp>
    </p:spTree>
    <p:extLst>
      <p:ext uri="{BB962C8B-B14F-4D97-AF65-F5344CB8AC3E}">
        <p14:creationId xmlns:p14="http://schemas.microsoft.com/office/powerpoint/2010/main" val="7851228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D91EEAC-CFEF-9647-876F-EABC6B8338D7}" type="slidenum">
              <a:rPr lang="en-US" smtClean="0"/>
              <a:t>17</a:t>
            </a:fld>
            <a:endParaRPr lang="en-US"/>
          </a:p>
        </p:txBody>
      </p:sp>
    </p:spTree>
    <p:extLst>
      <p:ext uri="{BB962C8B-B14F-4D97-AF65-F5344CB8AC3E}">
        <p14:creationId xmlns:p14="http://schemas.microsoft.com/office/powerpoint/2010/main" val="11733685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4B9A9E5-4F7F-4A7D-9DE1-899232329269}" type="slidenum">
              <a:rPr lang="en-US" smtClean="0"/>
              <a:t>18</a:t>
            </a:fld>
            <a:endParaRPr lang="en-US"/>
          </a:p>
        </p:txBody>
      </p:sp>
    </p:spTree>
    <p:extLst>
      <p:ext uri="{BB962C8B-B14F-4D97-AF65-F5344CB8AC3E}">
        <p14:creationId xmlns:p14="http://schemas.microsoft.com/office/powerpoint/2010/main" val="24105737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52425" marR="0" lvl="0" indent="-295275" algn="l" defTabSz="914400" rtl="0" eaLnBrk="1" fontAlgn="auto" latinLnBrk="0" hangingPunct="1">
              <a:lnSpc>
                <a:spcPct val="90000"/>
              </a:lnSpc>
              <a:spcBef>
                <a:spcPts val="600"/>
              </a:spcBef>
              <a:spcAft>
                <a:spcPts val="0"/>
              </a:spcAft>
              <a:buClr>
                <a:srgbClr val="0000A3"/>
              </a:buClr>
              <a:buSzTx/>
              <a:buFont typeface="Wingdings" charset="0"/>
              <a:buNone/>
              <a:tabLst/>
              <a:defRPr/>
            </a:pPr>
            <a:r>
              <a:rPr kumimoji="0" lang="en-US" sz="1400" b="0" i="1" u="none" strike="noStrike" kern="1200" cap="none" spc="0" normalizeH="0" baseline="0" noProof="0" err="1">
                <a:ln>
                  <a:noFill/>
                </a:ln>
                <a:solidFill>
                  <a:srgbClr val="CC0000"/>
                </a:solidFill>
                <a:effectLst/>
                <a:uLnTx/>
                <a:uFillTx/>
                <a:latin typeface="+mn-lt"/>
                <a:ea typeface="+mn-ea"/>
                <a:cs typeface="+mn-cs"/>
              </a:rPr>
              <a:t>d</a:t>
            </a:r>
            <a:r>
              <a:rPr kumimoji="0" lang="en-US" sz="1400" b="0" i="0" u="none" strike="noStrike" kern="1200" cap="none" spc="0" normalizeH="0" baseline="-25000" noProof="0" err="1">
                <a:ln>
                  <a:noFill/>
                </a:ln>
                <a:solidFill>
                  <a:srgbClr val="CC0000"/>
                </a:solidFill>
                <a:effectLst/>
                <a:uLnTx/>
                <a:uFillTx/>
                <a:latin typeface="+mn-lt"/>
                <a:ea typeface="+mn-ea"/>
                <a:cs typeface="+mn-cs"/>
              </a:rPr>
              <a:t>proc</a:t>
            </a:r>
            <a:r>
              <a:rPr kumimoji="0" lang="en-US" sz="1400" b="0" i="0" u="none" strike="noStrike" kern="1200" cap="none" spc="0" normalizeH="0" baseline="0" noProof="0">
                <a:ln>
                  <a:noFill/>
                </a:ln>
                <a:solidFill>
                  <a:srgbClr val="CC0000"/>
                </a:solidFill>
                <a:effectLst/>
                <a:uLnTx/>
                <a:uFillTx/>
                <a:latin typeface="+mn-lt"/>
                <a:ea typeface="+mn-ea"/>
                <a:cs typeface="+mn-cs"/>
              </a:rPr>
              <a:t>: nodal processing</a:t>
            </a:r>
            <a:r>
              <a:rPr kumimoji="0" lang="en-US" sz="1400" b="0" i="0" u="none" strike="noStrike" kern="1200" cap="none" spc="0" normalizeH="0" baseline="0" noProof="0">
                <a:ln>
                  <a:noFill/>
                </a:ln>
                <a:solidFill>
                  <a:prstClr val="black"/>
                </a:solidFill>
                <a:effectLst/>
                <a:uLnTx/>
                <a:uFillTx/>
                <a:latin typeface="+mn-lt"/>
                <a:ea typeface="+mn-ea"/>
                <a:cs typeface="+mn-cs"/>
              </a:rPr>
              <a:t> </a:t>
            </a:r>
          </a:p>
          <a:p>
            <a:pPr marL="349250" marR="0" lvl="0" indent="-233363" algn="l" defTabSz="914400" rtl="0" eaLnBrk="1" fontAlgn="auto" latinLnBrk="0" hangingPunct="1">
              <a:lnSpc>
                <a:spcPct val="90000"/>
              </a:lnSpc>
              <a:spcBef>
                <a:spcPts val="600"/>
              </a:spcBef>
              <a:spcAft>
                <a:spcPts val="0"/>
              </a:spcAft>
              <a:buClr>
                <a:srgbClr val="0000A3"/>
              </a:buClr>
              <a:buSzTx/>
              <a:buFont typeface="Wingdings" charset="0"/>
              <a:buChar char="§"/>
              <a:tabLst/>
              <a:defRPr/>
            </a:pPr>
            <a:r>
              <a:rPr kumimoji="0" lang="en-US" sz="1200" b="0" i="0" u="none" strike="noStrike" kern="1200" cap="none" spc="0" normalizeH="0" baseline="0" noProof="0">
                <a:ln>
                  <a:noFill/>
                </a:ln>
                <a:solidFill>
                  <a:prstClr val="black"/>
                </a:solidFill>
                <a:effectLst/>
                <a:uLnTx/>
                <a:uFillTx/>
                <a:latin typeface="+mn-lt"/>
                <a:ea typeface="+mn-ea"/>
                <a:cs typeface="+mn-cs"/>
              </a:rPr>
              <a:t>check bit errors</a:t>
            </a:r>
          </a:p>
          <a:p>
            <a:pPr marL="349250" marR="0" lvl="0" indent="-233363" algn="l" defTabSz="914400" rtl="0" eaLnBrk="1" fontAlgn="auto" latinLnBrk="0" hangingPunct="1">
              <a:lnSpc>
                <a:spcPct val="90000"/>
              </a:lnSpc>
              <a:spcBef>
                <a:spcPts val="600"/>
              </a:spcBef>
              <a:spcAft>
                <a:spcPts val="0"/>
              </a:spcAft>
              <a:buClr>
                <a:srgbClr val="0000A3"/>
              </a:buClr>
              <a:buSzTx/>
              <a:buFont typeface="Wingdings" charset="0"/>
              <a:buChar char="§"/>
              <a:tabLst/>
              <a:defRPr/>
            </a:pPr>
            <a:r>
              <a:rPr kumimoji="0" lang="en-US" sz="1200" b="0" i="0" u="none" strike="noStrike" kern="1200" cap="none" spc="0" normalizeH="0" baseline="0" noProof="0">
                <a:ln>
                  <a:noFill/>
                </a:ln>
                <a:solidFill>
                  <a:prstClr val="black"/>
                </a:solidFill>
                <a:effectLst/>
                <a:uLnTx/>
                <a:uFillTx/>
                <a:latin typeface="+mn-lt"/>
                <a:ea typeface="+mn-ea"/>
                <a:cs typeface="+mn-cs"/>
              </a:rPr>
              <a:t>determine output link</a:t>
            </a:r>
          </a:p>
          <a:p>
            <a:pPr marL="349250" marR="0" lvl="0" indent="-233363" algn="l" defTabSz="914400" rtl="0" eaLnBrk="1" fontAlgn="auto" latinLnBrk="0" hangingPunct="1">
              <a:lnSpc>
                <a:spcPct val="90000"/>
              </a:lnSpc>
              <a:spcBef>
                <a:spcPts val="600"/>
              </a:spcBef>
              <a:spcAft>
                <a:spcPts val="0"/>
              </a:spcAft>
              <a:buClr>
                <a:srgbClr val="0000A3"/>
              </a:buClr>
              <a:buSzTx/>
              <a:buFont typeface="Wingdings" charset="0"/>
              <a:buChar char="§"/>
              <a:tabLst/>
              <a:defRPr/>
            </a:pPr>
            <a:r>
              <a:rPr kumimoji="0" lang="en-US" sz="1200" b="0" i="0" u="none" strike="noStrike" kern="1200" cap="none" spc="0" normalizeH="0" baseline="0" noProof="0">
                <a:ln>
                  <a:noFill/>
                </a:ln>
                <a:solidFill>
                  <a:prstClr val="black"/>
                </a:solidFill>
                <a:effectLst/>
                <a:uLnTx/>
                <a:uFillTx/>
                <a:latin typeface="+mn-lt"/>
                <a:ea typeface="+mn-ea"/>
                <a:cs typeface="+mn-cs"/>
              </a:rPr>
              <a:t>typically &lt; microsecs</a:t>
            </a:r>
          </a:p>
          <a:p>
            <a:pPr marL="349250" marR="0" lvl="0" indent="-233363" algn="l" defTabSz="914400" rtl="0" eaLnBrk="1" fontAlgn="auto" latinLnBrk="0" hangingPunct="1">
              <a:lnSpc>
                <a:spcPct val="90000"/>
              </a:lnSpc>
              <a:spcBef>
                <a:spcPts val="600"/>
              </a:spcBef>
              <a:spcAft>
                <a:spcPts val="0"/>
              </a:spcAft>
              <a:buClr>
                <a:srgbClr val="0000A3"/>
              </a:buClr>
              <a:buSzTx/>
              <a:buFont typeface="Wingdings" charset="0"/>
              <a:buChar char="§"/>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344488" marR="0" lvl="0" indent="-344488" algn="l" defTabSz="914400" rtl="0" eaLnBrk="1" fontAlgn="auto" latinLnBrk="0" hangingPunct="1">
              <a:lnSpc>
                <a:spcPct val="90000"/>
              </a:lnSpc>
              <a:spcBef>
                <a:spcPts val="600"/>
              </a:spcBef>
              <a:spcAft>
                <a:spcPts val="0"/>
              </a:spcAft>
              <a:buClr>
                <a:srgbClr val="3333CC"/>
              </a:buClr>
              <a:buSzPct val="85000"/>
              <a:buFont typeface="Wingdings" charset="0"/>
              <a:buNone/>
              <a:tabLst/>
              <a:defRPr/>
            </a:pPr>
            <a:r>
              <a:rPr kumimoji="0" lang="en-US" sz="1100" b="0" i="0" u="none" strike="noStrike" kern="1200" cap="none" spc="0" normalizeH="0" baseline="0" noProof="0">
                <a:ln>
                  <a:noFill/>
                </a:ln>
                <a:solidFill>
                  <a:srgbClr val="FF0000"/>
                </a:solidFill>
                <a:effectLst/>
                <a:uLnTx/>
                <a:uFillTx/>
                <a:latin typeface="+mn-lt"/>
                <a:ea typeface="ＭＳ Ｐゴシック" charset="0"/>
                <a:cs typeface="ＭＳ Ｐゴシック" charset="0"/>
              </a:rPr>
              <a:t> </a:t>
            </a:r>
            <a:r>
              <a:rPr kumimoji="0" lang="en-US" sz="1400" b="0" i="1" u="none" strike="noStrike" kern="1200" cap="none" spc="0" normalizeH="0" baseline="0" noProof="0" err="1">
                <a:ln>
                  <a:noFill/>
                </a:ln>
                <a:solidFill>
                  <a:srgbClr val="CC0000"/>
                </a:solidFill>
                <a:effectLst/>
                <a:uLnTx/>
                <a:uFillTx/>
                <a:latin typeface="+mn-lt"/>
                <a:ea typeface="ＭＳ Ｐゴシック" charset="0"/>
                <a:cs typeface="ＭＳ Ｐゴシック" charset="0"/>
              </a:rPr>
              <a:t>d</a:t>
            </a:r>
            <a:r>
              <a:rPr kumimoji="0" lang="en-US" sz="1400" b="0" i="0" u="none" strike="noStrike" kern="1200" cap="none" spc="0" normalizeH="0" baseline="-25000" noProof="0" err="1">
                <a:ln>
                  <a:noFill/>
                </a:ln>
                <a:solidFill>
                  <a:srgbClr val="CC0000"/>
                </a:solidFill>
                <a:effectLst/>
                <a:uLnTx/>
                <a:uFillTx/>
                <a:latin typeface="+mn-lt"/>
                <a:ea typeface="ＭＳ Ｐゴシック" charset="0"/>
                <a:cs typeface="ＭＳ Ｐゴシック" charset="0"/>
              </a:rPr>
              <a:t>queue</a:t>
            </a:r>
            <a:r>
              <a:rPr kumimoji="0" lang="en-US" sz="1400" b="0" i="0" u="none" strike="noStrike" kern="1200" cap="none" spc="0" normalizeH="0" baseline="0" noProof="0">
                <a:ln>
                  <a:noFill/>
                </a:ln>
                <a:solidFill>
                  <a:srgbClr val="CC0000"/>
                </a:solidFill>
                <a:effectLst/>
                <a:uLnTx/>
                <a:uFillTx/>
                <a:latin typeface="+mn-lt"/>
                <a:ea typeface="ＭＳ Ｐゴシック" charset="0"/>
                <a:cs typeface="ＭＳ Ｐゴシック" charset="0"/>
              </a:rPr>
              <a:t>: queueing delay</a:t>
            </a:r>
          </a:p>
          <a:p>
            <a:pPr marL="231775" marR="0" lvl="0" indent="-231775" algn="l" defTabSz="914400" rtl="0" eaLnBrk="1" fontAlgn="auto" latinLnBrk="0" hangingPunct="1">
              <a:lnSpc>
                <a:spcPct val="90000"/>
              </a:lnSpc>
              <a:spcBef>
                <a:spcPts val="600"/>
              </a:spcBef>
              <a:spcAft>
                <a:spcPts val="0"/>
              </a:spcAft>
              <a:buClr>
                <a:srgbClr val="000099"/>
              </a:buClr>
              <a:buSzTx/>
              <a:buFont typeface="Wingdings" charset="0"/>
              <a:buChar char="§"/>
              <a:tabLst/>
              <a:defRPr/>
            </a:pPr>
            <a:r>
              <a:rPr kumimoji="0" lang="en-US" sz="1200" b="0" i="0" u="none" strike="noStrike" kern="1200" cap="none" spc="0" normalizeH="0" baseline="0" noProof="0">
                <a:ln>
                  <a:noFill/>
                </a:ln>
                <a:solidFill>
                  <a:srgbClr val="000000"/>
                </a:solidFill>
                <a:effectLst/>
                <a:uLnTx/>
                <a:uFillTx/>
                <a:latin typeface="+mn-lt"/>
                <a:ea typeface="ＭＳ Ｐゴシック" charset="0"/>
                <a:cs typeface="ＭＳ Ｐゴシック" charset="0"/>
              </a:rPr>
              <a:t>time waiting at output link for transmission </a:t>
            </a:r>
          </a:p>
          <a:p>
            <a:pPr marL="231775" marR="0" lvl="0" indent="-231775" algn="l" defTabSz="914400" rtl="0" eaLnBrk="1" fontAlgn="auto" latinLnBrk="0" hangingPunct="1">
              <a:lnSpc>
                <a:spcPct val="90000"/>
              </a:lnSpc>
              <a:spcBef>
                <a:spcPts val="600"/>
              </a:spcBef>
              <a:spcAft>
                <a:spcPts val="0"/>
              </a:spcAft>
              <a:buClr>
                <a:srgbClr val="000099"/>
              </a:buClr>
              <a:buSzTx/>
              <a:buFont typeface="Wingdings" charset="0"/>
              <a:buChar char="§"/>
              <a:tabLst/>
              <a:defRPr/>
            </a:pPr>
            <a:r>
              <a:rPr kumimoji="0" lang="en-US" sz="1200" b="0" i="0" u="none" strike="noStrike" kern="1200" cap="none" spc="0" normalizeH="0" baseline="0" noProof="0">
                <a:ln>
                  <a:noFill/>
                </a:ln>
                <a:solidFill>
                  <a:srgbClr val="000000"/>
                </a:solidFill>
                <a:effectLst/>
                <a:uLnTx/>
                <a:uFillTx/>
                <a:latin typeface="+mn-lt"/>
                <a:ea typeface="ＭＳ Ｐゴシック" charset="0"/>
                <a:cs typeface="ＭＳ Ｐゴシック" charset="0"/>
              </a:rPr>
              <a:t>depends on congestion level of router</a:t>
            </a:r>
          </a:p>
          <a:p>
            <a:pPr marL="349250" marR="0" lvl="0" indent="-233363" algn="l" defTabSz="914400" rtl="0" eaLnBrk="1" fontAlgn="auto" latinLnBrk="0" hangingPunct="1">
              <a:lnSpc>
                <a:spcPct val="90000"/>
              </a:lnSpc>
              <a:spcBef>
                <a:spcPts val="600"/>
              </a:spcBef>
              <a:spcAft>
                <a:spcPts val="0"/>
              </a:spcAft>
              <a:buClr>
                <a:srgbClr val="0000A3"/>
              </a:buClr>
              <a:buSzTx/>
              <a:buFont typeface="Wingdings" charset="0"/>
              <a:buChar char="§"/>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349250" marR="0" lvl="0" indent="-233363" algn="l" defTabSz="914400" rtl="0" eaLnBrk="1" fontAlgn="auto" latinLnBrk="0" hangingPunct="1">
              <a:lnSpc>
                <a:spcPct val="90000"/>
              </a:lnSpc>
              <a:spcBef>
                <a:spcPts val="600"/>
              </a:spcBef>
              <a:spcAft>
                <a:spcPts val="0"/>
              </a:spcAft>
              <a:buClr>
                <a:srgbClr val="0000A3"/>
              </a:buClr>
              <a:buSzTx/>
              <a:buFont typeface="Wingdings" charset="0"/>
              <a:buChar char="§"/>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342900" marR="0" lvl="0" indent="-342900" algn="l" defTabSz="914400" rtl="0" eaLnBrk="1" fontAlgn="auto" latinLnBrk="0" hangingPunct="1">
              <a:lnSpc>
                <a:spcPct val="85000"/>
              </a:lnSpc>
              <a:spcBef>
                <a:spcPct val="20000"/>
              </a:spcBef>
              <a:spcAft>
                <a:spcPts val="0"/>
              </a:spcAft>
              <a:buClr>
                <a:srgbClr val="000099"/>
              </a:buClr>
              <a:buSzPct val="65000"/>
              <a:buFont typeface="Wingdings" charset="0"/>
              <a:buNone/>
              <a:tabLst/>
              <a:defRPr/>
            </a:pPr>
            <a:r>
              <a:rPr kumimoji="0" lang="en-US" sz="1400" b="0" i="1" u="none" strike="noStrike" kern="1200" cap="none" spc="0" normalizeH="0" baseline="0" noProof="0" err="1">
                <a:ln>
                  <a:noFill/>
                </a:ln>
                <a:solidFill>
                  <a:srgbClr val="CC0000"/>
                </a:solidFill>
                <a:effectLst/>
                <a:uLnTx/>
                <a:uFillTx/>
                <a:latin typeface="+mn-lt"/>
                <a:ea typeface="ＭＳ Ｐゴシック" charset="0"/>
                <a:cs typeface="ＭＳ Ｐゴシック" charset="0"/>
              </a:rPr>
              <a:t>d</a:t>
            </a:r>
            <a:r>
              <a:rPr kumimoji="0" lang="en-US" sz="1400" b="0" i="0" u="none" strike="noStrike" kern="1200" cap="none" spc="0" normalizeH="0" baseline="-25000" noProof="0" err="1">
                <a:ln>
                  <a:noFill/>
                </a:ln>
                <a:solidFill>
                  <a:srgbClr val="CC0000"/>
                </a:solidFill>
                <a:effectLst/>
                <a:uLnTx/>
                <a:uFillTx/>
                <a:latin typeface="+mn-lt"/>
                <a:ea typeface="ＭＳ Ｐゴシック" charset="0"/>
                <a:cs typeface="ＭＳ Ｐゴシック" charset="0"/>
              </a:rPr>
              <a:t>prop</a:t>
            </a:r>
            <a:r>
              <a:rPr kumimoji="0" lang="en-US" sz="1400" b="0" i="0" u="none" strike="noStrike" kern="1200" cap="none" spc="0" normalizeH="0" baseline="0" noProof="0">
                <a:ln>
                  <a:noFill/>
                </a:ln>
                <a:solidFill>
                  <a:srgbClr val="CC0000"/>
                </a:solidFill>
                <a:effectLst/>
                <a:uLnTx/>
                <a:uFillTx/>
                <a:latin typeface="+mn-lt"/>
                <a:ea typeface="ＭＳ Ｐゴシック" charset="0"/>
                <a:cs typeface="ＭＳ Ｐゴシック" charset="0"/>
              </a:rPr>
              <a:t>: propagation delay:</a:t>
            </a:r>
          </a:p>
          <a:p>
            <a:pPr marL="342900" indent="-342900">
              <a:lnSpc>
                <a:spcPct val="85000"/>
              </a:lnSpc>
              <a:spcBef>
                <a:spcPct val="20000"/>
              </a:spcBef>
              <a:buClr>
                <a:srgbClr val="000099"/>
              </a:buClr>
              <a:buSzPct val="65000"/>
              <a:defRPr/>
            </a:pPr>
            <a:r>
              <a:rPr lang="en-US" sz="1200" i="1">
                <a:solidFill>
                  <a:srgbClr val="000000"/>
                </a:solidFill>
                <a:ea typeface="ＭＳ Ｐゴシック" charset="0"/>
                <a:cs typeface="ＭＳ Ｐゴシック" charset="0"/>
              </a:rPr>
              <a:t>time taken for the signal to reach its destination </a:t>
            </a:r>
            <a:endParaRPr kumimoji="0" lang="en-US" sz="1200" b="0" i="1" u="none" strike="noStrike" kern="1200" cap="none" spc="0" normalizeH="0" baseline="0" noProof="0">
              <a:ln>
                <a:noFill/>
              </a:ln>
              <a:solidFill>
                <a:srgbClr val="CC0000"/>
              </a:solidFill>
              <a:effectLst/>
              <a:uLnTx/>
              <a:uFillTx/>
              <a:latin typeface="+mn-lt"/>
              <a:ea typeface="ＭＳ Ｐゴシック" charset="0"/>
              <a:cs typeface="ＭＳ Ｐゴシック" charset="0"/>
            </a:endParaRPr>
          </a:p>
          <a:p>
            <a:pPr marL="231775" marR="0" lvl="0" indent="-231775" algn="l" defTabSz="914400" rtl="0" eaLnBrk="1" fontAlgn="auto" latinLnBrk="0" hangingPunct="1">
              <a:lnSpc>
                <a:spcPct val="90000"/>
              </a:lnSpc>
              <a:spcBef>
                <a:spcPts val="600"/>
              </a:spcBef>
              <a:spcAft>
                <a:spcPts val="0"/>
              </a:spcAft>
              <a:buClr>
                <a:srgbClr val="000099"/>
              </a:buClr>
              <a:buSzTx/>
              <a:buFont typeface="Wingdings" charset="0"/>
              <a:buChar char="§"/>
              <a:tabLst/>
              <a:defRPr/>
            </a:pPr>
            <a:r>
              <a:rPr kumimoji="0" lang="en-US" sz="1200" b="0" i="1" u="none" strike="noStrike" kern="1200" cap="none" spc="0" normalizeH="0" baseline="0" noProof="0">
                <a:ln>
                  <a:noFill/>
                </a:ln>
                <a:solidFill>
                  <a:srgbClr val="000000"/>
                </a:solidFill>
                <a:effectLst/>
                <a:uLnTx/>
                <a:uFillTx/>
                <a:latin typeface="+mn-lt"/>
                <a:ea typeface="ＭＳ Ｐゴシック" charset="0"/>
                <a:cs typeface="ＭＳ Ｐゴシック" charset="0"/>
              </a:rPr>
              <a:t>d</a:t>
            </a:r>
            <a:r>
              <a:rPr kumimoji="0" lang="en-US" sz="1200" b="0" i="0" u="none" strike="noStrike" kern="1200" cap="none" spc="0" normalizeH="0" baseline="0" noProof="0">
                <a:ln>
                  <a:noFill/>
                </a:ln>
                <a:solidFill>
                  <a:srgbClr val="000000"/>
                </a:solidFill>
                <a:effectLst/>
                <a:uLnTx/>
                <a:uFillTx/>
                <a:latin typeface="+mn-lt"/>
                <a:ea typeface="ＭＳ Ｐゴシック" charset="0"/>
                <a:cs typeface="ＭＳ Ｐゴシック" charset="0"/>
              </a:rPr>
              <a:t>: length of physical link</a:t>
            </a:r>
          </a:p>
          <a:p>
            <a:pPr marL="231775" marR="0" lvl="0" indent="-231775" algn="l" defTabSz="914400" rtl="0" eaLnBrk="1" fontAlgn="auto" latinLnBrk="0" hangingPunct="1">
              <a:lnSpc>
                <a:spcPct val="90000"/>
              </a:lnSpc>
              <a:spcBef>
                <a:spcPts val="600"/>
              </a:spcBef>
              <a:spcAft>
                <a:spcPts val="0"/>
              </a:spcAft>
              <a:buClr>
                <a:srgbClr val="000099"/>
              </a:buClr>
              <a:buSzTx/>
              <a:buFont typeface="Wingdings" charset="0"/>
              <a:buChar char="§"/>
              <a:tabLst/>
              <a:defRPr/>
            </a:pPr>
            <a:r>
              <a:rPr kumimoji="0" lang="en-US" sz="1200" b="0" i="1" u="none" strike="noStrike" kern="1200" cap="none" spc="0" normalizeH="0" baseline="0" noProof="0">
                <a:ln>
                  <a:noFill/>
                </a:ln>
                <a:solidFill>
                  <a:srgbClr val="000000"/>
                </a:solidFill>
                <a:effectLst/>
                <a:uLnTx/>
                <a:uFillTx/>
                <a:latin typeface="+mn-lt"/>
                <a:ea typeface="ＭＳ Ｐゴシック" charset="0"/>
                <a:cs typeface="ＭＳ Ｐゴシック" charset="0"/>
              </a:rPr>
              <a:t>s</a:t>
            </a:r>
            <a:r>
              <a:rPr kumimoji="0" lang="en-US" sz="1200" b="0" i="0" u="none" strike="noStrike" kern="1200" cap="none" spc="0" normalizeH="0" baseline="0" noProof="0">
                <a:ln>
                  <a:noFill/>
                </a:ln>
                <a:solidFill>
                  <a:srgbClr val="000000"/>
                </a:solidFill>
                <a:effectLst/>
                <a:uLnTx/>
                <a:uFillTx/>
                <a:latin typeface="+mn-lt"/>
                <a:ea typeface="ＭＳ Ｐゴシック" charset="0"/>
                <a:cs typeface="ＭＳ Ｐゴシック" charset="0"/>
              </a:rPr>
              <a:t>: propagation speed (~2x10</a:t>
            </a:r>
            <a:r>
              <a:rPr kumimoji="0" lang="en-US" sz="1200" b="0" i="0" u="none" strike="noStrike" kern="1200" cap="none" spc="0" normalizeH="0" baseline="30000" noProof="0">
                <a:ln>
                  <a:noFill/>
                </a:ln>
                <a:solidFill>
                  <a:srgbClr val="000000"/>
                </a:solidFill>
                <a:effectLst/>
                <a:uLnTx/>
                <a:uFillTx/>
                <a:latin typeface="+mn-lt"/>
                <a:ea typeface="ＭＳ Ｐゴシック" charset="0"/>
                <a:cs typeface="ＭＳ Ｐゴシック" charset="0"/>
              </a:rPr>
              <a:t>8</a:t>
            </a:r>
            <a:r>
              <a:rPr kumimoji="0" lang="en-US" sz="1200" b="0" i="0" u="none" strike="noStrike" kern="1200" cap="none" spc="0" normalizeH="0" baseline="0" noProof="0">
                <a:ln>
                  <a:noFill/>
                </a:ln>
                <a:solidFill>
                  <a:srgbClr val="000000"/>
                </a:solidFill>
                <a:effectLst/>
                <a:uLnTx/>
                <a:uFillTx/>
                <a:latin typeface="+mn-lt"/>
                <a:ea typeface="ＭＳ Ｐゴシック" charset="0"/>
                <a:cs typeface="ＭＳ Ｐゴシック" charset="0"/>
              </a:rPr>
              <a:t> m/sec)</a:t>
            </a:r>
          </a:p>
          <a:p>
            <a:pPr marL="231775" marR="0" lvl="0" indent="-231775" algn="l" defTabSz="914400" rtl="0" eaLnBrk="1" fontAlgn="auto" latinLnBrk="0" hangingPunct="1">
              <a:lnSpc>
                <a:spcPct val="90000"/>
              </a:lnSpc>
              <a:spcBef>
                <a:spcPts val="600"/>
              </a:spcBef>
              <a:spcAft>
                <a:spcPts val="0"/>
              </a:spcAft>
              <a:buClr>
                <a:srgbClr val="000099"/>
              </a:buClr>
              <a:buSzTx/>
              <a:buFont typeface="Wingdings" charset="0"/>
              <a:buChar char="§"/>
              <a:tabLst/>
              <a:defRPr/>
            </a:pPr>
            <a:r>
              <a:rPr kumimoji="0" lang="en-US" sz="1200" b="0" i="1" u="none" strike="noStrike" kern="1200" cap="none" spc="0" normalizeH="0" baseline="0" noProof="0" err="1">
                <a:ln>
                  <a:noFill/>
                </a:ln>
                <a:solidFill>
                  <a:srgbClr val="CC0000"/>
                </a:solidFill>
                <a:effectLst/>
                <a:uLnTx/>
                <a:uFillTx/>
                <a:latin typeface="+mn-lt"/>
                <a:ea typeface="ＭＳ Ｐゴシック" charset="0"/>
                <a:cs typeface="ＭＳ Ｐゴシック" charset="0"/>
              </a:rPr>
              <a:t>d</a:t>
            </a:r>
            <a:r>
              <a:rPr kumimoji="0" lang="en-US" sz="1200" b="0" i="0" u="none" strike="noStrike" kern="1200" cap="none" spc="0" normalizeH="0" baseline="-25000" noProof="0" err="1">
                <a:ln>
                  <a:noFill/>
                </a:ln>
                <a:solidFill>
                  <a:srgbClr val="CC0000"/>
                </a:solidFill>
                <a:effectLst/>
                <a:uLnTx/>
                <a:uFillTx/>
                <a:latin typeface="+mn-lt"/>
                <a:ea typeface="ＭＳ Ｐゴシック" charset="0"/>
                <a:cs typeface="ＭＳ Ｐゴシック" charset="0"/>
              </a:rPr>
              <a:t>prop</a:t>
            </a:r>
            <a:r>
              <a:rPr kumimoji="0" lang="en-US" sz="1200" b="0" i="0" u="none" strike="noStrike" kern="1200" cap="none" spc="0" normalizeH="0" baseline="0" noProof="0">
                <a:ln>
                  <a:noFill/>
                </a:ln>
                <a:solidFill>
                  <a:srgbClr val="000000"/>
                </a:solidFill>
                <a:effectLst/>
                <a:uLnTx/>
                <a:uFillTx/>
                <a:latin typeface="+mn-lt"/>
                <a:ea typeface="ＭＳ Ｐゴシック" charset="0"/>
                <a:cs typeface="ＭＳ Ｐゴシック" charset="0"/>
              </a:rPr>
              <a:t> = </a:t>
            </a:r>
            <a:r>
              <a:rPr kumimoji="0" lang="en-US" sz="1200" b="0" i="1" u="none" strike="noStrike" kern="1200" cap="none" spc="0" normalizeH="0" baseline="0" noProof="0">
                <a:ln>
                  <a:noFill/>
                </a:ln>
                <a:solidFill>
                  <a:srgbClr val="000000"/>
                </a:solidFill>
                <a:effectLst/>
                <a:uLnTx/>
                <a:uFillTx/>
                <a:latin typeface="+mn-lt"/>
                <a:ea typeface="ＭＳ Ｐゴシック" charset="0"/>
                <a:cs typeface="ＭＳ Ｐゴシック" charset="0"/>
              </a:rPr>
              <a:t>d</a:t>
            </a:r>
            <a:r>
              <a:rPr kumimoji="0" lang="en-US" sz="1200" b="0" i="0" u="none" strike="noStrike" kern="1200" cap="none" spc="0" normalizeH="0" baseline="0" noProof="0">
                <a:ln>
                  <a:noFill/>
                </a:ln>
                <a:solidFill>
                  <a:srgbClr val="000000"/>
                </a:solidFill>
                <a:effectLst/>
                <a:uLnTx/>
                <a:uFillTx/>
                <a:latin typeface="+mn-lt"/>
                <a:ea typeface="ＭＳ Ｐゴシック" charset="0"/>
                <a:cs typeface="ＭＳ Ｐゴシック" charset="0"/>
              </a:rPr>
              <a:t>/</a:t>
            </a:r>
            <a:r>
              <a:rPr kumimoji="0" lang="en-US" sz="1200" b="0" i="1" u="none" strike="noStrike" kern="1200" cap="none" spc="0" normalizeH="0" baseline="0" noProof="0">
                <a:ln>
                  <a:noFill/>
                </a:ln>
                <a:solidFill>
                  <a:srgbClr val="000000"/>
                </a:solidFill>
                <a:effectLst/>
                <a:uLnTx/>
                <a:uFillTx/>
                <a:latin typeface="+mn-lt"/>
                <a:ea typeface="ＭＳ Ｐゴシック" charset="0"/>
                <a:cs typeface="ＭＳ Ｐゴシック" charset="0"/>
              </a:rPr>
              <a:t>s</a:t>
            </a:r>
          </a:p>
          <a:p>
            <a:pPr marL="349250" marR="0" lvl="0" indent="-233363" algn="l" defTabSz="914400" rtl="0" eaLnBrk="1" fontAlgn="auto" latinLnBrk="0" hangingPunct="1">
              <a:lnSpc>
                <a:spcPct val="90000"/>
              </a:lnSpc>
              <a:spcBef>
                <a:spcPts val="600"/>
              </a:spcBef>
              <a:spcAft>
                <a:spcPts val="0"/>
              </a:spcAft>
              <a:buClr>
                <a:srgbClr val="0000A3"/>
              </a:buClr>
              <a:buSzTx/>
              <a:buFont typeface="Wingdings" charset="0"/>
              <a:buChar char="§"/>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349250" marR="0" lvl="0" indent="-233363" algn="l" defTabSz="914400" rtl="0" eaLnBrk="1" fontAlgn="auto" latinLnBrk="0" hangingPunct="1">
              <a:lnSpc>
                <a:spcPct val="90000"/>
              </a:lnSpc>
              <a:spcBef>
                <a:spcPts val="600"/>
              </a:spcBef>
              <a:spcAft>
                <a:spcPts val="0"/>
              </a:spcAft>
              <a:buClr>
                <a:srgbClr val="0000A3"/>
              </a:buClr>
              <a:buSzTx/>
              <a:buFont typeface="Wingdings" charset="0"/>
              <a:buChar char="§"/>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342900" marR="0" lvl="0" indent="-342900" algn="l" defTabSz="914400" rtl="0" eaLnBrk="1" fontAlgn="auto" latinLnBrk="0" hangingPunct="1">
              <a:lnSpc>
                <a:spcPct val="90000"/>
              </a:lnSpc>
              <a:spcBef>
                <a:spcPts val="600"/>
              </a:spcBef>
              <a:spcAft>
                <a:spcPts val="0"/>
              </a:spcAft>
              <a:buClr>
                <a:srgbClr val="000099"/>
              </a:buClr>
              <a:buSzPct val="65000"/>
              <a:buFont typeface="Wingdings" charset="0"/>
              <a:buNone/>
              <a:tabLst/>
              <a:defRPr/>
            </a:pPr>
            <a:r>
              <a:rPr kumimoji="0" lang="en-US" sz="1400" b="0" i="1" u="none" strike="noStrike" kern="1200" cap="none" spc="0" normalizeH="0" baseline="0" noProof="0" err="1">
                <a:ln>
                  <a:noFill/>
                </a:ln>
                <a:solidFill>
                  <a:srgbClr val="CC0000"/>
                </a:solidFill>
                <a:effectLst/>
                <a:uLnTx/>
                <a:uFillTx/>
                <a:latin typeface="+mn-lt"/>
                <a:ea typeface="ＭＳ Ｐゴシック" charset="0"/>
                <a:cs typeface="ＭＳ Ｐゴシック" charset="0"/>
              </a:rPr>
              <a:t>d</a:t>
            </a:r>
            <a:r>
              <a:rPr kumimoji="0" lang="en-US" sz="1400" b="0" i="0" u="none" strike="noStrike" kern="1200" cap="none" spc="0" normalizeH="0" baseline="-25000" noProof="0" err="1">
                <a:ln>
                  <a:noFill/>
                </a:ln>
                <a:solidFill>
                  <a:srgbClr val="CC0000"/>
                </a:solidFill>
                <a:effectLst/>
                <a:uLnTx/>
                <a:uFillTx/>
                <a:latin typeface="+mn-lt"/>
                <a:ea typeface="ＭＳ Ｐゴシック" charset="0"/>
                <a:cs typeface="ＭＳ Ｐゴシック" charset="0"/>
              </a:rPr>
              <a:t>trans</a:t>
            </a:r>
            <a:r>
              <a:rPr kumimoji="0" lang="en-US" sz="1400" b="0" i="0" u="none" strike="noStrike" kern="1200" cap="none" spc="0" normalizeH="0" baseline="0" noProof="0">
                <a:ln>
                  <a:noFill/>
                </a:ln>
                <a:solidFill>
                  <a:srgbClr val="CC0000"/>
                </a:solidFill>
                <a:effectLst/>
                <a:uLnTx/>
                <a:uFillTx/>
                <a:latin typeface="+mn-lt"/>
                <a:ea typeface="ＭＳ Ｐゴシック" charset="0"/>
                <a:cs typeface="ＭＳ Ｐゴシック" charset="0"/>
              </a:rPr>
              <a:t>: transmission delay:</a:t>
            </a:r>
          </a:p>
          <a:p>
            <a:pPr marL="342900" indent="-342900">
              <a:lnSpc>
                <a:spcPct val="90000"/>
              </a:lnSpc>
              <a:spcBef>
                <a:spcPts val="600"/>
              </a:spcBef>
              <a:buClr>
                <a:srgbClr val="000099"/>
              </a:buClr>
              <a:buSzPct val="65000"/>
              <a:defRPr/>
            </a:pPr>
            <a:r>
              <a:rPr lang="en-US" sz="1200" i="1">
                <a:solidFill>
                  <a:srgbClr val="000000"/>
                </a:solidFill>
                <a:ea typeface="ＭＳ Ｐゴシック" charset="0"/>
                <a:cs typeface="ＭＳ Ｐゴシック" charset="0"/>
              </a:rPr>
              <a:t>time taken to transmit the packet from host to the link</a:t>
            </a:r>
            <a:endParaRPr kumimoji="0" lang="en-US" sz="1400" b="0" i="1" u="none" strike="noStrike" kern="1200" cap="none" spc="0" normalizeH="0" baseline="0" noProof="0">
              <a:ln>
                <a:noFill/>
              </a:ln>
              <a:solidFill>
                <a:srgbClr val="CC0000"/>
              </a:solidFill>
              <a:effectLst/>
              <a:uLnTx/>
              <a:uFillTx/>
              <a:latin typeface="+mn-lt"/>
              <a:ea typeface="ＭＳ Ｐゴシック" charset="0"/>
              <a:cs typeface="ＭＳ Ｐゴシック" charset="0"/>
            </a:endParaRPr>
          </a:p>
          <a:p>
            <a:pPr marL="231775" marR="0" lvl="0" indent="-231775" algn="l" defTabSz="914400" rtl="0" eaLnBrk="1" fontAlgn="auto" latinLnBrk="0" hangingPunct="1">
              <a:lnSpc>
                <a:spcPct val="90000"/>
              </a:lnSpc>
              <a:spcBef>
                <a:spcPts val="600"/>
              </a:spcBef>
              <a:spcAft>
                <a:spcPts val="0"/>
              </a:spcAft>
              <a:buClr>
                <a:srgbClr val="000099"/>
              </a:buClr>
              <a:buSzTx/>
              <a:buFont typeface="Wingdings" charset="0"/>
              <a:buChar char="§"/>
              <a:tabLst/>
              <a:defRPr/>
            </a:pPr>
            <a:r>
              <a:rPr kumimoji="0" lang="en-US" sz="1200" b="0" i="1" u="none" strike="noStrike" kern="1200" cap="none" spc="0" normalizeH="0" baseline="0" noProof="0">
                <a:ln>
                  <a:noFill/>
                </a:ln>
                <a:solidFill>
                  <a:srgbClr val="000000"/>
                </a:solidFill>
                <a:effectLst/>
                <a:uLnTx/>
                <a:uFillTx/>
                <a:latin typeface="+mn-lt"/>
                <a:ea typeface="ＭＳ Ｐゴシック" charset="0"/>
                <a:cs typeface="ＭＳ Ｐゴシック" charset="0"/>
              </a:rPr>
              <a:t>L</a:t>
            </a:r>
            <a:r>
              <a:rPr kumimoji="0" lang="en-US" sz="1200" b="0" i="0" u="none" strike="noStrike" kern="1200" cap="none" spc="0" normalizeH="0" baseline="0" noProof="0">
                <a:ln>
                  <a:noFill/>
                </a:ln>
                <a:solidFill>
                  <a:srgbClr val="000000"/>
                </a:solidFill>
                <a:effectLst/>
                <a:uLnTx/>
                <a:uFillTx/>
                <a:latin typeface="+mn-lt"/>
                <a:ea typeface="ＭＳ Ｐゴシック" charset="0"/>
                <a:cs typeface="ＭＳ Ｐゴシック" charset="0"/>
              </a:rPr>
              <a:t>: packet length (bits) </a:t>
            </a:r>
          </a:p>
          <a:p>
            <a:pPr marL="231775" marR="0" lvl="0" indent="-231775" algn="l" defTabSz="914400" rtl="0" eaLnBrk="1" fontAlgn="auto" latinLnBrk="0" hangingPunct="1">
              <a:lnSpc>
                <a:spcPct val="90000"/>
              </a:lnSpc>
              <a:spcBef>
                <a:spcPts val="600"/>
              </a:spcBef>
              <a:spcAft>
                <a:spcPts val="0"/>
              </a:spcAft>
              <a:buClr>
                <a:srgbClr val="000099"/>
              </a:buClr>
              <a:buSzTx/>
              <a:buFont typeface="Wingdings" charset="0"/>
              <a:buChar char="§"/>
              <a:tabLst/>
              <a:defRPr/>
            </a:pPr>
            <a:r>
              <a:rPr kumimoji="0" lang="en-US" sz="1200" b="0" i="1" u="none" strike="noStrike" kern="1200" cap="none" spc="0" normalizeH="0" baseline="0" noProof="0">
                <a:ln>
                  <a:noFill/>
                </a:ln>
                <a:solidFill>
                  <a:srgbClr val="000000"/>
                </a:solidFill>
                <a:effectLst/>
                <a:uLnTx/>
                <a:uFillTx/>
                <a:latin typeface="+mn-lt"/>
                <a:ea typeface="ＭＳ Ｐゴシック" charset="0"/>
                <a:cs typeface="ＭＳ Ｐゴシック" charset="0"/>
              </a:rPr>
              <a:t>R</a:t>
            </a:r>
            <a:r>
              <a:rPr kumimoji="0" lang="en-US" sz="1200" b="0" i="0" u="none" strike="noStrike" kern="1200" cap="none" spc="0" normalizeH="0" baseline="0" noProof="0">
                <a:ln>
                  <a:noFill/>
                </a:ln>
                <a:solidFill>
                  <a:srgbClr val="000000"/>
                </a:solidFill>
                <a:effectLst/>
                <a:uLnTx/>
                <a:uFillTx/>
                <a:latin typeface="+mn-lt"/>
                <a:ea typeface="ＭＳ Ｐゴシック" charset="0"/>
                <a:cs typeface="ＭＳ Ｐゴシック" charset="0"/>
              </a:rPr>
              <a:t>: link </a:t>
            </a:r>
            <a:r>
              <a:rPr kumimoji="0" lang="en-US" sz="1200" b="0" i="1" u="none" strike="noStrike" kern="1200" cap="none" spc="0" normalizeH="0" baseline="0" noProof="0">
                <a:ln>
                  <a:noFill/>
                </a:ln>
                <a:solidFill>
                  <a:srgbClr val="000000"/>
                </a:solidFill>
                <a:effectLst/>
                <a:uLnTx/>
                <a:uFillTx/>
                <a:latin typeface="+mn-lt"/>
                <a:ea typeface="ＭＳ Ｐゴシック" charset="0"/>
                <a:cs typeface="ＭＳ Ｐゴシック" charset="0"/>
              </a:rPr>
              <a:t>transmission rate (bps)</a:t>
            </a:r>
          </a:p>
          <a:p>
            <a:pPr marL="231775" marR="0" lvl="0" indent="-231775" algn="l" defTabSz="914400" rtl="0" eaLnBrk="1" fontAlgn="auto" latinLnBrk="0" hangingPunct="1">
              <a:lnSpc>
                <a:spcPct val="90000"/>
              </a:lnSpc>
              <a:spcBef>
                <a:spcPts val="600"/>
              </a:spcBef>
              <a:spcAft>
                <a:spcPts val="0"/>
              </a:spcAft>
              <a:buClr>
                <a:srgbClr val="000099"/>
              </a:buClr>
              <a:buSzTx/>
              <a:buFont typeface="Wingdings" charset="0"/>
              <a:buChar char="§"/>
              <a:tabLst/>
              <a:defRPr/>
            </a:pPr>
            <a:r>
              <a:rPr kumimoji="0" lang="en-US" sz="1200" b="0" i="1" u="none" strike="noStrike" kern="1200" cap="none" spc="0" normalizeH="0" baseline="0" noProof="0" err="1">
                <a:ln>
                  <a:noFill/>
                </a:ln>
                <a:solidFill>
                  <a:srgbClr val="CC0000"/>
                </a:solidFill>
                <a:effectLst/>
                <a:uLnTx/>
                <a:uFillTx/>
                <a:latin typeface="+mn-lt"/>
                <a:ea typeface="ＭＳ Ｐゴシック" charset="0"/>
                <a:cs typeface="ＭＳ Ｐゴシック" charset="0"/>
              </a:rPr>
              <a:t>d</a:t>
            </a:r>
            <a:r>
              <a:rPr kumimoji="0" lang="en-US" sz="1200" b="0" i="1" u="none" strike="noStrike" kern="1200" cap="none" spc="0" normalizeH="0" baseline="-25000" noProof="0" err="1">
                <a:ln>
                  <a:noFill/>
                </a:ln>
                <a:solidFill>
                  <a:srgbClr val="CC0000"/>
                </a:solidFill>
                <a:effectLst/>
                <a:uLnTx/>
                <a:uFillTx/>
                <a:latin typeface="+mn-lt"/>
                <a:ea typeface="ＭＳ Ｐゴシック" charset="0"/>
                <a:cs typeface="ＭＳ Ｐゴシック" charset="0"/>
              </a:rPr>
              <a:t>trans</a:t>
            </a:r>
            <a:r>
              <a:rPr kumimoji="0" lang="en-US" sz="1200" b="0" i="1" u="none" strike="noStrike" kern="1200" cap="none" spc="0" normalizeH="0" baseline="0" noProof="0">
                <a:ln>
                  <a:noFill/>
                </a:ln>
                <a:solidFill>
                  <a:srgbClr val="CC0000"/>
                </a:solidFill>
                <a:effectLst/>
                <a:uLnTx/>
                <a:uFillTx/>
                <a:latin typeface="+mn-lt"/>
                <a:ea typeface="ＭＳ Ｐゴシック" charset="0"/>
                <a:cs typeface="ＭＳ Ｐゴシック" charset="0"/>
              </a:rPr>
              <a:t> </a:t>
            </a:r>
            <a:r>
              <a:rPr kumimoji="0" lang="en-US" sz="1200" b="0" i="1" u="none" strike="noStrike" kern="1200" cap="none" spc="0" normalizeH="0" baseline="0" noProof="0">
                <a:ln>
                  <a:noFill/>
                </a:ln>
                <a:solidFill>
                  <a:srgbClr val="000000"/>
                </a:solidFill>
                <a:effectLst/>
                <a:uLnTx/>
                <a:uFillTx/>
                <a:latin typeface="+mn-lt"/>
                <a:ea typeface="ＭＳ Ｐゴシック" charset="0"/>
                <a:cs typeface="ＭＳ Ｐゴシック" charset="0"/>
              </a:rPr>
              <a:t>= L/R</a:t>
            </a:r>
          </a:p>
          <a:p>
            <a:pPr marL="349250" marR="0" lvl="0" indent="-233363" algn="l" defTabSz="914400" rtl="0" eaLnBrk="1" fontAlgn="auto" latinLnBrk="0" hangingPunct="1">
              <a:lnSpc>
                <a:spcPct val="90000"/>
              </a:lnSpc>
              <a:spcBef>
                <a:spcPts val="600"/>
              </a:spcBef>
              <a:spcAft>
                <a:spcPts val="0"/>
              </a:spcAft>
              <a:buClr>
                <a:srgbClr val="0000A3"/>
              </a:buClr>
              <a:buSzTx/>
              <a:buFont typeface="Wingdings" charset="0"/>
              <a:buChar char="§"/>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917502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245060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D91EEAC-CFEF-9647-876F-EABC6B8338D7}" type="slidenum">
              <a:rPr lang="en-US" smtClean="0"/>
              <a:t>26</a:t>
            </a:fld>
            <a:endParaRPr lang="en-US"/>
          </a:p>
        </p:txBody>
      </p:sp>
    </p:spTree>
    <p:extLst>
      <p:ext uri="{BB962C8B-B14F-4D97-AF65-F5344CB8AC3E}">
        <p14:creationId xmlns:p14="http://schemas.microsoft.com/office/powerpoint/2010/main" val="14988982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614016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075485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859119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349A1-9901-9091-0923-2B1F6E0CBB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77E675-5589-7832-1C27-C37B51FBB5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5073C9-F913-6636-86A7-9D484AD66E9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D4EA90D-1802-EF02-2D80-E39ED53F440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623298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690390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4B9A9E5-4F7F-4A7D-9DE1-899232329269}" type="slidenum">
              <a:rPr lang="en-US" smtClean="0"/>
              <a:t>38</a:t>
            </a:fld>
            <a:endParaRPr lang="en-US"/>
          </a:p>
        </p:txBody>
      </p:sp>
    </p:spTree>
    <p:extLst>
      <p:ext uri="{BB962C8B-B14F-4D97-AF65-F5344CB8AC3E}">
        <p14:creationId xmlns:p14="http://schemas.microsoft.com/office/powerpoint/2010/main" val="69759724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4B9A9E5-4F7F-4A7D-9DE1-899232329269}" type="slidenum">
              <a:rPr lang="en-US" smtClean="0"/>
              <a:t>39</a:t>
            </a:fld>
            <a:endParaRPr lang="en-US"/>
          </a:p>
        </p:txBody>
      </p:sp>
    </p:spTree>
    <p:extLst>
      <p:ext uri="{BB962C8B-B14F-4D97-AF65-F5344CB8AC3E}">
        <p14:creationId xmlns:p14="http://schemas.microsoft.com/office/powerpoint/2010/main" val="36334897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1AA30-8E62-1221-2E43-0A5F30AD6CC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46FD956-5984-2F9E-DC62-161C35E543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08314AC7-7716-372D-9910-F015052321F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A61E0FA8-AE0D-3CCC-F18D-3FB0926A8B6C}"/>
              </a:ext>
            </a:extLst>
          </p:cNvPr>
          <p:cNvSpPr>
            <a:spLocks noGrp="1"/>
          </p:cNvSpPr>
          <p:nvPr>
            <p:ph type="sldNum" sz="quarter" idx="12"/>
          </p:nvPr>
        </p:nvSpPr>
        <p:spPr/>
        <p:txBody>
          <a:bodyPr/>
          <a:lstStyle/>
          <a:p>
            <a:fld id="{1E8D6067-B78A-364C-8A89-6818F71172FB}" type="slidenum">
              <a:rPr lang="en-US" smtClean="0"/>
              <a:t>‹#›</a:t>
            </a:fld>
            <a:endParaRPr lang="en-US"/>
          </a:p>
        </p:txBody>
      </p:sp>
    </p:spTree>
    <p:extLst>
      <p:ext uri="{BB962C8B-B14F-4D97-AF65-F5344CB8AC3E}">
        <p14:creationId xmlns:p14="http://schemas.microsoft.com/office/powerpoint/2010/main" val="12777525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51E66-F2D2-2DEF-3582-8D06D3D813C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57C88E2-7144-805D-5F5C-917CBE336C5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03A240-DDDD-A147-0E94-46E456C881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997D732-95DB-7B19-3CFA-D500A889140E}"/>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D9676D13-E5F6-BD57-1FDD-1B03A70A3555}"/>
              </a:ext>
            </a:extLst>
          </p:cNvPr>
          <p:cNvSpPr>
            <a:spLocks noGrp="1"/>
          </p:cNvSpPr>
          <p:nvPr>
            <p:ph type="sldNum" sz="quarter" idx="12"/>
          </p:nvPr>
        </p:nvSpPr>
        <p:spPr/>
        <p:txBody>
          <a:bodyPr/>
          <a:lstStyle/>
          <a:p>
            <a:fld id="{B5CEABB6-07DC-46E8-9B57-56EC44A396E5}" type="slidenum">
              <a:rPr lang="en-US" smtClean="0"/>
              <a:pPr/>
              <a:t>‹#›</a:t>
            </a:fld>
            <a:endParaRPr lang="en-US"/>
          </a:p>
        </p:txBody>
      </p:sp>
    </p:spTree>
    <p:extLst>
      <p:ext uri="{BB962C8B-B14F-4D97-AF65-F5344CB8AC3E}">
        <p14:creationId xmlns:p14="http://schemas.microsoft.com/office/powerpoint/2010/main" val="366435768"/>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1E61E-623C-F1A3-E5E2-FEF461A8B7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BE81DF8-FB28-808C-0753-61E8D2DCFDE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1FB8A3A-95A2-FB7C-C69B-E094DD8ECB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C5EC27-DE98-81B2-A3B5-D30B7163A981}"/>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13791E7D-912C-FE01-68F9-C4A40CB8AA7C}"/>
              </a:ext>
            </a:extLst>
          </p:cNvPr>
          <p:cNvSpPr>
            <a:spLocks noGrp="1"/>
          </p:cNvSpPr>
          <p:nvPr>
            <p:ph type="sldNum" sz="quarter" idx="12"/>
          </p:nvPr>
        </p:nvSpPr>
        <p:spPr/>
        <p:txBody>
          <a:bodyPr/>
          <a:lstStyle/>
          <a:p>
            <a:fld id="{B5CEABB6-07DC-46E8-9B57-56EC44A396E5}" type="slidenum">
              <a:rPr lang="en-US" smtClean="0"/>
              <a:pPr/>
              <a:t>‹#›</a:t>
            </a:fld>
            <a:endParaRPr lang="en-US"/>
          </a:p>
        </p:txBody>
      </p:sp>
    </p:spTree>
    <p:extLst>
      <p:ext uri="{BB962C8B-B14F-4D97-AF65-F5344CB8AC3E}">
        <p14:creationId xmlns:p14="http://schemas.microsoft.com/office/powerpoint/2010/main" val="1720476814"/>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8E71A-0913-FEA7-1DD8-597B2C73A1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3B5D24D-6324-24A4-E8D6-941A96EF7E2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87EE8EE-4792-958A-E992-13E41CE576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4C6FD5-7B52-516E-98B2-D260BD522B52}"/>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0F95074F-06B8-AF72-F021-757927DAB2DB}"/>
              </a:ext>
            </a:extLst>
          </p:cNvPr>
          <p:cNvSpPr>
            <a:spLocks noGrp="1"/>
          </p:cNvSpPr>
          <p:nvPr>
            <p:ph type="sldNum" sz="quarter" idx="12"/>
          </p:nvPr>
        </p:nvSpPr>
        <p:spPr/>
        <p:txBody>
          <a:bodyPr/>
          <a:lstStyle/>
          <a:p>
            <a:fld id="{B5CEABB6-07DC-46E8-9B57-56EC44A396E5}" type="slidenum">
              <a:rPr lang="en-US" smtClean="0"/>
              <a:pPr/>
              <a:t>‹#›</a:t>
            </a:fld>
            <a:endParaRPr lang="en-US"/>
          </a:p>
        </p:txBody>
      </p:sp>
    </p:spTree>
    <p:extLst>
      <p:ext uri="{BB962C8B-B14F-4D97-AF65-F5344CB8AC3E}">
        <p14:creationId xmlns:p14="http://schemas.microsoft.com/office/powerpoint/2010/main" val="2045882467"/>
      </p:ext>
    </p:extLst>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DFD10-5506-1DFF-E648-1D263369E49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7522A0C-E762-D7A6-162C-1EA65850942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227F24-3BC6-2CC2-C05A-6B28066A587C}"/>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C797E750-074C-BAE1-1555-CE20E41BF1F8}"/>
              </a:ext>
            </a:extLst>
          </p:cNvPr>
          <p:cNvSpPr>
            <a:spLocks noGrp="1"/>
          </p:cNvSpPr>
          <p:nvPr>
            <p:ph type="sldNum" sz="quarter" idx="12"/>
          </p:nvPr>
        </p:nvSpPr>
        <p:spPr/>
        <p:txBody>
          <a:bodyPr/>
          <a:lstStyle/>
          <a:p>
            <a:fld id="{B5CEABB6-07DC-46E8-9B57-56EC44A396E5}" type="slidenum">
              <a:rPr lang="en-US" smtClean="0"/>
              <a:pPr/>
              <a:t>‹#›</a:t>
            </a:fld>
            <a:endParaRPr lang="en-US"/>
          </a:p>
        </p:txBody>
      </p:sp>
    </p:spTree>
    <p:extLst>
      <p:ext uri="{BB962C8B-B14F-4D97-AF65-F5344CB8AC3E}">
        <p14:creationId xmlns:p14="http://schemas.microsoft.com/office/powerpoint/2010/main" val="3762423629"/>
      </p:ext>
    </p:extLst>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A9D8F26-6558-5830-1F61-2CCC069A909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A4ED8B9-24A4-B5FC-DED8-F59E06777B1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9CC3F-3692-93DB-40AB-5FC637276705}"/>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4DE02299-A6D5-CC51-FEAC-8658D25CC210}"/>
              </a:ext>
            </a:extLst>
          </p:cNvPr>
          <p:cNvSpPr>
            <a:spLocks noGrp="1"/>
          </p:cNvSpPr>
          <p:nvPr>
            <p:ph type="sldNum" sz="quarter" idx="12"/>
          </p:nvPr>
        </p:nvSpPr>
        <p:spPr/>
        <p:txBody>
          <a:bodyPr/>
          <a:lstStyle/>
          <a:p>
            <a:fld id="{B5CEABB6-07DC-46E8-9B57-56EC44A396E5}" type="slidenum">
              <a:rPr lang="en-US" smtClean="0"/>
              <a:pPr/>
              <a:t>‹#›</a:t>
            </a:fld>
            <a:endParaRPr lang="en-US"/>
          </a:p>
        </p:txBody>
      </p:sp>
    </p:spTree>
    <p:extLst>
      <p:ext uri="{BB962C8B-B14F-4D97-AF65-F5344CB8AC3E}">
        <p14:creationId xmlns:p14="http://schemas.microsoft.com/office/powerpoint/2010/main" val="1004033354"/>
      </p:ext>
    </p:extLst>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3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Content Placeholder 10">
            <a:extLst>
              <a:ext uri="{FF2B5EF4-FFF2-40B4-BE49-F238E27FC236}">
                <a16:creationId xmlns:a16="http://schemas.microsoft.com/office/drawing/2014/main" id="{ADC2540D-94C4-405B-8607-0CEDD6F54B9C}"/>
              </a:ext>
            </a:extLst>
          </p:cNvPr>
          <p:cNvSpPr>
            <a:spLocks noGrp="1"/>
          </p:cNvSpPr>
          <p:nvPr>
            <p:ph sz="quarter" idx="21" hasCustomPrompt="1"/>
          </p:nvPr>
        </p:nvSpPr>
        <p:spPr>
          <a:xfrm>
            <a:off x="107544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add content</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7" name="Text Placeholder 2">
            <a:extLst>
              <a:ext uri="{FF2B5EF4-FFF2-40B4-BE49-F238E27FC236}">
                <a16:creationId xmlns:a16="http://schemas.microsoft.com/office/drawing/2014/main" id="{E43D2F47-FAF2-42C2-967D-251DD4B940D7}"/>
              </a:ext>
            </a:extLst>
          </p:cNvPr>
          <p:cNvSpPr>
            <a:spLocks noGrp="1"/>
          </p:cNvSpPr>
          <p:nvPr>
            <p:ph type="body" idx="17" hasCustomPrompt="1"/>
          </p:nvPr>
        </p:nvSpPr>
        <p:spPr>
          <a:xfrm>
            <a:off x="838200"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838200"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4" name="Content Placeholder 10">
            <a:extLst>
              <a:ext uri="{FF2B5EF4-FFF2-40B4-BE49-F238E27FC236}">
                <a16:creationId xmlns:a16="http://schemas.microsoft.com/office/drawing/2014/main" id="{11C6EC54-ADFA-4CFF-9E9B-DC7E96C854C2}"/>
              </a:ext>
            </a:extLst>
          </p:cNvPr>
          <p:cNvSpPr>
            <a:spLocks noGrp="1"/>
          </p:cNvSpPr>
          <p:nvPr>
            <p:ph sz="quarter" idx="22" hasCustomPrompt="1"/>
          </p:nvPr>
        </p:nvSpPr>
        <p:spPr>
          <a:xfrm>
            <a:off x="380565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add content</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3562665" y="3788813"/>
            <a:ext cx="2342205"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8" name="Text Placeholder 4">
            <a:extLst>
              <a:ext uri="{FF2B5EF4-FFF2-40B4-BE49-F238E27FC236}">
                <a16:creationId xmlns:a16="http://schemas.microsoft.com/office/drawing/2014/main" id="{3322C250-87FC-4F14-A42C-FFDA120D0D64}"/>
              </a:ext>
            </a:extLst>
          </p:cNvPr>
          <p:cNvSpPr>
            <a:spLocks noGrp="1"/>
          </p:cNvSpPr>
          <p:nvPr>
            <p:ph type="body" sz="quarter" idx="18" hasCustomPrompt="1"/>
          </p:nvPr>
        </p:nvSpPr>
        <p:spPr>
          <a:xfrm>
            <a:off x="3562665" y="4464810"/>
            <a:ext cx="2342205"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3562665" y="5120722"/>
            <a:ext cx="2342205"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5" name="Content Placeholder 10">
            <a:extLst>
              <a:ext uri="{FF2B5EF4-FFF2-40B4-BE49-F238E27FC236}">
                <a16:creationId xmlns:a16="http://schemas.microsoft.com/office/drawing/2014/main" id="{1B6DD41C-FCE2-4AC6-A235-2FF1B905DAAD}"/>
              </a:ext>
            </a:extLst>
          </p:cNvPr>
          <p:cNvSpPr>
            <a:spLocks noGrp="1"/>
          </p:cNvSpPr>
          <p:nvPr>
            <p:ph sz="quarter" idx="23" hasCustomPrompt="1"/>
          </p:nvPr>
        </p:nvSpPr>
        <p:spPr>
          <a:xfrm>
            <a:off x="653011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add content</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6298609"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9" name="Text Placeholder 2">
            <a:extLst>
              <a:ext uri="{FF2B5EF4-FFF2-40B4-BE49-F238E27FC236}">
                <a16:creationId xmlns:a16="http://schemas.microsoft.com/office/drawing/2014/main" id="{D3C675D6-83FA-4036-B516-098EDCAF2506}"/>
              </a:ext>
            </a:extLst>
          </p:cNvPr>
          <p:cNvSpPr>
            <a:spLocks noGrp="1"/>
          </p:cNvSpPr>
          <p:nvPr>
            <p:ph type="body" idx="19" hasCustomPrompt="1"/>
          </p:nvPr>
        </p:nvSpPr>
        <p:spPr>
          <a:xfrm>
            <a:off x="6298609"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6298609"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6" name="Content Placeholder 10">
            <a:extLst>
              <a:ext uri="{FF2B5EF4-FFF2-40B4-BE49-F238E27FC236}">
                <a16:creationId xmlns:a16="http://schemas.microsoft.com/office/drawing/2014/main" id="{CEB4C3DB-E51E-4479-90C2-DFE5DB4B2482}"/>
              </a:ext>
            </a:extLst>
          </p:cNvPr>
          <p:cNvSpPr>
            <a:spLocks noGrp="1"/>
          </p:cNvSpPr>
          <p:nvPr>
            <p:ph sz="quarter" idx="24" hasCustomPrompt="1"/>
          </p:nvPr>
        </p:nvSpPr>
        <p:spPr>
          <a:xfrm>
            <a:off x="926032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add content</a:t>
            </a:r>
          </a:p>
        </p:txBody>
      </p:sp>
      <p:sp>
        <p:nvSpPr>
          <p:cNvPr id="14" name="Text Placeholder 2">
            <a:extLst>
              <a:ext uri="{FF2B5EF4-FFF2-40B4-BE49-F238E27FC236}">
                <a16:creationId xmlns:a16="http://schemas.microsoft.com/office/drawing/2014/main" id="{84A1E92D-A5BF-4268-BFF3-1418A1F03589}"/>
              </a:ext>
            </a:extLst>
          </p:cNvPr>
          <p:cNvSpPr>
            <a:spLocks noGrp="1"/>
          </p:cNvSpPr>
          <p:nvPr>
            <p:ph type="body" idx="15" hasCustomPrompt="1"/>
          </p:nvPr>
        </p:nvSpPr>
        <p:spPr>
          <a:xfrm>
            <a:off x="9023074" y="3788457"/>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3" name="Text Placeholder 2">
            <a:extLst>
              <a:ext uri="{FF2B5EF4-FFF2-40B4-BE49-F238E27FC236}">
                <a16:creationId xmlns:a16="http://schemas.microsoft.com/office/drawing/2014/main" id="{B6439AAC-8A96-4015-8A87-ED8DF7027B60}"/>
              </a:ext>
            </a:extLst>
          </p:cNvPr>
          <p:cNvSpPr>
            <a:spLocks noGrp="1"/>
          </p:cNvSpPr>
          <p:nvPr>
            <p:ph type="body" idx="20" hasCustomPrompt="1"/>
          </p:nvPr>
        </p:nvSpPr>
        <p:spPr>
          <a:xfrm>
            <a:off x="9023074" y="4464454"/>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1328057"/>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3790950" cy="892177"/>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Content Placeholder 3">
            <a:extLst>
              <a:ext uri="{FF2B5EF4-FFF2-40B4-BE49-F238E27FC236}">
                <a16:creationId xmlns:a16="http://schemas.microsoft.com/office/drawing/2014/main" id="{492F9083-A886-4EEB-94D6-1FAE6DC33000}"/>
              </a:ext>
            </a:extLst>
          </p:cNvPr>
          <p:cNvSpPr>
            <a:spLocks noGrp="1"/>
          </p:cNvSpPr>
          <p:nvPr>
            <p:ph sz="half" idx="16"/>
          </p:nvPr>
        </p:nvSpPr>
        <p:spPr>
          <a:xfrm>
            <a:off x="9023074" y="5120366"/>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a:xfrm>
            <a:off x="838200" y="6356350"/>
            <a:ext cx="2743200" cy="365125"/>
          </a:xfrm>
          <a:prstGeom prst="rect">
            <a:avLst/>
          </a:prstGeom>
        </p:spPr>
        <p:txBody>
          <a:bodyPr/>
          <a:lstStyle>
            <a:lvl1pPr>
              <a:defRPr sz="900"/>
            </a:lvl1pPr>
          </a:lstStyle>
          <a:p>
            <a:r>
              <a:rPr lang="en-US"/>
              <a:t>20XX</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a:p>
        </p:txBody>
      </p:sp>
    </p:spTree>
    <p:extLst>
      <p:ext uri="{BB962C8B-B14F-4D97-AF65-F5344CB8AC3E}">
        <p14:creationId xmlns:p14="http://schemas.microsoft.com/office/powerpoint/2010/main" val="1386696317"/>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74"/>
        <p:cNvGrpSpPr/>
        <p:nvPr/>
      </p:nvGrpSpPr>
      <p:grpSpPr>
        <a:xfrm>
          <a:off x="0" y="0"/>
          <a:ext cx="0" cy="0"/>
          <a:chOff x="0" y="0"/>
          <a:chExt cx="0" cy="0"/>
        </a:xfrm>
      </p:grpSpPr>
      <p:sp>
        <p:nvSpPr>
          <p:cNvPr id="275" name="Google Shape;275;p11"/>
          <p:cNvSpPr txBox="1">
            <a:spLocks noGrp="1"/>
          </p:cNvSpPr>
          <p:nvPr>
            <p:ph type="title"/>
          </p:nvPr>
        </p:nvSpPr>
        <p:spPr>
          <a:xfrm>
            <a:off x="415600" y="59430"/>
            <a:ext cx="11360800" cy="763600"/>
          </a:xfrm>
          <a:prstGeom prst="rect">
            <a:avLst/>
          </a:prstGeom>
        </p:spPr>
        <p:txBody>
          <a:bodyPr spcFirstLastPara="1" wrap="square" lIns="91425" tIns="91425" rIns="91425" bIns="91425" anchor="t" anchorCtr="0">
            <a:normAutofit/>
          </a:bodyPr>
          <a:lstStyle>
            <a:lvl1pPr lvl="0" algn="l">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
        <p:nvSpPr>
          <p:cNvPr id="276" name="Google Shape;276;p11"/>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Font typeface="Roboto"/>
              <a:buChar char="●"/>
              <a:defRPr>
                <a:latin typeface="Roboto"/>
                <a:ea typeface="Roboto"/>
                <a:cs typeface="Roboto"/>
                <a:sym typeface="Roboto"/>
              </a:defRPr>
            </a:lvl1pPr>
            <a:lvl2pPr marL="1219170" lvl="1" indent="-423323">
              <a:spcBef>
                <a:spcPts val="0"/>
              </a:spcBef>
              <a:spcAft>
                <a:spcPts val="0"/>
              </a:spcAft>
              <a:buSzPts val="1400"/>
              <a:buFont typeface="Roboto"/>
              <a:buChar char="○"/>
              <a:defRPr>
                <a:latin typeface="Roboto"/>
                <a:ea typeface="Roboto"/>
                <a:cs typeface="Roboto"/>
                <a:sym typeface="Roboto"/>
              </a:defRPr>
            </a:lvl2pPr>
            <a:lvl3pPr marL="1828754" lvl="2" indent="-423323">
              <a:spcBef>
                <a:spcPts val="0"/>
              </a:spcBef>
              <a:spcAft>
                <a:spcPts val="0"/>
              </a:spcAft>
              <a:buSzPts val="1400"/>
              <a:buFont typeface="Roboto"/>
              <a:buChar char="■"/>
              <a:defRPr>
                <a:latin typeface="Roboto"/>
                <a:ea typeface="Roboto"/>
                <a:cs typeface="Roboto"/>
                <a:sym typeface="Roboto"/>
              </a:defRPr>
            </a:lvl3pPr>
            <a:lvl4pPr marL="2438339" lvl="3" indent="-423323">
              <a:spcBef>
                <a:spcPts val="0"/>
              </a:spcBef>
              <a:spcAft>
                <a:spcPts val="0"/>
              </a:spcAft>
              <a:buSzPts val="1400"/>
              <a:buFont typeface="Roboto"/>
              <a:buChar char="●"/>
              <a:defRPr>
                <a:latin typeface="Roboto"/>
                <a:ea typeface="Roboto"/>
                <a:cs typeface="Roboto"/>
                <a:sym typeface="Roboto"/>
              </a:defRPr>
            </a:lvl4pPr>
            <a:lvl5pPr marL="3047924" lvl="4" indent="-423323">
              <a:spcBef>
                <a:spcPts val="0"/>
              </a:spcBef>
              <a:spcAft>
                <a:spcPts val="0"/>
              </a:spcAft>
              <a:buSzPts val="1400"/>
              <a:buFont typeface="Roboto"/>
              <a:buChar char="○"/>
              <a:defRPr>
                <a:latin typeface="Roboto"/>
                <a:ea typeface="Roboto"/>
                <a:cs typeface="Roboto"/>
                <a:sym typeface="Roboto"/>
              </a:defRPr>
            </a:lvl5pPr>
            <a:lvl6pPr marL="3657509" lvl="5" indent="-423323">
              <a:spcBef>
                <a:spcPts val="0"/>
              </a:spcBef>
              <a:spcAft>
                <a:spcPts val="0"/>
              </a:spcAft>
              <a:buSzPts val="1400"/>
              <a:buFont typeface="Roboto"/>
              <a:buChar char="■"/>
              <a:defRPr>
                <a:latin typeface="Roboto"/>
                <a:ea typeface="Roboto"/>
                <a:cs typeface="Roboto"/>
                <a:sym typeface="Roboto"/>
              </a:defRPr>
            </a:lvl6pPr>
            <a:lvl7pPr marL="4267093" lvl="6" indent="-423323">
              <a:spcBef>
                <a:spcPts val="0"/>
              </a:spcBef>
              <a:spcAft>
                <a:spcPts val="0"/>
              </a:spcAft>
              <a:buSzPts val="1400"/>
              <a:buFont typeface="Roboto"/>
              <a:buChar char="●"/>
              <a:defRPr>
                <a:latin typeface="Roboto"/>
                <a:ea typeface="Roboto"/>
                <a:cs typeface="Roboto"/>
                <a:sym typeface="Roboto"/>
              </a:defRPr>
            </a:lvl7pPr>
            <a:lvl8pPr marL="4876678" lvl="7" indent="-423323">
              <a:spcBef>
                <a:spcPts val="0"/>
              </a:spcBef>
              <a:spcAft>
                <a:spcPts val="0"/>
              </a:spcAft>
              <a:buSzPts val="1400"/>
              <a:buFont typeface="Roboto"/>
              <a:buChar char="○"/>
              <a:defRPr>
                <a:latin typeface="Roboto"/>
                <a:ea typeface="Roboto"/>
                <a:cs typeface="Roboto"/>
                <a:sym typeface="Roboto"/>
              </a:defRPr>
            </a:lvl8pPr>
            <a:lvl9pPr marL="5486263" lvl="8" indent="-423323">
              <a:spcBef>
                <a:spcPts val="0"/>
              </a:spcBef>
              <a:spcAft>
                <a:spcPts val="0"/>
              </a:spcAft>
              <a:buSzPts val="1400"/>
              <a:buFont typeface="Roboto"/>
              <a:buChar char="■"/>
              <a:defRPr>
                <a:latin typeface="Roboto"/>
                <a:ea typeface="Roboto"/>
                <a:cs typeface="Roboto"/>
                <a:sym typeface="Roboto"/>
              </a:defRPr>
            </a:lvl9pPr>
          </a:lstStyle>
          <a:p>
            <a:pPr lvl="0"/>
            <a:r>
              <a:rPr lang="en-US"/>
              <a:t>Click to edit Master text styles</a:t>
            </a:r>
          </a:p>
        </p:txBody>
      </p:sp>
      <p:sp>
        <p:nvSpPr>
          <p:cNvPr id="277" name="Google Shape;277;p11"/>
          <p:cNvSpPr/>
          <p:nvPr/>
        </p:nvSpPr>
        <p:spPr>
          <a:xfrm>
            <a:off x="10146467" y="6266467"/>
            <a:ext cx="1558400" cy="357200"/>
          </a:xfrm>
          <a:prstGeom prst="rect">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67432324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A2846C-3DC3-2A4C-84E1-3E3C50231FF2}"/>
              </a:ext>
            </a:extLst>
          </p:cNvPr>
          <p:cNvSpPr>
            <a:spLocks noGrp="1"/>
          </p:cNvSpPr>
          <p:nvPr>
            <p:ph idx="1"/>
          </p:nvPr>
        </p:nvSpPr>
        <p:spPr>
          <a:xfrm>
            <a:off x="838200" y="1054249"/>
            <a:ext cx="10515600" cy="50211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7">
            <a:extLst>
              <a:ext uri="{FF2B5EF4-FFF2-40B4-BE49-F238E27FC236}">
                <a16:creationId xmlns:a16="http://schemas.microsoft.com/office/drawing/2014/main" id="{F32235DD-B99A-7744-92BB-36CB49B43BEC}"/>
              </a:ext>
            </a:extLst>
          </p:cNvPr>
          <p:cNvSpPr>
            <a:spLocks noGrp="1"/>
          </p:cNvSpPr>
          <p:nvPr>
            <p:ph type="title"/>
          </p:nvPr>
        </p:nvSpPr>
        <p:spPr/>
        <p:txBody>
          <a:bodyPr>
            <a:normAutofit/>
          </a:bodyPr>
          <a:lstStyle>
            <a:lvl1pPr>
              <a:defRPr sz="4400">
                <a:latin typeface="+mj-lt"/>
              </a:defRPr>
            </a:lvl1pPr>
          </a:lstStyle>
          <a:p>
            <a:r>
              <a:rPr lang="en-US"/>
              <a:t>Click to edit Master title style</a:t>
            </a:r>
          </a:p>
        </p:txBody>
      </p:sp>
    </p:spTree>
    <p:extLst>
      <p:ext uri="{BB962C8B-B14F-4D97-AF65-F5344CB8AC3E}">
        <p14:creationId xmlns:p14="http://schemas.microsoft.com/office/powerpoint/2010/main" val="19927726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EF60E-8327-FC60-F0FF-D6FAE57D6B0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76A10AB-AD75-42BE-2F34-0AA00DA5C398}"/>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42421C3D-01CD-4BDB-0503-68C8410CBAC5}"/>
              </a:ext>
            </a:extLst>
          </p:cNvPr>
          <p:cNvSpPr>
            <a:spLocks noGrp="1"/>
          </p:cNvSpPr>
          <p:nvPr>
            <p:ph type="sldNum" sz="quarter" idx="12"/>
          </p:nvPr>
        </p:nvSpPr>
        <p:spPr/>
        <p:txBody>
          <a:bodyPr/>
          <a:lstStyle/>
          <a:p>
            <a:fld id="{B5CEABB6-07DC-46E8-9B57-56EC44A396E5}" type="slidenum">
              <a:rPr lang="en-US" smtClean="0"/>
              <a:pPr/>
              <a:t>‹#›</a:t>
            </a:fld>
            <a:endParaRPr lang="en-US"/>
          </a:p>
        </p:txBody>
      </p:sp>
    </p:spTree>
    <p:extLst>
      <p:ext uri="{BB962C8B-B14F-4D97-AF65-F5344CB8AC3E}">
        <p14:creationId xmlns:p14="http://schemas.microsoft.com/office/powerpoint/2010/main" val="1394575385"/>
      </p:ext>
    </p:extLst>
  </p:cSld>
  <p:clrMapOvr>
    <a:masterClrMapping/>
  </p:clrMapOvr>
  <p:hf hd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97E81D7-BE61-1D39-AB01-9F5A732FDAE3}"/>
              </a:ext>
            </a:extLst>
          </p:cNvPr>
          <p:cNvSpPr>
            <a:spLocks noGrp="1"/>
          </p:cNvSpPr>
          <p:nvPr>
            <p:ph type="title"/>
          </p:nvPr>
        </p:nvSpPr>
        <p:spPr>
          <a:xfrm>
            <a:off x="457200" y="100000"/>
            <a:ext cx="11277600" cy="714400"/>
          </a:xfrm>
          <a:prstGeom prst="rect">
            <a:avLst/>
          </a:prstGeom>
        </p:spPr>
        <p:txBody>
          <a:bodyPr vert="horz" lIns="91440" tIns="45720" rIns="91440" bIns="45720" rtlCol="0" anchor="ctr" anchorCtr="0">
            <a:normAutofit/>
          </a:bodyPr>
          <a:lstStyle>
            <a:lvl1pPr>
              <a:defRPr sz="2800" b="1">
                <a:solidFill>
                  <a:srgbClr val="FFFFFF"/>
                </a:solidFill>
              </a:defRPr>
            </a:lvl1pPr>
          </a:lstStyle>
          <a:p>
            <a:r>
              <a:rPr lang="en-US"/>
              <a:t>Click to edit Master title style</a:t>
            </a:r>
          </a:p>
        </p:txBody>
      </p:sp>
      <p:sp>
        <p:nvSpPr>
          <p:cNvPr id="3" name="Text Placeholder 2">
            <a:extLst>
              <a:ext uri="{FF2B5EF4-FFF2-40B4-BE49-F238E27FC236}">
                <a16:creationId xmlns:a16="http://schemas.microsoft.com/office/drawing/2014/main" id="{52EEE4A3-8693-60A6-9005-BD81C5DED6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5B295A0C-E374-5C79-23E0-201C6EE3E54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5CEABB6-07DC-46E8-9B57-56EC44A396E5}" type="slidenum">
              <a:rPr lang="en-US" smtClean="0"/>
              <a:pPr/>
              <a:t>‹#›</a:t>
            </a:fld>
            <a:endParaRPr lang="en-US"/>
          </a:p>
        </p:txBody>
      </p:sp>
      <p:sp>
        <p:nvSpPr>
          <p:cNvPr id="900" name="MasterHeaderBar"/>
          <p:cNvSpPr/>
          <p:nvPr userDrawn="1"/>
        </p:nvSpPr>
        <p:spPr>
          <a:xfrm>
            <a:off x="0" y="0"/>
            <a:ext cx="12192000" cy="914400"/>
          </a:xfrm>
          <a:prstGeom prst="rect">
            <a:avLst/>
          </a:prstGeom>
          <a:solidFill>
            <a:srgbClr val="1A2B4A"/>
          </a:solidFill>
          <a:ln>
            <a:noFill/>
          </a:ln>
        </p:spPr>
        <p:txBody>
          <a:bodyPr/>
          <a:lstStyle/>
          <a:p>
            <a:endParaRPr lang="en-US"/>
          </a:p>
        </p:txBody>
      </p:sp>
      <p:sp>
        <p:nvSpPr>
          <p:cNvPr id="901" name="MasterAccentLine"/>
          <p:cNvSpPr/>
          <p:nvPr userDrawn="1"/>
        </p:nvSpPr>
        <p:spPr>
          <a:xfrm>
            <a:off x="0" y="914400"/>
            <a:ext cx="12192000" cy="50800"/>
          </a:xfrm>
          <a:prstGeom prst="rect">
            <a:avLst/>
          </a:prstGeom>
          <a:solidFill>
            <a:srgbClr val="E8500A"/>
          </a:solidFill>
          <a:ln>
            <a:noFill/>
          </a:ln>
        </p:spPr>
        <p:txBody>
          <a:bodyPr/>
          <a:lstStyle/>
          <a:p>
            <a:endParaRPr lang="en-US"/>
          </a:p>
        </p:txBody>
      </p:sp>
      <p:sp>
        <p:nvSpPr>
          <p:cNvPr id="902" name="MasterBottomBar"/>
          <p:cNvSpPr/>
          <p:nvPr userDrawn="1"/>
        </p:nvSpPr>
        <p:spPr>
          <a:xfrm>
            <a:off x="0" y="6731000"/>
            <a:ext cx="12192000" cy="127000"/>
          </a:xfrm>
          <a:prstGeom prst="rect">
            <a:avLst/>
          </a:prstGeom>
          <a:solidFill>
            <a:srgbClr val="E8500A"/>
          </a:solidFill>
          <a:ln>
            <a:noFill/>
          </a:ln>
        </p:spPr>
        <p:txBody>
          <a:bodyPr/>
          <a:lstStyle/>
          <a:p>
            <a:endParaRPr lang="en-US"/>
          </a:p>
        </p:txBody>
      </p:sp>
      <p:sp>
        <p:nvSpPr>
          <p:cNvPr id="903" name="MasterHeaderTitle"/>
          <p:cNvSpPr txBox="1"/>
          <p:nvPr userDrawn="1"/>
        </p:nvSpPr>
        <p:spPr>
          <a:xfrm>
            <a:off x="457200" y="100000"/>
            <a:ext cx="11277600" cy="714400"/>
          </a:xfrm>
          <a:prstGeom prst="rect">
            <a:avLst/>
          </a:prstGeom>
          <a:noFill/>
          <a:ln>
            <a:noFill/>
          </a:ln>
        </p:spPr>
        <p:txBody>
          <a:bodyPr wrap="square" lIns="91440" tIns="45720" rIns="91440" bIns="45720" anchor="ctr"/>
          <a:lstStyle/>
          <a:p>
            <a:pPr algn="l">
              <a:buNone/>
            </a:pPr>
            <a:endParaRPr/>
          </a:p>
        </p:txBody>
      </p:sp>
    </p:spTree>
    <p:extLst>
      <p:ext uri="{BB962C8B-B14F-4D97-AF65-F5344CB8AC3E}">
        <p14:creationId xmlns:p14="http://schemas.microsoft.com/office/powerpoint/2010/main" val="616148225"/>
      </p:ext>
    </p:extLst>
  </p:cSld>
  <p:clrMap bg1="lt1" tx1="dk1" bg2="lt2" tx2="dk2" accent1="accent1" accent2="accent2" accent3="accent3" accent4="accent4" accent5="accent5" accent6="accent6" hlink="hlink" folHlink="folHlink"/>
  <p:sldLayoutIdLst>
    <p:sldLayoutId id="2147483998" r:id="rId1"/>
    <p:sldLayoutId id="2147483999" r:id="rId2"/>
    <p:sldLayoutId id="2147484002" r:id="rId3"/>
    <p:sldLayoutId id="2147484003" r:id="rId4"/>
    <p:sldLayoutId id="2147484004" r:id="rId5"/>
    <p:sldLayoutId id="2147484005" r:id="rId6"/>
    <p:sldLayoutId id="2147484006" r:id="rId7"/>
    <p:sldLayoutId id="2147484007" r:id="rId8"/>
    <p:sldLayoutId id="2147484008" r:id="rId9"/>
    <p:sldLayoutId id="2147484009" r:id="rId10"/>
  </p:sldLayoutIdLst>
  <p:hf hdr="0"/>
  <p:txStyles>
    <p:titleStyle>
      <a:lvl1pPr algn="l" defTabSz="914400" rtl="0" eaLnBrk="1" latinLnBrk="0" hangingPunct="1">
        <a:lnSpc>
          <a:spcPct val="90000"/>
        </a:lnSpc>
        <a:spcBef>
          <a:spcPct val="0"/>
        </a:spcBef>
        <a:buNone/>
        <a:defRPr sz="4400" b="1" kern="1200">
          <a:solidFill>
            <a:srgbClr val="FFFFFF"/>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customXml" Target="../ink/ink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8.xml"/><Relationship Id="rId5" Type="http://schemas.openxmlformats.org/officeDocument/2006/relationships/image" Target="../media/image4.png"/><Relationship Id="rId4" Type="http://schemas.openxmlformats.org/officeDocument/2006/relationships/customXml" Target="../ink/ink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customXml" Target="../ink/ink3.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customXml" Target="../ink/ink4.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customXml" Target="../ink/ink9.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customXml" Target="../ink/ink10.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customXml" Target="../ink/ink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6" Type="http://schemas.openxmlformats.org/officeDocument/2006/relationships/customXml" Target="../ink/ink24.xml"/><Relationship Id="rId117" Type="http://schemas.openxmlformats.org/officeDocument/2006/relationships/image" Target="../media/image79.png"/><Relationship Id="rId21" Type="http://schemas.openxmlformats.org/officeDocument/2006/relationships/image" Target="../media/image31.png"/><Relationship Id="rId42" Type="http://schemas.openxmlformats.org/officeDocument/2006/relationships/customXml" Target="../ink/ink32.xml"/><Relationship Id="rId47" Type="http://schemas.openxmlformats.org/officeDocument/2006/relationships/image" Target="../media/image44.png"/><Relationship Id="rId63" Type="http://schemas.openxmlformats.org/officeDocument/2006/relationships/image" Target="../media/image52.png"/><Relationship Id="rId68" Type="http://schemas.openxmlformats.org/officeDocument/2006/relationships/customXml" Target="../ink/ink45.xml"/><Relationship Id="rId84" Type="http://schemas.openxmlformats.org/officeDocument/2006/relationships/customXml" Target="../ink/ink53.xml"/><Relationship Id="rId89" Type="http://schemas.openxmlformats.org/officeDocument/2006/relationships/image" Target="../media/image65.png"/><Relationship Id="rId112" Type="http://schemas.openxmlformats.org/officeDocument/2006/relationships/customXml" Target="../ink/ink67.xml"/><Relationship Id="rId16" Type="http://schemas.openxmlformats.org/officeDocument/2006/relationships/customXml" Target="../ink/ink19.xml"/><Relationship Id="rId107" Type="http://schemas.openxmlformats.org/officeDocument/2006/relationships/image" Target="../media/image74.png"/><Relationship Id="rId11" Type="http://schemas.openxmlformats.org/officeDocument/2006/relationships/image" Target="../media/image26.png"/><Relationship Id="rId32" Type="http://schemas.openxmlformats.org/officeDocument/2006/relationships/customXml" Target="../ink/ink27.xml"/><Relationship Id="rId37" Type="http://schemas.openxmlformats.org/officeDocument/2006/relationships/image" Target="../media/image39.png"/><Relationship Id="rId53" Type="http://schemas.openxmlformats.org/officeDocument/2006/relationships/image" Target="../media/image47.png"/><Relationship Id="rId58" Type="http://schemas.openxmlformats.org/officeDocument/2006/relationships/customXml" Target="../ink/ink40.xml"/><Relationship Id="rId74" Type="http://schemas.openxmlformats.org/officeDocument/2006/relationships/customXml" Target="../ink/ink48.xml"/><Relationship Id="rId79" Type="http://schemas.openxmlformats.org/officeDocument/2006/relationships/image" Target="../media/image60.png"/><Relationship Id="rId102" Type="http://schemas.openxmlformats.org/officeDocument/2006/relationships/customXml" Target="../ink/ink62.xml"/><Relationship Id="rId123" Type="http://schemas.openxmlformats.org/officeDocument/2006/relationships/image" Target="../media/image82.png"/><Relationship Id="rId5" Type="http://schemas.openxmlformats.org/officeDocument/2006/relationships/customXml" Target="../ink/ink13.xml"/><Relationship Id="rId90" Type="http://schemas.openxmlformats.org/officeDocument/2006/relationships/customXml" Target="../ink/ink56.xml"/><Relationship Id="rId95" Type="http://schemas.openxmlformats.org/officeDocument/2006/relationships/image" Target="../media/image68.png"/><Relationship Id="rId22" Type="http://schemas.openxmlformats.org/officeDocument/2006/relationships/customXml" Target="../ink/ink22.xml"/><Relationship Id="rId27" Type="http://schemas.openxmlformats.org/officeDocument/2006/relationships/image" Target="../media/image34.png"/><Relationship Id="rId43" Type="http://schemas.openxmlformats.org/officeDocument/2006/relationships/image" Target="../media/image42.png"/><Relationship Id="rId48" Type="http://schemas.openxmlformats.org/officeDocument/2006/relationships/customXml" Target="../ink/ink35.xml"/><Relationship Id="rId64" Type="http://schemas.openxmlformats.org/officeDocument/2006/relationships/customXml" Target="../ink/ink43.xml"/><Relationship Id="rId69" Type="http://schemas.openxmlformats.org/officeDocument/2006/relationships/image" Target="../media/image55.png"/><Relationship Id="rId113" Type="http://schemas.openxmlformats.org/officeDocument/2006/relationships/image" Target="../media/image77.png"/><Relationship Id="rId118" Type="http://schemas.openxmlformats.org/officeDocument/2006/relationships/customXml" Target="../ink/ink70.xml"/><Relationship Id="rId80" Type="http://schemas.openxmlformats.org/officeDocument/2006/relationships/customXml" Target="../ink/ink51.xml"/><Relationship Id="rId85" Type="http://schemas.openxmlformats.org/officeDocument/2006/relationships/image" Target="../media/image63.png"/><Relationship Id="rId12" Type="http://schemas.openxmlformats.org/officeDocument/2006/relationships/customXml" Target="../ink/ink17.xml"/><Relationship Id="rId17" Type="http://schemas.openxmlformats.org/officeDocument/2006/relationships/image" Target="../media/image29.png"/><Relationship Id="rId33" Type="http://schemas.openxmlformats.org/officeDocument/2006/relationships/image" Target="../media/image37.png"/><Relationship Id="rId38" Type="http://schemas.openxmlformats.org/officeDocument/2006/relationships/customXml" Target="../ink/ink30.xml"/><Relationship Id="rId59" Type="http://schemas.openxmlformats.org/officeDocument/2006/relationships/image" Target="../media/image50.png"/><Relationship Id="rId103" Type="http://schemas.openxmlformats.org/officeDocument/2006/relationships/image" Target="../media/image72.png"/><Relationship Id="rId108" Type="http://schemas.openxmlformats.org/officeDocument/2006/relationships/customXml" Target="../ink/ink65.xml"/><Relationship Id="rId124" Type="http://schemas.openxmlformats.org/officeDocument/2006/relationships/customXml" Target="../ink/ink73.xml"/><Relationship Id="rId54" Type="http://schemas.openxmlformats.org/officeDocument/2006/relationships/customXml" Target="../ink/ink38.xml"/><Relationship Id="rId70" Type="http://schemas.openxmlformats.org/officeDocument/2006/relationships/customXml" Target="../ink/ink46.xml"/><Relationship Id="rId75" Type="http://schemas.openxmlformats.org/officeDocument/2006/relationships/image" Target="../media/image58.png"/><Relationship Id="rId91" Type="http://schemas.openxmlformats.org/officeDocument/2006/relationships/image" Target="../media/image66.png"/><Relationship Id="rId96" Type="http://schemas.openxmlformats.org/officeDocument/2006/relationships/customXml" Target="../ink/ink59.xml"/><Relationship Id="rId1" Type="http://schemas.openxmlformats.org/officeDocument/2006/relationships/slideLayout" Target="../slideLayouts/slideLayout2.xml"/><Relationship Id="rId6" Type="http://schemas.openxmlformats.org/officeDocument/2006/relationships/customXml" Target="../ink/ink14.xml"/><Relationship Id="rId23" Type="http://schemas.openxmlformats.org/officeDocument/2006/relationships/image" Target="../media/image32.png"/><Relationship Id="rId28" Type="http://schemas.openxmlformats.org/officeDocument/2006/relationships/customXml" Target="../ink/ink25.xml"/><Relationship Id="rId49" Type="http://schemas.openxmlformats.org/officeDocument/2006/relationships/image" Target="../media/image45.png"/><Relationship Id="rId114" Type="http://schemas.openxmlformats.org/officeDocument/2006/relationships/customXml" Target="../ink/ink68.xml"/><Relationship Id="rId119" Type="http://schemas.openxmlformats.org/officeDocument/2006/relationships/image" Target="../media/image80.png"/><Relationship Id="rId44" Type="http://schemas.openxmlformats.org/officeDocument/2006/relationships/customXml" Target="../ink/ink33.xml"/><Relationship Id="rId60" Type="http://schemas.openxmlformats.org/officeDocument/2006/relationships/customXml" Target="../ink/ink41.xml"/><Relationship Id="rId65" Type="http://schemas.openxmlformats.org/officeDocument/2006/relationships/image" Target="../media/image53.png"/><Relationship Id="rId81" Type="http://schemas.openxmlformats.org/officeDocument/2006/relationships/image" Target="../media/image61.png"/><Relationship Id="rId86" Type="http://schemas.openxmlformats.org/officeDocument/2006/relationships/customXml" Target="../ink/ink54.xml"/><Relationship Id="rId13" Type="http://schemas.openxmlformats.org/officeDocument/2006/relationships/image" Target="../media/image27.png"/><Relationship Id="rId18" Type="http://schemas.openxmlformats.org/officeDocument/2006/relationships/customXml" Target="../ink/ink20.xml"/><Relationship Id="rId39" Type="http://schemas.openxmlformats.org/officeDocument/2006/relationships/image" Target="../media/image40.png"/><Relationship Id="rId109" Type="http://schemas.openxmlformats.org/officeDocument/2006/relationships/image" Target="../media/image75.png"/><Relationship Id="rId34" Type="http://schemas.openxmlformats.org/officeDocument/2006/relationships/customXml" Target="../ink/ink28.xml"/><Relationship Id="rId50" Type="http://schemas.openxmlformats.org/officeDocument/2006/relationships/customXml" Target="../ink/ink36.xml"/><Relationship Id="rId55" Type="http://schemas.openxmlformats.org/officeDocument/2006/relationships/image" Target="../media/image48.png"/><Relationship Id="rId76" Type="http://schemas.openxmlformats.org/officeDocument/2006/relationships/customXml" Target="../ink/ink49.xml"/><Relationship Id="rId97" Type="http://schemas.openxmlformats.org/officeDocument/2006/relationships/image" Target="../media/image69.png"/><Relationship Id="rId104" Type="http://schemas.openxmlformats.org/officeDocument/2006/relationships/customXml" Target="../ink/ink63.xml"/><Relationship Id="rId120" Type="http://schemas.openxmlformats.org/officeDocument/2006/relationships/customXml" Target="../ink/ink71.xml"/><Relationship Id="rId125" Type="http://schemas.openxmlformats.org/officeDocument/2006/relationships/image" Target="../media/image83.png"/><Relationship Id="rId7" Type="http://schemas.openxmlformats.org/officeDocument/2006/relationships/image" Target="../media/image24.png"/><Relationship Id="rId71" Type="http://schemas.openxmlformats.org/officeDocument/2006/relationships/image" Target="../media/image56.png"/><Relationship Id="rId92" Type="http://schemas.openxmlformats.org/officeDocument/2006/relationships/customXml" Target="../ink/ink57.xml"/><Relationship Id="rId2" Type="http://schemas.openxmlformats.org/officeDocument/2006/relationships/notesSlide" Target="../notesSlides/notesSlide14.xml"/><Relationship Id="rId29" Type="http://schemas.openxmlformats.org/officeDocument/2006/relationships/image" Target="../media/image35.png"/><Relationship Id="rId24" Type="http://schemas.openxmlformats.org/officeDocument/2006/relationships/customXml" Target="../ink/ink23.xml"/><Relationship Id="rId40" Type="http://schemas.openxmlformats.org/officeDocument/2006/relationships/customXml" Target="../ink/ink31.xml"/><Relationship Id="rId45" Type="http://schemas.openxmlformats.org/officeDocument/2006/relationships/image" Target="../media/image43.png"/><Relationship Id="rId66" Type="http://schemas.openxmlformats.org/officeDocument/2006/relationships/customXml" Target="../ink/ink44.xml"/><Relationship Id="rId87" Type="http://schemas.openxmlformats.org/officeDocument/2006/relationships/image" Target="../media/image64.png"/><Relationship Id="rId110" Type="http://schemas.openxmlformats.org/officeDocument/2006/relationships/customXml" Target="../ink/ink66.xml"/><Relationship Id="rId115" Type="http://schemas.openxmlformats.org/officeDocument/2006/relationships/image" Target="../media/image78.png"/><Relationship Id="rId61" Type="http://schemas.openxmlformats.org/officeDocument/2006/relationships/image" Target="../media/image51.png"/><Relationship Id="rId82" Type="http://schemas.openxmlformats.org/officeDocument/2006/relationships/customXml" Target="../ink/ink52.xml"/><Relationship Id="rId19" Type="http://schemas.openxmlformats.org/officeDocument/2006/relationships/image" Target="../media/image30.png"/><Relationship Id="rId14" Type="http://schemas.openxmlformats.org/officeDocument/2006/relationships/customXml" Target="../ink/ink18.xml"/><Relationship Id="rId30" Type="http://schemas.openxmlformats.org/officeDocument/2006/relationships/customXml" Target="../ink/ink26.xml"/><Relationship Id="rId35" Type="http://schemas.openxmlformats.org/officeDocument/2006/relationships/image" Target="../media/image38.png"/><Relationship Id="rId56" Type="http://schemas.openxmlformats.org/officeDocument/2006/relationships/customXml" Target="../ink/ink39.xml"/><Relationship Id="rId77" Type="http://schemas.openxmlformats.org/officeDocument/2006/relationships/image" Target="../media/image59.png"/><Relationship Id="rId100" Type="http://schemas.openxmlformats.org/officeDocument/2006/relationships/customXml" Target="../ink/ink61.xml"/><Relationship Id="rId105" Type="http://schemas.openxmlformats.org/officeDocument/2006/relationships/image" Target="../media/image73.png"/><Relationship Id="rId8" Type="http://schemas.openxmlformats.org/officeDocument/2006/relationships/customXml" Target="../ink/ink15.xml"/><Relationship Id="rId51" Type="http://schemas.openxmlformats.org/officeDocument/2006/relationships/image" Target="../media/image46.png"/><Relationship Id="rId72" Type="http://schemas.openxmlformats.org/officeDocument/2006/relationships/customXml" Target="../ink/ink47.xml"/><Relationship Id="rId93" Type="http://schemas.openxmlformats.org/officeDocument/2006/relationships/image" Target="../media/image67.png"/><Relationship Id="rId98" Type="http://schemas.openxmlformats.org/officeDocument/2006/relationships/customXml" Target="../ink/ink60.xml"/><Relationship Id="rId121" Type="http://schemas.openxmlformats.org/officeDocument/2006/relationships/image" Target="../media/image81.png"/><Relationship Id="rId3" Type="http://schemas.openxmlformats.org/officeDocument/2006/relationships/customXml" Target="../ink/ink12.xml"/><Relationship Id="rId25" Type="http://schemas.openxmlformats.org/officeDocument/2006/relationships/image" Target="../media/image33.png"/><Relationship Id="rId46" Type="http://schemas.openxmlformats.org/officeDocument/2006/relationships/customXml" Target="../ink/ink34.xml"/><Relationship Id="rId67" Type="http://schemas.openxmlformats.org/officeDocument/2006/relationships/image" Target="../media/image54.png"/><Relationship Id="rId116" Type="http://schemas.openxmlformats.org/officeDocument/2006/relationships/customXml" Target="../ink/ink69.xml"/><Relationship Id="rId20" Type="http://schemas.openxmlformats.org/officeDocument/2006/relationships/customXml" Target="../ink/ink21.xml"/><Relationship Id="rId41" Type="http://schemas.openxmlformats.org/officeDocument/2006/relationships/image" Target="../media/image41.png"/><Relationship Id="rId62" Type="http://schemas.openxmlformats.org/officeDocument/2006/relationships/customXml" Target="../ink/ink42.xml"/><Relationship Id="rId83" Type="http://schemas.openxmlformats.org/officeDocument/2006/relationships/image" Target="../media/image62.png"/><Relationship Id="rId88" Type="http://schemas.openxmlformats.org/officeDocument/2006/relationships/customXml" Target="../ink/ink55.xml"/><Relationship Id="rId111" Type="http://schemas.openxmlformats.org/officeDocument/2006/relationships/image" Target="../media/image76.png"/><Relationship Id="rId15" Type="http://schemas.openxmlformats.org/officeDocument/2006/relationships/image" Target="../media/image28.png"/><Relationship Id="rId36" Type="http://schemas.openxmlformats.org/officeDocument/2006/relationships/customXml" Target="../ink/ink29.xml"/><Relationship Id="rId57" Type="http://schemas.openxmlformats.org/officeDocument/2006/relationships/image" Target="../media/image49.png"/><Relationship Id="rId106" Type="http://schemas.openxmlformats.org/officeDocument/2006/relationships/customXml" Target="../ink/ink64.xml"/><Relationship Id="rId10" Type="http://schemas.openxmlformats.org/officeDocument/2006/relationships/customXml" Target="../ink/ink16.xml"/><Relationship Id="rId31" Type="http://schemas.openxmlformats.org/officeDocument/2006/relationships/image" Target="../media/image36.png"/><Relationship Id="rId52" Type="http://schemas.openxmlformats.org/officeDocument/2006/relationships/customXml" Target="../ink/ink37.xml"/><Relationship Id="rId73" Type="http://schemas.openxmlformats.org/officeDocument/2006/relationships/image" Target="../media/image57.png"/><Relationship Id="rId78" Type="http://schemas.openxmlformats.org/officeDocument/2006/relationships/customXml" Target="../ink/ink50.xml"/><Relationship Id="rId94" Type="http://schemas.openxmlformats.org/officeDocument/2006/relationships/customXml" Target="../ink/ink58.xml"/><Relationship Id="rId99" Type="http://schemas.openxmlformats.org/officeDocument/2006/relationships/image" Target="../media/image70.png"/><Relationship Id="rId101" Type="http://schemas.openxmlformats.org/officeDocument/2006/relationships/image" Target="../media/image71.png"/><Relationship Id="rId122" Type="http://schemas.openxmlformats.org/officeDocument/2006/relationships/customXml" Target="../ink/ink72.xml"/><Relationship Id="rId4" Type="http://schemas.openxmlformats.org/officeDocument/2006/relationships/image" Target="../media/image23.png"/><Relationship Id="rId9"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customXml" Target="../ink/ink74.xml"/><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84.png"/></Relationships>
</file>

<file path=ppt/slides/_rels/slide19.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8.xml"/><Relationship Id="rId5" Type="http://schemas.openxmlformats.org/officeDocument/2006/relationships/image" Target="../media/image87.png"/><Relationship Id="rId4" Type="http://schemas.openxmlformats.org/officeDocument/2006/relationships/customXml" Target="../ink/ink7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image" Target="../media/image88.svg"/><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customXml" Target="../ink/ink76.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90.png"/><Relationship Id="rId4" Type="http://schemas.openxmlformats.org/officeDocument/2006/relationships/customXml" Target="../ink/ink77.xml"/></Relationships>
</file>

<file path=ppt/slides/_rels/slide24.xml.rels><?xml version="1.0" encoding="UTF-8" standalone="yes"?>
<Relationships xmlns="http://schemas.openxmlformats.org/package/2006/relationships"><Relationship Id="rId13" Type="http://schemas.openxmlformats.org/officeDocument/2006/relationships/image" Target="../media/image96.png"/><Relationship Id="rId18" Type="http://schemas.openxmlformats.org/officeDocument/2006/relationships/customXml" Target="../ink/ink86.xml"/><Relationship Id="rId26" Type="http://schemas.openxmlformats.org/officeDocument/2006/relationships/customXml" Target="../ink/ink90.xml"/><Relationship Id="rId39" Type="http://schemas.openxmlformats.org/officeDocument/2006/relationships/image" Target="../media/image109.png"/><Relationship Id="rId21" Type="http://schemas.openxmlformats.org/officeDocument/2006/relationships/image" Target="../media/image100.png"/><Relationship Id="rId34" Type="http://schemas.openxmlformats.org/officeDocument/2006/relationships/customXml" Target="../ink/ink94.xml"/><Relationship Id="rId7" Type="http://schemas.openxmlformats.org/officeDocument/2006/relationships/image" Target="../media/image93.png"/><Relationship Id="rId12" Type="http://schemas.openxmlformats.org/officeDocument/2006/relationships/customXml" Target="../ink/ink83.xml"/><Relationship Id="rId17" Type="http://schemas.openxmlformats.org/officeDocument/2006/relationships/image" Target="../media/image98.png"/><Relationship Id="rId25" Type="http://schemas.openxmlformats.org/officeDocument/2006/relationships/image" Target="../media/image102.png"/><Relationship Id="rId33" Type="http://schemas.openxmlformats.org/officeDocument/2006/relationships/image" Target="../media/image106.png"/><Relationship Id="rId38" Type="http://schemas.openxmlformats.org/officeDocument/2006/relationships/customXml" Target="../ink/ink96.xml"/><Relationship Id="rId2" Type="http://schemas.openxmlformats.org/officeDocument/2006/relationships/customXml" Target="../ink/ink78.xml"/><Relationship Id="rId16" Type="http://schemas.openxmlformats.org/officeDocument/2006/relationships/customXml" Target="../ink/ink85.xml"/><Relationship Id="rId20" Type="http://schemas.openxmlformats.org/officeDocument/2006/relationships/customXml" Target="../ink/ink87.xml"/><Relationship Id="rId29" Type="http://schemas.openxmlformats.org/officeDocument/2006/relationships/image" Target="../media/image104.png"/><Relationship Id="rId1" Type="http://schemas.openxmlformats.org/officeDocument/2006/relationships/slideLayout" Target="../slideLayouts/slideLayout8.xml"/><Relationship Id="rId6" Type="http://schemas.openxmlformats.org/officeDocument/2006/relationships/customXml" Target="../ink/ink80.xml"/><Relationship Id="rId11" Type="http://schemas.openxmlformats.org/officeDocument/2006/relationships/image" Target="../media/image95.png"/><Relationship Id="rId24" Type="http://schemas.openxmlformats.org/officeDocument/2006/relationships/customXml" Target="../ink/ink89.xml"/><Relationship Id="rId32" Type="http://schemas.openxmlformats.org/officeDocument/2006/relationships/customXml" Target="../ink/ink93.xml"/><Relationship Id="rId37" Type="http://schemas.openxmlformats.org/officeDocument/2006/relationships/image" Target="../media/image108.png"/><Relationship Id="rId5" Type="http://schemas.openxmlformats.org/officeDocument/2006/relationships/image" Target="../media/image92.png"/><Relationship Id="rId15" Type="http://schemas.openxmlformats.org/officeDocument/2006/relationships/image" Target="../media/image97.png"/><Relationship Id="rId23" Type="http://schemas.openxmlformats.org/officeDocument/2006/relationships/image" Target="../media/image101.png"/><Relationship Id="rId28" Type="http://schemas.openxmlformats.org/officeDocument/2006/relationships/customXml" Target="../ink/ink91.xml"/><Relationship Id="rId36" Type="http://schemas.openxmlformats.org/officeDocument/2006/relationships/customXml" Target="../ink/ink95.xml"/><Relationship Id="rId10" Type="http://schemas.openxmlformats.org/officeDocument/2006/relationships/customXml" Target="../ink/ink82.xml"/><Relationship Id="rId19" Type="http://schemas.openxmlformats.org/officeDocument/2006/relationships/image" Target="../media/image99.png"/><Relationship Id="rId31" Type="http://schemas.openxmlformats.org/officeDocument/2006/relationships/image" Target="../media/image105.png"/><Relationship Id="rId4" Type="http://schemas.openxmlformats.org/officeDocument/2006/relationships/customXml" Target="../ink/ink79.xml"/><Relationship Id="rId9" Type="http://schemas.openxmlformats.org/officeDocument/2006/relationships/image" Target="../media/image94.png"/><Relationship Id="rId14" Type="http://schemas.openxmlformats.org/officeDocument/2006/relationships/customXml" Target="../ink/ink84.xml"/><Relationship Id="rId22" Type="http://schemas.openxmlformats.org/officeDocument/2006/relationships/customXml" Target="../ink/ink88.xml"/><Relationship Id="rId27" Type="http://schemas.openxmlformats.org/officeDocument/2006/relationships/image" Target="../media/image103.png"/><Relationship Id="rId30" Type="http://schemas.openxmlformats.org/officeDocument/2006/relationships/customXml" Target="../ink/ink92.xml"/><Relationship Id="rId35" Type="http://schemas.openxmlformats.org/officeDocument/2006/relationships/image" Target="../media/image107.png"/><Relationship Id="rId8" Type="http://schemas.openxmlformats.org/officeDocument/2006/relationships/customXml" Target="../ink/ink81.xml"/><Relationship Id="rId3" Type="http://schemas.openxmlformats.org/officeDocument/2006/relationships/image" Target="../media/image91.png"/></Relationships>
</file>

<file path=ppt/slides/_rels/slide25.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12.png"/><Relationship Id="rId5" Type="http://schemas.openxmlformats.org/officeDocument/2006/relationships/customXml" Target="../ink/ink97.xml"/><Relationship Id="rId4" Type="http://schemas.openxmlformats.org/officeDocument/2006/relationships/image" Target="../media/image111.png"/></Relationships>
</file>

<file path=ppt/slides/_rels/slide26.xml.rels><?xml version="1.0" encoding="UTF-8" standalone="yes"?>
<Relationships xmlns="http://schemas.openxmlformats.org/package/2006/relationships"><Relationship Id="rId8" Type="http://schemas.openxmlformats.org/officeDocument/2006/relationships/image" Target="../media/image115.png"/><Relationship Id="rId13" Type="http://schemas.openxmlformats.org/officeDocument/2006/relationships/customXml" Target="../ink/ink103.xml"/><Relationship Id="rId18" Type="http://schemas.openxmlformats.org/officeDocument/2006/relationships/image" Target="../media/image120.png"/><Relationship Id="rId3" Type="http://schemas.openxmlformats.org/officeDocument/2006/relationships/customXml" Target="../ink/ink98.xml"/><Relationship Id="rId21" Type="http://schemas.openxmlformats.org/officeDocument/2006/relationships/customXml" Target="../ink/ink107.xml"/><Relationship Id="rId7" Type="http://schemas.openxmlformats.org/officeDocument/2006/relationships/customXml" Target="../ink/ink100.xml"/><Relationship Id="rId12" Type="http://schemas.openxmlformats.org/officeDocument/2006/relationships/image" Target="../media/image117.png"/><Relationship Id="rId17" Type="http://schemas.openxmlformats.org/officeDocument/2006/relationships/customXml" Target="../ink/ink105.xml"/><Relationship Id="rId2" Type="http://schemas.openxmlformats.org/officeDocument/2006/relationships/notesSlide" Target="../notesSlides/notesSlide18.xml"/><Relationship Id="rId16" Type="http://schemas.openxmlformats.org/officeDocument/2006/relationships/image" Target="../media/image119.png"/><Relationship Id="rId20" Type="http://schemas.openxmlformats.org/officeDocument/2006/relationships/image" Target="../media/image121.png"/><Relationship Id="rId1" Type="http://schemas.openxmlformats.org/officeDocument/2006/relationships/slideLayout" Target="../slideLayouts/slideLayout2.xml"/><Relationship Id="rId6" Type="http://schemas.openxmlformats.org/officeDocument/2006/relationships/image" Target="../media/image114.png"/><Relationship Id="rId11" Type="http://schemas.openxmlformats.org/officeDocument/2006/relationships/customXml" Target="../ink/ink102.xml"/><Relationship Id="rId5" Type="http://schemas.openxmlformats.org/officeDocument/2006/relationships/customXml" Target="../ink/ink99.xml"/><Relationship Id="rId15" Type="http://schemas.openxmlformats.org/officeDocument/2006/relationships/customXml" Target="../ink/ink104.xml"/><Relationship Id="rId10" Type="http://schemas.openxmlformats.org/officeDocument/2006/relationships/image" Target="../media/image116.png"/><Relationship Id="rId19" Type="http://schemas.openxmlformats.org/officeDocument/2006/relationships/customXml" Target="../ink/ink106.xml"/><Relationship Id="rId4" Type="http://schemas.openxmlformats.org/officeDocument/2006/relationships/image" Target="../media/image113.png"/><Relationship Id="rId9" Type="http://schemas.openxmlformats.org/officeDocument/2006/relationships/customXml" Target="../ink/ink101.xml"/><Relationship Id="rId14" Type="http://schemas.openxmlformats.org/officeDocument/2006/relationships/image" Target="../media/image118.png"/><Relationship Id="rId22" Type="http://schemas.openxmlformats.org/officeDocument/2006/relationships/image" Target="../media/image122.png"/></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123.png"/><Relationship Id="rId4" Type="http://schemas.openxmlformats.org/officeDocument/2006/relationships/customXml" Target="../ink/ink108.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124.png"/><Relationship Id="rId4" Type="http://schemas.openxmlformats.org/officeDocument/2006/relationships/customXml" Target="../ink/ink109.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125.png"/><Relationship Id="rId4" Type="http://schemas.openxmlformats.org/officeDocument/2006/relationships/customXml" Target="../ink/ink110.xml"/></Relationships>
</file>

<file path=ppt/slides/_rels/slide30.xml.rels><?xml version="1.0" encoding="UTF-8" standalone="yes"?>
<Relationships xmlns="http://schemas.openxmlformats.org/package/2006/relationships"><Relationship Id="rId3" Type="http://schemas.openxmlformats.org/officeDocument/2006/relationships/hyperlink" Target="https://www.google.com/search?q=speedtest&amp;oq=speedtest&amp;gs_lcrp=EgZjaHJvbWUqDggAEEUYJxg7GIAEGIoFMg4IABBFGCcYOxiABBiKBTIGCAEQRRg7MgoIAhAAGLEDGIAEMgYIAxBFGDwyBggEEEUYPDIGCAUQRRg9MgYIBhBFGEEyBggHEAUYQNIBCDE0MTJqMGo3qAIAsAIA&amp;sourceid=chrome&amp;ie=UTF-8"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126.png"/><Relationship Id="rId4" Type="http://schemas.openxmlformats.org/officeDocument/2006/relationships/customXml" Target="../ink/ink111.xml"/></Relationships>
</file>

<file path=ppt/slides/_rels/slide31.xml.rels><?xml version="1.0" encoding="UTF-8" standalone="yes"?>
<Relationships xmlns="http://schemas.openxmlformats.org/package/2006/relationships"><Relationship Id="rId3" Type="http://schemas.openxmlformats.org/officeDocument/2006/relationships/image" Target="../media/image127.png"/><Relationship Id="rId2" Type="http://schemas.microsoft.com/office/2011/relationships/webextension" Target="../webextensions/webextension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28.png"/><Relationship Id="rId2" Type="http://schemas.microsoft.com/office/2011/relationships/webextension" Target="../webextensions/webextension3.xml"/><Relationship Id="rId1" Type="http://schemas.openxmlformats.org/officeDocument/2006/relationships/slideLayout" Target="../slideLayouts/slideLayout2.xml"/><Relationship Id="rId5" Type="http://schemas.openxmlformats.org/officeDocument/2006/relationships/image" Target="../media/image129.png"/><Relationship Id="rId4" Type="http://schemas.microsoft.com/office/2011/relationships/webextension" Target="../webextensions/webextension4.xml"/></Relationships>
</file>

<file path=ppt/slides/_rels/slide33.xml.rels><?xml version="1.0" encoding="UTF-8" standalone="yes"?>
<Relationships xmlns="http://schemas.openxmlformats.org/package/2006/relationships"><Relationship Id="rId3" Type="http://schemas.openxmlformats.org/officeDocument/2006/relationships/image" Target="../media/image130.png"/><Relationship Id="rId2" Type="http://schemas.microsoft.com/office/2011/relationships/webextension" Target="../webextensions/webextension5.xml"/><Relationship Id="rId1" Type="http://schemas.openxmlformats.org/officeDocument/2006/relationships/slideLayout" Target="../slideLayouts/slideLayout2.xml"/><Relationship Id="rId5" Type="http://schemas.microsoft.com/office/2011/relationships/webextension" Target="../webextensions/webextension7.xml"/><Relationship Id="rId4" Type="http://schemas.microsoft.com/office/2011/relationships/webextension" Target="../webextensions/webextension6.xml"/></Relationships>
</file>

<file path=ppt/slides/_rels/slide34.xml.rels><?xml version="1.0" encoding="UTF-8" standalone="yes"?>
<Relationships xmlns="http://schemas.openxmlformats.org/package/2006/relationships"><Relationship Id="rId3" Type="http://schemas.openxmlformats.org/officeDocument/2006/relationships/image" Target="../media/image131.png"/><Relationship Id="rId2" Type="http://schemas.microsoft.com/office/2011/relationships/webextension" Target="../webextensions/webextension8.xml"/><Relationship Id="rId1" Type="http://schemas.openxmlformats.org/officeDocument/2006/relationships/slideLayout" Target="../slideLayouts/slideLayout2.xml"/><Relationship Id="rId6" Type="http://schemas.microsoft.com/office/2011/relationships/webextension" Target="../webextensions/webextension11.xml"/><Relationship Id="rId5" Type="http://schemas.microsoft.com/office/2011/relationships/webextension" Target="../webextensions/webextension10.xml"/><Relationship Id="rId4" Type="http://schemas.microsoft.com/office/2011/relationships/webextension" Target="../webextensions/webextension9.xml"/></Relationships>
</file>

<file path=ppt/slides/_rels/slide35.xml.rels><?xml version="1.0" encoding="UTF-8" standalone="yes"?>
<Relationships xmlns="http://schemas.openxmlformats.org/package/2006/relationships"><Relationship Id="rId3" Type="http://schemas.openxmlformats.org/officeDocument/2006/relationships/image" Target="../media/image127.png"/><Relationship Id="rId7" Type="http://schemas.microsoft.com/office/2011/relationships/webextension" Target="../webextensions/webextension16.xml"/><Relationship Id="rId2" Type="http://schemas.microsoft.com/office/2011/relationships/webextension" Target="../webextensions/webextension12.xml"/><Relationship Id="rId1" Type="http://schemas.openxmlformats.org/officeDocument/2006/relationships/slideLayout" Target="../slideLayouts/slideLayout2.xml"/><Relationship Id="rId6" Type="http://schemas.microsoft.com/office/2011/relationships/webextension" Target="../webextensions/webextension15.xml"/><Relationship Id="rId5" Type="http://schemas.microsoft.com/office/2011/relationships/webextension" Target="../webextensions/webextension14.xml"/><Relationship Id="rId4" Type="http://schemas.microsoft.com/office/2011/relationships/webextension" Target="../webextensions/webextension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10.xml"/><Relationship Id="rId5" Type="http://schemas.openxmlformats.org/officeDocument/2006/relationships/image" Target="../media/image132.png"/><Relationship Id="rId4" Type="http://schemas.openxmlformats.org/officeDocument/2006/relationships/customXml" Target="../ink/ink112.xml"/></Relationships>
</file>

<file path=ppt/slides/_rels/slide38.xml.rels><?xml version="1.0" encoding="UTF-8" standalone="yes"?>
<Relationships xmlns="http://schemas.openxmlformats.org/package/2006/relationships"><Relationship Id="rId3" Type="http://schemas.openxmlformats.org/officeDocument/2006/relationships/customXml" Target="../ink/ink113.xml"/><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33.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1A2B4A">
            <a:alpha val="100000"/>
          </a:srgbClr>
        </a:solidFill>
        <a:effectLst/>
      </p:bgPr>
    </p:bg>
    <p:spTree>
      <p:nvGrpSpPr>
        <p:cNvPr id="1" name=""/>
        <p:cNvGrpSpPr/>
        <p:nvPr/>
      </p:nvGrpSpPr>
      <p:grpSpPr>
        <a:xfrm>
          <a:off x="0" y="0"/>
          <a:ext cx="0" cy="0"/>
          <a:chOff x="0" y="0"/>
          <a:chExt cx="0" cy="0"/>
        </a:xfrm>
      </p:grpSpPr>
      <p:sp>
        <p:nvSpPr>
          <p:cNvPr id="49" name="Oval 48">
            <a:extLst>
              <a:ext uri="{FF2B5EF4-FFF2-40B4-BE49-F238E27FC236}">
                <a16:creationId xmlns:a16="http://schemas.microsoft.com/office/drawing/2014/main" id="{7BFD93F7-FDD7-C445-A7EF-748E75974A12}"/>
              </a:ext>
            </a:extLst>
          </p:cNvPr>
          <p:cNvSpPr/>
          <p:nvPr/>
        </p:nvSpPr>
        <p:spPr>
          <a:xfrm>
            <a:off x="11049000" y="5791200"/>
            <a:ext cx="889000" cy="889000"/>
          </a:xfrm>
          <a:prstGeom prst="ellipse">
            <a:avLst/>
          </a:prstGeom>
          <a:solidFill>
            <a:srgbClr val="FFFF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pic>
        <p:nvPicPr>
          <p:cNvPr id="48" name="Picture 47">
            <a:extLst>
              <a:ext uri="{FF2B5EF4-FFF2-40B4-BE49-F238E27FC236}">
                <a16:creationId xmlns:a16="http://schemas.microsoft.com/office/drawing/2014/main" id="{8E630E21-93C9-671A-41A6-E69874E3651E}"/>
              </a:ext>
            </a:extLst>
          </p:cNvPr>
          <p:cNvPicPr>
            <a:picLocks noChangeAspect="1"/>
          </p:cNvPicPr>
          <p:nvPr/>
        </p:nvPicPr>
        <p:blipFill>
          <a:blip r:embed="rId3"/>
          <a:stretch>
            <a:fillRect/>
          </a:stretch>
        </p:blipFill>
        <p:spPr>
          <a:xfrm>
            <a:off x="11125200" y="5867400"/>
            <a:ext cx="736600" cy="736600"/>
          </a:xfrm>
          <a:prstGeom prst="rect">
            <a:avLst/>
          </a:prstGeom>
        </p:spPr>
      </p:pic>
      <p:sp>
        <p:nvSpPr>
          <p:cNvPr id="6" name="TextBox 5">
            <a:extLst>
              <a:ext uri="{FF2B5EF4-FFF2-40B4-BE49-F238E27FC236}">
                <a16:creationId xmlns:a16="http://schemas.microsoft.com/office/drawing/2014/main" id="{F0514A78-E399-BC42-A905-7EBE7FD6FACC}"/>
              </a:ext>
            </a:extLst>
          </p:cNvPr>
          <p:cNvSpPr txBox="1"/>
          <p:nvPr/>
        </p:nvSpPr>
        <p:spPr>
          <a:xfrm>
            <a:off x="846666" y="1866900"/>
            <a:ext cx="10498666" cy="1143000"/>
          </a:xfrm>
          <a:prstGeom prst="rect">
            <a:avLst/>
          </a:prstGeom>
          <a:noFill/>
        </p:spPr>
        <p:txBody>
          <a:bodyPr vertOverflow="overflow" vert="horz" wrap="square" lIns="91440" tIns="45720" rIns="91440" bIns="45720" rtlCol="0" anchor="t">
            <a:noAutofit/>
          </a:bodyPr>
          <a:lstStyle/>
          <a:p>
            <a:pPr algn="ctr">
              <a:lnSpc>
                <a:spcPts val="4200"/>
              </a:lnSpc>
            </a:pPr>
            <a:r>
              <a:rPr lang="en-US" sz="4000" b="1">
                <a:solidFill>
                  <a:schemeClr val="bg1"/>
                </a:solidFill>
                <a:ea typeface="+mn-lt"/>
                <a:cs typeface="+mn-lt"/>
              </a:rPr>
              <a:t>Computer Networks: Session 2</a:t>
            </a:r>
          </a:p>
          <a:p>
            <a:pPr algn="ctr">
              <a:lnSpc>
                <a:spcPts val="4200"/>
              </a:lnSpc>
            </a:pPr>
            <a:r>
              <a:rPr lang="en-US" sz="4000" b="1">
                <a:solidFill>
                  <a:schemeClr val="bg1"/>
                </a:solidFill>
                <a:ea typeface="+mn-lt"/>
                <a:cs typeface="+mn-lt"/>
              </a:rPr>
              <a:t>INAE Faculty Mentorship Program</a:t>
            </a:r>
          </a:p>
          <a:p>
            <a:pPr algn="ctr">
              <a:lnSpc>
                <a:spcPts val="4200"/>
              </a:lnSpc>
            </a:pPr>
            <a:endParaRPr lang="en-US" sz="4000">
              <a:solidFill>
                <a:schemeClr val="bg1"/>
              </a:solidFill>
            </a:endParaRPr>
          </a:p>
        </p:txBody>
      </p:sp>
      <p:sp>
        <p:nvSpPr>
          <p:cNvPr id="25" name="TextBox 24">
            <a:extLst>
              <a:ext uri="{FF2B5EF4-FFF2-40B4-BE49-F238E27FC236}">
                <a16:creationId xmlns:a16="http://schemas.microsoft.com/office/drawing/2014/main" id="{3ED20DCF-438D-7E4B-A69C-938689848155}"/>
              </a:ext>
            </a:extLst>
          </p:cNvPr>
          <p:cNvSpPr txBox="1"/>
          <p:nvPr/>
        </p:nvSpPr>
        <p:spPr>
          <a:xfrm>
            <a:off x="850900" y="4381500"/>
            <a:ext cx="10490200" cy="1446550"/>
          </a:xfrm>
          <a:prstGeom prst="rect">
            <a:avLst/>
          </a:prstGeom>
          <a:noFill/>
        </p:spPr>
        <p:txBody>
          <a:bodyPr vertOverflow="overflow" vert="horz" wrap="square" lIns="91440" tIns="45720" rIns="91440" bIns="45720" rtlCol="0" anchor="t">
            <a:spAutoFit/>
          </a:bodyPr>
          <a:lstStyle/>
          <a:p>
            <a:pPr algn="ctr"/>
            <a:r>
              <a:rPr lang="en-US" sz="2200" b="1">
                <a:solidFill>
                  <a:srgbClr val="FFFFFF"/>
                </a:solidFill>
              </a:rPr>
              <a:t>Tarun Mangla</a:t>
            </a:r>
            <a:endParaRPr lang="en-US" sz="2200">
              <a:solidFill>
                <a:srgbClr val="000000"/>
              </a:solidFill>
            </a:endParaRPr>
          </a:p>
          <a:p>
            <a:pPr algn="ctr">
              <a:spcBef>
                <a:spcPts val="0"/>
              </a:spcBef>
              <a:spcAft>
                <a:spcPts val="0"/>
              </a:spcAft>
            </a:pPr>
            <a:r>
              <a:rPr lang="en-US" sz="2200">
                <a:solidFill>
                  <a:srgbClr val="A8C0E0"/>
                </a:solidFill>
              </a:rPr>
              <a:t>Assistant Professor,</a:t>
            </a:r>
          </a:p>
          <a:p>
            <a:pPr algn="ctr">
              <a:spcBef>
                <a:spcPts val="0"/>
              </a:spcBef>
              <a:spcAft>
                <a:spcPts val="0"/>
              </a:spcAft>
            </a:pPr>
            <a:r>
              <a:rPr lang="en-US" sz="2200">
                <a:solidFill>
                  <a:srgbClr val="A8C0E0"/>
                </a:solidFill>
              </a:rPr>
              <a:t>Department of Computer Science &amp; Engineering, </a:t>
            </a:r>
          </a:p>
          <a:p>
            <a:pPr algn="ctr">
              <a:spcBef>
                <a:spcPts val="0"/>
              </a:spcBef>
              <a:spcAft>
                <a:spcPts val="0"/>
              </a:spcAft>
            </a:pPr>
            <a:r>
              <a:rPr lang="en-US" sz="2200">
                <a:solidFill>
                  <a:srgbClr val="A8C0E0"/>
                </a:solidFill>
              </a:rPr>
              <a:t>IIT Delhi</a:t>
            </a:r>
            <a:endParaRPr lang="en-US" sz="2200"/>
          </a:p>
        </p:txBody>
      </p:sp>
      <p:sp>
        <p:nvSpPr>
          <p:cNvPr id="27" name="Rectangle 26">
            <a:extLst>
              <a:ext uri="{FF2B5EF4-FFF2-40B4-BE49-F238E27FC236}">
                <a16:creationId xmlns:a16="http://schemas.microsoft.com/office/drawing/2014/main" id="{1F5AAF8B-A522-7742-AD67-40E524CE31EF}"/>
              </a:ext>
            </a:extLst>
          </p:cNvPr>
          <p:cNvSpPr/>
          <p:nvPr/>
        </p:nvSpPr>
        <p:spPr>
          <a:xfrm>
            <a:off x="846666" y="4311650"/>
            <a:ext cx="10490200" cy="25400"/>
          </a:xfrm>
          <a:prstGeom prst="rect">
            <a:avLst/>
          </a:prstGeom>
          <a:solidFill>
            <a:srgbClr val="CC00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Rectangle 10">
            <a:extLst>
              <a:ext uri="{FF2B5EF4-FFF2-40B4-BE49-F238E27FC236}">
                <a16:creationId xmlns:a16="http://schemas.microsoft.com/office/drawing/2014/main" id="{60466754-E1C3-2A43-B795-2B93DF652D92}"/>
              </a:ext>
            </a:extLst>
          </p:cNvPr>
          <p:cNvSpPr/>
          <p:nvPr/>
        </p:nvSpPr>
        <p:spPr>
          <a:xfrm>
            <a:off x="0" y="6731000"/>
            <a:ext cx="12192000" cy="127000"/>
          </a:xfrm>
          <a:prstGeom prst="rect">
            <a:avLst/>
          </a:prstGeom>
          <a:solidFill>
            <a:srgbClr val="E8500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Rectangle 3">
            <a:extLst>
              <a:ext uri="{FF2B5EF4-FFF2-40B4-BE49-F238E27FC236}">
                <a16:creationId xmlns:a16="http://schemas.microsoft.com/office/drawing/2014/main" id="{326A4983-D4B0-B549-A018-A4DE388BBE8C}"/>
              </a:ext>
            </a:extLst>
          </p:cNvPr>
          <p:cNvSpPr/>
          <p:nvPr/>
        </p:nvSpPr>
        <p:spPr>
          <a:xfrm>
            <a:off x="0" y="0"/>
            <a:ext cx="12192000" cy="101600"/>
          </a:xfrm>
          <a:prstGeom prst="rect">
            <a:avLst/>
          </a:prstGeom>
          <a:solidFill>
            <a:srgbClr val="E8500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E773E1AE-4872-0D0A-046D-DC44FCA5A8AB}"/>
                  </a:ext>
                </a:extLst>
              </p14:cNvPr>
              <p14:cNvContentPartPr/>
              <p14:nvPr/>
            </p14:nvContentPartPr>
            <p14:xfrm>
              <a:off x="1495440" y="291600"/>
              <a:ext cx="310320" cy="138600"/>
            </p14:xfrm>
          </p:contentPart>
        </mc:Choice>
        <mc:Fallback>
          <p:pic>
            <p:nvPicPr>
              <p:cNvPr id="2" name="Ink 1">
                <a:extLst>
                  <a:ext uri="{FF2B5EF4-FFF2-40B4-BE49-F238E27FC236}">
                    <a16:creationId xmlns:a16="http://schemas.microsoft.com/office/drawing/2014/main" id="{E773E1AE-4872-0D0A-046D-DC44FCA5A8AB}"/>
                  </a:ext>
                </a:extLst>
              </p:cNvPr>
              <p:cNvPicPr/>
              <p:nvPr/>
            </p:nvPicPr>
            <p:blipFill>
              <a:blip r:embed="rId5"/>
              <a:stretch>
                <a:fillRect/>
              </a:stretch>
            </p:blipFill>
            <p:spPr>
              <a:xfrm>
                <a:off x="1486080" y="282240"/>
                <a:ext cx="329040" cy="157320"/>
              </a:xfrm>
              <a:prstGeom prst="rect">
                <a:avLst/>
              </a:prstGeom>
            </p:spPr>
          </p:pic>
        </mc:Fallback>
      </mc:AlternateContent>
    </p:spTree>
    <p:extLst>
      <p:ext uri="{BB962C8B-B14F-4D97-AF65-F5344CB8AC3E}">
        <p14:creationId xmlns:p14="http://schemas.microsoft.com/office/powerpoint/2010/main" val="39241037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2783EFFE-D3DB-AAAD-5CD7-25AD5B1FF43D}"/>
              </a:ext>
            </a:extLst>
          </p:cNvPr>
          <p:cNvSpPr>
            <a:spLocks noGrp="1"/>
          </p:cNvSpPr>
          <p:nvPr>
            <p:ph type="title"/>
          </p:nvPr>
        </p:nvSpPr>
        <p:spPr/>
        <p:txBody>
          <a:bodyPr>
            <a:normAutofit/>
          </a:bodyPr>
          <a:lstStyle/>
          <a:p>
            <a:r>
              <a:rPr lang="en-US" sz="3600"/>
              <a:t>Session Expectations</a:t>
            </a:r>
          </a:p>
        </p:txBody>
      </p:sp>
      <p:sp>
        <p:nvSpPr>
          <p:cNvPr id="2" name="Text Placeholder 1">
            <a:extLst>
              <a:ext uri="{FF2B5EF4-FFF2-40B4-BE49-F238E27FC236}">
                <a16:creationId xmlns:a16="http://schemas.microsoft.com/office/drawing/2014/main" id="{0F300117-0992-0B5F-90CF-0B1DCEF83E32}"/>
              </a:ext>
            </a:extLst>
          </p:cNvPr>
          <p:cNvSpPr>
            <a:spLocks noGrp="1"/>
          </p:cNvSpPr>
          <p:nvPr>
            <p:ph type="body" idx="1"/>
          </p:nvPr>
        </p:nvSpPr>
        <p:spPr/>
        <p:txBody>
          <a:bodyPr/>
          <a:lstStyle/>
          <a:p>
            <a:r>
              <a:rPr lang="en-US"/>
              <a:t>Not a course on networks — a course on </a:t>
            </a:r>
            <a:r>
              <a:rPr lang="en-US" b="1"/>
              <a:t>teaching</a:t>
            </a:r>
            <a:r>
              <a:rPr lang="en-US"/>
              <a:t> networks</a:t>
            </a:r>
          </a:p>
          <a:p>
            <a:endParaRPr lang="en-US"/>
          </a:p>
          <a:p>
            <a:r>
              <a:rPr lang="en-US" b="1"/>
              <a:t>Case studies and discussion</a:t>
            </a:r>
            <a:r>
              <a:rPr lang="en-US"/>
              <a:t>, not lectures</a:t>
            </a:r>
          </a:p>
          <a:p>
            <a:endParaRPr lang="en-US"/>
          </a:p>
          <a:p>
            <a:r>
              <a:rPr lang="en-US" b="1"/>
              <a:t>Everyone contributes</a:t>
            </a:r>
          </a:p>
          <a:p>
            <a:pPr lvl="1"/>
            <a:r>
              <a:rPr lang="en-US"/>
              <a:t>More fun</a:t>
            </a:r>
          </a:p>
          <a:p>
            <a:pPr lvl="1"/>
            <a:r>
              <a:rPr lang="en-US"/>
              <a:t>Your question is probably someone else's too</a:t>
            </a:r>
          </a:p>
        </p:txBody>
      </p:sp>
      <p:sp>
        <p:nvSpPr>
          <p:cNvPr id="5" name="Slide Number Placeholder 4">
            <a:extLst>
              <a:ext uri="{FF2B5EF4-FFF2-40B4-BE49-F238E27FC236}">
                <a16:creationId xmlns:a16="http://schemas.microsoft.com/office/drawing/2014/main" id="{041FCB76-3155-1568-700A-E4595A9A1C81}"/>
              </a:ext>
            </a:extLst>
          </p:cNvPr>
          <p:cNvSpPr>
            <a:spLocks noGrp="1"/>
          </p:cNvSpPr>
          <p:nvPr>
            <p:ph type="sldNum" sz="quarter" idx="4294967295"/>
          </p:nvPr>
        </p:nvSpPr>
        <p:spPr>
          <a:xfrm>
            <a:off x="9448800" y="6356350"/>
            <a:ext cx="2743200" cy="365125"/>
          </a:xfrm>
        </p:spPr>
        <p:txBody>
          <a:bodyPr/>
          <a:lstStyle/>
          <a:p>
            <a:fld id="{B5CEABB6-07DC-46E8-9B57-56EC44A396E5}" type="slidenum">
              <a:rPr lang="en-US" smtClean="0"/>
              <a:pPr/>
              <a:t>2</a:t>
            </a:fld>
            <a:endParaRPr lang="en-US"/>
          </a:p>
        </p:txBody>
      </p:sp>
    </p:spTree>
    <p:extLst>
      <p:ext uri="{BB962C8B-B14F-4D97-AF65-F5344CB8AC3E}">
        <p14:creationId xmlns:p14="http://schemas.microsoft.com/office/powerpoint/2010/main" val="20821829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776C9-B0B5-7214-B86C-D4279B1049B9}"/>
              </a:ext>
            </a:extLst>
          </p:cNvPr>
          <p:cNvSpPr>
            <a:spLocks noGrp="1"/>
          </p:cNvSpPr>
          <p:nvPr>
            <p:ph type="title"/>
          </p:nvPr>
        </p:nvSpPr>
        <p:spPr/>
        <p:txBody>
          <a:bodyPr/>
          <a:lstStyle/>
          <a:p>
            <a:r>
              <a:rPr lang="en-US"/>
              <a:t>Recap</a:t>
            </a:r>
          </a:p>
        </p:txBody>
      </p:sp>
      <p:sp>
        <p:nvSpPr>
          <p:cNvPr id="3" name="Text Placeholder 2">
            <a:extLst>
              <a:ext uri="{FF2B5EF4-FFF2-40B4-BE49-F238E27FC236}">
                <a16:creationId xmlns:a16="http://schemas.microsoft.com/office/drawing/2014/main" id="{852F545E-74F4-8E0C-2E43-BE1F1F979160}"/>
              </a:ext>
            </a:extLst>
          </p:cNvPr>
          <p:cNvSpPr>
            <a:spLocks noGrp="1"/>
          </p:cNvSpPr>
          <p:nvPr>
            <p:ph type="body" idx="1"/>
          </p:nvPr>
        </p:nvSpPr>
        <p:spPr>
          <a:xfrm>
            <a:off x="415600" y="1279055"/>
            <a:ext cx="5985200" cy="4555200"/>
          </a:xfrm>
        </p:spPr>
        <p:txBody>
          <a:bodyPr>
            <a:normAutofit/>
          </a:bodyPr>
          <a:lstStyle/>
          <a:p>
            <a:r>
              <a:rPr lang="en-US" b="1"/>
              <a:t>Overview of the Internet</a:t>
            </a:r>
          </a:p>
          <a:p>
            <a:pPr lvl="1"/>
            <a:r>
              <a:rPr lang="en-US"/>
              <a:t>switched networks, decentralization for scale and resiliency, 3-tiered Internet structure, packet switching vs circuit switching</a:t>
            </a:r>
          </a:p>
          <a:p>
            <a:pPr lvl="2"/>
            <a:endParaRPr lang="en-US"/>
          </a:p>
          <a:p>
            <a:pPr marL="1405431" lvl="2" indent="0">
              <a:buNone/>
            </a:pPr>
            <a:endParaRPr lang="en-US"/>
          </a:p>
          <a:p>
            <a:pPr lvl="2"/>
            <a:endParaRPr lang="en-US"/>
          </a:p>
          <a:p>
            <a:r>
              <a:rPr lang="en-US" b="1"/>
              <a:t>Pedagogy</a:t>
            </a:r>
          </a:p>
          <a:p>
            <a:pPr lvl="1"/>
            <a:r>
              <a:rPr lang="en-US"/>
              <a:t>Design from first principles</a:t>
            </a:r>
          </a:p>
          <a:p>
            <a:pPr lvl="1"/>
            <a:r>
              <a:rPr lang="en-US"/>
              <a:t>Focusing on the why and design  trade-offs</a:t>
            </a:r>
          </a:p>
          <a:p>
            <a:pPr lvl="1"/>
            <a:endParaRPr lang="en-US" b="1"/>
          </a:p>
        </p:txBody>
      </p:sp>
      <p:pic>
        <p:nvPicPr>
          <p:cNvPr id="4" name="Picture 3" descr="A diagram of a cloud network&#10;&#10;Description automatically generated">
            <a:extLst>
              <a:ext uri="{FF2B5EF4-FFF2-40B4-BE49-F238E27FC236}">
                <a16:creationId xmlns:a16="http://schemas.microsoft.com/office/drawing/2014/main" id="{66FC4B10-A243-63AE-D1C4-677779187739}"/>
              </a:ext>
            </a:extLst>
          </p:cNvPr>
          <p:cNvPicPr>
            <a:picLocks noChangeAspect="1"/>
          </p:cNvPicPr>
          <p:nvPr/>
        </p:nvPicPr>
        <p:blipFill>
          <a:blip r:embed="rId3"/>
          <a:stretch>
            <a:fillRect/>
          </a:stretch>
        </p:blipFill>
        <p:spPr>
          <a:xfrm>
            <a:off x="7008491" y="2081891"/>
            <a:ext cx="4336256" cy="3752364"/>
          </a:xfrm>
          <a:prstGeom prst="rect">
            <a:avLst/>
          </a:prstGeom>
        </p:spPr>
      </p:pic>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49267D5E-1249-30E3-BBEC-A2D5F76C2B2B}"/>
                  </a:ext>
                </a:extLst>
              </p14:cNvPr>
              <p14:cNvContentPartPr/>
              <p14:nvPr/>
            </p14:nvContentPartPr>
            <p14:xfrm>
              <a:off x="210600" y="905760"/>
              <a:ext cx="11695320" cy="3542040"/>
            </p14:xfrm>
          </p:contentPart>
        </mc:Choice>
        <mc:Fallback>
          <p:pic>
            <p:nvPicPr>
              <p:cNvPr id="5" name="Ink 4">
                <a:extLst>
                  <a:ext uri="{FF2B5EF4-FFF2-40B4-BE49-F238E27FC236}">
                    <a16:creationId xmlns:a16="http://schemas.microsoft.com/office/drawing/2014/main" id="{49267D5E-1249-30E3-BBEC-A2D5F76C2B2B}"/>
                  </a:ext>
                </a:extLst>
              </p:cNvPr>
              <p:cNvPicPr/>
              <p:nvPr/>
            </p:nvPicPr>
            <p:blipFill>
              <a:blip r:embed="rId5"/>
              <a:stretch>
                <a:fillRect/>
              </a:stretch>
            </p:blipFill>
            <p:spPr>
              <a:xfrm>
                <a:off x="201240" y="896400"/>
                <a:ext cx="11714040" cy="3560760"/>
              </a:xfrm>
              <a:prstGeom prst="rect">
                <a:avLst/>
              </a:prstGeom>
            </p:spPr>
          </p:pic>
        </mc:Fallback>
      </mc:AlternateContent>
    </p:spTree>
    <p:extLst>
      <p:ext uri="{BB962C8B-B14F-4D97-AF65-F5344CB8AC3E}">
        <p14:creationId xmlns:p14="http://schemas.microsoft.com/office/powerpoint/2010/main" val="35812579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FD6D8-BBC0-91E3-BCCA-FC8129C8A7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623DDA-BEA2-A0D9-D839-6FF81C7060EF}"/>
              </a:ext>
            </a:extLst>
          </p:cNvPr>
          <p:cNvSpPr>
            <a:spLocks noGrp="1"/>
          </p:cNvSpPr>
          <p:nvPr>
            <p:ph type="title"/>
          </p:nvPr>
        </p:nvSpPr>
        <p:spPr/>
        <p:txBody>
          <a:bodyPr/>
          <a:lstStyle/>
          <a:p>
            <a:r>
              <a:rPr lang="en-US"/>
              <a:t>Today’s session: How to design and implement Internet?</a:t>
            </a:r>
          </a:p>
        </p:txBody>
      </p:sp>
      <p:sp>
        <p:nvSpPr>
          <p:cNvPr id="3" name="Content Placeholder 2">
            <a:extLst>
              <a:ext uri="{FF2B5EF4-FFF2-40B4-BE49-F238E27FC236}">
                <a16:creationId xmlns:a16="http://schemas.microsoft.com/office/drawing/2014/main" id="{E228E7AC-B76B-8901-9FD7-7D5A6DAD6590}"/>
              </a:ext>
            </a:extLst>
          </p:cNvPr>
          <p:cNvSpPr>
            <a:spLocks noGrp="1"/>
          </p:cNvSpPr>
          <p:nvPr>
            <p:ph sz="half" idx="1"/>
          </p:nvPr>
        </p:nvSpPr>
        <p:spPr/>
        <p:txBody>
          <a:bodyPr/>
          <a:lstStyle/>
          <a:p>
            <a:pPr marL="0" indent="0" algn="ctr">
              <a:buNone/>
            </a:pPr>
            <a:r>
              <a:rPr lang="en-US" b="1"/>
              <a:t>Common Network Services</a:t>
            </a:r>
          </a:p>
          <a:p>
            <a:r>
              <a:rPr lang="en-US"/>
              <a:t>Data transmission (encoding, decoding)</a:t>
            </a:r>
          </a:p>
          <a:p>
            <a:r>
              <a:rPr lang="en-US"/>
              <a:t>Reliability</a:t>
            </a:r>
          </a:p>
          <a:p>
            <a:r>
              <a:rPr lang="en-US"/>
              <a:t>Addressing/routing</a:t>
            </a:r>
          </a:p>
          <a:p>
            <a:r>
              <a:rPr lang="en-US"/>
              <a:t>Congestion control</a:t>
            </a:r>
          </a:p>
          <a:p>
            <a:r>
              <a:rPr lang="en-US"/>
              <a:t>In-order delivery</a:t>
            </a:r>
          </a:p>
          <a:p>
            <a:r>
              <a:rPr lang="en-US"/>
              <a:t>..</a:t>
            </a:r>
          </a:p>
          <a:p>
            <a:endParaRPr lang="en-US"/>
          </a:p>
        </p:txBody>
      </p:sp>
      <p:sp>
        <p:nvSpPr>
          <p:cNvPr id="4" name="Content Placeholder 3">
            <a:extLst>
              <a:ext uri="{FF2B5EF4-FFF2-40B4-BE49-F238E27FC236}">
                <a16:creationId xmlns:a16="http://schemas.microsoft.com/office/drawing/2014/main" id="{E6DB5FAE-884F-0DCE-3394-36FFEC9F4BF3}"/>
              </a:ext>
            </a:extLst>
          </p:cNvPr>
          <p:cNvSpPr>
            <a:spLocks noGrp="1"/>
          </p:cNvSpPr>
          <p:nvPr>
            <p:ph sz="half" idx="2"/>
          </p:nvPr>
        </p:nvSpPr>
        <p:spPr/>
        <p:txBody>
          <a:bodyPr/>
          <a:lstStyle/>
          <a:p>
            <a:pPr marL="0" indent="0" algn="ctr">
              <a:buNone/>
            </a:pPr>
            <a:r>
              <a:rPr lang="en-US" b="1"/>
              <a:t>Network structure</a:t>
            </a:r>
          </a:p>
        </p:txBody>
      </p:sp>
      <p:sp>
        <p:nvSpPr>
          <p:cNvPr id="6" name="Slide Number Placeholder 5">
            <a:extLst>
              <a:ext uri="{FF2B5EF4-FFF2-40B4-BE49-F238E27FC236}">
                <a16:creationId xmlns:a16="http://schemas.microsoft.com/office/drawing/2014/main" id="{ED77EE22-598B-5DB1-0474-318825C908A4}"/>
              </a:ext>
            </a:extLst>
          </p:cNvPr>
          <p:cNvSpPr>
            <a:spLocks noGrp="1"/>
          </p:cNvSpPr>
          <p:nvPr>
            <p:ph type="sldNum" sz="quarter" idx="12"/>
          </p:nvPr>
        </p:nvSpPr>
        <p:spPr/>
        <p:txBody>
          <a:bodyPr/>
          <a:lstStyle/>
          <a:p>
            <a:fld id="{B5CEABB6-07DC-46E8-9B57-56EC44A396E5}" type="slidenum">
              <a:rPr lang="en-US" smtClean="0"/>
              <a:pPr/>
              <a:t>4</a:t>
            </a:fld>
            <a:endParaRPr lang="en-US"/>
          </a:p>
        </p:txBody>
      </p:sp>
      <p:pic>
        <p:nvPicPr>
          <p:cNvPr id="7" name="Picture 6" descr="A diagram of a cloud network&#10;&#10;Description automatically generated">
            <a:extLst>
              <a:ext uri="{FF2B5EF4-FFF2-40B4-BE49-F238E27FC236}">
                <a16:creationId xmlns:a16="http://schemas.microsoft.com/office/drawing/2014/main" id="{6ADB35FA-D67C-BDAF-D7C8-BC867BEFE418}"/>
              </a:ext>
            </a:extLst>
          </p:cNvPr>
          <p:cNvPicPr>
            <a:picLocks noChangeAspect="1"/>
          </p:cNvPicPr>
          <p:nvPr/>
        </p:nvPicPr>
        <p:blipFill>
          <a:blip r:embed="rId3"/>
          <a:stretch>
            <a:fillRect/>
          </a:stretch>
        </p:blipFill>
        <p:spPr>
          <a:xfrm>
            <a:off x="7485890" y="2789585"/>
            <a:ext cx="3072636" cy="2658895"/>
          </a:xfrm>
          <a:prstGeom prst="rect">
            <a:avLst/>
          </a:prstGeom>
        </p:spPr>
      </p:pic>
      <p:sp>
        <p:nvSpPr>
          <p:cNvPr id="5" name="Transition Note">
            <a:extLst>
              <a:ext uri="{FF2B5EF4-FFF2-40B4-BE49-F238E27FC236}">
                <a16:creationId xmlns:a16="http://schemas.microsoft.com/office/drawing/2014/main" id="{F684B25D-5EBF-1D4E-81C1-D3726C960FA1}"/>
              </a:ext>
            </a:extLst>
          </p:cNvPr>
          <p:cNvSpPr txBox="1"/>
          <p:nvPr/>
        </p:nvSpPr>
        <p:spPr>
          <a:xfrm>
            <a:off x="838200" y="5898090"/>
            <a:ext cx="11277600" cy="514350"/>
          </a:xfrm>
          <a:prstGeom prst="rect">
            <a:avLst/>
          </a:prstGeom>
          <a:noFill/>
          <a:ln>
            <a:noFill/>
          </a:ln>
        </p:spPr>
        <p:txBody>
          <a:bodyPr vertOverflow="overflow" vert="horz" wrap="square" rtlCol="0" anchor="ctr" anchorCtr="0">
            <a:noAutofit/>
          </a:bodyPr>
          <a:lstStyle/>
          <a:p>
            <a:pPr algn="ctr"/>
            <a:r>
              <a:rPr lang="en-US" i="1">
                <a:solidFill>
                  <a:srgbClr val="404040"/>
                </a:solidFill>
              </a:rPr>
              <a:t>Given this long list of services and components, thinking about the architecture might be one way to go about it.</a:t>
            </a:r>
          </a:p>
        </p:txBody>
      </p:sp>
      <mc:AlternateContent xmlns:mc="http://schemas.openxmlformats.org/markup-compatibility/2006">
        <mc:Choice xmlns:p14="http://schemas.microsoft.com/office/powerpoint/2010/main" Requires="p14">
          <p:contentPart p14:bwMode="auto" r:id="rId4">
            <p14:nvContentPartPr>
              <p14:cNvPr id="8" name="Ink 7">
                <a:extLst>
                  <a:ext uri="{FF2B5EF4-FFF2-40B4-BE49-F238E27FC236}">
                    <a16:creationId xmlns:a16="http://schemas.microsoft.com/office/drawing/2014/main" id="{26293362-7ED4-FD59-D05A-99C1736498FB}"/>
                  </a:ext>
                </a:extLst>
              </p14:cNvPr>
              <p14:cNvContentPartPr/>
              <p14:nvPr/>
            </p14:nvContentPartPr>
            <p14:xfrm>
              <a:off x="8793720" y="2554560"/>
              <a:ext cx="2122560" cy="1483920"/>
            </p14:xfrm>
          </p:contentPart>
        </mc:Choice>
        <mc:Fallback>
          <p:pic>
            <p:nvPicPr>
              <p:cNvPr id="8" name="Ink 7">
                <a:extLst>
                  <a:ext uri="{FF2B5EF4-FFF2-40B4-BE49-F238E27FC236}">
                    <a16:creationId xmlns:a16="http://schemas.microsoft.com/office/drawing/2014/main" id="{26293362-7ED4-FD59-D05A-99C1736498FB}"/>
                  </a:ext>
                </a:extLst>
              </p:cNvPr>
              <p:cNvPicPr/>
              <p:nvPr/>
            </p:nvPicPr>
            <p:blipFill>
              <a:blip r:embed="rId5"/>
              <a:stretch>
                <a:fillRect/>
              </a:stretch>
            </p:blipFill>
            <p:spPr>
              <a:xfrm>
                <a:off x="8784360" y="2545200"/>
                <a:ext cx="2141280" cy="1502640"/>
              </a:xfrm>
              <a:prstGeom prst="rect">
                <a:avLst/>
              </a:prstGeom>
            </p:spPr>
          </p:pic>
        </mc:Fallback>
      </mc:AlternateContent>
    </p:spTree>
    <p:extLst>
      <p:ext uri="{BB962C8B-B14F-4D97-AF65-F5344CB8AC3E}">
        <p14:creationId xmlns:p14="http://schemas.microsoft.com/office/powerpoint/2010/main" val="17970176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78179-E1F4-AEEF-FC6D-F3DC62241030}"/>
              </a:ext>
            </a:extLst>
          </p:cNvPr>
          <p:cNvSpPr>
            <a:spLocks noGrp="1"/>
          </p:cNvSpPr>
          <p:nvPr>
            <p:ph type="title"/>
          </p:nvPr>
        </p:nvSpPr>
        <p:spPr/>
        <p:txBody>
          <a:bodyPr/>
          <a:lstStyle/>
          <a:p>
            <a:r>
              <a:rPr lang="en-US"/>
              <a:t>What do we mean by architecture and why is it needed?</a:t>
            </a:r>
          </a:p>
        </p:txBody>
      </p:sp>
      <p:sp>
        <p:nvSpPr>
          <p:cNvPr id="3" name="Content Placeholder 2">
            <a:extLst>
              <a:ext uri="{FF2B5EF4-FFF2-40B4-BE49-F238E27FC236}">
                <a16:creationId xmlns:a16="http://schemas.microsoft.com/office/drawing/2014/main" id="{188FCAFD-894D-5603-185F-D76555D3D0F9}"/>
              </a:ext>
            </a:extLst>
          </p:cNvPr>
          <p:cNvSpPr>
            <a:spLocks noGrp="1"/>
          </p:cNvSpPr>
          <p:nvPr>
            <p:ph sz="half" idx="1"/>
          </p:nvPr>
        </p:nvSpPr>
        <p:spPr>
          <a:xfrm>
            <a:off x="568756" y="1253331"/>
            <a:ext cx="5181600" cy="4351338"/>
          </a:xfrm>
        </p:spPr>
        <p:txBody>
          <a:bodyPr/>
          <a:lstStyle/>
          <a:p>
            <a:pPr>
              <a:buNone/>
            </a:pPr>
            <a:r>
              <a:rPr lang="en-US" sz="2000" b="1"/>
              <a:t>Architecture = a working model of a system</a:t>
            </a:r>
          </a:p>
          <a:p>
            <a:pPr marL="285750" indent="-285750">
              <a:buFont typeface="Arial"/>
              <a:buChar char="•"/>
            </a:pPr>
            <a:r>
              <a:rPr lang="en-US" sz="1800"/>
              <a:t>Descriptive: captures the current system</a:t>
            </a:r>
          </a:p>
          <a:p>
            <a:pPr marL="285750" indent="-285750">
              <a:buFont typeface="Arial"/>
              <a:buChar char="•"/>
            </a:pPr>
            <a:r>
              <a:rPr lang="en-US" sz="1800"/>
              <a:t>Prescriptive: guides how it evolves over time</a:t>
            </a:r>
          </a:p>
          <a:p>
            <a:pPr>
              <a:buNone/>
            </a:pPr>
            <a:endParaRPr lang="en-US" sz="1000"/>
          </a:p>
        </p:txBody>
      </p:sp>
      <p:sp>
        <p:nvSpPr>
          <p:cNvPr id="4" name="Content Placeholder 3">
            <a:extLst>
              <a:ext uri="{FF2B5EF4-FFF2-40B4-BE49-F238E27FC236}">
                <a16:creationId xmlns:a16="http://schemas.microsoft.com/office/drawing/2014/main" id="{ECBE2A97-9F37-86CA-749A-E3BB31334CDC}"/>
              </a:ext>
            </a:extLst>
          </p:cNvPr>
          <p:cNvSpPr>
            <a:spLocks noGrp="1"/>
          </p:cNvSpPr>
          <p:nvPr>
            <p:ph sz="half" idx="2"/>
          </p:nvPr>
        </p:nvSpPr>
        <p:spPr>
          <a:xfrm>
            <a:off x="568756" y="5493259"/>
            <a:ext cx="5671110" cy="4351338"/>
          </a:xfrm>
        </p:spPr>
        <p:txBody>
          <a:bodyPr/>
          <a:lstStyle/>
          <a:p>
            <a:pPr>
              <a:buNone/>
            </a:pPr>
            <a:r>
              <a:rPr lang="en-US" sz="2000" b="1"/>
              <a:t>In a systems context</a:t>
            </a:r>
          </a:p>
          <a:p>
            <a:pPr marL="285750" indent="-285750">
              <a:buFont typeface="Arial"/>
              <a:buChar char="•"/>
            </a:pPr>
            <a:r>
              <a:rPr lang="en-US" sz="1800"/>
              <a:t>Specify the </a:t>
            </a:r>
            <a:r>
              <a:rPr lang="en-US" sz="1800" b="1"/>
              <a:t>modules</a:t>
            </a:r>
            <a:r>
              <a:rPr lang="en-US" sz="1800"/>
              <a:t> that make up the system</a:t>
            </a:r>
          </a:p>
          <a:p>
            <a:pPr marL="285750" indent="-285750">
              <a:buFont typeface="Arial"/>
              <a:buChar char="•"/>
            </a:pPr>
            <a:r>
              <a:rPr lang="en-US" sz="1800"/>
              <a:t>Specify the </a:t>
            </a:r>
            <a:r>
              <a:rPr lang="en-US" sz="1800" b="1"/>
              <a:t>interfaces</a:t>
            </a:r>
            <a:r>
              <a:rPr lang="en-US" sz="1800"/>
              <a:t> between those modules</a:t>
            </a:r>
          </a:p>
          <a:p>
            <a:pPr>
              <a:buNone/>
            </a:pPr>
            <a:endParaRPr lang="en-US" sz="1000"/>
          </a:p>
        </p:txBody>
      </p:sp>
      <p:sp>
        <p:nvSpPr>
          <p:cNvPr id="6" name="Slide Number Placeholder 5">
            <a:extLst>
              <a:ext uri="{FF2B5EF4-FFF2-40B4-BE49-F238E27FC236}">
                <a16:creationId xmlns:a16="http://schemas.microsoft.com/office/drawing/2014/main" id="{E4CCD1E9-B0AB-BE00-51A0-63D22167A833}"/>
              </a:ext>
            </a:extLst>
          </p:cNvPr>
          <p:cNvSpPr>
            <a:spLocks noGrp="1"/>
          </p:cNvSpPr>
          <p:nvPr>
            <p:ph type="sldNum" sz="quarter" idx="12"/>
          </p:nvPr>
        </p:nvSpPr>
        <p:spPr/>
        <p:txBody>
          <a:bodyPr/>
          <a:lstStyle/>
          <a:p>
            <a:fld id="{B5CEABB6-07DC-46E8-9B57-56EC44A396E5}" type="slidenum">
              <a:rPr lang="en-US" smtClean="0"/>
              <a:pPr/>
              <a:t>5</a:t>
            </a:fld>
            <a:endParaRPr lang="en-US"/>
          </a:p>
        </p:txBody>
      </p:sp>
      <p:sp>
        <p:nvSpPr>
          <p:cNvPr id="8" name="TextBox 7">
            <a:extLst>
              <a:ext uri="{FF2B5EF4-FFF2-40B4-BE49-F238E27FC236}">
                <a16:creationId xmlns:a16="http://schemas.microsoft.com/office/drawing/2014/main" id="{B32FFD11-86DC-DF1E-E8CA-7886F4F86ADF}"/>
              </a:ext>
            </a:extLst>
          </p:cNvPr>
          <p:cNvSpPr txBox="1"/>
          <p:nvPr/>
        </p:nvSpPr>
        <p:spPr>
          <a:xfrm>
            <a:off x="6239866" y="1192243"/>
            <a:ext cx="6097218" cy="954107"/>
          </a:xfrm>
          <a:prstGeom prst="rect">
            <a:avLst/>
          </a:prstGeom>
          <a:noFill/>
        </p:spPr>
        <p:txBody>
          <a:bodyPr wrap="square">
            <a:spAutoFit/>
          </a:bodyPr>
          <a:lstStyle/>
          <a:p>
            <a:pPr>
              <a:buNone/>
            </a:pPr>
            <a:r>
              <a:rPr lang="en-US" sz="2000" b="1"/>
              <a:t>Why it matters</a:t>
            </a:r>
          </a:p>
          <a:p>
            <a:pPr marL="285750" indent="-285750">
              <a:buFont typeface="Arial"/>
              <a:buChar char="•"/>
            </a:pPr>
            <a:r>
              <a:rPr lang="en-US" sz="1800"/>
              <a:t>Separates </a:t>
            </a:r>
            <a:r>
              <a:rPr lang="en-US" sz="1800" i="1"/>
              <a:t>what</a:t>
            </a:r>
            <a:r>
              <a:rPr lang="en-US" sz="1800"/>
              <a:t> a module does from </a:t>
            </a:r>
            <a:r>
              <a:rPr lang="en-US" sz="1800" i="1"/>
              <a:t>how</a:t>
            </a:r>
            <a:r>
              <a:rPr lang="en-US" sz="1800"/>
              <a:t> it does it</a:t>
            </a:r>
          </a:p>
          <a:p>
            <a:pPr marL="285750" indent="-285750">
              <a:buFont typeface="Arial"/>
              <a:buChar char="•"/>
            </a:pPr>
            <a:r>
              <a:rPr lang="en-US" sz="1800"/>
              <a:t>Enables modules to evolve independently</a:t>
            </a:r>
          </a:p>
        </p:txBody>
      </p:sp>
      <p:sp>
        <p:nvSpPr>
          <p:cNvPr id="10" name="TextBox 9">
            <a:extLst>
              <a:ext uri="{FF2B5EF4-FFF2-40B4-BE49-F238E27FC236}">
                <a16:creationId xmlns:a16="http://schemas.microsoft.com/office/drawing/2014/main" id="{746C00A7-58AA-4EA2-4D2A-BBED969CCD41}"/>
              </a:ext>
            </a:extLst>
          </p:cNvPr>
          <p:cNvSpPr txBox="1"/>
          <p:nvPr/>
        </p:nvSpPr>
        <p:spPr>
          <a:xfrm>
            <a:off x="3096491" y="4636716"/>
            <a:ext cx="6192982" cy="369332"/>
          </a:xfrm>
          <a:prstGeom prst="rect">
            <a:avLst/>
          </a:prstGeom>
          <a:noFill/>
        </p:spPr>
        <p:txBody>
          <a:bodyPr wrap="square">
            <a:spAutoFit/>
          </a:bodyPr>
          <a:lstStyle/>
          <a:p>
            <a:endParaRPr lang="en-US"/>
          </a:p>
        </p:txBody>
      </p:sp>
      <p:pic>
        <p:nvPicPr>
          <p:cNvPr id="12" name="Picture 11">
            <a:extLst>
              <a:ext uri="{FF2B5EF4-FFF2-40B4-BE49-F238E27FC236}">
                <a16:creationId xmlns:a16="http://schemas.microsoft.com/office/drawing/2014/main" id="{C833D6E8-8FBA-FD7A-7144-385338B12E80}"/>
              </a:ext>
            </a:extLst>
          </p:cNvPr>
          <p:cNvPicPr>
            <a:picLocks noChangeAspect="1"/>
          </p:cNvPicPr>
          <p:nvPr/>
        </p:nvPicPr>
        <p:blipFill>
          <a:blip r:embed="rId3"/>
          <a:stretch>
            <a:fillRect/>
          </a:stretch>
        </p:blipFill>
        <p:spPr>
          <a:xfrm>
            <a:off x="3362399" y="2633561"/>
            <a:ext cx="4775913" cy="2602499"/>
          </a:xfrm>
          <a:prstGeom prst="rect">
            <a:avLst/>
          </a:prstGeom>
        </p:spPr>
      </p:pic>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33A6BAB5-FE92-95C6-3B3E-8D0FA869BE9D}"/>
                  </a:ext>
                </a:extLst>
              </p14:cNvPr>
              <p14:cNvContentPartPr/>
              <p14:nvPr/>
            </p14:nvContentPartPr>
            <p14:xfrm>
              <a:off x="8358480" y="2472120"/>
              <a:ext cx="3830760" cy="2077920"/>
            </p14:xfrm>
          </p:contentPart>
        </mc:Choice>
        <mc:Fallback>
          <p:pic>
            <p:nvPicPr>
              <p:cNvPr id="5" name="Ink 4">
                <a:extLst>
                  <a:ext uri="{FF2B5EF4-FFF2-40B4-BE49-F238E27FC236}">
                    <a16:creationId xmlns:a16="http://schemas.microsoft.com/office/drawing/2014/main" id="{33A6BAB5-FE92-95C6-3B3E-8D0FA869BE9D}"/>
                  </a:ext>
                </a:extLst>
              </p:cNvPr>
              <p:cNvPicPr/>
              <p:nvPr/>
            </p:nvPicPr>
            <p:blipFill>
              <a:blip r:embed="rId5"/>
              <a:stretch>
                <a:fillRect/>
              </a:stretch>
            </p:blipFill>
            <p:spPr>
              <a:xfrm>
                <a:off x="8349120" y="2462760"/>
                <a:ext cx="3849480" cy="2096640"/>
              </a:xfrm>
              <a:prstGeom prst="rect">
                <a:avLst/>
              </a:prstGeom>
            </p:spPr>
          </p:pic>
        </mc:Fallback>
      </mc:AlternateContent>
    </p:spTree>
    <p:extLst>
      <p:ext uri="{BB962C8B-B14F-4D97-AF65-F5344CB8AC3E}">
        <p14:creationId xmlns:p14="http://schemas.microsoft.com/office/powerpoint/2010/main" val="253073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10BCD-0706-B9AB-D397-99195A88C7C9}"/>
              </a:ext>
            </a:extLst>
          </p:cNvPr>
          <p:cNvSpPr>
            <a:spLocks noGrp="1"/>
          </p:cNvSpPr>
          <p:nvPr>
            <p:ph type="title"/>
          </p:nvPr>
        </p:nvSpPr>
        <p:spPr/>
        <p:txBody>
          <a:bodyPr/>
          <a:lstStyle/>
          <a:p>
            <a:r>
              <a:rPr lang="en-US"/>
              <a:t>How do we reason about Internet architecture?</a:t>
            </a:r>
          </a:p>
        </p:txBody>
      </p:sp>
      <p:sp>
        <p:nvSpPr>
          <p:cNvPr id="6" name="Slide Number Placeholder 5">
            <a:extLst>
              <a:ext uri="{FF2B5EF4-FFF2-40B4-BE49-F238E27FC236}">
                <a16:creationId xmlns:a16="http://schemas.microsoft.com/office/drawing/2014/main" id="{FE0EB653-03B4-A277-A734-76D8E81351FA}"/>
              </a:ext>
            </a:extLst>
          </p:cNvPr>
          <p:cNvSpPr>
            <a:spLocks noGrp="1"/>
          </p:cNvSpPr>
          <p:nvPr>
            <p:ph type="sldNum" sz="quarter" idx="12"/>
          </p:nvPr>
        </p:nvSpPr>
        <p:spPr/>
        <p:txBody>
          <a:bodyPr/>
          <a:lstStyle/>
          <a:p>
            <a:fld id="{B5CEABB6-07DC-46E8-9B57-56EC44A396E5}" type="slidenum">
              <a:rPr lang="en-US" smtClean="0"/>
              <a:pPr/>
              <a:t>6</a:t>
            </a:fld>
            <a:endParaRPr lang="en-US"/>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EC0DF113-5CDC-C70A-C274-BFDABA9A3DF7}"/>
                  </a:ext>
                </a:extLst>
              </p14:cNvPr>
              <p14:cNvContentPartPr/>
              <p14:nvPr/>
            </p14:nvContentPartPr>
            <p14:xfrm>
              <a:off x="220320" y="102960"/>
              <a:ext cx="11316960" cy="6535440"/>
            </p14:xfrm>
          </p:contentPart>
        </mc:Choice>
        <mc:Fallback>
          <p:pic>
            <p:nvPicPr>
              <p:cNvPr id="3" name="Ink 2">
                <a:extLst>
                  <a:ext uri="{FF2B5EF4-FFF2-40B4-BE49-F238E27FC236}">
                    <a16:creationId xmlns:a16="http://schemas.microsoft.com/office/drawing/2014/main" id="{EC0DF113-5CDC-C70A-C274-BFDABA9A3DF7}"/>
                  </a:ext>
                </a:extLst>
              </p:cNvPr>
              <p:cNvPicPr/>
              <p:nvPr/>
            </p:nvPicPr>
            <p:blipFill>
              <a:blip r:embed="rId3"/>
              <a:stretch>
                <a:fillRect/>
              </a:stretch>
            </p:blipFill>
            <p:spPr>
              <a:xfrm>
                <a:off x="210960" y="93600"/>
                <a:ext cx="11335680" cy="6554160"/>
              </a:xfrm>
              <a:prstGeom prst="rect">
                <a:avLst/>
              </a:prstGeom>
            </p:spPr>
          </p:pic>
        </mc:Fallback>
      </mc:AlternateContent>
    </p:spTree>
    <p:extLst>
      <p:ext uri="{BB962C8B-B14F-4D97-AF65-F5344CB8AC3E}">
        <p14:creationId xmlns:p14="http://schemas.microsoft.com/office/powerpoint/2010/main" val="21247395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9B5EC-B417-DCAE-4263-DD3B21438AC4}"/>
              </a:ext>
            </a:extLst>
          </p:cNvPr>
          <p:cNvSpPr>
            <a:spLocks noGrp="1"/>
          </p:cNvSpPr>
          <p:nvPr>
            <p:ph type="title"/>
          </p:nvPr>
        </p:nvSpPr>
        <p:spPr/>
        <p:txBody>
          <a:bodyPr/>
          <a:lstStyle/>
          <a:p>
            <a:r>
              <a:rPr lang="en-US"/>
              <a:t>Implementing layers through encapsulation</a:t>
            </a:r>
          </a:p>
        </p:txBody>
      </p:sp>
      <p:pic>
        <p:nvPicPr>
          <p:cNvPr id="7" name="Content Placeholder 6">
            <a:extLst>
              <a:ext uri="{FF2B5EF4-FFF2-40B4-BE49-F238E27FC236}">
                <a16:creationId xmlns:a16="http://schemas.microsoft.com/office/drawing/2014/main" id="{A164F037-4C57-9C1C-9349-DB6137320CE3}"/>
              </a:ext>
            </a:extLst>
          </p:cNvPr>
          <p:cNvPicPr>
            <a:picLocks noGrp="1" noChangeAspect="1"/>
          </p:cNvPicPr>
          <p:nvPr>
            <p:ph sz="half" idx="2"/>
          </p:nvPr>
        </p:nvPicPr>
        <p:blipFill>
          <a:blip r:embed="rId2"/>
          <a:stretch>
            <a:fillRect/>
          </a:stretch>
        </p:blipFill>
        <p:spPr>
          <a:xfrm>
            <a:off x="7296727" y="1825625"/>
            <a:ext cx="3842328" cy="3338851"/>
          </a:xfrm>
          <a:prstGeom prst="rect">
            <a:avLst/>
          </a:prstGeom>
        </p:spPr>
      </p:pic>
      <p:sp>
        <p:nvSpPr>
          <p:cNvPr id="6" name="Slide Number Placeholder 5">
            <a:extLst>
              <a:ext uri="{FF2B5EF4-FFF2-40B4-BE49-F238E27FC236}">
                <a16:creationId xmlns:a16="http://schemas.microsoft.com/office/drawing/2014/main" id="{693CCB1F-68E6-B74C-4A1A-DED9499C5E33}"/>
              </a:ext>
            </a:extLst>
          </p:cNvPr>
          <p:cNvSpPr>
            <a:spLocks noGrp="1"/>
          </p:cNvSpPr>
          <p:nvPr>
            <p:ph type="sldNum" sz="quarter" idx="12"/>
          </p:nvPr>
        </p:nvSpPr>
        <p:spPr/>
        <p:txBody>
          <a:bodyPr/>
          <a:lstStyle/>
          <a:p>
            <a:fld id="{B5CEABB6-07DC-46E8-9B57-56EC44A396E5}" type="slidenum">
              <a:rPr lang="en-US" smtClean="0"/>
              <a:pPr/>
              <a:t>7</a:t>
            </a:fld>
            <a:endParaRPr lang="en-US"/>
          </a:p>
        </p:txBody>
      </p:sp>
      <p:sp>
        <p:nvSpPr>
          <p:cNvPr id="9" name="Content Placeholder 8">
            <a:extLst>
              <a:ext uri="{FF2B5EF4-FFF2-40B4-BE49-F238E27FC236}">
                <a16:creationId xmlns:a16="http://schemas.microsoft.com/office/drawing/2014/main" id="{5B3E75A0-CE4A-B057-2190-58BF3E7F4602}"/>
              </a:ext>
            </a:extLst>
          </p:cNvPr>
          <p:cNvSpPr>
            <a:spLocks noGrp="1"/>
          </p:cNvSpPr>
          <p:nvPr>
            <p:ph sz="half" idx="1"/>
          </p:nvPr>
        </p:nvSpPr>
        <p:spPr/>
        <p:txBody>
          <a:bodyPr/>
          <a:lstStyle/>
          <a:p>
            <a:r>
              <a:rPr lang="en-US"/>
              <a:t>Every layer adds its own headers to the data. On the other end, every layer removes its headers</a:t>
            </a:r>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AB5A2598-4781-B656-355B-E787903D9015}"/>
                  </a:ext>
                </a:extLst>
              </p14:cNvPr>
              <p14:cNvContentPartPr/>
              <p14:nvPr/>
            </p14:nvContentPartPr>
            <p14:xfrm>
              <a:off x="7073640" y="2850840"/>
              <a:ext cx="3721680" cy="1975680"/>
            </p14:xfrm>
          </p:contentPart>
        </mc:Choice>
        <mc:Fallback>
          <p:pic>
            <p:nvPicPr>
              <p:cNvPr id="3" name="Ink 2">
                <a:extLst>
                  <a:ext uri="{FF2B5EF4-FFF2-40B4-BE49-F238E27FC236}">
                    <a16:creationId xmlns:a16="http://schemas.microsoft.com/office/drawing/2014/main" id="{AB5A2598-4781-B656-355B-E787903D9015}"/>
                  </a:ext>
                </a:extLst>
              </p:cNvPr>
              <p:cNvPicPr/>
              <p:nvPr/>
            </p:nvPicPr>
            <p:blipFill>
              <a:blip r:embed="rId4"/>
              <a:stretch>
                <a:fillRect/>
              </a:stretch>
            </p:blipFill>
            <p:spPr>
              <a:xfrm>
                <a:off x="7064280" y="2841480"/>
                <a:ext cx="3740400" cy="1994400"/>
              </a:xfrm>
              <a:prstGeom prst="rect">
                <a:avLst/>
              </a:prstGeom>
            </p:spPr>
          </p:pic>
        </mc:Fallback>
      </mc:AlternateContent>
    </p:spTree>
    <p:extLst>
      <p:ext uri="{BB962C8B-B14F-4D97-AF65-F5344CB8AC3E}">
        <p14:creationId xmlns:p14="http://schemas.microsoft.com/office/powerpoint/2010/main" val="12705573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6212B6-FAEA-48D3-BC67-920AD1C01F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3F4D2A-A897-93FE-6B4B-A2250100C208}"/>
              </a:ext>
            </a:extLst>
          </p:cNvPr>
          <p:cNvSpPr>
            <a:spLocks noGrp="1"/>
          </p:cNvSpPr>
          <p:nvPr>
            <p:ph type="title"/>
          </p:nvPr>
        </p:nvSpPr>
        <p:spPr>
          <a:xfrm>
            <a:off x="271718" y="-52006"/>
            <a:ext cx="10515600" cy="894622"/>
          </a:xfrm>
        </p:spPr>
        <p:txBody>
          <a:bodyPr>
            <a:normAutofit/>
          </a:bodyPr>
          <a:lstStyle/>
          <a:p>
            <a:r>
              <a:rPr lang="en-US" altLang="en-US">
                <a:ea typeface="ＭＳ Ｐゴシック" panose="020B0600070205080204" pitchFamily="34" charset="-128"/>
              </a:rPr>
              <a:t>Today’s Internet Architecture</a:t>
            </a:r>
            <a:endParaRPr lang="en-US"/>
          </a:p>
        </p:txBody>
      </p:sp>
      <p:sp>
        <p:nvSpPr>
          <p:cNvPr id="17" name="Rectangle 5">
            <a:extLst>
              <a:ext uri="{FF2B5EF4-FFF2-40B4-BE49-F238E27FC236}">
                <a16:creationId xmlns:a16="http://schemas.microsoft.com/office/drawing/2014/main" id="{FE292A6E-5116-AB8E-FBF7-08DE11B81A04}"/>
              </a:ext>
            </a:extLst>
          </p:cNvPr>
          <p:cNvSpPr txBox="1">
            <a:spLocks noChangeArrowheads="1"/>
          </p:cNvSpPr>
          <p:nvPr/>
        </p:nvSpPr>
        <p:spPr>
          <a:xfrm>
            <a:off x="979383" y="1472008"/>
            <a:ext cx="7368749" cy="4922704"/>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marR="0" lvl="0" indent="-287338" algn="l" defTabSz="914400" rtl="0" eaLnBrk="1" fontAlgn="auto" latinLnBrk="0" hangingPunct="1">
              <a:lnSpc>
                <a:spcPct val="80000"/>
              </a:lnSpc>
              <a:spcBef>
                <a:spcPts val="1000"/>
              </a:spcBef>
              <a:spcAft>
                <a:spcPts val="0"/>
              </a:spcAft>
              <a:buClr>
                <a:srgbClr val="0000A3"/>
              </a:buClr>
              <a:buSzTx/>
              <a:buFont typeface="Wingdings" pitchFamily="2" charset="2"/>
              <a:buChar char="§"/>
              <a:tabLst/>
              <a:defRPr/>
            </a:pPr>
            <a:r>
              <a:rPr kumimoji="0" lang="en-US" altLang="en-US" sz="2000" b="0" i="1" u="none" strike="noStrike" kern="1200" cap="none" spc="0" normalizeH="0" baseline="0" noProof="0">
                <a:ln>
                  <a:noFill/>
                </a:ln>
                <a:solidFill>
                  <a:srgbClr val="CC0000"/>
                </a:solidFill>
                <a:effectLst/>
                <a:uLnTx/>
                <a:uFillTx/>
                <a:latin typeface="Calibri" panose="020F0502020204030204"/>
                <a:ea typeface="ＭＳ Ｐゴシック" panose="020B0600070205080204" pitchFamily="34" charset="-128"/>
                <a:cs typeface="+mn-cs"/>
              </a:rPr>
              <a:t>application:</a:t>
            </a:r>
            <a:r>
              <a:rPr kumimoji="0" lang="en-US" altLang="en-US" sz="20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 supporting network applications</a:t>
            </a:r>
          </a:p>
          <a:p>
            <a:pPr marL="287338" marR="0" lvl="0" indent="-287338" algn="l" defTabSz="914400" rtl="0" eaLnBrk="1" fontAlgn="auto" latinLnBrk="0" hangingPunct="1">
              <a:lnSpc>
                <a:spcPct val="80000"/>
              </a:lnSpc>
              <a:spcBef>
                <a:spcPts val="1000"/>
              </a:spcBef>
              <a:spcAft>
                <a:spcPts val="0"/>
              </a:spcAft>
              <a:buClr>
                <a:srgbClr val="0000A3"/>
              </a:buClr>
              <a:buSzTx/>
              <a:buFont typeface="Wingdings" pitchFamily="2" charset="2"/>
              <a:buChar char="§"/>
              <a:tabLst/>
              <a:defRPr/>
            </a:pPr>
            <a:endParaRPr kumimoji="0" lang="en-US" altLang="en-US" sz="2000" b="0" i="1" u="none" strike="noStrike" kern="1200" cap="none" spc="0" normalizeH="0" baseline="0" noProof="0">
              <a:ln>
                <a:noFill/>
              </a:ln>
              <a:solidFill>
                <a:srgbClr val="CC0000"/>
              </a:solidFill>
              <a:effectLst/>
              <a:uLnTx/>
              <a:uFillTx/>
              <a:latin typeface="Calibri" panose="020F0502020204030204"/>
              <a:ea typeface="ＭＳ Ｐゴシック" panose="020B0600070205080204" pitchFamily="34" charset="-128"/>
              <a:cs typeface="+mn-cs"/>
            </a:endParaRPr>
          </a:p>
          <a:p>
            <a:pPr marL="287338" marR="0" lvl="0" indent="-287338" algn="l" defTabSz="914400" rtl="0" eaLnBrk="1" fontAlgn="auto" latinLnBrk="0" hangingPunct="1">
              <a:lnSpc>
                <a:spcPct val="80000"/>
              </a:lnSpc>
              <a:spcBef>
                <a:spcPts val="1000"/>
              </a:spcBef>
              <a:spcAft>
                <a:spcPts val="0"/>
              </a:spcAft>
              <a:buClr>
                <a:srgbClr val="0000A3"/>
              </a:buClr>
              <a:buSzTx/>
              <a:buFont typeface="Wingdings" pitchFamily="2" charset="2"/>
              <a:buChar char="§"/>
              <a:tabLst/>
              <a:defRPr/>
            </a:pPr>
            <a:r>
              <a:rPr kumimoji="0" lang="en-US" altLang="en-US" sz="2000" b="0" i="1" u="none" strike="noStrike" kern="1200" cap="none" spc="0" normalizeH="0" baseline="0" noProof="0">
                <a:ln>
                  <a:noFill/>
                </a:ln>
                <a:solidFill>
                  <a:srgbClr val="CC0000"/>
                </a:solidFill>
                <a:effectLst/>
                <a:uLnTx/>
                <a:uFillTx/>
                <a:latin typeface="Calibri" panose="020F0502020204030204"/>
                <a:ea typeface="ＭＳ Ｐゴシック" panose="020B0600070205080204" pitchFamily="34" charset="-128"/>
                <a:cs typeface="+mn-cs"/>
              </a:rPr>
              <a:t>transport:</a:t>
            </a:r>
            <a:r>
              <a:rPr kumimoji="0" lang="en-US" altLang="en-US" sz="20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 process-process data transfer</a:t>
            </a:r>
          </a:p>
          <a:p>
            <a:pPr marL="287338" marR="0" lvl="0" indent="-287338" algn="l" defTabSz="914400" rtl="0" eaLnBrk="1" fontAlgn="auto" latinLnBrk="0" hangingPunct="1">
              <a:lnSpc>
                <a:spcPct val="80000"/>
              </a:lnSpc>
              <a:spcBef>
                <a:spcPts val="1000"/>
              </a:spcBef>
              <a:spcAft>
                <a:spcPts val="0"/>
              </a:spcAft>
              <a:buClr>
                <a:srgbClr val="0000A3"/>
              </a:buClr>
              <a:buSzTx/>
              <a:buFont typeface="Wingdings" pitchFamily="2" charset="2"/>
              <a:buChar char="§"/>
              <a:tabLst/>
              <a:defRPr/>
            </a:pPr>
            <a:endParaRPr kumimoji="0" lang="en-US" altLang="en-US" sz="2000" b="0" i="1" u="none" strike="noStrike" kern="1200" cap="none" spc="0" normalizeH="0" baseline="0" noProof="0">
              <a:ln>
                <a:noFill/>
              </a:ln>
              <a:solidFill>
                <a:srgbClr val="CC0000"/>
              </a:solidFill>
              <a:effectLst/>
              <a:uLnTx/>
              <a:uFillTx/>
              <a:latin typeface="Calibri" panose="020F0502020204030204"/>
              <a:ea typeface="ＭＳ Ｐゴシック" panose="020B0600070205080204" pitchFamily="34" charset="-128"/>
              <a:cs typeface="+mn-cs"/>
            </a:endParaRPr>
          </a:p>
          <a:p>
            <a:pPr marL="287338" marR="0" lvl="0" indent="-287338" algn="l" defTabSz="914400" rtl="0" eaLnBrk="1" fontAlgn="auto" latinLnBrk="0" hangingPunct="1">
              <a:lnSpc>
                <a:spcPct val="80000"/>
              </a:lnSpc>
              <a:spcBef>
                <a:spcPts val="1000"/>
              </a:spcBef>
              <a:spcAft>
                <a:spcPts val="0"/>
              </a:spcAft>
              <a:buClr>
                <a:srgbClr val="0000A3"/>
              </a:buClr>
              <a:buSzTx/>
              <a:buFont typeface="Wingdings" pitchFamily="2" charset="2"/>
              <a:buChar char="§"/>
              <a:tabLst/>
              <a:defRPr/>
            </a:pPr>
            <a:r>
              <a:rPr kumimoji="0" lang="en-US" altLang="en-US" sz="2000" b="0" i="1" u="none" strike="noStrike" kern="1200" cap="none" spc="0" normalizeH="0" baseline="0" noProof="0">
                <a:ln>
                  <a:noFill/>
                </a:ln>
                <a:solidFill>
                  <a:srgbClr val="CC0000"/>
                </a:solidFill>
                <a:effectLst/>
                <a:uLnTx/>
                <a:uFillTx/>
                <a:latin typeface="Calibri" panose="020F0502020204030204"/>
                <a:ea typeface="ＭＳ Ｐゴシック" panose="020B0600070205080204" pitchFamily="34" charset="-128"/>
                <a:cs typeface="+mn-cs"/>
              </a:rPr>
              <a:t>network:</a:t>
            </a:r>
            <a:r>
              <a:rPr kumimoji="0" lang="en-US" altLang="en-US" sz="20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 routing of datagrams from source to destination</a:t>
            </a:r>
          </a:p>
          <a:p>
            <a:pPr marL="287338" marR="0" lvl="0" indent="-287338" algn="l" defTabSz="914400" rtl="0" eaLnBrk="1" fontAlgn="auto" latinLnBrk="0" hangingPunct="1">
              <a:lnSpc>
                <a:spcPct val="80000"/>
              </a:lnSpc>
              <a:spcBef>
                <a:spcPts val="1000"/>
              </a:spcBef>
              <a:spcAft>
                <a:spcPts val="0"/>
              </a:spcAft>
              <a:buClr>
                <a:srgbClr val="0000A3"/>
              </a:buClr>
              <a:buSzTx/>
              <a:buFont typeface="Wingdings" pitchFamily="2" charset="2"/>
              <a:buChar char="§"/>
              <a:tabLst/>
              <a:defRPr/>
            </a:pPr>
            <a:endParaRPr kumimoji="0" lang="en-US" altLang="en-US" sz="2000" b="0" i="1" u="none" strike="noStrike" kern="1200" cap="none" spc="0" normalizeH="0" baseline="0" noProof="0">
              <a:ln>
                <a:noFill/>
              </a:ln>
              <a:solidFill>
                <a:srgbClr val="CC0000"/>
              </a:solidFill>
              <a:effectLst/>
              <a:uLnTx/>
              <a:uFillTx/>
              <a:latin typeface="Calibri" panose="020F0502020204030204"/>
              <a:ea typeface="ＭＳ Ｐゴシック" panose="020B0600070205080204" pitchFamily="34" charset="-128"/>
              <a:cs typeface="+mn-cs"/>
            </a:endParaRPr>
          </a:p>
          <a:p>
            <a:pPr marL="287338" marR="0" lvl="0" indent="-287338" algn="l" defTabSz="914400" rtl="0" eaLnBrk="1" fontAlgn="auto" latinLnBrk="0" hangingPunct="1">
              <a:lnSpc>
                <a:spcPct val="80000"/>
              </a:lnSpc>
              <a:spcBef>
                <a:spcPts val="1000"/>
              </a:spcBef>
              <a:spcAft>
                <a:spcPts val="0"/>
              </a:spcAft>
              <a:buClr>
                <a:srgbClr val="0000A3"/>
              </a:buClr>
              <a:buSzTx/>
              <a:buFont typeface="Wingdings" pitchFamily="2" charset="2"/>
              <a:buChar char="§"/>
              <a:tabLst/>
              <a:defRPr/>
            </a:pPr>
            <a:r>
              <a:rPr kumimoji="0" lang="en-US" altLang="en-US" sz="2000" b="0" i="1" u="none" strike="noStrike" kern="1200" cap="none" spc="0" normalizeH="0" baseline="0" noProof="0">
                <a:ln>
                  <a:noFill/>
                </a:ln>
                <a:solidFill>
                  <a:srgbClr val="CC0000"/>
                </a:solidFill>
                <a:effectLst/>
                <a:uLnTx/>
                <a:uFillTx/>
                <a:latin typeface="Calibri" panose="020F0502020204030204"/>
                <a:ea typeface="ＭＳ Ｐゴシック" panose="020B0600070205080204" pitchFamily="34" charset="-128"/>
                <a:cs typeface="+mn-cs"/>
              </a:rPr>
              <a:t>link:</a:t>
            </a:r>
            <a:r>
              <a:rPr kumimoji="0" lang="en-US" altLang="en-US" sz="20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 data transfer between neighboring  network elements</a:t>
            </a:r>
          </a:p>
          <a:p>
            <a:pPr marL="287338" marR="0" lvl="0" indent="-287338" algn="l" defTabSz="914400" rtl="0" eaLnBrk="1" fontAlgn="auto" latinLnBrk="0" hangingPunct="1">
              <a:lnSpc>
                <a:spcPct val="80000"/>
              </a:lnSpc>
              <a:spcBef>
                <a:spcPts val="1000"/>
              </a:spcBef>
              <a:spcAft>
                <a:spcPts val="0"/>
              </a:spcAft>
              <a:buClr>
                <a:srgbClr val="0000A3"/>
              </a:buClr>
              <a:buSzTx/>
              <a:buFont typeface="Wingdings" pitchFamily="2" charset="2"/>
              <a:buChar char="§"/>
              <a:tabLst/>
              <a:defRPr/>
            </a:pPr>
            <a:endParaRPr kumimoji="0" lang="en-US" altLang="en-US" sz="2000" b="0" i="1" u="none" strike="noStrike" kern="1200" cap="none" spc="0" normalizeH="0" baseline="0" noProof="0">
              <a:ln>
                <a:noFill/>
              </a:ln>
              <a:solidFill>
                <a:srgbClr val="CC0000"/>
              </a:solidFill>
              <a:effectLst/>
              <a:uLnTx/>
              <a:uFillTx/>
              <a:latin typeface="Calibri" panose="020F0502020204030204"/>
              <a:ea typeface="ＭＳ Ｐゴシック" panose="020B0600070205080204" pitchFamily="34" charset="-128"/>
              <a:cs typeface="+mn-cs"/>
            </a:endParaRPr>
          </a:p>
          <a:p>
            <a:pPr marL="287338" marR="0" lvl="0" indent="-287338" algn="l" defTabSz="914400" rtl="0" eaLnBrk="1" fontAlgn="auto" latinLnBrk="0" hangingPunct="1">
              <a:lnSpc>
                <a:spcPct val="80000"/>
              </a:lnSpc>
              <a:spcBef>
                <a:spcPts val="1000"/>
              </a:spcBef>
              <a:spcAft>
                <a:spcPts val="0"/>
              </a:spcAft>
              <a:buClr>
                <a:srgbClr val="0000A3"/>
              </a:buClr>
              <a:buSzTx/>
              <a:buFont typeface="Wingdings" pitchFamily="2" charset="2"/>
              <a:buChar char="§"/>
              <a:tabLst/>
              <a:defRPr/>
            </a:pPr>
            <a:r>
              <a:rPr kumimoji="0" lang="en-US" altLang="en-US" sz="2000" b="0" i="1" u="none" strike="noStrike" kern="1200" cap="none" spc="0" normalizeH="0" baseline="0" noProof="0">
                <a:ln>
                  <a:noFill/>
                </a:ln>
                <a:solidFill>
                  <a:srgbClr val="CC0000"/>
                </a:solidFill>
                <a:effectLst/>
                <a:uLnTx/>
                <a:uFillTx/>
                <a:latin typeface="Calibri" panose="020F0502020204030204"/>
                <a:ea typeface="ＭＳ Ｐゴシック" panose="020B0600070205080204" pitchFamily="34" charset="-128"/>
                <a:cs typeface="+mn-cs"/>
              </a:rPr>
              <a:t>physical:</a:t>
            </a:r>
            <a:r>
              <a:rPr kumimoji="0" lang="en-US" altLang="en-US" sz="20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 bits “</a:t>
            </a:r>
            <a:r>
              <a:rPr kumimoji="0" lang="en-US" altLang="ja-JP" sz="20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on the wire”</a:t>
            </a:r>
          </a:p>
        </p:txBody>
      </p:sp>
      <p:sp>
        <p:nvSpPr>
          <p:cNvPr id="8" name="Rectangle 6">
            <a:extLst>
              <a:ext uri="{FF2B5EF4-FFF2-40B4-BE49-F238E27FC236}">
                <a16:creationId xmlns:a16="http://schemas.microsoft.com/office/drawing/2014/main" id="{3EC1E98C-14BA-5D1A-A65B-1B272868E106}"/>
              </a:ext>
            </a:extLst>
          </p:cNvPr>
          <p:cNvSpPr>
            <a:spLocks noChangeArrowheads="1"/>
          </p:cNvSpPr>
          <p:nvPr/>
        </p:nvSpPr>
        <p:spPr bwMode="auto">
          <a:xfrm>
            <a:off x="8348132" y="1479900"/>
            <a:ext cx="1892300" cy="3530600"/>
          </a:xfrm>
          <a:prstGeom prst="rect">
            <a:avLst/>
          </a:prstGeom>
          <a:solidFill>
            <a:schemeClr val="bg1"/>
          </a:solidFill>
          <a:ln w="38100">
            <a:solidFill>
              <a:schemeClr val="tx1"/>
            </a:solidFill>
            <a:miter lim="800000"/>
            <a:headEnd/>
            <a:tailEnd/>
          </a:ln>
          <a:effectLst>
            <a:outerShdw blurRad="304800" dist="38100" dir="18900000" algn="b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ts val="2060"/>
              </a:lnSpc>
              <a:spcBef>
                <a:spcPts val="0"/>
              </a:spcBef>
              <a:spcAft>
                <a:spcPts val="0"/>
              </a:spcAft>
              <a:buClrTx/>
              <a:buSzTx/>
              <a:buFontTx/>
              <a:buNone/>
              <a:tabLst/>
              <a:defRPr/>
            </a:pPr>
            <a:endParaRPr kumimoji="0" lang="en-US" altLang="en-US" sz="28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9" name="Text Box 7">
            <a:extLst>
              <a:ext uri="{FF2B5EF4-FFF2-40B4-BE49-F238E27FC236}">
                <a16:creationId xmlns:a16="http://schemas.microsoft.com/office/drawing/2014/main" id="{F2DBB30F-F793-FFD6-D80C-75C794A1F634}"/>
              </a:ext>
            </a:extLst>
          </p:cNvPr>
          <p:cNvSpPr txBox="1">
            <a:spLocks noChangeArrowheads="1"/>
          </p:cNvSpPr>
          <p:nvPr/>
        </p:nvSpPr>
        <p:spPr bwMode="auto">
          <a:xfrm>
            <a:off x="8938668" y="3795443"/>
            <a:ext cx="700833"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a:ln>
                  <a:noFill/>
                </a:ln>
                <a:solidFill>
                  <a:srgbClr val="C00000"/>
                </a:solidFill>
                <a:effectLst/>
                <a:uLnTx/>
                <a:uFillTx/>
                <a:latin typeface="Calibri" panose="020F0502020204030204"/>
                <a:ea typeface="ＭＳ Ｐゴシック" panose="020B0600070205080204" pitchFamily="34" charset="-128"/>
                <a:cs typeface="+mn-cs"/>
              </a:rPr>
              <a:t>link</a:t>
            </a:r>
          </a:p>
        </p:txBody>
      </p:sp>
      <p:sp>
        <p:nvSpPr>
          <p:cNvPr id="10" name="Line 8">
            <a:extLst>
              <a:ext uri="{FF2B5EF4-FFF2-40B4-BE49-F238E27FC236}">
                <a16:creationId xmlns:a16="http://schemas.microsoft.com/office/drawing/2014/main" id="{C81EE96C-6FB9-DC9C-98D6-A9EA8E386F0F}"/>
              </a:ext>
            </a:extLst>
          </p:cNvPr>
          <p:cNvSpPr>
            <a:spLocks noChangeShapeType="1"/>
          </p:cNvSpPr>
          <p:nvPr/>
        </p:nvSpPr>
        <p:spPr bwMode="auto">
          <a:xfrm>
            <a:off x="8341782" y="2215592"/>
            <a:ext cx="188595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ts val="206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Line 9">
            <a:extLst>
              <a:ext uri="{FF2B5EF4-FFF2-40B4-BE49-F238E27FC236}">
                <a16:creationId xmlns:a16="http://schemas.microsoft.com/office/drawing/2014/main" id="{54F6DF8F-2C96-8E84-E4F6-BB0DE47F96CD}"/>
              </a:ext>
            </a:extLst>
          </p:cNvPr>
          <p:cNvSpPr>
            <a:spLocks noChangeShapeType="1"/>
          </p:cNvSpPr>
          <p:nvPr/>
        </p:nvSpPr>
        <p:spPr bwMode="auto">
          <a:xfrm>
            <a:off x="8341782" y="2920442"/>
            <a:ext cx="188595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ts val="206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Line 10">
            <a:extLst>
              <a:ext uri="{FF2B5EF4-FFF2-40B4-BE49-F238E27FC236}">
                <a16:creationId xmlns:a16="http://schemas.microsoft.com/office/drawing/2014/main" id="{FC369F0A-289B-C792-BE3F-5A983216FA14}"/>
              </a:ext>
            </a:extLst>
          </p:cNvPr>
          <p:cNvSpPr>
            <a:spLocks noChangeShapeType="1"/>
          </p:cNvSpPr>
          <p:nvPr/>
        </p:nvSpPr>
        <p:spPr bwMode="auto">
          <a:xfrm>
            <a:off x="8341782" y="3631642"/>
            <a:ext cx="188595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ts val="206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Line 11">
            <a:extLst>
              <a:ext uri="{FF2B5EF4-FFF2-40B4-BE49-F238E27FC236}">
                <a16:creationId xmlns:a16="http://schemas.microsoft.com/office/drawing/2014/main" id="{8C3F0F32-41C3-12AF-2A56-93E680CFF1B8}"/>
              </a:ext>
            </a:extLst>
          </p:cNvPr>
          <p:cNvSpPr>
            <a:spLocks noChangeShapeType="1"/>
          </p:cNvSpPr>
          <p:nvPr/>
        </p:nvSpPr>
        <p:spPr bwMode="auto">
          <a:xfrm>
            <a:off x="8341782" y="4342842"/>
            <a:ext cx="188595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ts val="206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Box 7">
            <a:extLst>
              <a:ext uri="{FF2B5EF4-FFF2-40B4-BE49-F238E27FC236}">
                <a16:creationId xmlns:a16="http://schemas.microsoft.com/office/drawing/2014/main" id="{F069D91A-A274-CD90-1917-65BEED9ED302}"/>
              </a:ext>
            </a:extLst>
          </p:cNvPr>
          <p:cNvSpPr txBox="1">
            <a:spLocks noChangeArrowheads="1"/>
          </p:cNvSpPr>
          <p:nvPr/>
        </p:nvSpPr>
        <p:spPr bwMode="auto">
          <a:xfrm>
            <a:off x="8377326" y="1647987"/>
            <a:ext cx="1795813"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a:ln>
                  <a:noFill/>
                </a:ln>
                <a:solidFill>
                  <a:srgbClr val="C00000"/>
                </a:solidFill>
                <a:effectLst/>
                <a:uLnTx/>
                <a:uFillTx/>
                <a:latin typeface="Calibri" panose="020F0502020204030204"/>
                <a:ea typeface="ＭＳ Ｐゴシック" panose="020B0600070205080204" pitchFamily="34" charset="-128"/>
                <a:cs typeface="+mn-cs"/>
              </a:rPr>
              <a:t>application</a:t>
            </a:r>
          </a:p>
        </p:txBody>
      </p:sp>
      <p:sp>
        <p:nvSpPr>
          <p:cNvPr id="15" name="Text Box 7">
            <a:extLst>
              <a:ext uri="{FF2B5EF4-FFF2-40B4-BE49-F238E27FC236}">
                <a16:creationId xmlns:a16="http://schemas.microsoft.com/office/drawing/2014/main" id="{E508E90E-DAC8-F5E5-8BE7-8CDE26D9CA47}"/>
              </a:ext>
            </a:extLst>
          </p:cNvPr>
          <p:cNvSpPr txBox="1">
            <a:spLocks noChangeArrowheads="1"/>
          </p:cNvSpPr>
          <p:nvPr/>
        </p:nvSpPr>
        <p:spPr bwMode="auto">
          <a:xfrm>
            <a:off x="8574782" y="3088862"/>
            <a:ext cx="1400896"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a:ln>
                  <a:noFill/>
                </a:ln>
                <a:solidFill>
                  <a:srgbClr val="C00000"/>
                </a:solidFill>
                <a:effectLst/>
                <a:uLnTx/>
                <a:uFillTx/>
                <a:latin typeface="Calibri" panose="020F0502020204030204"/>
                <a:ea typeface="ＭＳ Ｐゴシック" panose="020B0600070205080204" pitchFamily="34" charset="-128"/>
                <a:cs typeface="+mn-cs"/>
              </a:rPr>
              <a:t>network</a:t>
            </a:r>
          </a:p>
        </p:txBody>
      </p:sp>
      <p:sp>
        <p:nvSpPr>
          <p:cNvPr id="16" name="Text Box 7">
            <a:extLst>
              <a:ext uri="{FF2B5EF4-FFF2-40B4-BE49-F238E27FC236}">
                <a16:creationId xmlns:a16="http://schemas.microsoft.com/office/drawing/2014/main" id="{C4EB82E4-86F3-913F-8611-BA5A8E563567}"/>
              </a:ext>
            </a:extLst>
          </p:cNvPr>
          <p:cNvSpPr txBox="1">
            <a:spLocks noChangeArrowheads="1"/>
          </p:cNvSpPr>
          <p:nvPr/>
        </p:nvSpPr>
        <p:spPr bwMode="auto">
          <a:xfrm>
            <a:off x="8459737" y="2354570"/>
            <a:ext cx="1547860"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a:ln>
                  <a:noFill/>
                </a:ln>
                <a:solidFill>
                  <a:srgbClr val="C00000"/>
                </a:solidFill>
                <a:effectLst/>
                <a:uLnTx/>
                <a:uFillTx/>
                <a:latin typeface="Calibri" panose="020F0502020204030204"/>
                <a:ea typeface="ＭＳ Ｐゴシック" panose="020B0600070205080204" pitchFamily="34" charset="-128"/>
                <a:cs typeface="+mn-cs"/>
              </a:rPr>
              <a:t>transport</a:t>
            </a:r>
          </a:p>
        </p:txBody>
      </p:sp>
      <p:sp>
        <p:nvSpPr>
          <p:cNvPr id="18" name="Text Box 7">
            <a:extLst>
              <a:ext uri="{FF2B5EF4-FFF2-40B4-BE49-F238E27FC236}">
                <a16:creationId xmlns:a16="http://schemas.microsoft.com/office/drawing/2014/main" id="{004BCEFA-9B2F-077C-F343-506BCEC34A0F}"/>
              </a:ext>
            </a:extLst>
          </p:cNvPr>
          <p:cNvSpPr txBox="1">
            <a:spLocks noChangeArrowheads="1"/>
          </p:cNvSpPr>
          <p:nvPr/>
        </p:nvSpPr>
        <p:spPr bwMode="auto">
          <a:xfrm>
            <a:off x="8632791" y="4462360"/>
            <a:ext cx="1340302"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a:ln>
                  <a:noFill/>
                </a:ln>
                <a:solidFill>
                  <a:srgbClr val="C00000"/>
                </a:solidFill>
                <a:effectLst/>
                <a:uLnTx/>
                <a:uFillTx/>
                <a:latin typeface="Calibri" panose="020F0502020204030204"/>
                <a:ea typeface="ＭＳ Ｐゴシック" panose="020B0600070205080204" pitchFamily="34" charset="-128"/>
                <a:cs typeface="+mn-cs"/>
              </a:rPr>
              <a:t>physical</a:t>
            </a:r>
          </a:p>
        </p:txBody>
      </p:sp>
      <p:grpSp>
        <p:nvGrpSpPr>
          <p:cNvPr id="4" name="Group 3">
            <a:extLst>
              <a:ext uri="{FF2B5EF4-FFF2-40B4-BE49-F238E27FC236}">
                <a16:creationId xmlns:a16="http://schemas.microsoft.com/office/drawing/2014/main" id="{3BABF370-40EB-5B0F-7EC3-1DE1B030E0FF}"/>
              </a:ext>
            </a:extLst>
          </p:cNvPr>
          <p:cNvGrpSpPr/>
          <p:nvPr/>
        </p:nvGrpSpPr>
        <p:grpSpPr>
          <a:xfrm>
            <a:off x="8366576" y="1472008"/>
            <a:ext cx="1877786" cy="734786"/>
            <a:chOff x="8980714" y="751114"/>
            <a:chExt cx="1877786" cy="734786"/>
          </a:xfrm>
        </p:grpSpPr>
        <p:sp>
          <p:nvSpPr>
            <p:cNvPr id="3" name="Rectangle 2">
              <a:extLst>
                <a:ext uri="{FF2B5EF4-FFF2-40B4-BE49-F238E27FC236}">
                  <a16:creationId xmlns:a16="http://schemas.microsoft.com/office/drawing/2014/main" id="{208E454F-5B15-4ED2-A154-1367E039D558}"/>
                </a:ext>
              </a:extLst>
            </p:cNvPr>
            <p:cNvSpPr/>
            <p:nvPr/>
          </p:nvSpPr>
          <p:spPr>
            <a:xfrm>
              <a:off x="8980714" y="751114"/>
              <a:ext cx="1877786" cy="73478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 Box 7">
              <a:extLst>
                <a:ext uri="{FF2B5EF4-FFF2-40B4-BE49-F238E27FC236}">
                  <a16:creationId xmlns:a16="http://schemas.microsoft.com/office/drawing/2014/main" id="{3B6DD06C-FCB2-ED62-3238-6BD93A83E8D9}"/>
                </a:ext>
              </a:extLst>
            </p:cNvPr>
            <p:cNvSpPr txBox="1">
              <a:spLocks noChangeArrowheads="1"/>
            </p:cNvSpPr>
            <p:nvPr/>
          </p:nvSpPr>
          <p:spPr bwMode="auto">
            <a:xfrm>
              <a:off x="9029564" y="899878"/>
              <a:ext cx="1795813"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a:ln>
                    <a:noFill/>
                  </a:ln>
                  <a:solidFill>
                    <a:schemeClr val="bg1"/>
                  </a:solidFill>
                  <a:effectLst/>
                  <a:uLnTx/>
                  <a:uFillTx/>
                  <a:latin typeface="Calibri" panose="020F0502020204030204"/>
                  <a:ea typeface="ＭＳ Ｐゴシック" panose="020B0600070205080204" pitchFamily="34" charset="-128"/>
                  <a:cs typeface="+mn-cs"/>
                </a:rPr>
                <a:t>application</a:t>
              </a:r>
            </a:p>
          </p:txBody>
        </p:sp>
      </p:grpSp>
      <p:grpSp>
        <p:nvGrpSpPr>
          <p:cNvPr id="20" name="Group 19">
            <a:extLst>
              <a:ext uri="{FF2B5EF4-FFF2-40B4-BE49-F238E27FC236}">
                <a16:creationId xmlns:a16="http://schemas.microsoft.com/office/drawing/2014/main" id="{844588F7-39DC-2A4C-7742-A92BD71C53A3}"/>
              </a:ext>
            </a:extLst>
          </p:cNvPr>
          <p:cNvGrpSpPr/>
          <p:nvPr/>
        </p:nvGrpSpPr>
        <p:grpSpPr>
          <a:xfrm>
            <a:off x="8368827" y="2227392"/>
            <a:ext cx="1861418" cy="688224"/>
            <a:chOff x="8993850" y="766270"/>
            <a:chExt cx="1861418" cy="688224"/>
          </a:xfrm>
        </p:grpSpPr>
        <p:sp>
          <p:nvSpPr>
            <p:cNvPr id="21" name="Rectangle 20">
              <a:extLst>
                <a:ext uri="{FF2B5EF4-FFF2-40B4-BE49-F238E27FC236}">
                  <a16:creationId xmlns:a16="http://schemas.microsoft.com/office/drawing/2014/main" id="{63496F45-4B83-41DF-9F96-764453E95F36}"/>
                </a:ext>
              </a:extLst>
            </p:cNvPr>
            <p:cNvSpPr/>
            <p:nvPr/>
          </p:nvSpPr>
          <p:spPr>
            <a:xfrm>
              <a:off x="8993850" y="766270"/>
              <a:ext cx="1861418" cy="688224"/>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Box 7">
              <a:extLst>
                <a:ext uri="{FF2B5EF4-FFF2-40B4-BE49-F238E27FC236}">
                  <a16:creationId xmlns:a16="http://schemas.microsoft.com/office/drawing/2014/main" id="{41018E64-5D3F-A1F7-9F30-6E1BA693CFA2}"/>
                </a:ext>
              </a:extLst>
            </p:cNvPr>
            <p:cNvSpPr txBox="1">
              <a:spLocks noChangeArrowheads="1"/>
            </p:cNvSpPr>
            <p:nvPr/>
          </p:nvSpPr>
          <p:spPr bwMode="auto">
            <a:xfrm>
              <a:off x="9153542" y="899878"/>
              <a:ext cx="1547860"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a:ln>
                    <a:noFill/>
                  </a:ln>
                  <a:solidFill>
                    <a:schemeClr val="bg1"/>
                  </a:solidFill>
                  <a:effectLst/>
                  <a:uLnTx/>
                  <a:uFillTx/>
                  <a:latin typeface="Calibri" panose="020F0502020204030204"/>
                  <a:ea typeface="ＭＳ Ｐゴシック" panose="020B0600070205080204" pitchFamily="34" charset="-128"/>
                  <a:cs typeface="+mn-cs"/>
                </a:rPr>
                <a:t>transport</a:t>
              </a:r>
            </a:p>
          </p:txBody>
        </p:sp>
      </p:grpSp>
      <p:grpSp>
        <p:nvGrpSpPr>
          <p:cNvPr id="23" name="Group 22">
            <a:extLst>
              <a:ext uri="{FF2B5EF4-FFF2-40B4-BE49-F238E27FC236}">
                <a16:creationId xmlns:a16="http://schemas.microsoft.com/office/drawing/2014/main" id="{BE4BF1DC-9537-4394-C3B9-307E98DE6FB2}"/>
              </a:ext>
            </a:extLst>
          </p:cNvPr>
          <p:cNvGrpSpPr/>
          <p:nvPr/>
        </p:nvGrpSpPr>
        <p:grpSpPr>
          <a:xfrm>
            <a:off x="8366134" y="2935540"/>
            <a:ext cx="1861418" cy="677992"/>
            <a:chOff x="8993850" y="766270"/>
            <a:chExt cx="1861418" cy="677992"/>
          </a:xfrm>
        </p:grpSpPr>
        <p:sp>
          <p:nvSpPr>
            <p:cNvPr id="24" name="Rectangle 23">
              <a:extLst>
                <a:ext uri="{FF2B5EF4-FFF2-40B4-BE49-F238E27FC236}">
                  <a16:creationId xmlns:a16="http://schemas.microsoft.com/office/drawing/2014/main" id="{A7ECAFA8-BDAA-18F2-A509-D4F1A76F6D4D}"/>
                </a:ext>
              </a:extLst>
            </p:cNvPr>
            <p:cNvSpPr/>
            <p:nvPr/>
          </p:nvSpPr>
          <p:spPr>
            <a:xfrm>
              <a:off x="8993850" y="766270"/>
              <a:ext cx="1861418" cy="67799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 Box 7">
              <a:extLst>
                <a:ext uri="{FF2B5EF4-FFF2-40B4-BE49-F238E27FC236}">
                  <a16:creationId xmlns:a16="http://schemas.microsoft.com/office/drawing/2014/main" id="{6B068E52-A83C-5A41-CE13-C48BF5D02DF9}"/>
                </a:ext>
              </a:extLst>
            </p:cNvPr>
            <p:cNvSpPr txBox="1">
              <a:spLocks noChangeArrowheads="1"/>
            </p:cNvSpPr>
            <p:nvPr/>
          </p:nvSpPr>
          <p:spPr bwMode="auto">
            <a:xfrm>
              <a:off x="9227024" y="899878"/>
              <a:ext cx="1400896"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a:ln>
                    <a:noFill/>
                  </a:ln>
                  <a:solidFill>
                    <a:schemeClr val="bg1"/>
                  </a:solidFill>
                  <a:effectLst/>
                  <a:uLnTx/>
                  <a:uFillTx/>
                  <a:latin typeface="Calibri" panose="020F0502020204030204"/>
                  <a:ea typeface="ＭＳ Ｐゴシック" panose="020B0600070205080204" pitchFamily="34" charset="-128"/>
                  <a:cs typeface="+mn-cs"/>
                </a:rPr>
                <a:t>network</a:t>
              </a:r>
            </a:p>
          </p:txBody>
        </p:sp>
      </p:grpSp>
      <p:grpSp>
        <p:nvGrpSpPr>
          <p:cNvPr id="26" name="Group 25">
            <a:extLst>
              <a:ext uri="{FF2B5EF4-FFF2-40B4-BE49-F238E27FC236}">
                <a16:creationId xmlns:a16="http://schemas.microsoft.com/office/drawing/2014/main" id="{7E3D5972-3BEC-363C-7F93-A33027191716}"/>
              </a:ext>
            </a:extLst>
          </p:cNvPr>
          <p:cNvGrpSpPr/>
          <p:nvPr/>
        </p:nvGrpSpPr>
        <p:grpSpPr>
          <a:xfrm>
            <a:off x="8366672" y="3650151"/>
            <a:ext cx="1861418" cy="677992"/>
            <a:chOff x="8993850" y="766270"/>
            <a:chExt cx="1861418" cy="677992"/>
          </a:xfrm>
        </p:grpSpPr>
        <p:sp>
          <p:nvSpPr>
            <p:cNvPr id="27" name="Rectangle 26">
              <a:extLst>
                <a:ext uri="{FF2B5EF4-FFF2-40B4-BE49-F238E27FC236}">
                  <a16:creationId xmlns:a16="http://schemas.microsoft.com/office/drawing/2014/main" id="{5396F859-A72E-F194-8F4D-7655B5E445A0}"/>
                </a:ext>
              </a:extLst>
            </p:cNvPr>
            <p:cNvSpPr/>
            <p:nvPr/>
          </p:nvSpPr>
          <p:spPr>
            <a:xfrm>
              <a:off x="8993850" y="766270"/>
              <a:ext cx="1861418" cy="67799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 Box 7">
              <a:extLst>
                <a:ext uri="{FF2B5EF4-FFF2-40B4-BE49-F238E27FC236}">
                  <a16:creationId xmlns:a16="http://schemas.microsoft.com/office/drawing/2014/main" id="{1F639005-4010-5BEE-2C68-2060F1F3909D}"/>
                </a:ext>
              </a:extLst>
            </p:cNvPr>
            <p:cNvSpPr txBox="1">
              <a:spLocks noChangeArrowheads="1"/>
            </p:cNvSpPr>
            <p:nvPr/>
          </p:nvSpPr>
          <p:spPr bwMode="auto">
            <a:xfrm>
              <a:off x="9577056" y="899878"/>
              <a:ext cx="700834"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a:ln>
                    <a:noFill/>
                  </a:ln>
                  <a:solidFill>
                    <a:schemeClr val="bg1"/>
                  </a:solidFill>
                  <a:effectLst/>
                  <a:uLnTx/>
                  <a:uFillTx/>
                  <a:latin typeface="Calibri" panose="020F0502020204030204"/>
                  <a:ea typeface="ＭＳ Ｐゴシック" panose="020B0600070205080204" pitchFamily="34" charset="-128"/>
                  <a:cs typeface="+mn-cs"/>
                </a:rPr>
                <a:t>link</a:t>
              </a:r>
            </a:p>
          </p:txBody>
        </p:sp>
      </p:grpSp>
      <p:grpSp>
        <p:nvGrpSpPr>
          <p:cNvPr id="29" name="Group 28">
            <a:extLst>
              <a:ext uri="{FF2B5EF4-FFF2-40B4-BE49-F238E27FC236}">
                <a16:creationId xmlns:a16="http://schemas.microsoft.com/office/drawing/2014/main" id="{7DA7808F-4BC5-2280-06E7-DD24097AB9BA}"/>
              </a:ext>
            </a:extLst>
          </p:cNvPr>
          <p:cNvGrpSpPr/>
          <p:nvPr/>
        </p:nvGrpSpPr>
        <p:grpSpPr>
          <a:xfrm>
            <a:off x="8360748" y="4363146"/>
            <a:ext cx="1861418" cy="639758"/>
            <a:chOff x="8993850" y="784041"/>
            <a:chExt cx="1861418" cy="639758"/>
          </a:xfrm>
        </p:grpSpPr>
        <p:sp>
          <p:nvSpPr>
            <p:cNvPr id="30" name="Rectangle 29">
              <a:extLst>
                <a:ext uri="{FF2B5EF4-FFF2-40B4-BE49-F238E27FC236}">
                  <a16:creationId xmlns:a16="http://schemas.microsoft.com/office/drawing/2014/main" id="{D2D8BC08-51F1-17BA-F4E5-A228B59D4A24}"/>
                </a:ext>
              </a:extLst>
            </p:cNvPr>
            <p:cNvSpPr/>
            <p:nvPr/>
          </p:nvSpPr>
          <p:spPr>
            <a:xfrm>
              <a:off x="8993850" y="784041"/>
              <a:ext cx="1861418" cy="63975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 Box 7">
              <a:extLst>
                <a:ext uri="{FF2B5EF4-FFF2-40B4-BE49-F238E27FC236}">
                  <a16:creationId xmlns:a16="http://schemas.microsoft.com/office/drawing/2014/main" id="{BB03AB60-5626-1714-DC73-46FA6DD210AF}"/>
                </a:ext>
              </a:extLst>
            </p:cNvPr>
            <p:cNvSpPr txBox="1">
              <a:spLocks noChangeArrowheads="1"/>
            </p:cNvSpPr>
            <p:nvPr/>
          </p:nvSpPr>
          <p:spPr bwMode="auto">
            <a:xfrm>
              <a:off x="9257324" y="899878"/>
              <a:ext cx="1340303"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a:ln>
                    <a:noFill/>
                  </a:ln>
                  <a:solidFill>
                    <a:schemeClr val="bg1"/>
                  </a:solidFill>
                  <a:effectLst/>
                  <a:uLnTx/>
                  <a:uFillTx/>
                  <a:latin typeface="Calibri" panose="020F0502020204030204"/>
                  <a:ea typeface="ＭＳ Ｐゴシック" panose="020B0600070205080204" pitchFamily="34" charset="-128"/>
                  <a:cs typeface="+mn-cs"/>
                </a:rPr>
                <a:t>physical</a:t>
              </a:r>
            </a:p>
          </p:txBody>
        </p:sp>
      </p:grpSp>
      <mc:AlternateContent xmlns:mc="http://schemas.openxmlformats.org/markup-compatibility/2006">
        <mc:Choice xmlns:p14="http://schemas.microsoft.com/office/powerpoint/2010/main" Requires="p14">
          <p:contentPart p14:bwMode="auto" r:id="rId3">
            <p14:nvContentPartPr>
              <p14:cNvPr id="5" name="Ink 4">
                <a:extLst>
                  <a:ext uri="{FF2B5EF4-FFF2-40B4-BE49-F238E27FC236}">
                    <a16:creationId xmlns:a16="http://schemas.microsoft.com/office/drawing/2014/main" id="{DE7576FD-54EA-E72A-F91F-2D01B8F49E6A}"/>
                  </a:ext>
                </a:extLst>
              </p14:cNvPr>
              <p14:cNvContentPartPr/>
              <p14:nvPr/>
            </p14:nvContentPartPr>
            <p14:xfrm>
              <a:off x="813960" y="967320"/>
              <a:ext cx="5395320" cy="558000"/>
            </p14:xfrm>
          </p:contentPart>
        </mc:Choice>
        <mc:Fallback>
          <p:pic>
            <p:nvPicPr>
              <p:cNvPr id="5" name="Ink 4">
                <a:extLst>
                  <a:ext uri="{FF2B5EF4-FFF2-40B4-BE49-F238E27FC236}">
                    <a16:creationId xmlns:a16="http://schemas.microsoft.com/office/drawing/2014/main" id="{DE7576FD-54EA-E72A-F91F-2D01B8F49E6A}"/>
                  </a:ext>
                </a:extLst>
              </p:cNvPr>
              <p:cNvPicPr/>
              <p:nvPr/>
            </p:nvPicPr>
            <p:blipFill>
              <a:blip r:embed="rId4"/>
              <a:stretch>
                <a:fillRect/>
              </a:stretch>
            </p:blipFill>
            <p:spPr>
              <a:xfrm>
                <a:off x="804600" y="957960"/>
                <a:ext cx="5414040" cy="576720"/>
              </a:xfrm>
              <a:prstGeom prst="rect">
                <a:avLst/>
              </a:prstGeom>
            </p:spPr>
          </p:pic>
        </mc:Fallback>
      </mc:AlternateContent>
    </p:spTree>
    <p:extLst>
      <p:ext uri="{BB962C8B-B14F-4D97-AF65-F5344CB8AC3E}">
        <p14:creationId xmlns:p14="http://schemas.microsoft.com/office/powerpoint/2010/main" val="162034064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dissolve">
                                      <p:cBhvr>
                                        <p:cTn id="7" dur="500"/>
                                        <p:tgtEl>
                                          <p:spTgt spid="17">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ssolv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17">
                                            <p:txEl>
                                              <p:pRg st="2" end="2"/>
                                            </p:txEl>
                                          </p:spTgt>
                                        </p:tgtEl>
                                        <p:attrNameLst>
                                          <p:attrName>style.visibility</p:attrName>
                                        </p:attrNameLst>
                                      </p:cBhvr>
                                      <p:to>
                                        <p:strVal val="visible"/>
                                      </p:to>
                                    </p:set>
                                    <p:animEffect transition="in" filter="dissolve">
                                      <p:cBhvr>
                                        <p:cTn id="15" dur="500"/>
                                        <p:tgtEl>
                                          <p:spTgt spid="17">
                                            <p:txEl>
                                              <p:pRg st="2" end="2"/>
                                            </p:txEl>
                                          </p:spTgt>
                                        </p:tgtEl>
                                      </p:cBhvr>
                                    </p:animEffect>
                                  </p:childTnLst>
                                </p:cTn>
                              </p:par>
                              <p:par>
                                <p:cTn id="16" presetID="9" presetClass="exit" presetSubtype="0" fill="hold" nodeType="withEffect">
                                  <p:stCondLst>
                                    <p:cond delay="0"/>
                                  </p:stCondLst>
                                  <p:childTnLst>
                                    <p:animEffect transition="out" filter="dissolve">
                                      <p:cBhvr>
                                        <p:cTn id="17" dur="500"/>
                                        <p:tgtEl>
                                          <p:spTgt spid="4"/>
                                        </p:tgtEl>
                                      </p:cBhvr>
                                    </p:animEffect>
                                    <p:set>
                                      <p:cBhvr>
                                        <p:cTn id="18" dur="1" fill="hold">
                                          <p:stCondLst>
                                            <p:cond delay="499"/>
                                          </p:stCondLst>
                                        </p:cTn>
                                        <p:tgtEl>
                                          <p:spTgt spid="4"/>
                                        </p:tgtEl>
                                        <p:attrNameLst>
                                          <p:attrName>style.visibility</p:attrName>
                                        </p:attrNameLst>
                                      </p:cBhvr>
                                      <p:to>
                                        <p:strVal val="hidden"/>
                                      </p:to>
                                    </p:set>
                                  </p:childTnLst>
                                </p:cTn>
                              </p:par>
                              <p:par>
                                <p:cTn id="19" presetID="9" presetClass="entr" presetSubtype="0" fill="hold" nodeType="with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dissolve">
                                      <p:cBhvr>
                                        <p:cTn id="21" dur="500"/>
                                        <p:tgtEl>
                                          <p:spTgt spid="20"/>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17">
                                            <p:txEl>
                                              <p:pRg st="4" end="4"/>
                                            </p:txEl>
                                          </p:spTgt>
                                        </p:tgtEl>
                                        <p:attrNameLst>
                                          <p:attrName>style.visibility</p:attrName>
                                        </p:attrNameLst>
                                      </p:cBhvr>
                                      <p:to>
                                        <p:strVal val="visible"/>
                                      </p:to>
                                    </p:set>
                                    <p:animEffect transition="in" filter="dissolve">
                                      <p:cBhvr>
                                        <p:cTn id="26" dur="500"/>
                                        <p:tgtEl>
                                          <p:spTgt spid="17">
                                            <p:txEl>
                                              <p:pRg st="4" end="4"/>
                                            </p:txEl>
                                          </p:spTgt>
                                        </p:tgtEl>
                                      </p:cBhvr>
                                    </p:animEffect>
                                  </p:childTnLst>
                                </p:cTn>
                              </p:par>
                              <p:par>
                                <p:cTn id="27" presetID="9" presetClass="exit" presetSubtype="0" fill="hold" nodeType="withEffect">
                                  <p:stCondLst>
                                    <p:cond delay="0"/>
                                  </p:stCondLst>
                                  <p:childTnLst>
                                    <p:animEffect transition="out" filter="dissolve">
                                      <p:cBhvr>
                                        <p:cTn id="28" dur="500"/>
                                        <p:tgtEl>
                                          <p:spTgt spid="20"/>
                                        </p:tgtEl>
                                      </p:cBhvr>
                                    </p:animEffect>
                                    <p:set>
                                      <p:cBhvr>
                                        <p:cTn id="29" dur="1" fill="hold">
                                          <p:stCondLst>
                                            <p:cond delay="499"/>
                                          </p:stCondLst>
                                        </p:cTn>
                                        <p:tgtEl>
                                          <p:spTgt spid="20"/>
                                        </p:tgtEl>
                                        <p:attrNameLst>
                                          <p:attrName>style.visibility</p:attrName>
                                        </p:attrNameLst>
                                      </p:cBhvr>
                                      <p:to>
                                        <p:strVal val="hidden"/>
                                      </p:to>
                                    </p:set>
                                  </p:childTnLst>
                                </p:cTn>
                              </p:par>
                              <p:par>
                                <p:cTn id="30" presetID="9" presetClass="entr" presetSubtype="0" fill="hold" nodeType="with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dissolve">
                                      <p:cBhvr>
                                        <p:cTn id="32" dur="500"/>
                                        <p:tgtEl>
                                          <p:spTgt spid="23"/>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17">
                                            <p:txEl>
                                              <p:pRg st="6" end="6"/>
                                            </p:txEl>
                                          </p:spTgt>
                                        </p:tgtEl>
                                        <p:attrNameLst>
                                          <p:attrName>style.visibility</p:attrName>
                                        </p:attrNameLst>
                                      </p:cBhvr>
                                      <p:to>
                                        <p:strVal val="visible"/>
                                      </p:to>
                                    </p:set>
                                    <p:animEffect transition="in" filter="dissolve">
                                      <p:cBhvr>
                                        <p:cTn id="37" dur="500"/>
                                        <p:tgtEl>
                                          <p:spTgt spid="17">
                                            <p:txEl>
                                              <p:pRg st="6" end="6"/>
                                            </p:txEl>
                                          </p:spTgt>
                                        </p:tgtEl>
                                      </p:cBhvr>
                                    </p:animEffect>
                                  </p:childTnLst>
                                </p:cTn>
                              </p:par>
                              <p:par>
                                <p:cTn id="38" presetID="9" presetClass="exit" presetSubtype="0" fill="hold" nodeType="withEffect">
                                  <p:stCondLst>
                                    <p:cond delay="0"/>
                                  </p:stCondLst>
                                  <p:childTnLst>
                                    <p:animEffect transition="out" filter="dissolve">
                                      <p:cBhvr>
                                        <p:cTn id="39" dur="500"/>
                                        <p:tgtEl>
                                          <p:spTgt spid="23"/>
                                        </p:tgtEl>
                                      </p:cBhvr>
                                    </p:animEffect>
                                    <p:set>
                                      <p:cBhvr>
                                        <p:cTn id="40" dur="1" fill="hold">
                                          <p:stCondLst>
                                            <p:cond delay="499"/>
                                          </p:stCondLst>
                                        </p:cTn>
                                        <p:tgtEl>
                                          <p:spTgt spid="23"/>
                                        </p:tgtEl>
                                        <p:attrNameLst>
                                          <p:attrName>style.visibility</p:attrName>
                                        </p:attrNameLst>
                                      </p:cBhvr>
                                      <p:to>
                                        <p:strVal val="hidden"/>
                                      </p:to>
                                    </p:set>
                                  </p:childTnLst>
                                </p:cTn>
                              </p:par>
                              <p:par>
                                <p:cTn id="41" presetID="9" presetClass="entr" presetSubtype="0" fill="hold" nodeType="with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dissolve">
                                      <p:cBhvr>
                                        <p:cTn id="43" dur="500"/>
                                        <p:tgtEl>
                                          <p:spTgt spid="26"/>
                                        </p:tgtEl>
                                      </p:cBhvr>
                                    </p:animEffec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nodeType="clickEffect">
                                  <p:stCondLst>
                                    <p:cond delay="0"/>
                                  </p:stCondLst>
                                  <p:childTnLst>
                                    <p:set>
                                      <p:cBhvr>
                                        <p:cTn id="47" dur="1" fill="hold">
                                          <p:stCondLst>
                                            <p:cond delay="0"/>
                                          </p:stCondLst>
                                        </p:cTn>
                                        <p:tgtEl>
                                          <p:spTgt spid="17">
                                            <p:txEl>
                                              <p:pRg st="8" end="8"/>
                                            </p:txEl>
                                          </p:spTgt>
                                        </p:tgtEl>
                                        <p:attrNameLst>
                                          <p:attrName>style.visibility</p:attrName>
                                        </p:attrNameLst>
                                      </p:cBhvr>
                                      <p:to>
                                        <p:strVal val="visible"/>
                                      </p:to>
                                    </p:set>
                                    <p:animEffect transition="in" filter="dissolve">
                                      <p:cBhvr>
                                        <p:cTn id="48" dur="500"/>
                                        <p:tgtEl>
                                          <p:spTgt spid="17">
                                            <p:txEl>
                                              <p:pRg st="8" end="8"/>
                                            </p:txEl>
                                          </p:spTgt>
                                        </p:tgtEl>
                                      </p:cBhvr>
                                    </p:animEffect>
                                  </p:childTnLst>
                                </p:cTn>
                              </p:par>
                              <p:par>
                                <p:cTn id="49" presetID="9" presetClass="exit" presetSubtype="0" fill="hold" nodeType="withEffect">
                                  <p:stCondLst>
                                    <p:cond delay="0"/>
                                  </p:stCondLst>
                                  <p:childTnLst>
                                    <p:animEffect transition="out" filter="dissolve">
                                      <p:cBhvr>
                                        <p:cTn id="50" dur="500"/>
                                        <p:tgtEl>
                                          <p:spTgt spid="26"/>
                                        </p:tgtEl>
                                      </p:cBhvr>
                                    </p:animEffect>
                                    <p:set>
                                      <p:cBhvr>
                                        <p:cTn id="51" dur="1" fill="hold">
                                          <p:stCondLst>
                                            <p:cond delay="499"/>
                                          </p:stCondLst>
                                        </p:cTn>
                                        <p:tgtEl>
                                          <p:spTgt spid="26"/>
                                        </p:tgtEl>
                                        <p:attrNameLst>
                                          <p:attrName>style.visibility</p:attrName>
                                        </p:attrNameLst>
                                      </p:cBhvr>
                                      <p:to>
                                        <p:strVal val="hidden"/>
                                      </p:to>
                                    </p:set>
                                  </p:childTnLst>
                                </p:cTn>
                              </p:par>
                              <p:par>
                                <p:cTn id="52" presetID="9" presetClass="entr" presetSubtype="0" fill="hold" nodeType="withEffect">
                                  <p:stCondLst>
                                    <p:cond delay="0"/>
                                  </p:stCondLst>
                                  <p:childTnLst>
                                    <p:set>
                                      <p:cBhvr>
                                        <p:cTn id="53" dur="1" fill="hold">
                                          <p:stCondLst>
                                            <p:cond delay="0"/>
                                          </p:stCondLst>
                                        </p:cTn>
                                        <p:tgtEl>
                                          <p:spTgt spid="29"/>
                                        </p:tgtEl>
                                        <p:attrNameLst>
                                          <p:attrName>style.visibility</p:attrName>
                                        </p:attrNameLst>
                                      </p:cBhvr>
                                      <p:to>
                                        <p:strVal val="visible"/>
                                      </p:to>
                                    </p:set>
                                    <p:animEffect transition="in" filter="dissolve">
                                      <p:cBhvr>
                                        <p:cTn id="54"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271718" y="-52006"/>
            <a:ext cx="10515600" cy="894622"/>
          </a:xfrm>
        </p:spPr>
        <p:txBody>
          <a:bodyPr>
            <a:normAutofit/>
          </a:bodyPr>
          <a:lstStyle/>
          <a:p>
            <a:r>
              <a:rPr lang="en-US" altLang="en-US">
                <a:ea typeface="ＭＳ Ｐゴシック" panose="020B0600070205080204" pitchFamily="34" charset="-128"/>
              </a:rPr>
              <a:t>Different protocols in each layer</a:t>
            </a:r>
            <a:endParaRPr lang="en-US"/>
          </a:p>
        </p:txBody>
      </p:sp>
      <p:sp>
        <p:nvSpPr>
          <p:cNvPr id="17" name="Rectangle 5">
            <a:extLst>
              <a:ext uri="{FF2B5EF4-FFF2-40B4-BE49-F238E27FC236}">
                <a16:creationId xmlns:a16="http://schemas.microsoft.com/office/drawing/2014/main" id="{921D3CC3-7FC4-4346-86E8-F841A7674F2D}"/>
              </a:ext>
            </a:extLst>
          </p:cNvPr>
          <p:cNvSpPr txBox="1">
            <a:spLocks noChangeArrowheads="1"/>
          </p:cNvSpPr>
          <p:nvPr/>
        </p:nvSpPr>
        <p:spPr>
          <a:xfrm>
            <a:off x="979383" y="1472008"/>
            <a:ext cx="7368749" cy="4922704"/>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marR="0" lvl="0" indent="-287338" algn="l" defTabSz="914400" rtl="0" eaLnBrk="1" fontAlgn="auto" latinLnBrk="0" hangingPunct="1">
              <a:lnSpc>
                <a:spcPct val="80000"/>
              </a:lnSpc>
              <a:spcBef>
                <a:spcPts val="1000"/>
              </a:spcBef>
              <a:spcAft>
                <a:spcPts val="0"/>
              </a:spcAft>
              <a:buClr>
                <a:srgbClr val="0000A3"/>
              </a:buClr>
              <a:buSzTx/>
              <a:buFont typeface="Wingdings" pitchFamily="2" charset="2"/>
              <a:buChar char="§"/>
              <a:tabLst/>
              <a:defRPr/>
            </a:pPr>
            <a:r>
              <a:rPr kumimoji="0" lang="en-US" altLang="en-US" sz="3200" b="0" i="1" u="none" strike="noStrike" kern="1200" cap="none" spc="0" normalizeH="0" baseline="0" noProof="0">
                <a:ln>
                  <a:noFill/>
                </a:ln>
                <a:solidFill>
                  <a:srgbClr val="CC0000"/>
                </a:solidFill>
                <a:effectLst/>
                <a:uLnTx/>
                <a:uFillTx/>
                <a:latin typeface="Calibri" panose="020F0502020204030204"/>
                <a:ea typeface="ＭＳ Ｐゴシック" panose="020B0600070205080204" pitchFamily="34" charset="-128"/>
                <a:cs typeface="+mn-cs"/>
              </a:rPr>
              <a:t>application:</a:t>
            </a:r>
            <a:r>
              <a:rPr kumimoji="0" lang="en-US" altLang="en-US" sz="32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 </a:t>
            </a:r>
            <a:r>
              <a:rPr kumimoji="0" lang="en-US" altLang="en-US" sz="28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supporting network applications</a:t>
            </a:r>
          </a:p>
          <a:p>
            <a:pPr marL="682625" lvl="1" indent="-225425">
              <a:lnSpc>
                <a:spcPct val="80000"/>
              </a:lnSpc>
              <a:defRPr/>
            </a:pPr>
            <a:r>
              <a:rPr kumimoji="0" lang="en-US" altLang="en-US" sz="2400" b="0" i="0" u="none" strike="noStrike" kern="1200" cap="none" spc="0" normalizeH="0" baseline="0" noProof="0">
                <a:ln>
                  <a:noFill/>
                </a:ln>
                <a:solidFill>
                  <a:prstClr val="black"/>
                </a:solidFill>
                <a:effectLst/>
                <a:uLnTx/>
                <a:uFillTx/>
                <a:latin typeface="Calibri" panose="020F0502020204030204"/>
                <a:ea typeface="Arial" panose="020B0604020202020204" pitchFamily="34" charset="0"/>
                <a:cs typeface="+mn-cs"/>
              </a:rPr>
              <a:t>HTTP, IMAP, SMTP, DNS, </a:t>
            </a:r>
            <a:r>
              <a:rPr lang="en-US" altLang="en-US">
                <a:solidFill>
                  <a:prstClr val="black"/>
                </a:solidFill>
                <a:ea typeface="Arial" panose="020B0604020202020204" pitchFamily="34" charset="0"/>
              </a:rPr>
              <a:t>FTP</a:t>
            </a:r>
            <a:endParaRPr kumimoji="0" lang="en-US" altLang="en-US" sz="2400" b="0" i="0" u="none" strike="noStrike" kern="1200" cap="none" spc="0" normalizeH="0" baseline="0" noProof="0">
              <a:ln>
                <a:noFill/>
              </a:ln>
              <a:solidFill>
                <a:prstClr val="black"/>
              </a:solidFill>
              <a:effectLst/>
              <a:uLnTx/>
              <a:uFillTx/>
              <a:latin typeface="Calibri" panose="020F0502020204030204"/>
              <a:ea typeface="Arial" panose="020B0604020202020204" pitchFamily="34" charset="0"/>
              <a:cs typeface="+mn-cs"/>
            </a:endParaRPr>
          </a:p>
          <a:p>
            <a:pPr marL="287338" marR="0" lvl="0" indent="-287338" algn="l" defTabSz="914400" rtl="0" eaLnBrk="1" fontAlgn="auto" latinLnBrk="0" hangingPunct="1">
              <a:lnSpc>
                <a:spcPct val="80000"/>
              </a:lnSpc>
              <a:spcBef>
                <a:spcPts val="1000"/>
              </a:spcBef>
              <a:spcAft>
                <a:spcPts val="0"/>
              </a:spcAft>
              <a:buClr>
                <a:srgbClr val="0000A3"/>
              </a:buClr>
              <a:buSzTx/>
              <a:buFont typeface="Wingdings" pitchFamily="2" charset="2"/>
              <a:buChar char="§"/>
              <a:tabLst/>
              <a:defRPr/>
            </a:pPr>
            <a:r>
              <a:rPr kumimoji="0" lang="en-US" altLang="en-US" sz="3200" b="0" i="1" u="none" strike="noStrike" kern="1200" cap="none" spc="0" normalizeH="0" baseline="0" noProof="0">
                <a:ln>
                  <a:noFill/>
                </a:ln>
                <a:solidFill>
                  <a:srgbClr val="CC0000"/>
                </a:solidFill>
                <a:effectLst/>
                <a:uLnTx/>
                <a:uFillTx/>
                <a:latin typeface="Calibri" panose="020F0502020204030204"/>
                <a:ea typeface="ＭＳ Ｐゴシック" panose="020B0600070205080204" pitchFamily="34" charset="-128"/>
                <a:cs typeface="+mn-cs"/>
              </a:rPr>
              <a:t>transport:</a:t>
            </a:r>
            <a:r>
              <a:rPr kumimoji="0" lang="en-US" altLang="en-US" sz="32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 </a:t>
            </a:r>
            <a:r>
              <a:rPr kumimoji="0" lang="en-US" altLang="en-US" sz="28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process-process data transfer</a:t>
            </a:r>
          </a:p>
          <a:p>
            <a:pPr marL="682625" marR="0" lvl="1" indent="-225425" algn="l" defTabSz="914400" rtl="0" eaLnBrk="1" fontAlgn="auto" latinLnBrk="0" hangingPunct="1">
              <a:lnSpc>
                <a:spcPct val="8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a:ln>
                  <a:noFill/>
                </a:ln>
                <a:solidFill>
                  <a:prstClr val="black"/>
                </a:solidFill>
                <a:effectLst/>
                <a:uLnTx/>
                <a:uFillTx/>
                <a:latin typeface="Calibri" panose="020F0502020204030204"/>
                <a:ea typeface="Arial" panose="020B0604020202020204" pitchFamily="34" charset="0"/>
                <a:cs typeface="+mn-cs"/>
              </a:rPr>
              <a:t>TCP, UDP</a:t>
            </a:r>
          </a:p>
          <a:p>
            <a:pPr marL="287338" marR="0" lvl="0" indent="-287338" algn="l" defTabSz="914400" rtl="0" eaLnBrk="1" fontAlgn="auto" latinLnBrk="0" hangingPunct="1">
              <a:lnSpc>
                <a:spcPct val="80000"/>
              </a:lnSpc>
              <a:spcBef>
                <a:spcPts val="1000"/>
              </a:spcBef>
              <a:spcAft>
                <a:spcPts val="0"/>
              </a:spcAft>
              <a:buClr>
                <a:srgbClr val="0000A3"/>
              </a:buClr>
              <a:buSzTx/>
              <a:buFont typeface="Wingdings" pitchFamily="2" charset="2"/>
              <a:buChar char="§"/>
              <a:tabLst/>
              <a:defRPr/>
            </a:pPr>
            <a:r>
              <a:rPr kumimoji="0" lang="en-US" altLang="en-US" sz="3200" b="0" i="1" u="none" strike="noStrike" kern="1200" cap="none" spc="0" normalizeH="0" baseline="0" noProof="0">
                <a:ln>
                  <a:noFill/>
                </a:ln>
                <a:solidFill>
                  <a:srgbClr val="CC0000"/>
                </a:solidFill>
                <a:effectLst/>
                <a:uLnTx/>
                <a:uFillTx/>
                <a:latin typeface="Calibri" panose="020F0502020204030204"/>
                <a:ea typeface="ＭＳ Ｐゴシック" panose="020B0600070205080204" pitchFamily="34" charset="-128"/>
                <a:cs typeface="+mn-cs"/>
              </a:rPr>
              <a:t>network:</a:t>
            </a:r>
            <a:r>
              <a:rPr kumimoji="0" lang="en-US" altLang="en-US" sz="32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 </a:t>
            </a:r>
            <a:r>
              <a:rPr kumimoji="0" lang="en-US" altLang="en-US" sz="28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routing of datagrams from source to destination</a:t>
            </a:r>
          </a:p>
          <a:p>
            <a:pPr marL="682625" marR="0" lvl="1" indent="-225425" algn="l" defTabSz="914400" rtl="0" eaLnBrk="1" fontAlgn="auto" latinLnBrk="0" hangingPunct="1">
              <a:lnSpc>
                <a:spcPct val="8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a:ln>
                  <a:noFill/>
                </a:ln>
                <a:solidFill>
                  <a:prstClr val="black"/>
                </a:solidFill>
                <a:effectLst/>
                <a:uLnTx/>
                <a:uFillTx/>
                <a:latin typeface="Calibri" panose="020F0502020204030204"/>
                <a:ea typeface="Arial" panose="020B0604020202020204" pitchFamily="34" charset="0"/>
                <a:cs typeface="+mn-cs"/>
              </a:rPr>
              <a:t>IP, routing protocols</a:t>
            </a:r>
          </a:p>
          <a:p>
            <a:pPr marL="287338" marR="0" lvl="0" indent="-287338" algn="l" defTabSz="914400" rtl="0" eaLnBrk="1" fontAlgn="auto" latinLnBrk="0" hangingPunct="1">
              <a:lnSpc>
                <a:spcPct val="80000"/>
              </a:lnSpc>
              <a:spcBef>
                <a:spcPts val="1000"/>
              </a:spcBef>
              <a:spcAft>
                <a:spcPts val="0"/>
              </a:spcAft>
              <a:buClr>
                <a:srgbClr val="0000A3"/>
              </a:buClr>
              <a:buSzTx/>
              <a:buFont typeface="Wingdings" pitchFamily="2" charset="2"/>
              <a:buChar char="§"/>
              <a:tabLst/>
              <a:defRPr/>
            </a:pPr>
            <a:r>
              <a:rPr kumimoji="0" lang="en-US" altLang="en-US" sz="3200" b="0" i="1" u="none" strike="noStrike" kern="1200" cap="none" spc="0" normalizeH="0" baseline="0" noProof="0">
                <a:ln>
                  <a:noFill/>
                </a:ln>
                <a:solidFill>
                  <a:srgbClr val="CC0000"/>
                </a:solidFill>
                <a:effectLst/>
                <a:uLnTx/>
                <a:uFillTx/>
                <a:latin typeface="Calibri" panose="020F0502020204030204"/>
                <a:ea typeface="ＭＳ Ｐゴシック" panose="020B0600070205080204" pitchFamily="34" charset="-128"/>
                <a:cs typeface="+mn-cs"/>
              </a:rPr>
              <a:t>link:</a:t>
            </a:r>
            <a:r>
              <a:rPr kumimoji="0" lang="en-US" altLang="en-US" sz="32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 </a:t>
            </a:r>
            <a:r>
              <a:rPr kumimoji="0" lang="en-US" altLang="en-US" sz="28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data transfer between neighboring  network elements</a:t>
            </a:r>
          </a:p>
          <a:p>
            <a:pPr marL="682625" marR="0" lvl="1" indent="-225425" algn="l" defTabSz="914400" rtl="0" eaLnBrk="1" fontAlgn="auto" latinLnBrk="0" hangingPunct="1">
              <a:lnSpc>
                <a:spcPct val="8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a:ln>
                  <a:noFill/>
                </a:ln>
                <a:solidFill>
                  <a:prstClr val="black"/>
                </a:solidFill>
                <a:effectLst/>
                <a:uLnTx/>
                <a:uFillTx/>
                <a:latin typeface="Calibri" panose="020F0502020204030204"/>
                <a:ea typeface="Arial" panose="020B0604020202020204" pitchFamily="34" charset="0"/>
                <a:cs typeface="+mn-cs"/>
              </a:rPr>
              <a:t>Ethernet, 802.11 (WiFi), PPP</a:t>
            </a:r>
          </a:p>
          <a:p>
            <a:pPr marL="287338" marR="0" lvl="0" indent="-287338" algn="l" defTabSz="914400" rtl="0" eaLnBrk="1" fontAlgn="auto" latinLnBrk="0" hangingPunct="1">
              <a:lnSpc>
                <a:spcPct val="80000"/>
              </a:lnSpc>
              <a:spcBef>
                <a:spcPts val="1000"/>
              </a:spcBef>
              <a:spcAft>
                <a:spcPts val="0"/>
              </a:spcAft>
              <a:buClr>
                <a:srgbClr val="0000A3"/>
              </a:buClr>
              <a:buSzTx/>
              <a:buFont typeface="Wingdings" pitchFamily="2" charset="2"/>
              <a:buChar char="§"/>
              <a:tabLst/>
              <a:defRPr/>
            </a:pPr>
            <a:r>
              <a:rPr kumimoji="0" lang="en-US" altLang="en-US" sz="3200" b="0" i="1" u="none" strike="noStrike" kern="1200" cap="none" spc="0" normalizeH="0" baseline="0" noProof="0">
                <a:ln>
                  <a:noFill/>
                </a:ln>
                <a:solidFill>
                  <a:srgbClr val="CC0000"/>
                </a:solidFill>
                <a:effectLst/>
                <a:uLnTx/>
                <a:uFillTx/>
                <a:latin typeface="Calibri" panose="020F0502020204030204"/>
                <a:ea typeface="ＭＳ Ｐゴシック" panose="020B0600070205080204" pitchFamily="34" charset="-128"/>
                <a:cs typeface="+mn-cs"/>
              </a:rPr>
              <a:t>physical:</a:t>
            </a:r>
            <a:r>
              <a:rPr kumimoji="0" lang="en-US" altLang="en-US" sz="32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 </a:t>
            </a:r>
            <a:r>
              <a:rPr kumimoji="0" lang="en-US" altLang="en-US" sz="28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bits “</a:t>
            </a:r>
            <a:r>
              <a:rPr kumimoji="0" lang="en-US" altLang="ja-JP" sz="28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on the wire”</a:t>
            </a:r>
          </a:p>
        </p:txBody>
      </p:sp>
      <p:sp>
        <p:nvSpPr>
          <p:cNvPr id="8" name="Rectangle 6">
            <a:extLst>
              <a:ext uri="{FF2B5EF4-FFF2-40B4-BE49-F238E27FC236}">
                <a16:creationId xmlns:a16="http://schemas.microsoft.com/office/drawing/2014/main" id="{7FC87645-22AD-8040-8C83-BC2F64C5D928}"/>
              </a:ext>
            </a:extLst>
          </p:cNvPr>
          <p:cNvSpPr>
            <a:spLocks noChangeArrowheads="1"/>
          </p:cNvSpPr>
          <p:nvPr/>
        </p:nvSpPr>
        <p:spPr bwMode="auto">
          <a:xfrm>
            <a:off x="8913284" y="1902006"/>
            <a:ext cx="1892300" cy="3530600"/>
          </a:xfrm>
          <a:prstGeom prst="rect">
            <a:avLst/>
          </a:prstGeom>
          <a:solidFill>
            <a:schemeClr val="bg1"/>
          </a:solidFill>
          <a:ln w="38100">
            <a:solidFill>
              <a:schemeClr val="tx1"/>
            </a:solidFill>
            <a:miter lim="800000"/>
            <a:headEnd/>
            <a:tailEnd/>
          </a:ln>
          <a:effectLst>
            <a:outerShdw blurRad="304800" dist="38100" dir="18900000" algn="b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ts val="2060"/>
              </a:lnSpc>
              <a:spcBef>
                <a:spcPts val="0"/>
              </a:spcBef>
              <a:spcAft>
                <a:spcPts val="0"/>
              </a:spcAft>
              <a:buClrTx/>
              <a:buSzTx/>
              <a:buFontTx/>
              <a:buNone/>
              <a:tabLst/>
              <a:defRPr/>
            </a:pPr>
            <a:endParaRPr kumimoji="0" lang="en-US" altLang="en-US" sz="28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9" name="Text Box 7">
            <a:extLst>
              <a:ext uri="{FF2B5EF4-FFF2-40B4-BE49-F238E27FC236}">
                <a16:creationId xmlns:a16="http://schemas.microsoft.com/office/drawing/2014/main" id="{8C032AE1-21C7-1541-9531-59DC0E0F6A64}"/>
              </a:ext>
            </a:extLst>
          </p:cNvPr>
          <p:cNvSpPr txBox="1">
            <a:spLocks noChangeArrowheads="1"/>
          </p:cNvSpPr>
          <p:nvPr/>
        </p:nvSpPr>
        <p:spPr bwMode="auto">
          <a:xfrm>
            <a:off x="9503820" y="4217549"/>
            <a:ext cx="700833"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a:ln>
                  <a:noFill/>
                </a:ln>
                <a:solidFill>
                  <a:srgbClr val="C00000"/>
                </a:solidFill>
                <a:effectLst/>
                <a:uLnTx/>
                <a:uFillTx/>
                <a:latin typeface="Calibri" panose="020F0502020204030204"/>
                <a:ea typeface="ＭＳ Ｐゴシック" panose="020B0600070205080204" pitchFamily="34" charset="-128"/>
                <a:cs typeface="+mn-cs"/>
              </a:rPr>
              <a:t>link</a:t>
            </a:r>
          </a:p>
        </p:txBody>
      </p:sp>
      <p:sp>
        <p:nvSpPr>
          <p:cNvPr id="10" name="Line 8">
            <a:extLst>
              <a:ext uri="{FF2B5EF4-FFF2-40B4-BE49-F238E27FC236}">
                <a16:creationId xmlns:a16="http://schemas.microsoft.com/office/drawing/2014/main" id="{2FF6CB9E-FC16-794F-9F97-8FE4CC7DA95C}"/>
              </a:ext>
            </a:extLst>
          </p:cNvPr>
          <p:cNvSpPr>
            <a:spLocks noChangeShapeType="1"/>
          </p:cNvSpPr>
          <p:nvPr/>
        </p:nvSpPr>
        <p:spPr bwMode="auto">
          <a:xfrm>
            <a:off x="8906934" y="2637698"/>
            <a:ext cx="188595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ts val="206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Line 9">
            <a:extLst>
              <a:ext uri="{FF2B5EF4-FFF2-40B4-BE49-F238E27FC236}">
                <a16:creationId xmlns:a16="http://schemas.microsoft.com/office/drawing/2014/main" id="{E0C842E9-2804-A24B-90F5-1E76ED56B971}"/>
              </a:ext>
            </a:extLst>
          </p:cNvPr>
          <p:cNvSpPr>
            <a:spLocks noChangeShapeType="1"/>
          </p:cNvSpPr>
          <p:nvPr/>
        </p:nvSpPr>
        <p:spPr bwMode="auto">
          <a:xfrm>
            <a:off x="8906934" y="3342548"/>
            <a:ext cx="188595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ts val="206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Line 10">
            <a:extLst>
              <a:ext uri="{FF2B5EF4-FFF2-40B4-BE49-F238E27FC236}">
                <a16:creationId xmlns:a16="http://schemas.microsoft.com/office/drawing/2014/main" id="{80C10F46-6CD7-F647-A004-85EB56C772DF}"/>
              </a:ext>
            </a:extLst>
          </p:cNvPr>
          <p:cNvSpPr>
            <a:spLocks noChangeShapeType="1"/>
          </p:cNvSpPr>
          <p:nvPr/>
        </p:nvSpPr>
        <p:spPr bwMode="auto">
          <a:xfrm>
            <a:off x="8906934" y="4053748"/>
            <a:ext cx="188595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ts val="206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Line 11">
            <a:extLst>
              <a:ext uri="{FF2B5EF4-FFF2-40B4-BE49-F238E27FC236}">
                <a16:creationId xmlns:a16="http://schemas.microsoft.com/office/drawing/2014/main" id="{264B0C4A-9518-2F45-BBDA-97BCDD99E256}"/>
              </a:ext>
            </a:extLst>
          </p:cNvPr>
          <p:cNvSpPr>
            <a:spLocks noChangeShapeType="1"/>
          </p:cNvSpPr>
          <p:nvPr/>
        </p:nvSpPr>
        <p:spPr bwMode="auto">
          <a:xfrm>
            <a:off x="8906934" y="4764948"/>
            <a:ext cx="188595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ts val="206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Box 7">
            <a:extLst>
              <a:ext uri="{FF2B5EF4-FFF2-40B4-BE49-F238E27FC236}">
                <a16:creationId xmlns:a16="http://schemas.microsoft.com/office/drawing/2014/main" id="{A1409CBF-F5BE-6642-ACCF-440DA30E3B86}"/>
              </a:ext>
            </a:extLst>
          </p:cNvPr>
          <p:cNvSpPr txBox="1">
            <a:spLocks noChangeArrowheads="1"/>
          </p:cNvSpPr>
          <p:nvPr/>
        </p:nvSpPr>
        <p:spPr bwMode="auto">
          <a:xfrm>
            <a:off x="8942478" y="2070093"/>
            <a:ext cx="1795813"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a:ln>
                  <a:noFill/>
                </a:ln>
                <a:solidFill>
                  <a:srgbClr val="C00000"/>
                </a:solidFill>
                <a:effectLst/>
                <a:uLnTx/>
                <a:uFillTx/>
                <a:latin typeface="Calibri" panose="020F0502020204030204"/>
                <a:ea typeface="ＭＳ Ｐゴシック" panose="020B0600070205080204" pitchFamily="34" charset="-128"/>
                <a:cs typeface="+mn-cs"/>
              </a:rPr>
              <a:t>application</a:t>
            </a:r>
          </a:p>
        </p:txBody>
      </p:sp>
      <p:sp>
        <p:nvSpPr>
          <p:cNvPr id="15" name="Text Box 7">
            <a:extLst>
              <a:ext uri="{FF2B5EF4-FFF2-40B4-BE49-F238E27FC236}">
                <a16:creationId xmlns:a16="http://schemas.microsoft.com/office/drawing/2014/main" id="{4C8F71E2-C149-F549-B200-0E64A6F67591}"/>
              </a:ext>
            </a:extLst>
          </p:cNvPr>
          <p:cNvSpPr txBox="1">
            <a:spLocks noChangeArrowheads="1"/>
          </p:cNvSpPr>
          <p:nvPr/>
        </p:nvSpPr>
        <p:spPr bwMode="auto">
          <a:xfrm>
            <a:off x="9139934" y="3510968"/>
            <a:ext cx="1400896"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a:ln>
                  <a:noFill/>
                </a:ln>
                <a:solidFill>
                  <a:srgbClr val="C00000"/>
                </a:solidFill>
                <a:effectLst/>
                <a:uLnTx/>
                <a:uFillTx/>
                <a:latin typeface="Calibri" panose="020F0502020204030204"/>
                <a:ea typeface="ＭＳ Ｐゴシック" panose="020B0600070205080204" pitchFamily="34" charset="-128"/>
                <a:cs typeface="+mn-cs"/>
              </a:rPr>
              <a:t>network</a:t>
            </a:r>
          </a:p>
        </p:txBody>
      </p:sp>
      <p:sp>
        <p:nvSpPr>
          <p:cNvPr id="16" name="Text Box 7">
            <a:extLst>
              <a:ext uri="{FF2B5EF4-FFF2-40B4-BE49-F238E27FC236}">
                <a16:creationId xmlns:a16="http://schemas.microsoft.com/office/drawing/2014/main" id="{565AE4AB-C1CB-3E4C-B30F-33A869485DEC}"/>
              </a:ext>
            </a:extLst>
          </p:cNvPr>
          <p:cNvSpPr txBox="1">
            <a:spLocks noChangeArrowheads="1"/>
          </p:cNvSpPr>
          <p:nvPr/>
        </p:nvSpPr>
        <p:spPr bwMode="auto">
          <a:xfrm>
            <a:off x="9024889" y="2776676"/>
            <a:ext cx="1547860"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a:ln>
                  <a:noFill/>
                </a:ln>
                <a:solidFill>
                  <a:srgbClr val="C00000"/>
                </a:solidFill>
                <a:effectLst/>
                <a:uLnTx/>
                <a:uFillTx/>
                <a:latin typeface="Calibri" panose="020F0502020204030204"/>
                <a:ea typeface="ＭＳ Ｐゴシック" panose="020B0600070205080204" pitchFamily="34" charset="-128"/>
                <a:cs typeface="+mn-cs"/>
              </a:rPr>
              <a:t>transport</a:t>
            </a:r>
          </a:p>
        </p:txBody>
      </p:sp>
      <p:sp>
        <p:nvSpPr>
          <p:cNvPr id="18" name="Text Box 7">
            <a:extLst>
              <a:ext uri="{FF2B5EF4-FFF2-40B4-BE49-F238E27FC236}">
                <a16:creationId xmlns:a16="http://schemas.microsoft.com/office/drawing/2014/main" id="{0C3D0051-24D3-9542-BC28-EF8E74513E07}"/>
              </a:ext>
            </a:extLst>
          </p:cNvPr>
          <p:cNvSpPr txBox="1">
            <a:spLocks noChangeArrowheads="1"/>
          </p:cNvSpPr>
          <p:nvPr/>
        </p:nvSpPr>
        <p:spPr bwMode="auto">
          <a:xfrm>
            <a:off x="9197943" y="4884466"/>
            <a:ext cx="1340302"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a:ln>
                  <a:noFill/>
                </a:ln>
                <a:solidFill>
                  <a:srgbClr val="C00000"/>
                </a:solidFill>
                <a:effectLst/>
                <a:uLnTx/>
                <a:uFillTx/>
                <a:latin typeface="Calibri" panose="020F0502020204030204"/>
                <a:ea typeface="ＭＳ Ｐゴシック" panose="020B0600070205080204" pitchFamily="34" charset="-128"/>
                <a:cs typeface="+mn-cs"/>
              </a:rPr>
              <a:t>physical</a:t>
            </a:r>
          </a:p>
        </p:txBody>
      </p:sp>
      <p:grpSp>
        <p:nvGrpSpPr>
          <p:cNvPr id="4" name="Group 3">
            <a:extLst>
              <a:ext uri="{FF2B5EF4-FFF2-40B4-BE49-F238E27FC236}">
                <a16:creationId xmlns:a16="http://schemas.microsoft.com/office/drawing/2014/main" id="{0D5C6DD9-E1C8-9A47-B128-964947A9BCA1}"/>
              </a:ext>
            </a:extLst>
          </p:cNvPr>
          <p:cNvGrpSpPr/>
          <p:nvPr/>
        </p:nvGrpSpPr>
        <p:grpSpPr>
          <a:xfrm>
            <a:off x="8931728" y="1894114"/>
            <a:ext cx="1877786" cy="734786"/>
            <a:chOff x="8980714" y="751114"/>
            <a:chExt cx="1877786" cy="734786"/>
          </a:xfrm>
        </p:grpSpPr>
        <p:sp>
          <p:nvSpPr>
            <p:cNvPr id="3" name="Rectangle 2">
              <a:extLst>
                <a:ext uri="{FF2B5EF4-FFF2-40B4-BE49-F238E27FC236}">
                  <a16:creationId xmlns:a16="http://schemas.microsoft.com/office/drawing/2014/main" id="{A763C0FF-36B6-664F-90B3-14AB76C3338D}"/>
                </a:ext>
              </a:extLst>
            </p:cNvPr>
            <p:cNvSpPr/>
            <p:nvPr/>
          </p:nvSpPr>
          <p:spPr>
            <a:xfrm>
              <a:off x="8980714" y="751114"/>
              <a:ext cx="1877786" cy="73478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 Box 7">
              <a:extLst>
                <a:ext uri="{FF2B5EF4-FFF2-40B4-BE49-F238E27FC236}">
                  <a16:creationId xmlns:a16="http://schemas.microsoft.com/office/drawing/2014/main" id="{D1D9D12F-41D2-1C43-BE10-20C3B18B6C74}"/>
                </a:ext>
              </a:extLst>
            </p:cNvPr>
            <p:cNvSpPr txBox="1">
              <a:spLocks noChangeArrowheads="1"/>
            </p:cNvSpPr>
            <p:nvPr/>
          </p:nvSpPr>
          <p:spPr bwMode="auto">
            <a:xfrm>
              <a:off x="9029564" y="899878"/>
              <a:ext cx="1795813"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a:ln>
                    <a:noFill/>
                  </a:ln>
                  <a:solidFill>
                    <a:schemeClr val="bg1"/>
                  </a:solidFill>
                  <a:effectLst/>
                  <a:uLnTx/>
                  <a:uFillTx/>
                  <a:latin typeface="Calibri" panose="020F0502020204030204"/>
                  <a:ea typeface="ＭＳ Ｐゴシック" panose="020B0600070205080204" pitchFamily="34" charset="-128"/>
                  <a:cs typeface="+mn-cs"/>
                </a:rPr>
                <a:t>application</a:t>
              </a:r>
            </a:p>
          </p:txBody>
        </p:sp>
      </p:grpSp>
      <p:grpSp>
        <p:nvGrpSpPr>
          <p:cNvPr id="20" name="Group 19">
            <a:extLst>
              <a:ext uri="{FF2B5EF4-FFF2-40B4-BE49-F238E27FC236}">
                <a16:creationId xmlns:a16="http://schemas.microsoft.com/office/drawing/2014/main" id="{FBC066ED-EC5C-E148-85B2-CE56D9C40F28}"/>
              </a:ext>
            </a:extLst>
          </p:cNvPr>
          <p:cNvGrpSpPr/>
          <p:nvPr/>
        </p:nvGrpSpPr>
        <p:grpSpPr>
          <a:xfrm>
            <a:off x="8933979" y="2649498"/>
            <a:ext cx="1861418" cy="688224"/>
            <a:chOff x="8993850" y="766270"/>
            <a:chExt cx="1861418" cy="688224"/>
          </a:xfrm>
        </p:grpSpPr>
        <p:sp>
          <p:nvSpPr>
            <p:cNvPr id="21" name="Rectangle 20">
              <a:extLst>
                <a:ext uri="{FF2B5EF4-FFF2-40B4-BE49-F238E27FC236}">
                  <a16:creationId xmlns:a16="http://schemas.microsoft.com/office/drawing/2014/main" id="{173E1221-1527-4744-A110-60E3BD72A69D}"/>
                </a:ext>
              </a:extLst>
            </p:cNvPr>
            <p:cNvSpPr/>
            <p:nvPr/>
          </p:nvSpPr>
          <p:spPr>
            <a:xfrm>
              <a:off x="8993850" y="766270"/>
              <a:ext cx="1861418" cy="688224"/>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Box 7">
              <a:extLst>
                <a:ext uri="{FF2B5EF4-FFF2-40B4-BE49-F238E27FC236}">
                  <a16:creationId xmlns:a16="http://schemas.microsoft.com/office/drawing/2014/main" id="{5D7E6050-1C4A-AC42-9C80-455BF3E89624}"/>
                </a:ext>
              </a:extLst>
            </p:cNvPr>
            <p:cNvSpPr txBox="1">
              <a:spLocks noChangeArrowheads="1"/>
            </p:cNvSpPr>
            <p:nvPr/>
          </p:nvSpPr>
          <p:spPr bwMode="auto">
            <a:xfrm>
              <a:off x="9153542" y="899878"/>
              <a:ext cx="1547860"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a:ln>
                    <a:noFill/>
                  </a:ln>
                  <a:solidFill>
                    <a:schemeClr val="bg1"/>
                  </a:solidFill>
                  <a:effectLst/>
                  <a:uLnTx/>
                  <a:uFillTx/>
                  <a:latin typeface="Calibri" panose="020F0502020204030204"/>
                  <a:ea typeface="ＭＳ Ｐゴシック" panose="020B0600070205080204" pitchFamily="34" charset="-128"/>
                  <a:cs typeface="+mn-cs"/>
                </a:rPr>
                <a:t>transport</a:t>
              </a:r>
            </a:p>
          </p:txBody>
        </p:sp>
      </p:grpSp>
      <p:grpSp>
        <p:nvGrpSpPr>
          <p:cNvPr id="23" name="Group 22">
            <a:extLst>
              <a:ext uri="{FF2B5EF4-FFF2-40B4-BE49-F238E27FC236}">
                <a16:creationId xmlns:a16="http://schemas.microsoft.com/office/drawing/2014/main" id="{A118D44F-D234-294A-9DFB-5BF4D5E069AC}"/>
              </a:ext>
            </a:extLst>
          </p:cNvPr>
          <p:cNvGrpSpPr/>
          <p:nvPr/>
        </p:nvGrpSpPr>
        <p:grpSpPr>
          <a:xfrm>
            <a:off x="8931286" y="3357646"/>
            <a:ext cx="1861418" cy="677992"/>
            <a:chOff x="8993850" y="766270"/>
            <a:chExt cx="1861418" cy="677992"/>
          </a:xfrm>
        </p:grpSpPr>
        <p:sp>
          <p:nvSpPr>
            <p:cNvPr id="24" name="Rectangle 23">
              <a:extLst>
                <a:ext uri="{FF2B5EF4-FFF2-40B4-BE49-F238E27FC236}">
                  <a16:creationId xmlns:a16="http://schemas.microsoft.com/office/drawing/2014/main" id="{5BB6D480-0EF6-9743-B8C0-63D799A0402B}"/>
                </a:ext>
              </a:extLst>
            </p:cNvPr>
            <p:cNvSpPr/>
            <p:nvPr/>
          </p:nvSpPr>
          <p:spPr>
            <a:xfrm>
              <a:off x="8993850" y="766270"/>
              <a:ext cx="1861418" cy="67799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 Box 7">
              <a:extLst>
                <a:ext uri="{FF2B5EF4-FFF2-40B4-BE49-F238E27FC236}">
                  <a16:creationId xmlns:a16="http://schemas.microsoft.com/office/drawing/2014/main" id="{2D6CC9E9-4EB8-C148-99C7-DE21615E7DBD}"/>
                </a:ext>
              </a:extLst>
            </p:cNvPr>
            <p:cNvSpPr txBox="1">
              <a:spLocks noChangeArrowheads="1"/>
            </p:cNvSpPr>
            <p:nvPr/>
          </p:nvSpPr>
          <p:spPr bwMode="auto">
            <a:xfrm>
              <a:off x="9227024" y="899878"/>
              <a:ext cx="1400896"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a:ln>
                    <a:noFill/>
                  </a:ln>
                  <a:solidFill>
                    <a:schemeClr val="bg1"/>
                  </a:solidFill>
                  <a:effectLst/>
                  <a:uLnTx/>
                  <a:uFillTx/>
                  <a:latin typeface="Calibri" panose="020F0502020204030204"/>
                  <a:ea typeface="ＭＳ Ｐゴシック" panose="020B0600070205080204" pitchFamily="34" charset="-128"/>
                  <a:cs typeface="+mn-cs"/>
                </a:rPr>
                <a:t>network</a:t>
              </a:r>
            </a:p>
          </p:txBody>
        </p:sp>
      </p:grpSp>
      <p:grpSp>
        <p:nvGrpSpPr>
          <p:cNvPr id="26" name="Group 25">
            <a:extLst>
              <a:ext uri="{FF2B5EF4-FFF2-40B4-BE49-F238E27FC236}">
                <a16:creationId xmlns:a16="http://schemas.microsoft.com/office/drawing/2014/main" id="{AC9AAF3B-AED3-A449-97D4-F0291249333B}"/>
              </a:ext>
            </a:extLst>
          </p:cNvPr>
          <p:cNvGrpSpPr/>
          <p:nvPr/>
        </p:nvGrpSpPr>
        <p:grpSpPr>
          <a:xfrm>
            <a:off x="8931824" y="4072257"/>
            <a:ext cx="1861418" cy="677992"/>
            <a:chOff x="8993850" y="766270"/>
            <a:chExt cx="1861418" cy="677992"/>
          </a:xfrm>
        </p:grpSpPr>
        <p:sp>
          <p:nvSpPr>
            <p:cNvPr id="27" name="Rectangle 26">
              <a:extLst>
                <a:ext uri="{FF2B5EF4-FFF2-40B4-BE49-F238E27FC236}">
                  <a16:creationId xmlns:a16="http://schemas.microsoft.com/office/drawing/2014/main" id="{821B1C9B-1511-9048-954A-42C526FFA552}"/>
                </a:ext>
              </a:extLst>
            </p:cNvPr>
            <p:cNvSpPr/>
            <p:nvPr/>
          </p:nvSpPr>
          <p:spPr>
            <a:xfrm>
              <a:off x="8993850" y="766270"/>
              <a:ext cx="1861418" cy="67799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 Box 7">
              <a:extLst>
                <a:ext uri="{FF2B5EF4-FFF2-40B4-BE49-F238E27FC236}">
                  <a16:creationId xmlns:a16="http://schemas.microsoft.com/office/drawing/2014/main" id="{94F6A773-D867-F74F-B5C6-8190F112DD55}"/>
                </a:ext>
              </a:extLst>
            </p:cNvPr>
            <p:cNvSpPr txBox="1">
              <a:spLocks noChangeArrowheads="1"/>
            </p:cNvSpPr>
            <p:nvPr/>
          </p:nvSpPr>
          <p:spPr bwMode="auto">
            <a:xfrm>
              <a:off x="9577056" y="899878"/>
              <a:ext cx="700834"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a:ln>
                    <a:noFill/>
                  </a:ln>
                  <a:solidFill>
                    <a:schemeClr val="bg1"/>
                  </a:solidFill>
                  <a:effectLst/>
                  <a:uLnTx/>
                  <a:uFillTx/>
                  <a:latin typeface="Calibri" panose="020F0502020204030204"/>
                  <a:ea typeface="ＭＳ Ｐゴシック" panose="020B0600070205080204" pitchFamily="34" charset="-128"/>
                  <a:cs typeface="+mn-cs"/>
                </a:rPr>
                <a:t>link</a:t>
              </a:r>
            </a:p>
          </p:txBody>
        </p:sp>
      </p:grpSp>
      <p:grpSp>
        <p:nvGrpSpPr>
          <p:cNvPr id="29" name="Group 28">
            <a:extLst>
              <a:ext uri="{FF2B5EF4-FFF2-40B4-BE49-F238E27FC236}">
                <a16:creationId xmlns:a16="http://schemas.microsoft.com/office/drawing/2014/main" id="{5725BE4D-F37D-9C4B-B89A-22367E8DCDC6}"/>
              </a:ext>
            </a:extLst>
          </p:cNvPr>
          <p:cNvGrpSpPr/>
          <p:nvPr/>
        </p:nvGrpSpPr>
        <p:grpSpPr>
          <a:xfrm>
            <a:off x="8925900" y="4785252"/>
            <a:ext cx="1861418" cy="639758"/>
            <a:chOff x="8993850" y="784041"/>
            <a:chExt cx="1861418" cy="639758"/>
          </a:xfrm>
        </p:grpSpPr>
        <p:sp>
          <p:nvSpPr>
            <p:cNvPr id="30" name="Rectangle 29">
              <a:extLst>
                <a:ext uri="{FF2B5EF4-FFF2-40B4-BE49-F238E27FC236}">
                  <a16:creationId xmlns:a16="http://schemas.microsoft.com/office/drawing/2014/main" id="{0D53E4D4-FAC6-1E4B-882F-3AD5F8C274EF}"/>
                </a:ext>
              </a:extLst>
            </p:cNvPr>
            <p:cNvSpPr/>
            <p:nvPr/>
          </p:nvSpPr>
          <p:spPr>
            <a:xfrm>
              <a:off x="8993850" y="784041"/>
              <a:ext cx="1861418" cy="63975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 Box 7">
              <a:extLst>
                <a:ext uri="{FF2B5EF4-FFF2-40B4-BE49-F238E27FC236}">
                  <a16:creationId xmlns:a16="http://schemas.microsoft.com/office/drawing/2014/main" id="{2F3023D6-375B-E04C-A47A-CBC847CE62DB}"/>
                </a:ext>
              </a:extLst>
            </p:cNvPr>
            <p:cNvSpPr txBox="1">
              <a:spLocks noChangeArrowheads="1"/>
            </p:cNvSpPr>
            <p:nvPr/>
          </p:nvSpPr>
          <p:spPr bwMode="auto">
            <a:xfrm>
              <a:off x="9257324" y="899878"/>
              <a:ext cx="1340303"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a:ln>
                    <a:noFill/>
                  </a:ln>
                  <a:solidFill>
                    <a:schemeClr val="bg1"/>
                  </a:solidFill>
                  <a:effectLst/>
                  <a:uLnTx/>
                  <a:uFillTx/>
                  <a:latin typeface="Calibri" panose="020F0502020204030204"/>
                  <a:ea typeface="ＭＳ Ｐゴシック" panose="020B0600070205080204" pitchFamily="34" charset="-128"/>
                  <a:cs typeface="+mn-cs"/>
                </a:rPr>
                <a:t>physical</a:t>
              </a:r>
            </a:p>
          </p:txBody>
        </p:sp>
      </p:grpSp>
      <mc:AlternateContent xmlns:mc="http://schemas.openxmlformats.org/markup-compatibility/2006">
        <mc:Choice xmlns:p14="http://schemas.microsoft.com/office/powerpoint/2010/main" Requires="p14">
          <p:contentPart p14:bwMode="auto" r:id="rId3">
            <p14:nvContentPartPr>
              <p14:cNvPr id="5" name="Ink 4">
                <a:extLst>
                  <a:ext uri="{FF2B5EF4-FFF2-40B4-BE49-F238E27FC236}">
                    <a16:creationId xmlns:a16="http://schemas.microsoft.com/office/drawing/2014/main" id="{55367650-8AFA-92C8-3AE7-BF3ABF7F8DA3}"/>
                  </a:ext>
                </a:extLst>
              </p14:cNvPr>
              <p14:cNvContentPartPr/>
              <p14:nvPr/>
            </p14:nvContentPartPr>
            <p14:xfrm>
              <a:off x="2920320" y="2860920"/>
              <a:ext cx="954720" cy="294840"/>
            </p14:xfrm>
          </p:contentPart>
        </mc:Choice>
        <mc:Fallback>
          <p:pic>
            <p:nvPicPr>
              <p:cNvPr id="5" name="Ink 4">
                <a:extLst>
                  <a:ext uri="{FF2B5EF4-FFF2-40B4-BE49-F238E27FC236}">
                    <a16:creationId xmlns:a16="http://schemas.microsoft.com/office/drawing/2014/main" id="{55367650-8AFA-92C8-3AE7-BF3ABF7F8DA3}"/>
                  </a:ext>
                </a:extLst>
              </p:cNvPr>
              <p:cNvPicPr/>
              <p:nvPr/>
            </p:nvPicPr>
            <p:blipFill>
              <a:blip r:embed="rId4"/>
              <a:stretch>
                <a:fillRect/>
              </a:stretch>
            </p:blipFill>
            <p:spPr>
              <a:xfrm>
                <a:off x="2910960" y="2851560"/>
                <a:ext cx="973440" cy="313560"/>
              </a:xfrm>
              <a:prstGeom prst="rect">
                <a:avLst/>
              </a:prstGeom>
            </p:spPr>
          </p:pic>
        </mc:Fallback>
      </mc:AlternateContent>
    </p:spTree>
    <p:extLst>
      <p:ext uri="{BB962C8B-B14F-4D97-AF65-F5344CB8AC3E}">
        <p14:creationId xmlns:p14="http://schemas.microsoft.com/office/powerpoint/2010/main" val="181546431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20" name="Freeform 10">
            <a:extLst>
              <a:ext uri="{FF2B5EF4-FFF2-40B4-BE49-F238E27FC236}">
                <a16:creationId xmlns:a16="http://schemas.microsoft.com/office/drawing/2014/main" id="{236C8C34-AA0A-1747-BF1D-3CBFB21AC1F2}"/>
              </a:ext>
            </a:extLst>
          </p:cNvPr>
          <p:cNvSpPr>
            <a:spLocks/>
          </p:cNvSpPr>
          <p:nvPr/>
        </p:nvSpPr>
        <p:spPr bwMode="auto">
          <a:xfrm rot="10800000" flipH="1">
            <a:off x="10916607" y="1577038"/>
            <a:ext cx="450309" cy="4061761"/>
          </a:xfrm>
          <a:custGeom>
            <a:avLst/>
            <a:gdLst>
              <a:gd name="T0" fmla="*/ 2147483646 w 267"/>
              <a:gd name="T1" fmla="*/ 2147483646 h 1186"/>
              <a:gd name="T2" fmla="*/ 0 w 267"/>
              <a:gd name="T3" fmla="*/ 0 h 1186"/>
              <a:gd name="T4" fmla="*/ 0 w 267"/>
              <a:gd name="T5" fmla="*/ 2147483646 h 1186"/>
              <a:gd name="T6" fmla="*/ 2147483646 w 267"/>
              <a:gd name="T7" fmla="*/ 2147483646 h 1186"/>
              <a:gd name="T8" fmla="*/ 2147483646 w 267"/>
              <a:gd name="T9" fmla="*/ 2147483646 h 1186"/>
              <a:gd name="T10" fmla="*/ 0 60000 65536"/>
              <a:gd name="T11" fmla="*/ 0 60000 65536"/>
              <a:gd name="T12" fmla="*/ 0 60000 65536"/>
              <a:gd name="T13" fmla="*/ 0 60000 65536"/>
              <a:gd name="T14" fmla="*/ 0 60000 65536"/>
              <a:gd name="T15" fmla="*/ 0 w 267"/>
              <a:gd name="T16" fmla="*/ 0 h 1186"/>
              <a:gd name="T17" fmla="*/ 267 w 267"/>
              <a:gd name="T18" fmla="*/ 1186 h 1186"/>
              <a:gd name="connsiteX0" fmla="*/ 11593 w 11593"/>
              <a:gd name="connsiteY0" fmla="*/ 0 h 10109"/>
              <a:gd name="connsiteX1" fmla="*/ 0 w 11593"/>
              <a:gd name="connsiteY1" fmla="*/ 109 h 10109"/>
              <a:gd name="connsiteX2" fmla="*/ 0 w 11593"/>
              <a:gd name="connsiteY2" fmla="*/ 10109 h 10109"/>
              <a:gd name="connsiteX3" fmla="*/ 10000 w 11593"/>
              <a:gd name="connsiteY3" fmla="*/ 5606 h 10109"/>
              <a:gd name="connsiteX4" fmla="*/ 11593 w 11593"/>
              <a:gd name="connsiteY4" fmla="*/ 0 h 10109"/>
              <a:gd name="connsiteX0" fmla="*/ 11593 w 12080"/>
              <a:gd name="connsiteY0" fmla="*/ 0 h 10109"/>
              <a:gd name="connsiteX1" fmla="*/ 0 w 12080"/>
              <a:gd name="connsiteY1" fmla="*/ 109 h 10109"/>
              <a:gd name="connsiteX2" fmla="*/ 0 w 12080"/>
              <a:gd name="connsiteY2" fmla="*/ 10109 h 10109"/>
              <a:gd name="connsiteX3" fmla="*/ 12080 w 12080"/>
              <a:gd name="connsiteY3" fmla="*/ 1850 h 10109"/>
              <a:gd name="connsiteX4" fmla="*/ 11593 w 12080"/>
              <a:gd name="connsiteY4" fmla="*/ 0 h 10109"/>
              <a:gd name="connsiteX0" fmla="*/ 11593 w 12080"/>
              <a:gd name="connsiteY0" fmla="*/ 2239 h 12348"/>
              <a:gd name="connsiteX1" fmla="*/ 0 w 12080"/>
              <a:gd name="connsiteY1" fmla="*/ 0 h 12348"/>
              <a:gd name="connsiteX2" fmla="*/ 0 w 12080"/>
              <a:gd name="connsiteY2" fmla="*/ 12348 h 12348"/>
              <a:gd name="connsiteX3" fmla="*/ 12080 w 12080"/>
              <a:gd name="connsiteY3" fmla="*/ 4089 h 12348"/>
              <a:gd name="connsiteX4" fmla="*/ 11593 w 12080"/>
              <a:gd name="connsiteY4" fmla="*/ 2239 h 12348"/>
              <a:gd name="connsiteX0" fmla="*/ 12841 w 13328"/>
              <a:gd name="connsiteY0" fmla="*/ 10034 h 20143"/>
              <a:gd name="connsiteX1" fmla="*/ 0 w 13328"/>
              <a:gd name="connsiteY1" fmla="*/ 0 h 20143"/>
              <a:gd name="connsiteX2" fmla="*/ 1248 w 13328"/>
              <a:gd name="connsiteY2" fmla="*/ 20143 h 20143"/>
              <a:gd name="connsiteX3" fmla="*/ 13328 w 13328"/>
              <a:gd name="connsiteY3" fmla="*/ 11884 h 20143"/>
              <a:gd name="connsiteX4" fmla="*/ 12841 w 13328"/>
              <a:gd name="connsiteY4" fmla="*/ 10034 h 20143"/>
              <a:gd name="connsiteX0" fmla="*/ 12425 w 13328"/>
              <a:gd name="connsiteY0" fmla="*/ 0 h 21660"/>
              <a:gd name="connsiteX1" fmla="*/ 0 w 13328"/>
              <a:gd name="connsiteY1" fmla="*/ 1517 h 21660"/>
              <a:gd name="connsiteX2" fmla="*/ 1248 w 13328"/>
              <a:gd name="connsiteY2" fmla="*/ 21660 h 21660"/>
              <a:gd name="connsiteX3" fmla="*/ 13328 w 13328"/>
              <a:gd name="connsiteY3" fmla="*/ 13401 h 21660"/>
              <a:gd name="connsiteX4" fmla="*/ 12425 w 13328"/>
              <a:gd name="connsiteY4" fmla="*/ 0 h 21660"/>
              <a:gd name="connsiteX0" fmla="*/ 12425 w 12496"/>
              <a:gd name="connsiteY0" fmla="*/ 0 h 21660"/>
              <a:gd name="connsiteX1" fmla="*/ 0 w 12496"/>
              <a:gd name="connsiteY1" fmla="*/ 1517 h 21660"/>
              <a:gd name="connsiteX2" fmla="*/ 1248 w 12496"/>
              <a:gd name="connsiteY2" fmla="*/ 21660 h 21660"/>
              <a:gd name="connsiteX3" fmla="*/ 12496 w 12496"/>
              <a:gd name="connsiteY3" fmla="*/ 4855 h 21660"/>
              <a:gd name="connsiteX4" fmla="*/ 12425 w 12496"/>
              <a:gd name="connsiteY4" fmla="*/ 0 h 21660"/>
              <a:gd name="connsiteX0" fmla="*/ 12425 w 12496"/>
              <a:gd name="connsiteY0" fmla="*/ 0 h 21660"/>
              <a:gd name="connsiteX1" fmla="*/ 0 w 12496"/>
              <a:gd name="connsiteY1" fmla="*/ 1517 h 21660"/>
              <a:gd name="connsiteX2" fmla="*/ 1248 w 12496"/>
              <a:gd name="connsiteY2" fmla="*/ 21660 h 21660"/>
              <a:gd name="connsiteX3" fmla="*/ 12496 w 12496"/>
              <a:gd name="connsiteY3" fmla="*/ 4855 h 21660"/>
              <a:gd name="connsiteX4" fmla="*/ 12425 w 12496"/>
              <a:gd name="connsiteY4" fmla="*/ 0 h 21660"/>
              <a:gd name="connsiteX0" fmla="*/ 12425 w 12496"/>
              <a:gd name="connsiteY0" fmla="*/ 0 h 21660"/>
              <a:gd name="connsiteX1" fmla="*/ 0 w 12496"/>
              <a:gd name="connsiteY1" fmla="*/ 1517 h 21660"/>
              <a:gd name="connsiteX2" fmla="*/ 1248 w 12496"/>
              <a:gd name="connsiteY2" fmla="*/ 21660 h 21660"/>
              <a:gd name="connsiteX3" fmla="*/ 12496 w 12496"/>
              <a:gd name="connsiteY3" fmla="*/ 4855 h 21660"/>
              <a:gd name="connsiteX4" fmla="*/ 12425 w 12496"/>
              <a:gd name="connsiteY4" fmla="*/ 0 h 216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96" h="21660">
                <a:moveTo>
                  <a:pt x="12425" y="0"/>
                </a:moveTo>
                <a:lnTo>
                  <a:pt x="0" y="1517"/>
                </a:lnTo>
                <a:lnTo>
                  <a:pt x="1248" y="21660"/>
                </a:lnTo>
                <a:cubicBezTo>
                  <a:pt x="4581" y="12959"/>
                  <a:pt x="6667" y="10269"/>
                  <a:pt x="12496" y="4855"/>
                </a:cubicBezTo>
                <a:cubicBezTo>
                  <a:pt x="12472" y="3237"/>
                  <a:pt x="12449" y="1618"/>
                  <a:pt x="12425" y="0"/>
                </a:cubicBezTo>
                <a:close/>
              </a:path>
            </a:pathLst>
          </a:custGeom>
          <a:gradFill rotWithShape="1">
            <a:gsLst>
              <a:gs pos="0">
                <a:srgbClr val="3C6CDF"/>
              </a:gs>
              <a:gs pos="100000">
                <a:schemeClr val="bg1"/>
              </a:gs>
            </a:gsLst>
            <a:lin ang="0" scaled="1"/>
          </a:gra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326783" y="-40242"/>
            <a:ext cx="10515600" cy="894622"/>
          </a:xfrm>
        </p:spPr>
        <p:txBody>
          <a:bodyPr>
            <a:normAutofit/>
          </a:bodyPr>
          <a:lstStyle/>
          <a:p>
            <a:r>
              <a:rPr lang="en-US" altLang="en-US" sz="4400">
                <a:ea typeface="ＭＳ Ｐゴシック" panose="020B0600070205080204" pitchFamily="34" charset="-128"/>
              </a:rPr>
              <a:t>Layering and encapsulation</a:t>
            </a:r>
            <a:endParaRPr lang="en-US" sz="4400"/>
          </a:p>
        </p:txBody>
      </p:sp>
      <p:sp>
        <p:nvSpPr>
          <p:cNvPr id="13" name="Text Box 8">
            <a:extLst>
              <a:ext uri="{FF2B5EF4-FFF2-40B4-BE49-F238E27FC236}">
                <a16:creationId xmlns:a16="http://schemas.microsoft.com/office/drawing/2014/main" id="{10CAB5B1-70B7-184B-A16F-4239A3118B18}"/>
              </a:ext>
            </a:extLst>
          </p:cNvPr>
          <p:cNvSpPr txBox="1">
            <a:spLocks noChangeArrowheads="1"/>
          </p:cNvSpPr>
          <p:nvPr/>
        </p:nvSpPr>
        <p:spPr bwMode="auto">
          <a:xfrm>
            <a:off x="449705" y="5724388"/>
            <a:ext cx="11001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400" b="0" i="1" u="none" strike="noStrike" kern="1200" cap="none" spc="0" normalizeH="0" baseline="0" noProof="0">
                <a:ln>
                  <a:noFill/>
                </a:ln>
                <a:solidFill>
                  <a:srgbClr val="000099"/>
                </a:solidFill>
                <a:effectLst/>
                <a:uLnTx/>
                <a:uFillTx/>
                <a:latin typeface="Arial" panose="020B0604020202020204" pitchFamily="34" charset="0"/>
                <a:ea typeface="MS PGothic" panose="020B0600070205080204" pitchFamily="34" charset="-128"/>
                <a:cs typeface="Arial" panose="020B0604020202020204" pitchFamily="34" charset="0"/>
              </a:rPr>
              <a:t>source</a:t>
            </a:r>
          </a:p>
        </p:txBody>
      </p:sp>
      <p:sp>
        <p:nvSpPr>
          <p:cNvPr id="14" name="Freeform 10">
            <a:extLst>
              <a:ext uri="{FF2B5EF4-FFF2-40B4-BE49-F238E27FC236}">
                <a16:creationId xmlns:a16="http://schemas.microsoft.com/office/drawing/2014/main" id="{1C528DAB-CFD1-6943-9F41-1A6F334C3C75}"/>
              </a:ext>
            </a:extLst>
          </p:cNvPr>
          <p:cNvSpPr>
            <a:spLocks/>
          </p:cNvSpPr>
          <p:nvPr/>
        </p:nvSpPr>
        <p:spPr bwMode="auto">
          <a:xfrm rot="10800000">
            <a:off x="975630" y="1559549"/>
            <a:ext cx="450309" cy="4061761"/>
          </a:xfrm>
          <a:custGeom>
            <a:avLst/>
            <a:gdLst>
              <a:gd name="T0" fmla="*/ 2147483646 w 267"/>
              <a:gd name="T1" fmla="*/ 2147483646 h 1186"/>
              <a:gd name="T2" fmla="*/ 0 w 267"/>
              <a:gd name="T3" fmla="*/ 0 h 1186"/>
              <a:gd name="T4" fmla="*/ 0 w 267"/>
              <a:gd name="T5" fmla="*/ 2147483646 h 1186"/>
              <a:gd name="T6" fmla="*/ 2147483646 w 267"/>
              <a:gd name="T7" fmla="*/ 2147483646 h 1186"/>
              <a:gd name="T8" fmla="*/ 2147483646 w 267"/>
              <a:gd name="T9" fmla="*/ 2147483646 h 1186"/>
              <a:gd name="T10" fmla="*/ 0 60000 65536"/>
              <a:gd name="T11" fmla="*/ 0 60000 65536"/>
              <a:gd name="T12" fmla="*/ 0 60000 65536"/>
              <a:gd name="T13" fmla="*/ 0 60000 65536"/>
              <a:gd name="T14" fmla="*/ 0 60000 65536"/>
              <a:gd name="T15" fmla="*/ 0 w 267"/>
              <a:gd name="T16" fmla="*/ 0 h 1186"/>
              <a:gd name="T17" fmla="*/ 267 w 267"/>
              <a:gd name="T18" fmla="*/ 1186 h 1186"/>
              <a:gd name="connsiteX0" fmla="*/ 11593 w 11593"/>
              <a:gd name="connsiteY0" fmla="*/ 0 h 10109"/>
              <a:gd name="connsiteX1" fmla="*/ 0 w 11593"/>
              <a:gd name="connsiteY1" fmla="*/ 109 h 10109"/>
              <a:gd name="connsiteX2" fmla="*/ 0 w 11593"/>
              <a:gd name="connsiteY2" fmla="*/ 10109 h 10109"/>
              <a:gd name="connsiteX3" fmla="*/ 10000 w 11593"/>
              <a:gd name="connsiteY3" fmla="*/ 5606 h 10109"/>
              <a:gd name="connsiteX4" fmla="*/ 11593 w 11593"/>
              <a:gd name="connsiteY4" fmla="*/ 0 h 10109"/>
              <a:gd name="connsiteX0" fmla="*/ 11593 w 12080"/>
              <a:gd name="connsiteY0" fmla="*/ 0 h 10109"/>
              <a:gd name="connsiteX1" fmla="*/ 0 w 12080"/>
              <a:gd name="connsiteY1" fmla="*/ 109 h 10109"/>
              <a:gd name="connsiteX2" fmla="*/ 0 w 12080"/>
              <a:gd name="connsiteY2" fmla="*/ 10109 h 10109"/>
              <a:gd name="connsiteX3" fmla="*/ 12080 w 12080"/>
              <a:gd name="connsiteY3" fmla="*/ 1850 h 10109"/>
              <a:gd name="connsiteX4" fmla="*/ 11593 w 12080"/>
              <a:gd name="connsiteY4" fmla="*/ 0 h 10109"/>
              <a:gd name="connsiteX0" fmla="*/ 11593 w 12080"/>
              <a:gd name="connsiteY0" fmla="*/ 2239 h 12348"/>
              <a:gd name="connsiteX1" fmla="*/ 0 w 12080"/>
              <a:gd name="connsiteY1" fmla="*/ 0 h 12348"/>
              <a:gd name="connsiteX2" fmla="*/ 0 w 12080"/>
              <a:gd name="connsiteY2" fmla="*/ 12348 h 12348"/>
              <a:gd name="connsiteX3" fmla="*/ 12080 w 12080"/>
              <a:gd name="connsiteY3" fmla="*/ 4089 h 12348"/>
              <a:gd name="connsiteX4" fmla="*/ 11593 w 12080"/>
              <a:gd name="connsiteY4" fmla="*/ 2239 h 12348"/>
              <a:gd name="connsiteX0" fmla="*/ 12841 w 13328"/>
              <a:gd name="connsiteY0" fmla="*/ 10034 h 20143"/>
              <a:gd name="connsiteX1" fmla="*/ 0 w 13328"/>
              <a:gd name="connsiteY1" fmla="*/ 0 h 20143"/>
              <a:gd name="connsiteX2" fmla="*/ 1248 w 13328"/>
              <a:gd name="connsiteY2" fmla="*/ 20143 h 20143"/>
              <a:gd name="connsiteX3" fmla="*/ 13328 w 13328"/>
              <a:gd name="connsiteY3" fmla="*/ 11884 h 20143"/>
              <a:gd name="connsiteX4" fmla="*/ 12841 w 13328"/>
              <a:gd name="connsiteY4" fmla="*/ 10034 h 20143"/>
              <a:gd name="connsiteX0" fmla="*/ 12425 w 13328"/>
              <a:gd name="connsiteY0" fmla="*/ 0 h 21660"/>
              <a:gd name="connsiteX1" fmla="*/ 0 w 13328"/>
              <a:gd name="connsiteY1" fmla="*/ 1517 h 21660"/>
              <a:gd name="connsiteX2" fmla="*/ 1248 w 13328"/>
              <a:gd name="connsiteY2" fmla="*/ 21660 h 21660"/>
              <a:gd name="connsiteX3" fmla="*/ 13328 w 13328"/>
              <a:gd name="connsiteY3" fmla="*/ 13401 h 21660"/>
              <a:gd name="connsiteX4" fmla="*/ 12425 w 13328"/>
              <a:gd name="connsiteY4" fmla="*/ 0 h 21660"/>
              <a:gd name="connsiteX0" fmla="*/ 12425 w 12496"/>
              <a:gd name="connsiteY0" fmla="*/ 0 h 21660"/>
              <a:gd name="connsiteX1" fmla="*/ 0 w 12496"/>
              <a:gd name="connsiteY1" fmla="*/ 1517 h 21660"/>
              <a:gd name="connsiteX2" fmla="*/ 1248 w 12496"/>
              <a:gd name="connsiteY2" fmla="*/ 21660 h 21660"/>
              <a:gd name="connsiteX3" fmla="*/ 12496 w 12496"/>
              <a:gd name="connsiteY3" fmla="*/ 4855 h 21660"/>
              <a:gd name="connsiteX4" fmla="*/ 12425 w 12496"/>
              <a:gd name="connsiteY4" fmla="*/ 0 h 21660"/>
              <a:gd name="connsiteX0" fmla="*/ 12425 w 12496"/>
              <a:gd name="connsiteY0" fmla="*/ 0 h 21660"/>
              <a:gd name="connsiteX1" fmla="*/ 0 w 12496"/>
              <a:gd name="connsiteY1" fmla="*/ 1517 h 21660"/>
              <a:gd name="connsiteX2" fmla="*/ 1248 w 12496"/>
              <a:gd name="connsiteY2" fmla="*/ 21660 h 21660"/>
              <a:gd name="connsiteX3" fmla="*/ 12496 w 12496"/>
              <a:gd name="connsiteY3" fmla="*/ 4855 h 21660"/>
              <a:gd name="connsiteX4" fmla="*/ 12425 w 12496"/>
              <a:gd name="connsiteY4" fmla="*/ 0 h 21660"/>
              <a:gd name="connsiteX0" fmla="*/ 12425 w 12496"/>
              <a:gd name="connsiteY0" fmla="*/ 0 h 21660"/>
              <a:gd name="connsiteX1" fmla="*/ 0 w 12496"/>
              <a:gd name="connsiteY1" fmla="*/ 1517 h 21660"/>
              <a:gd name="connsiteX2" fmla="*/ 1248 w 12496"/>
              <a:gd name="connsiteY2" fmla="*/ 21660 h 21660"/>
              <a:gd name="connsiteX3" fmla="*/ 12496 w 12496"/>
              <a:gd name="connsiteY3" fmla="*/ 4855 h 21660"/>
              <a:gd name="connsiteX4" fmla="*/ 12425 w 12496"/>
              <a:gd name="connsiteY4" fmla="*/ 0 h 216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96" h="21660">
                <a:moveTo>
                  <a:pt x="12425" y="0"/>
                </a:moveTo>
                <a:lnTo>
                  <a:pt x="0" y="1517"/>
                </a:lnTo>
                <a:lnTo>
                  <a:pt x="1248" y="21660"/>
                </a:lnTo>
                <a:cubicBezTo>
                  <a:pt x="4581" y="12959"/>
                  <a:pt x="6667" y="10269"/>
                  <a:pt x="12496" y="4855"/>
                </a:cubicBezTo>
                <a:cubicBezTo>
                  <a:pt x="12472" y="3237"/>
                  <a:pt x="12449" y="1618"/>
                  <a:pt x="12425" y="0"/>
                </a:cubicBezTo>
                <a:close/>
              </a:path>
            </a:pathLst>
          </a:custGeom>
          <a:gradFill rotWithShape="1">
            <a:gsLst>
              <a:gs pos="0">
                <a:srgbClr val="3C6CDF"/>
              </a:gs>
              <a:gs pos="100000">
                <a:schemeClr val="bg1"/>
              </a:gs>
            </a:gsLst>
            <a:lin ang="0" scaled="1"/>
          </a:gra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24" name="Group 190">
            <a:extLst>
              <a:ext uri="{FF2B5EF4-FFF2-40B4-BE49-F238E27FC236}">
                <a16:creationId xmlns:a16="http://schemas.microsoft.com/office/drawing/2014/main" id="{8D7B8AF0-B984-FB44-AB9F-07CA253CEA38}"/>
              </a:ext>
            </a:extLst>
          </p:cNvPr>
          <p:cNvGrpSpPr>
            <a:grpSpLocks/>
          </p:cNvGrpSpPr>
          <p:nvPr/>
        </p:nvGrpSpPr>
        <p:grpSpPr bwMode="auto">
          <a:xfrm flipH="1">
            <a:off x="635446" y="5073984"/>
            <a:ext cx="803275" cy="771525"/>
            <a:chOff x="-44" y="1473"/>
            <a:chExt cx="981" cy="1105"/>
          </a:xfrm>
        </p:grpSpPr>
        <p:pic>
          <p:nvPicPr>
            <p:cNvPr id="25" name="Picture 191" descr="desktop_computer_stylized_medium">
              <a:extLst>
                <a:ext uri="{FF2B5EF4-FFF2-40B4-BE49-F238E27FC236}">
                  <a16:creationId xmlns:a16="http://schemas.microsoft.com/office/drawing/2014/main" id="{06D1D726-A569-254A-9E27-366DB8CF32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Freeform 192">
              <a:extLst>
                <a:ext uri="{FF2B5EF4-FFF2-40B4-BE49-F238E27FC236}">
                  <a16:creationId xmlns:a16="http://schemas.microsoft.com/office/drawing/2014/main" id="{F5362B29-42A6-3F4A-A1AB-EFF56E7B7726}"/>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44" name="TextBox 143">
            <a:extLst>
              <a:ext uri="{FF2B5EF4-FFF2-40B4-BE49-F238E27FC236}">
                <a16:creationId xmlns:a16="http://schemas.microsoft.com/office/drawing/2014/main" id="{2CE37313-1E06-C945-A455-53ADE2AA5971}"/>
              </a:ext>
            </a:extLst>
          </p:cNvPr>
          <p:cNvSpPr txBox="1"/>
          <p:nvPr/>
        </p:nvSpPr>
        <p:spPr>
          <a:xfrm>
            <a:off x="3462727" y="3394795"/>
            <a:ext cx="5831174" cy="2086725"/>
          </a:xfrm>
          <a:prstGeom prst="rect">
            <a:avLst/>
          </a:prstGeom>
          <a:noFill/>
        </p:spPr>
        <p:txBody>
          <a:bodyPr wrap="square" rtlCol="0">
            <a:spAutoFit/>
          </a:bodyPr>
          <a:lstStyle/>
          <a:p>
            <a:pPr marL="295275" indent="-295275">
              <a:lnSpc>
                <a:spcPct val="90000"/>
              </a:lnSpc>
              <a:buClr>
                <a:srgbClr val="0000A3"/>
              </a:buClr>
              <a:buFont typeface="Wingdings" pitchFamily="2" charset="2"/>
              <a:buChar char="§"/>
            </a:pPr>
            <a:r>
              <a:rPr lang="en-US" sz="2400"/>
              <a:t>transport-layer protocol </a:t>
            </a:r>
            <a:r>
              <a:rPr lang="en-US" sz="2400">
                <a:solidFill>
                  <a:srgbClr val="0000A3"/>
                </a:solidFill>
              </a:rPr>
              <a:t>encapsulates</a:t>
            </a:r>
            <a:r>
              <a:rPr lang="en-US" sz="2400"/>
              <a:t> application-layer message, M, with </a:t>
            </a:r>
            <a:r>
              <a:rPr lang="en-US" sz="2400" i="1"/>
              <a:t>transport</a:t>
            </a:r>
            <a:r>
              <a:rPr lang="en-US" sz="2400"/>
              <a:t> layer-layer header H</a:t>
            </a:r>
            <a:r>
              <a:rPr lang="en-US" sz="2400" baseline="-25000"/>
              <a:t>t </a:t>
            </a:r>
            <a:r>
              <a:rPr lang="en-US" sz="2400"/>
              <a:t>to create a transport-layer </a:t>
            </a:r>
            <a:r>
              <a:rPr lang="en-US" sz="2400">
                <a:solidFill>
                  <a:srgbClr val="C00000"/>
                </a:solidFill>
              </a:rPr>
              <a:t>segment</a:t>
            </a:r>
            <a:endParaRPr lang="en-US" sz="2400" baseline="-25000">
              <a:solidFill>
                <a:srgbClr val="C00000"/>
              </a:solidFill>
            </a:endParaRPr>
          </a:p>
          <a:p>
            <a:pPr marL="574675" lvl="1" indent="-231775">
              <a:lnSpc>
                <a:spcPct val="90000"/>
              </a:lnSpc>
              <a:buClr>
                <a:srgbClr val="0000A3"/>
              </a:buClr>
              <a:buFont typeface="Arial" panose="020B0604020202020204" pitchFamily="34" charset="0"/>
              <a:buChar char="•"/>
            </a:pPr>
            <a:r>
              <a:rPr lang="en-US" sz="2400"/>
              <a:t>H</a:t>
            </a:r>
            <a:r>
              <a:rPr lang="en-US" sz="2400" baseline="-25000"/>
              <a:t>t </a:t>
            </a:r>
            <a:r>
              <a:rPr lang="en-US" sz="2400"/>
              <a:t> used by transport layer protocol to implement its service</a:t>
            </a:r>
            <a:endParaRPr lang="en-US" sz="2400" baseline="-25000"/>
          </a:p>
        </p:txBody>
      </p:sp>
      <p:grpSp>
        <p:nvGrpSpPr>
          <p:cNvPr id="212" name="Group 211">
            <a:extLst>
              <a:ext uri="{FF2B5EF4-FFF2-40B4-BE49-F238E27FC236}">
                <a16:creationId xmlns:a16="http://schemas.microsoft.com/office/drawing/2014/main" id="{BD0C4974-D689-414F-A2EB-9B1043F3314D}"/>
              </a:ext>
            </a:extLst>
          </p:cNvPr>
          <p:cNvGrpSpPr/>
          <p:nvPr/>
        </p:nvGrpSpPr>
        <p:grpSpPr>
          <a:xfrm>
            <a:off x="1334125" y="1421667"/>
            <a:ext cx="1765726" cy="4034752"/>
            <a:chOff x="1484027" y="1706480"/>
            <a:chExt cx="1765726" cy="4034752"/>
          </a:xfrm>
        </p:grpSpPr>
        <p:sp>
          <p:nvSpPr>
            <p:cNvPr id="11" name="Rectangle 24">
              <a:extLst>
                <a:ext uri="{FF2B5EF4-FFF2-40B4-BE49-F238E27FC236}">
                  <a16:creationId xmlns:a16="http://schemas.microsoft.com/office/drawing/2014/main" id="{ED8D52E4-C345-B842-A2E7-C8068B8E5CF4}"/>
                </a:ext>
              </a:extLst>
            </p:cNvPr>
            <p:cNvSpPr>
              <a:spLocks noChangeArrowheads="1"/>
            </p:cNvSpPr>
            <p:nvPr/>
          </p:nvSpPr>
          <p:spPr bwMode="auto">
            <a:xfrm>
              <a:off x="1528997" y="1870247"/>
              <a:ext cx="1648917" cy="3870985"/>
            </a:xfrm>
            <a:prstGeom prst="rect">
              <a:avLst/>
            </a:prstGeom>
            <a:solidFill>
              <a:schemeClr val="bg1"/>
            </a:solidFill>
            <a:ln w="28575">
              <a:solidFill>
                <a:schemeClr val="tx1"/>
              </a:solidFill>
              <a:miter lim="800000"/>
              <a:headEnd/>
              <a:tailEnd/>
            </a:ln>
            <a:effectLst>
              <a:outerShdw blurRad="76200" dist="38100" dir="18900000" sx="101000" sy="101000" algn="bl" rotWithShape="0">
                <a:prstClr val="black">
                  <a:alpha val="40000"/>
                </a:prstClr>
              </a:outerShdw>
            </a:effec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2" name="Text Box 26">
              <a:extLst>
                <a:ext uri="{FF2B5EF4-FFF2-40B4-BE49-F238E27FC236}">
                  <a16:creationId xmlns:a16="http://schemas.microsoft.com/office/drawing/2014/main" id="{A5089E2D-0B1B-544A-82BC-F28ED3191A4E}"/>
                </a:ext>
              </a:extLst>
            </p:cNvPr>
            <p:cNvSpPr txBox="1">
              <a:spLocks noChangeArrowheads="1"/>
            </p:cNvSpPr>
            <p:nvPr/>
          </p:nvSpPr>
          <p:spPr bwMode="auto">
            <a:xfrm>
              <a:off x="1484027" y="1706480"/>
              <a:ext cx="1765726" cy="4033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215000"/>
                </a:lnSpc>
                <a:spcBef>
                  <a:spcPct val="0"/>
                </a:spcBef>
                <a:spcAft>
                  <a:spcPts val="0"/>
                </a:spcAft>
                <a:buClrTx/>
                <a:buSzTx/>
                <a:buFontTx/>
                <a:buNone/>
                <a:tabLst/>
                <a:defRPr/>
              </a:pPr>
              <a:r>
                <a:rPr kumimoji="0" lang="en-US" altLang="en-US" sz="2400" b="0" i="0" u="none" strike="noStrike" kern="1200" cap="none" spc="0" normalizeH="0" baseline="0" noProof="0">
                  <a:ln>
                    <a:noFill/>
                  </a:ln>
                  <a:solidFill>
                    <a:prstClr val="black"/>
                  </a:solidFill>
                  <a:effectLst/>
                  <a:uLnTx/>
                  <a:uFillTx/>
                  <a:latin typeface="+mn-lt"/>
                  <a:ea typeface="MS PGothic" panose="020B0600070205080204" pitchFamily="34" charset="-128"/>
                  <a:cs typeface="Arial" panose="020B0604020202020204" pitchFamily="34" charset="0"/>
                </a:rPr>
                <a:t>application</a:t>
              </a:r>
            </a:p>
            <a:p>
              <a:pPr marL="0" marR="0" lvl="0" indent="0" algn="ctr" defTabSz="914400" rtl="0" eaLnBrk="1" fontAlgn="auto" latinLnBrk="0" hangingPunct="1">
                <a:lnSpc>
                  <a:spcPct val="215000"/>
                </a:lnSpc>
                <a:spcBef>
                  <a:spcPct val="0"/>
                </a:spcBef>
                <a:spcAft>
                  <a:spcPts val="0"/>
                </a:spcAft>
                <a:buClrTx/>
                <a:buSzTx/>
                <a:buFontTx/>
                <a:buNone/>
                <a:tabLst/>
                <a:defRPr/>
              </a:pPr>
              <a:r>
                <a:rPr kumimoji="0" lang="en-US" altLang="en-US" sz="2400" b="0" i="0" u="none" strike="noStrike" kern="1200" cap="none" spc="0" normalizeH="0" baseline="0" noProof="0">
                  <a:ln>
                    <a:noFill/>
                  </a:ln>
                  <a:solidFill>
                    <a:prstClr val="black"/>
                  </a:solidFill>
                  <a:effectLst/>
                  <a:uLnTx/>
                  <a:uFillTx/>
                  <a:latin typeface="+mn-lt"/>
                  <a:ea typeface="MS PGothic" panose="020B0600070205080204" pitchFamily="34" charset="-128"/>
                  <a:cs typeface="Arial" panose="020B0604020202020204" pitchFamily="34" charset="0"/>
                </a:rPr>
                <a:t>transport</a:t>
              </a:r>
            </a:p>
            <a:p>
              <a:pPr marL="0" marR="0" lvl="0" indent="0" algn="ctr" defTabSz="914400" rtl="0" eaLnBrk="1" fontAlgn="auto" latinLnBrk="0" hangingPunct="1">
                <a:lnSpc>
                  <a:spcPct val="215000"/>
                </a:lnSpc>
                <a:spcBef>
                  <a:spcPct val="0"/>
                </a:spcBef>
                <a:spcAft>
                  <a:spcPts val="0"/>
                </a:spcAft>
                <a:buClrTx/>
                <a:buSzTx/>
                <a:buFontTx/>
                <a:buNone/>
                <a:tabLst/>
                <a:defRPr/>
              </a:pPr>
              <a:r>
                <a:rPr kumimoji="0" lang="en-US" altLang="en-US" sz="2400" b="0" i="0" u="none" strike="noStrike" kern="1200" cap="none" spc="0" normalizeH="0" baseline="0" noProof="0">
                  <a:ln>
                    <a:noFill/>
                  </a:ln>
                  <a:solidFill>
                    <a:prstClr val="black"/>
                  </a:solidFill>
                  <a:effectLst/>
                  <a:uLnTx/>
                  <a:uFillTx/>
                  <a:latin typeface="+mn-lt"/>
                  <a:ea typeface="MS PGothic" panose="020B0600070205080204" pitchFamily="34" charset="-128"/>
                  <a:cs typeface="Arial" panose="020B0604020202020204" pitchFamily="34" charset="0"/>
                </a:rPr>
                <a:t>network</a:t>
              </a:r>
            </a:p>
            <a:p>
              <a:pPr marL="0" marR="0" lvl="0" indent="0" algn="ctr" defTabSz="914400" rtl="0" eaLnBrk="1" fontAlgn="auto" latinLnBrk="0" hangingPunct="1">
                <a:lnSpc>
                  <a:spcPct val="215000"/>
                </a:lnSpc>
                <a:spcBef>
                  <a:spcPct val="0"/>
                </a:spcBef>
                <a:spcAft>
                  <a:spcPts val="0"/>
                </a:spcAft>
                <a:buClrTx/>
                <a:buSzTx/>
                <a:buFontTx/>
                <a:buNone/>
                <a:tabLst/>
                <a:defRPr/>
              </a:pPr>
              <a:r>
                <a:rPr kumimoji="0" lang="en-US" altLang="en-US" sz="2400" b="0" i="0" u="none" strike="noStrike" kern="1200" cap="none" spc="0" normalizeH="0" baseline="0" noProof="0">
                  <a:ln>
                    <a:noFill/>
                  </a:ln>
                  <a:solidFill>
                    <a:prstClr val="black"/>
                  </a:solidFill>
                  <a:effectLst/>
                  <a:uLnTx/>
                  <a:uFillTx/>
                  <a:latin typeface="+mn-lt"/>
                  <a:ea typeface="MS PGothic" panose="020B0600070205080204" pitchFamily="34" charset="-128"/>
                  <a:cs typeface="Arial" panose="020B0604020202020204" pitchFamily="34" charset="0"/>
                </a:rPr>
                <a:t>link</a:t>
              </a:r>
            </a:p>
            <a:p>
              <a:pPr marL="0" marR="0" lvl="0" indent="0" algn="ctr" defTabSz="914400" rtl="0" eaLnBrk="1" fontAlgn="auto" latinLnBrk="0" hangingPunct="1">
                <a:lnSpc>
                  <a:spcPct val="215000"/>
                </a:lnSpc>
                <a:spcBef>
                  <a:spcPct val="0"/>
                </a:spcBef>
                <a:spcAft>
                  <a:spcPts val="0"/>
                </a:spcAft>
                <a:buClrTx/>
                <a:buSzTx/>
                <a:buFontTx/>
                <a:buNone/>
                <a:tabLst/>
                <a:defRPr/>
              </a:pPr>
              <a:r>
                <a:rPr kumimoji="0" lang="en-US" altLang="en-US" sz="2400" b="0" i="0" u="none" strike="noStrike" kern="1200" cap="none" spc="0" normalizeH="0" baseline="0" noProof="0">
                  <a:ln>
                    <a:noFill/>
                  </a:ln>
                  <a:solidFill>
                    <a:prstClr val="black"/>
                  </a:solidFill>
                  <a:effectLst/>
                  <a:uLnTx/>
                  <a:uFillTx/>
                  <a:latin typeface="+mn-lt"/>
                  <a:ea typeface="MS PGothic" panose="020B0600070205080204" pitchFamily="34" charset="-128"/>
                  <a:cs typeface="Arial" panose="020B0604020202020204" pitchFamily="34" charset="0"/>
                </a:rPr>
                <a:t>physical</a:t>
              </a:r>
              <a:endParaRPr kumimoji="0" lang="en-US" altLang="en-US" sz="1800" b="0" i="0" u="none" strike="noStrike" kern="1200" cap="none" spc="0" normalizeH="0" baseline="0" noProof="0">
                <a:ln>
                  <a:noFill/>
                </a:ln>
                <a:solidFill>
                  <a:prstClr val="black"/>
                </a:solidFill>
                <a:effectLst/>
                <a:uLnTx/>
                <a:uFillTx/>
                <a:latin typeface="+mn-lt"/>
                <a:ea typeface="MS PGothic" panose="020B0600070205080204" pitchFamily="34" charset="-128"/>
                <a:cs typeface="Arial" panose="020B0604020202020204" pitchFamily="34" charset="0"/>
              </a:endParaRPr>
            </a:p>
          </p:txBody>
        </p:sp>
        <p:cxnSp>
          <p:nvCxnSpPr>
            <p:cNvPr id="117" name="Straight Connector 116">
              <a:extLst>
                <a:ext uri="{FF2B5EF4-FFF2-40B4-BE49-F238E27FC236}">
                  <a16:creationId xmlns:a16="http://schemas.microsoft.com/office/drawing/2014/main" id="{B3EBBB35-9D82-7C43-B882-52ED90AE3A71}"/>
                </a:ext>
              </a:extLst>
            </p:cNvPr>
            <p:cNvCxnSpPr>
              <a:cxnSpLocks/>
            </p:cNvCxnSpPr>
            <p:nvPr/>
          </p:nvCxnSpPr>
          <p:spPr>
            <a:xfrm>
              <a:off x="1534432" y="2675745"/>
              <a:ext cx="164348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F2EA7353-AEFA-934F-93DE-A8D55DF75658}"/>
                </a:ext>
              </a:extLst>
            </p:cNvPr>
            <p:cNvCxnSpPr>
              <a:cxnSpLocks/>
            </p:cNvCxnSpPr>
            <p:nvPr/>
          </p:nvCxnSpPr>
          <p:spPr>
            <a:xfrm>
              <a:off x="1506952" y="3472722"/>
              <a:ext cx="165597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840242E3-3BEB-D543-B881-84EB2D13BD66}"/>
                </a:ext>
              </a:extLst>
            </p:cNvPr>
            <p:cNvCxnSpPr>
              <a:cxnSpLocks/>
            </p:cNvCxnSpPr>
            <p:nvPr/>
          </p:nvCxnSpPr>
          <p:spPr>
            <a:xfrm>
              <a:off x="1509450" y="4209737"/>
              <a:ext cx="16684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DC27D746-0691-6F47-9E9D-1D63DF11D081}"/>
                </a:ext>
              </a:extLst>
            </p:cNvPr>
            <p:cNvCxnSpPr>
              <a:cxnSpLocks/>
            </p:cNvCxnSpPr>
            <p:nvPr/>
          </p:nvCxnSpPr>
          <p:spPr>
            <a:xfrm>
              <a:off x="1511947" y="4991726"/>
              <a:ext cx="165097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7" name="Group 950">
            <a:extLst>
              <a:ext uri="{FF2B5EF4-FFF2-40B4-BE49-F238E27FC236}">
                <a16:creationId xmlns:a16="http://schemas.microsoft.com/office/drawing/2014/main" id="{044873AD-74A5-8A44-846B-EC5D0FBC82D7}"/>
              </a:ext>
            </a:extLst>
          </p:cNvPr>
          <p:cNvGrpSpPr>
            <a:grpSpLocks/>
          </p:cNvGrpSpPr>
          <p:nvPr/>
        </p:nvGrpSpPr>
        <p:grpSpPr bwMode="auto">
          <a:xfrm>
            <a:off x="11107713" y="4961744"/>
            <a:ext cx="374754" cy="833726"/>
            <a:chOff x="4140" y="429"/>
            <a:chExt cx="1425" cy="2396"/>
          </a:xfrm>
        </p:grpSpPr>
        <p:sp>
          <p:nvSpPr>
            <p:cNvPr id="168" name="Freeform 951">
              <a:extLst>
                <a:ext uri="{FF2B5EF4-FFF2-40B4-BE49-F238E27FC236}">
                  <a16:creationId xmlns:a16="http://schemas.microsoft.com/office/drawing/2014/main" id="{EEDE4156-8281-D847-9240-9DE98999091B}"/>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9" name="Rectangle 952">
              <a:extLst>
                <a:ext uri="{FF2B5EF4-FFF2-40B4-BE49-F238E27FC236}">
                  <a16:creationId xmlns:a16="http://schemas.microsoft.com/office/drawing/2014/main" id="{22E8340D-B5D1-3C48-A062-4F70248D103D}"/>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70" name="Freeform 953">
              <a:extLst>
                <a:ext uri="{FF2B5EF4-FFF2-40B4-BE49-F238E27FC236}">
                  <a16:creationId xmlns:a16="http://schemas.microsoft.com/office/drawing/2014/main" id="{29109B86-1ABF-F647-8516-2AAE154A9E83}"/>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1" name="Freeform 954">
              <a:extLst>
                <a:ext uri="{FF2B5EF4-FFF2-40B4-BE49-F238E27FC236}">
                  <a16:creationId xmlns:a16="http://schemas.microsoft.com/office/drawing/2014/main" id="{9F93569F-8FC8-7C4E-9F95-B14647D2DB8C}"/>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2" name="Rectangle 955">
              <a:extLst>
                <a:ext uri="{FF2B5EF4-FFF2-40B4-BE49-F238E27FC236}">
                  <a16:creationId xmlns:a16="http://schemas.microsoft.com/office/drawing/2014/main" id="{8E5BC3B8-E87D-9F47-A6F6-AD8B57BC21E6}"/>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173" name="Group 956">
              <a:extLst>
                <a:ext uri="{FF2B5EF4-FFF2-40B4-BE49-F238E27FC236}">
                  <a16:creationId xmlns:a16="http://schemas.microsoft.com/office/drawing/2014/main" id="{1694DE96-689D-9540-964A-22F06F6D940F}"/>
                </a:ext>
              </a:extLst>
            </p:cNvPr>
            <p:cNvGrpSpPr>
              <a:grpSpLocks/>
            </p:cNvGrpSpPr>
            <p:nvPr/>
          </p:nvGrpSpPr>
          <p:grpSpPr bwMode="auto">
            <a:xfrm>
              <a:off x="4749" y="668"/>
              <a:ext cx="581" cy="145"/>
              <a:chOff x="614" y="2568"/>
              <a:chExt cx="725" cy="139"/>
            </a:xfrm>
          </p:grpSpPr>
          <p:sp>
            <p:nvSpPr>
              <p:cNvPr id="198" name="AutoShape 957">
                <a:extLst>
                  <a:ext uri="{FF2B5EF4-FFF2-40B4-BE49-F238E27FC236}">
                    <a16:creationId xmlns:a16="http://schemas.microsoft.com/office/drawing/2014/main" id="{435DFCEB-F2FD-7B44-93DA-9204E2E311E1}"/>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99" name="AutoShape 958">
                <a:extLst>
                  <a:ext uri="{FF2B5EF4-FFF2-40B4-BE49-F238E27FC236}">
                    <a16:creationId xmlns:a16="http://schemas.microsoft.com/office/drawing/2014/main" id="{521647D7-4114-1146-9C5A-F1DB4FEC81A9}"/>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174" name="Rectangle 959">
              <a:extLst>
                <a:ext uri="{FF2B5EF4-FFF2-40B4-BE49-F238E27FC236}">
                  <a16:creationId xmlns:a16="http://schemas.microsoft.com/office/drawing/2014/main" id="{3A0D9FD6-DBAC-4B49-A55F-167642D66FA7}"/>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175" name="Group 960">
              <a:extLst>
                <a:ext uri="{FF2B5EF4-FFF2-40B4-BE49-F238E27FC236}">
                  <a16:creationId xmlns:a16="http://schemas.microsoft.com/office/drawing/2014/main" id="{3CFA0950-BC76-3949-8726-38646B18FD5C}"/>
                </a:ext>
              </a:extLst>
            </p:cNvPr>
            <p:cNvGrpSpPr>
              <a:grpSpLocks/>
            </p:cNvGrpSpPr>
            <p:nvPr/>
          </p:nvGrpSpPr>
          <p:grpSpPr bwMode="auto">
            <a:xfrm>
              <a:off x="4747" y="994"/>
              <a:ext cx="581" cy="134"/>
              <a:chOff x="614" y="2568"/>
              <a:chExt cx="725" cy="139"/>
            </a:xfrm>
          </p:grpSpPr>
          <p:sp>
            <p:nvSpPr>
              <p:cNvPr id="196" name="AutoShape 961">
                <a:extLst>
                  <a:ext uri="{FF2B5EF4-FFF2-40B4-BE49-F238E27FC236}">
                    <a16:creationId xmlns:a16="http://schemas.microsoft.com/office/drawing/2014/main" id="{67127BA7-9D0A-2443-9190-C56C02906F6A}"/>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97" name="AutoShape 962">
                <a:extLst>
                  <a:ext uri="{FF2B5EF4-FFF2-40B4-BE49-F238E27FC236}">
                    <a16:creationId xmlns:a16="http://schemas.microsoft.com/office/drawing/2014/main" id="{2C9F8790-3076-4541-A56A-E9305DCB0988}"/>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176" name="Rectangle 963">
              <a:extLst>
                <a:ext uri="{FF2B5EF4-FFF2-40B4-BE49-F238E27FC236}">
                  <a16:creationId xmlns:a16="http://schemas.microsoft.com/office/drawing/2014/main" id="{4DE6A147-5BC7-FF41-B7AC-2BA9913BB098}"/>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77" name="Rectangle 964">
              <a:extLst>
                <a:ext uri="{FF2B5EF4-FFF2-40B4-BE49-F238E27FC236}">
                  <a16:creationId xmlns:a16="http://schemas.microsoft.com/office/drawing/2014/main" id="{53ECF0A1-6175-BE45-A32A-233E1942C8EC}"/>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178" name="Group 965">
              <a:extLst>
                <a:ext uri="{FF2B5EF4-FFF2-40B4-BE49-F238E27FC236}">
                  <a16:creationId xmlns:a16="http://schemas.microsoft.com/office/drawing/2014/main" id="{16810F93-1596-884B-B639-A3868A5CD4D8}"/>
                </a:ext>
              </a:extLst>
            </p:cNvPr>
            <p:cNvGrpSpPr>
              <a:grpSpLocks/>
            </p:cNvGrpSpPr>
            <p:nvPr/>
          </p:nvGrpSpPr>
          <p:grpSpPr bwMode="auto">
            <a:xfrm>
              <a:off x="4735" y="1627"/>
              <a:ext cx="582" cy="151"/>
              <a:chOff x="614" y="2568"/>
              <a:chExt cx="725" cy="139"/>
            </a:xfrm>
          </p:grpSpPr>
          <p:sp>
            <p:nvSpPr>
              <p:cNvPr id="194" name="AutoShape 966">
                <a:extLst>
                  <a:ext uri="{FF2B5EF4-FFF2-40B4-BE49-F238E27FC236}">
                    <a16:creationId xmlns:a16="http://schemas.microsoft.com/office/drawing/2014/main" id="{84EC0348-3D46-9445-B43C-6DC8DB392F68}"/>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95" name="AutoShape 967">
                <a:extLst>
                  <a:ext uri="{FF2B5EF4-FFF2-40B4-BE49-F238E27FC236}">
                    <a16:creationId xmlns:a16="http://schemas.microsoft.com/office/drawing/2014/main" id="{23A1F6B3-9F2D-5E41-8602-67921ABB12D8}"/>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179" name="Freeform 968">
              <a:extLst>
                <a:ext uri="{FF2B5EF4-FFF2-40B4-BE49-F238E27FC236}">
                  <a16:creationId xmlns:a16="http://schemas.microsoft.com/office/drawing/2014/main" id="{8FD6AEB5-BE60-044C-B32D-B433B740036B}"/>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80" name="Group 969">
              <a:extLst>
                <a:ext uri="{FF2B5EF4-FFF2-40B4-BE49-F238E27FC236}">
                  <a16:creationId xmlns:a16="http://schemas.microsoft.com/office/drawing/2014/main" id="{30895737-AC01-6342-BADB-B3B3BFE7FC46}"/>
                </a:ext>
              </a:extLst>
            </p:cNvPr>
            <p:cNvGrpSpPr>
              <a:grpSpLocks/>
            </p:cNvGrpSpPr>
            <p:nvPr/>
          </p:nvGrpSpPr>
          <p:grpSpPr bwMode="auto">
            <a:xfrm>
              <a:off x="4739" y="1327"/>
              <a:ext cx="582" cy="139"/>
              <a:chOff x="614" y="2568"/>
              <a:chExt cx="725" cy="139"/>
            </a:xfrm>
          </p:grpSpPr>
          <p:sp>
            <p:nvSpPr>
              <p:cNvPr id="192" name="AutoShape 970">
                <a:extLst>
                  <a:ext uri="{FF2B5EF4-FFF2-40B4-BE49-F238E27FC236}">
                    <a16:creationId xmlns:a16="http://schemas.microsoft.com/office/drawing/2014/main" id="{2D690E63-3733-8E4E-B8F8-19245FF772BA}"/>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93" name="AutoShape 971">
                <a:extLst>
                  <a:ext uri="{FF2B5EF4-FFF2-40B4-BE49-F238E27FC236}">
                    <a16:creationId xmlns:a16="http://schemas.microsoft.com/office/drawing/2014/main" id="{9CE827B0-221F-ED4A-A36B-E1EEFE27B7BF}"/>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181" name="Rectangle 972">
              <a:extLst>
                <a:ext uri="{FF2B5EF4-FFF2-40B4-BE49-F238E27FC236}">
                  <a16:creationId xmlns:a16="http://schemas.microsoft.com/office/drawing/2014/main" id="{6DA44079-B2D7-9244-A5E0-9DF13556EBC7}"/>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82" name="Freeform 973">
              <a:extLst>
                <a:ext uri="{FF2B5EF4-FFF2-40B4-BE49-F238E27FC236}">
                  <a16:creationId xmlns:a16="http://schemas.microsoft.com/office/drawing/2014/main" id="{E808BD44-A307-394D-8965-070EF3F8652F}"/>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3" name="Freeform 974">
              <a:extLst>
                <a:ext uri="{FF2B5EF4-FFF2-40B4-BE49-F238E27FC236}">
                  <a16:creationId xmlns:a16="http://schemas.microsoft.com/office/drawing/2014/main" id="{327FF4BF-3914-2143-83C7-C816B3E0AC30}"/>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4" name="Oval 975">
              <a:extLst>
                <a:ext uri="{FF2B5EF4-FFF2-40B4-BE49-F238E27FC236}">
                  <a16:creationId xmlns:a16="http://schemas.microsoft.com/office/drawing/2014/main" id="{09C51570-A4D3-D24C-A492-3811DD957CD4}"/>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85" name="Freeform 976">
              <a:extLst>
                <a:ext uri="{FF2B5EF4-FFF2-40B4-BE49-F238E27FC236}">
                  <a16:creationId xmlns:a16="http://schemas.microsoft.com/office/drawing/2014/main" id="{BC2853B5-A39B-5A40-97DF-5ADB471224B2}"/>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6" name="AutoShape 977">
              <a:extLst>
                <a:ext uri="{FF2B5EF4-FFF2-40B4-BE49-F238E27FC236}">
                  <a16:creationId xmlns:a16="http://schemas.microsoft.com/office/drawing/2014/main" id="{7928EDBA-57E1-B441-B1AF-CC0D62B2B5B0}"/>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87" name="AutoShape 978">
              <a:extLst>
                <a:ext uri="{FF2B5EF4-FFF2-40B4-BE49-F238E27FC236}">
                  <a16:creationId xmlns:a16="http://schemas.microsoft.com/office/drawing/2014/main" id="{CC70E1A7-AAEC-6440-86AC-73ECE22D7AB6}"/>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88" name="Oval 979">
              <a:extLst>
                <a:ext uri="{FF2B5EF4-FFF2-40B4-BE49-F238E27FC236}">
                  <a16:creationId xmlns:a16="http://schemas.microsoft.com/office/drawing/2014/main" id="{2F7E7C91-0257-D84D-8AD1-4A152C818F8E}"/>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89" name="Oval 980">
              <a:extLst>
                <a:ext uri="{FF2B5EF4-FFF2-40B4-BE49-F238E27FC236}">
                  <a16:creationId xmlns:a16="http://schemas.microsoft.com/office/drawing/2014/main" id="{6AE127C2-D583-E74D-8B39-05EEBEBE2393}"/>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800" b="0" i="0" u="none" strike="noStrike" kern="1200" cap="none" spc="0" normalizeH="0" baseline="0" noProof="0">
                <a:ln>
                  <a:noFill/>
                </a:ln>
                <a:solidFill>
                  <a:srgbClr val="FF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90" name="Oval 981">
              <a:extLst>
                <a:ext uri="{FF2B5EF4-FFF2-40B4-BE49-F238E27FC236}">
                  <a16:creationId xmlns:a16="http://schemas.microsoft.com/office/drawing/2014/main" id="{0EDFA963-70E6-2E42-AAFE-E2F9BD64631D}"/>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91" name="Rectangle 982">
              <a:extLst>
                <a:ext uri="{FF2B5EF4-FFF2-40B4-BE49-F238E27FC236}">
                  <a16:creationId xmlns:a16="http://schemas.microsoft.com/office/drawing/2014/main" id="{27A6382E-A13F-A248-84BF-E9DBD71EE18A}"/>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206" name="Text Box 8">
            <a:extLst>
              <a:ext uri="{FF2B5EF4-FFF2-40B4-BE49-F238E27FC236}">
                <a16:creationId xmlns:a16="http://schemas.microsoft.com/office/drawing/2014/main" id="{6066254D-E62E-B446-8950-17FDF2A183D7}"/>
              </a:ext>
            </a:extLst>
          </p:cNvPr>
          <p:cNvSpPr txBox="1">
            <a:spLocks noChangeArrowheads="1"/>
          </p:cNvSpPr>
          <p:nvPr/>
        </p:nvSpPr>
        <p:spPr bwMode="auto">
          <a:xfrm>
            <a:off x="10216734" y="5716780"/>
            <a:ext cx="167545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altLang="en-US" sz="2400" i="1">
                <a:solidFill>
                  <a:srgbClr val="000099"/>
                </a:solidFill>
                <a:latin typeface="Arial" panose="020B0604020202020204" pitchFamily="34" charset="0"/>
              </a:rPr>
              <a:t>destination</a:t>
            </a:r>
            <a:endParaRPr kumimoji="0" lang="en-US" altLang="en-US" sz="2400" b="0" i="1" u="none" strike="noStrike" kern="1200" cap="none" spc="0" normalizeH="0" baseline="0" noProof="0">
              <a:ln>
                <a:noFill/>
              </a:ln>
              <a:solidFill>
                <a:srgbClr val="000099"/>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213" name="Group 212">
            <a:extLst>
              <a:ext uri="{FF2B5EF4-FFF2-40B4-BE49-F238E27FC236}">
                <a16:creationId xmlns:a16="http://schemas.microsoft.com/office/drawing/2014/main" id="{94888FAE-136F-094E-BF2A-11D94A17BB7F}"/>
              </a:ext>
            </a:extLst>
          </p:cNvPr>
          <p:cNvGrpSpPr/>
          <p:nvPr/>
        </p:nvGrpSpPr>
        <p:grpSpPr>
          <a:xfrm>
            <a:off x="9221450" y="1413548"/>
            <a:ext cx="1765726" cy="4034752"/>
            <a:chOff x="1484027" y="1706480"/>
            <a:chExt cx="1765726" cy="4034752"/>
          </a:xfrm>
        </p:grpSpPr>
        <p:sp>
          <p:nvSpPr>
            <p:cNvPr id="214" name="Rectangle 24">
              <a:extLst>
                <a:ext uri="{FF2B5EF4-FFF2-40B4-BE49-F238E27FC236}">
                  <a16:creationId xmlns:a16="http://schemas.microsoft.com/office/drawing/2014/main" id="{FA7A7264-CB0E-4442-BA92-F16F6E6EF1F5}"/>
                </a:ext>
              </a:extLst>
            </p:cNvPr>
            <p:cNvSpPr>
              <a:spLocks noChangeArrowheads="1"/>
            </p:cNvSpPr>
            <p:nvPr/>
          </p:nvSpPr>
          <p:spPr bwMode="auto">
            <a:xfrm>
              <a:off x="1528997" y="1870247"/>
              <a:ext cx="1648917" cy="3870985"/>
            </a:xfrm>
            <a:prstGeom prst="rect">
              <a:avLst/>
            </a:prstGeom>
            <a:solidFill>
              <a:schemeClr val="bg1"/>
            </a:solidFill>
            <a:ln w="28575">
              <a:solidFill>
                <a:schemeClr val="tx1"/>
              </a:solidFill>
              <a:miter lim="800000"/>
              <a:headEnd/>
              <a:tailEnd/>
            </a:ln>
            <a:effectLst>
              <a:outerShdw blurRad="76200" dist="38100" dir="18900000" sx="101000" sy="101000" algn="bl" rotWithShape="0">
                <a:prstClr val="black">
                  <a:alpha val="40000"/>
                </a:prstClr>
              </a:outerShdw>
            </a:effec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215" name="Text Box 26">
              <a:extLst>
                <a:ext uri="{FF2B5EF4-FFF2-40B4-BE49-F238E27FC236}">
                  <a16:creationId xmlns:a16="http://schemas.microsoft.com/office/drawing/2014/main" id="{D54F6320-1E23-E649-BFED-E007672E7AB0}"/>
                </a:ext>
              </a:extLst>
            </p:cNvPr>
            <p:cNvSpPr txBox="1">
              <a:spLocks noChangeArrowheads="1"/>
            </p:cNvSpPr>
            <p:nvPr/>
          </p:nvSpPr>
          <p:spPr bwMode="auto">
            <a:xfrm>
              <a:off x="1484027" y="1706480"/>
              <a:ext cx="1765726" cy="4033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215000"/>
                </a:lnSpc>
                <a:spcBef>
                  <a:spcPct val="0"/>
                </a:spcBef>
                <a:spcAft>
                  <a:spcPts val="0"/>
                </a:spcAft>
                <a:buClrTx/>
                <a:buSzTx/>
                <a:buFontTx/>
                <a:buNone/>
                <a:tabLst/>
                <a:defRPr/>
              </a:pPr>
              <a:r>
                <a:rPr kumimoji="0" lang="en-US" altLang="en-US" sz="2400" b="0" i="0" u="none" strike="noStrike" kern="1200" cap="none" spc="0" normalizeH="0" baseline="0" noProof="0">
                  <a:ln>
                    <a:noFill/>
                  </a:ln>
                  <a:solidFill>
                    <a:prstClr val="black"/>
                  </a:solidFill>
                  <a:effectLst/>
                  <a:uLnTx/>
                  <a:uFillTx/>
                  <a:latin typeface="+mn-lt"/>
                  <a:ea typeface="MS PGothic" panose="020B0600070205080204" pitchFamily="34" charset="-128"/>
                  <a:cs typeface="Arial" panose="020B0604020202020204" pitchFamily="34" charset="0"/>
                </a:rPr>
                <a:t>application</a:t>
              </a:r>
            </a:p>
            <a:p>
              <a:pPr marL="0" marR="0" lvl="0" indent="0" algn="ctr" defTabSz="914400" rtl="0" eaLnBrk="1" fontAlgn="auto" latinLnBrk="0" hangingPunct="1">
                <a:lnSpc>
                  <a:spcPct val="215000"/>
                </a:lnSpc>
                <a:spcBef>
                  <a:spcPct val="0"/>
                </a:spcBef>
                <a:spcAft>
                  <a:spcPts val="0"/>
                </a:spcAft>
                <a:buClrTx/>
                <a:buSzTx/>
                <a:buFontTx/>
                <a:buNone/>
                <a:tabLst/>
                <a:defRPr/>
              </a:pPr>
              <a:r>
                <a:rPr kumimoji="0" lang="en-US" altLang="en-US" sz="2400" b="0" i="0" u="none" strike="noStrike" kern="1200" cap="none" spc="0" normalizeH="0" baseline="0" noProof="0">
                  <a:ln>
                    <a:noFill/>
                  </a:ln>
                  <a:solidFill>
                    <a:prstClr val="black"/>
                  </a:solidFill>
                  <a:effectLst/>
                  <a:uLnTx/>
                  <a:uFillTx/>
                  <a:latin typeface="+mn-lt"/>
                  <a:ea typeface="MS PGothic" panose="020B0600070205080204" pitchFamily="34" charset="-128"/>
                  <a:cs typeface="Arial" panose="020B0604020202020204" pitchFamily="34" charset="0"/>
                </a:rPr>
                <a:t>transport</a:t>
              </a:r>
            </a:p>
            <a:p>
              <a:pPr marL="0" marR="0" lvl="0" indent="0" algn="ctr" defTabSz="914400" rtl="0" eaLnBrk="1" fontAlgn="auto" latinLnBrk="0" hangingPunct="1">
                <a:lnSpc>
                  <a:spcPct val="215000"/>
                </a:lnSpc>
                <a:spcBef>
                  <a:spcPct val="0"/>
                </a:spcBef>
                <a:spcAft>
                  <a:spcPts val="0"/>
                </a:spcAft>
                <a:buClrTx/>
                <a:buSzTx/>
                <a:buFontTx/>
                <a:buNone/>
                <a:tabLst/>
                <a:defRPr/>
              </a:pPr>
              <a:r>
                <a:rPr kumimoji="0" lang="en-US" altLang="en-US" sz="2400" b="0" i="0" u="none" strike="noStrike" kern="1200" cap="none" spc="0" normalizeH="0" baseline="0" noProof="0">
                  <a:ln>
                    <a:noFill/>
                  </a:ln>
                  <a:solidFill>
                    <a:prstClr val="black"/>
                  </a:solidFill>
                  <a:effectLst/>
                  <a:uLnTx/>
                  <a:uFillTx/>
                  <a:latin typeface="+mn-lt"/>
                  <a:ea typeface="MS PGothic" panose="020B0600070205080204" pitchFamily="34" charset="-128"/>
                  <a:cs typeface="Arial" panose="020B0604020202020204" pitchFamily="34" charset="0"/>
                </a:rPr>
                <a:t>network</a:t>
              </a:r>
            </a:p>
            <a:p>
              <a:pPr marL="0" marR="0" lvl="0" indent="0" algn="ctr" defTabSz="914400" rtl="0" eaLnBrk="1" fontAlgn="auto" latinLnBrk="0" hangingPunct="1">
                <a:lnSpc>
                  <a:spcPct val="215000"/>
                </a:lnSpc>
                <a:spcBef>
                  <a:spcPct val="0"/>
                </a:spcBef>
                <a:spcAft>
                  <a:spcPts val="0"/>
                </a:spcAft>
                <a:buClrTx/>
                <a:buSzTx/>
                <a:buFontTx/>
                <a:buNone/>
                <a:tabLst/>
                <a:defRPr/>
              </a:pPr>
              <a:r>
                <a:rPr kumimoji="0" lang="en-US" altLang="en-US" sz="2400" b="0" i="0" u="none" strike="noStrike" kern="1200" cap="none" spc="0" normalizeH="0" baseline="0" noProof="0">
                  <a:ln>
                    <a:noFill/>
                  </a:ln>
                  <a:solidFill>
                    <a:prstClr val="black"/>
                  </a:solidFill>
                  <a:effectLst/>
                  <a:uLnTx/>
                  <a:uFillTx/>
                  <a:latin typeface="+mn-lt"/>
                  <a:ea typeface="MS PGothic" panose="020B0600070205080204" pitchFamily="34" charset="-128"/>
                  <a:cs typeface="Arial" panose="020B0604020202020204" pitchFamily="34" charset="0"/>
                </a:rPr>
                <a:t>link</a:t>
              </a:r>
            </a:p>
            <a:p>
              <a:pPr marL="0" marR="0" lvl="0" indent="0" algn="ctr" defTabSz="914400" rtl="0" eaLnBrk="1" fontAlgn="auto" latinLnBrk="0" hangingPunct="1">
                <a:lnSpc>
                  <a:spcPct val="215000"/>
                </a:lnSpc>
                <a:spcBef>
                  <a:spcPct val="0"/>
                </a:spcBef>
                <a:spcAft>
                  <a:spcPts val="0"/>
                </a:spcAft>
                <a:buClrTx/>
                <a:buSzTx/>
                <a:buFontTx/>
                <a:buNone/>
                <a:tabLst/>
                <a:defRPr/>
              </a:pPr>
              <a:r>
                <a:rPr kumimoji="0" lang="en-US" altLang="en-US" sz="2400" b="0" i="0" u="none" strike="noStrike" kern="1200" cap="none" spc="0" normalizeH="0" baseline="0" noProof="0">
                  <a:ln>
                    <a:noFill/>
                  </a:ln>
                  <a:solidFill>
                    <a:prstClr val="black"/>
                  </a:solidFill>
                  <a:effectLst/>
                  <a:uLnTx/>
                  <a:uFillTx/>
                  <a:latin typeface="+mn-lt"/>
                  <a:ea typeface="MS PGothic" panose="020B0600070205080204" pitchFamily="34" charset="-128"/>
                  <a:cs typeface="Arial" panose="020B0604020202020204" pitchFamily="34" charset="0"/>
                </a:rPr>
                <a:t>physical</a:t>
              </a:r>
              <a:endParaRPr kumimoji="0" lang="en-US" altLang="en-US" sz="1800" b="0" i="0" u="none" strike="noStrike" kern="1200" cap="none" spc="0" normalizeH="0" baseline="0" noProof="0">
                <a:ln>
                  <a:noFill/>
                </a:ln>
                <a:solidFill>
                  <a:prstClr val="black"/>
                </a:solidFill>
                <a:effectLst/>
                <a:uLnTx/>
                <a:uFillTx/>
                <a:latin typeface="+mn-lt"/>
                <a:ea typeface="MS PGothic" panose="020B0600070205080204" pitchFamily="34" charset="-128"/>
                <a:cs typeface="Arial" panose="020B0604020202020204" pitchFamily="34" charset="0"/>
              </a:endParaRPr>
            </a:p>
          </p:txBody>
        </p:sp>
        <p:cxnSp>
          <p:nvCxnSpPr>
            <p:cNvPr id="216" name="Straight Connector 215">
              <a:extLst>
                <a:ext uri="{FF2B5EF4-FFF2-40B4-BE49-F238E27FC236}">
                  <a16:creationId xmlns:a16="http://schemas.microsoft.com/office/drawing/2014/main" id="{3F2C66BF-55D8-0549-A9DA-934202F38DD5}"/>
                </a:ext>
              </a:extLst>
            </p:cNvPr>
            <p:cNvCxnSpPr>
              <a:cxnSpLocks/>
            </p:cNvCxnSpPr>
            <p:nvPr/>
          </p:nvCxnSpPr>
          <p:spPr>
            <a:xfrm>
              <a:off x="1534432" y="2675745"/>
              <a:ext cx="164348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7" name="Straight Connector 216">
              <a:extLst>
                <a:ext uri="{FF2B5EF4-FFF2-40B4-BE49-F238E27FC236}">
                  <a16:creationId xmlns:a16="http://schemas.microsoft.com/office/drawing/2014/main" id="{CA370408-C974-CD4A-8EF6-0AEC3924D4ED}"/>
                </a:ext>
              </a:extLst>
            </p:cNvPr>
            <p:cNvCxnSpPr>
              <a:cxnSpLocks/>
            </p:cNvCxnSpPr>
            <p:nvPr/>
          </p:nvCxnSpPr>
          <p:spPr>
            <a:xfrm>
              <a:off x="1506952" y="3472722"/>
              <a:ext cx="165597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5A7BF2B3-45B8-414A-8B63-2480CF8FA113}"/>
                </a:ext>
              </a:extLst>
            </p:cNvPr>
            <p:cNvCxnSpPr>
              <a:cxnSpLocks/>
            </p:cNvCxnSpPr>
            <p:nvPr/>
          </p:nvCxnSpPr>
          <p:spPr>
            <a:xfrm>
              <a:off x="1509450" y="4209737"/>
              <a:ext cx="16684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9A1FEA61-81C7-C449-880B-15A8ACAF5500}"/>
                </a:ext>
              </a:extLst>
            </p:cNvPr>
            <p:cNvCxnSpPr>
              <a:cxnSpLocks/>
            </p:cNvCxnSpPr>
            <p:nvPr/>
          </p:nvCxnSpPr>
          <p:spPr>
            <a:xfrm>
              <a:off x="1511947" y="4991726"/>
              <a:ext cx="165097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7" name="Group 76">
            <a:extLst>
              <a:ext uri="{FF2B5EF4-FFF2-40B4-BE49-F238E27FC236}">
                <a16:creationId xmlns:a16="http://schemas.microsoft.com/office/drawing/2014/main" id="{0204AF74-1396-104A-87D1-95A4614EA10A}"/>
              </a:ext>
            </a:extLst>
          </p:cNvPr>
          <p:cNvGrpSpPr/>
          <p:nvPr/>
        </p:nvGrpSpPr>
        <p:grpSpPr>
          <a:xfrm>
            <a:off x="3211642" y="2368401"/>
            <a:ext cx="5768716" cy="914472"/>
            <a:chOff x="3211642" y="2368401"/>
            <a:chExt cx="5768716" cy="914472"/>
          </a:xfrm>
        </p:grpSpPr>
        <p:cxnSp>
          <p:nvCxnSpPr>
            <p:cNvPr id="78" name="Straight Arrow Connector 77">
              <a:extLst>
                <a:ext uri="{FF2B5EF4-FFF2-40B4-BE49-F238E27FC236}">
                  <a16:creationId xmlns:a16="http://schemas.microsoft.com/office/drawing/2014/main" id="{44026509-71C6-2A41-AD9B-DEF9BBBA327C}"/>
                </a:ext>
              </a:extLst>
            </p:cNvPr>
            <p:cNvCxnSpPr>
              <a:cxnSpLocks/>
            </p:cNvCxnSpPr>
            <p:nvPr/>
          </p:nvCxnSpPr>
          <p:spPr>
            <a:xfrm>
              <a:off x="3211642" y="2610788"/>
              <a:ext cx="5651292" cy="0"/>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9" name="TextBox 78">
              <a:extLst>
                <a:ext uri="{FF2B5EF4-FFF2-40B4-BE49-F238E27FC236}">
                  <a16:creationId xmlns:a16="http://schemas.microsoft.com/office/drawing/2014/main" id="{EF3F96C4-7C44-5A46-A288-AFF998E8C12A}"/>
                </a:ext>
              </a:extLst>
            </p:cNvPr>
            <p:cNvSpPr txBox="1"/>
            <p:nvPr/>
          </p:nvSpPr>
          <p:spPr>
            <a:xfrm>
              <a:off x="3359490" y="2717590"/>
              <a:ext cx="5620868" cy="565283"/>
            </a:xfrm>
            <a:prstGeom prst="rect">
              <a:avLst/>
            </a:prstGeom>
            <a:noFill/>
          </p:spPr>
          <p:txBody>
            <a:bodyPr wrap="square" rtlCol="0">
              <a:spAutoFit/>
            </a:bodyPr>
            <a:lstStyle/>
            <a:p>
              <a:pPr algn="ctr">
                <a:lnSpc>
                  <a:spcPct val="85000"/>
                </a:lnSpc>
              </a:pPr>
              <a:r>
                <a:rPr lang="en-US">
                  <a:solidFill>
                    <a:srgbClr val="C00000"/>
                  </a:solidFill>
                </a:rPr>
                <a:t>Transport-layer </a:t>
              </a:r>
              <a:r>
                <a:rPr lang="en-US"/>
                <a:t>protocol transfers M (e.g., reliably) from one </a:t>
              </a:r>
              <a:r>
                <a:rPr lang="en-US" i="1"/>
                <a:t>process</a:t>
              </a:r>
              <a:r>
                <a:rPr lang="en-US"/>
                <a:t> to another, using services of network layer</a:t>
              </a:r>
            </a:p>
          </p:txBody>
        </p:sp>
        <p:sp>
          <p:nvSpPr>
            <p:cNvPr id="80" name="Rectangle 79">
              <a:extLst>
                <a:ext uri="{FF2B5EF4-FFF2-40B4-BE49-F238E27FC236}">
                  <a16:creationId xmlns:a16="http://schemas.microsoft.com/office/drawing/2014/main" id="{7BCE6F83-E984-0A47-ACF6-560550DA22AC}"/>
                </a:ext>
              </a:extLst>
            </p:cNvPr>
            <p:cNvSpPr/>
            <p:nvPr/>
          </p:nvSpPr>
          <p:spPr>
            <a:xfrm>
              <a:off x="5584583" y="2368401"/>
              <a:ext cx="971760" cy="3897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1" name="Group 185">
              <a:extLst>
                <a:ext uri="{FF2B5EF4-FFF2-40B4-BE49-F238E27FC236}">
                  <a16:creationId xmlns:a16="http://schemas.microsoft.com/office/drawing/2014/main" id="{BBEFAA32-01D5-174D-A563-219B7E938E65}"/>
                </a:ext>
              </a:extLst>
            </p:cNvPr>
            <p:cNvGrpSpPr>
              <a:grpSpLocks/>
            </p:cNvGrpSpPr>
            <p:nvPr/>
          </p:nvGrpSpPr>
          <p:grpSpPr bwMode="auto">
            <a:xfrm>
              <a:off x="5690803" y="2434313"/>
              <a:ext cx="908050" cy="301625"/>
              <a:chOff x="1848" y="2046"/>
              <a:chExt cx="572" cy="190"/>
            </a:xfrm>
          </p:grpSpPr>
          <p:grpSp>
            <p:nvGrpSpPr>
              <p:cNvPr id="82" name="Group 179">
                <a:extLst>
                  <a:ext uri="{FF2B5EF4-FFF2-40B4-BE49-F238E27FC236}">
                    <a16:creationId xmlns:a16="http://schemas.microsoft.com/office/drawing/2014/main" id="{2F1E9753-461B-724C-ACD8-92A06085DCFF}"/>
                  </a:ext>
                </a:extLst>
              </p:cNvPr>
              <p:cNvGrpSpPr>
                <a:grpSpLocks/>
              </p:cNvGrpSpPr>
              <p:nvPr/>
            </p:nvGrpSpPr>
            <p:grpSpPr bwMode="auto">
              <a:xfrm>
                <a:off x="1848" y="2047"/>
                <a:ext cx="187" cy="184"/>
                <a:chOff x="1959" y="2058"/>
                <a:chExt cx="187" cy="184"/>
              </a:xfrm>
            </p:grpSpPr>
            <p:sp>
              <p:nvSpPr>
                <p:cNvPr id="86" name="Rectangle 180">
                  <a:extLst>
                    <a:ext uri="{FF2B5EF4-FFF2-40B4-BE49-F238E27FC236}">
                      <a16:creationId xmlns:a16="http://schemas.microsoft.com/office/drawing/2014/main" id="{458B0BF5-90AD-E548-AAB1-86D4685BA81E}"/>
                    </a:ext>
                  </a:extLst>
                </p:cNvPr>
                <p:cNvSpPr>
                  <a:spLocks noChangeArrowheads="1"/>
                </p:cNvSpPr>
                <p:nvPr/>
              </p:nvSpPr>
              <p:spPr bwMode="auto">
                <a:xfrm>
                  <a:off x="1964" y="2075"/>
                  <a:ext cx="177" cy="162"/>
                </a:xfrm>
                <a:prstGeom prst="rect">
                  <a:avLst/>
                </a:prstGeom>
                <a:solidFill>
                  <a:schemeClr val="bg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87" name="Rectangle 181">
                  <a:extLst>
                    <a:ext uri="{FF2B5EF4-FFF2-40B4-BE49-F238E27FC236}">
                      <a16:creationId xmlns:a16="http://schemas.microsoft.com/office/drawing/2014/main" id="{1E3E44CE-06FB-264E-B1D2-5C7788F13081}"/>
                    </a:ext>
                  </a:extLst>
                </p:cNvPr>
                <p:cNvSpPr>
                  <a:spLocks noChangeArrowheads="1"/>
                </p:cNvSpPr>
                <p:nvPr/>
              </p:nvSpPr>
              <p:spPr bwMode="auto">
                <a:xfrm>
                  <a:off x="1959" y="2058"/>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800" b="0" i="0" u="none" strike="noStrike" kern="1200" cap="none" spc="0" normalizeH="0" baseline="-2500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t</a:t>
                  </a:r>
                </a:p>
              </p:txBody>
            </p:sp>
          </p:grpSp>
          <p:grpSp>
            <p:nvGrpSpPr>
              <p:cNvPr id="83" name="Group 182">
                <a:extLst>
                  <a:ext uri="{FF2B5EF4-FFF2-40B4-BE49-F238E27FC236}">
                    <a16:creationId xmlns:a16="http://schemas.microsoft.com/office/drawing/2014/main" id="{647AE73E-75D6-7D44-BB6A-A49CECE4F95B}"/>
                  </a:ext>
                </a:extLst>
              </p:cNvPr>
              <p:cNvGrpSpPr>
                <a:grpSpLocks/>
              </p:cNvGrpSpPr>
              <p:nvPr/>
            </p:nvGrpSpPr>
            <p:grpSpPr bwMode="auto">
              <a:xfrm>
                <a:off x="1992" y="2046"/>
                <a:ext cx="428" cy="190"/>
                <a:chOff x="780" y="1553"/>
                <a:chExt cx="428" cy="190"/>
              </a:xfrm>
            </p:grpSpPr>
            <p:sp>
              <p:nvSpPr>
                <p:cNvPr id="84" name="Rectangle 183">
                  <a:extLst>
                    <a:ext uri="{FF2B5EF4-FFF2-40B4-BE49-F238E27FC236}">
                      <a16:creationId xmlns:a16="http://schemas.microsoft.com/office/drawing/2014/main" id="{E2065433-0D2A-3446-BC7D-8CEDCA3DD66A}"/>
                    </a:ext>
                  </a:extLst>
                </p:cNvPr>
                <p:cNvSpPr>
                  <a:spLocks noChangeArrowheads="1"/>
                </p:cNvSpPr>
                <p:nvPr/>
              </p:nvSpPr>
              <p:spPr bwMode="auto">
                <a:xfrm>
                  <a:off x="817" y="1571"/>
                  <a:ext cx="312" cy="162"/>
                </a:xfrm>
                <a:prstGeom prst="rect">
                  <a:avLst/>
                </a:prstGeom>
                <a:solidFill>
                  <a:schemeClr val="bg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85" name="Rectangle 184">
                  <a:extLst>
                    <a:ext uri="{FF2B5EF4-FFF2-40B4-BE49-F238E27FC236}">
                      <a16:creationId xmlns:a16="http://schemas.microsoft.com/office/drawing/2014/main" id="{6E32735B-6992-604C-B1C0-390BFA95D359}"/>
                    </a:ext>
                  </a:extLst>
                </p:cNvPr>
                <p:cNvSpPr>
                  <a:spLocks noChangeArrowheads="1"/>
                </p:cNvSpPr>
                <p:nvPr/>
              </p:nvSpPr>
              <p:spPr bwMode="auto">
                <a:xfrm>
                  <a:off x="780" y="1553"/>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M</a:t>
                  </a:r>
                </a:p>
              </p:txBody>
            </p:sp>
          </p:grpSp>
        </p:grpSp>
      </p:grpSp>
      <p:sp>
        <p:nvSpPr>
          <p:cNvPr id="89" name="TextBox 88">
            <a:extLst>
              <a:ext uri="{FF2B5EF4-FFF2-40B4-BE49-F238E27FC236}">
                <a16:creationId xmlns:a16="http://schemas.microsoft.com/office/drawing/2014/main" id="{BDA85EA9-5376-4A4E-AEA3-D00FB0A25494}"/>
              </a:ext>
            </a:extLst>
          </p:cNvPr>
          <p:cNvSpPr txBox="1"/>
          <p:nvPr/>
        </p:nvSpPr>
        <p:spPr>
          <a:xfrm>
            <a:off x="3375461" y="1789390"/>
            <a:ext cx="5618811" cy="565283"/>
          </a:xfrm>
          <a:prstGeom prst="rect">
            <a:avLst/>
          </a:prstGeom>
          <a:noFill/>
        </p:spPr>
        <p:txBody>
          <a:bodyPr wrap="square" rtlCol="0">
            <a:spAutoFit/>
          </a:bodyPr>
          <a:lstStyle/>
          <a:p>
            <a:pPr algn="ctr">
              <a:lnSpc>
                <a:spcPct val="85000"/>
              </a:lnSpc>
            </a:pPr>
            <a:r>
              <a:rPr lang="en-US">
                <a:solidFill>
                  <a:srgbClr val="C00000"/>
                </a:solidFill>
              </a:rPr>
              <a:t>Application </a:t>
            </a:r>
            <a:r>
              <a:rPr lang="en-US"/>
              <a:t>exchanges </a:t>
            </a:r>
            <a:r>
              <a:rPr lang="en-US">
                <a:solidFill>
                  <a:srgbClr val="C00000"/>
                </a:solidFill>
              </a:rPr>
              <a:t>messages</a:t>
            </a:r>
            <a:r>
              <a:rPr lang="en-US"/>
              <a:t> to implement some application service using </a:t>
            </a:r>
            <a:r>
              <a:rPr lang="en-US" i="1"/>
              <a:t>services</a:t>
            </a:r>
            <a:r>
              <a:rPr lang="en-US"/>
              <a:t> of transport layer</a:t>
            </a:r>
          </a:p>
        </p:txBody>
      </p:sp>
      <p:grpSp>
        <p:nvGrpSpPr>
          <p:cNvPr id="90" name="Group 89">
            <a:extLst>
              <a:ext uri="{FF2B5EF4-FFF2-40B4-BE49-F238E27FC236}">
                <a16:creationId xmlns:a16="http://schemas.microsoft.com/office/drawing/2014/main" id="{CB92BE64-DD95-B746-BF9A-8A0857499E1E}"/>
              </a:ext>
            </a:extLst>
          </p:cNvPr>
          <p:cNvGrpSpPr/>
          <p:nvPr/>
        </p:nvGrpSpPr>
        <p:grpSpPr>
          <a:xfrm>
            <a:off x="3254290" y="1489592"/>
            <a:ext cx="5651292" cy="389744"/>
            <a:chOff x="3270354" y="1798823"/>
            <a:chExt cx="5651292" cy="389744"/>
          </a:xfrm>
        </p:grpSpPr>
        <p:cxnSp>
          <p:nvCxnSpPr>
            <p:cNvPr id="91" name="Straight Arrow Connector 90">
              <a:extLst>
                <a:ext uri="{FF2B5EF4-FFF2-40B4-BE49-F238E27FC236}">
                  <a16:creationId xmlns:a16="http://schemas.microsoft.com/office/drawing/2014/main" id="{995B0542-E9EB-D44C-B795-91D151650594}"/>
                </a:ext>
              </a:extLst>
            </p:cNvPr>
            <p:cNvCxnSpPr>
              <a:cxnSpLocks/>
            </p:cNvCxnSpPr>
            <p:nvPr/>
          </p:nvCxnSpPr>
          <p:spPr>
            <a:xfrm>
              <a:off x="3270354" y="1993691"/>
              <a:ext cx="5651292" cy="0"/>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2" name="Rectangle 91">
              <a:extLst>
                <a:ext uri="{FF2B5EF4-FFF2-40B4-BE49-F238E27FC236}">
                  <a16:creationId xmlns:a16="http://schemas.microsoft.com/office/drawing/2014/main" id="{A492A489-FD20-604F-9599-77E085F78EE9}"/>
                </a:ext>
              </a:extLst>
            </p:cNvPr>
            <p:cNvSpPr/>
            <p:nvPr/>
          </p:nvSpPr>
          <p:spPr>
            <a:xfrm>
              <a:off x="5878639" y="1798823"/>
              <a:ext cx="674558" cy="3897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3" name="Group 175">
              <a:extLst>
                <a:ext uri="{FF2B5EF4-FFF2-40B4-BE49-F238E27FC236}">
                  <a16:creationId xmlns:a16="http://schemas.microsoft.com/office/drawing/2014/main" id="{88BE32B5-AD28-CB44-B25F-0BE0155F4E5A}"/>
                </a:ext>
              </a:extLst>
            </p:cNvPr>
            <p:cNvGrpSpPr>
              <a:grpSpLocks/>
            </p:cNvGrpSpPr>
            <p:nvPr/>
          </p:nvGrpSpPr>
          <p:grpSpPr bwMode="auto">
            <a:xfrm>
              <a:off x="5953468" y="1857555"/>
              <a:ext cx="679450" cy="301625"/>
              <a:chOff x="780" y="1553"/>
              <a:chExt cx="428" cy="190"/>
            </a:xfrm>
          </p:grpSpPr>
          <p:sp>
            <p:nvSpPr>
              <p:cNvPr id="94" name="Rectangle 176">
                <a:extLst>
                  <a:ext uri="{FF2B5EF4-FFF2-40B4-BE49-F238E27FC236}">
                    <a16:creationId xmlns:a16="http://schemas.microsoft.com/office/drawing/2014/main" id="{E5CD48DB-61FF-EC4F-B8FF-E51BCE938292}"/>
                  </a:ext>
                </a:extLst>
              </p:cNvPr>
              <p:cNvSpPr>
                <a:spLocks noChangeArrowheads="1"/>
              </p:cNvSpPr>
              <p:nvPr/>
            </p:nvSpPr>
            <p:spPr bwMode="auto">
              <a:xfrm>
                <a:off x="817" y="1569"/>
                <a:ext cx="312" cy="162"/>
              </a:xfrm>
              <a:prstGeom prst="rect">
                <a:avLst/>
              </a:prstGeom>
              <a:solidFill>
                <a:schemeClr val="bg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95" name="Rectangle 177">
                <a:extLst>
                  <a:ext uri="{FF2B5EF4-FFF2-40B4-BE49-F238E27FC236}">
                    <a16:creationId xmlns:a16="http://schemas.microsoft.com/office/drawing/2014/main" id="{40D322D2-6F2A-0246-B033-7CB00E527FB3}"/>
                  </a:ext>
                </a:extLst>
              </p:cNvPr>
              <p:cNvSpPr>
                <a:spLocks noChangeArrowheads="1"/>
              </p:cNvSpPr>
              <p:nvPr/>
            </p:nvSpPr>
            <p:spPr bwMode="auto">
              <a:xfrm>
                <a:off x="780" y="1553"/>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M</a:t>
                </a:r>
              </a:p>
            </p:txBody>
          </p:sp>
        </p:grpSp>
      </p:grpSp>
      <p:sp>
        <p:nvSpPr>
          <p:cNvPr id="3" name="TextBox 2">
            <a:extLst>
              <a:ext uri="{FF2B5EF4-FFF2-40B4-BE49-F238E27FC236}">
                <a16:creationId xmlns:a16="http://schemas.microsoft.com/office/drawing/2014/main" id="{E7B29E55-88BD-AD40-949B-5E711ABB4016}"/>
              </a:ext>
            </a:extLst>
          </p:cNvPr>
          <p:cNvSpPr txBox="1"/>
          <p:nvPr/>
        </p:nvSpPr>
        <p:spPr>
          <a:xfrm>
            <a:off x="6982691" y="-781396"/>
            <a:ext cx="45719" cy="369332"/>
          </a:xfrm>
          <a:prstGeom prst="rect">
            <a:avLst/>
          </a:prstGeom>
          <a:noFill/>
        </p:spPr>
        <p:txBody>
          <a:bodyPr wrap="square" rtlCol="0">
            <a:spAutoFit/>
          </a:bodyPr>
          <a:lstStyle/>
          <a:p>
            <a:endParaRPr lang="en-US"/>
          </a:p>
        </p:txBody>
      </p:sp>
    </p:spTree>
    <p:extLst>
      <p:ext uri="{BB962C8B-B14F-4D97-AF65-F5344CB8AC3E}">
        <p14:creationId xmlns:p14="http://schemas.microsoft.com/office/powerpoint/2010/main" val="133258530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0"/>
                                        </p:tgtEl>
                                        <p:attrNameLst>
                                          <p:attrName>style.visibility</p:attrName>
                                        </p:attrNameLst>
                                      </p:cBhvr>
                                      <p:to>
                                        <p:strVal val="visible"/>
                                      </p:to>
                                    </p:set>
                                    <p:animEffect transition="in" filter="dissolve">
                                      <p:cBhvr>
                                        <p:cTn id="7" dur="500"/>
                                        <p:tgtEl>
                                          <p:spTgt spid="90"/>
                                        </p:tgtEl>
                                      </p:cBhvr>
                                    </p:animEffect>
                                  </p:childTnLst>
                                </p:cTn>
                              </p:par>
                              <p:par>
                                <p:cTn id="8" presetID="9" presetClass="entr" presetSubtype="0" fill="hold" grpId="0" nodeType="withEffect">
                                  <p:stCondLst>
                                    <p:cond delay="0"/>
                                  </p:stCondLst>
                                  <p:childTnLst>
                                    <p:set>
                                      <p:cBhvr>
                                        <p:cTn id="9" dur="1" fill="hold">
                                          <p:stCondLst>
                                            <p:cond delay="0"/>
                                          </p:stCondLst>
                                        </p:cTn>
                                        <p:tgtEl>
                                          <p:spTgt spid="89"/>
                                        </p:tgtEl>
                                        <p:attrNameLst>
                                          <p:attrName>style.visibility</p:attrName>
                                        </p:attrNameLst>
                                      </p:cBhvr>
                                      <p:to>
                                        <p:strVal val="visible"/>
                                      </p:to>
                                    </p:set>
                                    <p:animEffect transition="in" filter="dissolve">
                                      <p:cBhvr>
                                        <p:cTn id="10" dur="500"/>
                                        <p:tgtEl>
                                          <p:spTgt spid="89"/>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77"/>
                                        </p:tgtEl>
                                        <p:attrNameLst>
                                          <p:attrName>style.visibility</p:attrName>
                                        </p:attrNameLst>
                                      </p:cBhvr>
                                      <p:to>
                                        <p:strVal val="visible"/>
                                      </p:to>
                                    </p:set>
                                    <p:animEffect transition="in" filter="dissolve">
                                      <p:cBhvr>
                                        <p:cTn id="15" dur="500"/>
                                        <p:tgtEl>
                                          <p:spTgt spid="77"/>
                                        </p:tgtEl>
                                      </p:cBhvr>
                                    </p:animEffect>
                                  </p:childTnLst>
                                </p:cTn>
                              </p:par>
                              <p:par>
                                <p:cTn id="16" presetID="9" presetClass="exit" presetSubtype="0" fill="hold" grpId="1" nodeType="withEffect">
                                  <p:stCondLst>
                                    <p:cond delay="0"/>
                                  </p:stCondLst>
                                  <p:childTnLst>
                                    <p:animEffect transition="out" filter="dissolve">
                                      <p:cBhvr>
                                        <p:cTn id="17" dur="500"/>
                                        <p:tgtEl>
                                          <p:spTgt spid="89"/>
                                        </p:tgtEl>
                                      </p:cBhvr>
                                    </p:animEffect>
                                    <p:set>
                                      <p:cBhvr>
                                        <p:cTn id="18" dur="1" fill="hold">
                                          <p:stCondLst>
                                            <p:cond delay="499"/>
                                          </p:stCondLst>
                                        </p:cTn>
                                        <p:tgtEl>
                                          <p:spTgt spid="89"/>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144"/>
                                        </p:tgtEl>
                                        <p:attrNameLst>
                                          <p:attrName>style.visibility</p:attrName>
                                        </p:attrNameLst>
                                      </p:cBhvr>
                                      <p:to>
                                        <p:strVal val="visible"/>
                                      </p:to>
                                    </p:set>
                                    <p:animEffect transition="in" filter="dissolve">
                                      <p:cBhvr>
                                        <p:cTn id="23" dur="500"/>
                                        <p:tgtEl>
                                          <p:spTgt spid="1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 grpId="0"/>
      <p:bldP spid="89" grpId="0"/>
      <p:bldP spid="89" grpId="1"/>
    </p:bld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20" name="Freeform 10">
            <a:extLst>
              <a:ext uri="{FF2B5EF4-FFF2-40B4-BE49-F238E27FC236}">
                <a16:creationId xmlns:a16="http://schemas.microsoft.com/office/drawing/2014/main" id="{236C8C34-AA0A-1747-BF1D-3CBFB21AC1F2}"/>
              </a:ext>
            </a:extLst>
          </p:cNvPr>
          <p:cNvSpPr>
            <a:spLocks/>
          </p:cNvSpPr>
          <p:nvPr/>
        </p:nvSpPr>
        <p:spPr bwMode="auto">
          <a:xfrm rot="10800000" flipH="1">
            <a:off x="10916607" y="1577038"/>
            <a:ext cx="450309" cy="4061761"/>
          </a:xfrm>
          <a:custGeom>
            <a:avLst/>
            <a:gdLst>
              <a:gd name="T0" fmla="*/ 2147483646 w 267"/>
              <a:gd name="T1" fmla="*/ 2147483646 h 1186"/>
              <a:gd name="T2" fmla="*/ 0 w 267"/>
              <a:gd name="T3" fmla="*/ 0 h 1186"/>
              <a:gd name="T4" fmla="*/ 0 w 267"/>
              <a:gd name="T5" fmla="*/ 2147483646 h 1186"/>
              <a:gd name="T6" fmla="*/ 2147483646 w 267"/>
              <a:gd name="T7" fmla="*/ 2147483646 h 1186"/>
              <a:gd name="T8" fmla="*/ 2147483646 w 267"/>
              <a:gd name="T9" fmla="*/ 2147483646 h 1186"/>
              <a:gd name="T10" fmla="*/ 0 60000 65536"/>
              <a:gd name="T11" fmla="*/ 0 60000 65536"/>
              <a:gd name="T12" fmla="*/ 0 60000 65536"/>
              <a:gd name="T13" fmla="*/ 0 60000 65536"/>
              <a:gd name="T14" fmla="*/ 0 60000 65536"/>
              <a:gd name="T15" fmla="*/ 0 w 267"/>
              <a:gd name="T16" fmla="*/ 0 h 1186"/>
              <a:gd name="T17" fmla="*/ 267 w 267"/>
              <a:gd name="T18" fmla="*/ 1186 h 1186"/>
              <a:gd name="connsiteX0" fmla="*/ 11593 w 11593"/>
              <a:gd name="connsiteY0" fmla="*/ 0 h 10109"/>
              <a:gd name="connsiteX1" fmla="*/ 0 w 11593"/>
              <a:gd name="connsiteY1" fmla="*/ 109 h 10109"/>
              <a:gd name="connsiteX2" fmla="*/ 0 w 11593"/>
              <a:gd name="connsiteY2" fmla="*/ 10109 h 10109"/>
              <a:gd name="connsiteX3" fmla="*/ 10000 w 11593"/>
              <a:gd name="connsiteY3" fmla="*/ 5606 h 10109"/>
              <a:gd name="connsiteX4" fmla="*/ 11593 w 11593"/>
              <a:gd name="connsiteY4" fmla="*/ 0 h 10109"/>
              <a:gd name="connsiteX0" fmla="*/ 11593 w 12080"/>
              <a:gd name="connsiteY0" fmla="*/ 0 h 10109"/>
              <a:gd name="connsiteX1" fmla="*/ 0 w 12080"/>
              <a:gd name="connsiteY1" fmla="*/ 109 h 10109"/>
              <a:gd name="connsiteX2" fmla="*/ 0 w 12080"/>
              <a:gd name="connsiteY2" fmla="*/ 10109 h 10109"/>
              <a:gd name="connsiteX3" fmla="*/ 12080 w 12080"/>
              <a:gd name="connsiteY3" fmla="*/ 1850 h 10109"/>
              <a:gd name="connsiteX4" fmla="*/ 11593 w 12080"/>
              <a:gd name="connsiteY4" fmla="*/ 0 h 10109"/>
              <a:gd name="connsiteX0" fmla="*/ 11593 w 12080"/>
              <a:gd name="connsiteY0" fmla="*/ 2239 h 12348"/>
              <a:gd name="connsiteX1" fmla="*/ 0 w 12080"/>
              <a:gd name="connsiteY1" fmla="*/ 0 h 12348"/>
              <a:gd name="connsiteX2" fmla="*/ 0 w 12080"/>
              <a:gd name="connsiteY2" fmla="*/ 12348 h 12348"/>
              <a:gd name="connsiteX3" fmla="*/ 12080 w 12080"/>
              <a:gd name="connsiteY3" fmla="*/ 4089 h 12348"/>
              <a:gd name="connsiteX4" fmla="*/ 11593 w 12080"/>
              <a:gd name="connsiteY4" fmla="*/ 2239 h 12348"/>
              <a:gd name="connsiteX0" fmla="*/ 12841 w 13328"/>
              <a:gd name="connsiteY0" fmla="*/ 10034 h 20143"/>
              <a:gd name="connsiteX1" fmla="*/ 0 w 13328"/>
              <a:gd name="connsiteY1" fmla="*/ 0 h 20143"/>
              <a:gd name="connsiteX2" fmla="*/ 1248 w 13328"/>
              <a:gd name="connsiteY2" fmla="*/ 20143 h 20143"/>
              <a:gd name="connsiteX3" fmla="*/ 13328 w 13328"/>
              <a:gd name="connsiteY3" fmla="*/ 11884 h 20143"/>
              <a:gd name="connsiteX4" fmla="*/ 12841 w 13328"/>
              <a:gd name="connsiteY4" fmla="*/ 10034 h 20143"/>
              <a:gd name="connsiteX0" fmla="*/ 12425 w 13328"/>
              <a:gd name="connsiteY0" fmla="*/ 0 h 21660"/>
              <a:gd name="connsiteX1" fmla="*/ 0 w 13328"/>
              <a:gd name="connsiteY1" fmla="*/ 1517 h 21660"/>
              <a:gd name="connsiteX2" fmla="*/ 1248 w 13328"/>
              <a:gd name="connsiteY2" fmla="*/ 21660 h 21660"/>
              <a:gd name="connsiteX3" fmla="*/ 13328 w 13328"/>
              <a:gd name="connsiteY3" fmla="*/ 13401 h 21660"/>
              <a:gd name="connsiteX4" fmla="*/ 12425 w 13328"/>
              <a:gd name="connsiteY4" fmla="*/ 0 h 21660"/>
              <a:gd name="connsiteX0" fmla="*/ 12425 w 12496"/>
              <a:gd name="connsiteY0" fmla="*/ 0 h 21660"/>
              <a:gd name="connsiteX1" fmla="*/ 0 w 12496"/>
              <a:gd name="connsiteY1" fmla="*/ 1517 h 21660"/>
              <a:gd name="connsiteX2" fmla="*/ 1248 w 12496"/>
              <a:gd name="connsiteY2" fmla="*/ 21660 h 21660"/>
              <a:gd name="connsiteX3" fmla="*/ 12496 w 12496"/>
              <a:gd name="connsiteY3" fmla="*/ 4855 h 21660"/>
              <a:gd name="connsiteX4" fmla="*/ 12425 w 12496"/>
              <a:gd name="connsiteY4" fmla="*/ 0 h 21660"/>
              <a:gd name="connsiteX0" fmla="*/ 12425 w 12496"/>
              <a:gd name="connsiteY0" fmla="*/ 0 h 21660"/>
              <a:gd name="connsiteX1" fmla="*/ 0 w 12496"/>
              <a:gd name="connsiteY1" fmla="*/ 1517 h 21660"/>
              <a:gd name="connsiteX2" fmla="*/ 1248 w 12496"/>
              <a:gd name="connsiteY2" fmla="*/ 21660 h 21660"/>
              <a:gd name="connsiteX3" fmla="*/ 12496 w 12496"/>
              <a:gd name="connsiteY3" fmla="*/ 4855 h 21660"/>
              <a:gd name="connsiteX4" fmla="*/ 12425 w 12496"/>
              <a:gd name="connsiteY4" fmla="*/ 0 h 21660"/>
              <a:gd name="connsiteX0" fmla="*/ 12425 w 12496"/>
              <a:gd name="connsiteY0" fmla="*/ 0 h 21660"/>
              <a:gd name="connsiteX1" fmla="*/ 0 w 12496"/>
              <a:gd name="connsiteY1" fmla="*/ 1517 h 21660"/>
              <a:gd name="connsiteX2" fmla="*/ 1248 w 12496"/>
              <a:gd name="connsiteY2" fmla="*/ 21660 h 21660"/>
              <a:gd name="connsiteX3" fmla="*/ 12496 w 12496"/>
              <a:gd name="connsiteY3" fmla="*/ 4855 h 21660"/>
              <a:gd name="connsiteX4" fmla="*/ 12425 w 12496"/>
              <a:gd name="connsiteY4" fmla="*/ 0 h 216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96" h="21660">
                <a:moveTo>
                  <a:pt x="12425" y="0"/>
                </a:moveTo>
                <a:lnTo>
                  <a:pt x="0" y="1517"/>
                </a:lnTo>
                <a:lnTo>
                  <a:pt x="1248" y="21660"/>
                </a:lnTo>
                <a:cubicBezTo>
                  <a:pt x="4581" y="12959"/>
                  <a:pt x="6667" y="10269"/>
                  <a:pt x="12496" y="4855"/>
                </a:cubicBezTo>
                <a:cubicBezTo>
                  <a:pt x="12472" y="3237"/>
                  <a:pt x="12449" y="1618"/>
                  <a:pt x="12425" y="0"/>
                </a:cubicBezTo>
                <a:close/>
              </a:path>
            </a:pathLst>
          </a:custGeom>
          <a:gradFill rotWithShape="1">
            <a:gsLst>
              <a:gs pos="0">
                <a:srgbClr val="3C6CDF"/>
              </a:gs>
              <a:gs pos="100000">
                <a:schemeClr val="bg1"/>
              </a:gs>
            </a:gsLst>
            <a:lin ang="0" scaled="1"/>
          </a:gra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38863" y="63882"/>
            <a:ext cx="10515600" cy="894622"/>
          </a:xfrm>
        </p:spPr>
        <p:txBody>
          <a:bodyPr>
            <a:normAutofit/>
          </a:bodyPr>
          <a:lstStyle/>
          <a:p>
            <a:r>
              <a:rPr lang="en-US" altLang="en-US" sz="4400">
                <a:ea typeface="ＭＳ Ｐゴシック" panose="020B0600070205080204" pitchFamily="34" charset="-128"/>
              </a:rPr>
              <a:t>Services, Layering and Encapsulation</a:t>
            </a:r>
            <a:endParaRPr lang="en-US" sz="4400"/>
          </a:p>
        </p:txBody>
      </p:sp>
      <p:sp>
        <p:nvSpPr>
          <p:cNvPr id="13" name="Text Box 8">
            <a:extLst>
              <a:ext uri="{FF2B5EF4-FFF2-40B4-BE49-F238E27FC236}">
                <a16:creationId xmlns:a16="http://schemas.microsoft.com/office/drawing/2014/main" id="{10CAB5B1-70B7-184B-A16F-4239A3118B18}"/>
              </a:ext>
            </a:extLst>
          </p:cNvPr>
          <p:cNvSpPr txBox="1">
            <a:spLocks noChangeArrowheads="1"/>
          </p:cNvSpPr>
          <p:nvPr/>
        </p:nvSpPr>
        <p:spPr bwMode="auto">
          <a:xfrm>
            <a:off x="449705" y="5724388"/>
            <a:ext cx="11001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400" b="0" i="1" u="none" strike="noStrike" kern="1200" cap="none" spc="0" normalizeH="0" baseline="0" noProof="0">
                <a:ln>
                  <a:noFill/>
                </a:ln>
                <a:solidFill>
                  <a:srgbClr val="000099"/>
                </a:solidFill>
                <a:effectLst/>
                <a:uLnTx/>
                <a:uFillTx/>
                <a:latin typeface="Arial" panose="020B0604020202020204" pitchFamily="34" charset="0"/>
                <a:ea typeface="MS PGothic" panose="020B0600070205080204" pitchFamily="34" charset="-128"/>
                <a:cs typeface="Arial" panose="020B0604020202020204" pitchFamily="34" charset="0"/>
              </a:rPr>
              <a:t>source</a:t>
            </a:r>
          </a:p>
        </p:txBody>
      </p:sp>
      <p:sp>
        <p:nvSpPr>
          <p:cNvPr id="14" name="Freeform 10">
            <a:extLst>
              <a:ext uri="{FF2B5EF4-FFF2-40B4-BE49-F238E27FC236}">
                <a16:creationId xmlns:a16="http://schemas.microsoft.com/office/drawing/2014/main" id="{1C528DAB-CFD1-6943-9F41-1A6F334C3C75}"/>
              </a:ext>
            </a:extLst>
          </p:cNvPr>
          <p:cNvSpPr>
            <a:spLocks/>
          </p:cNvSpPr>
          <p:nvPr/>
        </p:nvSpPr>
        <p:spPr bwMode="auto">
          <a:xfrm rot="10800000">
            <a:off x="975630" y="1559549"/>
            <a:ext cx="450309" cy="4061761"/>
          </a:xfrm>
          <a:custGeom>
            <a:avLst/>
            <a:gdLst>
              <a:gd name="T0" fmla="*/ 2147483646 w 267"/>
              <a:gd name="T1" fmla="*/ 2147483646 h 1186"/>
              <a:gd name="T2" fmla="*/ 0 w 267"/>
              <a:gd name="T3" fmla="*/ 0 h 1186"/>
              <a:gd name="T4" fmla="*/ 0 w 267"/>
              <a:gd name="T5" fmla="*/ 2147483646 h 1186"/>
              <a:gd name="T6" fmla="*/ 2147483646 w 267"/>
              <a:gd name="T7" fmla="*/ 2147483646 h 1186"/>
              <a:gd name="T8" fmla="*/ 2147483646 w 267"/>
              <a:gd name="T9" fmla="*/ 2147483646 h 1186"/>
              <a:gd name="T10" fmla="*/ 0 60000 65536"/>
              <a:gd name="T11" fmla="*/ 0 60000 65536"/>
              <a:gd name="T12" fmla="*/ 0 60000 65536"/>
              <a:gd name="T13" fmla="*/ 0 60000 65536"/>
              <a:gd name="T14" fmla="*/ 0 60000 65536"/>
              <a:gd name="T15" fmla="*/ 0 w 267"/>
              <a:gd name="T16" fmla="*/ 0 h 1186"/>
              <a:gd name="T17" fmla="*/ 267 w 267"/>
              <a:gd name="T18" fmla="*/ 1186 h 1186"/>
              <a:gd name="connsiteX0" fmla="*/ 11593 w 11593"/>
              <a:gd name="connsiteY0" fmla="*/ 0 h 10109"/>
              <a:gd name="connsiteX1" fmla="*/ 0 w 11593"/>
              <a:gd name="connsiteY1" fmla="*/ 109 h 10109"/>
              <a:gd name="connsiteX2" fmla="*/ 0 w 11593"/>
              <a:gd name="connsiteY2" fmla="*/ 10109 h 10109"/>
              <a:gd name="connsiteX3" fmla="*/ 10000 w 11593"/>
              <a:gd name="connsiteY3" fmla="*/ 5606 h 10109"/>
              <a:gd name="connsiteX4" fmla="*/ 11593 w 11593"/>
              <a:gd name="connsiteY4" fmla="*/ 0 h 10109"/>
              <a:gd name="connsiteX0" fmla="*/ 11593 w 12080"/>
              <a:gd name="connsiteY0" fmla="*/ 0 h 10109"/>
              <a:gd name="connsiteX1" fmla="*/ 0 w 12080"/>
              <a:gd name="connsiteY1" fmla="*/ 109 h 10109"/>
              <a:gd name="connsiteX2" fmla="*/ 0 w 12080"/>
              <a:gd name="connsiteY2" fmla="*/ 10109 h 10109"/>
              <a:gd name="connsiteX3" fmla="*/ 12080 w 12080"/>
              <a:gd name="connsiteY3" fmla="*/ 1850 h 10109"/>
              <a:gd name="connsiteX4" fmla="*/ 11593 w 12080"/>
              <a:gd name="connsiteY4" fmla="*/ 0 h 10109"/>
              <a:gd name="connsiteX0" fmla="*/ 11593 w 12080"/>
              <a:gd name="connsiteY0" fmla="*/ 2239 h 12348"/>
              <a:gd name="connsiteX1" fmla="*/ 0 w 12080"/>
              <a:gd name="connsiteY1" fmla="*/ 0 h 12348"/>
              <a:gd name="connsiteX2" fmla="*/ 0 w 12080"/>
              <a:gd name="connsiteY2" fmla="*/ 12348 h 12348"/>
              <a:gd name="connsiteX3" fmla="*/ 12080 w 12080"/>
              <a:gd name="connsiteY3" fmla="*/ 4089 h 12348"/>
              <a:gd name="connsiteX4" fmla="*/ 11593 w 12080"/>
              <a:gd name="connsiteY4" fmla="*/ 2239 h 12348"/>
              <a:gd name="connsiteX0" fmla="*/ 12841 w 13328"/>
              <a:gd name="connsiteY0" fmla="*/ 10034 h 20143"/>
              <a:gd name="connsiteX1" fmla="*/ 0 w 13328"/>
              <a:gd name="connsiteY1" fmla="*/ 0 h 20143"/>
              <a:gd name="connsiteX2" fmla="*/ 1248 w 13328"/>
              <a:gd name="connsiteY2" fmla="*/ 20143 h 20143"/>
              <a:gd name="connsiteX3" fmla="*/ 13328 w 13328"/>
              <a:gd name="connsiteY3" fmla="*/ 11884 h 20143"/>
              <a:gd name="connsiteX4" fmla="*/ 12841 w 13328"/>
              <a:gd name="connsiteY4" fmla="*/ 10034 h 20143"/>
              <a:gd name="connsiteX0" fmla="*/ 12425 w 13328"/>
              <a:gd name="connsiteY0" fmla="*/ 0 h 21660"/>
              <a:gd name="connsiteX1" fmla="*/ 0 w 13328"/>
              <a:gd name="connsiteY1" fmla="*/ 1517 h 21660"/>
              <a:gd name="connsiteX2" fmla="*/ 1248 w 13328"/>
              <a:gd name="connsiteY2" fmla="*/ 21660 h 21660"/>
              <a:gd name="connsiteX3" fmla="*/ 13328 w 13328"/>
              <a:gd name="connsiteY3" fmla="*/ 13401 h 21660"/>
              <a:gd name="connsiteX4" fmla="*/ 12425 w 13328"/>
              <a:gd name="connsiteY4" fmla="*/ 0 h 21660"/>
              <a:gd name="connsiteX0" fmla="*/ 12425 w 12496"/>
              <a:gd name="connsiteY0" fmla="*/ 0 h 21660"/>
              <a:gd name="connsiteX1" fmla="*/ 0 w 12496"/>
              <a:gd name="connsiteY1" fmla="*/ 1517 h 21660"/>
              <a:gd name="connsiteX2" fmla="*/ 1248 w 12496"/>
              <a:gd name="connsiteY2" fmla="*/ 21660 h 21660"/>
              <a:gd name="connsiteX3" fmla="*/ 12496 w 12496"/>
              <a:gd name="connsiteY3" fmla="*/ 4855 h 21660"/>
              <a:gd name="connsiteX4" fmla="*/ 12425 w 12496"/>
              <a:gd name="connsiteY4" fmla="*/ 0 h 21660"/>
              <a:gd name="connsiteX0" fmla="*/ 12425 w 12496"/>
              <a:gd name="connsiteY0" fmla="*/ 0 h 21660"/>
              <a:gd name="connsiteX1" fmla="*/ 0 w 12496"/>
              <a:gd name="connsiteY1" fmla="*/ 1517 h 21660"/>
              <a:gd name="connsiteX2" fmla="*/ 1248 w 12496"/>
              <a:gd name="connsiteY2" fmla="*/ 21660 h 21660"/>
              <a:gd name="connsiteX3" fmla="*/ 12496 w 12496"/>
              <a:gd name="connsiteY3" fmla="*/ 4855 h 21660"/>
              <a:gd name="connsiteX4" fmla="*/ 12425 w 12496"/>
              <a:gd name="connsiteY4" fmla="*/ 0 h 21660"/>
              <a:gd name="connsiteX0" fmla="*/ 12425 w 12496"/>
              <a:gd name="connsiteY0" fmla="*/ 0 h 21660"/>
              <a:gd name="connsiteX1" fmla="*/ 0 w 12496"/>
              <a:gd name="connsiteY1" fmla="*/ 1517 h 21660"/>
              <a:gd name="connsiteX2" fmla="*/ 1248 w 12496"/>
              <a:gd name="connsiteY2" fmla="*/ 21660 h 21660"/>
              <a:gd name="connsiteX3" fmla="*/ 12496 w 12496"/>
              <a:gd name="connsiteY3" fmla="*/ 4855 h 21660"/>
              <a:gd name="connsiteX4" fmla="*/ 12425 w 12496"/>
              <a:gd name="connsiteY4" fmla="*/ 0 h 216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96" h="21660">
                <a:moveTo>
                  <a:pt x="12425" y="0"/>
                </a:moveTo>
                <a:lnTo>
                  <a:pt x="0" y="1517"/>
                </a:lnTo>
                <a:lnTo>
                  <a:pt x="1248" y="21660"/>
                </a:lnTo>
                <a:cubicBezTo>
                  <a:pt x="4581" y="12959"/>
                  <a:pt x="6667" y="10269"/>
                  <a:pt x="12496" y="4855"/>
                </a:cubicBezTo>
                <a:cubicBezTo>
                  <a:pt x="12472" y="3237"/>
                  <a:pt x="12449" y="1618"/>
                  <a:pt x="12425" y="0"/>
                </a:cubicBezTo>
                <a:close/>
              </a:path>
            </a:pathLst>
          </a:custGeom>
          <a:gradFill rotWithShape="1">
            <a:gsLst>
              <a:gs pos="0">
                <a:srgbClr val="3C6CDF"/>
              </a:gs>
              <a:gs pos="100000">
                <a:schemeClr val="bg1"/>
              </a:gs>
            </a:gsLst>
            <a:lin ang="0" scaled="1"/>
          </a:gra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24" name="Group 190">
            <a:extLst>
              <a:ext uri="{FF2B5EF4-FFF2-40B4-BE49-F238E27FC236}">
                <a16:creationId xmlns:a16="http://schemas.microsoft.com/office/drawing/2014/main" id="{8D7B8AF0-B984-FB44-AB9F-07CA253CEA38}"/>
              </a:ext>
            </a:extLst>
          </p:cNvPr>
          <p:cNvGrpSpPr>
            <a:grpSpLocks/>
          </p:cNvGrpSpPr>
          <p:nvPr/>
        </p:nvGrpSpPr>
        <p:grpSpPr bwMode="auto">
          <a:xfrm flipH="1">
            <a:off x="635446" y="5073984"/>
            <a:ext cx="803275" cy="771525"/>
            <a:chOff x="-44" y="1473"/>
            <a:chExt cx="981" cy="1105"/>
          </a:xfrm>
        </p:grpSpPr>
        <p:pic>
          <p:nvPicPr>
            <p:cNvPr id="25" name="Picture 191" descr="desktop_computer_stylized_medium">
              <a:extLst>
                <a:ext uri="{FF2B5EF4-FFF2-40B4-BE49-F238E27FC236}">
                  <a16:creationId xmlns:a16="http://schemas.microsoft.com/office/drawing/2014/main" id="{06D1D726-A569-254A-9E27-366DB8CF32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Freeform 192">
              <a:extLst>
                <a:ext uri="{FF2B5EF4-FFF2-40B4-BE49-F238E27FC236}">
                  <a16:creationId xmlns:a16="http://schemas.microsoft.com/office/drawing/2014/main" id="{F5362B29-42A6-3F4A-A1AB-EFF56E7B7726}"/>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cxnSp>
        <p:nvCxnSpPr>
          <p:cNvPr id="127" name="Straight Arrow Connector 126">
            <a:extLst>
              <a:ext uri="{FF2B5EF4-FFF2-40B4-BE49-F238E27FC236}">
                <a16:creationId xmlns:a16="http://schemas.microsoft.com/office/drawing/2014/main" id="{2ACB87E4-845E-A542-9CE2-5864050E17AD}"/>
              </a:ext>
            </a:extLst>
          </p:cNvPr>
          <p:cNvCxnSpPr>
            <a:cxnSpLocks/>
          </p:cNvCxnSpPr>
          <p:nvPr/>
        </p:nvCxnSpPr>
        <p:spPr>
          <a:xfrm>
            <a:off x="3211642" y="2610788"/>
            <a:ext cx="5651292" cy="0"/>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28" name="TextBox 127">
            <a:extLst>
              <a:ext uri="{FF2B5EF4-FFF2-40B4-BE49-F238E27FC236}">
                <a16:creationId xmlns:a16="http://schemas.microsoft.com/office/drawing/2014/main" id="{C22C09FB-549C-8E44-8641-4B4BD5A57453}"/>
              </a:ext>
            </a:extLst>
          </p:cNvPr>
          <p:cNvSpPr txBox="1"/>
          <p:nvPr/>
        </p:nvSpPr>
        <p:spPr>
          <a:xfrm>
            <a:off x="3359490" y="2717590"/>
            <a:ext cx="5620868" cy="565283"/>
          </a:xfrm>
          <a:prstGeom prst="rect">
            <a:avLst/>
          </a:prstGeom>
          <a:noFill/>
        </p:spPr>
        <p:txBody>
          <a:bodyPr wrap="square" rtlCol="0">
            <a:spAutoFit/>
          </a:bodyPr>
          <a:lstStyle/>
          <a:p>
            <a:pPr algn="ctr">
              <a:lnSpc>
                <a:spcPct val="85000"/>
              </a:lnSpc>
            </a:pPr>
            <a:r>
              <a:rPr lang="en-US">
                <a:solidFill>
                  <a:srgbClr val="C00000"/>
                </a:solidFill>
              </a:rPr>
              <a:t>Transport-layer </a:t>
            </a:r>
            <a:r>
              <a:rPr lang="en-US"/>
              <a:t>protocol transfers M (e.g., reliably) from one </a:t>
            </a:r>
            <a:r>
              <a:rPr lang="en-US" i="1"/>
              <a:t>process</a:t>
            </a:r>
            <a:r>
              <a:rPr lang="en-US"/>
              <a:t> to another, using services of network layer</a:t>
            </a:r>
          </a:p>
        </p:txBody>
      </p:sp>
      <p:sp>
        <p:nvSpPr>
          <p:cNvPr id="143" name="Rectangle 142">
            <a:extLst>
              <a:ext uri="{FF2B5EF4-FFF2-40B4-BE49-F238E27FC236}">
                <a16:creationId xmlns:a16="http://schemas.microsoft.com/office/drawing/2014/main" id="{EE8BAFE3-3C6F-F143-9E4B-2A620EAB382E}"/>
              </a:ext>
            </a:extLst>
          </p:cNvPr>
          <p:cNvSpPr/>
          <p:nvPr/>
        </p:nvSpPr>
        <p:spPr>
          <a:xfrm>
            <a:off x="5584583" y="2368401"/>
            <a:ext cx="971760" cy="3897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3" name="Group 185">
            <a:extLst>
              <a:ext uri="{FF2B5EF4-FFF2-40B4-BE49-F238E27FC236}">
                <a16:creationId xmlns:a16="http://schemas.microsoft.com/office/drawing/2014/main" id="{EB20B2E4-EE78-334C-B142-D9716F510006}"/>
              </a:ext>
            </a:extLst>
          </p:cNvPr>
          <p:cNvGrpSpPr>
            <a:grpSpLocks/>
          </p:cNvGrpSpPr>
          <p:nvPr/>
        </p:nvGrpSpPr>
        <p:grpSpPr bwMode="auto">
          <a:xfrm>
            <a:off x="5690803" y="2434313"/>
            <a:ext cx="908050" cy="301625"/>
            <a:chOff x="1848" y="2046"/>
            <a:chExt cx="572" cy="190"/>
          </a:xfrm>
        </p:grpSpPr>
        <p:grpSp>
          <p:nvGrpSpPr>
            <p:cNvPr id="134" name="Group 179">
              <a:extLst>
                <a:ext uri="{FF2B5EF4-FFF2-40B4-BE49-F238E27FC236}">
                  <a16:creationId xmlns:a16="http://schemas.microsoft.com/office/drawing/2014/main" id="{1D5E26E8-DD67-F64E-B7A5-CF2A5868C4FE}"/>
                </a:ext>
              </a:extLst>
            </p:cNvPr>
            <p:cNvGrpSpPr>
              <a:grpSpLocks/>
            </p:cNvGrpSpPr>
            <p:nvPr/>
          </p:nvGrpSpPr>
          <p:grpSpPr bwMode="auto">
            <a:xfrm>
              <a:off x="1848" y="2047"/>
              <a:ext cx="187" cy="184"/>
              <a:chOff x="1959" y="2058"/>
              <a:chExt cx="187" cy="184"/>
            </a:xfrm>
          </p:grpSpPr>
          <p:sp>
            <p:nvSpPr>
              <p:cNvPr id="138" name="Rectangle 180">
                <a:extLst>
                  <a:ext uri="{FF2B5EF4-FFF2-40B4-BE49-F238E27FC236}">
                    <a16:creationId xmlns:a16="http://schemas.microsoft.com/office/drawing/2014/main" id="{A0FF28E6-68F8-9D49-858D-54A894437AE3}"/>
                  </a:ext>
                </a:extLst>
              </p:cNvPr>
              <p:cNvSpPr>
                <a:spLocks noChangeArrowheads="1"/>
              </p:cNvSpPr>
              <p:nvPr/>
            </p:nvSpPr>
            <p:spPr bwMode="auto">
              <a:xfrm>
                <a:off x="1964" y="2075"/>
                <a:ext cx="177" cy="162"/>
              </a:xfrm>
              <a:prstGeom prst="rect">
                <a:avLst/>
              </a:prstGeom>
              <a:solidFill>
                <a:schemeClr val="bg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39" name="Rectangle 181">
                <a:extLst>
                  <a:ext uri="{FF2B5EF4-FFF2-40B4-BE49-F238E27FC236}">
                    <a16:creationId xmlns:a16="http://schemas.microsoft.com/office/drawing/2014/main" id="{57F4F79C-9470-0243-9459-9DE005B149AC}"/>
                  </a:ext>
                </a:extLst>
              </p:cNvPr>
              <p:cNvSpPr>
                <a:spLocks noChangeArrowheads="1"/>
              </p:cNvSpPr>
              <p:nvPr/>
            </p:nvSpPr>
            <p:spPr bwMode="auto">
              <a:xfrm>
                <a:off x="1959" y="2058"/>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800" b="0" i="0" u="none" strike="noStrike" kern="1200" cap="none" spc="0" normalizeH="0" baseline="-2500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t</a:t>
                </a:r>
              </a:p>
            </p:txBody>
          </p:sp>
        </p:grpSp>
        <p:grpSp>
          <p:nvGrpSpPr>
            <p:cNvPr id="135" name="Group 182">
              <a:extLst>
                <a:ext uri="{FF2B5EF4-FFF2-40B4-BE49-F238E27FC236}">
                  <a16:creationId xmlns:a16="http://schemas.microsoft.com/office/drawing/2014/main" id="{C814D838-F088-1449-A73B-3285342C6057}"/>
                </a:ext>
              </a:extLst>
            </p:cNvPr>
            <p:cNvGrpSpPr>
              <a:grpSpLocks/>
            </p:cNvGrpSpPr>
            <p:nvPr/>
          </p:nvGrpSpPr>
          <p:grpSpPr bwMode="auto">
            <a:xfrm>
              <a:off x="1992" y="2046"/>
              <a:ext cx="428" cy="190"/>
              <a:chOff x="780" y="1553"/>
              <a:chExt cx="428" cy="190"/>
            </a:xfrm>
          </p:grpSpPr>
          <p:sp>
            <p:nvSpPr>
              <p:cNvPr id="136" name="Rectangle 183">
                <a:extLst>
                  <a:ext uri="{FF2B5EF4-FFF2-40B4-BE49-F238E27FC236}">
                    <a16:creationId xmlns:a16="http://schemas.microsoft.com/office/drawing/2014/main" id="{744B26E9-8C84-AF45-BC0E-C09188489CFA}"/>
                  </a:ext>
                </a:extLst>
              </p:cNvPr>
              <p:cNvSpPr>
                <a:spLocks noChangeArrowheads="1"/>
              </p:cNvSpPr>
              <p:nvPr/>
            </p:nvSpPr>
            <p:spPr bwMode="auto">
              <a:xfrm>
                <a:off x="817" y="1571"/>
                <a:ext cx="312" cy="162"/>
              </a:xfrm>
              <a:prstGeom prst="rect">
                <a:avLst/>
              </a:prstGeom>
              <a:solidFill>
                <a:schemeClr val="bg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37" name="Rectangle 184">
                <a:extLst>
                  <a:ext uri="{FF2B5EF4-FFF2-40B4-BE49-F238E27FC236}">
                    <a16:creationId xmlns:a16="http://schemas.microsoft.com/office/drawing/2014/main" id="{71A3F897-85F9-4241-906F-6308455A3CAB}"/>
                  </a:ext>
                </a:extLst>
              </p:cNvPr>
              <p:cNvSpPr>
                <a:spLocks noChangeArrowheads="1"/>
              </p:cNvSpPr>
              <p:nvPr/>
            </p:nvSpPr>
            <p:spPr bwMode="auto">
              <a:xfrm>
                <a:off x="780" y="1553"/>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M</a:t>
                </a:r>
              </a:p>
            </p:txBody>
          </p:sp>
        </p:grpSp>
      </p:grpSp>
      <p:sp>
        <p:nvSpPr>
          <p:cNvPr id="144" name="TextBox 143">
            <a:extLst>
              <a:ext uri="{FF2B5EF4-FFF2-40B4-BE49-F238E27FC236}">
                <a16:creationId xmlns:a16="http://schemas.microsoft.com/office/drawing/2014/main" id="{2CE37313-1E06-C945-A455-53ADE2AA5971}"/>
              </a:ext>
            </a:extLst>
          </p:cNvPr>
          <p:cNvSpPr txBox="1"/>
          <p:nvPr/>
        </p:nvSpPr>
        <p:spPr>
          <a:xfrm>
            <a:off x="3462727" y="4339175"/>
            <a:ext cx="5831174" cy="2086725"/>
          </a:xfrm>
          <a:prstGeom prst="rect">
            <a:avLst/>
          </a:prstGeom>
          <a:noFill/>
        </p:spPr>
        <p:txBody>
          <a:bodyPr wrap="square" rtlCol="0">
            <a:spAutoFit/>
          </a:bodyPr>
          <a:lstStyle/>
          <a:p>
            <a:pPr marL="295275" indent="-295275">
              <a:lnSpc>
                <a:spcPct val="90000"/>
              </a:lnSpc>
              <a:buClr>
                <a:srgbClr val="0000A3"/>
              </a:buClr>
              <a:buFont typeface="Wingdings" pitchFamily="2" charset="2"/>
              <a:buChar char="§"/>
            </a:pPr>
            <a:r>
              <a:rPr lang="en-US" sz="2400"/>
              <a:t>network-layer protocol </a:t>
            </a:r>
            <a:r>
              <a:rPr lang="en-US" sz="2400">
                <a:solidFill>
                  <a:srgbClr val="0000A3"/>
                </a:solidFill>
              </a:rPr>
              <a:t>encapsulates</a:t>
            </a:r>
            <a:r>
              <a:rPr lang="en-US" sz="2400"/>
              <a:t> transport-layer segment</a:t>
            </a:r>
            <a:r>
              <a:rPr lang="en-US" sz="2000"/>
              <a:t>  [H</a:t>
            </a:r>
            <a:r>
              <a:rPr lang="en-US" sz="2000" baseline="-25000"/>
              <a:t>t</a:t>
            </a:r>
            <a:r>
              <a:rPr lang="en-US" sz="2000"/>
              <a:t> | M] </a:t>
            </a:r>
            <a:r>
              <a:rPr lang="en-US" sz="2400"/>
              <a:t>with network layer-layer header H</a:t>
            </a:r>
            <a:r>
              <a:rPr lang="en-US" sz="2400" baseline="-25000"/>
              <a:t>n </a:t>
            </a:r>
            <a:r>
              <a:rPr lang="en-US" sz="2400"/>
              <a:t> to create a network-layer </a:t>
            </a:r>
            <a:r>
              <a:rPr lang="en-US" sz="2400">
                <a:solidFill>
                  <a:srgbClr val="C00000"/>
                </a:solidFill>
              </a:rPr>
              <a:t>datagram </a:t>
            </a:r>
          </a:p>
          <a:p>
            <a:pPr marL="574675" lvl="1" indent="-231775">
              <a:lnSpc>
                <a:spcPct val="90000"/>
              </a:lnSpc>
              <a:buClr>
                <a:srgbClr val="0000A3"/>
              </a:buClr>
              <a:buFont typeface="Arial" panose="020B0604020202020204" pitchFamily="34" charset="0"/>
              <a:buChar char="•"/>
            </a:pPr>
            <a:r>
              <a:rPr lang="en-US" sz="2400"/>
              <a:t>H</a:t>
            </a:r>
            <a:r>
              <a:rPr lang="en-US" sz="2400" baseline="-25000"/>
              <a:t>n </a:t>
            </a:r>
            <a:r>
              <a:rPr lang="en-US" sz="2400"/>
              <a:t> used by network layer protocol to implement its service</a:t>
            </a:r>
            <a:endParaRPr lang="en-US" sz="2400" baseline="-25000"/>
          </a:p>
        </p:txBody>
      </p:sp>
      <p:grpSp>
        <p:nvGrpSpPr>
          <p:cNvPr id="212" name="Group 211">
            <a:extLst>
              <a:ext uri="{FF2B5EF4-FFF2-40B4-BE49-F238E27FC236}">
                <a16:creationId xmlns:a16="http://schemas.microsoft.com/office/drawing/2014/main" id="{BD0C4974-D689-414F-A2EB-9B1043F3314D}"/>
              </a:ext>
            </a:extLst>
          </p:cNvPr>
          <p:cNvGrpSpPr/>
          <p:nvPr/>
        </p:nvGrpSpPr>
        <p:grpSpPr>
          <a:xfrm>
            <a:off x="1334125" y="1421667"/>
            <a:ext cx="1765726" cy="4034752"/>
            <a:chOff x="1484027" y="1706480"/>
            <a:chExt cx="1765726" cy="4034752"/>
          </a:xfrm>
        </p:grpSpPr>
        <p:sp>
          <p:nvSpPr>
            <p:cNvPr id="11" name="Rectangle 24">
              <a:extLst>
                <a:ext uri="{FF2B5EF4-FFF2-40B4-BE49-F238E27FC236}">
                  <a16:creationId xmlns:a16="http://schemas.microsoft.com/office/drawing/2014/main" id="{ED8D52E4-C345-B842-A2E7-C8068B8E5CF4}"/>
                </a:ext>
              </a:extLst>
            </p:cNvPr>
            <p:cNvSpPr>
              <a:spLocks noChangeArrowheads="1"/>
            </p:cNvSpPr>
            <p:nvPr/>
          </p:nvSpPr>
          <p:spPr bwMode="auto">
            <a:xfrm>
              <a:off x="1528997" y="1870247"/>
              <a:ext cx="1648917" cy="3870985"/>
            </a:xfrm>
            <a:prstGeom prst="rect">
              <a:avLst/>
            </a:prstGeom>
            <a:solidFill>
              <a:schemeClr val="bg1"/>
            </a:solidFill>
            <a:ln w="28575">
              <a:solidFill>
                <a:schemeClr val="tx1"/>
              </a:solidFill>
              <a:miter lim="800000"/>
              <a:headEnd/>
              <a:tailEnd/>
            </a:ln>
            <a:effectLst>
              <a:outerShdw blurRad="76200" dist="38100" dir="18900000" sx="101000" sy="101000" algn="bl" rotWithShape="0">
                <a:prstClr val="black">
                  <a:alpha val="40000"/>
                </a:prstClr>
              </a:outerShdw>
            </a:effec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2" name="Text Box 26">
              <a:extLst>
                <a:ext uri="{FF2B5EF4-FFF2-40B4-BE49-F238E27FC236}">
                  <a16:creationId xmlns:a16="http://schemas.microsoft.com/office/drawing/2014/main" id="{A5089E2D-0B1B-544A-82BC-F28ED3191A4E}"/>
                </a:ext>
              </a:extLst>
            </p:cNvPr>
            <p:cNvSpPr txBox="1">
              <a:spLocks noChangeArrowheads="1"/>
            </p:cNvSpPr>
            <p:nvPr/>
          </p:nvSpPr>
          <p:spPr bwMode="auto">
            <a:xfrm>
              <a:off x="1484027" y="1706480"/>
              <a:ext cx="1765726" cy="4033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215000"/>
                </a:lnSpc>
                <a:spcBef>
                  <a:spcPct val="0"/>
                </a:spcBef>
                <a:spcAft>
                  <a:spcPts val="0"/>
                </a:spcAft>
                <a:buClrTx/>
                <a:buSzTx/>
                <a:buFontTx/>
                <a:buNone/>
                <a:tabLst/>
                <a:defRPr/>
              </a:pPr>
              <a:r>
                <a:rPr kumimoji="0" lang="en-US" altLang="en-US" sz="2400" b="0" i="0" u="none" strike="noStrike" kern="1200" cap="none" spc="0" normalizeH="0" baseline="0" noProof="0">
                  <a:ln>
                    <a:noFill/>
                  </a:ln>
                  <a:solidFill>
                    <a:prstClr val="black"/>
                  </a:solidFill>
                  <a:effectLst/>
                  <a:uLnTx/>
                  <a:uFillTx/>
                  <a:latin typeface="+mn-lt"/>
                  <a:ea typeface="MS PGothic" panose="020B0600070205080204" pitchFamily="34" charset="-128"/>
                  <a:cs typeface="Arial" panose="020B0604020202020204" pitchFamily="34" charset="0"/>
                </a:rPr>
                <a:t>application</a:t>
              </a:r>
            </a:p>
            <a:p>
              <a:pPr marL="0" marR="0" lvl="0" indent="0" algn="ctr" defTabSz="914400" rtl="0" eaLnBrk="1" fontAlgn="auto" latinLnBrk="0" hangingPunct="1">
                <a:lnSpc>
                  <a:spcPct val="215000"/>
                </a:lnSpc>
                <a:spcBef>
                  <a:spcPct val="0"/>
                </a:spcBef>
                <a:spcAft>
                  <a:spcPts val="0"/>
                </a:spcAft>
                <a:buClrTx/>
                <a:buSzTx/>
                <a:buFontTx/>
                <a:buNone/>
                <a:tabLst/>
                <a:defRPr/>
              </a:pPr>
              <a:r>
                <a:rPr kumimoji="0" lang="en-US" altLang="en-US" sz="2400" b="0" i="0" u="none" strike="noStrike" kern="1200" cap="none" spc="0" normalizeH="0" baseline="0" noProof="0">
                  <a:ln>
                    <a:noFill/>
                  </a:ln>
                  <a:solidFill>
                    <a:prstClr val="black"/>
                  </a:solidFill>
                  <a:effectLst/>
                  <a:uLnTx/>
                  <a:uFillTx/>
                  <a:latin typeface="+mn-lt"/>
                  <a:ea typeface="MS PGothic" panose="020B0600070205080204" pitchFamily="34" charset="-128"/>
                  <a:cs typeface="Arial" panose="020B0604020202020204" pitchFamily="34" charset="0"/>
                </a:rPr>
                <a:t>transport</a:t>
              </a:r>
            </a:p>
            <a:p>
              <a:pPr marL="0" marR="0" lvl="0" indent="0" algn="ctr" defTabSz="914400" rtl="0" eaLnBrk="1" fontAlgn="auto" latinLnBrk="0" hangingPunct="1">
                <a:lnSpc>
                  <a:spcPct val="215000"/>
                </a:lnSpc>
                <a:spcBef>
                  <a:spcPct val="0"/>
                </a:spcBef>
                <a:spcAft>
                  <a:spcPts val="0"/>
                </a:spcAft>
                <a:buClrTx/>
                <a:buSzTx/>
                <a:buFontTx/>
                <a:buNone/>
                <a:tabLst/>
                <a:defRPr/>
              </a:pPr>
              <a:r>
                <a:rPr kumimoji="0" lang="en-US" altLang="en-US" sz="2400" b="0" i="0" u="none" strike="noStrike" kern="1200" cap="none" spc="0" normalizeH="0" baseline="0" noProof="0">
                  <a:ln>
                    <a:noFill/>
                  </a:ln>
                  <a:solidFill>
                    <a:prstClr val="black"/>
                  </a:solidFill>
                  <a:effectLst/>
                  <a:uLnTx/>
                  <a:uFillTx/>
                  <a:latin typeface="+mn-lt"/>
                  <a:ea typeface="MS PGothic" panose="020B0600070205080204" pitchFamily="34" charset="-128"/>
                  <a:cs typeface="Arial" panose="020B0604020202020204" pitchFamily="34" charset="0"/>
                </a:rPr>
                <a:t>network</a:t>
              </a:r>
            </a:p>
            <a:p>
              <a:pPr marL="0" marR="0" lvl="0" indent="0" algn="ctr" defTabSz="914400" rtl="0" eaLnBrk="1" fontAlgn="auto" latinLnBrk="0" hangingPunct="1">
                <a:lnSpc>
                  <a:spcPct val="215000"/>
                </a:lnSpc>
                <a:spcBef>
                  <a:spcPct val="0"/>
                </a:spcBef>
                <a:spcAft>
                  <a:spcPts val="0"/>
                </a:spcAft>
                <a:buClrTx/>
                <a:buSzTx/>
                <a:buFontTx/>
                <a:buNone/>
                <a:tabLst/>
                <a:defRPr/>
              </a:pPr>
              <a:r>
                <a:rPr kumimoji="0" lang="en-US" altLang="en-US" sz="2400" b="0" i="0" u="none" strike="noStrike" kern="1200" cap="none" spc="0" normalizeH="0" baseline="0" noProof="0">
                  <a:ln>
                    <a:noFill/>
                  </a:ln>
                  <a:solidFill>
                    <a:prstClr val="black"/>
                  </a:solidFill>
                  <a:effectLst/>
                  <a:uLnTx/>
                  <a:uFillTx/>
                  <a:latin typeface="+mn-lt"/>
                  <a:ea typeface="MS PGothic" panose="020B0600070205080204" pitchFamily="34" charset="-128"/>
                  <a:cs typeface="Arial" panose="020B0604020202020204" pitchFamily="34" charset="0"/>
                </a:rPr>
                <a:t>link</a:t>
              </a:r>
            </a:p>
            <a:p>
              <a:pPr marL="0" marR="0" lvl="0" indent="0" algn="ctr" defTabSz="914400" rtl="0" eaLnBrk="1" fontAlgn="auto" latinLnBrk="0" hangingPunct="1">
                <a:lnSpc>
                  <a:spcPct val="215000"/>
                </a:lnSpc>
                <a:spcBef>
                  <a:spcPct val="0"/>
                </a:spcBef>
                <a:spcAft>
                  <a:spcPts val="0"/>
                </a:spcAft>
                <a:buClrTx/>
                <a:buSzTx/>
                <a:buFontTx/>
                <a:buNone/>
                <a:tabLst/>
                <a:defRPr/>
              </a:pPr>
              <a:r>
                <a:rPr kumimoji="0" lang="en-US" altLang="en-US" sz="2400" b="0" i="0" u="none" strike="noStrike" kern="1200" cap="none" spc="0" normalizeH="0" baseline="0" noProof="0">
                  <a:ln>
                    <a:noFill/>
                  </a:ln>
                  <a:solidFill>
                    <a:prstClr val="black"/>
                  </a:solidFill>
                  <a:effectLst/>
                  <a:uLnTx/>
                  <a:uFillTx/>
                  <a:latin typeface="+mn-lt"/>
                  <a:ea typeface="MS PGothic" panose="020B0600070205080204" pitchFamily="34" charset="-128"/>
                  <a:cs typeface="Arial" panose="020B0604020202020204" pitchFamily="34" charset="0"/>
                </a:rPr>
                <a:t>physical</a:t>
              </a:r>
              <a:endParaRPr kumimoji="0" lang="en-US" altLang="en-US" sz="1800" b="0" i="0" u="none" strike="noStrike" kern="1200" cap="none" spc="0" normalizeH="0" baseline="0" noProof="0">
                <a:ln>
                  <a:noFill/>
                </a:ln>
                <a:solidFill>
                  <a:prstClr val="black"/>
                </a:solidFill>
                <a:effectLst/>
                <a:uLnTx/>
                <a:uFillTx/>
                <a:latin typeface="+mn-lt"/>
                <a:ea typeface="MS PGothic" panose="020B0600070205080204" pitchFamily="34" charset="-128"/>
                <a:cs typeface="Arial" panose="020B0604020202020204" pitchFamily="34" charset="0"/>
              </a:endParaRPr>
            </a:p>
          </p:txBody>
        </p:sp>
        <p:cxnSp>
          <p:nvCxnSpPr>
            <p:cNvPr id="117" name="Straight Connector 116">
              <a:extLst>
                <a:ext uri="{FF2B5EF4-FFF2-40B4-BE49-F238E27FC236}">
                  <a16:creationId xmlns:a16="http://schemas.microsoft.com/office/drawing/2014/main" id="{B3EBBB35-9D82-7C43-B882-52ED90AE3A71}"/>
                </a:ext>
              </a:extLst>
            </p:cNvPr>
            <p:cNvCxnSpPr>
              <a:cxnSpLocks/>
            </p:cNvCxnSpPr>
            <p:nvPr/>
          </p:nvCxnSpPr>
          <p:spPr>
            <a:xfrm>
              <a:off x="1534432" y="2675745"/>
              <a:ext cx="164348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F2EA7353-AEFA-934F-93DE-A8D55DF75658}"/>
                </a:ext>
              </a:extLst>
            </p:cNvPr>
            <p:cNvCxnSpPr>
              <a:cxnSpLocks/>
            </p:cNvCxnSpPr>
            <p:nvPr/>
          </p:nvCxnSpPr>
          <p:spPr>
            <a:xfrm>
              <a:off x="1506952" y="3472722"/>
              <a:ext cx="165597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840242E3-3BEB-D543-B881-84EB2D13BD66}"/>
                </a:ext>
              </a:extLst>
            </p:cNvPr>
            <p:cNvCxnSpPr>
              <a:cxnSpLocks/>
            </p:cNvCxnSpPr>
            <p:nvPr/>
          </p:nvCxnSpPr>
          <p:spPr>
            <a:xfrm>
              <a:off x="1509450" y="4209737"/>
              <a:ext cx="16684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DC27D746-0691-6F47-9E9D-1D63DF11D081}"/>
                </a:ext>
              </a:extLst>
            </p:cNvPr>
            <p:cNvCxnSpPr>
              <a:cxnSpLocks/>
            </p:cNvCxnSpPr>
            <p:nvPr/>
          </p:nvCxnSpPr>
          <p:spPr>
            <a:xfrm>
              <a:off x="1511947" y="4991726"/>
              <a:ext cx="165097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7" name="Group 950">
            <a:extLst>
              <a:ext uri="{FF2B5EF4-FFF2-40B4-BE49-F238E27FC236}">
                <a16:creationId xmlns:a16="http://schemas.microsoft.com/office/drawing/2014/main" id="{044873AD-74A5-8A44-846B-EC5D0FBC82D7}"/>
              </a:ext>
            </a:extLst>
          </p:cNvPr>
          <p:cNvGrpSpPr>
            <a:grpSpLocks/>
          </p:cNvGrpSpPr>
          <p:nvPr/>
        </p:nvGrpSpPr>
        <p:grpSpPr bwMode="auto">
          <a:xfrm>
            <a:off x="11107713" y="4961744"/>
            <a:ext cx="374754" cy="833726"/>
            <a:chOff x="4140" y="429"/>
            <a:chExt cx="1425" cy="2396"/>
          </a:xfrm>
        </p:grpSpPr>
        <p:sp>
          <p:nvSpPr>
            <p:cNvPr id="168" name="Freeform 951">
              <a:extLst>
                <a:ext uri="{FF2B5EF4-FFF2-40B4-BE49-F238E27FC236}">
                  <a16:creationId xmlns:a16="http://schemas.microsoft.com/office/drawing/2014/main" id="{EEDE4156-8281-D847-9240-9DE98999091B}"/>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9" name="Rectangle 952">
              <a:extLst>
                <a:ext uri="{FF2B5EF4-FFF2-40B4-BE49-F238E27FC236}">
                  <a16:creationId xmlns:a16="http://schemas.microsoft.com/office/drawing/2014/main" id="{22E8340D-B5D1-3C48-A062-4F70248D103D}"/>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70" name="Freeform 953">
              <a:extLst>
                <a:ext uri="{FF2B5EF4-FFF2-40B4-BE49-F238E27FC236}">
                  <a16:creationId xmlns:a16="http://schemas.microsoft.com/office/drawing/2014/main" id="{29109B86-1ABF-F647-8516-2AAE154A9E83}"/>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1" name="Freeform 954">
              <a:extLst>
                <a:ext uri="{FF2B5EF4-FFF2-40B4-BE49-F238E27FC236}">
                  <a16:creationId xmlns:a16="http://schemas.microsoft.com/office/drawing/2014/main" id="{9F93569F-8FC8-7C4E-9F95-B14647D2DB8C}"/>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2" name="Rectangle 955">
              <a:extLst>
                <a:ext uri="{FF2B5EF4-FFF2-40B4-BE49-F238E27FC236}">
                  <a16:creationId xmlns:a16="http://schemas.microsoft.com/office/drawing/2014/main" id="{8E5BC3B8-E87D-9F47-A6F6-AD8B57BC21E6}"/>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173" name="Group 956">
              <a:extLst>
                <a:ext uri="{FF2B5EF4-FFF2-40B4-BE49-F238E27FC236}">
                  <a16:creationId xmlns:a16="http://schemas.microsoft.com/office/drawing/2014/main" id="{1694DE96-689D-9540-964A-22F06F6D940F}"/>
                </a:ext>
              </a:extLst>
            </p:cNvPr>
            <p:cNvGrpSpPr>
              <a:grpSpLocks/>
            </p:cNvGrpSpPr>
            <p:nvPr/>
          </p:nvGrpSpPr>
          <p:grpSpPr bwMode="auto">
            <a:xfrm>
              <a:off x="4749" y="668"/>
              <a:ext cx="581" cy="145"/>
              <a:chOff x="614" y="2568"/>
              <a:chExt cx="725" cy="139"/>
            </a:xfrm>
          </p:grpSpPr>
          <p:sp>
            <p:nvSpPr>
              <p:cNvPr id="198" name="AutoShape 957">
                <a:extLst>
                  <a:ext uri="{FF2B5EF4-FFF2-40B4-BE49-F238E27FC236}">
                    <a16:creationId xmlns:a16="http://schemas.microsoft.com/office/drawing/2014/main" id="{435DFCEB-F2FD-7B44-93DA-9204E2E311E1}"/>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99" name="AutoShape 958">
                <a:extLst>
                  <a:ext uri="{FF2B5EF4-FFF2-40B4-BE49-F238E27FC236}">
                    <a16:creationId xmlns:a16="http://schemas.microsoft.com/office/drawing/2014/main" id="{521647D7-4114-1146-9C5A-F1DB4FEC81A9}"/>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174" name="Rectangle 959">
              <a:extLst>
                <a:ext uri="{FF2B5EF4-FFF2-40B4-BE49-F238E27FC236}">
                  <a16:creationId xmlns:a16="http://schemas.microsoft.com/office/drawing/2014/main" id="{3A0D9FD6-DBAC-4B49-A55F-167642D66FA7}"/>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175" name="Group 960">
              <a:extLst>
                <a:ext uri="{FF2B5EF4-FFF2-40B4-BE49-F238E27FC236}">
                  <a16:creationId xmlns:a16="http://schemas.microsoft.com/office/drawing/2014/main" id="{3CFA0950-BC76-3949-8726-38646B18FD5C}"/>
                </a:ext>
              </a:extLst>
            </p:cNvPr>
            <p:cNvGrpSpPr>
              <a:grpSpLocks/>
            </p:cNvGrpSpPr>
            <p:nvPr/>
          </p:nvGrpSpPr>
          <p:grpSpPr bwMode="auto">
            <a:xfrm>
              <a:off x="4747" y="994"/>
              <a:ext cx="581" cy="134"/>
              <a:chOff x="614" y="2568"/>
              <a:chExt cx="725" cy="139"/>
            </a:xfrm>
          </p:grpSpPr>
          <p:sp>
            <p:nvSpPr>
              <p:cNvPr id="196" name="AutoShape 961">
                <a:extLst>
                  <a:ext uri="{FF2B5EF4-FFF2-40B4-BE49-F238E27FC236}">
                    <a16:creationId xmlns:a16="http://schemas.microsoft.com/office/drawing/2014/main" id="{67127BA7-9D0A-2443-9190-C56C02906F6A}"/>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97" name="AutoShape 962">
                <a:extLst>
                  <a:ext uri="{FF2B5EF4-FFF2-40B4-BE49-F238E27FC236}">
                    <a16:creationId xmlns:a16="http://schemas.microsoft.com/office/drawing/2014/main" id="{2C9F8790-3076-4541-A56A-E9305DCB0988}"/>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176" name="Rectangle 963">
              <a:extLst>
                <a:ext uri="{FF2B5EF4-FFF2-40B4-BE49-F238E27FC236}">
                  <a16:creationId xmlns:a16="http://schemas.microsoft.com/office/drawing/2014/main" id="{4DE6A147-5BC7-FF41-B7AC-2BA9913BB098}"/>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77" name="Rectangle 964">
              <a:extLst>
                <a:ext uri="{FF2B5EF4-FFF2-40B4-BE49-F238E27FC236}">
                  <a16:creationId xmlns:a16="http://schemas.microsoft.com/office/drawing/2014/main" id="{53ECF0A1-6175-BE45-A32A-233E1942C8EC}"/>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178" name="Group 965">
              <a:extLst>
                <a:ext uri="{FF2B5EF4-FFF2-40B4-BE49-F238E27FC236}">
                  <a16:creationId xmlns:a16="http://schemas.microsoft.com/office/drawing/2014/main" id="{16810F93-1596-884B-B639-A3868A5CD4D8}"/>
                </a:ext>
              </a:extLst>
            </p:cNvPr>
            <p:cNvGrpSpPr>
              <a:grpSpLocks/>
            </p:cNvGrpSpPr>
            <p:nvPr/>
          </p:nvGrpSpPr>
          <p:grpSpPr bwMode="auto">
            <a:xfrm>
              <a:off x="4735" y="1627"/>
              <a:ext cx="582" cy="151"/>
              <a:chOff x="614" y="2568"/>
              <a:chExt cx="725" cy="139"/>
            </a:xfrm>
          </p:grpSpPr>
          <p:sp>
            <p:nvSpPr>
              <p:cNvPr id="194" name="AutoShape 966">
                <a:extLst>
                  <a:ext uri="{FF2B5EF4-FFF2-40B4-BE49-F238E27FC236}">
                    <a16:creationId xmlns:a16="http://schemas.microsoft.com/office/drawing/2014/main" id="{84EC0348-3D46-9445-B43C-6DC8DB392F68}"/>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95" name="AutoShape 967">
                <a:extLst>
                  <a:ext uri="{FF2B5EF4-FFF2-40B4-BE49-F238E27FC236}">
                    <a16:creationId xmlns:a16="http://schemas.microsoft.com/office/drawing/2014/main" id="{23A1F6B3-9F2D-5E41-8602-67921ABB12D8}"/>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179" name="Freeform 968">
              <a:extLst>
                <a:ext uri="{FF2B5EF4-FFF2-40B4-BE49-F238E27FC236}">
                  <a16:creationId xmlns:a16="http://schemas.microsoft.com/office/drawing/2014/main" id="{8FD6AEB5-BE60-044C-B32D-B433B740036B}"/>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80" name="Group 969">
              <a:extLst>
                <a:ext uri="{FF2B5EF4-FFF2-40B4-BE49-F238E27FC236}">
                  <a16:creationId xmlns:a16="http://schemas.microsoft.com/office/drawing/2014/main" id="{30895737-AC01-6342-BADB-B3B3BFE7FC46}"/>
                </a:ext>
              </a:extLst>
            </p:cNvPr>
            <p:cNvGrpSpPr>
              <a:grpSpLocks/>
            </p:cNvGrpSpPr>
            <p:nvPr/>
          </p:nvGrpSpPr>
          <p:grpSpPr bwMode="auto">
            <a:xfrm>
              <a:off x="4739" y="1327"/>
              <a:ext cx="582" cy="139"/>
              <a:chOff x="614" y="2568"/>
              <a:chExt cx="725" cy="139"/>
            </a:xfrm>
          </p:grpSpPr>
          <p:sp>
            <p:nvSpPr>
              <p:cNvPr id="192" name="AutoShape 970">
                <a:extLst>
                  <a:ext uri="{FF2B5EF4-FFF2-40B4-BE49-F238E27FC236}">
                    <a16:creationId xmlns:a16="http://schemas.microsoft.com/office/drawing/2014/main" id="{2D690E63-3733-8E4E-B8F8-19245FF772BA}"/>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93" name="AutoShape 971">
                <a:extLst>
                  <a:ext uri="{FF2B5EF4-FFF2-40B4-BE49-F238E27FC236}">
                    <a16:creationId xmlns:a16="http://schemas.microsoft.com/office/drawing/2014/main" id="{9CE827B0-221F-ED4A-A36B-E1EEFE27B7BF}"/>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181" name="Rectangle 972">
              <a:extLst>
                <a:ext uri="{FF2B5EF4-FFF2-40B4-BE49-F238E27FC236}">
                  <a16:creationId xmlns:a16="http://schemas.microsoft.com/office/drawing/2014/main" id="{6DA44079-B2D7-9244-A5E0-9DF13556EBC7}"/>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82" name="Freeform 973">
              <a:extLst>
                <a:ext uri="{FF2B5EF4-FFF2-40B4-BE49-F238E27FC236}">
                  <a16:creationId xmlns:a16="http://schemas.microsoft.com/office/drawing/2014/main" id="{E808BD44-A307-394D-8965-070EF3F8652F}"/>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3" name="Freeform 974">
              <a:extLst>
                <a:ext uri="{FF2B5EF4-FFF2-40B4-BE49-F238E27FC236}">
                  <a16:creationId xmlns:a16="http://schemas.microsoft.com/office/drawing/2014/main" id="{327FF4BF-3914-2143-83C7-C816B3E0AC30}"/>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4" name="Oval 975">
              <a:extLst>
                <a:ext uri="{FF2B5EF4-FFF2-40B4-BE49-F238E27FC236}">
                  <a16:creationId xmlns:a16="http://schemas.microsoft.com/office/drawing/2014/main" id="{09C51570-A4D3-D24C-A492-3811DD957CD4}"/>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85" name="Freeform 976">
              <a:extLst>
                <a:ext uri="{FF2B5EF4-FFF2-40B4-BE49-F238E27FC236}">
                  <a16:creationId xmlns:a16="http://schemas.microsoft.com/office/drawing/2014/main" id="{BC2853B5-A39B-5A40-97DF-5ADB471224B2}"/>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6" name="AutoShape 977">
              <a:extLst>
                <a:ext uri="{FF2B5EF4-FFF2-40B4-BE49-F238E27FC236}">
                  <a16:creationId xmlns:a16="http://schemas.microsoft.com/office/drawing/2014/main" id="{7928EDBA-57E1-B441-B1AF-CC0D62B2B5B0}"/>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87" name="AutoShape 978">
              <a:extLst>
                <a:ext uri="{FF2B5EF4-FFF2-40B4-BE49-F238E27FC236}">
                  <a16:creationId xmlns:a16="http://schemas.microsoft.com/office/drawing/2014/main" id="{CC70E1A7-AAEC-6440-86AC-73ECE22D7AB6}"/>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88" name="Oval 979">
              <a:extLst>
                <a:ext uri="{FF2B5EF4-FFF2-40B4-BE49-F238E27FC236}">
                  <a16:creationId xmlns:a16="http://schemas.microsoft.com/office/drawing/2014/main" id="{2F7E7C91-0257-D84D-8AD1-4A152C818F8E}"/>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89" name="Oval 980">
              <a:extLst>
                <a:ext uri="{FF2B5EF4-FFF2-40B4-BE49-F238E27FC236}">
                  <a16:creationId xmlns:a16="http://schemas.microsoft.com/office/drawing/2014/main" id="{6AE127C2-D583-E74D-8B39-05EEBEBE2393}"/>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800" b="0" i="0" u="none" strike="noStrike" kern="1200" cap="none" spc="0" normalizeH="0" baseline="0" noProof="0">
                <a:ln>
                  <a:noFill/>
                </a:ln>
                <a:solidFill>
                  <a:srgbClr val="FF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90" name="Oval 981">
              <a:extLst>
                <a:ext uri="{FF2B5EF4-FFF2-40B4-BE49-F238E27FC236}">
                  <a16:creationId xmlns:a16="http://schemas.microsoft.com/office/drawing/2014/main" id="{0EDFA963-70E6-2E42-AAFE-E2F9BD64631D}"/>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91" name="Rectangle 982">
              <a:extLst>
                <a:ext uri="{FF2B5EF4-FFF2-40B4-BE49-F238E27FC236}">
                  <a16:creationId xmlns:a16="http://schemas.microsoft.com/office/drawing/2014/main" id="{27A6382E-A13F-A248-84BF-E9DBD71EE18A}"/>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206" name="Text Box 8">
            <a:extLst>
              <a:ext uri="{FF2B5EF4-FFF2-40B4-BE49-F238E27FC236}">
                <a16:creationId xmlns:a16="http://schemas.microsoft.com/office/drawing/2014/main" id="{6066254D-E62E-B446-8950-17FDF2A183D7}"/>
              </a:ext>
            </a:extLst>
          </p:cNvPr>
          <p:cNvSpPr txBox="1">
            <a:spLocks noChangeArrowheads="1"/>
          </p:cNvSpPr>
          <p:nvPr/>
        </p:nvSpPr>
        <p:spPr bwMode="auto">
          <a:xfrm>
            <a:off x="10216734" y="5716780"/>
            <a:ext cx="167545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altLang="en-US" sz="2400" i="1">
                <a:solidFill>
                  <a:srgbClr val="000099"/>
                </a:solidFill>
                <a:latin typeface="Arial" panose="020B0604020202020204" pitchFamily="34" charset="0"/>
              </a:rPr>
              <a:t>destination</a:t>
            </a:r>
            <a:endParaRPr kumimoji="0" lang="en-US" altLang="en-US" sz="2400" b="0" i="1" u="none" strike="noStrike" kern="1200" cap="none" spc="0" normalizeH="0" baseline="0" noProof="0">
              <a:ln>
                <a:noFill/>
              </a:ln>
              <a:solidFill>
                <a:srgbClr val="000099"/>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207" name="Group 206">
            <a:extLst>
              <a:ext uri="{FF2B5EF4-FFF2-40B4-BE49-F238E27FC236}">
                <a16:creationId xmlns:a16="http://schemas.microsoft.com/office/drawing/2014/main" id="{9BA8D23A-DF12-2443-9B89-890BD7CDB6B8}"/>
              </a:ext>
            </a:extLst>
          </p:cNvPr>
          <p:cNvGrpSpPr/>
          <p:nvPr/>
        </p:nvGrpSpPr>
        <p:grpSpPr>
          <a:xfrm>
            <a:off x="3254290" y="1489592"/>
            <a:ext cx="5651292" cy="389744"/>
            <a:chOff x="3270354" y="1798823"/>
            <a:chExt cx="5651292" cy="389744"/>
          </a:xfrm>
        </p:grpSpPr>
        <p:cxnSp>
          <p:nvCxnSpPr>
            <p:cNvPr id="8" name="Straight Arrow Connector 7">
              <a:extLst>
                <a:ext uri="{FF2B5EF4-FFF2-40B4-BE49-F238E27FC236}">
                  <a16:creationId xmlns:a16="http://schemas.microsoft.com/office/drawing/2014/main" id="{A76A2E93-F723-6741-8FBC-288F6B0B758B}"/>
                </a:ext>
              </a:extLst>
            </p:cNvPr>
            <p:cNvCxnSpPr>
              <a:cxnSpLocks/>
            </p:cNvCxnSpPr>
            <p:nvPr/>
          </p:nvCxnSpPr>
          <p:spPr>
            <a:xfrm>
              <a:off x="3270354" y="1993691"/>
              <a:ext cx="5651292" cy="0"/>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2" name="Rectangle 111">
              <a:extLst>
                <a:ext uri="{FF2B5EF4-FFF2-40B4-BE49-F238E27FC236}">
                  <a16:creationId xmlns:a16="http://schemas.microsoft.com/office/drawing/2014/main" id="{30C90201-2355-084F-A843-B545A899D6FE}"/>
                </a:ext>
              </a:extLst>
            </p:cNvPr>
            <p:cNvSpPr/>
            <p:nvPr/>
          </p:nvSpPr>
          <p:spPr>
            <a:xfrm>
              <a:off x="5878639" y="1798823"/>
              <a:ext cx="674558" cy="3897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6" name="Group 175">
              <a:extLst>
                <a:ext uri="{FF2B5EF4-FFF2-40B4-BE49-F238E27FC236}">
                  <a16:creationId xmlns:a16="http://schemas.microsoft.com/office/drawing/2014/main" id="{AC026B9A-C8C6-C045-8CBD-B9022027FFE8}"/>
                </a:ext>
              </a:extLst>
            </p:cNvPr>
            <p:cNvGrpSpPr>
              <a:grpSpLocks/>
            </p:cNvGrpSpPr>
            <p:nvPr/>
          </p:nvGrpSpPr>
          <p:grpSpPr bwMode="auto">
            <a:xfrm>
              <a:off x="5953468" y="1857555"/>
              <a:ext cx="679450" cy="301625"/>
              <a:chOff x="780" y="1553"/>
              <a:chExt cx="428" cy="190"/>
            </a:xfrm>
          </p:grpSpPr>
          <p:sp>
            <p:nvSpPr>
              <p:cNvPr id="97" name="Rectangle 176">
                <a:extLst>
                  <a:ext uri="{FF2B5EF4-FFF2-40B4-BE49-F238E27FC236}">
                    <a16:creationId xmlns:a16="http://schemas.microsoft.com/office/drawing/2014/main" id="{10F5A1DA-0939-D34B-B227-29AA407BCDD6}"/>
                  </a:ext>
                </a:extLst>
              </p:cNvPr>
              <p:cNvSpPr>
                <a:spLocks noChangeArrowheads="1"/>
              </p:cNvSpPr>
              <p:nvPr/>
            </p:nvSpPr>
            <p:spPr bwMode="auto">
              <a:xfrm>
                <a:off x="817" y="1569"/>
                <a:ext cx="312" cy="162"/>
              </a:xfrm>
              <a:prstGeom prst="rect">
                <a:avLst/>
              </a:prstGeom>
              <a:solidFill>
                <a:schemeClr val="bg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98" name="Rectangle 177">
                <a:extLst>
                  <a:ext uri="{FF2B5EF4-FFF2-40B4-BE49-F238E27FC236}">
                    <a16:creationId xmlns:a16="http://schemas.microsoft.com/office/drawing/2014/main" id="{2086AF53-43CC-814A-BA4C-260362990784}"/>
                  </a:ext>
                </a:extLst>
              </p:cNvPr>
              <p:cNvSpPr>
                <a:spLocks noChangeArrowheads="1"/>
              </p:cNvSpPr>
              <p:nvPr/>
            </p:nvSpPr>
            <p:spPr bwMode="auto">
              <a:xfrm>
                <a:off x="780" y="1553"/>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M</a:t>
                </a:r>
              </a:p>
            </p:txBody>
          </p:sp>
        </p:grpSp>
      </p:grpSp>
      <p:grpSp>
        <p:nvGrpSpPr>
          <p:cNvPr id="213" name="Group 212">
            <a:extLst>
              <a:ext uri="{FF2B5EF4-FFF2-40B4-BE49-F238E27FC236}">
                <a16:creationId xmlns:a16="http://schemas.microsoft.com/office/drawing/2014/main" id="{94888FAE-136F-094E-BF2A-11D94A17BB7F}"/>
              </a:ext>
            </a:extLst>
          </p:cNvPr>
          <p:cNvGrpSpPr/>
          <p:nvPr/>
        </p:nvGrpSpPr>
        <p:grpSpPr>
          <a:xfrm>
            <a:off x="9221450" y="1413548"/>
            <a:ext cx="1765726" cy="4034752"/>
            <a:chOff x="1484027" y="1706480"/>
            <a:chExt cx="1765726" cy="4034752"/>
          </a:xfrm>
        </p:grpSpPr>
        <p:sp>
          <p:nvSpPr>
            <p:cNvPr id="214" name="Rectangle 24">
              <a:extLst>
                <a:ext uri="{FF2B5EF4-FFF2-40B4-BE49-F238E27FC236}">
                  <a16:creationId xmlns:a16="http://schemas.microsoft.com/office/drawing/2014/main" id="{FA7A7264-CB0E-4442-BA92-F16F6E6EF1F5}"/>
                </a:ext>
              </a:extLst>
            </p:cNvPr>
            <p:cNvSpPr>
              <a:spLocks noChangeArrowheads="1"/>
            </p:cNvSpPr>
            <p:nvPr/>
          </p:nvSpPr>
          <p:spPr bwMode="auto">
            <a:xfrm>
              <a:off x="1528997" y="1870247"/>
              <a:ext cx="1648917" cy="3870985"/>
            </a:xfrm>
            <a:prstGeom prst="rect">
              <a:avLst/>
            </a:prstGeom>
            <a:solidFill>
              <a:schemeClr val="bg1"/>
            </a:solidFill>
            <a:ln w="28575">
              <a:solidFill>
                <a:schemeClr val="tx1"/>
              </a:solidFill>
              <a:miter lim="800000"/>
              <a:headEnd/>
              <a:tailEnd/>
            </a:ln>
            <a:effectLst>
              <a:outerShdw blurRad="76200" dist="38100" dir="18900000" sx="101000" sy="101000" algn="bl" rotWithShape="0">
                <a:prstClr val="black">
                  <a:alpha val="40000"/>
                </a:prstClr>
              </a:outerShdw>
            </a:effec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215" name="Text Box 26">
              <a:extLst>
                <a:ext uri="{FF2B5EF4-FFF2-40B4-BE49-F238E27FC236}">
                  <a16:creationId xmlns:a16="http://schemas.microsoft.com/office/drawing/2014/main" id="{D54F6320-1E23-E649-BFED-E007672E7AB0}"/>
                </a:ext>
              </a:extLst>
            </p:cNvPr>
            <p:cNvSpPr txBox="1">
              <a:spLocks noChangeArrowheads="1"/>
            </p:cNvSpPr>
            <p:nvPr/>
          </p:nvSpPr>
          <p:spPr bwMode="auto">
            <a:xfrm>
              <a:off x="1484027" y="1706480"/>
              <a:ext cx="1765726" cy="4033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215000"/>
                </a:lnSpc>
                <a:spcBef>
                  <a:spcPct val="0"/>
                </a:spcBef>
                <a:spcAft>
                  <a:spcPts val="0"/>
                </a:spcAft>
                <a:buClrTx/>
                <a:buSzTx/>
                <a:buFontTx/>
                <a:buNone/>
                <a:tabLst/>
                <a:defRPr/>
              </a:pPr>
              <a:r>
                <a:rPr kumimoji="0" lang="en-US" altLang="en-US" sz="2400" b="0" i="0" u="none" strike="noStrike" kern="1200" cap="none" spc="0" normalizeH="0" baseline="0" noProof="0">
                  <a:ln>
                    <a:noFill/>
                  </a:ln>
                  <a:solidFill>
                    <a:prstClr val="black"/>
                  </a:solidFill>
                  <a:effectLst/>
                  <a:uLnTx/>
                  <a:uFillTx/>
                  <a:latin typeface="+mn-lt"/>
                  <a:ea typeface="MS PGothic" panose="020B0600070205080204" pitchFamily="34" charset="-128"/>
                  <a:cs typeface="Arial" panose="020B0604020202020204" pitchFamily="34" charset="0"/>
                </a:rPr>
                <a:t>application</a:t>
              </a:r>
            </a:p>
            <a:p>
              <a:pPr marL="0" marR="0" lvl="0" indent="0" algn="ctr" defTabSz="914400" rtl="0" eaLnBrk="1" fontAlgn="auto" latinLnBrk="0" hangingPunct="1">
                <a:lnSpc>
                  <a:spcPct val="215000"/>
                </a:lnSpc>
                <a:spcBef>
                  <a:spcPct val="0"/>
                </a:spcBef>
                <a:spcAft>
                  <a:spcPts val="0"/>
                </a:spcAft>
                <a:buClrTx/>
                <a:buSzTx/>
                <a:buFontTx/>
                <a:buNone/>
                <a:tabLst/>
                <a:defRPr/>
              </a:pPr>
              <a:r>
                <a:rPr kumimoji="0" lang="en-US" altLang="en-US" sz="2400" b="0" i="0" u="none" strike="noStrike" kern="1200" cap="none" spc="0" normalizeH="0" baseline="0" noProof="0">
                  <a:ln>
                    <a:noFill/>
                  </a:ln>
                  <a:solidFill>
                    <a:prstClr val="black"/>
                  </a:solidFill>
                  <a:effectLst/>
                  <a:uLnTx/>
                  <a:uFillTx/>
                  <a:latin typeface="+mn-lt"/>
                  <a:ea typeface="MS PGothic" panose="020B0600070205080204" pitchFamily="34" charset="-128"/>
                  <a:cs typeface="Arial" panose="020B0604020202020204" pitchFamily="34" charset="0"/>
                </a:rPr>
                <a:t>transport</a:t>
              </a:r>
            </a:p>
            <a:p>
              <a:pPr marL="0" marR="0" lvl="0" indent="0" algn="ctr" defTabSz="914400" rtl="0" eaLnBrk="1" fontAlgn="auto" latinLnBrk="0" hangingPunct="1">
                <a:lnSpc>
                  <a:spcPct val="215000"/>
                </a:lnSpc>
                <a:spcBef>
                  <a:spcPct val="0"/>
                </a:spcBef>
                <a:spcAft>
                  <a:spcPts val="0"/>
                </a:spcAft>
                <a:buClrTx/>
                <a:buSzTx/>
                <a:buFontTx/>
                <a:buNone/>
                <a:tabLst/>
                <a:defRPr/>
              </a:pPr>
              <a:r>
                <a:rPr kumimoji="0" lang="en-US" altLang="en-US" sz="2400" b="0" i="0" u="none" strike="noStrike" kern="1200" cap="none" spc="0" normalizeH="0" baseline="0" noProof="0">
                  <a:ln>
                    <a:noFill/>
                  </a:ln>
                  <a:solidFill>
                    <a:prstClr val="black"/>
                  </a:solidFill>
                  <a:effectLst/>
                  <a:uLnTx/>
                  <a:uFillTx/>
                  <a:latin typeface="+mn-lt"/>
                  <a:ea typeface="MS PGothic" panose="020B0600070205080204" pitchFamily="34" charset="-128"/>
                  <a:cs typeface="Arial" panose="020B0604020202020204" pitchFamily="34" charset="0"/>
                </a:rPr>
                <a:t>network</a:t>
              </a:r>
            </a:p>
            <a:p>
              <a:pPr marL="0" marR="0" lvl="0" indent="0" algn="ctr" defTabSz="914400" rtl="0" eaLnBrk="1" fontAlgn="auto" latinLnBrk="0" hangingPunct="1">
                <a:lnSpc>
                  <a:spcPct val="215000"/>
                </a:lnSpc>
                <a:spcBef>
                  <a:spcPct val="0"/>
                </a:spcBef>
                <a:spcAft>
                  <a:spcPts val="0"/>
                </a:spcAft>
                <a:buClrTx/>
                <a:buSzTx/>
                <a:buFontTx/>
                <a:buNone/>
                <a:tabLst/>
                <a:defRPr/>
              </a:pPr>
              <a:r>
                <a:rPr kumimoji="0" lang="en-US" altLang="en-US" sz="2400" b="0" i="0" u="none" strike="noStrike" kern="1200" cap="none" spc="0" normalizeH="0" baseline="0" noProof="0">
                  <a:ln>
                    <a:noFill/>
                  </a:ln>
                  <a:solidFill>
                    <a:prstClr val="black"/>
                  </a:solidFill>
                  <a:effectLst/>
                  <a:uLnTx/>
                  <a:uFillTx/>
                  <a:latin typeface="+mn-lt"/>
                  <a:ea typeface="MS PGothic" panose="020B0600070205080204" pitchFamily="34" charset="-128"/>
                  <a:cs typeface="Arial" panose="020B0604020202020204" pitchFamily="34" charset="0"/>
                </a:rPr>
                <a:t>link</a:t>
              </a:r>
            </a:p>
            <a:p>
              <a:pPr marL="0" marR="0" lvl="0" indent="0" algn="ctr" defTabSz="914400" rtl="0" eaLnBrk="1" fontAlgn="auto" latinLnBrk="0" hangingPunct="1">
                <a:lnSpc>
                  <a:spcPct val="215000"/>
                </a:lnSpc>
                <a:spcBef>
                  <a:spcPct val="0"/>
                </a:spcBef>
                <a:spcAft>
                  <a:spcPts val="0"/>
                </a:spcAft>
                <a:buClrTx/>
                <a:buSzTx/>
                <a:buFontTx/>
                <a:buNone/>
                <a:tabLst/>
                <a:defRPr/>
              </a:pPr>
              <a:r>
                <a:rPr kumimoji="0" lang="en-US" altLang="en-US" sz="2400" b="0" i="0" u="none" strike="noStrike" kern="1200" cap="none" spc="0" normalizeH="0" baseline="0" noProof="0">
                  <a:ln>
                    <a:noFill/>
                  </a:ln>
                  <a:solidFill>
                    <a:prstClr val="black"/>
                  </a:solidFill>
                  <a:effectLst/>
                  <a:uLnTx/>
                  <a:uFillTx/>
                  <a:latin typeface="+mn-lt"/>
                  <a:ea typeface="MS PGothic" panose="020B0600070205080204" pitchFamily="34" charset="-128"/>
                  <a:cs typeface="Arial" panose="020B0604020202020204" pitchFamily="34" charset="0"/>
                </a:rPr>
                <a:t>physical</a:t>
              </a:r>
              <a:endParaRPr kumimoji="0" lang="en-US" altLang="en-US" sz="1800" b="0" i="0" u="none" strike="noStrike" kern="1200" cap="none" spc="0" normalizeH="0" baseline="0" noProof="0">
                <a:ln>
                  <a:noFill/>
                </a:ln>
                <a:solidFill>
                  <a:prstClr val="black"/>
                </a:solidFill>
                <a:effectLst/>
                <a:uLnTx/>
                <a:uFillTx/>
                <a:latin typeface="+mn-lt"/>
                <a:ea typeface="MS PGothic" panose="020B0600070205080204" pitchFamily="34" charset="-128"/>
                <a:cs typeface="Arial" panose="020B0604020202020204" pitchFamily="34" charset="0"/>
              </a:endParaRPr>
            </a:p>
          </p:txBody>
        </p:sp>
        <p:cxnSp>
          <p:nvCxnSpPr>
            <p:cNvPr id="216" name="Straight Connector 215">
              <a:extLst>
                <a:ext uri="{FF2B5EF4-FFF2-40B4-BE49-F238E27FC236}">
                  <a16:creationId xmlns:a16="http://schemas.microsoft.com/office/drawing/2014/main" id="{3F2C66BF-55D8-0549-A9DA-934202F38DD5}"/>
                </a:ext>
              </a:extLst>
            </p:cNvPr>
            <p:cNvCxnSpPr>
              <a:cxnSpLocks/>
            </p:cNvCxnSpPr>
            <p:nvPr/>
          </p:nvCxnSpPr>
          <p:spPr>
            <a:xfrm>
              <a:off x="1534432" y="2675745"/>
              <a:ext cx="164348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7" name="Straight Connector 216">
              <a:extLst>
                <a:ext uri="{FF2B5EF4-FFF2-40B4-BE49-F238E27FC236}">
                  <a16:creationId xmlns:a16="http://schemas.microsoft.com/office/drawing/2014/main" id="{CA370408-C974-CD4A-8EF6-0AEC3924D4ED}"/>
                </a:ext>
              </a:extLst>
            </p:cNvPr>
            <p:cNvCxnSpPr>
              <a:cxnSpLocks/>
            </p:cNvCxnSpPr>
            <p:nvPr/>
          </p:nvCxnSpPr>
          <p:spPr>
            <a:xfrm>
              <a:off x="1506952" y="3472722"/>
              <a:ext cx="165597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5A7BF2B3-45B8-414A-8B63-2480CF8FA113}"/>
                </a:ext>
              </a:extLst>
            </p:cNvPr>
            <p:cNvCxnSpPr>
              <a:cxnSpLocks/>
            </p:cNvCxnSpPr>
            <p:nvPr/>
          </p:nvCxnSpPr>
          <p:spPr>
            <a:xfrm>
              <a:off x="1509450" y="4209737"/>
              <a:ext cx="16684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9A1FEA61-81C7-C449-880B-15A8ACAF5500}"/>
                </a:ext>
              </a:extLst>
            </p:cNvPr>
            <p:cNvCxnSpPr>
              <a:cxnSpLocks/>
            </p:cNvCxnSpPr>
            <p:nvPr/>
          </p:nvCxnSpPr>
          <p:spPr>
            <a:xfrm>
              <a:off x="1511947" y="4991726"/>
              <a:ext cx="165097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5EFD3EBC-45D5-C74A-B32F-79C699B23E2E}"/>
              </a:ext>
            </a:extLst>
          </p:cNvPr>
          <p:cNvGrpSpPr/>
          <p:nvPr/>
        </p:nvGrpSpPr>
        <p:grpSpPr>
          <a:xfrm>
            <a:off x="3211642" y="3319499"/>
            <a:ext cx="5882482" cy="895263"/>
            <a:chOff x="3211642" y="3319499"/>
            <a:chExt cx="5882482" cy="895263"/>
          </a:xfrm>
        </p:grpSpPr>
        <p:cxnSp>
          <p:nvCxnSpPr>
            <p:cNvPr id="78" name="Straight Arrow Connector 77">
              <a:extLst>
                <a:ext uri="{FF2B5EF4-FFF2-40B4-BE49-F238E27FC236}">
                  <a16:creationId xmlns:a16="http://schemas.microsoft.com/office/drawing/2014/main" id="{B1705D36-44EB-7144-ADDD-2BCA5A49E36C}"/>
                </a:ext>
              </a:extLst>
            </p:cNvPr>
            <p:cNvCxnSpPr>
              <a:cxnSpLocks/>
            </p:cNvCxnSpPr>
            <p:nvPr/>
          </p:nvCxnSpPr>
          <p:spPr>
            <a:xfrm>
              <a:off x="3211642" y="3542677"/>
              <a:ext cx="5651292" cy="0"/>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80" name="Rectangle 79">
              <a:extLst>
                <a:ext uri="{FF2B5EF4-FFF2-40B4-BE49-F238E27FC236}">
                  <a16:creationId xmlns:a16="http://schemas.microsoft.com/office/drawing/2014/main" id="{664C90AC-8D4A-5646-A57F-0F37EE375E51}"/>
                </a:ext>
              </a:extLst>
            </p:cNvPr>
            <p:cNvSpPr/>
            <p:nvPr/>
          </p:nvSpPr>
          <p:spPr>
            <a:xfrm>
              <a:off x="5356172" y="3319499"/>
              <a:ext cx="1210365" cy="3897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EB00013B-973D-F145-BC62-E1EB59B2D1F7}"/>
                </a:ext>
              </a:extLst>
            </p:cNvPr>
            <p:cNvGrpSpPr/>
            <p:nvPr/>
          </p:nvGrpSpPr>
          <p:grpSpPr>
            <a:xfrm>
              <a:off x="5418625" y="3360607"/>
              <a:ext cx="1058375" cy="307296"/>
              <a:chOff x="5509436" y="3287899"/>
              <a:chExt cx="1058375" cy="307296"/>
            </a:xfrm>
          </p:grpSpPr>
          <p:grpSp>
            <p:nvGrpSpPr>
              <p:cNvPr id="83" name="Group 182">
                <a:extLst>
                  <a:ext uri="{FF2B5EF4-FFF2-40B4-BE49-F238E27FC236}">
                    <a16:creationId xmlns:a16="http://schemas.microsoft.com/office/drawing/2014/main" id="{92B476DA-1332-E245-A063-5F18A8ED561F}"/>
                  </a:ext>
                </a:extLst>
              </p:cNvPr>
              <p:cNvGrpSpPr>
                <a:grpSpLocks/>
              </p:cNvGrpSpPr>
              <p:nvPr/>
            </p:nvGrpSpPr>
            <p:grpSpPr bwMode="auto">
              <a:xfrm>
                <a:off x="5510535" y="3293570"/>
                <a:ext cx="1057276" cy="301625"/>
                <a:chOff x="469" y="1531"/>
                <a:chExt cx="666" cy="190"/>
              </a:xfrm>
            </p:grpSpPr>
            <p:sp>
              <p:nvSpPr>
                <p:cNvPr id="84" name="Rectangle 183">
                  <a:extLst>
                    <a:ext uri="{FF2B5EF4-FFF2-40B4-BE49-F238E27FC236}">
                      <a16:creationId xmlns:a16="http://schemas.microsoft.com/office/drawing/2014/main" id="{35A3A0E8-5840-8E42-ADE8-7EB044576C1C}"/>
                    </a:ext>
                  </a:extLst>
                </p:cNvPr>
                <p:cNvSpPr>
                  <a:spLocks noChangeArrowheads="1"/>
                </p:cNvSpPr>
                <p:nvPr/>
              </p:nvSpPr>
              <p:spPr bwMode="auto">
                <a:xfrm>
                  <a:off x="469" y="1549"/>
                  <a:ext cx="666" cy="162"/>
                </a:xfrm>
                <a:prstGeom prst="rect">
                  <a:avLst/>
                </a:prstGeom>
                <a:solidFill>
                  <a:schemeClr val="bg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85" name="Rectangle 184">
                  <a:extLst>
                    <a:ext uri="{FF2B5EF4-FFF2-40B4-BE49-F238E27FC236}">
                      <a16:creationId xmlns:a16="http://schemas.microsoft.com/office/drawing/2014/main" id="{55600375-23A3-CD4E-BBD9-EE07BA4AED64}"/>
                    </a:ext>
                  </a:extLst>
                </p:cNvPr>
                <p:cNvSpPr>
                  <a:spLocks noChangeArrowheads="1"/>
                </p:cNvSpPr>
                <p:nvPr/>
              </p:nvSpPr>
              <p:spPr bwMode="auto">
                <a:xfrm>
                  <a:off x="873" y="1531"/>
                  <a:ext cx="239"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M</a:t>
                  </a:r>
                </a:p>
              </p:txBody>
            </p:sp>
          </p:grpSp>
          <p:sp>
            <p:nvSpPr>
              <p:cNvPr id="87" name="Rectangle 181">
                <a:extLst>
                  <a:ext uri="{FF2B5EF4-FFF2-40B4-BE49-F238E27FC236}">
                    <a16:creationId xmlns:a16="http://schemas.microsoft.com/office/drawing/2014/main" id="{51F428BA-8794-2B46-B109-1D511F62E555}"/>
                  </a:ext>
                </a:extLst>
              </p:cNvPr>
              <p:cNvSpPr>
                <a:spLocks noChangeArrowheads="1"/>
              </p:cNvSpPr>
              <p:nvPr/>
            </p:nvSpPr>
            <p:spPr bwMode="auto">
              <a:xfrm>
                <a:off x="5771740" y="3305237"/>
                <a:ext cx="296863"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800" b="0" i="0" u="none" strike="noStrike" kern="1200" cap="none" spc="0" normalizeH="0" baseline="-2500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t</a:t>
                </a:r>
              </a:p>
            </p:txBody>
          </p:sp>
          <p:sp>
            <p:nvSpPr>
              <p:cNvPr id="88" name="Rectangle 181">
                <a:extLst>
                  <a:ext uri="{FF2B5EF4-FFF2-40B4-BE49-F238E27FC236}">
                    <a16:creationId xmlns:a16="http://schemas.microsoft.com/office/drawing/2014/main" id="{E5D95958-8C54-6242-A3B1-968E6AC629AC}"/>
                  </a:ext>
                </a:extLst>
              </p:cNvPr>
              <p:cNvSpPr>
                <a:spLocks noChangeArrowheads="1"/>
              </p:cNvSpPr>
              <p:nvPr/>
            </p:nvSpPr>
            <p:spPr bwMode="auto">
              <a:xfrm>
                <a:off x="5509436" y="3287899"/>
                <a:ext cx="296863"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800" b="0" i="0" u="none" strike="noStrike" kern="1200" cap="none" spc="0" normalizeH="0" baseline="-2500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n</a:t>
                </a:r>
              </a:p>
            </p:txBody>
          </p:sp>
          <p:cxnSp>
            <p:nvCxnSpPr>
              <p:cNvPr id="4" name="Straight Connector 3">
                <a:extLst>
                  <a:ext uri="{FF2B5EF4-FFF2-40B4-BE49-F238E27FC236}">
                    <a16:creationId xmlns:a16="http://schemas.microsoft.com/office/drawing/2014/main" id="{AE213470-EFFE-1143-AE70-3E6F1DF5204B}"/>
                  </a:ext>
                </a:extLst>
              </p:cNvPr>
              <p:cNvCxnSpPr>
                <a:cxnSpLocks/>
              </p:cNvCxnSpPr>
              <p:nvPr/>
            </p:nvCxnSpPr>
            <p:spPr>
              <a:xfrm>
                <a:off x="6076877" y="3322145"/>
                <a:ext cx="0" cy="25717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FB823437-9FDA-D44D-8E28-4933018C3600}"/>
                  </a:ext>
                </a:extLst>
              </p:cNvPr>
              <p:cNvCxnSpPr/>
              <p:nvPr/>
            </p:nvCxnSpPr>
            <p:spPr>
              <a:xfrm>
                <a:off x="5796378" y="3320433"/>
                <a:ext cx="0" cy="25717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9" name="TextBox 78">
              <a:extLst>
                <a:ext uri="{FF2B5EF4-FFF2-40B4-BE49-F238E27FC236}">
                  <a16:creationId xmlns:a16="http://schemas.microsoft.com/office/drawing/2014/main" id="{25A1DE96-E618-F245-B317-BF7C352A5215}"/>
                </a:ext>
              </a:extLst>
            </p:cNvPr>
            <p:cNvSpPr txBox="1"/>
            <p:nvPr/>
          </p:nvSpPr>
          <p:spPr>
            <a:xfrm>
              <a:off x="3359490" y="3649479"/>
              <a:ext cx="5734634" cy="565283"/>
            </a:xfrm>
            <a:prstGeom prst="rect">
              <a:avLst/>
            </a:prstGeom>
            <a:noFill/>
          </p:spPr>
          <p:txBody>
            <a:bodyPr wrap="square" rtlCol="0">
              <a:spAutoFit/>
            </a:bodyPr>
            <a:lstStyle/>
            <a:p>
              <a:pPr algn="ctr">
                <a:lnSpc>
                  <a:spcPct val="85000"/>
                </a:lnSpc>
              </a:pPr>
              <a:r>
                <a:rPr lang="en-US">
                  <a:solidFill>
                    <a:srgbClr val="C00000"/>
                  </a:solidFill>
                </a:rPr>
                <a:t>Network-layer </a:t>
              </a:r>
              <a:r>
                <a:rPr lang="en-US"/>
                <a:t>protocol transfers transport-layer segment [H</a:t>
              </a:r>
              <a:r>
                <a:rPr lang="en-US" baseline="-25000"/>
                <a:t>t</a:t>
              </a:r>
              <a:r>
                <a:rPr lang="en-US"/>
                <a:t> | M] from one </a:t>
              </a:r>
              <a:r>
                <a:rPr lang="en-US" i="1"/>
                <a:t>host</a:t>
              </a:r>
              <a:r>
                <a:rPr lang="en-US"/>
                <a:t> to another, using link layer services</a:t>
              </a:r>
            </a:p>
          </p:txBody>
        </p:sp>
      </p:grpSp>
    </p:spTree>
    <p:extLst>
      <p:ext uri="{BB962C8B-B14F-4D97-AF65-F5344CB8AC3E}">
        <p14:creationId xmlns:p14="http://schemas.microsoft.com/office/powerpoint/2010/main" val="295092201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xit" presetSubtype="0" fill="hold" grpId="0" nodeType="withEffect">
                                  <p:stCondLst>
                                    <p:cond delay="0"/>
                                  </p:stCondLst>
                                  <p:childTnLst>
                                    <p:animEffect transition="out" filter="dissolve">
                                      <p:cBhvr>
                                        <p:cTn id="6" dur="500"/>
                                        <p:tgtEl>
                                          <p:spTgt spid="128"/>
                                        </p:tgtEl>
                                      </p:cBhvr>
                                    </p:animEffect>
                                    <p:set>
                                      <p:cBhvr>
                                        <p:cTn id="7" dur="1" fill="hold">
                                          <p:stCondLst>
                                            <p:cond delay="499"/>
                                          </p:stCondLst>
                                        </p:cTn>
                                        <p:tgtEl>
                                          <p:spTgt spid="128"/>
                                        </p:tgtEl>
                                        <p:attrNameLst>
                                          <p:attrName>style.visibility</p:attrName>
                                        </p:attrNameLst>
                                      </p:cBhvr>
                                      <p:to>
                                        <p:strVal val="hidden"/>
                                      </p:to>
                                    </p:set>
                                  </p:childTnLst>
                                </p:cTn>
                              </p:par>
                              <p:par>
                                <p:cTn id="8" presetID="9"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dissolv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144"/>
                                        </p:tgtEl>
                                        <p:attrNameLst>
                                          <p:attrName>style.visibility</p:attrName>
                                        </p:attrNameLst>
                                      </p:cBhvr>
                                      <p:to>
                                        <p:strVal val="visible"/>
                                      </p:to>
                                    </p:set>
                                    <p:animEffect transition="in" filter="dissolve">
                                      <p:cBhvr>
                                        <p:cTn id="15" dur="500"/>
                                        <p:tgtEl>
                                          <p:spTgt spid="1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 grpId="0"/>
      <p:bldP spid="144" grpId="0"/>
    </p:bld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20" name="Freeform 10">
            <a:extLst>
              <a:ext uri="{FF2B5EF4-FFF2-40B4-BE49-F238E27FC236}">
                <a16:creationId xmlns:a16="http://schemas.microsoft.com/office/drawing/2014/main" id="{236C8C34-AA0A-1747-BF1D-3CBFB21AC1F2}"/>
              </a:ext>
            </a:extLst>
          </p:cNvPr>
          <p:cNvSpPr>
            <a:spLocks/>
          </p:cNvSpPr>
          <p:nvPr/>
        </p:nvSpPr>
        <p:spPr bwMode="auto">
          <a:xfrm rot="10800000" flipH="1">
            <a:off x="10916607" y="1577038"/>
            <a:ext cx="450309" cy="4061761"/>
          </a:xfrm>
          <a:custGeom>
            <a:avLst/>
            <a:gdLst>
              <a:gd name="T0" fmla="*/ 2147483646 w 267"/>
              <a:gd name="T1" fmla="*/ 2147483646 h 1186"/>
              <a:gd name="T2" fmla="*/ 0 w 267"/>
              <a:gd name="T3" fmla="*/ 0 h 1186"/>
              <a:gd name="T4" fmla="*/ 0 w 267"/>
              <a:gd name="T5" fmla="*/ 2147483646 h 1186"/>
              <a:gd name="T6" fmla="*/ 2147483646 w 267"/>
              <a:gd name="T7" fmla="*/ 2147483646 h 1186"/>
              <a:gd name="T8" fmla="*/ 2147483646 w 267"/>
              <a:gd name="T9" fmla="*/ 2147483646 h 1186"/>
              <a:gd name="T10" fmla="*/ 0 60000 65536"/>
              <a:gd name="T11" fmla="*/ 0 60000 65536"/>
              <a:gd name="T12" fmla="*/ 0 60000 65536"/>
              <a:gd name="T13" fmla="*/ 0 60000 65536"/>
              <a:gd name="T14" fmla="*/ 0 60000 65536"/>
              <a:gd name="T15" fmla="*/ 0 w 267"/>
              <a:gd name="T16" fmla="*/ 0 h 1186"/>
              <a:gd name="T17" fmla="*/ 267 w 267"/>
              <a:gd name="T18" fmla="*/ 1186 h 1186"/>
              <a:gd name="connsiteX0" fmla="*/ 11593 w 11593"/>
              <a:gd name="connsiteY0" fmla="*/ 0 h 10109"/>
              <a:gd name="connsiteX1" fmla="*/ 0 w 11593"/>
              <a:gd name="connsiteY1" fmla="*/ 109 h 10109"/>
              <a:gd name="connsiteX2" fmla="*/ 0 w 11593"/>
              <a:gd name="connsiteY2" fmla="*/ 10109 h 10109"/>
              <a:gd name="connsiteX3" fmla="*/ 10000 w 11593"/>
              <a:gd name="connsiteY3" fmla="*/ 5606 h 10109"/>
              <a:gd name="connsiteX4" fmla="*/ 11593 w 11593"/>
              <a:gd name="connsiteY4" fmla="*/ 0 h 10109"/>
              <a:gd name="connsiteX0" fmla="*/ 11593 w 12080"/>
              <a:gd name="connsiteY0" fmla="*/ 0 h 10109"/>
              <a:gd name="connsiteX1" fmla="*/ 0 w 12080"/>
              <a:gd name="connsiteY1" fmla="*/ 109 h 10109"/>
              <a:gd name="connsiteX2" fmla="*/ 0 w 12080"/>
              <a:gd name="connsiteY2" fmla="*/ 10109 h 10109"/>
              <a:gd name="connsiteX3" fmla="*/ 12080 w 12080"/>
              <a:gd name="connsiteY3" fmla="*/ 1850 h 10109"/>
              <a:gd name="connsiteX4" fmla="*/ 11593 w 12080"/>
              <a:gd name="connsiteY4" fmla="*/ 0 h 10109"/>
              <a:gd name="connsiteX0" fmla="*/ 11593 w 12080"/>
              <a:gd name="connsiteY0" fmla="*/ 2239 h 12348"/>
              <a:gd name="connsiteX1" fmla="*/ 0 w 12080"/>
              <a:gd name="connsiteY1" fmla="*/ 0 h 12348"/>
              <a:gd name="connsiteX2" fmla="*/ 0 w 12080"/>
              <a:gd name="connsiteY2" fmla="*/ 12348 h 12348"/>
              <a:gd name="connsiteX3" fmla="*/ 12080 w 12080"/>
              <a:gd name="connsiteY3" fmla="*/ 4089 h 12348"/>
              <a:gd name="connsiteX4" fmla="*/ 11593 w 12080"/>
              <a:gd name="connsiteY4" fmla="*/ 2239 h 12348"/>
              <a:gd name="connsiteX0" fmla="*/ 12841 w 13328"/>
              <a:gd name="connsiteY0" fmla="*/ 10034 h 20143"/>
              <a:gd name="connsiteX1" fmla="*/ 0 w 13328"/>
              <a:gd name="connsiteY1" fmla="*/ 0 h 20143"/>
              <a:gd name="connsiteX2" fmla="*/ 1248 w 13328"/>
              <a:gd name="connsiteY2" fmla="*/ 20143 h 20143"/>
              <a:gd name="connsiteX3" fmla="*/ 13328 w 13328"/>
              <a:gd name="connsiteY3" fmla="*/ 11884 h 20143"/>
              <a:gd name="connsiteX4" fmla="*/ 12841 w 13328"/>
              <a:gd name="connsiteY4" fmla="*/ 10034 h 20143"/>
              <a:gd name="connsiteX0" fmla="*/ 12425 w 13328"/>
              <a:gd name="connsiteY0" fmla="*/ 0 h 21660"/>
              <a:gd name="connsiteX1" fmla="*/ 0 w 13328"/>
              <a:gd name="connsiteY1" fmla="*/ 1517 h 21660"/>
              <a:gd name="connsiteX2" fmla="*/ 1248 w 13328"/>
              <a:gd name="connsiteY2" fmla="*/ 21660 h 21660"/>
              <a:gd name="connsiteX3" fmla="*/ 13328 w 13328"/>
              <a:gd name="connsiteY3" fmla="*/ 13401 h 21660"/>
              <a:gd name="connsiteX4" fmla="*/ 12425 w 13328"/>
              <a:gd name="connsiteY4" fmla="*/ 0 h 21660"/>
              <a:gd name="connsiteX0" fmla="*/ 12425 w 12496"/>
              <a:gd name="connsiteY0" fmla="*/ 0 h 21660"/>
              <a:gd name="connsiteX1" fmla="*/ 0 w 12496"/>
              <a:gd name="connsiteY1" fmla="*/ 1517 h 21660"/>
              <a:gd name="connsiteX2" fmla="*/ 1248 w 12496"/>
              <a:gd name="connsiteY2" fmla="*/ 21660 h 21660"/>
              <a:gd name="connsiteX3" fmla="*/ 12496 w 12496"/>
              <a:gd name="connsiteY3" fmla="*/ 4855 h 21660"/>
              <a:gd name="connsiteX4" fmla="*/ 12425 w 12496"/>
              <a:gd name="connsiteY4" fmla="*/ 0 h 21660"/>
              <a:gd name="connsiteX0" fmla="*/ 12425 w 12496"/>
              <a:gd name="connsiteY0" fmla="*/ 0 h 21660"/>
              <a:gd name="connsiteX1" fmla="*/ 0 w 12496"/>
              <a:gd name="connsiteY1" fmla="*/ 1517 h 21660"/>
              <a:gd name="connsiteX2" fmla="*/ 1248 w 12496"/>
              <a:gd name="connsiteY2" fmla="*/ 21660 h 21660"/>
              <a:gd name="connsiteX3" fmla="*/ 12496 w 12496"/>
              <a:gd name="connsiteY3" fmla="*/ 4855 h 21660"/>
              <a:gd name="connsiteX4" fmla="*/ 12425 w 12496"/>
              <a:gd name="connsiteY4" fmla="*/ 0 h 21660"/>
              <a:gd name="connsiteX0" fmla="*/ 12425 w 12496"/>
              <a:gd name="connsiteY0" fmla="*/ 0 h 21660"/>
              <a:gd name="connsiteX1" fmla="*/ 0 w 12496"/>
              <a:gd name="connsiteY1" fmla="*/ 1517 h 21660"/>
              <a:gd name="connsiteX2" fmla="*/ 1248 w 12496"/>
              <a:gd name="connsiteY2" fmla="*/ 21660 h 21660"/>
              <a:gd name="connsiteX3" fmla="*/ 12496 w 12496"/>
              <a:gd name="connsiteY3" fmla="*/ 4855 h 21660"/>
              <a:gd name="connsiteX4" fmla="*/ 12425 w 12496"/>
              <a:gd name="connsiteY4" fmla="*/ 0 h 216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96" h="21660">
                <a:moveTo>
                  <a:pt x="12425" y="0"/>
                </a:moveTo>
                <a:lnTo>
                  <a:pt x="0" y="1517"/>
                </a:lnTo>
                <a:lnTo>
                  <a:pt x="1248" y="21660"/>
                </a:lnTo>
                <a:cubicBezTo>
                  <a:pt x="4581" y="12959"/>
                  <a:pt x="6667" y="10269"/>
                  <a:pt x="12496" y="4855"/>
                </a:cubicBezTo>
                <a:cubicBezTo>
                  <a:pt x="12472" y="3237"/>
                  <a:pt x="12449" y="1618"/>
                  <a:pt x="12425" y="0"/>
                </a:cubicBezTo>
                <a:close/>
              </a:path>
            </a:pathLst>
          </a:custGeom>
          <a:gradFill rotWithShape="1">
            <a:gsLst>
              <a:gs pos="0">
                <a:srgbClr val="3C6CDF"/>
              </a:gs>
              <a:gs pos="100000">
                <a:schemeClr val="bg1"/>
              </a:gs>
            </a:gsLst>
            <a:lin ang="0" scaled="1"/>
          </a:gra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25267" y="291947"/>
            <a:ext cx="10515600" cy="894622"/>
          </a:xfrm>
        </p:spPr>
        <p:txBody>
          <a:bodyPr>
            <a:normAutofit/>
          </a:bodyPr>
          <a:lstStyle/>
          <a:p>
            <a:r>
              <a:rPr lang="en-US" altLang="en-US" sz="4400">
                <a:ea typeface="ＭＳ Ｐゴシック" panose="020B0600070205080204" pitchFamily="34" charset="-128"/>
              </a:rPr>
              <a:t>Services, Layering and Encapsulation</a:t>
            </a:r>
            <a:endParaRPr lang="en-US" sz="4400"/>
          </a:p>
        </p:txBody>
      </p:sp>
      <p:sp>
        <p:nvSpPr>
          <p:cNvPr id="13" name="Text Box 8">
            <a:extLst>
              <a:ext uri="{FF2B5EF4-FFF2-40B4-BE49-F238E27FC236}">
                <a16:creationId xmlns:a16="http://schemas.microsoft.com/office/drawing/2014/main" id="{10CAB5B1-70B7-184B-A16F-4239A3118B18}"/>
              </a:ext>
            </a:extLst>
          </p:cNvPr>
          <p:cNvSpPr txBox="1">
            <a:spLocks noChangeArrowheads="1"/>
          </p:cNvSpPr>
          <p:nvPr/>
        </p:nvSpPr>
        <p:spPr bwMode="auto">
          <a:xfrm>
            <a:off x="449705" y="5724388"/>
            <a:ext cx="11001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400" b="0" i="1" u="none" strike="noStrike" kern="1200" cap="none" spc="0" normalizeH="0" baseline="0" noProof="0">
                <a:ln>
                  <a:noFill/>
                </a:ln>
                <a:solidFill>
                  <a:srgbClr val="000099"/>
                </a:solidFill>
                <a:effectLst/>
                <a:uLnTx/>
                <a:uFillTx/>
                <a:latin typeface="Arial" panose="020B0604020202020204" pitchFamily="34" charset="0"/>
                <a:ea typeface="MS PGothic" panose="020B0600070205080204" pitchFamily="34" charset="-128"/>
                <a:cs typeface="Arial" panose="020B0604020202020204" pitchFamily="34" charset="0"/>
              </a:rPr>
              <a:t>source</a:t>
            </a:r>
          </a:p>
        </p:txBody>
      </p:sp>
      <p:sp>
        <p:nvSpPr>
          <p:cNvPr id="14" name="Freeform 10">
            <a:extLst>
              <a:ext uri="{FF2B5EF4-FFF2-40B4-BE49-F238E27FC236}">
                <a16:creationId xmlns:a16="http://schemas.microsoft.com/office/drawing/2014/main" id="{1C528DAB-CFD1-6943-9F41-1A6F334C3C75}"/>
              </a:ext>
            </a:extLst>
          </p:cNvPr>
          <p:cNvSpPr>
            <a:spLocks/>
          </p:cNvSpPr>
          <p:nvPr/>
        </p:nvSpPr>
        <p:spPr bwMode="auto">
          <a:xfrm rot="10800000">
            <a:off x="975630" y="1559549"/>
            <a:ext cx="450309" cy="4061761"/>
          </a:xfrm>
          <a:custGeom>
            <a:avLst/>
            <a:gdLst>
              <a:gd name="T0" fmla="*/ 2147483646 w 267"/>
              <a:gd name="T1" fmla="*/ 2147483646 h 1186"/>
              <a:gd name="T2" fmla="*/ 0 w 267"/>
              <a:gd name="T3" fmla="*/ 0 h 1186"/>
              <a:gd name="T4" fmla="*/ 0 w 267"/>
              <a:gd name="T5" fmla="*/ 2147483646 h 1186"/>
              <a:gd name="T6" fmla="*/ 2147483646 w 267"/>
              <a:gd name="T7" fmla="*/ 2147483646 h 1186"/>
              <a:gd name="T8" fmla="*/ 2147483646 w 267"/>
              <a:gd name="T9" fmla="*/ 2147483646 h 1186"/>
              <a:gd name="T10" fmla="*/ 0 60000 65536"/>
              <a:gd name="T11" fmla="*/ 0 60000 65536"/>
              <a:gd name="T12" fmla="*/ 0 60000 65536"/>
              <a:gd name="T13" fmla="*/ 0 60000 65536"/>
              <a:gd name="T14" fmla="*/ 0 60000 65536"/>
              <a:gd name="T15" fmla="*/ 0 w 267"/>
              <a:gd name="T16" fmla="*/ 0 h 1186"/>
              <a:gd name="T17" fmla="*/ 267 w 267"/>
              <a:gd name="T18" fmla="*/ 1186 h 1186"/>
              <a:gd name="connsiteX0" fmla="*/ 11593 w 11593"/>
              <a:gd name="connsiteY0" fmla="*/ 0 h 10109"/>
              <a:gd name="connsiteX1" fmla="*/ 0 w 11593"/>
              <a:gd name="connsiteY1" fmla="*/ 109 h 10109"/>
              <a:gd name="connsiteX2" fmla="*/ 0 w 11593"/>
              <a:gd name="connsiteY2" fmla="*/ 10109 h 10109"/>
              <a:gd name="connsiteX3" fmla="*/ 10000 w 11593"/>
              <a:gd name="connsiteY3" fmla="*/ 5606 h 10109"/>
              <a:gd name="connsiteX4" fmla="*/ 11593 w 11593"/>
              <a:gd name="connsiteY4" fmla="*/ 0 h 10109"/>
              <a:gd name="connsiteX0" fmla="*/ 11593 w 12080"/>
              <a:gd name="connsiteY0" fmla="*/ 0 h 10109"/>
              <a:gd name="connsiteX1" fmla="*/ 0 w 12080"/>
              <a:gd name="connsiteY1" fmla="*/ 109 h 10109"/>
              <a:gd name="connsiteX2" fmla="*/ 0 w 12080"/>
              <a:gd name="connsiteY2" fmla="*/ 10109 h 10109"/>
              <a:gd name="connsiteX3" fmla="*/ 12080 w 12080"/>
              <a:gd name="connsiteY3" fmla="*/ 1850 h 10109"/>
              <a:gd name="connsiteX4" fmla="*/ 11593 w 12080"/>
              <a:gd name="connsiteY4" fmla="*/ 0 h 10109"/>
              <a:gd name="connsiteX0" fmla="*/ 11593 w 12080"/>
              <a:gd name="connsiteY0" fmla="*/ 2239 h 12348"/>
              <a:gd name="connsiteX1" fmla="*/ 0 w 12080"/>
              <a:gd name="connsiteY1" fmla="*/ 0 h 12348"/>
              <a:gd name="connsiteX2" fmla="*/ 0 w 12080"/>
              <a:gd name="connsiteY2" fmla="*/ 12348 h 12348"/>
              <a:gd name="connsiteX3" fmla="*/ 12080 w 12080"/>
              <a:gd name="connsiteY3" fmla="*/ 4089 h 12348"/>
              <a:gd name="connsiteX4" fmla="*/ 11593 w 12080"/>
              <a:gd name="connsiteY4" fmla="*/ 2239 h 12348"/>
              <a:gd name="connsiteX0" fmla="*/ 12841 w 13328"/>
              <a:gd name="connsiteY0" fmla="*/ 10034 h 20143"/>
              <a:gd name="connsiteX1" fmla="*/ 0 w 13328"/>
              <a:gd name="connsiteY1" fmla="*/ 0 h 20143"/>
              <a:gd name="connsiteX2" fmla="*/ 1248 w 13328"/>
              <a:gd name="connsiteY2" fmla="*/ 20143 h 20143"/>
              <a:gd name="connsiteX3" fmla="*/ 13328 w 13328"/>
              <a:gd name="connsiteY3" fmla="*/ 11884 h 20143"/>
              <a:gd name="connsiteX4" fmla="*/ 12841 w 13328"/>
              <a:gd name="connsiteY4" fmla="*/ 10034 h 20143"/>
              <a:gd name="connsiteX0" fmla="*/ 12425 w 13328"/>
              <a:gd name="connsiteY0" fmla="*/ 0 h 21660"/>
              <a:gd name="connsiteX1" fmla="*/ 0 w 13328"/>
              <a:gd name="connsiteY1" fmla="*/ 1517 h 21660"/>
              <a:gd name="connsiteX2" fmla="*/ 1248 w 13328"/>
              <a:gd name="connsiteY2" fmla="*/ 21660 h 21660"/>
              <a:gd name="connsiteX3" fmla="*/ 13328 w 13328"/>
              <a:gd name="connsiteY3" fmla="*/ 13401 h 21660"/>
              <a:gd name="connsiteX4" fmla="*/ 12425 w 13328"/>
              <a:gd name="connsiteY4" fmla="*/ 0 h 21660"/>
              <a:gd name="connsiteX0" fmla="*/ 12425 w 12496"/>
              <a:gd name="connsiteY0" fmla="*/ 0 h 21660"/>
              <a:gd name="connsiteX1" fmla="*/ 0 w 12496"/>
              <a:gd name="connsiteY1" fmla="*/ 1517 h 21660"/>
              <a:gd name="connsiteX2" fmla="*/ 1248 w 12496"/>
              <a:gd name="connsiteY2" fmla="*/ 21660 h 21660"/>
              <a:gd name="connsiteX3" fmla="*/ 12496 w 12496"/>
              <a:gd name="connsiteY3" fmla="*/ 4855 h 21660"/>
              <a:gd name="connsiteX4" fmla="*/ 12425 w 12496"/>
              <a:gd name="connsiteY4" fmla="*/ 0 h 21660"/>
              <a:gd name="connsiteX0" fmla="*/ 12425 w 12496"/>
              <a:gd name="connsiteY0" fmla="*/ 0 h 21660"/>
              <a:gd name="connsiteX1" fmla="*/ 0 w 12496"/>
              <a:gd name="connsiteY1" fmla="*/ 1517 h 21660"/>
              <a:gd name="connsiteX2" fmla="*/ 1248 w 12496"/>
              <a:gd name="connsiteY2" fmla="*/ 21660 h 21660"/>
              <a:gd name="connsiteX3" fmla="*/ 12496 w 12496"/>
              <a:gd name="connsiteY3" fmla="*/ 4855 h 21660"/>
              <a:gd name="connsiteX4" fmla="*/ 12425 w 12496"/>
              <a:gd name="connsiteY4" fmla="*/ 0 h 21660"/>
              <a:gd name="connsiteX0" fmla="*/ 12425 w 12496"/>
              <a:gd name="connsiteY0" fmla="*/ 0 h 21660"/>
              <a:gd name="connsiteX1" fmla="*/ 0 w 12496"/>
              <a:gd name="connsiteY1" fmla="*/ 1517 h 21660"/>
              <a:gd name="connsiteX2" fmla="*/ 1248 w 12496"/>
              <a:gd name="connsiteY2" fmla="*/ 21660 h 21660"/>
              <a:gd name="connsiteX3" fmla="*/ 12496 w 12496"/>
              <a:gd name="connsiteY3" fmla="*/ 4855 h 21660"/>
              <a:gd name="connsiteX4" fmla="*/ 12425 w 12496"/>
              <a:gd name="connsiteY4" fmla="*/ 0 h 216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96" h="21660">
                <a:moveTo>
                  <a:pt x="12425" y="0"/>
                </a:moveTo>
                <a:lnTo>
                  <a:pt x="0" y="1517"/>
                </a:lnTo>
                <a:lnTo>
                  <a:pt x="1248" y="21660"/>
                </a:lnTo>
                <a:cubicBezTo>
                  <a:pt x="4581" y="12959"/>
                  <a:pt x="6667" y="10269"/>
                  <a:pt x="12496" y="4855"/>
                </a:cubicBezTo>
                <a:cubicBezTo>
                  <a:pt x="12472" y="3237"/>
                  <a:pt x="12449" y="1618"/>
                  <a:pt x="12425" y="0"/>
                </a:cubicBezTo>
                <a:close/>
              </a:path>
            </a:pathLst>
          </a:custGeom>
          <a:gradFill rotWithShape="1">
            <a:gsLst>
              <a:gs pos="0">
                <a:srgbClr val="3C6CDF"/>
              </a:gs>
              <a:gs pos="100000">
                <a:schemeClr val="bg1"/>
              </a:gs>
            </a:gsLst>
            <a:lin ang="0" scaled="1"/>
          </a:gra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24" name="Group 190">
            <a:extLst>
              <a:ext uri="{FF2B5EF4-FFF2-40B4-BE49-F238E27FC236}">
                <a16:creationId xmlns:a16="http://schemas.microsoft.com/office/drawing/2014/main" id="{8D7B8AF0-B984-FB44-AB9F-07CA253CEA38}"/>
              </a:ext>
            </a:extLst>
          </p:cNvPr>
          <p:cNvGrpSpPr>
            <a:grpSpLocks/>
          </p:cNvGrpSpPr>
          <p:nvPr/>
        </p:nvGrpSpPr>
        <p:grpSpPr bwMode="auto">
          <a:xfrm flipH="1">
            <a:off x="635446" y="5073984"/>
            <a:ext cx="803275" cy="771525"/>
            <a:chOff x="-44" y="1473"/>
            <a:chExt cx="981" cy="1105"/>
          </a:xfrm>
        </p:grpSpPr>
        <p:pic>
          <p:nvPicPr>
            <p:cNvPr id="25" name="Picture 191" descr="desktop_computer_stylized_medium">
              <a:extLst>
                <a:ext uri="{FF2B5EF4-FFF2-40B4-BE49-F238E27FC236}">
                  <a16:creationId xmlns:a16="http://schemas.microsoft.com/office/drawing/2014/main" id="{06D1D726-A569-254A-9E27-366DB8CF32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Freeform 192">
              <a:extLst>
                <a:ext uri="{FF2B5EF4-FFF2-40B4-BE49-F238E27FC236}">
                  <a16:creationId xmlns:a16="http://schemas.microsoft.com/office/drawing/2014/main" id="{F5362B29-42A6-3F4A-A1AB-EFF56E7B7726}"/>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cxnSp>
        <p:nvCxnSpPr>
          <p:cNvPr id="127" name="Straight Arrow Connector 126">
            <a:extLst>
              <a:ext uri="{FF2B5EF4-FFF2-40B4-BE49-F238E27FC236}">
                <a16:creationId xmlns:a16="http://schemas.microsoft.com/office/drawing/2014/main" id="{2ACB87E4-845E-A542-9CE2-5864050E17AD}"/>
              </a:ext>
            </a:extLst>
          </p:cNvPr>
          <p:cNvCxnSpPr>
            <a:cxnSpLocks/>
          </p:cNvCxnSpPr>
          <p:nvPr/>
        </p:nvCxnSpPr>
        <p:spPr>
          <a:xfrm>
            <a:off x="3211642" y="2610788"/>
            <a:ext cx="5651292" cy="0"/>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43" name="Rectangle 142">
            <a:extLst>
              <a:ext uri="{FF2B5EF4-FFF2-40B4-BE49-F238E27FC236}">
                <a16:creationId xmlns:a16="http://schemas.microsoft.com/office/drawing/2014/main" id="{EE8BAFE3-3C6F-F143-9E4B-2A620EAB382E}"/>
              </a:ext>
            </a:extLst>
          </p:cNvPr>
          <p:cNvSpPr/>
          <p:nvPr/>
        </p:nvSpPr>
        <p:spPr>
          <a:xfrm>
            <a:off x="5584583" y="2368401"/>
            <a:ext cx="971760" cy="3897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3" name="Group 185">
            <a:extLst>
              <a:ext uri="{FF2B5EF4-FFF2-40B4-BE49-F238E27FC236}">
                <a16:creationId xmlns:a16="http://schemas.microsoft.com/office/drawing/2014/main" id="{EB20B2E4-EE78-334C-B142-D9716F510006}"/>
              </a:ext>
            </a:extLst>
          </p:cNvPr>
          <p:cNvGrpSpPr>
            <a:grpSpLocks/>
          </p:cNvGrpSpPr>
          <p:nvPr/>
        </p:nvGrpSpPr>
        <p:grpSpPr bwMode="auto">
          <a:xfrm>
            <a:off x="5690803" y="2434313"/>
            <a:ext cx="908050" cy="301625"/>
            <a:chOff x="1848" y="2046"/>
            <a:chExt cx="572" cy="190"/>
          </a:xfrm>
        </p:grpSpPr>
        <p:grpSp>
          <p:nvGrpSpPr>
            <p:cNvPr id="134" name="Group 179">
              <a:extLst>
                <a:ext uri="{FF2B5EF4-FFF2-40B4-BE49-F238E27FC236}">
                  <a16:creationId xmlns:a16="http://schemas.microsoft.com/office/drawing/2014/main" id="{1D5E26E8-DD67-F64E-B7A5-CF2A5868C4FE}"/>
                </a:ext>
              </a:extLst>
            </p:cNvPr>
            <p:cNvGrpSpPr>
              <a:grpSpLocks/>
            </p:cNvGrpSpPr>
            <p:nvPr/>
          </p:nvGrpSpPr>
          <p:grpSpPr bwMode="auto">
            <a:xfrm>
              <a:off x="1848" y="2047"/>
              <a:ext cx="187" cy="184"/>
              <a:chOff x="1959" y="2058"/>
              <a:chExt cx="187" cy="184"/>
            </a:xfrm>
          </p:grpSpPr>
          <p:sp>
            <p:nvSpPr>
              <p:cNvPr id="138" name="Rectangle 180">
                <a:extLst>
                  <a:ext uri="{FF2B5EF4-FFF2-40B4-BE49-F238E27FC236}">
                    <a16:creationId xmlns:a16="http://schemas.microsoft.com/office/drawing/2014/main" id="{A0FF28E6-68F8-9D49-858D-54A894437AE3}"/>
                  </a:ext>
                </a:extLst>
              </p:cNvPr>
              <p:cNvSpPr>
                <a:spLocks noChangeArrowheads="1"/>
              </p:cNvSpPr>
              <p:nvPr/>
            </p:nvSpPr>
            <p:spPr bwMode="auto">
              <a:xfrm>
                <a:off x="1964" y="2075"/>
                <a:ext cx="177" cy="162"/>
              </a:xfrm>
              <a:prstGeom prst="rect">
                <a:avLst/>
              </a:prstGeom>
              <a:solidFill>
                <a:schemeClr val="bg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39" name="Rectangle 181">
                <a:extLst>
                  <a:ext uri="{FF2B5EF4-FFF2-40B4-BE49-F238E27FC236}">
                    <a16:creationId xmlns:a16="http://schemas.microsoft.com/office/drawing/2014/main" id="{57F4F79C-9470-0243-9459-9DE005B149AC}"/>
                  </a:ext>
                </a:extLst>
              </p:cNvPr>
              <p:cNvSpPr>
                <a:spLocks noChangeArrowheads="1"/>
              </p:cNvSpPr>
              <p:nvPr/>
            </p:nvSpPr>
            <p:spPr bwMode="auto">
              <a:xfrm>
                <a:off x="1959" y="2058"/>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800" b="0" i="0" u="none" strike="noStrike" kern="1200" cap="none" spc="0" normalizeH="0" baseline="-2500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t</a:t>
                </a:r>
              </a:p>
            </p:txBody>
          </p:sp>
        </p:grpSp>
        <p:grpSp>
          <p:nvGrpSpPr>
            <p:cNvPr id="135" name="Group 182">
              <a:extLst>
                <a:ext uri="{FF2B5EF4-FFF2-40B4-BE49-F238E27FC236}">
                  <a16:creationId xmlns:a16="http://schemas.microsoft.com/office/drawing/2014/main" id="{C814D838-F088-1449-A73B-3285342C6057}"/>
                </a:ext>
              </a:extLst>
            </p:cNvPr>
            <p:cNvGrpSpPr>
              <a:grpSpLocks/>
            </p:cNvGrpSpPr>
            <p:nvPr/>
          </p:nvGrpSpPr>
          <p:grpSpPr bwMode="auto">
            <a:xfrm>
              <a:off x="1992" y="2046"/>
              <a:ext cx="428" cy="190"/>
              <a:chOff x="780" y="1553"/>
              <a:chExt cx="428" cy="190"/>
            </a:xfrm>
          </p:grpSpPr>
          <p:sp>
            <p:nvSpPr>
              <p:cNvPr id="136" name="Rectangle 183">
                <a:extLst>
                  <a:ext uri="{FF2B5EF4-FFF2-40B4-BE49-F238E27FC236}">
                    <a16:creationId xmlns:a16="http://schemas.microsoft.com/office/drawing/2014/main" id="{744B26E9-8C84-AF45-BC0E-C09188489CFA}"/>
                  </a:ext>
                </a:extLst>
              </p:cNvPr>
              <p:cNvSpPr>
                <a:spLocks noChangeArrowheads="1"/>
              </p:cNvSpPr>
              <p:nvPr/>
            </p:nvSpPr>
            <p:spPr bwMode="auto">
              <a:xfrm>
                <a:off x="817" y="1571"/>
                <a:ext cx="312" cy="162"/>
              </a:xfrm>
              <a:prstGeom prst="rect">
                <a:avLst/>
              </a:prstGeom>
              <a:solidFill>
                <a:schemeClr val="bg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37" name="Rectangle 184">
                <a:extLst>
                  <a:ext uri="{FF2B5EF4-FFF2-40B4-BE49-F238E27FC236}">
                    <a16:creationId xmlns:a16="http://schemas.microsoft.com/office/drawing/2014/main" id="{71A3F897-85F9-4241-906F-6308455A3CAB}"/>
                  </a:ext>
                </a:extLst>
              </p:cNvPr>
              <p:cNvSpPr>
                <a:spLocks noChangeArrowheads="1"/>
              </p:cNvSpPr>
              <p:nvPr/>
            </p:nvSpPr>
            <p:spPr bwMode="auto">
              <a:xfrm>
                <a:off x="780" y="1553"/>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M</a:t>
                </a:r>
              </a:p>
            </p:txBody>
          </p:sp>
        </p:grpSp>
      </p:grpSp>
      <p:sp>
        <p:nvSpPr>
          <p:cNvPr id="144" name="TextBox 143">
            <a:extLst>
              <a:ext uri="{FF2B5EF4-FFF2-40B4-BE49-F238E27FC236}">
                <a16:creationId xmlns:a16="http://schemas.microsoft.com/office/drawing/2014/main" id="{2CE37313-1E06-C945-A455-53ADE2AA5971}"/>
              </a:ext>
            </a:extLst>
          </p:cNvPr>
          <p:cNvSpPr txBox="1"/>
          <p:nvPr/>
        </p:nvSpPr>
        <p:spPr>
          <a:xfrm>
            <a:off x="3371603" y="5096823"/>
            <a:ext cx="5831174" cy="1089529"/>
          </a:xfrm>
          <a:prstGeom prst="rect">
            <a:avLst/>
          </a:prstGeom>
          <a:noFill/>
        </p:spPr>
        <p:txBody>
          <a:bodyPr wrap="square" rtlCol="0">
            <a:spAutoFit/>
          </a:bodyPr>
          <a:lstStyle/>
          <a:p>
            <a:pPr marL="295275" indent="-295275">
              <a:lnSpc>
                <a:spcPct val="90000"/>
              </a:lnSpc>
              <a:buClr>
                <a:srgbClr val="0000A3"/>
              </a:buClr>
              <a:buFont typeface="Wingdings" pitchFamily="2" charset="2"/>
              <a:buChar char="§"/>
            </a:pPr>
            <a:r>
              <a:rPr lang="en-US" sz="2400"/>
              <a:t>link-layer protocol </a:t>
            </a:r>
            <a:r>
              <a:rPr lang="en-US" sz="2400">
                <a:solidFill>
                  <a:srgbClr val="0000A3"/>
                </a:solidFill>
              </a:rPr>
              <a:t>encapsulates</a:t>
            </a:r>
            <a:r>
              <a:rPr lang="en-US" sz="2400"/>
              <a:t> network datagram </a:t>
            </a:r>
            <a:r>
              <a:rPr lang="en-US" sz="2000"/>
              <a:t>[H</a:t>
            </a:r>
            <a:r>
              <a:rPr lang="en-US" sz="2000" baseline="-25000"/>
              <a:t>n</a:t>
            </a:r>
            <a:r>
              <a:rPr lang="en-US" sz="2000"/>
              <a:t>| [H</a:t>
            </a:r>
            <a:r>
              <a:rPr lang="en-US" sz="2000" baseline="-25000"/>
              <a:t>t</a:t>
            </a:r>
            <a:r>
              <a:rPr lang="en-US" sz="2000"/>
              <a:t> |M], </a:t>
            </a:r>
            <a:r>
              <a:rPr lang="en-US" sz="2400"/>
              <a:t>with link-layer header H</a:t>
            </a:r>
            <a:r>
              <a:rPr lang="en-US" sz="2400" baseline="-25000"/>
              <a:t>l </a:t>
            </a:r>
            <a:r>
              <a:rPr lang="en-US" sz="2400"/>
              <a:t> to create a link-layer </a:t>
            </a:r>
            <a:r>
              <a:rPr lang="en-US" sz="2400">
                <a:solidFill>
                  <a:srgbClr val="C00000"/>
                </a:solidFill>
              </a:rPr>
              <a:t>frame </a:t>
            </a:r>
          </a:p>
        </p:txBody>
      </p:sp>
      <p:grpSp>
        <p:nvGrpSpPr>
          <p:cNvPr id="212" name="Group 211">
            <a:extLst>
              <a:ext uri="{FF2B5EF4-FFF2-40B4-BE49-F238E27FC236}">
                <a16:creationId xmlns:a16="http://schemas.microsoft.com/office/drawing/2014/main" id="{BD0C4974-D689-414F-A2EB-9B1043F3314D}"/>
              </a:ext>
            </a:extLst>
          </p:cNvPr>
          <p:cNvGrpSpPr/>
          <p:nvPr/>
        </p:nvGrpSpPr>
        <p:grpSpPr>
          <a:xfrm>
            <a:off x="1334125" y="1421667"/>
            <a:ext cx="1765726" cy="4034752"/>
            <a:chOff x="1484027" y="1706480"/>
            <a:chExt cx="1765726" cy="4034752"/>
          </a:xfrm>
        </p:grpSpPr>
        <p:sp>
          <p:nvSpPr>
            <p:cNvPr id="11" name="Rectangle 24">
              <a:extLst>
                <a:ext uri="{FF2B5EF4-FFF2-40B4-BE49-F238E27FC236}">
                  <a16:creationId xmlns:a16="http://schemas.microsoft.com/office/drawing/2014/main" id="{ED8D52E4-C345-B842-A2E7-C8068B8E5CF4}"/>
                </a:ext>
              </a:extLst>
            </p:cNvPr>
            <p:cNvSpPr>
              <a:spLocks noChangeArrowheads="1"/>
            </p:cNvSpPr>
            <p:nvPr/>
          </p:nvSpPr>
          <p:spPr bwMode="auto">
            <a:xfrm>
              <a:off x="1528997" y="1870247"/>
              <a:ext cx="1648917" cy="3870985"/>
            </a:xfrm>
            <a:prstGeom prst="rect">
              <a:avLst/>
            </a:prstGeom>
            <a:solidFill>
              <a:schemeClr val="bg1"/>
            </a:solidFill>
            <a:ln w="28575">
              <a:solidFill>
                <a:schemeClr val="tx1"/>
              </a:solidFill>
              <a:miter lim="800000"/>
              <a:headEnd/>
              <a:tailEnd/>
            </a:ln>
            <a:effectLst>
              <a:outerShdw blurRad="76200" dist="38100" dir="18900000" sx="101000" sy="101000" algn="bl" rotWithShape="0">
                <a:prstClr val="black">
                  <a:alpha val="40000"/>
                </a:prstClr>
              </a:outerShdw>
            </a:effec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2" name="Text Box 26">
              <a:extLst>
                <a:ext uri="{FF2B5EF4-FFF2-40B4-BE49-F238E27FC236}">
                  <a16:creationId xmlns:a16="http://schemas.microsoft.com/office/drawing/2014/main" id="{A5089E2D-0B1B-544A-82BC-F28ED3191A4E}"/>
                </a:ext>
              </a:extLst>
            </p:cNvPr>
            <p:cNvSpPr txBox="1">
              <a:spLocks noChangeArrowheads="1"/>
            </p:cNvSpPr>
            <p:nvPr/>
          </p:nvSpPr>
          <p:spPr bwMode="auto">
            <a:xfrm>
              <a:off x="1484027" y="1706480"/>
              <a:ext cx="1765726" cy="4033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215000"/>
                </a:lnSpc>
                <a:spcBef>
                  <a:spcPct val="0"/>
                </a:spcBef>
                <a:spcAft>
                  <a:spcPts val="0"/>
                </a:spcAft>
                <a:buClrTx/>
                <a:buSzTx/>
                <a:buFontTx/>
                <a:buNone/>
                <a:tabLst/>
                <a:defRPr/>
              </a:pPr>
              <a:r>
                <a:rPr kumimoji="0" lang="en-US" altLang="en-US" sz="2400" b="0" i="0" u="none" strike="noStrike" kern="1200" cap="none" spc="0" normalizeH="0" baseline="0" noProof="0">
                  <a:ln>
                    <a:noFill/>
                  </a:ln>
                  <a:solidFill>
                    <a:prstClr val="black"/>
                  </a:solidFill>
                  <a:effectLst/>
                  <a:uLnTx/>
                  <a:uFillTx/>
                  <a:latin typeface="+mn-lt"/>
                  <a:ea typeface="MS PGothic" panose="020B0600070205080204" pitchFamily="34" charset="-128"/>
                  <a:cs typeface="Arial" panose="020B0604020202020204" pitchFamily="34" charset="0"/>
                </a:rPr>
                <a:t>application</a:t>
              </a:r>
            </a:p>
            <a:p>
              <a:pPr marL="0" marR="0" lvl="0" indent="0" algn="ctr" defTabSz="914400" rtl="0" eaLnBrk="1" fontAlgn="auto" latinLnBrk="0" hangingPunct="1">
                <a:lnSpc>
                  <a:spcPct val="215000"/>
                </a:lnSpc>
                <a:spcBef>
                  <a:spcPct val="0"/>
                </a:spcBef>
                <a:spcAft>
                  <a:spcPts val="0"/>
                </a:spcAft>
                <a:buClrTx/>
                <a:buSzTx/>
                <a:buFontTx/>
                <a:buNone/>
                <a:tabLst/>
                <a:defRPr/>
              </a:pPr>
              <a:r>
                <a:rPr kumimoji="0" lang="en-US" altLang="en-US" sz="2400" b="0" i="0" u="none" strike="noStrike" kern="1200" cap="none" spc="0" normalizeH="0" baseline="0" noProof="0">
                  <a:ln>
                    <a:noFill/>
                  </a:ln>
                  <a:solidFill>
                    <a:prstClr val="black"/>
                  </a:solidFill>
                  <a:effectLst/>
                  <a:uLnTx/>
                  <a:uFillTx/>
                  <a:latin typeface="+mn-lt"/>
                  <a:ea typeface="MS PGothic" panose="020B0600070205080204" pitchFamily="34" charset="-128"/>
                  <a:cs typeface="Arial" panose="020B0604020202020204" pitchFamily="34" charset="0"/>
                </a:rPr>
                <a:t>transport</a:t>
              </a:r>
            </a:p>
            <a:p>
              <a:pPr marL="0" marR="0" lvl="0" indent="0" algn="ctr" defTabSz="914400" rtl="0" eaLnBrk="1" fontAlgn="auto" latinLnBrk="0" hangingPunct="1">
                <a:lnSpc>
                  <a:spcPct val="215000"/>
                </a:lnSpc>
                <a:spcBef>
                  <a:spcPct val="0"/>
                </a:spcBef>
                <a:spcAft>
                  <a:spcPts val="0"/>
                </a:spcAft>
                <a:buClrTx/>
                <a:buSzTx/>
                <a:buFontTx/>
                <a:buNone/>
                <a:tabLst/>
                <a:defRPr/>
              </a:pPr>
              <a:r>
                <a:rPr kumimoji="0" lang="en-US" altLang="en-US" sz="2400" b="0" i="0" u="none" strike="noStrike" kern="1200" cap="none" spc="0" normalizeH="0" baseline="0" noProof="0">
                  <a:ln>
                    <a:noFill/>
                  </a:ln>
                  <a:solidFill>
                    <a:prstClr val="black"/>
                  </a:solidFill>
                  <a:effectLst/>
                  <a:uLnTx/>
                  <a:uFillTx/>
                  <a:latin typeface="+mn-lt"/>
                  <a:ea typeface="MS PGothic" panose="020B0600070205080204" pitchFamily="34" charset="-128"/>
                  <a:cs typeface="Arial" panose="020B0604020202020204" pitchFamily="34" charset="0"/>
                </a:rPr>
                <a:t>network</a:t>
              </a:r>
            </a:p>
            <a:p>
              <a:pPr marL="0" marR="0" lvl="0" indent="0" algn="ctr" defTabSz="914400" rtl="0" eaLnBrk="1" fontAlgn="auto" latinLnBrk="0" hangingPunct="1">
                <a:lnSpc>
                  <a:spcPct val="215000"/>
                </a:lnSpc>
                <a:spcBef>
                  <a:spcPct val="0"/>
                </a:spcBef>
                <a:spcAft>
                  <a:spcPts val="0"/>
                </a:spcAft>
                <a:buClrTx/>
                <a:buSzTx/>
                <a:buFontTx/>
                <a:buNone/>
                <a:tabLst/>
                <a:defRPr/>
              </a:pPr>
              <a:r>
                <a:rPr kumimoji="0" lang="en-US" altLang="en-US" sz="2400" b="0" i="0" u="none" strike="noStrike" kern="1200" cap="none" spc="0" normalizeH="0" baseline="0" noProof="0">
                  <a:ln>
                    <a:noFill/>
                  </a:ln>
                  <a:solidFill>
                    <a:prstClr val="black"/>
                  </a:solidFill>
                  <a:effectLst/>
                  <a:uLnTx/>
                  <a:uFillTx/>
                  <a:latin typeface="+mn-lt"/>
                  <a:ea typeface="MS PGothic" panose="020B0600070205080204" pitchFamily="34" charset="-128"/>
                  <a:cs typeface="Arial" panose="020B0604020202020204" pitchFamily="34" charset="0"/>
                </a:rPr>
                <a:t>link</a:t>
              </a:r>
            </a:p>
            <a:p>
              <a:pPr marL="0" marR="0" lvl="0" indent="0" algn="ctr" defTabSz="914400" rtl="0" eaLnBrk="1" fontAlgn="auto" latinLnBrk="0" hangingPunct="1">
                <a:lnSpc>
                  <a:spcPct val="215000"/>
                </a:lnSpc>
                <a:spcBef>
                  <a:spcPct val="0"/>
                </a:spcBef>
                <a:spcAft>
                  <a:spcPts val="0"/>
                </a:spcAft>
                <a:buClrTx/>
                <a:buSzTx/>
                <a:buFontTx/>
                <a:buNone/>
                <a:tabLst/>
                <a:defRPr/>
              </a:pPr>
              <a:r>
                <a:rPr kumimoji="0" lang="en-US" altLang="en-US" sz="2400" b="0" i="0" u="none" strike="noStrike" kern="1200" cap="none" spc="0" normalizeH="0" baseline="0" noProof="0">
                  <a:ln>
                    <a:noFill/>
                  </a:ln>
                  <a:solidFill>
                    <a:prstClr val="black"/>
                  </a:solidFill>
                  <a:effectLst/>
                  <a:uLnTx/>
                  <a:uFillTx/>
                  <a:latin typeface="+mn-lt"/>
                  <a:ea typeface="MS PGothic" panose="020B0600070205080204" pitchFamily="34" charset="-128"/>
                  <a:cs typeface="Arial" panose="020B0604020202020204" pitchFamily="34" charset="0"/>
                </a:rPr>
                <a:t>physical</a:t>
              </a:r>
              <a:endParaRPr kumimoji="0" lang="en-US" altLang="en-US" sz="1800" b="0" i="0" u="none" strike="noStrike" kern="1200" cap="none" spc="0" normalizeH="0" baseline="0" noProof="0">
                <a:ln>
                  <a:noFill/>
                </a:ln>
                <a:solidFill>
                  <a:prstClr val="black"/>
                </a:solidFill>
                <a:effectLst/>
                <a:uLnTx/>
                <a:uFillTx/>
                <a:latin typeface="+mn-lt"/>
                <a:ea typeface="MS PGothic" panose="020B0600070205080204" pitchFamily="34" charset="-128"/>
                <a:cs typeface="Arial" panose="020B0604020202020204" pitchFamily="34" charset="0"/>
              </a:endParaRPr>
            </a:p>
          </p:txBody>
        </p:sp>
        <p:cxnSp>
          <p:nvCxnSpPr>
            <p:cNvPr id="117" name="Straight Connector 116">
              <a:extLst>
                <a:ext uri="{FF2B5EF4-FFF2-40B4-BE49-F238E27FC236}">
                  <a16:creationId xmlns:a16="http://schemas.microsoft.com/office/drawing/2014/main" id="{B3EBBB35-9D82-7C43-B882-52ED90AE3A71}"/>
                </a:ext>
              </a:extLst>
            </p:cNvPr>
            <p:cNvCxnSpPr>
              <a:cxnSpLocks/>
            </p:cNvCxnSpPr>
            <p:nvPr/>
          </p:nvCxnSpPr>
          <p:spPr>
            <a:xfrm>
              <a:off x="1534432" y="2675745"/>
              <a:ext cx="164348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F2EA7353-AEFA-934F-93DE-A8D55DF75658}"/>
                </a:ext>
              </a:extLst>
            </p:cNvPr>
            <p:cNvCxnSpPr>
              <a:cxnSpLocks/>
            </p:cNvCxnSpPr>
            <p:nvPr/>
          </p:nvCxnSpPr>
          <p:spPr>
            <a:xfrm>
              <a:off x="1506952" y="3472722"/>
              <a:ext cx="165597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840242E3-3BEB-D543-B881-84EB2D13BD66}"/>
                </a:ext>
              </a:extLst>
            </p:cNvPr>
            <p:cNvCxnSpPr>
              <a:cxnSpLocks/>
            </p:cNvCxnSpPr>
            <p:nvPr/>
          </p:nvCxnSpPr>
          <p:spPr>
            <a:xfrm>
              <a:off x="1509450" y="4209737"/>
              <a:ext cx="16684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DC27D746-0691-6F47-9E9D-1D63DF11D081}"/>
                </a:ext>
              </a:extLst>
            </p:cNvPr>
            <p:cNvCxnSpPr>
              <a:cxnSpLocks/>
            </p:cNvCxnSpPr>
            <p:nvPr/>
          </p:nvCxnSpPr>
          <p:spPr>
            <a:xfrm>
              <a:off x="1511947" y="4991726"/>
              <a:ext cx="165097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7" name="Group 950">
            <a:extLst>
              <a:ext uri="{FF2B5EF4-FFF2-40B4-BE49-F238E27FC236}">
                <a16:creationId xmlns:a16="http://schemas.microsoft.com/office/drawing/2014/main" id="{044873AD-74A5-8A44-846B-EC5D0FBC82D7}"/>
              </a:ext>
            </a:extLst>
          </p:cNvPr>
          <p:cNvGrpSpPr>
            <a:grpSpLocks/>
          </p:cNvGrpSpPr>
          <p:nvPr/>
        </p:nvGrpSpPr>
        <p:grpSpPr bwMode="auto">
          <a:xfrm>
            <a:off x="11107713" y="4961744"/>
            <a:ext cx="374754" cy="833726"/>
            <a:chOff x="4140" y="429"/>
            <a:chExt cx="1425" cy="2396"/>
          </a:xfrm>
        </p:grpSpPr>
        <p:sp>
          <p:nvSpPr>
            <p:cNvPr id="168" name="Freeform 951">
              <a:extLst>
                <a:ext uri="{FF2B5EF4-FFF2-40B4-BE49-F238E27FC236}">
                  <a16:creationId xmlns:a16="http://schemas.microsoft.com/office/drawing/2014/main" id="{EEDE4156-8281-D847-9240-9DE98999091B}"/>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9" name="Rectangle 952">
              <a:extLst>
                <a:ext uri="{FF2B5EF4-FFF2-40B4-BE49-F238E27FC236}">
                  <a16:creationId xmlns:a16="http://schemas.microsoft.com/office/drawing/2014/main" id="{22E8340D-B5D1-3C48-A062-4F70248D103D}"/>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70" name="Freeform 953">
              <a:extLst>
                <a:ext uri="{FF2B5EF4-FFF2-40B4-BE49-F238E27FC236}">
                  <a16:creationId xmlns:a16="http://schemas.microsoft.com/office/drawing/2014/main" id="{29109B86-1ABF-F647-8516-2AAE154A9E83}"/>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1" name="Freeform 954">
              <a:extLst>
                <a:ext uri="{FF2B5EF4-FFF2-40B4-BE49-F238E27FC236}">
                  <a16:creationId xmlns:a16="http://schemas.microsoft.com/office/drawing/2014/main" id="{9F93569F-8FC8-7C4E-9F95-B14647D2DB8C}"/>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2" name="Rectangle 955">
              <a:extLst>
                <a:ext uri="{FF2B5EF4-FFF2-40B4-BE49-F238E27FC236}">
                  <a16:creationId xmlns:a16="http://schemas.microsoft.com/office/drawing/2014/main" id="{8E5BC3B8-E87D-9F47-A6F6-AD8B57BC21E6}"/>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173" name="Group 956">
              <a:extLst>
                <a:ext uri="{FF2B5EF4-FFF2-40B4-BE49-F238E27FC236}">
                  <a16:creationId xmlns:a16="http://schemas.microsoft.com/office/drawing/2014/main" id="{1694DE96-689D-9540-964A-22F06F6D940F}"/>
                </a:ext>
              </a:extLst>
            </p:cNvPr>
            <p:cNvGrpSpPr>
              <a:grpSpLocks/>
            </p:cNvGrpSpPr>
            <p:nvPr/>
          </p:nvGrpSpPr>
          <p:grpSpPr bwMode="auto">
            <a:xfrm>
              <a:off x="4749" y="668"/>
              <a:ext cx="581" cy="145"/>
              <a:chOff x="614" y="2568"/>
              <a:chExt cx="725" cy="139"/>
            </a:xfrm>
          </p:grpSpPr>
          <p:sp>
            <p:nvSpPr>
              <p:cNvPr id="198" name="AutoShape 957">
                <a:extLst>
                  <a:ext uri="{FF2B5EF4-FFF2-40B4-BE49-F238E27FC236}">
                    <a16:creationId xmlns:a16="http://schemas.microsoft.com/office/drawing/2014/main" id="{435DFCEB-F2FD-7B44-93DA-9204E2E311E1}"/>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99" name="AutoShape 958">
                <a:extLst>
                  <a:ext uri="{FF2B5EF4-FFF2-40B4-BE49-F238E27FC236}">
                    <a16:creationId xmlns:a16="http://schemas.microsoft.com/office/drawing/2014/main" id="{521647D7-4114-1146-9C5A-F1DB4FEC81A9}"/>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174" name="Rectangle 959">
              <a:extLst>
                <a:ext uri="{FF2B5EF4-FFF2-40B4-BE49-F238E27FC236}">
                  <a16:creationId xmlns:a16="http://schemas.microsoft.com/office/drawing/2014/main" id="{3A0D9FD6-DBAC-4B49-A55F-167642D66FA7}"/>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175" name="Group 960">
              <a:extLst>
                <a:ext uri="{FF2B5EF4-FFF2-40B4-BE49-F238E27FC236}">
                  <a16:creationId xmlns:a16="http://schemas.microsoft.com/office/drawing/2014/main" id="{3CFA0950-BC76-3949-8726-38646B18FD5C}"/>
                </a:ext>
              </a:extLst>
            </p:cNvPr>
            <p:cNvGrpSpPr>
              <a:grpSpLocks/>
            </p:cNvGrpSpPr>
            <p:nvPr/>
          </p:nvGrpSpPr>
          <p:grpSpPr bwMode="auto">
            <a:xfrm>
              <a:off x="4747" y="994"/>
              <a:ext cx="581" cy="134"/>
              <a:chOff x="614" y="2568"/>
              <a:chExt cx="725" cy="139"/>
            </a:xfrm>
          </p:grpSpPr>
          <p:sp>
            <p:nvSpPr>
              <p:cNvPr id="196" name="AutoShape 961">
                <a:extLst>
                  <a:ext uri="{FF2B5EF4-FFF2-40B4-BE49-F238E27FC236}">
                    <a16:creationId xmlns:a16="http://schemas.microsoft.com/office/drawing/2014/main" id="{67127BA7-9D0A-2443-9190-C56C02906F6A}"/>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97" name="AutoShape 962">
                <a:extLst>
                  <a:ext uri="{FF2B5EF4-FFF2-40B4-BE49-F238E27FC236}">
                    <a16:creationId xmlns:a16="http://schemas.microsoft.com/office/drawing/2014/main" id="{2C9F8790-3076-4541-A56A-E9305DCB0988}"/>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176" name="Rectangle 963">
              <a:extLst>
                <a:ext uri="{FF2B5EF4-FFF2-40B4-BE49-F238E27FC236}">
                  <a16:creationId xmlns:a16="http://schemas.microsoft.com/office/drawing/2014/main" id="{4DE6A147-5BC7-FF41-B7AC-2BA9913BB098}"/>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77" name="Rectangle 964">
              <a:extLst>
                <a:ext uri="{FF2B5EF4-FFF2-40B4-BE49-F238E27FC236}">
                  <a16:creationId xmlns:a16="http://schemas.microsoft.com/office/drawing/2014/main" id="{53ECF0A1-6175-BE45-A32A-233E1942C8EC}"/>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178" name="Group 965">
              <a:extLst>
                <a:ext uri="{FF2B5EF4-FFF2-40B4-BE49-F238E27FC236}">
                  <a16:creationId xmlns:a16="http://schemas.microsoft.com/office/drawing/2014/main" id="{16810F93-1596-884B-B639-A3868A5CD4D8}"/>
                </a:ext>
              </a:extLst>
            </p:cNvPr>
            <p:cNvGrpSpPr>
              <a:grpSpLocks/>
            </p:cNvGrpSpPr>
            <p:nvPr/>
          </p:nvGrpSpPr>
          <p:grpSpPr bwMode="auto">
            <a:xfrm>
              <a:off x="4735" y="1627"/>
              <a:ext cx="582" cy="151"/>
              <a:chOff x="614" y="2568"/>
              <a:chExt cx="725" cy="139"/>
            </a:xfrm>
          </p:grpSpPr>
          <p:sp>
            <p:nvSpPr>
              <p:cNvPr id="194" name="AutoShape 966">
                <a:extLst>
                  <a:ext uri="{FF2B5EF4-FFF2-40B4-BE49-F238E27FC236}">
                    <a16:creationId xmlns:a16="http://schemas.microsoft.com/office/drawing/2014/main" id="{84EC0348-3D46-9445-B43C-6DC8DB392F68}"/>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95" name="AutoShape 967">
                <a:extLst>
                  <a:ext uri="{FF2B5EF4-FFF2-40B4-BE49-F238E27FC236}">
                    <a16:creationId xmlns:a16="http://schemas.microsoft.com/office/drawing/2014/main" id="{23A1F6B3-9F2D-5E41-8602-67921ABB12D8}"/>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179" name="Freeform 968">
              <a:extLst>
                <a:ext uri="{FF2B5EF4-FFF2-40B4-BE49-F238E27FC236}">
                  <a16:creationId xmlns:a16="http://schemas.microsoft.com/office/drawing/2014/main" id="{8FD6AEB5-BE60-044C-B32D-B433B740036B}"/>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80" name="Group 969">
              <a:extLst>
                <a:ext uri="{FF2B5EF4-FFF2-40B4-BE49-F238E27FC236}">
                  <a16:creationId xmlns:a16="http://schemas.microsoft.com/office/drawing/2014/main" id="{30895737-AC01-6342-BADB-B3B3BFE7FC46}"/>
                </a:ext>
              </a:extLst>
            </p:cNvPr>
            <p:cNvGrpSpPr>
              <a:grpSpLocks/>
            </p:cNvGrpSpPr>
            <p:nvPr/>
          </p:nvGrpSpPr>
          <p:grpSpPr bwMode="auto">
            <a:xfrm>
              <a:off x="4739" y="1327"/>
              <a:ext cx="582" cy="139"/>
              <a:chOff x="614" y="2568"/>
              <a:chExt cx="725" cy="139"/>
            </a:xfrm>
          </p:grpSpPr>
          <p:sp>
            <p:nvSpPr>
              <p:cNvPr id="192" name="AutoShape 970">
                <a:extLst>
                  <a:ext uri="{FF2B5EF4-FFF2-40B4-BE49-F238E27FC236}">
                    <a16:creationId xmlns:a16="http://schemas.microsoft.com/office/drawing/2014/main" id="{2D690E63-3733-8E4E-B8F8-19245FF772BA}"/>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93" name="AutoShape 971">
                <a:extLst>
                  <a:ext uri="{FF2B5EF4-FFF2-40B4-BE49-F238E27FC236}">
                    <a16:creationId xmlns:a16="http://schemas.microsoft.com/office/drawing/2014/main" id="{9CE827B0-221F-ED4A-A36B-E1EEFE27B7BF}"/>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181" name="Rectangle 972">
              <a:extLst>
                <a:ext uri="{FF2B5EF4-FFF2-40B4-BE49-F238E27FC236}">
                  <a16:creationId xmlns:a16="http://schemas.microsoft.com/office/drawing/2014/main" id="{6DA44079-B2D7-9244-A5E0-9DF13556EBC7}"/>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82" name="Freeform 973">
              <a:extLst>
                <a:ext uri="{FF2B5EF4-FFF2-40B4-BE49-F238E27FC236}">
                  <a16:creationId xmlns:a16="http://schemas.microsoft.com/office/drawing/2014/main" id="{E808BD44-A307-394D-8965-070EF3F8652F}"/>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3" name="Freeform 974">
              <a:extLst>
                <a:ext uri="{FF2B5EF4-FFF2-40B4-BE49-F238E27FC236}">
                  <a16:creationId xmlns:a16="http://schemas.microsoft.com/office/drawing/2014/main" id="{327FF4BF-3914-2143-83C7-C816B3E0AC30}"/>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4" name="Oval 975">
              <a:extLst>
                <a:ext uri="{FF2B5EF4-FFF2-40B4-BE49-F238E27FC236}">
                  <a16:creationId xmlns:a16="http://schemas.microsoft.com/office/drawing/2014/main" id="{09C51570-A4D3-D24C-A492-3811DD957CD4}"/>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85" name="Freeform 976">
              <a:extLst>
                <a:ext uri="{FF2B5EF4-FFF2-40B4-BE49-F238E27FC236}">
                  <a16:creationId xmlns:a16="http://schemas.microsoft.com/office/drawing/2014/main" id="{BC2853B5-A39B-5A40-97DF-5ADB471224B2}"/>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6" name="AutoShape 977">
              <a:extLst>
                <a:ext uri="{FF2B5EF4-FFF2-40B4-BE49-F238E27FC236}">
                  <a16:creationId xmlns:a16="http://schemas.microsoft.com/office/drawing/2014/main" id="{7928EDBA-57E1-B441-B1AF-CC0D62B2B5B0}"/>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87" name="AutoShape 978">
              <a:extLst>
                <a:ext uri="{FF2B5EF4-FFF2-40B4-BE49-F238E27FC236}">
                  <a16:creationId xmlns:a16="http://schemas.microsoft.com/office/drawing/2014/main" id="{CC70E1A7-AAEC-6440-86AC-73ECE22D7AB6}"/>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88" name="Oval 979">
              <a:extLst>
                <a:ext uri="{FF2B5EF4-FFF2-40B4-BE49-F238E27FC236}">
                  <a16:creationId xmlns:a16="http://schemas.microsoft.com/office/drawing/2014/main" id="{2F7E7C91-0257-D84D-8AD1-4A152C818F8E}"/>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89" name="Oval 980">
              <a:extLst>
                <a:ext uri="{FF2B5EF4-FFF2-40B4-BE49-F238E27FC236}">
                  <a16:creationId xmlns:a16="http://schemas.microsoft.com/office/drawing/2014/main" id="{6AE127C2-D583-E74D-8B39-05EEBEBE2393}"/>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800" b="0" i="0" u="none" strike="noStrike" kern="1200" cap="none" spc="0" normalizeH="0" baseline="0" noProof="0">
                <a:ln>
                  <a:noFill/>
                </a:ln>
                <a:solidFill>
                  <a:srgbClr val="FF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90" name="Oval 981">
              <a:extLst>
                <a:ext uri="{FF2B5EF4-FFF2-40B4-BE49-F238E27FC236}">
                  <a16:creationId xmlns:a16="http://schemas.microsoft.com/office/drawing/2014/main" id="{0EDFA963-70E6-2E42-AAFE-E2F9BD64631D}"/>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91" name="Rectangle 982">
              <a:extLst>
                <a:ext uri="{FF2B5EF4-FFF2-40B4-BE49-F238E27FC236}">
                  <a16:creationId xmlns:a16="http://schemas.microsoft.com/office/drawing/2014/main" id="{27A6382E-A13F-A248-84BF-E9DBD71EE18A}"/>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206" name="Text Box 8">
            <a:extLst>
              <a:ext uri="{FF2B5EF4-FFF2-40B4-BE49-F238E27FC236}">
                <a16:creationId xmlns:a16="http://schemas.microsoft.com/office/drawing/2014/main" id="{6066254D-E62E-B446-8950-17FDF2A183D7}"/>
              </a:ext>
            </a:extLst>
          </p:cNvPr>
          <p:cNvSpPr txBox="1">
            <a:spLocks noChangeArrowheads="1"/>
          </p:cNvSpPr>
          <p:nvPr/>
        </p:nvSpPr>
        <p:spPr bwMode="auto">
          <a:xfrm>
            <a:off x="10216734" y="5716780"/>
            <a:ext cx="167545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altLang="en-US" sz="2400" i="1">
                <a:solidFill>
                  <a:srgbClr val="000099"/>
                </a:solidFill>
                <a:latin typeface="Arial" panose="020B0604020202020204" pitchFamily="34" charset="0"/>
              </a:rPr>
              <a:t>destination</a:t>
            </a:r>
            <a:endParaRPr kumimoji="0" lang="en-US" altLang="en-US" sz="2400" b="0" i="1" u="none" strike="noStrike" kern="1200" cap="none" spc="0" normalizeH="0" baseline="0" noProof="0">
              <a:ln>
                <a:noFill/>
              </a:ln>
              <a:solidFill>
                <a:srgbClr val="000099"/>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207" name="Group 206">
            <a:extLst>
              <a:ext uri="{FF2B5EF4-FFF2-40B4-BE49-F238E27FC236}">
                <a16:creationId xmlns:a16="http://schemas.microsoft.com/office/drawing/2014/main" id="{9BA8D23A-DF12-2443-9B89-890BD7CDB6B8}"/>
              </a:ext>
            </a:extLst>
          </p:cNvPr>
          <p:cNvGrpSpPr/>
          <p:nvPr/>
        </p:nvGrpSpPr>
        <p:grpSpPr>
          <a:xfrm>
            <a:off x="3254290" y="1489592"/>
            <a:ext cx="5651292" cy="389744"/>
            <a:chOff x="3270354" y="1798823"/>
            <a:chExt cx="5651292" cy="389744"/>
          </a:xfrm>
        </p:grpSpPr>
        <p:cxnSp>
          <p:nvCxnSpPr>
            <p:cNvPr id="8" name="Straight Arrow Connector 7">
              <a:extLst>
                <a:ext uri="{FF2B5EF4-FFF2-40B4-BE49-F238E27FC236}">
                  <a16:creationId xmlns:a16="http://schemas.microsoft.com/office/drawing/2014/main" id="{A76A2E93-F723-6741-8FBC-288F6B0B758B}"/>
                </a:ext>
              </a:extLst>
            </p:cNvPr>
            <p:cNvCxnSpPr>
              <a:cxnSpLocks/>
            </p:cNvCxnSpPr>
            <p:nvPr/>
          </p:nvCxnSpPr>
          <p:spPr>
            <a:xfrm>
              <a:off x="3270354" y="1993691"/>
              <a:ext cx="5651292" cy="0"/>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2" name="Rectangle 111">
              <a:extLst>
                <a:ext uri="{FF2B5EF4-FFF2-40B4-BE49-F238E27FC236}">
                  <a16:creationId xmlns:a16="http://schemas.microsoft.com/office/drawing/2014/main" id="{30C90201-2355-084F-A843-B545A899D6FE}"/>
                </a:ext>
              </a:extLst>
            </p:cNvPr>
            <p:cNvSpPr/>
            <p:nvPr/>
          </p:nvSpPr>
          <p:spPr>
            <a:xfrm>
              <a:off x="5878639" y="1798823"/>
              <a:ext cx="674558" cy="3897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6" name="Group 175">
              <a:extLst>
                <a:ext uri="{FF2B5EF4-FFF2-40B4-BE49-F238E27FC236}">
                  <a16:creationId xmlns:a16="http://schemas.microsoft.com/office/drawing/2014/main" id="{AC026B9A-C8C6-C045-8CBD-B9022027FFE8}"/>
                </a:ext>
              </a:extLst>
            </p:cNvPr>
            <p:cNvGrpSpPr>
              <a:grpSpLocks/>
            </p:cNvGrpSpPr>
            <p:nvPr/>
          </p:nvGrpSpPr>
          <p:grpSpPr bwMode="auto">
            <a:xfrm>
              <a:off x="5953468" y="1857555"/>
              <a:ext cx="679450" cy="301625"/>
              <a:chOff x="780" y="1553"/>
              <a:chExt cx="428" cy="190"/>
            </a:xfrm>
          </p:grpSpPr>
          <p:sp>
            <p:nvSpPr>
              <p:cNvPr id="97" name="Rectangle 176">
                <a:extLst>
                  <a:ext uri="{FF2B5EF4-FFF2-40B4-BE49-F238E27FC236}">
                    <a16:creationId xmlns:a16="http://schemas.microsoft.com/office/drawing/2014/main" id="{10F5A1DA-0939-D34B-B227-29AA407BCDD6}"/>
                  </a:ext>
                </a:extLst>
              </p:cNvPr>
              <p:cNvSpPr>
                <a:spLocks noChangeArrowheads="1"/>
              </p:cNvSpPr>
              <p:nvPr/>
            </p:nvSpPr>
            <p:spPr bwMode="auto">
              <a:xfrm>
                <a:off x="817" y="1569"/>
                <a:ext cx="312" cy="162"/>
              </a:xfrm>
              <a:prstGeom prst="rect">
                <a:avLst/>
              </a:prstGeom>
              <a:solidFill>
                <a:schemeClr val="bg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98" name="Rectangle 177">
                <a:extLst>
                  <a:ext uri="{FF2B5EF4-FFF2-40B4-BE49-F238E27FC236}">
                    <a16:creationId xmlns:a16="http://schemas.microsoft.com/office/drawing/2014/main" id="{2086AF53-43CC-814A-BA4C-260362990784}"/>
                  </a:ext>
                </a:extLst>
              </p:cNvPr>
              <p:cNvSpPr>
                <a:spLocks noChangeArrowheads="1"/>
              </p:cNvSpPr>
              <p:nvPr/>
            </p:nvSpPr>
            <p:spPr bwMode="auto">
              <a:xfrm>
                <a:off x="780" y="1553"/>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M</a:t>
                </a:r>
              </a:p>
            </p:txBody>
          </p:sp>
        </p:grpSp>
      </p:grpSp>
      <p:grpSp>
        <p:nvGrpSpPr>
          <p:cNvPr id="213" name="Group 212">
            <a:extLst>
              <a:ext uri="{FF2B5EF4-FFF2-40B4-BE49-F238E27FC236}">
                <a16:creationId xmlns:a16="http://schemas.microsoft.com/office/drawing/2014/main" id="{94888FAE-136F-094E-BF2A-11D94A17BB7F}"/>
              </a:ext>
            </a:extLst>
          </p:cNvPr>
          <p:cNvGrpSpPr/>
          <p:nvPr/>
        </p:nvGrpSpPr>
        <p:grpSpPr>
          <a:xfrm>
            <a:off x="9221450" y="1413548"/>
            <a:ext cx="1765726" cy="4034752"/>
            <a:chOff x="1484027" y="1706480"/>
            <a:chExt cx="1765726" cy="4034752"/>
          </a:xfrm>
        </p:grpSpPr>
        <p:sp>
          <p:nvSpPr>
            <p:cNvPr id="214" name="Rectangle 24">
              <a:extLst>
                <a:ext uri="{FF2B5EF4-FFF2-40B4-BE49-F238E27FC236}">
                  <a16:creationId xmlns:a16="http://schemas.microsoft.com/office/drawing/2014/main" id="{FA7A7264-CB0E-4442-BA92-F16F6E6EF1F5}"/>
                </a:ext>
              </a:extLst>
            </p:cNvPr>
            <p:cNvSpPr>
              <a:spLocks noChangeArrowheads="1"/>
            </p:cNvSpPr>
            <p:nvPr/>
          </p:nvSpPr>
          <p:spPr bwMode="auto">
            <a:xfrm>
              <a:off x="1528997" y="1870247"/>
              <a:ext cx="1648917" cy="3870985"/>
            </a:xfrm>
            <a:prstGeom prst="rect">
              <a:avLst/>
            </a:prstGeom>
            <a:solidFill>
              <a:schemeClr val="bg1"/>
            </a:solidFill>
            <a:ln w="28575">
              <a:solidFill>
                <a:schemeClr val="tx1"/>
              </a:solidFill>
              <a:miter lim="800000"/>
              <a:headEnd/>
              <a:tailEnd/>
            </a:ln>
            <a:effectLst>
              <a:outerShdw blurRad="76200" dist="38100" dir="18900000" sx="101000" sy="101000" algn="bl" rotWithShape="0">
                <a:prstClr val="black">
                  <a:alpha val="40000"/>
                </a:prstClr>
              </a:outerShdw>
            </a:effec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215" name="Text Box 26">
              <a:extLst>
                <a:ext uri="{FF2B5EF4-FFF2-40B4-BE49-F238E27FC236}">
                  <a16:creationId xmlns:a16="http://schemas.microsoft.com/office/drawing/2014/main" id="{D54F6320-1E23-E649-BFED-E007672E7AB0}"/>
                </a:ext>
              </a:extLst>
            </p:cNvPr>
            <p:cNvSpPr txBox="1">
              <a:spLocks noChangeArrowheads="1"/>
            </p:cNvSpPr>
            <p:nvPr/>
          </p:nvSpPr>
          <p:spPr bwMode="auto">
            <a:xfrm>
              <a:off x="1484027" y="1706480"/>
              <a:ext cx="1765726" cy="4033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215000"/>
                </a:lnSpc>
                <a:spcBef>
                  <a:spcPct val="0"/>
                </a:spcBef>
                <a:spcAft>
                  <a:spcPts val="0"/>
                </a:spcAft>
                <a:buClrTx/>
                <a:buSzTx/>
                <a:buFontTx/>
                <a:buNone/>
                <a:tabLst/>
                <a:defRPr/>
              </a:pPr>
              <a:r>
                <a:rPr kumimoji="0" lang="en-US" altLang="en-US" sz="2400" b="0" i="0" u="none" strike="noStrike" kern="1200" cap="none" spc="0" normalizeH="0" baseline="0" noProof="0">
                  <a:ln>
                    <a:noFill/>
                  </a:ln>
                  <a:solidFill>
                    <a:prstClr val="black"/>
                  </a:solidFill>
                  <a:effectLst/>
                  <a:uLnTx/>
                  <a:uFillTx/>
                  <a:latin typeface="+mn-lt"/>
                  <a:ea typeface="MS PGothic" panose="020B0600070205080204" pitchFamily="34" charset="-128"/>
                  <a:cs typeface="Arial" panose="020B0604020202020204" pitchFamily="34" charset="0"/>
                </a:rPr>
                <a:t>application</a:t>
              </a:r>
            </a:p>
            <a:p>
              <a:pPr marL="0" marR="0" lvl="0" indent="0" algn="ctr" defTabSz="914400" rtl="0" eaLnBrk="1" fontAlgn="auto" latinLnBrk="0" hangingPunct="1">
                <a:lnSpc>
                  <a:spcPct val="215000"/>
                </a:lnSpc>
                <a:spcBef>
                  <a:spcPct val="0"/>
                </a:spcBef>
                <a:spcAft>
                  <a:spcPts val="0"/>
                </a:spcAft>
                <a:buClrTx/>
                <a:buSzTx/>
                <a:buFontTx/>
                <a:buNone/>
                <a:tabLst/>
                <a:defRPr/>
              </a:pPr>
              <a:r>
                <a:rPr kumimoji="0" lang="en-US" altLang="en-US" sz="2400" b="0" i="0" u="none" strike="noStrike" kern="1200" cap="none" spc="0" normalizeH="0" baseline="0" noProof="0">
                  <a:ln>
                    <a:noFill/>
                  </a:ln>
                  <a:solidFill>
                    <a:prstClr val="black"/>
                  </a:solidFill>
                  <a:effectLst/>
                  <a:uLnTx/>
                  <a:uFillTx/>
                  <a:latin typeface="+mn-lt"/>
                  <a:ea typeface="MS PGothic" panose="020B0600070205080204" pitchFamily="34" charset="-128"/>
                  <a:cs typeface="Arial" panose="020B0604020202020204" pitchFamily="34" charset="0"/>
                </a:rPr>
                <a:t>transport</a:t>
              </a:r>
            </a:p>
            <a:p>
              <a:pPr marL="0" marR="0" lvl="0" indent="0" algn="ctr" defTabSz="914400" rtl="0" eaLnBrk="1" fontAlgn="auto" latinLnBrk="0" hangingPunct="1">
                <a:lnSpc>
                  <a:spcPct val="215000"/>
                </a:lnSpc>
                <a:spcBef>
                  <a:spcPct val="0"/>
                </a:spcBef>
                <a:spcAft>
                  <a:spcPts val="0"/>
                </a:spcAft>
                <a:buClrTx/>
                <a:buSzTx/>
                <a:buFontTx/>
                <a:buNone/>
                <a:tabLst/>
                <a:defRPr/>
              </a:pPr>
              <a:r>
                <a:rPr kumimoji="0" lang="en-US" altLang="en-US" sz="2400" b="0" i="0" u="none" strike="noStrike" kern="1200" cap="none" spc="0" normalizeH="0" baseline="0" noProof="0">
                  <a:ln>
                    <a:noFill/>
                  </a:ln>
                  <a:solidFill>
                    <a:prstClr val="black"/>
                  </a:solidFill>
                  <a:effectLst/>
                  <a:uLnTx/>
                  <a:uFillTx/>
                  <a:latin typeface="+mn-lt"/>
                  <a:ea typeface="MS PGothic" panose="020B0600070205080204" pitchFamily="34" charset="-128"/>
                  <a:cs typeface="Arial" panose="020B0604020202020204" pitchFamily="34" charset="0"/>
                </a:rPr>
                <a:t>network</a:t>
              </a:r>
            </a:p>
            <a:p>
              <a:pPr marL="0" marR="0" lvl="0" indent="0" algn="ctr" defTabSz="914400" rtl="0" eaLnBrk="1" fontAlgn="auto" latinLnBrk="0" hangingPunct="1">
                <a:lnSpc>
                  <a:spcPct val="215000"/>
                </a:lnSpc>
                <a:spcBef>
                  <a:spcPct val="0"/>
                </a:spcBef>
                <a:spcAft>
                  <a:spcPts val="0"/>
                </a:spcAft>
                <a:buClrTx/>
                <a:buSzTx/>
                <a:buFontTx/>
                <a:buNone/>
                <a:tabLst/>
                <a:defRPr/>
              </a:pPr>
              <a:r>
                <a:rPr kumimoji="0" lang="en-US" altLang="en-US" sz="2400" b="0" i="0" u="none" strike="noStrike" kern="1200" cap="none" spc="0" normalizeH="0" baseline="0" noProof="0">
                  <a:ln>
                    <a:noFill/>
                  </a:ln>
                  <a:solidFill>
                    <a:prstClr val="black"/>
                  </a:solidFill>
                  <a:effectLst/>
                  <a:uLnTx/>
                  <a:uFillTx/>
                  <a:latin typeface="+mn-lt"/>
                  <a:ea typeface="MS PGothic" panose="020B0600070205080204" pitchFamily="34" charset="-128"/>
                  <a:cs typeface="Arial" panose="020B0604020202020204" pitchFamily="34" charset="0"/>
                </a:rPr>
                <a:t>link</a:t>
              </a:r>
            </a:p>
            <a:p>
              <a:pPr marL="0" marR="0" lvl="0" indent="0" algn="ctr" defTabSz="914400" rtl="0" eaLnBrk="1" fontAlgn="auto" latinLnBrk="0" hangingPunct="1">
                <a:lnSpc>
                  <a:spcPct val="215000"/>
                </a:lnSpc>
                <a:spcBef>
                  <a:spcPct val="0"/>
                </a:spcBef>
                <a:spcAft>
                  <a:spcPts val="0"/>
                </a:spcAft>
                <a:buClrTx/>
                <a:buSzTx/>
                <a:buFontTx/>
                <a:buNone/>
                <a:tabLst/>
                <a:defRPr/>
              </a:pPr>
              <a:r>
                <a:rPr kumimoji="0" lang="en-US" altLang="en-US" sz="2400" b="0" i="0" u="none" strike="noStrike" kern="1200" cap="none" spc="0" normalizeH="0" baseline="0" noProof="0">
                  <a:ln>
                    <a:noFill/>
                  </a:ln>
                  <a:solidFill>
                    <a:prstClr val="black"/>
                  </a:solidFill>
                  <a:effectLst/>
                  <a:uLnTx/>
                  <a:uFillTx/>
                  <a:latin typeface="+mn-lt"/>
                  <a:ea typeface="MS PGothic" panose="020B0600070205080204" pitchFamily="34" charset="-128"/>
                  <a:cs typeface="Arial" panose="020B0604020202020204" pitchFamily="34" charset="0"/>
                </a:rPr>
                <a:t>physical</a:t>
              </a:r>
              <a:endParaRPr kumimoji="0" lang="en-US" altLang="en-US" sz="1800" b="0" i="0" u="none" strike="noStrike" kern="1200" cap="none" spc="0" normalizeH="0" baseline="0" noProof="0">
                <a:ln>
                  <a:noFill/>
                </a:ln>
                <a:solidFill>
                  <a:prstClr val="black"/>
                </a:solidFill>
                <a:effectLst/>
                <a:uLnTx/>
                <a:uFillTx/>
                <a:latin typeface="+mn-lt"/>
                <a:ea typeface="MS PGothic" panose="020B0600070205080204" pitchFamily="34" charset="-128"/>
                <a:cs typeface="Arial" panose="020B0604020202020204" pitchFamily="34" charset="0"/>
              </a:endParaRPr>
            </a:p>
          </p:txBody>
        </p:sp>
        <p:cxnSp>
          <p:nvCxnSpPr>
            <p:cNvPr id="216" name="Straight Connector 215">
              <a:extLst>
                <a:ext uri="{FF2B5EF4-FFF2-40B4-BE49-F238E27FC236}">
                  <a16:creationId xmlns:a16="http://schemas.microsoft.com/office/drawing/2014/main" id="{3F2C66BF-55D8-0549-A9DA-934202F38DD5}"/>
                </a:ext>
              </a:extLst>
            </p:cNvPr>
            <p:cNvCxnSpPr>
              <a:cxnSpLocks/>
            </p:cNvCxnSpPr>
            <p:nvPr/>
          </p:nvCxnSpPr>
          <p:spPr>
            <a:xfrm>
              <a:off x="1534432" y="2675745"/>
              <a:ext cx="164348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7" name="Straight Connector 216">
              <a:extLst>
                <a:ext uri="{FF2B5EF4-FFF2-40B4-BE49-F238E27FC236}">
                  <a16:creationId xmlns:a16="http://schemas.microsoft.com/office/drawing/2014/main" id="{CA370408-C974-CD4A-8EF6-0AEC3924D4ED}"/>
                </a:ext>
              </a:extLst>
            </p:cNvPr>
            <p:cNvCxnSpPr>
              <a:cxnSpLocks/>
            </p:cNvCxnSpPr>
            <p:nvPr/>
          </p:nvCxnSpPr>
          <p:spPr>
            <a:xfrm>
              <a:off x="1506952" y="3472722"/>
              <a:ext cx="165597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5A7BF2B3-45B8-414A-8B63-2480CF8FA113}"/>
                </a:ext>
              </a:extLst>
            </p:cNvPr>
            <p:cNvCxnSpPr>
              <a:cxnSpLocks/>
            </p:cNvCxnSpPr>
            <p:nvPr/>
          </p:nvCxnSpPr>
          <p:spPr>
            <a:xfrm>
              <a:off x="1509450" y="4209737"/>
              <a:ext cx="16684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9A1FEA61-81C7-C449-880B-15A8ACAF5500}"/>
                </a:ext>
              </a:extLst>
            </p:cNvPr>
            <p:cNvCxnSpPr>
              <a:cxnSpLocks/>
            </p:cNvCxnSpPr>
            <p:nvPr/>
          </p:nvCxnSpPr>
          <p:spPr>
            <a:xfrm>
              <a:off x="1511947" y="4991726"/>
              <a:ext cx="165097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78" name="Straight Arrow Connector 77">
            <a:extLst>
              <a:ext uri="{FF2B5EF4-FFF2-40B4-BE49-F238E27FC236}">
                <a16:creationId xmlns:a16="http://schemas.microsoft.com/office/drawing/2014/main" id="{B1705D36-44EB-7144-ADDD-2BCA5A49E36C}"/>
              </a:ext>
            </a:extLst>
          </p:cNvPr>
          <p:cNvCxnSpPr>
            <a:cxnSpLocks/>
          </p:cNvCxnSpPr>
          <p:nvPr/>
        </p:nvCxnSpPr>
        <p:spPr>
          <a:xfrm>
            <a:off x="3211642" y="3542677"/>
            <a:ext cx="5651292" cy="0"/>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80" name="Rectangle 79">
            <a:extLst>
              <a:ext uri="{FF2B5EF4-FFF2-40B4-BE49-F238E27FC236}">
                <a16:creationId xmlns:a16="http://schemas.microsoft.com/office/drawing/2014/main" id="{664C90AC-8D4A-5646-A57F-0F37EE375E51}"/>
              </a:ext>
            </a:extLst>
          </p:cNvPr>
          <p:cNvSpPr/>
          <p:nvPr/>
        </p:nvSpPr>
        <p:spPr>
          <a:xfrm>
            <a:off x="5356172" y="3319499"/>
            <a:ext cx="1210365" cy="3897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EB00013B-973D-F145-BC62-E1EB59B2D1F7}"/>
              </a:ext>
            </a:extLst>
          </p:cNvPr>
          <p:cNvGrpSpPr/>
          <p:nvPr/>
        </p:nvGrpSpPr>
        <p:grpSpPr>
          <a:xfrm>
            <a:off x="5418625" y="3360607"/>
            <a:ext cx="1058375" cy="307296"/>
            <a:chOff x="5509436" y="3287899"/>
            <a:chExt cx="1058375" cy="307296"/>
          </a:xfrm>
        </p:grpSpPr>
        <p:grpSp>
          <p:nvGrpSpPr>
            <p:cNvPr id="83" name="Group 182">
              <a:extLst>
                <a:ext uri="{FF2B5EF4-FFF2-40B4-BE49-F238E27FC236}">
                  <a16:creationId xmlns:a16="http://schemas.microsoft.com/office/drawing/2014/main" id="{92B476DA-1332-E245-A063-5F18A8ED561F}"/>
                </a:ext>
              </a:extLst>
            </p:cNvPr>
            <p:cNvGrpSpPr>
              <a:grpSpLocks/>
            </p:cNvGrpSpPr>
            <p:nvPr/>
          </p:nvGrpSpPr>
          <p:grpSpPr bwMode="auto">
            <a:xfrm>
              <a:off x="5510535" y="3293570"/>
              <a:ext cx="1057276" cy="301625"/>
              <a:chOff x="469" y="1531"/>
              <a:chExt cx="666" cy="190"/>
            </a:xfrm>
          </p:grpSpPr>
          <p:sp>
            <p:nvSpPr>
              <p:cNvPr id="84" name="Rectangle 183">
                <a:extLst>
                  <a:ext uri="{FF2B5EF4-FFF2-40B4-BE49-F238E27FC236}">
                    <a16:creationId xmlns:a16="http://schemas.microsoft.com/office/drawing/2014/main" id="{35A3A0E8-5840-8E42-ADE8-7EB044576C1C}"/>
                  </a:ext>
                </a:extLst>
              </p:cNvPr>
              <p:cNvSpPr>
                <a:spLocks noChangeArrowheads="1"/>
              </p:cNvSpPr>
              <p:nvPr/>
            </p:nvSpPr>
            <p:spPr bwMode="auto">
              <a:xfrm>
                <a:off x="469" y="1549"/>
                <a:ext cx="666" cy="162"/>
              </a:xfrm>
              <a:prstGeom prst="rect">
                <a:avLst/>
              </a:prstGeom>
              <a:solidFill>
                <a:schemeClr val="bg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85" name="Rectangle 184">
                <a:extLst>
                  <a:ext uri="{FF2B5EF4-FFF2-40B4-BE49-F238E27FC236}">
                    <a16:creationId xmlns:a16="http://schemas.microsoft.com/office/drawing/2014/main" id="{55600375-23A3-CD4E-BBD9-EE07BA4AED64}"/>
                  </a:ext>
                </a:extLst>
              </p:cNvPr>
              <p:cNvSpPr>
                <a:spLocks noChangeArrowheads="1"/>
              </p:cNvSpPr>
              <p:nvPr/>
            </p:nvSpPr>
            <p:spPr bwMode="auto">
              <a:xfrm>
                <a:off x="873" y="1531"/>
                <a:ext cx="239"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M</a:t>
                </a:r>
              </a:p>
            </p:txBody>
          </p:sp>
        </p:grpSp>
        <p:sp>
          <p:nvSpPr>
            <p:cNvPr id="87" name="Rectangle 181">
              <a:extLst>
                <a:ext uri="{FF2B5EF4-FFF2-40B4-BE49-F238E27FC236}">
                  <a16:creationId xmlns:a16="http://schemas.microsoft.com/office/drawing/2014/main" id="{51F428BA-8794-2B46-B109-1D511F62E555}"/>
                </a:ext>
              </a:extLst>
            </p:cNvPr>
            <p:cNvSpPr>
              <a:spLocks noChangeArrowheads="1"/>
            </p:cNvSpPr>
            <p:nvPr/>
          </p:nvSpPr>
          <p:spPr bwMode="auto">
            <a:xfrm>
              <a:off x="5771740" y="3305237"/>
              <a:ext cx="296863"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800" b="0" i="0" u="none" strike="noStrike" kern="1200" cap="none" spc="0" normalizeH="0" baseline="-2500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t</a:t>
              </a:r>
            </a:p>
          </p:txBody>
        </p:sp>
        <p:sp>
          <p:nvSpPr>
            <p:cNvPr id="88" name="Rectangle 181">
              <a:extLst>
                <a:ext uri="{FF2B5EF4-FFF2-40B4-BE49-F238E27FC236}">
                  <a16:creationId xmlns:a16="http://schemas.microsoft.com/office/drawing/2014/main" id="{E5D95958-8C54-6242-A3B1-968E6AC629AC}"/>
                </a:ext>
              </a:extLst>
            </p:cNvPr>
            <p:cNvSpPr>
              <a:spLocks noChangeArrowheads="1"/>
            </p:cNvSpPr>
            <p:nvPr/>
          </p:nvSpPr>
          <p:spPr bwMode="auto">
            <a:xfrm>
              <a:off x="5509436" y="3287899"/>
              <a:ext cx="296863"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800" b="0" i="0" u="none" strike="noStrike" kern="1200" cap="none" spc="0" normalizeH="0" baseline="-2500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n</a:t>
              </a:r>
            </a:p>
          </p:txBody>
        </p:sp>
        <p:cxnSp>
          <p:nvCxnSpPr>
            <p:cNvPr id="4" name="Straight Connector 3">
              <a:extLst>
                <a:ext uri="{FF2B5EF4-FFF2-40B4-BE49-F238E27FC236}">
                  <a16:creationId xmlns:a16="http://schemas.microsoft.com/office/drawing/2014/main" id="{AE213470-EFFE-1143-AE70-3E6F1DF5204B}"/>
                </a:ext>
              </a:extLst>
            </p:cNvPr>
            <p:cNvCxnSpPr>
              <a:cxnSpLocks/>
            </p:cNvCxnSpPr>
            <p:nvPr/>
          </p:nvCxnSpPr>
          <p:spPr>
            <a:xfrm>
              <a:off x="6076877" y="3322145"/>
              <a:ext cx="0" cy="25717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FB823437-9FDA-D44D-8E28-4933018C3600}"/>
                </a:ext>
              </a:extLst>
            </p:cNvPr>
            <p:cNvCxnSpPr/>
            <p:nvPr/>
          </p:nvCxnSpPr>
          <p:spPr>
            <a:xfrm>
              <a:off x="5796378" y="3320433"/>
              <a:ext cx="0" cy="25717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2" name="TextBox 101">
            <a:extLst>
              <a:ext uri="{FF2B5EF4-FFF2-40B4-BE49-F238E27FC236}">
                <a16:creationId xmlns:a16="http://schemas.microsoft.com/office/drawing/2014/main" id="{203A67B3-AD0F-0041-BB55-345D4484BF78}"/>
              </a:ext>
            </a:extLst>
          </p:cNvPr>
          <p:cNvSpPr txBox="1"/>
          <p:nvPr/>
        </p:nvSpPr>
        <p:spPr>
          <a:xfrm>
            <a:off x="3374573" y="4483522"/>
            <a:ext cx="5620868" cy="565283"/>
          </a:xfrm>
          <a:prstGeom prst="rect">
            <a:avLst/>
          </a:prstGeom>
          <a:noFill/>
        </p:spPr>
        <p:txBody>
          <a:bodyPr wrap="square" rtlCol="0">
            <a:spAutoFit/>
          </a:bodyPr>
          <a:lstStyle/>
          <a:p>
            <a:pPr algn="ctr">
              <a:lnSpc>
                <a:spcPct val="85000"/>
              </a:lnSpc>
            </a:pPr>
            <a:r>
              <a:rPr lang="en-US">
                <a:solidFill>
                  <a:srgbClr val="C00000"/>
                </a:solidFill>
              </a:rPr>
              <a:t>Link-layer </a:t>
            </a:r>
            <a:r>
              <a:rPr lang="en-US"/>
              <a:t>protocol transfers datagram [H</a:t>
            </a:r>
            <a:r>
              <a:rPr lang="en-US" baseline="-25000"/>
              <a:t>n</a:t>
            </a:r>
            <a:r>
              <a:rPr lang="en-US"/>
              <a:t>| [H</a:t>
            </a:r>
            <a:r>
              <a:rPr lang="en-US" baseline="-25000"/>
              <a:t>t</a:t>
            </a:r>
            <a:r>
              <a:rPr lang="en-US"/>
              <a:t> |M] from </a:t>
            </a:r>
            <a:r>
              <a:rPr lang="en-US" i="1"/>
              <a:t>host </a:t>
            </a:r>
            <a:r>
              <a:rPr lang="en-US"/>
              <a:t>to neighboring host, using network-layer services</a:t>
            </a:r>
          </a:p>
        </p:txBody>
      </p:sp>
      <p:grpSp>
        <p:nvGrpSpPr>
          <p:cNvPr id="7" name="Group 6">
            <a:extLst>
              <a:ext uri="{FF2B5EF4-FFF2-40B4-BE49-F238E27FC236}">
                <a16:creationId xmlns:a16="http://schemas.microsoft.com/office/drawing/2014/main" id="{491A965C-D49C-304E-9BCB-5B5079C4AD83}"/>
              </a:ext>
            </a:extLst>
          </p:cNvPr>
          <p:cNvGrpSpPr/>
          <p:nvPr/>
        </p:nvGrpSpPr>
        <p:grpSpPr>
          <a:xfrm>
            <a:off x="3226725" y="4169060"/>
            <a:ext cx="5651292" cy="374226"/>
            <a:chOff x="3226725" y="4169060"/>
            <a:chExt cx="5651292" cy="374226"/>
          </a:xfrm>
        </p:grpSpPr>
        <p:cxnSp>
          <p:nvCxnSpPr>
            <p:cNvPr id="86" name="Straight Arrow Connector 85">
              <a:extLst>
                <a:ext uri="{FF2B5EF4-FFF2-40B4-BE49-F238E27FC236}">
                  <a16:creationId xmlns:a16="http://schemas.microsoft.com/office/drawing/2014/main" id="{6BFA270B-F048-734C-8D17-9C3EE129B47D}"/>
                </a:ext>
              </a:extLst>
            </p:cNvPr>
            <p:cNvCxnSpPr>
              <a:cxnSpLocks/>
            </p:cNvCxnSpPr>
            <p:nvPr/>
          </p:nvCxnSpPr>
          <p:spPr>
            <a:xfrm>
              <a:off x="3226725" y="4376720"/>
              <a:ext cx="5651292" cy="0"/>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208143C4-E722-4448-8DC9-B6DF8B0D299E}"/>
                </a:ext>
              </a:extLst>
            </p:cNvPr>
            <p:cNvGrpSpPr/>
            <p:nvPr/>
          </p:nvGrpSpPr>
          <p:grpSpPr>
            <a:xfrm>
              <a:off x="5062983" y="4169060"/>
              <a:ext cx="1518637" cy="374226"/>
              <a:chOff x="5062983" y="4252185"/>
              <a:chExt cx="1518637" cy="374226"/>
            </a:xfrm>
          </p:grpSpPr>
          <p:sp>
            <p:nvSpPr>
              <p:cNvPr id="89" name="Rectangle 88">
                <a:extLst>
                  <a:ext uri="{FF2B5EF4-FFF2-40B4-BE49-F238E27FC236}">
                    <a16:creationId xmlns:a16="http://schemas.microsoft.com/office/drawing/2014/main" id="{76785350-92B7-9949-A608-9FBFA3760ED8}"/>
                  </a:ext>
                </a:extLst>
              </p:cNvPr>
              <p:cNvSpPr/>
              <p:nvPr/>
            </p:nvSpPr>
            <p:spPr>
              <a:xfrm>
                <a:off x="5062983" y="4252185"/>
                <a:ext cx="1518637" cy="3742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2" name="Group 182">
                <a:extLst>
                  <a:ext uri="{FF2B5EF4-FFF2-40B4-BE49-F238E27FC236}">
                    <a16:creationId xmlns:a16="http://schemas.microsoft.com/office/drawing/2014/main" id="{45CD0A72-C88E-6047-BB5F-DD34C8006CE8}"/>
                  </a:ext>
                </a:extLst>
              </p:cNvPr>
              <p:cNvGrpSpPr>
                <a:grpSpLocks/>
              </p:cNvGrpSpPr>
              <p:nvPr/>
            </p:nvGrpSpPr>
            <p:grpSpPr bwMode="auto">
              <a:xfrm>
                <a:off x="5144294" y="4283446"/>
                <a:ext cx="1347789" cy="301625"/>
                <a:chOff x="286" y="1531"/>
                <a:chExt cx="849" cy="190"/>
              </a:xfrm>
            </p:grpSpPr>
            <p:sp>
              <p:nvSpPr>
                <p:cNvPr id="100" name="Rectangle 183">
                  <a:extLst>
                    <a:ext uri="{FF2B5EF4-FFF2-40B4-BE49-F238E27FC236}">
                      <a16:creationId xmlns:a16="http://schemas.microsoft.com/office/drawing/2014/main" id="{C0F4519B-22A6-8C43-B106-B86515EA92D7}"/>
                    </a:ext>
                  </a:extLst>
                </p:cNvPr>
                <p:cNvSpPr>
                  <a:spLocks noChangeArrowheads="1"/>
                </p:cNvSpPr>
                <p:nvPr/>
              </p:nvSpPr>
              <p:spPr bwMode="auto">
                <a:xfrm>
                  <a:off x="286" y="1549"/>
                  <a:ext cx="849" cy="162"/>
                </a:xfrm>
                <a:prstGeom prst="rect">
                  <a:avLst/>
                </a:prstGeom>
                <a:solidFill>
                  <a:schemeClr val="bg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01" name="Rectangle 184">
                  <a:extLst>
                    <a:ext uri="{FF2B5EF4-FFF2-40B4-BE49-F238E27FC236}">
                      <a16:creationId xmlns:a16="http://schemas.microsoft.com/office/drawing/2014/main" id="{4A672F36-49EC-D34C-A30D-BFF6136048EE}"/>
                    </a:ext>
                  </a:extLst>
                </p:cNvPr>
                <p:cNvSpPr>
                  <a:spLocks noChangeArrowheads="1"/>
                </p:cNvSpPr>
                <p:nvPr/>
              </p:nvSpPr>
              <p:spPr bwMode="auto">
                <a:xfrm>
                  <a:off x="873" y="1531"/>
                  <a:ext cx="239"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M</a:t>
                  </a:r>
                </a:p>
              </p:txBody>
            </p:sp>
          </p:grpSp>
          <p:sp>
            <p:nvSpPr>
              <p:cNvPr id="93" name="Rectangle 181">
                <a:extLst>
                  <a:ext uri="{FF2B5EF4-FFF2-40B4-BE49-F238E27FC236}">
                    <a16:creationId xmlns:a16="http://schemas.microsoft.com/office/drawing/2014/main" id="{9CB56124-BE22-4744-B402-647CD871D717}"/>
                  </a:ext>
                </a:extLst>
              </p:cNvPr>
              <p:cNvSpPr>
                <a:spLocks noChangeArrowheads="1"/>
              </p:cNvSpPr>
              <p:nvPr/>
            </p:nvSpPr>
            <p:spPr bwMode="auto">
              <a:xfrm>
                <a:off x="5696012" y="4295113"/>
                <a:ext cx="296863"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800" b="0" i="0" u="none" strike="noStrike" kern="1200" cap="none" spc="0" normalizeH="0" baseline="-2500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t</a:t>
                </a:r>
              </a:p>
            </p:txBody>
          </p:sp>
          <p:sp>
            <p:nvSpPr>
              <p:cNvPr id="94" name="Rectangle 181">
                <a:extLst>
                  <a:ext uri="{FF2B5EF4-FFF2-40B4-BE49-F238E27FC236}">
                    <a16:creationId xmlns:a16="http://schemas.microsoft.com/office/drawing/2014/main" id="{FB07F637-8B3F-9948-AA28-F1F413F8F17C}"/>
                  </a:ext>
                </a:extLst>
              </p:cNvPr>
              <p:cNvSpPr>
                <a:spLocks noChangeArrowheads="1"/>
              </p:cNvSpPr>
              <p:nvPr/>
            </p:nvSpPr>
            <p:spPr bwMode="auto">
              <a:xfrm>
                <a:off x="5433708" y="4277775"/>
                <a:ext cx="296863"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800" b="0" i="0" u="none" strike="noStrike" kern="1200" cap="none" spc="0" normalizeH="0" baseline="-2500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n</a:t>
                </a:r>
              </a:p>
            </p:txBody>
          </p:sp>
          <p:cxnSp>
            <p:nvCxnSpPr>
              <p:cNvPr id="95" name="Straight Connector 94">
                <a:extLst>
                  <a:ext uri="{FF2B5EF4-FFF2-40B4-BE49-F238E27FC236}">
                    <a16:creationId xmlns:a16="http://schemas.microsoft.com/office/drawing/2014/main" id="{42006C5A-8B94-0C44-BBC3-909EA572E0EF}"/>
                  </a:ext>
                </a:extLst>
              </p:cNvPr>
              <p:cNvCxnSpPr>
                <a:cxnSpLocks/>
              </p:cNvCxnSpPr>
              <p:nvPr/>
            </p:nvCxnSpPr>
            <p:spPr>
              <a:xfrm>
                <a:off x="6001149" y="4312021"/>
                <a:ext cx="0" cy="25717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B21F5BD4-1F06-964B-8B36-F5192E01256C}"/>
                  </a:ext>
                </a:extLst>
              </p:cNvPr>
              <p:cNvCxnSpPr/>
              <p:nvPr/>
            </p:nvCxnSpPr>
            <p:spPr>
              <a:xfrm>
                <a:off x="5720650" y="4310309"/>
                <a:ext cx="0" cy="25717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03" name="Rectangle 181">
                <a:extLst>
                  <a:ext uri="{FF2B5EF4-FFF2-40B4-BE49-F238E27FC236}">
                    <a16:creationId xmlns:a16="http://schemas.microsoft.com/office/drawing/2014/main" id="{C22AEA05-2A3E-8F46-BCF2-9FE184FF0B11}"/>
                  </a:ext>
                </a:extLst>
              </p:cNvPr>
              <p:cNvSpPr>
                <a:spLocks noChangeArrowheads="1"/>
              </p:cNvSpPr>
              <p:nvPr/>
            </p:nvSpPr>
            <p:spPr bwMode="auto">
              <a:xfrm>
                <a:off x="5149178" y="4281528"/>
                <a:ext cx="296863"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800" b="0" i="0" u="none" strike="noStrike" kern="1200" cap="none" spc="0" normalizeH="0" baseline="-2500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l</a:t>
                </a:r>
              </a:p>
            </p:txBody>
          </p:sp>
          <p:cxnSp>
            <p:nvCxnSpPr>
              <p:cNvPr id="104" name="Straight Connector 103">
                <a:extLst>
                  <a:ext uri="{FF2B5EF4-FFF2-40B4-BE49-F238E27FC236}">
                    <a16:creationId xmlns:a16="http://schemas.microsoft.com/office/drawing/2014/main" id="{97CD4AFB-B9ED-7843-B804-83029ED5054D}"/>
                  </a:ext>
                </a:extLst>
              </p:cNvPr>
              <p:cNvCxnSpPr/>
              <p:nvPr/>
            </p:nvCxnSpPr>
            <p:spPr>
              <a:xfrm>
                <a:off x="5418102" y="4309558"/>
                <a:ext cx="0" cy="25717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106" name="Straight Arrow Connector 105">
            <a:extLst>
              <a:ext uri="{FF2B5EF4-FFF2-40B4-BE49-F238E27FC236}">
                <a16:creationId xmlns:a16="http://schemas.microsoft.com/office/drawing/2014/main" id="{04CD79AB-EFE6-E14B-878A-669E9C4D9042}"/>
              </a:ext>
            </a:extLst>
          </p:cNvPr>
          <p:cNvCxnSpPr>
            <a:cxnSpLocks/>
          </p:cNvCxnSpPr>
          <p:nvPr/>
        </p:nvCxnSpPr>
        <p:spPr>
          <a:xfrm>
            <a:off x="3594027" y="-1079199"/>
            <a:ext cx="5651292" cy="0"/>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7" name="Rectangle 106">
            <a:extLst>
              <a:ext uri="{FF2B5EF4-FFF2-40B4-BE49-F238E27FC236}">
                <a16:creationId xmlns:a16="http://schemas.microsoft.com/office/drawing/2014/main" id="{871C9FED-2DA1-3A44-B6FE-2B1DAB7A3D60}"/>
              </a:ext>
            </a:extLst>
          </p:cNvPr>
          <p:cNvSpPr/>
          <p:nvPr/>
        </p:nvSpPr>
        <p:spPr>
          <a:xfrm>
            <a:off x="5738557" y="-1302377"/>
            <a:ext cx="1210365" cy="3897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8" name="Group 107">
            <a:extLst>
              <a:ext uri="{FF2B5EF4-FFF2-40B4-BE49-F238E27FC236}">
                <a16:creationId xmlns:a16="http://schemas.microsoft.com/office/drawing/2014/main" id="{2AA69BF9-270A-F443-A92C-84A46DE35441}"/>
              </a:ext>
            </a:extLst>
          </p:cNvPr>
          <p:cNvGrpSpPr/>
          <p:nvPr/>
        </p:nvGrpSpPr>
        <p:grpSpPr>
          <a:xfrm>
            <a:off x="5801010" y="-1261269"/>
            <a:ext cx="1058375" cy="307296"/>
            <a:chOff x="5509436" y="3287899"/>
            <a:chExt cx="1058375" cy="307296"/>
          </a:xfrm>
        </p:grpSpPr>
        <p:grpSp>
          <p:nvGrpSpPr>
            <p:cNvPr id="110" name="Group 182">
              <a:extLst>
                <a:ext uri="{FF2B5EF4-FFF2-40B4-BE49-F238E27FC236}">
                  <a16:creationId xmlns:a16="http://schemas.microsoft.com/office/drawing/2014/main" id="{15D5F71B-2CF5-DE43-94EF-784236E59EB7}"/>
                </a:ext>
              </a:extLst>
            </p:cNvPr>
            <p:cNvGrpSpPr>
              <a:grpSpLocks/>
            </p:cNvGrpSpPr>
            <p:nvPr/>
          </p:nvGrpSpPr>
          <p:grpSpPr bwMode="auto">
            <a:xfrm>
              <a:off x="5510535" y="3293570"/>
              <a:ext cx="1057276" cy="301625"/>
              <a:chOff x="469" y="1531"/>
              <a:chExt cx="666" cy="190"/>
            </a:xfrm>
          </p:grpSpPr>
          <p:sp>
            <p:nvSpPr>
              <p:cNvPr id="116" name="Rectangle 183">
                <a:extLst>
                  <a:ext uri="{FF2B5EF4-FFF2-40B4-BE49-F238E27FC236}">
                    <a16:creationId xmlns:a16="http://schemas.microsoft.com/office/drawing/2014/main" id="{A054BB4B-B69C-D14C-8F5B-5BEEEDE8D730}"/>
                  </a:ext>
                </a:extLst>
              </p:cNvPr>
              <p:cNvSpPr>
                <a:spLocks noChangeArrowheads="1"/>
              </p:cNvSpPr>
              <p:nvPr/>
            </p:nvSpPr>
            <p:spPr bwMode="auto">
              <a:xfrm>
                <a:off x="469" y="1549"/>
                <a:ext cx="666" cy="162"/>
              </a:xfrm>
              <a:prstGeom prst="rect">
                <a:avLst/>
              </a:prstGeom>
              <a:solidFill>
                <a:schemeClr val="bg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18" name="Rectangle 184">
                <a:extLst>
                  <a:ext uri="{FF2B5EF4-FFF2-40B4-BE49-F238E27FC236}">
                    <a16:creationId xmlns:a16="http://schemas.microsoft.com/office/drawing/2014/main" id="{2025D776-034C-8D48-A4B6-FF664F22FD92}"/>
                  </a:ext>
                </a:extLst>
              </p:cNvPr>
              <p:cNvSpPr>
                <a:spLocks noChangeArrowheads="1"/>
              </p:cNvSpPr>
              <p:nvPr/>
            </p:nvSpPr>
            <p:spPr bwMode="auto">
              <a:xfrm>
                <a:off x="873" y="1531"/>
                <a:ext cx="239"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M</a:t>
                </a:r>
              </a:p>
            </p:txBody>
          </p:sp>
        </p:grpSp>
        <p:sp>
          <p:nvSpPr>
            <p:cNvPr id="111" name="Rectangle 181">
              <a:extLst>
                <a:ext uri="{FF2B5EF4-FFF2-40B4-BE49-F238E27FC236}">
                  <a16:creationId xmlns:a16="http://schemas.microsoft.com/office/drawing/2014/main" id="{D06D048B-900E-8F4D-8A64-20DA16D1F88F}"/>
                </a:ext>
              </a:extLst>
            </p:cNvPr>
            <p:cNvSpPr>
              <a:spLocks noChangeArrowheads="1"/>
            </p:cNvSpPr>
            <p:nvPr/>
          </p:nvSpPr>
          <p:spPr bwMode="auto">
            <a:xfrm>
              <a:off x="5771740" y="3305237"/>
              <a:ext cx="296863"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800" b="0" i="0" u="none" strike="noStrike" kern="1200" cap="none" spc="0" normalizeH="0" baseline="-2500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t</a:t>
              </a:r>
            </a:p>
          </p:txBody>
        </p:sp>
        <p:sp>
          <p:nvSpPr>
            <p:cNvPr id="113" name="Rectangle 181">
              <a:extLst>
                <a:ext uri="{FF2B5EF4-FFF2-40B4-BE49-F238E27FC236}">
                  <a16:creationId xmlns:a16="http://schemas.microsoft.com/office/drawing/2014/main" id="{580EB15C-4763-334C-B100-4D66978CB819}"/>
                </a:ext>
              </a:extLst>
            </p:cNvPr>
            <p:cNvSpPr>
              <a:spLocks noChangeArrowheads="1"/>
            </p:cNvSpPr>
            <p:nvPr/>
          </p:nvSpPr>
          <p:spPr bwMode="auto">
            <a:xfrm>
              <a:off x="5509436" y="3287899"/>
              <a:ext cx="296863"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800" b="0" i="0" u="none" strike="noStrike" kern="1200" cap="none" spc="0" normalizeH="0" baseline="-2500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n</a:t>
              </a:r>
            </a:p>
          </p:txBody>
        </p:sp>
        <p:cxnSp>
          <p:nvCxnSpPr>
            <p:cNvPr id="114" name="Straight Connector 113">
              <a:extLst>
                <a:ext uri="{FF2B5EF4-FFF2-40B4-BE49-F238E27FC236}">
                  <a16:creationId xmlns:a16="http://schemas.microsoft.com/office/drawing/2014/main" id="{F48100A0-01D0-7A4A-8CBD-6A4D5B9F1842}"/>
                </a:ext>
              </a:extLst>
            </p:cNvPr>
            <p:cNvCxnSpPr>
              <a:cxnSpLocks/>
            </p:cNvCxnSpPr>
            <p:nvPr/>
          </p:nvCxnSpPr>
          <p:spPr>
            <a:xfrm>
              <a:off x="6076877" y="3322145"/>
              <a:ext cx="0" cy="25717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95FE4795-7D19-DF46-88AF-179D04B18878}"/>
                </a:ext>
              </a:extLst>
            </p:cNvPr>
            <p:cNvCxnSpPr/>
            <p:nvPr/>
          </p:nvCxnSpPr>
          <p:spPr>
            <a:xfrm>
              <a:off x="5796378" y="3320433"/>
              <a:ext cx="0" cy="25717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9" name="TextBox 118">
            <a:extLst>
              <a:ext uri="{FF2B5EF4-FFF2-40B4-BE49-F238E27FC236}">
                <a16:creationId xmlns:a16="http://schemas.microsoft.com/office/drawing/2014/main" id="{00B31285-CEBC-B045-A3D2-E171BD35C682}"/>
              </a:ext>
            </a:extLst>
          </p:cNvPr>
          <p:cNvSpPr txBox="1"/>
          <p:nvPr/>
        </p:nvSpPr>
        <p:spPr>
          <a:xfrm>
            <a:off x="3359490" y="3649479"/>
            <a:ext cx="5734634" cy="565283"/>
          </a:xfrm>
          <a:prstGeom prst="rect">
            <a:avLst/>
          </a:prstGeom>
          <a:noFill/>
        </p:spPr>
        <p:txBody>
          <a:bodyPr wrap="square" rtlCol="0">
            <a:spAutoFit/>
          </a:bodyPr>
          <a:lstStyle/>
          <a:p>
            <a:pPr algn="ctr">
              <a:lnSpc>
                <a:spcPct val="85000"/>
              </a:lnSpc>
            </a:pPr>
            <a:r>
              <a:rPr lang="en-US">
                <a:solidFill>
                  <a:srgbClr val="C00000"/>
                </a:solidFill>
              </a:rPr>
              <a:t>Network-layer </a:t>
            </a:r>
            <a:r>
              <a:rPr lang="en-US"/>
              <a:t>protocol transfers transport-layer segment [H</a:t>
            </a:r>
            <a:r>
              <a:rPr lang="en-US" baseline="-25000"/>
              <a:t>t</a:t>
            </a:r>
            <a:r>
              <a:rPr lang="en-US"/>
              <a:t> | M] from one </a:t>
            </a:r>
            <a:r>
              <a:rPr lang="en-US" i="1"/>
              <a:t>host</a:t>
            </a:r>
            <a:r>
              <a:rPr lang="en-US"/>
              <a:t> to another, using link layer services</a:t>
            </a:r>
          </a:p>
        </p:txBody>
      </p:sp>
    </p:spTree>
    <p:extLst>
      <p:ext uri="{BB962C8B-B14F-4D97-AF65-F5344CB8AC3E}">
        <p14:creationId xmlns:p14="http://schemas.microsoft.com/office/powerpoint/2010/main" val="243828959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xit" presetSubtype="0" fill="hold" grpId="0" nodeType="withEffect">
                                  <p:stCondLst>
                                    <p:cond delay="0"/>
                                  </p:stCondLst>
                                  <p:childTnLst>
                                    <p:animEffect transition="out" filter="dissolve">
                                      <p:cBhvr>
                                        <p:cTn id="6" dur="500"/>
                                        <p:tgtEl>
                                          <p:spTgt spid="119"/>
                                        </p:tgtEl>
                                      </p:cBhvr>
                                    </p:animEffect>
                                    <p:set>
                                      <p:cBhvr>
                                        <p:cTn id="7" dur="1" fill="hold">
                                          <p:stCondLst>
                                            <p:cond delay="499"/>
                                          </p:stCondLst>
                                        </p:cTn>
                                        <p:tgtEl>
                                          <p:spTgt spid="119"/>
                                        </p:tgtEl>
                                        <p:attrNameLst>
                                          <p:attrName>style.visibility</p:attrName>
                                        </p:attrNameLst>
                                      </p:cBhvr>
                                      <p:to>
                                        <p:strVal val="hidden"/>
                                      </p:to>
                                    </p:se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dissolve">
                                      <p:cBhvr>
                                        <p:cTn id="11" dur="500"/>
                                        <p:tgtEl>
                                          <p:spTgt spid="7"/>
                                        </p:tgtEl>
                                      </p:cBhvr>
                                    </p:animEffect>
                                  </p:childTnLst>
                                </p:cTn>
                              </p:par>
                              <p:par>
                                <p:cTn id="12" presetID="9" presetClass="entr" presetSubtype="0" fill="hold" grpId="0" nodeType="withEffect">
                                  <p:stCondLst>
                                    <p:cond delay="0"/>
                                  </p:stCondLst>
                                  <p:childTnLst>
                                    <p:set>
                                      <p:cBhvr>
                                        <p:cTn id="13" dur="1" fill="hold">
                                          <p:stCondLst>
                                            <p:cond delay="0"/>
                                          </p:stCondLst>
                                        </p:cTn>
                                        <p:tgtEl>
                                          <p:spTgt spid="102"/>
                                        </p:tgtEl>
                                        <p:attrNameLst>
                                          <p:attrName>style.visibility</p:attrName>
                                        </p:attrNameLst>
                                      </p:cBhvr>
                                      <p:to>
                                        <p:strVal val="visible"/>
                                      </p:to>
                                    </p:set>
                                    <p:animEffect transition="in" filter="dissolve">
                                      <p:cBhvr>
                                        <p:cTn id="14" dur="500"/>
                                        <p:tgtEl>
                                          <p:spTgt spid="102"/>
                                        </p:tgtEl>
                                      </p:cBhvr>
                                    </p:animEffect>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grpId="0" nodeType="clickEffect">
                                  <p:stCondLst>
                                    <p:cond delay="0"/>
                                  </p:stCondLst>
                                  <p:childTnLst>
                                    <p:set>
                                      <p:cBhvr>
                                        <p:cTn id="18" dur="1" fill="hold">
                                          <p:stCondLst>
                                            <p:cond delay="0"/>
                                          </p:stCondLst>
                                        </p:cTn>
                                        <p:tgtEl>
                                          <p:spTgt spid="144"/>
                                        </p:tgtEl>
                                        <p:attrNameLst>
                                          <p:attrName>style.visibility</p:attrName>
                                        </p:attrNameLst>
                                      </p:cBhvr>
                                      <p:to>
                                        <p:strVal val="visible"/>
                                      </p:to>
                                    </p:set>
                                    <p:animEffect transition="in" filter="dissolve">
                                      <p:cBhvr>
                                        <p:cTn id="19" dur="500"/>
                                        <p:tgtEl>
                                          <p:spTgt spid="1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 grpId="0"/>
      <p:bldP spid="102" grpId="0"/>
      <p:bldP spid="119" grpId="0"/>
    </p:bld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descr="Icon&#10;&#10;Description automatically generated with low confidence">
            <a:extLst>
              <a:ext uri="{FF2B5EF4-FFF2-40B4-BE49-F238E27FC236}">
                <a16:creationId xmlns:a16="http://schemas.microsoft.com/office/drawing/2014/main" id="{17A504FA-5493-C357-A605-4DCC182B6E1E}"/>
              </a:ext>
            </a:extLst>
          </p:cNvPr>
          <p:cNvPicPr>
            <a:picLocks noChangeAspect="1"/>
          </p:cNvPicPr>
          <p:nvPr/>
        </p:nvPicPr>
        <p:blipFill>
          <a:blip r:embed="rId3"/>
          <a:stretch>
            <a:fillRect/>
          </a:stretch>
        </p:blipFill>
        <p:spPr>
          <a:xfrm>
            <a:off x="3728349" y="1695405"/>
            <a:ext cx="351909" cy="488275"/>
          </a:xfrm>
          <a:prstGeom prst="rect">
            <a:avLst/>
          </a:prstGeom>
        </p:spPr>
      </p:pic>
      <p:sp>
        <p:nvSpPr>
          <p:cNvPr id="118" name="Freeform 8">
            <a:extLst>
              <a:ext uri="{FF2B5EF4-FFF2-40B4-BE49-F238E27FC236}">
                <a16:creationId xmlns:a16="http://schemas.microsoft.com/office/drawing/2014/main" id="{5C25CEF4-E407-5F48-A3E3-98E83E25849B}"/>
              </a:ext>
            </a:extLst>
          </p:cNvPr>
          <p:cNvSpPr>
            <a:spLocks/>
          </p:cNvSpPr>
          <p:nvPr/>
        </p:nvSpPr>
        <p:spPr bwMode="auto">
          <a:xfrm>
            <a:off x="3548141" y="1573968"/>
            <a:ext cx="4992" cy="3104606"/>
          </a:xfrm>
          <a:custGeom>
            <a:avLst/>
            <a:gdLst>
              <a:gd name="T0" fmla="*/ 0 w 4100"/>
              <a:gd name="T1" fmla="*/ 0 h 2072"/>
              <a:gd name="T2" fmla="*/ 4 w 4100"/>
              <a:gd name="T3" fmla="*/ 1736 h 2072"/>
              <a:gd name="T4" fmla="*/ 804 w 4100"/>
              <a:gd name="T5" fmla="*/ 2064 h 2072"/>
              <a:gd name="T6" fmla="*/ 3468 w 4100"/>
              <a:gd name="T7" fmla="*/ 2072 h 2072"/>
              <a:gd name="T8" fmla="*/ 4100 w 4100"/>
              <a:gd name="T9" fmla="*/ 1736 h 2072"/>
              <a:gd name="T10" fmla="*/ 4100 w 4100"/>
              <a:gd name="T11" fmla="*/ 96 h 2072"/>
              <a:gd name="T12" fmla="*/ 0 60000 65536"/>
              <a:gd name="T13" fmla="*/ 0 60000 65536"/>
              <a:gd name="T14" fmla="*/ 0 60000 65536"/>
              <a:gd name="T15" fmla="*/ 0 60000 65536"/>
              <a:gd name="T16" fmla="*/ 0 60000 65536"/>
              <a:gd name="T17" fmla="*/ 0 60000 65536"/>
              <a:gd name="T18" fmla="*/ 0 w 4100"/>
              <a:gd name="T19" fmla="*/ 0 h 2072"/>
              <a:gd name="T20" fmla="*/ 4100 w 4100"/>
              <a:gd name="T21" fmla="*/ 2072 h 2072"/>
              <a:gd name="connsiteX0" fmla="*/ 0 w 10000"/>
              <a:gd name="connsiteY0" fmla="*/ 0 h 10000"/>
              <a:gd name="connsiteX1" fmla="*/ 10 w 10000"/>
              <a:gd name="connsiteY1" fmla="*/ 8378 h 10000"/>
              <a:gd name="connsiteX2" fmla="*/ 1961 w 10000"/>
              <a:gd name="connsiteY2" fmla="*/ 9961 h 10000"/>
              <a:gd name="connsiteX3" fmla="*/ 8459 w 10000"/>
              <a:gd name="connsiteY3" fmla="*/ 10000 h 10000"/>
              <a:gd name="connsiteX4" fmla="*/ 10000 w 10000"/>
              <a:gd name="connsiteY4" fmla="*/ 8378 h 10000"/>
              <a:gd name="connsiteX0" fmla="*/ 0 w 8459"/>
              <a:gd name="connsiteY0" fmla="*/ 0 h 10000"/>
              <a:gd name="connsiteX1" fmla="*/ 10 w 8459"/>
              <a:gd name="connsiteY1" fmla="*/ 8378 h 10000"/>
              <a:gd name="connsiteX2" fmla="*/ 1961 w 8459"/>
              <a:gd name="connsiteY2" fmla="*/ 9961 h 10000"/>
              <a:gd name="connsiteX3" fmla="*/ 8459 w 8459"/>
              <a:gd name="connsiteY3" fmla="*/ 10000 h 10000"/>
              <a:gd name="connsiteX0" fmla="*/ 0 w 2318"/>
              <a:gd name="connsiteY0" fmla="*/ 0 h 9961"/>
              <a:gd name="connsiteX1" fmla="*/ 12 w 2318"/>
              <a:gd name="connsiteY1" fmla="*/ 8378 h 9961"/>
              <a:gd name="connsiteX2" fmla="*/ 2318 w 2318"/>
              <a:gd name="connsiteY2" fmla="*/ 9961 h 9961"/>
              <a:gd name="connsiteX0" fmla="*/ 0 w 52"/>
              <a:gd name="connsiteY0" fmla="*/ 0 h 8411"/>
              <a:gd name="connsiteX1" fmla="*/ 52 w 52"/>
              <a:gd name="connsiteY1" fmla="*/ 8411 h 8411"/>
            </a:gdLst>
            <a:ahLst/>
            <a:cxnLst>
              <a:cxn ang="0">
                <a:pos x="connsiteX0" y="connsiteY0"/>
              </a:cxn>
              <a:cxn ang="0">
                <a:pos x="connsiteX1" y="connsiteY1"/>
              </a:cxn>
            </a:cxnLst>
            <a:rect l="l" t="t" r="r" b="b"/>
            <a:pathLst>
              <a:path w="52" h="8411">
                <a:moveTo>
                  <a:pt x="0" y="0"/>
                </a:moveTo>
                <a:cubicBezTo>
                  <a:pt x="17" y="2804"/>
                  <a:pt x="35" y="5607"/>
                  <a:pt x="52" y="8411"/>
                </a:cubicBezTo>
              </a:path>
            </a:pathLst>
          </a:custGeom>
          <a:noFill/>
          <a:ln w="44450">
            <a:solidFill>
              <a:srgbClr val="C0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       </a:t>
            </a:r>
          </a:p>
        </p:txBody>
      </p:sp>
      <p:sp>
        <p:nvSpPr>
          <p:cNvPr id="220" name="Freeform 10">
            <a:extLst>
              <a:ext uri="{FF2B5EF4-FFF2-40B4-BE49-F238E27FC236}">
                <a16:creationId xmlns:a16="http://schemas.microsoft.com/office/drawing/2014/main" id="{236C8C34-AA0A-1747-BF1D-3CBFB21AC1F2}"/>
              </a:ext>
            </a:extLst>
          </p:cNvPr>
          <p:cNvSpPr>
            <a:spLocks/>
          </p:cNvSpPr>
          <p:nvPr/>
        </p:nvSpPr>
        <p:spPr bwMode="auto">
          <a:xfrm rot="10800000" flipH="1">
            <a:off x="10916607" y="1577038"/>
            <a:ext cx="450309" cy="4061761"/>
          </a:xfrm>
          <a:custGeom>
            <a:avLst/>
            <a:gdLst>
              <a:gd name="T0" fmla="*/ 2147483646 w 267"/>
              <a:gd name="T1" fmla="*/ 2147483646 h 1186"/>
              <a:gd name="T2" fmla="*/ 0 w 267"/>
              <a:gd name="T3" fmla="*/ 0 h 1186"/>
              <a:gd name="T4" fmla="*/ 0 w 267"/>
              <a:gd name="T5" fmla="*/ 2147483646 h 1186"/>
              <a:gd name="T6" fmla="*/ 2147483646 w 267"/>
              <a:gd name="T7" fmla="*/ 2147483646 h 1186"/>
              <a:gd name="T8" fmla="*/ 2147483646 w 267"/>
              <a:gd name="T9" fmla="*/ 2147483646 h 1186"/>
              <a:gd name="T10" fmla="*/ 0 60000 65536"/>
              <a:gd name="T11" fmla="*/ 0 60000 65536"/>
              <a:gd name="T12" fmla="*/ 0 60000 65536"/>
              <a:gd name="T13" fmla="*/ 0 60000 65536"/>
              <a:gd name="T14" fmla="*/ 0 60000 65536"/>
              <a:gd name="T15" fmla="*/ 0 w 267"/>
              <a:gd name="T16" fmla="*/ 0 h 1186"/>
              <a:gd name="T17" fmla="*/ 267 w 267"/>
              <a:gd name="T18" fmla="*/ 1186 h 1186"/>
              <a:gd name="connsiteX0" fmla="*/ 11593 w 11593"/>
              <a:gd name="connsiteY0" fmla="*/ 0 h 10109"/>
              <a:gd name="connsiteX1" fmla="*/ 0 w 11593"/>
              <a:gd name="connsiteY1" fmla="*/ 109 h 10109"/>
              <a:gd name="connsiteX2" fmla="*/ 0 w 11593"/>
              <a:gd name="connsiteY2" fmla="*/ 10109 h 10109"/>
              <a:gd name="connsiteX3" fmla="*/ 10000 w 11593"/>
              <a:gd name="connsiteY3" fmla="*/ 5606 h 10109"/>
              <a:gd name="connsiteX4" fmla="*/ 11593 w 11593"/>
              <a:gd name="connsiteY4" fmla="*/ 0 h 10109"/>
              <a:gd name="connsiteX0" fmla="*/ 11593 w 12080"/>
              <a:gd name="connsiteY0" fmla="*/ 0 h 10109"/>
              <a:gd name="connsiteX1" fmla="*/ 0 w 12080"/>
              <a:gd name="connsiteY1" fmla="*/ 109 h 10109"/>
              <a:gd name="connsiteX2" fmla="*/ 0 w 12080"/>
              <a:gd name="connsiteY2" fmla="*/ 10109 h 10109"/>
              <a:gd name="connsiteX3" fmla="*/ 12080 w 12080"/>
              <a:gd name="connsiteY3" fmla="*/ 1850 h 10109"/>
              <a:gd name="connsiteX4" fmla="*/ 11593 w 12080"/>
              <a:gd name="connsiteY4" fmla="*/ 0 h 10109"/>
              <a:gd name="connsiteX0" fmla="*/ 11593 w 12080"/>
              <a:gd name="connsiteY0" fmla="*/ 2239 h 12348"/>
              <a:gd name="connsiteX1" fmla="*/ 0 w 12080"/>
              <a:gd name="connsiteY1" fmla="*/ 0 h 12348"/>
              <a:gd name="connsiteX2" fmla="*/ 0 w 12080"/>
              <a:gd name="connsiteY2" fmla="*/ 12348 h 12348"/>
              <a:gd name="connsiteX3" fmla="*/ 12080 w 12080"/>
              <a:gd name="connsiteY3" fmla="*/ 4089 h 12348"/>
              <a:gd name="connsiteX4" fmla="*/ 11593 w 12080"/>
              <a:gd name="connsiteY4" fmla="*/ 2239 h 12348"/>
              <a:gd name="connsiteX0" fmla="*/ 12841 w 13328"/>
              <a:gd name="connsiteY0" fmla="*/ 10034 h 20143"/>
              <a:gd name="connsiteX1" fmla="*/ 0 w 13328"/>
              <a:gd name="connsiteY1" fmla="*/ 0 h 20143"/>
              <a:gd name="connsiteX2" fmla="*/ 1248 w 13328"/>
              <a:gd name="connsiteY2" fmla="*/ 20143 h 20143"/>
              <a:gd name="connsiteX3" fmla="*/ 13328 w 13328"/>
              <a:gd name="connsiteY3" fmla="*/ 11884 h 20143"/>
              <a:gd name="connsiteX4" fmla="*/ 12841 w 13328"/>
              <a:gd name="connsiteY4" fmla="*/ 10034 h 20143"/>
              <a:gd name="connsiteX0" fmla="*/ 12425 w 13328"/>
              <a:gd name="connsiteY0" fmla="*/ 0 h 21660"/>
              <a:gd name="connsiteX1" fmla="*/ 0 w 13328"/>
              <a:gd name="connsiteY1" fmla="*/ 1517 h 21660"/>
              <a:gd name="connsiteX2" fmla="*/ 1248 w 13328"/>
              <a:gd name="connsiteY2" fmla="*/ 21660 h 21660"/>
              <a:gd name="connsiteX3" fmla="*/ 13328 w 13328"/>
              <a:gd name="connsiteY3" fmla="*/ 13401 h 21660"/>
              <a:gd name="connsiteX4" fmla="*/ 12425 w 13328"/>
              <a:gd name="connsiteY4" fmla="*/ 0 h 21660"/>
              <a:gd name="connsiteX0" fmla="*/ 12425 w 12496"/>
              <a:gd name="connsiteY0" fmla="*/ 0 h 21660"/>
              <a:gd name="connsiteX1" fmla="*/ 0 w 12496"/>
              <a:gd name="connsiteY1" fmla="*/ 1517 h 21660"/>
              <a:gd name="connsiteX2" fmla="*/ 1248 w 12496"/>
              <a:gd name="connsiteY2" fmla="*/ 21660 h 21660"/>
              <a:gd name="connsiteX3" fmla="*/ 12496 w 12496"/>
              <a:gd name="connsiteY3" fmla="*/ 4855 h 21660"/>
              <a:gd name="connsiteX4" fmla="*/ 12425 w 12496"/>
              <a:gd name="connsiteY4" fmla="*/ 0 h 21660"/>
              <a:gd name="connsiteX0" fmla="*/ 12425 w 12496"/>
              <a:gd name="connsiteY0" fmla="*/ 0 h 21660"/>
              <a:gd name="connsiteX1" fmla="*/ 0 w 12496"/>
              <a:gd name="connsiteY1" fmla="*/ 1517 h 21660"/>
              <a:gd name="connsiteX2" fmla="*/ 1248 w 12496"/>
              <a:gd name="connsiteY2" fmla="*/ 21660 h 21660"/>
              <a:gd name="connsiteX3" fmla="*/ 12496 w 12496"/>
              <a:gd name="connsiteY3" fmla="*/ 4855 h 21660"/>
              <a:gd name="connsiteX4" fmla="*/ 12425 w 12496"/>
              <a:gd name="connsiteY4" fmla="*/ 0 h 21660"/>
              <a:gd name="connsiteX0" fmla="*/ 12425 w 12496"/>
              <a:gd name="connsiteY0" fmla="*/ 0 h 21660"/>
              <a:gd name="connsiteX1" fmla="*/ 0 w 12496"/>
              <a:gd name="connsiteY1" fmla="*/ 1517 h 21660"/>
              <a:gd name="connsiteX2" fmla="*/ 1248 w 12496"/>
              <a:gd name="connsiteY2" fmla="*/ 21660 h 21660"/>
              <a:gd name="connsiteX3" fmla="*/ 12496 w 12496"/>
              <a:gd name="connsiteY3" fmla="*/ 4855 h 21660"/>
              <a:gd name="connsiteX4" fmla="*/ 12425 w 12496"/>
              <a:gd name="connsiteY4" fmla="*/ 0 h 216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96" h="21660">
                <a:moveTo>
                  <a:pt x="12425" y="0"/>
                </a:moveTo>
                <a:lnTo>
                  <a:pt x="0" y="1517"/>
                </a:lnTo>
                <a:lnTo>
                  <a:pt x="1248" y="21660"/>
                </a:lnTo>
                <a:cubicBezTo>
                  <a:pt x="4581" y="12959"/>
                  <a:pt x="6667" y="10269"/>
                  <a:pt x="12496" y="4855"/>
                </a:cubicBezTo>
                <a:cubicBezTo>
                  <a:pt x="12472" y="3237"/>
                  <a:pt x="12449" y="1618"/>
                  <a:pt x="12425" y="0"/>
                </a:cubicBezTo>
                <a:close/>
              </a:path>
            </a:pathLst>
          </a:custGeom>
          <a:gradFill rotWithShape="1">
            <a:gsLst>
              <a:gs pos="0">
                <a:srgbClr val="3C6CDF"/>
              </a:gs>
              <a:gs pos="100000">
                <a:schemeClr val="bg1"/>
              </a:gs>
            </a:gsLst>
            <a:lin ang="0" scaled="1"/>
          </a:gra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25267" y="291947"/>
            <a:ext cx="10515600" cy="894622"/>
          </a:xfrm>
        </p:spPr>
        <p:txBody>
          <a:bodyPr>
            <a:normAutofit/>
          </a:bodyPr>
          <a:lstStyle/>
          <a:p>
            <a:r>
              <a:rPr lang="en-US" altLang="en-US" sz="4400">
                <a:ea typeface="ＭＳ Ｐゴシック" panose="020B0600070205080204" pitchFamily="34" charset="-128"/>
              </a:rPr>
              <a:t>Services, Layering and Encapsulation</a:t>
            </a:r>
            <a:endParaRPr lang="en-US" sz="4400"/>
          </a:p>
        </p:txBody>
      </p:sp>
      <p:sp>
        <p:nvSpPr>
          <p:cNvPr id="13" name="Text Box 8">
            <a:extLst>
              <a:ext uri="{FF2B5EF4-FFF2-40B4-BE49-F238E27FC236}">
                <a16:creationId xmlns:a16="http://schemas.microsoft.com/office/drawing/2014/main" id="{10CAB5B1-70B7-184B-A16F-4239A3118B18}"/>
              </a:ext>
            </a:extLst>
          </p:cNvPr>
          <p:cNvSpPr txBox="1">
            <a:spLocks noChangeArrowheads="1"/>
          </p:cNvSpPr>
          <p:nvPr/>
        </p:nvSpPr>
        <p:spPr bwMode="auto">
          <a:xfrm>
            <a:off x="449705" y="5724388"/>
            <a:ext cx="11001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400" b="0" i="1" u="none" strike="noStrike" kern="1200" cap="none" spc="0" normalizeH="0" baseline="0" noProof="0">
                <a:ln>
                  <a:noFill/>
                </a:ln>
                <a:solidFill>
                  <a:srgbClr val="000099"/>
                </a:solidFill>
                <a:effectLst/>
                <a:uLnTx/>
                <a:uFillTx/>
                <a:latin typeface="Arial" panose="020B0604020202020204" pitchFamily="34" charset="0"/>
                <a:ea typeface="MS PGothic" panose="020B0600070205080204" pitchFamily="34" charset="-128"/>
                <a:cs typeface="Arial" panose="020B0604020202020204" pitchFamily="34" charset="0"/>
              </a:rPr>
              <a:t>source</a:t>
            </a:r>
          </a:p>
        </p:txBody>
      </p:sp>
      <p:sp>
        <p:nvSpPr>
          <p:cNvPr id="14" name="Freeform 10">
            <a:extLst>
              <a:ext uri="{FF2B5EF4-FFF2-40B4-BE49-F238E27FC236}">
                <a16:creationId xmlns:a16="http://schemas.microsoft.com/office/drawing/2014/main" id="{1C528DAB-CFD1-6943-9F41-1A6F334C3C75}"/>
              </a:ext>
            </a:extLst>
          </p:cNvPr>
          <p:cNvSpPr>
            <a:spLocks/>
          </p:cNvSpPr>
          <p:nvPr/>
        </p:nvSpPr>
        <p:spPr bwMode="auto">
          <a:xfrm rot="10800000">
            <a:off x="975630" y="1559549"/>
            <a:ext cx="450309" cy="4061761"/>
          </a:xfrm>
          <a:custGeom>
            <a:avLst/>
            <a:gdLst>
              <a:gd name="T0" fmla="*/ 2147483646 w 267"/>
              <a:gd name="T1" fmla="*/ 2147483646 h 1186"/>
              <a:gd name="T2" fmla="*/ 0 w 267"/>
              <a:gd name="T3" fmla="*/ 0 h 1186"/>
              <a:gd name="T4" fmla="*/ 0 w 267"/>
              <a:gd name="T5" fmla="*/ 2147483646 h 1186"/>
              <a:gd name="T6" fmla="*/ 2147483646 w 267"/>
              <a:gd name="T7" fmla="*/ 2147483646 h 1186"/>
              <a:gd name="T8" fmla="*/ 2147483646 w 267"/>
              <a:gd name="T9" fmla="*/ 2147483646 h 1186"/>
              <a:gd name="T10" fmla="*/ 0 60000 65536"/>
              <a:gd name="T11" fmla="*/ 0 60000 65536"/>
              <a:gd name="T12" fmla="*/ 0 60000 65536"/>
              <a:gd name="T13" fmla="*/ 0 60000 65536"/>
              <a:gd name="T14" fmla="*/ 0 60000 65536"/>
              <a:gd name="T15" fmla="*/ 0 w 267"/>
              <a:gd name="T16" fmla="*/ 0 h 1186"/>
              <a:gd name="T17" fmla="*/ 267 w 267"/>
              <a:gd name="T18" fmla="*/ 1186 h 1186"/>
              <a:gd name="connsiteX0" fmla="*/ 11593 w 11593"/>
              <a:gd name="connsiteY0" fmla="*/ 0 h 10109"/>
              <a:gd name="connsiteX1" fmla="*/ 0 w 11593"/>
              <a:gd name="connsiteY1" fmla="*/ 109 h 10109"/>
              <a:gd name="connsiteX2" fmla="*/ 0 w 11593"/>
              <a:gd name="connsiteY2" fmla="*/ 10109 h 10109"/>
              <a:gd name="connsiteX3" fmla="*/ 10000 w 11593"/>
              <a:gd name="connsiteY3" fmla="*/ 5606 h 10109"/>
              <a:gd name="connsiteX4" fmla="*/ 11593 w 11593"/>
              <a:gd name="connsiteY4" fmla="*/ 0 h 10109"/>
              <a:gd name="connsiteX0" fmla="*/ 11593 w 12080"/>
              <a:gd name="connsiteY0" fmla="*/ 0 h 10109"/>
              <a:gd name="connsiteX1" fmla="*/ 0 w 12080"/>
              <a:gd name="connsiteY1" fmla="*/ 109 h 10109"/>
              <a:gd name="connsiteX2" fmla="*/ 0 w 12080"/>
              <a:gd name="connsiteY2" fmla="*/ 10109 h 10109"/>
              <a:gd name="connsiteX3" fmla="*/ 12080 w 12080"/>
              <a:gd name="connsiteY3" fmla="*/ 1850 h 10109"/>
              <a:gd name="connsiteX4" fmla="*/ 11593 w 12080"/>
              <a:gd name="connsiteY4" fmla="*/ 0 h 10109"/>
              <a:gd name="connsiteX0" fmla="*/ 11593 w 12080"/>
              <a:gd name="connsiteY0" fmla="*/ 2239 h 12348"/>
              <a:gd name="connsiteX1" fmla="*/ 0 w 12080"/>
              <a:gd name="connsiteY1" fmla="*/ 0 h 12348"/>
              <a:gd name="connsiteX2" fmla="*/ 0 w 12080"/>
              <a:gd name="connsiteY2" fmla="*/ 12348 h 12348"/>
              <a:gd name="connsiteX3" fmla="*/ 12080 w 12080"/>
              <a:gd name="connsiteY3" fmla="*/ 4089 h 12348"/>
              <a:gd name="connsiteX4" fmla="*/ 11593 w 12080"/>
              <a:gd name="connsiteY4" fmla="*/ 2239 h 12348"/>
              <a:gd name="connsiteX0" fmla="*/ 12841 w 13328"/>
              <a:gd name="connsiteY0" fmla="*/ 10034 h 20143"/>
              <a:gd name="connsiteX1" fmla="*/ 0 w 13328"/>
              <a:gd name="connsiteY1" fmla="*/ 0 h 20143"/>
              <a:gd name="connsiteX2" fmla="*/ 1248 w 13328"/>
              <a:gd name="connsiteY2" fmla="*/ 20143 h 20143"/>
              <a:gd name="connsiteX3" fmla="*/ 13328 w 13328"/>
              <a:gd name="connsiteY3" fmla="*/ 11884 h 20143"/>
              <a:gd name="connsiteX4" fmla="*/ 12841 w 13328"/>
              <a:gd name="connsiteY4" fmla="*/ 10034 h 20143"/>
              <a:gd name="connsiteX0" fmla="*/ 12425 w 13328"/>
              <a:gd name="connsiteY0" fmla="*/ 0 h 21660"/>
              <a:gd name="connsiteX1" fmla="*/ 0 w 13328"/>
              <a:gd name="connsiteY1" fmla="*/ 1517 h 21660"/>
              <a:gd name="connsiteX2" fmla="*/ 1248 w 13328"/>
              <a:gd name="connsiteY2" fmla="*/ 21660 h 21660"/>
              <a:gd name="connsiteX3" fmla="*/ 13328 w 13328"/>
              <a:gd name="connsiteY3" fmla="*/ 13401 h 21660"/>
              <a:gd name="connsiteX4" fmla="*/ 12425 w 13328"/>
              <a:gd name="connsiteY4" fmla="*/ 0 h 21660"/>
              <a:gd name="connsiteX0" fmla="*/ 12425 w 12496"/>
              <a:gd name="connsiteY0" fmla="*/ 0 h 21660"/>
              <a:gd name="connsiteX1" fmla="*/ 0 w 12496"/>
              <a:gd name="connsiteY1" fmla="*/ 1517 h 21660"/>
              <a:gd name="connsiteX2" fmla="*/ 1248 w 12496"/>
              <a:gd name="connsiteY2" fmla="*/ 21660 h 21660"/>
              <a:gd name="connsiteX3" fmla="*/ 12496 w 12496"/>
              <a:gd name="connsiteY3" fmla="*/ 4855 h 21660"/>
              <a:gd name="connsiteX4" fmla="*/ 12425 w 12496"/>
              <a:gd name="connsiteY4" fmla="*/ 0 h 21660"/>
              <a:gd name="connsiteX0" fmla="*/ 12425 w 12496"/>
              <a:gd name="connsiteY0" fmla="*/ 0 h 21660"/>
              <a:gd name="connsiteX1" fmla="*/ 0 w 12496"/>
              <a:gd name="connsiteY1" fmla="*/ 1517 h 21660"/>
              <a:gd name="connsiteX2" fmla="*/ 1248 w 12496"/>
              <a:gd name="connsiteY2" fmla="*/ 21660 h 21660"/>
              <a:gd name="connsiteX3" fmla="*/ 12496 w 12496"/>
              <a:gd name="connsiteY3" fmla="*/ 4855 h 21660"/>
              <a:gd name="connsiteX4" fmla="*/ 12425 w 12496"/>
              <a:gd name="connsiteY4" fmla="*/ 0 h 21660"/>
              <a:gd name="connsiteX0" fmla="*/ 12425 w 12496"/>
              <a:gd name="connsiteY0" fmla="*/ 0 h 21660"/>
              <a:gd name="connsiteX1" fmla="*/ 0 w 12496"/>
              <a:gd name="connsiteY1" fmla="*/ 1517 h 21660"/>
              <a:gd name="connsiteX2" fmla="*/ 1248 w 12496"/>
              <a:gd name="connsiteY2" fmla="*/ 21660 h 21660"/>
              <a:gd name="connsiteX3" fmla="*/ 12496 w 12496"/>
              <a:gd name="connsiteY3" fmla="*/ 4855 h 21660"/>
              <a:gd name="connsiteX4" fmla="*/ 12425 w 12496"/>
              <a:gd name="connsiteY4" fmla="*/ 0 h 216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96" h="21660">
                <a:moveTo>
                  <a:pt x="12425" y="0"/>
                </a:moveTo>
                <a:lnTo>
                  <a:pt x="0" y="1517"/>
                </a:lnTo>
                <a:lnTo>
                  <a:pt x="1248" y="21660"/>
                </a:lnTo>
                <a:cubicBezTo>
                  <a:pt x="4581" y="12959"/>
                  <a:pt x="6667" y="10269"/>
                  <a:pt x="12496" y="4855"/>
                </a:cubicBezTo>
                <a:cubicBezTo>
                  <a:pt x="12472" y="3237"/>
                  <a:pt x="12449" y="1618"/>
                  <a:pt x="12425" y="0"/>
                </a:cubicBezTo>
                <a:close/>
              </a:path>
            </a:pathLst>
          </a:custGeom>
          <a:gradFill rotWithShape="1">
            <a:gsLst>
              <a:gs pos="0">
                <a:srgbClr val="3C6CDF"/>
              </a:gs>
              <a:gs pos="100000">
                <a:schemeClr val="bg1"/>
              </a:gs>
            </a:gsLst>
            <a:lin ang="0" scaled="1"/>
          </a:gra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24" name="Group 190">
            <a:extLst>
              <a:ext uri="{FF2B5EF4-FFF2-40B4-BE49-F238E27FC236}">
                <a16:creationId xmlns:a16="http://schemas.microsoft.com/office/drawing/2014/main" id="{8D7B8AF0-B984-FB44-AB9F-07CA253CEA38}"/>
              </a:ext>
            </a:extLst>
          </p:cNvPr>
          <p:cNvGrpSpPr>
            <a:grpSpLocks/>
          </p:cNvGrpSpPr>
          <p:nvPr/>
        </p:nvGrpSpPr>
        <p:grpSpPr bwMode="auto">
          <a:xfrm flipH="1">
            <a:off x="635446" y="5073984"/>
            <a:ext cx="803275" cy="771525"/>
            <a:chOff x="-44" y="1473"/>
            <a:chExt cx="981" cy="1105"/>
          </a:xfrm>
        </p:grpSpPr>
        <p:pic>
          <p:nvPicPr>
            <p:cNvPr id="25" name="Picture 191" descr="desktop_computer_stylized_medium">
              <a:extLst>
                <a:ext uri="{FF2B5EF4-FFF2-40B4-BE49-F238E27FC236}">
                  <a16:creationId xmlns:a16="http://schemas.microsoft.com/office/drawing/2014/main" id="{06D1D726-A569-254A-9E27-366DB8CF32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Freeform 192">
              <a:extLst>
                <a:ext uri="{FF2B5EF4-FFF2-40B4-BE49-F238E27FC236}">
                  <a16:creationId xmlns:a16="http://schemas.microsoft.com/office/drawing/2014/main" id="{F5362B29-42A6-3F4A-A1AB-EFF56E7B7726}"/>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12" name="Group 211">
            <a:extLst>
              <a:ext uri="{FF2B5EF4-FFF2-40B4-BE49-F238E27FC236}">
                <a16:creationId xmlns:a16="http://schemas.microsoft.com/office/drawing/2014/main" id="{BD0C4974-D689-414F-A2EB-9B1043F3314D}"/>
              </a:ext>
            </a:extLst>
          </p:cNvPr>
          <p:cNvGrpSpPr/>
          <p:nvPr/>
        </p:nvGrpSpPr>
        <p:grpSpPr>
          <a:xfrm>
            <a:off x="1334125" y="1421667"/>
            <a:ext cx="1765726" cy="4034752"/>
            <a:chOff x="1484027" y="1706480"/>
            <a:chExt cx="1765726" cy="4034752"/>
          </a:xfrm>
        </p:grpSpPr>
        <p:sp>
          <p:nvSpPr>
            <p:cNvPr id="11" name="Rectangle 24">
              <a:extLst>
                <a:ext uri="{FF2B5EF4-FFF2-40B4-BE49-F238E27FC236}">
                  <a16:creationId xmlns:a16="http://schemas.microsoft.com/office/drawing/2014/main" id="{ED8D52E4-C345-B842-A2E7-C8068B8E5CF4}"/>
                </a:ext>
              </a:extLst>
            </p:cNvPr>
            <p:cNvSpPr>
              <a:spLocks noChangeArrowheads="1"/>
            </p:cNvSpPr>
            <p:nvPr/>
          </p:nvSpPr>
          <p:spPr bwMode="auto">
            <a:xfrm>
              <a:off x="1528997" y="1870247"/>
              <a:ext cx="1648917" cy="3870985"/>
            </a:xfrm>
            <a:prstGeom prst="rect">
              <a:avLst/>
            </a:prstGeom>
            <a:solidFill>
              <a:schemeClr val="bg1"/>
            </a:solidFill>
            <a:ln w="28575">
              <a:solidFill>
                <a:schemeClr val="tx1"/>
              </a:solidFill>
              <a:miter lim="800000"/>
              <a:headEnd/>
              <a:tailEnd/>
            </a:ln>
            <a:effectLst>
              <a:outerShdw blurRad="76200" dist="38100" dir="18900000" sx="101000" sy="101000" algn="bl" rotWithShape="0">
                <a:prstClr val="black">
                  <a:alpha val="40000"/>
                </a:prstClr>
              </a:outerShdw>
            </a:effec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2" name="Text Box 26">
              <a:extLst>
                <a:ext uri="{FF2B5EF4-FFF2-40B4-BE49-F238E27FC236}">
                  <a16:creationId xmlns:a16="http://schemas.microsoft.com/office/drawing/2014/main" id="{A5089E2D-0B1B-544A-82BC-F28ED3191A4E}"/>
                </a:ext>
              </a:extLst>
            </p:cNvPr>
            <p:cNvSpPr txBox="1">
              <a:spLocks noChangeArrowheads="1"/>
            </p:cNvSpPr>
            <p:nvPr/>
          </p:nvSpPr>
          <p:spPr bwMode="auto">
            <a:xfrm>
              <a:off x="1484027" y="1706480"/>
              <a:ext cx="1765726" cy="4033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215000"/>
                </a:lnSpc>
                <a:spcBef>
                  <a:spcPct val="0"/>
                </a:spcBef>
                <a:spcAft>
                  <a:spcPts val="0"/>
                </a:spcAft>
                <a:buClrTx/>
                <a:buSzTx/>
                <a:buFontTx/>
                <a:buNone/>
                <a:tabLst/>
                <a:defRPr/>
              </a:pPr>
              <a:r>
                <a:rPr kumimoji="0" lang="en-US" altLang="en-US" sz="2400" b="0" i="0" u="none" strike="noStrike" kern="1200" cap="none" spc="0" normalizeH="0" baseline="0" noProof="0">
                  <a:ln>
                    <a:noFill/>
                  </a:ln>
                  <a:solidFill>
                    <a:prstClr val="black"/>
                  </a:solidFill>
                  <a:effectLst/>
                  <a:uLnTx/>
                  <a:uFillTx/>
                  <a:latin typeface="+mn-lt"/>
                  <a:ea typeface="MS PGothic" panose="020B0600070205080204" pitchFamily="34" charset="-128"/>
                  <a:cs typeface="Arial" panose="020B0604020202020204" pitchFamily="34" charset="0"/>
                </a:rPr>
                <a:t>application</a:t>
              </a:r>
            </a:p>
            <a:p>
              <a:pPr marL="0" marR="0" lvl="0" indent="0" algn="ctr" defTabSz="914400" rtl="0" eaLnBrk="1" fontAlgn="auto" latinLnBrk="0" hangingPunct="1">
                <a:lnSpc>
                  <a:spcPct val="215000"/>
                </a:lnSpc>
                <a:spcBef>
                  <a:spcPct val="0"/>
                </a:spcBef>
                <a:spcAft>
                  <a:spcPts val="0"/>
                </a:spcAft>
                <a:buClrTx/>
                <a:buSzTx/>
                <a:buFontTx/>
                <a:buNone/>
                <a:tabLst/>
                <a:defRPr/>
              </a:pPr>
              <a:r>
                <a:rPr kumimoji="0" lang="en-US" altLang="en-US" sz="2400" b="0" i="0" u="none" strike="noStrike" kern="1200" cap="none" spc="0" normalizeH="0" baseline="0" noProof="0">
                  <a:ln>
                    <a:noFill/>
                  </a:ln>
                  <a:solidFill>
                    <a:prstClr val="black"/>
                  </a:solidFill>
                  <a:effectLst/>
                  <a:uLnTx/>
                  <a:uFillTx/>
                  <a:latin typeface="+mn-lt"/>
                  <a:ea typeface="MS PGothic" panose="020B0600070205080204" pitchFamily="34" charset="-128"/>
                  <a:cs typeface="Arial" panose="020B0604020202020204" pitchFamily="34" charset="0"/>
                </a:rPr>
                <a:t>transport</a:t>
              </a:r>
            </a:p>
            <a:p>
              <a:pPr marL="0" marR="0" lvl="0" indent="0" algn="ctr" defTabSz="914400" rtl="0" eaLnBrk="1" fontAlgn="auto" latinLnBrk="0" hangingPunct="1">
                <a:lnSpc>
                  <a:spcPct val="215000"/>
                </a:lnSpc>
                <a:spcBef>
                  <a:spcPct val="0"/>
                </a:spcBef>
                <a:spcAft>
                  <a:spcPts val="0"/>
                </a:spcAft>
                <a:buClrTx/>
                <a:buSzTx/>
                <a:buFontTx/>
                <a:buNone/>
                <a:tabLst/>
                <a:defRPr/>
              </a:pPr>
              <a:r>
                <a:rPr kumimoji="0" lang="en-US" altLang="en-US" sz="2400" b="0" i="0" u="none" strike="noStrike" kern="1200" cap="none" spc="0" normalizeH="0" baseline="0" noProof="0">
                  <a:ln>
                    <a:noFill/>
                  </a:ln>
                  <a:solidFill>
                    <a:prstClr val="black"/>
                  </a:solidFill>
                  <a:effectLst/>
                  <a:uLnTx/>
                  <a:uFillTx/>
                  <a:latin typeface="+mn-lt"/>
                  <a:ea typeface="MS PGothic" panose="020B0600070205080204" pitchFamily="34" charset="-128"/>
                  <a:cs typeface="Arial" panose="020B0604020202020204" pitchFamily="34" charset="0"/>
                </a:rPr>
                <a:t>network</a:t>
              </a:r>
            </a:p>
            <a:p>
              <a:pPr marL="0" marR="0" lvl="0" indent="0" algn="ctr" defTabSz="914400" rtl="0" eaLnBrk="1" fontAlgn="auto" latinLnBrk="0" hangingPunct="1">
                <a:lnSpc>
                  <a:spcPct val="215000"/>
                </a:lnSpc>
                <a:spcBef>
                  <a:spcPct val="0"/>
                </a:spcBef>
                <a:spcAft>
                  <a:spcPts val="0"/>
                </a:spcAft>
                <a:buClrTx/>
                <a:buSzTx/>
                <a:buFontTx/>
                <a:buNone/>
                <a:tabLst/>
                <a:defRPr/>
              </a:pPr>
              <a:r>
                <a:rPr kumimoji="0" lang="en-US" altLang="en-US" sz="2400" b="0" i="0" u="none" strike="noStrike" kern="1200" cap="none" spc="0" normalizeH="0" baseline="0" noProof="0">
                  <a:ln>
                    <a:noFill/>
                  </a:ln>
                  <a:solidFill>
                    <a:prstClr val="black"/>
                  </a:solidFill>
                  <a:effectLst/>
                  <a:uLnTx/>
                  <a:uFillTx/>
                  <a:latin typeface="+mn-lt"/>
                  <a:ea typeface="MS PGothic" panose="020B0600070205080204" pitchFamily="34" charset="-128"/>
                  <a:cs typeface="Arial" panose="020B0604020202020204" pitchFamily="34" charset="0"/>
                </a:rPr>
                <a:t>link</a:t>
              </a:r>
            </a:p>
            <a:p>
              <a:pPr marL="0" marR="0" lvl="0" indent="0" algn="ctr" defTabSz="914400" rtl="0" eaLnBrk="1" fontAlgn="auto" latinLnBrk="0" hangingPunct="1">
                <a:lnSpc>
                  <a:spcPct val="215000"/>
                </a:lnSpc>
                <a:spcBef>
                  <a:spcPct val="0"/>
                </a:spcBef>
                <a:spcAft>
                  <a:spcPts val="0"/>
                </a:spcAft>
                <a:buClrTx/>
                <a:buSzTx/>
                <a:buFontTx/>
                <a:buNone/>
                <a:tabLst/>
                <a:defRPr/>
              </a:pPr>
              <a:r>
                <a:rPr kumimoji="0" lang="en-US" altLang="en-US" sz="2400" b="0" i="0" u="none" strike="noStrike" kern="1200" cap="none" spc="0" normalizeH="0" baseline="0" noProof="0">
                  <a:ln>
                    <a:noFill/>
                  </a:ln>
                  <a:solidFill>
                    <a:prstClr val="black"/>
                  </a:solidFill>
                  <a:effectLst/>
                  <a:uLnTx/>
                  <a:uFillTx/>
                  <a:latin typeface="+mn-lt"/>
                  <a:ea typeface="MS PGothic" panose="020B0600070205080204" pitchFamily="34" charset="-128"/>
                  <a:cs typeface="Arial" panose="020B0604020202020204" pitchFamily="34" charset="0"/>
                </a:rPr>
                <a:t>physical</a:t>
              </a:r>
              <a:endParaRPr kumimoji="0" lang="en-US" altLang="en-US" sz="1800" b="0" i="0" u="none" strike="noStrike" kern="1200" cap="none" spc="0" normalizeH="0" baseline="0" noProof="0">
                <a:ln>
                  <a:noFill/>
                </a:ln>
                <a:solidFill>
                  <a:prstClr val="black"/>
                </a:solidFill>
                <a:effectLst/>
                <a:uLnTx/>
                <a:uFillTx/>
                <a:latin typeface="+mn-lt"/>
                <a:ea typeface="MS PGothic" panose="020B0600070205080204" pitchFamily="34" charset="-128"/>
                <a:cs typeface="Arial" panose="020B0604020202020204" pitchFamily="34" charset="0"/>
              </a:endParaRPr>
            </a:p>
          </p:txBody>
        </p:sp>
        <p:cxnSp>
          <p:nvCxnSpPr>
            <p:cNvPr id="117" name="Straight Connector 116">
              <a:extLst>
                <a:ext uri="{FF2B5EF4-FFF2-40B4-BE49-F238E27FC236}">
                  <a16:creationId xmlns:a16="http://schemas.microsoft.com/office/drawing/2014/main" id="{B3EBBB35-9D82-7C43-B882-52ED90AE3A71}"/>
                </a:ext>
              </a:extLst>
            </p:cNvPr>
            <p:cNvCxnSpPr>
              <a:cxnSpLocks/>
            </p:cNvCxnSpPr>
            <p:nvPr/>
          </p:nvCxnSpPr>
          <p:spPr>
            <a:xfrm>
              <a:off x="1534432" y="2675745"/>
              <a:ext cx="164348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F2EA7353-AEFA-934F-93DE-A8D55DF75658}"/>
                </a:ext>
              </a:extLst>
            </p:cNvPr>
            <p:cNvCxnSpPr>
              <a:cxnSpLocks/>
            </p:cNvCxnSpPr>
            <p:nvPr/>
          </p:nvCxnSpPr>
          <p:spPr>
            <a:xfrm>
              <a:off x="1506952" y="3472722"/>
              <a:ext cx="165597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840242E3-3BEB-D543-B881-84EB2D13BD66}"/>
                </a:ext>
              </a:extLst>
            </p:cNvPr>
            <p:cNvCxnSpPr>
              <a:cxnSpLocks/>
            </p:cNvCxnSpPr>
            <p:nvPr/>
          </p:nvCxnSpPr>
          <p:spPr>
            <a:xfrm>
              <a:off x="1509450" y="4209737"/>
              <a:ext cx="16684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DC27D746-0691-6F47-9E9D-1D63DF11D081}"/>
                </a:ext>
              </a:extLst>
            </p:cNvPr>
            <p:cNvCxnSpPr>
              <a:cxnSpLocks/>
            </p:cNvCxnSpPr>
            <p:nvPr/>
          </p:nvCxnSpPr>
          <p:spPr>
            <a:xfrm>
              <a:off x="1511947" y="4991726"/>
              <a:ext cx="165097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7" name="Group 950">
            <a:extLst>
              <a:ext uri="{FF2B5EF4-FFF2-40B4-BE49-F238E27FC236}">
                <a16:creationId xmlns:a16="http://schemas.microsoft.com/office/drawing/2014/main" id="{044873AD-74A5-8A44-846B-EC5D0FBC82D7}"/>
              </a:ext>
            </a:extLst>
          </p:cNvPr>
          <p:cNvGrpSpPr>
            <a:grpSpLocks/>
          </p:cNvGrpSpPr>
          <p:nvPr/>
        </p:nvGrpSpPr>
        <p:grpSpPr bwMode="auto">
          <a:xfrm>
            <a:off x="11107713" y="4961744"/>
            <a:ext cx="374754" cy="833726"/>
            <a:chOff x="4140" y="429"/>
            <a:chExt cx="1425" cy="2396"/>
          </a:xfrm>
        </p:grpSpPr>
        <p:sp>
          <p:nvSpPr>
            <p:cNvPr id="168" name="Freeform 951">
              <a:extLst>
                <a:ext uri="{FF2B5EF4-FFF2-40B4-BE49-F238E27FC236}">
                  <a16:creationId xmlns:a16="http://schemas.microsoft.com/office/drawing/2014/main" id="{EEDE4156-8281-D847-9240-9DE98999091B}"/>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9" name="Rectangle 952">
              <a:extLst>
                <a:ext uri="{FF2B5EF4-FFF2-40B4-BE49-F238E27FC236}">
                  <a16:creationId xmlns:a16="http://schemas.microsoft.com/office/drawing/2014/main" id="{22E8340D-B5D1-3C48-A062-4F70248D103D}"/>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70" name="Freeform 953">
              <a:extLst>
                <a:ext uri="{FF2B5EF4-FFF2-40B4-BE49-F238E27FC236}">
                  <a16:creationId xmlns:a16="http://schemas.microsoft.com/office/drawing/2014/main" id="{29109B86-1ABF-F647-8516-2AAE154A9E83}"/>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1" name="Freeform 954">
              <a:extLst>
                <a:ext uri="{FF2B5EF4-FFF2-40B4-BE49-F238E27FC236}">
                  <a16:creationId xmlns:a16="http://schemas.microsoft.com/office/drawing/2014/main" id="{9F93569F-8FC8-7C4E-9F95-B14647D2DB8C}"/>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2" name="Rectangle 955">
              <a:extLst>
                <a:ext uri="{FF2B5EF4-FFF2-40B4-BE49-F238E27FC236}">
                  <a16:creationId xmlns:a16="http://schemas.microsoft.com/office/drawing/2014/main" id="{8E5BC3B8-E87D-9F47-A6F6-AD8B57BC21E6}"/>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173" name="Group 956">
              <a:extLst>
                <a:ext uri="{FF2B5EF4-FFF2-40B4-BE49-F238E27FC236}">
                  <a16:creationId xmlns:a16="http://schemas.microsoft.com/office/drawing/2014/main" id="{1694DE96-689D-9540-964A-22F06F6D940F}"/>
                </a:ext>
              </a:extLst>
            </p:cNvPr>
            <p:cNvGrpSpPr>
              <a:grpSpLocks/>
            </p:cNvGrpSpPr>
            <p:nvPr/>
          </p:nvGrpSpPr>
          <p:grpSpPr bwMode="auto">
            <a:xfrm>
              <a:off x="4749" y="668"/>
              <a:ext cx="581" cy="145"/>
              <a:chOff x="614" y="2568"/>
              <a:chExt cx="725" cy="139"/>
            </a:xfrm>
          </p:grpSpPr>
          <p:sp>
            <p:nvSpPr>
              <p:cNvPr id="198" name="AutoShape 957">
                <a:extLst>
                  <a:ext uri="{FF2B5EF4-FFF2-40B4-BE49-F238E27FC236}">
                    <a16:creationId xmlns:a16="http://schemas.microsoft.com/office/drawing/2014/main" id="{435DFCEB-F2FD-7B44-93DA-9204E2E311E1}"/>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99" name="AutoShape 958">
                <a:extLst>
                  <a:ext uri="{FF2B5EF4-FFF2-40B4-BE49-F238E27FC236}">
                    <a16:creationId xmlns:a16="http://schemas.microsoft.com/office/drawing/2014/main" id="{521647D7-4114-1146-9C5A-F1DB4FEC81A9}"/>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174" name="Rectangle 959">
              <a:extLst>
                <a:ext uri="{FF2B5EF4-FFF2-40B4-BE49-F238E27FC236}">
                  <a16:creationId xmlns:a16="http://schemas.microsoft.com/office/drawing/2014/main" id="{3A0D9FD6-DBAC-4B49-A55F-167642D66FA7}"/>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175" name="Group 960">
              <a:extLst>
                <a:ext uri="{FF2B5EF4-FFF2-40B4-BE49-F238E27FC236}">
                  <a16:creationId xmlns:a16="http://schemas.microsoft.com/office/drawing/2014/main" id="{3CFA0950-BC76-3949-8726-38646B18FD5C}"/>
                </a:ext>
              </a:extLst>
            </p:cNvPr>
            <p:cNvGrpSpPr>
              <a:grpSpLocks/>
            </p:cNvGrpSpPr>
            <p:nvPr/>
          </p:nvGrpSpPr>
          <p:grpSpPr bwMode="auto">
            <a:xfrm>
              <a:off x="4747" y="994"/>
              <a:ext cx="581" cy="134"/>
              <a:chOff x="614" y="2568"/>
              <a:chExt cx="725" cy="139"/>
            </a:xfrm>
          </p:grpSpPr>
          <p:sp>
            <p:nvSpPr>
              <p:cNvPr id="196" name="AutoShape 961">
                <a:extLst>
                  <a:ext uri="{FF2B5EF4-FFF2-40B4-BE49-F238E27FC236}">
                    <a16:creationId xmlns:a16="http://schemas.microsoft.com/office/drawing/2014/main" id="{67127BA7-9D0A-2443-9190-C56C02906F6A}"/>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97" name="AutoShape 962">
                <a:extLst>
                  <a:ext uri="{FF2B5EF4-FFF2-40B4-BE49-F238E27FC236}">
                    <a16:creationId xmlns:a16="http://schemas.microsoft.com/office/drawing/2014/main" id="{2C9F8790-3076-4541-A56A-E9305DCB0988}"/>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176" name="Rectangle 963">
              <a:extLst>
                <a:ext uri="{FF2B5EF4-FFF2-40B4-BE49-F238E27FC236}">
                  <a16:creationId xmlns:a16="http://schemas.microsoft.com/office/drawing/2014/main" id="{4DE6A147-5BC7-FF41-B7AC-2BA9913BB098}"/>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77" name="Rectangle 964">
              <a:extLst>
                <a:ext uri="{FF2B5EF4-FFF2-40B4-BE49-F238E27FC236}">
                  <a16:creationId xmlns:a16="http://schemas.microsoft.com/office/drawing/2014/main" id="{53ECF0A1-6175-BE45-A32A-233E1942C8EC}"/>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178" name="Group 965">
              <a:extLst>
                <a:ext uri="{FF2B5EF4-FFF2-40B4-BE49-F238E27FC236}">
                  <a16:creationId xmlns:a16="http://schemas.microsoft.com/office/drawing/2014/main" id="{16810F93-1596-884B-B639-A3868A5CD4D8}"/>
                </a:ext>
              </a:extLst>
            </p:cNvPr>
            <p:cNvGrpSpPr>
              <a:grpSpLocks/>
            </p:cNvGrpSpPr>
            <p:nvPr/>
          </p:nvGrpSpPr>
          <p:grpSpPr bwMode="auto">
            <a:xfrm>
              <a:off x="4735" y="1627"/>
              <a:ext cx="582" cy="151"/>
              <a:chOff x="614" y="2568"/>
              <a:chExt cx="725" cy="139"/>
            </a:xfrm>
          </p:grpSpPr>
          <p:sp>
            <p:nvSpPr>
              <p:cNvPr id="194" name="AutoShape 966">
                <a:extLst>
                  <a:ext uri="{FF2B5EF4-FFF2-40B4-BE49-F238E27FC236}">
                    <a16:creationId xmlns:a16="http://schemas.microsoft.com/office/drawing/2014/main" id="{84EC0348-3D46-9445-B43C-6DC8DB392F68}"/>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95" name="AutoShape 967">
                <a:extLst>
                  <a:ext uri="{FF2B5EF4-FFF2-40B4-BE49-F238E27FC236}">
                    <a16:creationId xmlns:a16="http://schemas.microsoft.com/office/drawing/2014/main" id="{23A1F6B3-9F2D-5E41-8602-67921ABB12D8}"/>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179" name="Freeform 968">
              <a:extLst>
                <a:ext uri="{FF2B5EF4-FFF2-40B4-BE49-F238E27FC236}">
                  <a16:creationId xmlns:a16="http://schemas.microsoft.com/office/drawing/2014/main" id="{8FD6AEB5-BE60-044C-B32D-B433B740036B}"/>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80" name="Group 969">
              <a:extLst>
                <a:ext uri="{FF2B5EF4-FFF2-40B4-BE49-F238E27FC236}">
                  <a16:creationId xmlns:a16="http://schemas.microsoft.com/office/drawing/2014/main" id="{30895737-AC01-6342-BADB-B3B3BFE7FC46}"/>
                </a:ext>
              </a:extLst>
            </p:cNvPr>
            <p:cNvGrpSpPr>
              <a:grpSpLocks/>
            </p:cNvGrpSpPr>
            <p:nvPr/>
          </p:nvGrpSpPr>
          <p:grpSpPr bwMode="auto">
            <a:xfrm>
              <a:off x="4739" y="1327"/>
              <a:ext cx="582" cy="139"/>
              <a:chOff x="614" y="2568"/>
              <a:chExt cx="725" cy="139"/>
            </a:xfrm>
          </p:grpSpPr>
          <p:sp>
            <p:nvSpPr>
              <p:cNvPr id="192" name="AutoShape 970">
                <a:extLst>
                  <a:ext uri="{FF2B5EF4-FFF2-40B4-BE49-F238E27FC236}">
                    <a16:creationId xmlns:a16="http://schemas.microsoft.com/office/drawing/2014/main" id="{2D690E63-3733-8E4E-B8F8-19245FF772BA}"/>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93" name="AutoShape 971">
                <a:extLst>
                  <a:ext uri="{FF2B5EF4-FFF2-40B4-BE49-F238E27FC236}">
                    <a16:creationId xmlns:a16="http://schemas.microsoft.com/office/drawing/2014/main" id="{9CE827B0-221F-ED4A-A36B-E1EEFE27B7BF}"/>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181" name="Rectangle 972">
              <a:extLst>
                <a:ext uri="{FF2B5EF4-FFF2-40B4-BE49-F238E27FC236}">
                  <a16:creationId xmlns:a16="http://schemas.microsoft.com/office/drawing/2014/main" id="{6DA44079-B2D7-9244-A5E0-9DF13556EBC7}"/>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82" name="Freeform 973">
              <a:extLst>
                <a:ext uri="{FF2B5EF4-FFF2-40B4-BE49-F238E27FC236}">
                  <a16:creationId xmlns:a16="http://schemas.microsoft.com/office/drawing/2014/main" id="{E808BD44-A307-394D-8965-070EF3F8652F}"/>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3" name="Freeform 974">
              <a:extLst>
                <a:ext uri="{FF2B5EF4-FFF2-40B4-BE49-F238E27FC236}">
                  <a16:creationId xmlns:a16="http://schemas.microsoft.com/office/drawing/2014/main" id="{327FF4BF-3914-2143-83C7-C816B3E0AC30}"/>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4" name="Oval 975">
              <a:extLst>
                <a:ext uri="{FF2B5EF4-FFF2-40B4-BE49-F238E27FC236}">
                  <a16:creationId xmlns:a16="http://schemas.microsoft.com/office/drawing/2014/main" id="{09C51570-A4D3-D24C-A492-3811DD957CD4}"/>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85" name="Freeform 976">
              <a:extLst>
                <a:ext uri="{FF2B5EF4-FFF2-40B4-BE49-F238E27FC236}">
                  <a16:creationId xmlns:a16="http://schemas.microsoft.com/office/drawing/2014/main" id="{BC2853B5-A39B-5A40-97DF-5ADB471224B2}"/>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6" name="AutoShape 977">
              <a:extLst>
                <a:ext uri="{FF2B5EF4-FFF2-40B4-BE49-F238E27FC236}">
                  <a16:creationId xmlns:a16="http://schemas.microsoft.com/office/drawing/2014/main" id="{7928EDBA-57E1-B441-B1AF-CC0D62B2B5B0}"/>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87" name="AutoShape 978">
              <a:extLst>
                <a:ext uri="{FF2B5EF4-FFF2-40B4-BE49-F238E27FC236}">
                  <a16:creationId xmlns:a16="http://schemas.microsoft.com/office/drawing/2014/main" id="{CC70E1A7-AAEC-6440-86AC-73ECE22D7AB6}"/>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88" name="Oval 979">
              <a:extLst>
                <a:ext uri="{FF2B5EF4-FFF2-40B4-BE49-F238E27FC236}">
                  <a16:creationId xmlns:a16="http://schemas.microsoft.com/office/drawing/2014/main" id="{2F7E7C91-0257-D84D-8AD1-4A152C818F8E}"/>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89" name="Oval 980">
              <a:extLst>
                <a:ext uri="{FF2B5EF4-FFF2-40B4-BE49-F238E27FC236}">
                  <a16:creationId xmlns:a16="http://schemas.microsoft.com/office/drawing/2014/main" id="{6AE127C2-D583-E74D-8B39-05EEBEBE2393}"/>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800" b="0" i="0" u="none" strike="noStrike" kern="1200" cap="none" spc="0" normalizeH="0" baseline="0" noProof="0">
                <a:ln>
                  <a:noFill/>
                </a:ln>
                <a:solidFill>
                  <a:srgbClr val="FF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90" name="Oval 981">
              <a:extLst>
                <a:ext uri="{FF2B5EF4-FFF2-40B4-BE49-F238E27FC236}">
                  <a16:creationId xmlns:a16="http://schemas.microsoft.com/office/drawing/2014/main" id="{0EDFA963-70E6-2E42-AAFE-E2F9BD64631D}"/>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91" name="Rectangle 982">
              <a:extLst>
                <a:ext uri="{FF2B5EF4-FFF2-40B4-BE49-F238E27FC236}">
                  <a16:creationId xmlns:a16="http://schemas.microsoft.com/office/drawing/2014/main" id="{27A6382E-A13F-A248-84BF-E9DBD71EE18A}"/>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206" name="Text Box 8">
            <a:extLst>
              <a:ext uri="{FF2B5EF4-FFF2-40B4-BE49-F238E27FC236}">
                <a16:creationId xmlns:a16="http://schemas.microsoft.com/office/drawing/2014/main" id="{6066254D-E62E-B446-8950-17FDF2A183D7}"/>
              </a:ext>
            </a:extLst>
          </p:cNvPr>
          <p:cNvSpPr txBox="1">
            <a:spLocks noChangeArrowheads="1"/>
          </p:cNvSpPr>
          <p:nvPr/>
        </p:nvSpPr>
        <p:spPr bwMode="auto">
          <a:xfrm>
            <a:off x="10216734" y="5716780"/>
            <a:ext cx="167545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altLang="en-US" sz="2400" i="1">
                <a:solidFill>
                  <a:srgbClr val="000099"/>
                </a:solidFill>
                <a:latin typeface="Arial" panose="020B0604020202020204" pitchFamily="34" charset="0"/>
              </a:rPr>
              <a:t>destination</a:t>
            </a:r>
            <a:endParaRPr kumimoji="0" lang="en-US" altLang="en-US" sz="2400" b="0" i="1" u="none" strike="noStrike" kern="1200" cap="none" spc="0" normalizeH="0" baseline="0" noProof="0">
              <a:ln>
                <a:noFill/>
              </a:ln>
              <a:solidFill>
                <a:srgbClr val="000099"/>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213" name="Group 212">
            <a:extLst>
              <a:ext uri="{FF2B5EF4-FFF2-40B4-BE49-F238E27FC236}">
                <a16:creationId xmlns:a16="http://schemas.microsoft.com/office/drawing/2014/main" id="{94888FAE-136F-094E-BF2A-11D94A17BB7F}"/>
              </a:ext>
            </a:extLst>
          </p:cNvPr>
          <p:cNvGrpSpPr/>
          <p:nvPr/>
        </p:nvGrpSpPr>
        <p:grpSpPr>
          <a:xfrm>
            <a:off x="9221450" y="1413548"/>
            <a:ext cx="1765726" cy="4034752"/>
            <a:chOff x="1484027" y="1706480"/>
            <a:chExt cx="1765726" cy="4034752"/>
          </a:xfrm>
        </p:grpSpPr>
        <p:sp>
          <p:nvSpPr>
            <p:cNvPr id="214" name="Rectangle 24">
              <a:extLst>
                <a:ext uri="{FF2B5EF4-FFF2-40B4-BE49-F238E27FC236}">
                  <a16:creationId xmlns:a16="http://schemas.microsoft.com/office/drawing/2014/main" id="{FA7A7264-CB0E-4442-BA92-F16F6E6EF1F5}"/>
                </a:ext>
              </a:extLst>
            </p:cNvPr>
            <p:cNvSpPr>
              <a:spLocks noChangeArrowheads="1"/>
            </p:cNvSpPr>
            <p:nvPr/>
          </p:nvSpPr>
          <p:spPr bwMode="auto">
            <a:xfrm>
              <a:off x="1528997" y="1870247"/>
              <a:ext cx="1648917" cy="3870985"/>
            </a:xfrm>
            <a:prstGeom prst="rect">
              <a:avLst/>
            </a:prstGeom>
            <a:solidFill>
              <a:schemeClr val="bg1"/>
            </a:solidFill>
            <a:ln w="28575">
              <a:solidFill>
                <a:schemeClr val="tx1"/>
              </a:solidFill>
              <a:miter lim="800000"/>
              <a:headEnd/>
              <a:tailEnd/>
            </a:ln>
            <a:effectLst>
              <a:outerShdw blurRad="76200" dist="38100" dir="18900000" sx="101000" sy="101000" algn="bl" rotWithShape="0">
                <a:prstClr val="black">
                  <a:alpha val="40000"/>
                </a:prstClr>
              </a:outerShdw>
            </a:effec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215" name="Text Box 26">
              <a:extLst>
                <a:ext uri="{FF2B5EF4-FFF2-40B4-BE49-F238E27FC236}">
                  <a16:creationId xmlns:a16="http://schemas.microsoft.com/office/drawing/2014/main" id="{D54F6320-1E23-E649-BFED-E007672E7AB0}"/>
                </a:ext>
              </a:extLst>
            </p:cNvPr>
            <p:cNvSpPr txBox="1">
              <a:spLocks noChangeArrowheads="1"/>
            </p:cNvSpPr>
            <p:nvPr/>
          </p:nvSpPr>
          <p:spPr bwMode="auto">
            <a:xfrm>
              <a:off x="1484027" y="1706480"/>
              <a:ext cx="1765726" cy="4033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215000"/>
                </a:lnSpc>
                <a:spcBef>
                  <a:spcPct val="0"/>
                </a:spcBef>
                <a:spcAft>
                  <a:spcPts val="0"/>
                </a:spcAft>
                <a:buClrTx/>
                <a:buSzTx/>
                <a:buFontTx/>
                <a:buNone/>
                <a:tabLst/>
                <a:defRPr/>
              </a:pPr>
              <a:r>
                <a:rPr kumimoji="0" lang="en-US" altLang="en-US" sz="2400" b="0" i="0" u="none" strike="noStrike" kern="1200" cap="none" spc="0" normalizeH="0" baseline="0" noProof="0">
                  <a:ln>
                    <a:noFill/>
                  </a:ln>
                  <a:solidFill>
                    <a:prstClr val="black"/>
                  </a:solidFill>
                  <a:effectLst/>
                  <a:uLnTx/>
                  <a:uFillTx/>
                  <a:latin typeface="+mn-lt"/>
                  <a:ea typeface="MS PGothic" panose="020B0600070205080204" pitchFamily="34" charset="-128"/>
                  <a:cs typeface="Arial" panose="020B0604020202020204" pitchFamily="34" charset="0"/>
                </a:rPr>
                <a:t>application</a:t>
              </a:r>
            </a:p>
            <a:p>
              <a:pPr marL="0" marR="0" lvl="0" indent="0" algn="ctr" defTabSz="914400" rtl="0" eaLnBrk="1" fontAlgn="auto" latinLnBrk="0" hangingPunct="1">
                <a:lnSpc>
                  <a:spcPct val="215000"/>
                </a:lnSpc>
                <a:spcBef>
                  <a:spcPct val="0"/>
                </a:spcBef>
                <a:spcAft>
                  <a:spcPts val="0"/>
                </a:spcAft>
                <a:buClrTx/>
                <a:buSzTx/>
                <a:buFontTx/>
                <a:buNone/>
                <a:tabLst/>
                <a:defRPr/>
              </a:pPr>
              <a:r>
                <a:rPr kumimoji="0" lang="en-US" altLang="en-US" sz="2400" b="0" i="0" u="none" strike="noStrike" kern="1200" cap="none" spc="0" normalizeH="0" baseline="0" noProof="0">
                  <a:ln>
                    <a:noFill/>
                  </a:ln>
                  <a:solidFill>
                    <a:prstClr val="black"/>
                  </a:solidFill>
                  <a:effectLst/>
                  <a:uLnTx/>
                  <a:uFillTx/>
                  <a:latin typeface="+mn-lt"/>
                  <a:ea typeface="MS PGothic" panose="020B0600070205080204" pitchFamily="34" charset="-128"/>
                  <a:cs typeface="Arial" panose="020B0604020202020204" pitchFamily="34" charset="0"/>
                </a:rPr>
                <a:t>transport</a:t>
              </a:r>
            </a:p>
            <a:p>
              <a:pPr marL="0" marR="0" lvl="0" indent="0" algn="ctr" defTabSz="914400" rtl="0" eaLnBrk="1" fontAlgn="auto" latinLnBrk="0" hangingPunct="1">
                <a:lnSpc>
                  <a:spcPct val="215000"/>
                </a:lnSpc>
                <a:spcBef>
                  <a:spcPct val="0"/>
                </a:spcBef>
                <a:spcAft>
                  <a:spcPts val="0"/>
                </a:spcAft>
                <a:buClrTx/>
                <a:buSzTx/>
                <a:buFontTx/>
                <a:buNone/>
                <a:tabLst/>
                <a:defRPr/>
              </a:pPr>
              <a:r>
                <a:rPr kumimoji="0" lang="en-US" altLang="en-US" sz="2400" b="0" i="0" u="none" strike="noStrike" kern="1200" cap="none" spc="0" normalizeH="0" baseline="0" noProof="0">
                  <a:ln>
                    <a:noFill/>
                  </a:ln>
                  <a:solidFill>
                    <a:prstClr val="black"/>
                  </a:solidFill>
                  <a:effectLst/>
                  <a:uLnTx/>
                  <a:uFillTx/>
                  <a:latin typeface="+mn-lt"/>
                  <a:ea typeface="MS PGothic" panose="020B0600070205080204" pitchFamily="34" charset="-128"/>
                  <a:cs typeface="Arial" panose="020B0604020202020204" pitchFamily="34" charset="0"/>
                </a:rPr>
                <a:t>network</a:t>
              </a:r>
            </a:p>
            <a:p>
              <a:pPr marL="0" marR="0" lvl="0" indent="0" algn="ctr" defTabSz="914400" rtl="0" eaLnBrk="1" fontAlgn="auto" latinLnBrk="0" hangingPunct="1">
                <a:lnSpc>
                  <a:spcPct val="215000"/>
                </a:lnSpc>
                <a:spcBef>
                  <a:spcPct val="0"/>
                </a:spcBef>
                <a:spcAft>
                  <a:spcPts val="0"/>
                </a:spcAft>
                <a:buClrTx/>
                <a:buSzTx/>
                <a:buFontTx/>
                <a:buNone/>
                <a:tabLst/>
                <a:defRPr/>
              </a:pPr>
              <a:r>
                <a:rPr kumimoji="0" lang="en-US" altLang="en-US" sz="2400" b="0" i="0" u="none" strike="noStrike" kern="1200" cap="none" spc="0" normalizeH="0" baseline="0" noProof="0">
                  <a:ln>
                    <a:noFill/>
                  </a:ln>
                  <a:solidFill>
                    <a:prstClr val="black"/>
                  </a:solidFill>
                  <a:effectLst/>
                  <a:uLnTx/>
                  <a:uFillTx/>
                  <a:latin typeface="+mn-lt"/>
                  <a:ea typeface="MS PGothic" panose="020B0600070205080204" pitchFamily="34" charset="-128"/>
                  <a:cs typeface="Arial" panose="020B0604020202020204" pitchFamily="34" charset="0"/>
                </a:rPr>
                <a:t>link</a:t>
              </a:r>
            </a:p>
            <a:p>
              <a:pPr marL="0" marR="0" lvl="0" indent="0" algn="ctr" defTabSz="914400" rtl="0" eaLnBrk="1" fontAlgn="auto" latinLnBrk="0" hangingPunct="1">
                <a:lnSpc>
                  <a:spcPct val="215000"/>
                </a:lnSpc>
                <a:spcBef>
                  <a:spcPct val="0"/>
                </a:spcBef>
                <a:spcAft>
                  <a:spcPts val="0"/>
                </a:spcAft>
                <a:buClrTx/>
                <a:buSzTx/>
                <a:buFontTx/>
                <a:buNone/>
                <a:tabLst/>
                <a:defRPr/>
              </a:pPr>
              <a:r>
                <a:rPr kumimoji="0" lang="en-US" altLang="en-US" sz="2400" b="0" i="0" u="none" strike="noStrike" kern="1200" cap="none" spc="0" normalizeH="0" baseline="0" noProof="0">
                  <a:ln>
                    <a:noFill/>
                  </a:ln>
                  <a:solidFill>
                    <a:prstClr val="black"/>
                  </a:solidFill>
                  <a:effectLst/>
                  <a:uLnTx/>
                  <a:uFillTx/>
                  <a:latin typeface="+mn-lt"/>
                  <a:ea typeface="MS PGothic" panose="020B0600070205080204" pitchFamily="34" charset="-128"/>
                  <a:cs typeface="Arial" panose="020B0604020202020204" pitchFamily="34" charset="0"/>
                </a:rPr>
                <a:t>physical</a:t>
              </a:r>
              <a:endParaRPr kumimoji="0" lang="en-US" altLang="en-US" sz="1800" b="0" i="0" u="none" strike="noStrike" kern="1200" cap="none" spc="0" normalizeH="0" baseline="0" noProof="0">
                <a:ln>
                  <a:noFill/>
                </a:ln>
                <a:solidFill>
                  <a:prstClr val="black"/>
                </a:solidFill>
                <a:effectLst/>
                <a:uLnTx/>
                <a:uFillTx/>
                <a:latin typeface="+mn-lt"/>
                <a:ea typeface="MS PGothic" panose="020B0600070205080204" pitchFamily="34" charset="-128"/>
                <a:cs typeface="Arial" panose="020B0604020202020204" pitchFamily="34" charset="0"/>
              </a:endParaRPr>
            </a:p>
          </p:txBody>
        </p:sp>
        <p:cxnSp>
          <p:nvCxnSpPr>
            <p:cNvPr id="216" name="Straight Connector 215">
              <a:extLst>
                <a:ext uri="{FF2B5EF4-FFF2-40B4-BE49-F238E27FC236}">
                  <a16:creationId xmlns:a16="http://schemas.microsoft.com/office/drawing/2014/main" id="{3F2C66BF-55D8-0549-A9DA-934202F38DD5}"/>
                </a:ext>
              </a:extLst>
            </p:cNvPr>
            <p:cNvCxnSpPr>
              <a:cxnSpLocks/>
            </p:cNvCxnSpPr>
            <p:nvPr/>
          </p:nvCxnSpPr>
          <p:spPr>
            <a:xfrm>
              <a:off x="1534432" y="2675745"/>
              <a:ext cx="164348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7" name="Straight Connector 216">
              <a:extLst>
                <a:ext uri="{FF2B5EF4-FFF2-40B4-BE49-F238E27FC236}">
                  <a16:creationId xmlns:a16="http://schemas.microsoft.com/office/drawing/2014/main" id="{CA370408-C974-CD4A-8EF6-0AEC3924D4ED}"/>
                </a:ext>
              </a:extLst>
            </p:cNvPr>
            <p:cNvCxnSpPr>
              <a:cxnSpLocks/>
            </p:cNvCxnSpPr>
            <p:nvPr/>
          </p:nvCxnSpPr>
          <p:spPr>
            <a:xfrm>
              <a:off x="1506952" y="3472722"/>
              <a:ext cx="165597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5A7BF2B3-45B8-414A-8B63-2480CF8FA113}"/>
                </a:ext>
              </a:extLst>
            </p:cNvPr>
            <p:cNvCxnSpPr>
              <a:cxnSpLocks/>
            </p:cNvCxnSpPr>
            <p:nvPr/>
          </p:nvCxnSpPr>
          <p:spPr>
            <a:xfrm>
              <a:off x="1509450" y="4209737"/>
              <a:ext cx="16684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9A1FEA61-81C7-C449-880B-15A8ACAF5500}"/>
                </a:ext>
              </a:extLst>
            </p:cNvPr>
            <p:cNvCxnSpPr>
              <a:cxnSpLocks/>
            </p:cNvCxnSpPr>
            <p:nvPr/>
          </p:nvCxnSpPr>
          <p:spPr>
            <a:xfrm>
              <a:off x="1511947" y="4991726"/>
              <a:ext cx="165097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43" name="Rectangle 142">
            <a:extLst>
              <a:ext uri="{FF2B5EF4-FFF2-40B4-BE49-F238E27FC236}">
                <a16:creationId xmlns:a16="http://schemas.microsoft.com/office/drawing/2014/main" id="{EE8BAFE3-3C6F-F143-9E4B-2A620EAB382E}"/>
              </a:ext>
            </a:extLst>
          </p:cNvPr>
          <p:cNvSpPr/>
          <p:nvPr/>
        </p:nvSpPr>
        <p:spPr>
          <a:xfrm>
            <a:off x="5584583" y="1981531"/>
            <a:ext cx="971760" cy="3897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A5D21437-EB31-B049-BCA8-EA76E03FEDB7}"/>
              </a:ext>
            </a:extLst>
          </p:cNvPr>
          <p:cNvGrpSpPr/>
          <p:nvPr/>
        </p:nvGrpSpPr>
        <p:grpSpPr>
          <a:xfrm>
            <a:off x="7629993" y="1484027"/>
            <a:ext cx="1535906" cy="3792511"/>
            <a:chOff x="7629993" y="1484027"/>
            <a:chExt cx="1535906" cy="3792511"/>
          </a:xfrm>
        </p:grpSpPr>
        <p:sp>
          <p:nvSpPr>
            <p:cNvPr id="119" name="Freeform 118">
              <a:extLst>
                <a:ext uri="{FF2B5EF4-FFF2-40B4-BE49-F238E27FC236}">
                  <a16:creationId xmlns:a16="http://schemas.microsoft.com/office/drawing/2014/main" id="{2E3C13E9-FC91-E54D-9DC5-AFD70E3CBBAA}"/>
                </a:ext>
              </a:extLst>
            </p:cNvPr>
            <p:cNvSpPr/>
            <p:nvPr/>
          </p:nvSpPr>
          <p:spPr>
            <a:xfrm flipH="1">
              <a:off x="7629993" y="1484027"/>
              <a:ext cx="1201062" cy="3792511"/>
            </a:xfrm>
            <a:custGeom>
              <a:avLst/>
              <a:gdLst>
                <a:gd name="connsiteX0" fmla="*/ 1822537 w 1822537"/>
                <a:gd name="connsiteY0" fmla="*/ 3263030 h 3263030"/>
                <a:gd name="connsiteX1" fmla="*/ 6263 w 1822537"/>
                <a:gd name="connsiteY1" fmla="*/ 2743200 h 3263030"/>
                <a:gd name="connsiteX2" fmla="*/ 0 w 1822537"/>
                <a:gd name="connsiteY2" fmla="*/ 0 h 3263030"/>
              </a:gdLst>
              <a:ahLst/>
              <a:cxnLst>
                <a:cxn ang="0">
                  <a:pos x="connsiteX0" y="connsiteY0"/>
                </a:cxn>
                <a:cxn ang="0">
                  <a:pos x="connsiteX1" y="connsiteY1"/>
                </a:cxn>
                <a:cxn ang="0">
                  <a:pos x="connsiteX2" y="connsiteY2"/>
                </a:cxn>
              </a:cxnLst>
              <a:rect l="l" t="t" r="r" b="b"/>
              <a:pathLst>
                <a:path w="1822537" h="3263030">
                  <a:moveTo>
                    <a:pt x="1822537" y="3263030"/>
                  </a:moveTo>
                  <a:lnTo>
                    <a:pt x="6263" y="2743200"/>
                  </a:lnTo>
                  <a:cubicBezTo>
                    <a:pt x="4175" y="1828800"/>
                    <a:pt x="2088" y="914400"/>
                    <a:pt x="0" y="0"/>
                  </a:cubicBezTo>
                </a:path>
              </a:pathLst>
            </a:custGeom>
            <a:noFill/>
            <a:ln w="44450">
              <a:solidFill>
                <a:srgbClr val="C00000"/>
              </a:solidFill>
              <a:tailEnd type="triangle" w="med"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120" name="Group 119">
              <a:extLst>
                <a:ext uri="{FF2B5EF4-FFF2-40B4-BE49-F238E27FC236}">
                  <a16:creationId xmlns:a16="http://schemas.microsoft.com/office/drawing/2014/main" id="{92B38A84-24FD-C544-987C-947AA35CE4C5}"/>
                </a:ext>
              </a:extLst>
            </p:cNvPr>
            <p:cNvGrpSpPr/>
            <p:nvPr/>
          </p:nvGrpSpPr>
          <p:grpSpPr>
            <a:xfrm>
              <a:off x="7693325" y="4097936"/>
              <a:ext cx="1470663" cy="389744"/>
              <a:chOff x="6216702" y="5375649"/>
              <a:chExt cx="1470663" cy="389744"/>
            </a:xfrm>
          </p:grpSpPr>
          <p:sp>
            <p:nvSpPr>
              <p:cNvPr id="121" name="Rectangle 120">
                <a:extLst>
                  <a:ext uri="{FF2B5EF4-FFF2-40B4-BE49-F238E27FC236}">
                    <a16:creationId xmlns:a16="http://schemas.microsoft.com/office/drawing/2014/main" id="{4CDD6D97-0BE7-0549-9C77-11B2E0248059}"/>
                  </a:ext>
                </a:extLst>
              </p:cNvPr>
              <p:cNvSpPr/>
              <p:nvPr/>
            </p:nvSpPr>
            <p:spPr>
              <a:xfrm>
                <a:off x="6477000" y="5375649"/>
                <a:ext cx="1210365" cy="3897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2" name="Group 182">
                <a:extLst>
                  <a:ext uri="{FF2B5EF4-FFF2-40B4-BE49-F238E27FC236}">
                    <a16:creationId xmlns:a16="http://schemas.microsoft.com/office/drawing/2014/main" id="{0DBA1D16-ECC0-6340-A5E0-A93C4A81AED6}"/>
                  </a:ext>
                </a:extLst>
              </p:cNvPr>
              <p:cNvGrpSpPr>
                <a:grpSpLocks/>
              </p:cNvGrpSpPr>
              <p:nvPr/>
            </p:nvGrpSpPr>
            <p:grpSpPr bwMode="auto">
              <a:xfrm>
                <a:off x="6216702" y="5392448"/>
                <a:ext cx="1381126" cy="301625"/>
                <a:chOff x="265" y="1531"/>
                <a:chExt cx="870" cy="190"/>
              </a:xfrm>
            </p:grpSpPr>
            <p:sp>
              <p:nvSpPr>
                <p:cNvPr id="130" name="Rectangle 183">
                  <a:extLst>
                    <a:ext uri="{FF2B5EF4-FFF2-40B4-BE49-F238E27FC236}">
                      <a16:creationId xmlns:a16="http://schemas.microsoft.com/office/drawing/2014/main" id="{973B9FB6-C384-9B48-9B9C-233F0A0DBC0A}"/>
                    </a:ext>
                  </a:extLst>
                </p:cNvPr>
                <p:cNvSpPr>
                  <a:spLocks noChangeArrowheads="1"/>
                </p:cNvSpPr>
                <p:nvPr/>
              </p:nvSpPr>
              <p:spPr bwMode="auto">
                <a:xfrm>
                  <a:off x="265" y="1549"/>
                  <a:ext cx="870" cy="162"/>
                </a:xfrm>
                <a:prstGeom prst="rect">
                  <a:avLst/>
                </a:prstGeom>
                <a:solidFill>
                  <a:schemeClr val="bg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31" name="Rectangle 184">
                  <a:extLst>
                    <a:ext uri="{FF2B5EF4-FFF2-40B4-BE49-F238E27FC236}">
                      <a16:creationId xmlns:a16="http://schemas.microsoft.com/office/drawing/2014/main" id="{3F4F223D-5B6B-4E46-9BB6-14710B320CAE}"/>
                    </a:ext>
                  </a:extLst>
                </p:cNvPr>
                <p:cNvSpPr>
                  <a:spLocks noChangeArrowheads="1"/>
                </p:cNvSpPr>
                <p:nvPr/>
              </p:nvSpPr>
              <p:spPr bwMode="auto">
                <a:xfrm>
                  <a:off x="873" y="1531"/>
                  <a:ext cx="239"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M</a:t>
                  </a:r>
                </a:p>
              </p:txBody>
            </p:sp>
          </p:grpSp>
          <p:sp>
            <p:nvSpPr>
              <p:cNvPr id="123" name="Rectangle 181">
                <a:extLst>
                  <a:ext uri="{FF2B5EF4-FFF2-40B4-BE49-F238E27FC236}">
                    <a16:creationId xmlns:a16="http://schemas.microsoft.com/office/drawing/2014/main" id="{5258144E-5499-AD49-BC8B-BE256AE9A30C}"/>
                  </a:ext>
                </a:extLst>
              </p:cNvPr>
              <p:cNvSpPr>
                <a:spLocks noChangeArrowheads="1"/>
              </p:cNvSpPr>
              <p:nvPr/>
            </p:nvSpPr>
            <p:spPr bwMode="auto">
              <a:xfrm>
                <a:off x="6801757" y="5404115"/>
                <a:ext cx="296863"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800" b="0" i="0" u="none" strike="noStrike" kern="1200" cap="none" spc="0" normalizeH="0" baseline="-2500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t</a:t>
                </a:r>
              </a:p>
            </p:txBody>
          </p:sp>
          <p:sp>
            <p:nvSpPr>
              <p:cNvPr id="124" name="Rectangle 181">
                <a:extLst>
                  <a:ext uri="{FF2B5EF4-FFF2-40B4-BE49-F238E27FC236}">
                    <a16:creationId xmlns:a16="http://schemas.microsoft.com/office/drawing/2014/main" id="{AA376B89-1E9F-2B4E-BC10-4D886A9404A6}"/>
                  </a:ext>
                </a:extLst>
              </p:cNvPr>
              <p:cNvSpPr>
                <a:spLocks noChangeArrowheads="1"/>
              </p:cNvSpPr>
              <p:nvPr/>
            </p:nvSpPr>
            <p:spPr bwMode="auto">
              <a:xfrm>
                <a:off x="6539453" y="5386777"/>
                <a:ext cx="296863"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800" b="0" i="0" u="none" strike="noStrike" kern="1200" cap="none" spc="0" normalizeH="0" baseline="-2500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n</a:t>
                </a:r>
              </a:p>
            </p:txBody>
          </p:sp>
          <p:cxnSp>
            <p:nvCxnSpPr>
              <p:cNvPr id="125" name="Straight Connector 124">
                <a:extLst>
                  <a:ext uri="{FF2B5EF4-FFF2-40B4-BE49-F238E27FC236}">
                    <a16:creationId xmlns:a16="http://schemas.microsoft.com/office/drawing/2014/main" id="{A158D1E0-EC39-B24D-B774-0F90A7D44B42}"/>
                  </a:ext>
                </a:extLst>
              </p:cNvPr>
              <p:cNvCxnSpPr>
                <a:cxnSpLocks/>
              </p:cNvCxnSpPr>
              <p:nvPr/>
            </p:nvCxnSpPr>
            <p:spPr>
              <a:xfrm>
                <a:off x="7106894" y="5421023"/>
                <a:ext cx="0" cy="25717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48C5D3C3-9FD9-A44F-928B-E71825DFF240}"/>
                  </a:ext>
                </a:extLst>
              </p:cNvPr>
              <p:cNvCxnSpPr/>
              <p:nvPr/>
            </p:nvCxnSpPr>
            <p:spPr>
              <a:xfrm>
                <a:off x="6826395" y="5419311"/>
                <a:ext cx="0" cy="25717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28" name="Rectangle 181">
                <a:extLst>
                  <a:ext uri="{FF2B5EF4-FFF2-40B4-BE49-F238E27FC236}">
                    <a16:creationId xmlns:a16="http://schemas.microsoft.com/office/drawing/2014/main" id="{225DB40F-4099-ED4A-9278-26E92634A4C9}"/>
                  </a:ext>
                </a:extLst>
              </p:cNvPr>
              <p:cNvSpPr>
                <a:spLocks noChangeArrowheads="1"/>
              </p:cNvSpPr>
              <p:nvPr/>
            </p:nvSpPr>
            <p:spPr bwMode="auto">
              <a:xfrm>
                <a:off x="6236418" y="5394426"/>
                <a:ext cx="296863"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800" b="0" i="0" u="none" strike="noStrike" kern="1200" cap="none" spc="0" normalizeH="0" baseline="-2500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l</a:t>
                </a:r>
              </a:p>
            </p:txBody>
          </p:sp>
          <p:cxnSp>
            <p:nvCxnSpPr>
              <p:cNvPr id="129" name="Straight Connector 128">
                <a:extLst>
                  <a:ext uri="{FF2B5EF4-FFF2-40B4-BE49-F238E27FC236}">
                    <a16:creationId xmlns:a16="http://schemas.microsoft.com/office/drawing/2014/main" id="{D9C2CF80-D780-354F-8B0F-64498B55F617}"/>
                  </a:ext>
                </a:extLst>
              </p:cNvPr>
              <p:cNvCxnSpPr/>
              <p:nvPr/>
            </p:nvCxnSpPr>
            <p:spPr>
              <a:xfrm>
                <a:off x="6505708" y="5419900"/>
                <a:ext cx="0" cy="25717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32" name="Group 131">
              <a:extLst>
                <a:ext uri="{FF2B5EF4-FFF2-40B4-BE49-F238E27FC236}">
                  <a16:creationId xmlns:a16="http://schemas.microsoft.com/office/drawing/2014/main" id="{F9A41558-760A-B044-A2E4-76228C31F8A4}"/>
                </a:ext>
              </a:extLst>
            </p:cNvPr>
            <p:cNvGrpSpPr/>
            <p:nvPr/>
          </p:nvGrpSpPr>
          <p:grpSpPr>
            <a:xfrm>
              <a:off x="8014421" y="3363106"/>
              <a:ext cx="1058375" cy="307296"/>
              <a:chOff x="5509436" y="3287899"/>
              <a:chExt cx="1058375" cy="307296"/>
            </a:xfrm>
          </p:grpSpPr>
          <p:grpSp>
            <p:nvGrpSpPr>
              <p:cNvPr id="140" name="Group 182">
                <a:extLst>
                  <a:ext uri="{FF2B5EF4-FFF2-40B4-BE49-F238E27FC236}">
                    <a16:creationId xmlns:a16="http://schemas.microsoft.com/office/drawing/2014/main" id="{C1155C62-A602-444F-B19F-4DA3FA3F7D88}"/>
                  </a:ext>
                </a:extLst>
              </p:cNvPr>
              <p:cNvGrpSpPr>
                <a:grpSpLocks/>
              </p:cNvGrpSpPr>
              <p:nvPr/>
            </p:nvGrpSpPr>
            <p:grpSpPr bwMode="auto">
              <a:xfrm>
                <a:off x="5510535" y="3293570"/>
                <a:ext cx="1057276" cy="301625"/>
                <a:chOff x="469" y="1531"/>
                <a:chExt cx="666" cy="190"/>
              </a:xfrm>
            </p:grpSpPr>
            <p:sp>
              <p:nvSpPr>
                <p:cNvPr id="147" name="Rectangle 183">
                  <a:extLst>
                    <a:ext uri="{FF2B5EF4-FFF2-40B4-BE49-F238E27FC236}">
                      <a16:creationId xmlns:a16="http://schemas.microsoft.com/office/drawing/2014/main" id="{2D53D250-0610-284E-81F1-879A700C00E2}"/>
                    </a:ext>
                  </a:extLst>
                </p:cNvPr>
                <p:cNvSpPr>
                  <a:spLocks noChangeArrowheads="1"/>
                </p:cNvSpPr>
                <p:nvPr/>
              </p:nvSpPr>
              <p:spPr bwMode="auto">
                <a:xfrm>
                  <a:off x="469" y="1549"/>
                  <a:ext cx="666" cy="162"/>
                </a:xfrm>
                <a:prstGeom prst="rect">
                  <a:avLst/>
                </a:prstGeom>
                <a:solidFill>
                  <a:schemeClr val="bg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51" name="Rectangle 184">
                  <a:extLst>
                    <a:ext uri="{FF2B5EF4-FFF2-40B4-BE49-F238E27FC236}">
                      <a16:creationId xmlns:a16="http://schemas.microsoft.com/office/drawing/2014/main" id="{0ACD3527-E9B9-6D4D-8007-099BBDDFF1A9}"/>
                    </a:ext>
                  </a:extLst>
                </p:cNvPr>
                <p:cNvSpPr>
                  <a:spLocks noChangeArrowheads="1"/>
                </p:cNvSpPr>
                <p:nvPr/>
              </p:nvSpPr>
              <p:spPr bwMode="auto">
                <a:xfrm>
                  <a:off x="873" y="1531"/>
                  <a:ext cx="239"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M</a:t>
                  </a:r>
                </a:p>
              </p:txBody>
            </p:sp>
          </p:grpSp>
          <p:sp>
            <p:nvSpPr>
              <p:cNvPr id="141" name="Rectangle 181">
                <a:extLst>
                  <a:ext uri="{FF2B5EF4-FFF2-40B4-BE49-F238E27FC236}">
                    <a16:creationId xmlns:a16="http://schemas.microsoft.com/office/drawing/2014/main" id="{38AD7C4D-A21D-0347-A026-DC5DDA65CFD1}"/>
                  </a:ext>
                </a:extLst>
              </p:cNvPr>
              <p:cNvSpPr>
                <a:spLocks noChangeArrowheads="1"/>
              </p:cNvSpPr>
              <p:nvPr/>
            </p:nvSpPr>
            <p:spPr bwMode="auto">
              <a:xfrm>
                <a:off x="5771740" y="3305237"/>
                <a:ext cx="296863"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800" b="0" i="0" u="none" strike="noStrike" kern="1200" cap="none" spc="0" normalizeH="0" baseline="-2500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t</a:t>
                </a:r>
              </a:p>
            </p:txBody>
          </p:sp>
          <p:sp>
            <p:nvSpPr>
              <p:cNvPr id="142" name="Rectangle 181">
                <a:extLst>
                  <a:ext uri="{FF2B5EF4-FFF2-40B4-BE49-F238E27FC236}">
                    <a16:creationId xmlns:a16="http://schemas.microsoft.com/office/drawing/2014/main" id="{283EF6F9-EBD6-0643-B547-9A89925CC425}"/>
                  </a:ext>
                </a:extLst>
              </p:cNvPr>
              <p:cNvSpPr>
                <a:spLocks noChangeArrowheads="1"/>
              </p:cNvSpPr>
              <p:nvPr/>
            </p:nvSpPr>
            <p:spPr bwMode="auto">
              <a:xfrm>
                <a:off x="5509436" y="3287899"/>
                <a:ext cx="296863"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800" b="0" i="0" u="none" strike="noStrike" kern="1200" cap="none" spc="0" normalizeH="0" baseline="-2500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n</a:t>
                </a:r>
              </a:p>
            </p:txBody>
          </p:sp>
          <p:cxnSp>
            <p:nvCxnSpPr>
              <p:cNvPr id="145" name="Straight Connector 144">
                <a:extLst>
                  <a:ext uri="{FF2B5EF4-FFF2-40B4-BE49-F238E27FC236}">
                    <a16:creationId xmlns:a16="http://schemas.microsoft.com/office/drawing/2014/main" id="{FF1A7170-6A51-3D48-AEA7-1F523F75B4D6}"/>
                  </a:ext>
                </a:extLst>
              </p:cNvPr>
              <p:cNvCxnSpPr>
                <a:cxnSpLocks/>
              </p:cNvCxnSpPr>
              <p:nvPr/>
            </p:nvCxnSpPr>
            <p:spPr>
              <a:xfrm>
                <a:off x="6076877" y="3322145"/>
                <a:ext cx="0" cy="25717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F7519B9E-323B-804C-8AD0-4C25771A040B}"/>
                  </a:ext>
                </a:extLst>
              </p:cNvPr>
              <p:cNvCxnSpPr/>
              <p:nvPr/>
            </p:nvCxnSpPr>
            <p:spPr>
              <a:xfrm>
                <a:off x="5796378" y="3320433"/>
                <a:ext cx="0" cy="25717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 name="Group 6">
              <a:extLst>
                <a:ext uri="{FF2B5EF4-FFF2-40B4-BE49-F238E27FC236}">
                  <a16:creationId xmlns:a16="http://schemas.microsoft.com/office/drawing/2014/main" id="{5A2AE95C-185C-8444-B654-78F71C71DE49}"/>
                </a:ext>
              </a:extLst>
            </p:cNvPr>
            <p:cNvGrpSpPr/>
            <p:nvPr/>
          </p:nvGrpSpPr>
          <p:grpSpPr>
            <a:xfrm>
              <a:off x="8257849" y="2658970"/>
              <a:ext cx="908050" cy="301625"/>
              <a:chOff x="6877524" y="6049441"/>
              <a:chExt cx="908050" cy="301625"/>
            </a:xfrm>
          </p:grpSpPr>
          <p:grpSp>
            <p:nvGrpSpPr>
              <p:cNvPr id="155" name="Group 179">
                <a:extLst>
                  <a:ext uri="{FF2B5EF4-FFF2-40B4-BE49-F238E27FC236}">
                    <a16:creationId xmlns:a16="http://schemas.microsoft.com/office/drawing/2014/main" id="{F7F3A59D-8E1C-0843-A91C-661B48C280F7}"/>
                  </a:ext>
                </a:extLst>
              </p:cNvPr>
              <p:cNvGrpSpPr>
                <a:grpSpLocks/>
              </p:cNvGrpSpPr>
              <p:nvPr/>
            </p:nvGrpSpPr>
            <p:grpSpPr bwMode="auto">
              <a:xfrm>
                <a:off x="6877524" y="6051029"/>
                <a:ext cx="296863" cy="292100"/>
                <a:chOff x="1959" y="2058"/>
                <a:chExt cx="187" cy="184"/>
              </a:xfrm>
            </p:grpSpPr>
            <p:sp>
              <p:nvSpPr>
                <p:cNvPr id="159" name="Rectangle 180">
                  <a:extLst>
                    <a:ext uri="{FF2B5EF4-FFF2-40B4-BE49-F238E27FC236}">
                      <a16:creationId xmlns:a16="http://schemas.microsoft.com/office/drawing/2014/main" id="{D8D8CDAC-1743-F44C-8814-3E710C0D8F89}"/>
                    </a:ext>
                  </a:extLst>
                </p:cNvPr>
                <p:cNvSpPr>
                  <a:spLocks noChangeArrowheads="1"/>
                </p:cNvSpPr>
                <p:nvPr/>
              </p:nvSpPr>
              <p:spPr bwMode="auto">
                <a:xfrm>
                  <a:off x="1964" y="2075"/>
                  <a:ext cx="177" cy="162"/>
                </a:xfrm>
                <a:prstGeom prst="rect">
                  <a:avLst/>
                </a:prstGeom>
                <a:solidFill>
                  <a:schemeClr val="bg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60" name="Rectangle 181">
                  <a:extLst>
                    <a:ext uri="{FF2B5EF4-FFF2-40B4-BE49-F238E27FC236}">
                      <a16:creationId xmlns:a16="http://schemas.microsoft.com/office/drawing/2014/main" id="{2BF6322B-3EB6-C74A-B78F-2C3780E0EF34}"/>
                    </a:ext>
                  </a:extLst>
                </p:cNvPr>
                <p:cNvSpPr>
                  <a:spLocks noChangeArrowheads="1"/>
                </p:cNvSpPr>
                <p:nvPr/>
              </p:nvSpPr>
              <p:spPr bwMode="auto">
                <a:xfrm>
                  <a:off x="1959" y="2058"/>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800" b="0" i="0" u="none" strike="noStrike" kern="1200" cap="none" spc="0" normalizeH="0" baseline="-2500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t</a:t>
                  </a:r>
                </a:p>
              </p:txBody>
            </p:sp>
          </p:grpSp>
          <p:grpSp>
            <p:nvGrpSpPr>
              <p:cNvPr id="156" name="Group 182">
                <a:extLst>
                  <a:ext uri="{FF2B5EF4-FFF2-40B4-BE49-F238E27FC236}">
                    <a16:creationId xmlns:a16="http://schemas.microsoft.com/office/drawing/2014/main" id="{EEA95EC8-682A-ED49-9AD0-BB0068E93C67}"/>
                  </a:ext>
                </a:extLst>
              </p:cNvPr>
              <p:cNvGrpSpPr>
                <a:grpSpLocks/>
              </p:cNvGrpSpPr>
              <p:nvPr/>
            </p:nvGrpSpPr>
            <p:grpSpPr bwMode="auto">
              <a:xfrm>
                <a:off x="7106124" y="6049441"/>
                <a:ext cx="679450" cy="301625"/>
                <a:chOff x="780" y="1553"/>
                <a:chExt cx="428" cy="190"/>
              </a:xfrm>
            </p:grpSpPr>
            <p:sp>
              <p:nvSpPr>
                <p:cNvPr id="157" name="Rectangle 183">
                  <a:extLst>
                    <a:ext uri="{FF2B5EF4-FFF2-40B4-BE49-F238E27FC236}">
                      <a16:creationId xmlns:a16="http://schemas.microsoft.com/office/drawing/2014/main" id="{FFE8EEA0-FBAD-384F-AB6F-D39C89FF6B03}"/>
                    </a:ext>
                  </a:extLst>
                </p:cNvPr>
                <p:cNvSpPr>
                  <a:spLocks noChangeArrowheads="1"/>
                </p:cNvSpPr>
                <p:nvPr/>
              </p:nvSpPr>
              <p:spPr bwMode="auto">
                <a:xfrm>
                  <a:off x="817" y="1571"/>
                  <a:ext cx="312" cy="162"/>
                </a:xfrm>
                <a:prstGeom prst="rect">
                  <a:avLst/>
                </a:prstGeom>
                <a:solidFill>
                  <a:schemeClr val="bg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58" name="Rectangle 184">
                  <a:extLst>
                    <a:ext uri="{FF2B5EF4-FFF2-40B4-BE49-F238E27FC236}">
                      <a16:creationId xmlns:a16="http://schemas.microsoft.com/office/drawing/2014/main" id="{9C401D53-7DDF-E146-8622-C9BE9D947C20}"/>
                    </a:ext>
                  </a:extLst>
                </p:cNvPr>
                <p:cNvSpPr>
                  <a:spLocks noChangeArrowheads="1"/>
                </p:cNvSpPr>
                <p:nvPr/>
              </p:nvSpPr>
              <p:spPr bwMode="auto">
                <a:xfrm>
                  <a:off x="780" y="1553"/>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M</a:t>
                  </a:r>
                </a:p>
              </p:txBody>
            </p:sp>
          </p:grpSp>
        </p:grpSp>
        <p:grpSp>
          <p:nvGrpSpPr>
            <p:cNvPr id="162" name="Group 175">
              <a:extLst>
                <a:ext uri="{FF2B5EF4-FFF2-40B4-BE49-F238E27FC236}">
                  <a16:creationId xmlns:a16="http://schemas.microsoft.com/office/drawing/2014/main" id="{22C4D71A-308A-D147-9E34-D1EFF8D1F18B}"/>
                </a:ext>
              </a:extLst>
            </p:cNvPr>
            <p:cNvGrpSpPr>
              <a:grpSpLocks/>
            </p:cNvGrpSpPr>
            <p:nvPr/>
          </p:nvGrpSpPr>
          <p:grpSpPr bwMode="auto">
            <a:xfrm>
              <a:off x="8465451" y="1880020"/>
              <a:ext cx="679450" cy="301625"/>
              <a:chOff x="780" y="1553"/>
              <a:chExt cx="428" cy="190"/>
            </a:xfrm>
          </p:grpSpPr>
          <p:sp>
            <p:nvSpPr>
              <p:cNvPr id="163" name="Rectangle 176">
                <a:extLst>
                  <a:ext uri="{FF2B5EF4-FFF2-40B4-BE49-F238E27FC236}">
                    <a16:creationId xmlns:a16="http://schemas.microsoft.com/office/drawing/2014/main" id="{1BB3E472-5096-EB4B-9536-B45F30797C16}"/>
                  </a:ext>
                </a:extLst>
              </p:cNvPr>
              <p:cNvSpPr>
                <a:spLocks noChangeArrowheads="1"/>
              </p:cNvSpPr>
              <p:nvPr/>
            </p:nvSpPr>
            <p:spPr bwMode="auto">
              <a:xfrm>
                <a:off x="817" y="1569"/>
                <a:ext cx="312" cy="162"/>
              </a:xfrm>
              <a:prstGeom prst="rect">
                <a:avLst/>
              </a:prstGeom>
              <a:solidFill>
                <a:schemeClr val="bg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64" name="Rectangle 177">
                <a:extLst>
                  <a:ext uri="{FF2B5EF4-FFF2-40B4-BE49-F238E27FC236}">
                    <a16:creationId xmlns:a16="http://schemas.microsoft.com/office/drawing/2014/main" id="{37DB6D54-3397-3949-A1CA-B2DA46101546}"/>
                  </a:ext>
                </a:extLst>
              </p:cNvPr>
              <p:cNvSpPr>
                <a:spLocks noChangeArrowheads="1"/>
              </p:cNvSpPr>
              <p:nvPr/>
            </p:nvSpPr>
            <p:spPr bwMode="auto">
              <a:xfrm>
                <a:off x="780" y="1553"/>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M</a:t>
                </a:r>
              </a:p>
            </p:txBody>
          </p:sp>
        </p:grpSp>
      </p:grpSp>
      <p:sp>
        <p:nvSpPr>
          <p:cNvPr id="165" name="Freeform 8">
            <a:extLst>
              <a:ext uri="{FF2B5EF4-FFF2-40B4-BE49-F238E27FC236}">
                <a16:creationId xmlns:a16="http://schemas.microsoft.com/office/drawing/2014/main" id="{2F028C19-F830-D644-B8E0-645A3A1596FF}"/>
              </a:ext>
            </a:extLst>
          </p:cNvPr>
          <p:cNvSpPr>
            <a:spLocks/>
          </p:cNvSpPr>
          <p:nvPr/>
        </p:nvSpPr>
        <p:spPr bwMode="auto">
          <a:xfrm>
            <a:off x="3570599" y="4675377"/>
            <a:ext cx="4136844" cy="601045"/>
          </a:xfrm>
          <a:custGeom>
            <a:avLst/>
            <a:gdLst>
              <a:gd name="T0" fmla="*/ 0 w 4100"/>
              <a:gd name="T1" fmla="*/ 0 h 2072"/>
              <a:gd name="T2" fmla="*/ 4 w 4100"/>
              <a:gd name="T3" fmla="*/ 1736 h 2072"/>
              <a:gd name="T4" fmla="*/ 804 w 4100"/>
              <a:gd name="T5" fmla="*/ 2064 h 2072"/>
              <a:gd name="T6" fmla="*/ 3468 w 4100"/>
              <a:gd name="T7" fmla="*/ 2072 h 2072"/>
              <a:gd name="T8" fmla="*/ 4100 w 4100"/>
              <a:gd name="T9" fmla="*/ 1736 h 2072"/>
              <a:gd name="T10" fmla="*/ 4100 w 4100"/>
              <a:gd name="T11" fmla="*/ 96 h 2072"/>
              <a:gd name="T12" fmla="*/ 0 60000 65536"/>
              <a:gd name="T13" fmla="*/ 0 60000 65536"/>
              <a:gd name="T14" fmla="*/ 0 60000 65536"/>
              <a:gd name="T15" fmla="*/ 0 60000 65536"/>
              <a:gd name="T16" fmla="*/ 0 60000 65536"/>
              <a:gd name="T17" fmla="*/ 0 60000 65536"/>
              <a:gd name="T18" fmla="*/ 0 w 4100"/>
              <a:gd name="T19" fmla="*/ 0 h 2072"/>
              <a:gd name="T20" fmla="*/ 4100 w 4100"/>
              <a:gd name="T21" fmla="*/ 2072 h 2072"/>
              <a:gd name="connsiteX0" fmla="*/ 0 w 10000"/>
              <a:gd name="connsiteY0" fmla="*/ 0 h 10000"/>
              <a:gd name="connsiteX1" fmla="*/ 10 w 10000"/>
              <a:gd name="connsiteY1" fmla="*/ 8378 h 10000"/>
              <a:gd name="connsiteX2" fmla="*/ 1961 w 10000"/>
              <a:gd name="connsiteY2" fmla="*/ 9961 h 10000"/>
              <a:gd name="connsiteX3" fmla="*/ 8459 w 10000"/>
              <a:gd name="connsiteY3" fmla="*/ 10000 h 10000"/>
              <a:gd name="connsiteX4" fmla="*/ 10000 w 10000"/>
              <a:gd name="connsiteY4" fmla="*/ 8378 h 10000"/>
              <a:gd name="connsiteX0" fmla="*/ 0 w 8459"/>
              <a:gd name="connsiteY0" fmla="*/ 0 h 10000"/>
              <a:gd name="connsiteX1" fmla="*/ 10 w 8459"/>
              <a:gd name="connsiteY1" fmla="*/ 8378 h 10000"/>
              <a:gd name="connsiteX2" fmla="*/ 1961 w 8459"/>
              <a:gd name="connsiteY2" fmla="*/ 9961 h 10000"/>
              <a:gd name="connsiteX3" fmla="*/ 8459 w 8459"/>
              <a:gd name="connsiteY3" fmla="*/ 10000 h 10000"/>
              <a:gd name="connsiteX0" fmla="*/ 0 w 9988"/>
              <a:gd name="connsiteY0" fmla="*/ 0 h 1622"/>
              <a:gd name="connsiteX1" fmla="*/ 2306 w 9988"/>
              <a:gd name="connsiteY1" fmla="*/ 1583 h 1622"/>
              <a:gd name="connsiteX2" fmla="*/ 9988 w 9988"/>
              <a:gd name="connsiteY2" fmla="*/ 1622 h 1622"/>
            </a:gdLst>
            <a:ahLst/>
            <a:cxnLst>
              <a:cxn ang="0">
                <a:pos x="connsiteX0" y="connsiteY0"/>
              </a:cxn>
              <a:cxn ang="0">
                <a:pos x="connsiteX1" y="connsiteY1"/>
              </a:cxn>
              <a:cxn ang="0">
                <a:pos x="connsiteX2" y="connsiteY2"/>
              </a:cxn>
            </a:cxnLst>
            <a:rect l="l" t="t" r="r" b="b"/>
            <a:pathLst>
              <a:path w="9988" h="1622">
                <a:moveTo>
                  <a:pt x="0" y="0"/>
                </a:moveTo>
                <a:lnTo>
                  <a:pt x="2306" y="1583"/>
                </a:lnTo>
                <a:lnTo>
                  <a:pt x="9988" y="1622"/>
                </a:lnTo>
              </a:path>
            </a:pathLst>
          </a:custGeom>
          <a:noFill/>
          <a:ln w="44450">
            <a:solidFill>
              <a:srgbClr val="C0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       </a:t>
            </a:r>
          </a:p>
        </p:txBody>
      </p:sp>
      <p:grpSp>
        <p:nvGrpSpPr>
          <p:cNvPr id="21" name="Group 20">
            <a:extLst>
              <a:ext uri="{FF2B5EF4-FFF2-40B4-BE49-F238E27FC236}">
                <a16:creationId xmlns:a16="http://schemas.microsoft.com/office/drawing/2014/main" id="{D6B559A3-7D00-A302-7026-C353590A1438}"/>
              </a:ext>
            </a:extLst>
          </p:cNvPr>
          <p:cNvGrpSpPr/>
          <p:nvPr/>
        </p:nvGrpSpPr>
        <p:grpSpPr>
          <a:xfrm>
            <a:off x="4158384" y="1778534"/>
            <a:ext cx="2245439" cy="369332"/>
            <a:chOff x="4158384" y="2165404"/>
            <a:chExt cx="2245439" cy="369332"/>
          </a:xfrm>
        </p:grpSpPr>
        <p:grpSp>
          <p:nvGrpSpPr>
            <p:cNvPr id="96" name="Group 175">
              <a:extLst>
                <a:ext uri="{FF2B5EF4-FFF2-40B4-BE49-F238E27FC236}">
                  <a16:creationId xmlns:a16="http://schemas.microsoft.com/office/drawing/2014/main" id="{AC026B9A-C8C6-C045-8CBD-B9022027FFE8}"/>
                </a:ext>
              </a:extLst>
            </p:cNvPr>
            <p:cNvGrpSpPr>
              <a:grpSpLocks/>
            </p:cNvGrpSpPr>
            <p:nvPr/>
          </p:nvGrpSpPr>
          <p:grpSpPr bwMode="auto">
            <a:xfrm>
              <a:off x="5724373" y="2189377"/>
              <a:ext cx="679450" cy="301625"/>
              <a:chOff x="780" y="1553"/>
              <a:chExt cx="428" cy="190"/>
            </a:xfrm>
          </p:grpSpPr>
          <p:sp>
            <p:nvSpPr>
              <p:cNvPr id="97" name="Rectangle 176">
                <a:extLst>
                  <a:ext uri="{FF2B5EF4-FFF2-40B4-BE49-F238E27FC236}">
                    <a16:creationId xmlns:a16="http://schemas.microsoft.com/office/drawing/2014/main" id="{10F5A1DA-0939-D34B-B227-29AA407BCDD6}"/>
                  </a:ext>
                </a:extLst>
              </p:cNvPr>
              <p:cNvSpPr>
                <a:spLocks noChangeArrowheads="1"/>
              </p:cNvSpPr>
              <p:nvPr/>
            </p:nvSpPr>
            <p:spPr bwMode="auto">
              <a:xfrm>
                <a:off x="817" y="1569"/>
                <a:ext cx="312" cy="162"/>
              </a:xfrm>
              <a:prstGeom prst="rect">
                <a:avLst/>
              </a:prstGeom>
              <a:solidFill>
                <a:schemeClr val="bg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98" name="Rectangle 177">
                <a:extLst>
                  <a:ext uri="{FF2B5EF4-FFF2-40B4-BE49-F238E27FC236}">
                    <a16:creationId xmlns:a16="http://schemas.microsoft.com/office/drawing/2014/main" id="{2086AF53-43CC-814A-BA4C-260362990784}"/>
                  </a:ext>
                </a:extLst>
              </p:cNvPr>
              <p:cNvSpPr>
                <a:spLocks noChangeArrowheads="1"/>
              </p:cNvSpPr>
              <p:nvPr/>
            </p:nvSpPr>
            <p:spPr bwMode="auto">
              <a:xfrm>
                <a:off x="780" y="1553"/>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M</a:t>
                </a:r>
              </a:p>
            </p:txBody>
          </p:sp>
        </p:grpSp>
        <p:sp>
          <p:nvSpPr>
            <p:cNvPr id="10" name="TextBox 9">
              <a:extLst>
                <a:ext uri="{FF2B5EF4-FFF2-40B4-BE49-F238E27FC236}">
                  <a16:creationId xmlns:a16="http://schemas.microsoft.com/office/drawing/2014/main" id="{F4282034-58EE-6443-97BE-4033A6975AE5}"/>
                </a:ext>
              </a:extLst>
            </p:cNvPr>
            <p:cNvSpPr txBox="1"/>
            <p:nvPr/>
          </p:nvSpPr>
          <p:spPr>
            <a:xfrm>
              <a:off x="4158384" y="2165404"/>
              <a:ext cx="997068" cy="369332"/>
            </a:xfrm>
            <a:prstGeom prst="rect">
              <a:avLst/>
            </a:prstGeom>
            <a:noFill/>
          </p:spPr>
          <p:txBody>
            <a:bodyPr wrap="none" rtlCol="0">
              <a:spAutoFit/>
            </a:bodyPr>
            <a:lstStyle/>
            <a:p>
              <a:r>
                <a:rPr lang="en-US"/>
                <a:t>message</a:t>
              </a:r>
            </a:p>
          </p:txBody>
        </p:sp>
      </p:grpSp>
      <p:grpSp>
        <p:nvGrpSpPr>
          <p:cNvPr id="22" name="Group 21">
            <a:extLst>
              <a:ext uri="{FF2B5EF4-FFF2-40B4-BE49-F238E27FC236}">
                <a16:creationId xmlns:a16="http://schemas.microsoft.com/office/drawing/2014/main" id="{F258A9F5-536F-4297-1363-9B60BDACF2BF}"/>
              </a:ext>
            </a:extLst>
          </p:cNvPr>
          <p:cNvGrpSpPr/>
          <p:nvPr/>
        </p:nvGrpSpPr>
        <p:grpSpPr>
          <a:xfrm>
            <a:off x="4155671" y="2565788"/>
            <a:ext cx="2253425" cy="369332"/>
            <a:chOff x="4155671" y="2952658"/>
            <a:chExt cx="2253425" cy="369332"/>
          </a:xfrm>
        </p:grpSpPr>
        <p:grpSp>
          <p:nvGrpSpPr>
            <p:cNvPr id="133" name="Group 185">
              <a:extLst>
                <a:ext uri="{FF2B5EF4-FFF2-40B4-BE49-F238E27FC236}">
                  <a16:creationId xmlns:a16="http://schemas.microsoft.com/office/drawing/2014/main" id="{EB20B2E4-EE78-334C-B142-D9716F510006}"/>
                </a:ext>
              </a:extLst>
            </p:cNvPr>
            <p:cNvGrpSpPr>
              <a:grpSpLocks/>
            </p:cNvGrpSpPr>
            <p:nvPr/>
          </p:nvGrpSpPr>
          <p:grpSpPr bwMode="auto">
            <a:xfrm>
              <a:off x="5501046" y="3003781"/>
              <a:ext cx="908050" cy="301625"/>
              <a:chOff x="1848" y="2046"/>
              <a:chExt cx="572" cy="190"/>
            </a:xfrm>
          </p:grpSpPr>
          <p:grpSp>
            <p:nvGrpSpPr>
              <p:cNvPr id="134" name="Group 179">
                <a:extLst>
                  <a:ext uri="{FF2B5EF4-FFF2-40B4-BE49-F238E27FC236}">
                    <a16:creationId xmlns:a16="http://schemas.microsoft.com/office/drawing/2014/main" id="{1D5E26E8-DD67-F64E-B7A5-CF2A5868C4FE}"/>
                  </a:ext>
                </a:extLst>
              </p:cNvPr>
              <p:cNvGrpSpPr>
                <a:grpSpLocks/>
              </p:cNvGrpSpPr>
              <p:nvPr/>
            </p:nvGrpSpPr>
            <p:grpSpPr bwMode="auto">
              <a:xfrm>
                <a:off x="1848" y="2047"/>
                <a:ext cx="187" cy="184"/>
                <a:chOff x="1959" y="2058"/>
                <a:chExt cx="187" cy="184"/>
              </a:xfrm>
            </p:grpSpPr>
            <p:sp>
              <p:nvSpPr>
                <p:cNvPr id="138" name="Rectangle 180">
                  <a:extLst>
                    <a:ext uri="{FF2B5EF4-FFF2-40B4-BE49-F238E27FC236}">
                      <a16:creationId xmlns:a16="http://schemas.microsoft.com/office/drawing/2014/main" id="{A0FF28E6-68F8-9D49-858D-54A894437AE3}"/>
                    </a:ext>
                  </a:extLst>
                </p:cNvPr>
                <p:cNvSpPr>
                  <a:spLocks noChangeArrowheads="1"/>
                </p:cNvSpPr>
                <p:nvPr/>
              </p:nvSpPr>
              <p:spPr bwMode="auto">
                <a:xfrm>
                  <a:off x="1964" y="2075"/>
                  <a:ext cx="177" cy="162"/>
                </a:xfrm>
                <a:prstGeom prst="rect">
                  <a:avLst/>
                </a:prstGeom>
                <a:no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39" name="Rectangle 181">
                  <a:extLst>
                    <a:ext uri="{FF2B5EF4-FFF2-40B4-BE49-F238E27FC236}">
                      <a16:creationId xmlns:a16="http://schemas.microsoft.com/office/drawing/2014/main" id="{57F4F79C-9470-0243-9459-9DE005B149AC}"/>
                    </a:ext>
                  </a:extLst>
                </p:cNvPr>
                <p:cNvSpPr>
                  <a:spLocks noChangeArrowheads="1"/>
                </p:cNvSpPr>
                <p:nvPr/>
              </p:nvSpPr>
              <p:spPr bwMode="auto">
                <a:xfrm>
                  <a:off x="1959" y="2058"/>
                  <a:ext cx="187" cy="184"/>
                </a:xfrm>
                <a:prstGeom prst="rect">
                  <a:avLst/>
                </a:prstGeom>
                <a:no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800" b="0" i="0" u="none" strike="noStrike" kern="1200" cap="none" spc="0" normalizeH="0" baseline="-2500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t</a:t>
                  </a:r>
                </a:p>
              </p:txBody>
            </p:sp>
          </p:grpSp>
          <p:grpSp>
            <p:nvGrpSpPr>
              <p:cNvPr id="135" name="Group 182">
                <a:extLst>
                  <a:ext uri="{FF2B5EF4-FFF2-40B4-BE49-F238E27FC236}">
                    <a16:creationId xmlns:a16="http://schemas.microsoft.com/office/drawing/2014/main" id="{C814D838-F088-1449-A73B-3285342C6057}"/>
                  </a:ext>
                </a:extLst>
              </p:cNvPr>
              <p:cNvGrpSpPr>
                <a:grpSpLocks/>
              </p:cNvGrpSpPr>
              <p:nvPr/>
            </p:nvGrpSpPr>
            <p:grpSpPr bwMode="auto">
              <a:xfrm>
                <a:off x="1992" y="2046"/>
                <a:ext cx="428" cy="190"/>
                <a:chOff x="780" y="1553"/>
                <a:chExt cx="428" cy="190"/>
              </a:xfrm>
            </p:grpSpPr>
            <p:sp>
              <p:nvSpPr>
                <p:cNvPr id="136" name="Rectangle 183">
                  <a:extLst>
                    <a:ext uri="{FF2B5EF4-FFF2-40B4-BE49-F238E27FC236}">
                      <a16:creationId xmlns:a16="http://schemas.microsoft.com/office/drawing/2014/main" id="{744B26E9-8C84-AF45-BC0E-C09188489CFA}"/>
                    </a:ext>
                  </a:extLst>
                </p:cNvPr>
                <p:cNvSpPr>
                  <a:spLocks noChangeArrowheads="1"/>
                </p:cNvSpPr>
                <p:nvPr/>
              </p:nvSpPr>
              <p:spPr bwMode="auto">
                <a:xfrm>
                  <a:off x="817" y="1571"/>
                  <a:ext cx="312" cy="162"/>
                </a:xfrm>
                <a:prstGeom prst="rect">
                  <a:avLst/>
                </a:prstGeom>
                <a:solidFill>
                  <a:schemeClr val="bg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37" name="Rectangle 184">
                  <a:extLst>
                    <a:ext uri="{FF2B5EF4-FFF2-40B4-BE49-F238E27FC236}">
                      <a16:creationId xmlns:a16="http://schemas.microsoft.com/office/drawing/2014/main" id="{71A3F897-85F9-4241-906F-6308455A3CAB}"/>
                    </a:ext>
                  </a:extLst>
                </p:cNvPr>
                <p:cNvSpPr>
                  <a:spLocks noChangeArrowheads="1"/>
                </p:cNvSpPr>
                <p:nvPr/>
              </p:nvSpPr>
              <p:spPr bwMode="auto">
                <a:xfrm>
                  <a:off x="780" y="1553"/>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M</a:t>
                  </a:r>
                </a:p>
              </p:txBody>
            </p:sp>
          </p:grpSp>
        </p:grpSp>
        <p:sp>
          <p:nvSpPr>
            <p:cNvPr id="166" name="TextBox 165">
              <a:extLst>
                <a:ext uri="{FF2B5EF4-FFF2-40B4-BE49-F238E27FC236}">
                  <a16:creationId xmlns:a16="http://schemas.microsoft.com/office/drawing/2014/main" id="{8BE5EF03-00F9-6A41-8F0C-CAAFE7A85EE6}"/>
                </a:ext>
              </a:extLst>
            </p:cNvPr>
            <p:cNvSpPr txBox="1"/>
            <p:nvPr/>
          </p:nvSpPr>
          <p:spPr>
            <a:xfrm>
              <a:off x="4155671" y="2952658"/>
              <a:ext cx="995272" cy="369332"/>
            </a:xfrm>
            <a:prstGeom prst="rect">
              <a:avLst/>
            </a:prstGeom>
            <a:noFill/>
          </p:spPr>
          <p:txBody>
            <a:bodyPr wrap="none" rtlCol="0">
              <a:spAutoFit/>
            </a:bodyPr>
            <a:lstStyle/>
            <a:p>
              <a:r>
                <a:rPr lang="en-US"/>
                <a:t>segment</a:t>
              </a:r>
            </a:p>
          </p:txBody>
        </p:sp>
      </p:grpSp>
      <p:grpSp>
        <p:nvGrpSpPr>
          <p:cNvPr id="23" name="Group 22">
            <a:extLst>
              <a:ext uri="{FF2B5EF4-FFF2-40B4-BE49-F238E27FC236}">
                <a16:creationId xmlns:a16="http://schemas.microsoft.com/office/drawing/2014/main" id="{D4DAD311-C0E8-ECAB-AB26-71D0E13F87C3}"/>
              </a:ext>
            </a:extLst>
          </p:cNvPr>
          <p:cNvGrpSpPr/>
          <p:nvPr/>
        </p:nvGrpSpPr>
        <p:grpSpPr>
          <a:xfrm>
            <a:off x="4134419" y="3291630"/>
            <a:ext cx="2152842" cy="369332"/>
            <a:chOff x="4134419" y="3678500"/>
            <a:chExt cx="2152842" cy="369332"/>
          </a:xfrm>
        </p:grpSpPr>
        <p:grpSp>
          <p:nvGrpSpPr>
            <p:cNvPr id="6" name="Group 5">
              <a:extLst>
                <a:ext uri="{FF2B5EF4-FFF2-40B4-BE49-F238E27FC236}">
                  <a16:creationId xmlns:a16="http://schemas.microsoft.com/office/drawing/2014/main" id="{EB00013B-973D-F145-BC62-E1EB59B2D1F7}"/>
                </a:ext>
              </a:extLst>
            </p:cNvPr>
            <p:cNvGrpSpPr/>
            <p:nvPr/>
          </p:nvGrpSpPr>
          <p:grpSpPr>
            <a:xfrm>
              <a:off x="5228886" y="3706233"/>
              <a:ext cx="1058375" cy="307296"/>
              <a:chOff x="5509436" y="3287899"/>
              <a:chExt cx="1058375" cy="307296"/>
            </a:xfrm>
          </p:grpSpPr>
          <p:grpSp>
            <p:nvGrpSpPr>
              <p:cNvPr id="83" name="Group 182">
                <a:extLst>
                  <a:ext uri="{FF2B5EF4-FFF2-40B4-BE49-F238E27FC236}">
                    <a16:creationId xmlns:a16="http://schemas.microsoft.com/office/drawing/2014/main" id="{92B476DA-1332-E245-A063-5F18A8ED561F}"/>
                  </a:ext>
                </a:extLst>
              </p:cNvPr>
              <p:cNvGrpSpPr>
                <a:grpSpLocks/>
              </p:cNvGrpSpPr>
              <p:nvPr/>
            </p:nvGrpSpPr>
            <p:grpSpPr bwMode="auto">
              <a:xfrm>
                <a:off x="5510535" y="3293570"/>
                <a:ext cx="1057276" cy="301625"/>
                <a:chOff x="469" y="1531"/>
                <a:chExt cx="666" cy="190"/>
              </a:xfrm>
            </p:grpSpPr>
            <p:sp>
              <p:nvSpPr>
                <p:cNvPr id="84" name="Rectangle 183">
                  <a:extLst>
                    <a:ext uri="{FF2B5EF4-FFF2-40B4-BE49-F238E27FC236}">
                      <a16:creationId xmlns:a16="http://schemas.microsoft.com/office/drawing/2014/main" id="{35A3A0E8-5840-8E42-ADE8-7EB044576C1C}"/>
                    </a:ext>
                  </a:extLst>
                </p:cNvPr>
                <p:cNvSpPr>
                  <a:spLocks noChangeArrowheads="1"/>
                </p:cNvSpPr>
                <p:nvPr/>
              </p:nvSpPr>
              <p:spPr bwMode="auto">
                <a:xfrm>
                  <a:off x="469" y="1549"/>
                  <a:ext cx="666" cy="162"/>
                </a:xfrm>
                <a:prstGeom prst="rect">
                  <a:avLst/>
                </a:prstGeom>
                <a:solidFill>
                  <a:schemeClr val="bg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85" name="Rectangle 184">
                  <a:extLst>
                    <a:ext uri="{FF2B5EF4-FFF2-40B4-BE49-F238E27FC236}">
                      <a16:creationId xmlns:a16="http://schemas.microsoft.com/office/drawing/2014/main" id="{55600375-23A3-CD4E-BBD9-EE07BA4AED64}"/>
                    </a:ext>
                  </a:extLst>
                </p:cNvPr>
                <p:cNvSpPr>
                  <a:spLocks noChangeArrowheads="1"/>
                </p:cNvSpPr>
                <p:nvPr/>
              </p:nvSpPr>
              <p:spPr bwMode="auto">
                <a:xfrm>
                  <a:off x="873" y="1531"/>
                  <a:ext cx="239"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M</a:t>
                  </a:r>
                </a:p>
              </p:txBody>
            </p:sp>
          </p:grpSp>
          <p:sp>
            <p:nvSpPr>
              <p:cNvPr id="87" name="Rectangle 181">
                <a:extLst>
                  <a:ext uri="{FF2B5EF4-FFF2-40B4-BE49-F238E27FC236}">
                    <a16:creationId xmlns:a16="http://schemas.microsoft.com/office/drawing/2014/main" id="{51F428BA-8794-2B46-B109-1D511F62E555}"/>
                  </a:ext>
                </a:extLst>
              </p:cNvPr>
              <p:cNvSpPr>
                <a:spLocks noChangeArrowheads="1"/>
              </p:cNvSpPr>
              <p:nvPr/>
            </p:nvSpPr>
            <p:spPr bwMode="auto">
              <a:xfrm>
                <a:off x="5771740" y="3305237"/>
                <a:ext cx="296863"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800" b="0" i="0" u="none" strike="noStrike" kern="1200" cap="none" spc="0" normalizeH="0" baseline="-2500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t</a:t>
                </a:r>
              </a:p>
            </p:txBody>
          </p:sp>
          <p:sp>
            <p:nvSpPr>
              <p:cNvPr id="88" name="Rectangle 181">
                <a:extLst>
                  <a:ext uri="{FF2B5EF4-FFF2-40B4-BE49-F238E27FC236}">
                    <a16:creationId xmlns:a16="http://schemas.microsoft.com/office/drawing/2014/main" id="{E5D95958-8C54-6242-A3B1-968E6AC629AC}"/>
                  </a:ext>
                </a:extLst>
              </p:cNvPr>
              <p:cNvSpPr>
                <a:spLocks noChangeArrowheads="1"/>
              </p:cNvSpPr>
              <p:nvPr/>
            </p:nvSpPr>
            <p:spPr bwMode="auto">
              <a:xfrm>
                <a:off x="5509436" y="3287899"/>
                <a:ext cx="296863"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800" b="0" i="0" u="none" strike="noStrike" kern="1200" cap="none" spc="0" normalizeH="0" baseline="-2500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n</a:t>
                </a:r>
              </a:p>
            </p:txBody>
          </p:sp>
          <p:cxnSp>
            <p:nvCxnSpPr>
              <p:cNvPr id="4" name="Straight Connector 3">
                <a:extLst>
                  <a:ext uri="{FF2B5EF4-FFF2-40B4-BE49-F238E27FC236}">
                    <a16:creationId xmlns:a16="http://schemas.microsoft.com/office/drawing/2014/main" id="{AE213470-EFFE-1143-AE70-3E6F1DF5204B}"/>
                  </a:ext>
                </a:extLst>
              </p:cNvPr>
              <p:cNvCxnSpPr>
                <a:cxnSpLocks/>
              </p:cNvCxnSpPr>
              <p:nvPr/>
            </p:nvCxnSpPr>
            <p:spPr>
              <a:xfrm>
                <a:off x="6076877" y="3322145"/>
                <a:ext cx="0" cy="25717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FB823437-9FDA-D44D-8E28-4933018C3600}"/>
                  </a:ext>
                </a:extLst>
              </p:cNvPr>
              <p:cNvCxnSpPr/>
              <p:nvPr/>
            </p:nvCxnSpPr>
            <p:spPr>
              <a:xfrm>
                <a:off x="5796378" y="3320433"/>
                <a:ext cx="0" cy="25717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00" name="TextBox 199">
              <a:extLst>
                <a:ext uri="{FF2B5EF4-FFF2-40B4-BE49-F238E27FC236}">
                  <a16:creationId xmlns:a16="http://schemas.microsoft.com/office/drawing/2014/main" id="{DD9ACBFF-6D46-1C46-8036-50329CCCA60E}"/>
                </a:ext>
              </a:extLst>
            </p:cNvPr>
            <p:cNvSpPr txBox="1"/>
            <p:nvPr/>
          </p:nvSpPr>
          <p:spPr>
            <a:xfrm>
              <a:off x="4134419" y="3678500"/>
              <a:ext cx="1079078" cy="369332"/>
            </a:xfrm>
            <a:prstGeom prst="rect">
              <a:avLst/>
            </a:prstGeom>
            <a:noFill/>
          </p:spPr>
          <p:txBody>
            <a:bodyPr wrap="none" rtlCol="0">
              <a:spAutoFit/>
            </a:bodyPr>
            <a:lstStyle/>
            <a:p>
              <a:r>
                <a:rPr lang="en-US"/>
                <a:t>datagram</a:t>
              </a:r>
            </a:p>
          </p:txBody>
        </p:sp>
      </p:grpSp>
      <p:grpSp>
        <p:nvGrpSpPr>
          <p:cNvPr id="27" name="Group 26">
            <a:extLst>
              <a:ext uri="{FF2B5EF4-FFF2-40B4-BE49-F238E27FC236}">
                <a16:creationId xmlns:a16="http://schemas.microsoft.com/office/drawing/2014/main" id="{78F84AA8-653C-EA7E-40CB-0F8B1664BA09}"/>
              </a:ext>
            </a:extLst>
          </p:cNvPr>
          <p:cNvGrpSpPr/>
          <p:nvPr/>
        </p:nvGrpSpPr>
        <p:grpSpPr>
          <a:xfrm>
            <a:off x="4152584" y="4104550"/>
            <a:ext cx="2134677" cy="369332"/>
            <a:chOff x="4152584" y="4491420"/>
            <a:chExt cx="2134677" cy="369332"/>
          </a:xfrm>
        </p:grpSpPr>
        <p:sp>
          <p:nvSpPr>
            <p:cNvPr id="201" name="TextBox 200">
              <a:extLst>
                <a:ext uri="{FF2B5EF4-FFF2-40B4-BE49-F238E27FC236}">
                  <a16:creationId xmlns:a16="http://schemas.microsoft.com/office/drawing/2014/main" id="{1BE94808-747E-4346-8BA9-1245F5340481}"/>
                </a:ext>
              </a:extLst>
            </p:cNvPr>
            <p:cNvSpPr txBox="1"/>
            <p:nvPr/>
          </p:nvSpPr>
          <p:spPr>
            <a:xfrm>
              <a:off x="4152584" y="4491420"/>
              <a:ext cx="740972" cy="369332"/>
            </a:xfrm>
            <a:prstGeom prst="rect">
              <a:avLst/>
            </a:prstGeom>
            <a:noFill/>
          </p:spPr>
          <p:txBody>
            <a:bodyPr wrap="none" rtlCol="0">
              <a:spAutoFit/>
            </a:bodyPr>
            <a:lstStyle/>
            <a:p>
              <a:r>
                <a:rPr lang="en-US"/>
                <a:t>frame</a:t>
              </a:r>
            </a:p>
          </p:txBody>
        </p:sp>
        <p:grpSp>
          <p:nvGrpSpPr>
            <p:cNvPr id="3" name="Group 2">
              <a:extLst>
                <a:ext uri="{FF2B5EF4-FFF2-40B4-BE49-F238E27FC236}">
                  <a16:creationId xmlns:a16="http://schemas.microsoft.com/office/drawing/2014/main" id="{70ABA56E-C19B-1E49-8691-B116C4BC92D9}"/>
                </a:ext>
              </a:extLst>
            </p:cNvPr>
            <p:cNvGrpSpPr/>
            <p:nvPr/>
          </p:nvGrpSpPr>
          <p:grpSpPr>
            <a:xfrm>
              <a:off x="4939472" y="4504142"/>
              <a:ext cx="1347789" cy="307296"/>
              <a:chOff x="5144294" y="4194650"/>
              <a:chExt cx="1347789" cy="307296"/>
            </a:xfrm>
          </p:grpSpPr>
          <p:grpSp>
            <p:nvGrpSpPr>
              <p:cNvPr id="210" name="Group 182">
                <a:extLst>
                  <a:ext uri="{FF2B5EF4-FFF2-40B4-BE49-F238E27FC236}">
                    <a16:creationId xmlns:a16="http://schemas.microsoft.com/office/drawing/2014/main" id="{1C0D8E0C-30C7-D644-B53F-545AC3B41D0A}"/>
                  </a:ext>
                </a:extLst>
              </p:cNvPr>
              <p:cNvGrpSpPr>
                <a:grpSpLocks/>
              </p:cNvGrpSpPr>
              <p:nvPr/>
            </p:nvGrpSpPr>
            <p:grpSpPr bwMode="auto">
              <a:xfrm>
                <a:off x="5144294" y="4200321"/>
                <a:ext cx="1347789" cy="301625"/>
                <a:chOff x="286" y="1531"/>
                <a:chExt cx="849" cy="190"/>
              </a:xfrm>
            </p:grpSpPr>
            <p:sp>
              <p:nvSpPr>
                <p:cNvPr id="226" name="Rectangle 183">
                  <a:extLst>
                    <a:ext uri="{FF2B5EF4-FFF2-40B4-BE49-F238E27FC236}">
                      <a16:creationId xmlns:a16="http://schemas.microsoft.com/office/drawing/2014/main" id="{6DE19E5C-020A-764D-8F6B-6BB09EA73317}"/>
                    </a:ext>
                  </a:extLst>
                </p:cNvPr>
                <p:cNvSpPr>
                  <a:spLocks noChangeArrowheads="1"/>
                </p:cNvSpPr>
                <p:nvPr/>
              </p:nvSpPr>
              <p:spPr bwMode="auto">
                <a:xfrm>
                  <a:off x="286" y="1549"/>
                  <a:ext cx="849" cy="162"/>
                </a:xfrm>
                <a:prstGeom prst="rect">
                  <a:avLst/>
                </a:prstGeom>
                <a:solidFill>
                  <a:schemeClr val="bg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227" name="Rectangle 184">
                  <a:extLst>
                    <a:ext uri="{FF2B5EF4-FFF2-40B4-BE49-F238E27FC236}">
                      <a16:creationId xmlns:a16="http://schemas.microsoft.com/office/drawing/2014/main" id="{3DF40025-F95F-CB4C-938D-A1646D4921BD}"/>
                    </a:ext>
                  </a:extLst>
                </p:cNvPr>
                <p:cNvSpPr>
                  <a:spLocks noChangeArrowheads="1"/>
                </p:cNvSpPr>
                <p:nvPr/>
              </p:nvSpPr>
              <p:spPr bwMode="auto">
                <a:xfrm>
                  <a:off x="873" y="1531"/>
                  <a:ext cx="239"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M</a:t>
                  </a:r>
                </a:p>
              </p:txBody>
            </p:sp>
          </p:grpSp>
          <p:sp>
            <p:nvSpPr>
              <p:cNvPr id="211" name="Rectangle 181">
                <a:extLst>
                  <a:ext uri="{FF2B5EF4-FFF2-40B4-BE49-F238E27FC236}">
                    <a16:creationId xmlns:a16="http://schemas.microsoft.com/office/drawing/2014/main" id="{C5D484DA-CF52-D04F-9108-C2A5AAA250C8}"/>
                  </a:ext>
                </a:extLst>
              </p:cNvPr>
              <p:cNvSpPr>
                <a:spLocks noChangeArrowheads="1"/>
              </p:cNvSpPr>
              <p:nvPr/>
            </p:nvSpPr>
            <p:spPr bwMode="auto">
              <a:xfrm>
                <a:off x="5696012" y="4211988"/>
                <a:ext cx="296863"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800" b="0" i="0" u="none" strike="noStrike" kern="1200" cap="none" spc="0" normalizeH="0" baseline="-2500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t</a:t>
                </a:r>
              </a:p>
            </p:txBody>
          </p:sp>
          <p:sp>
            <p:nvSpPr>
              <p:cNvPr id="221" name="Rectangle 181">
                <a:extLst>
                  <a:ext uri="{FF2B5EF4-FFF2-40B4-BE49-F238E27FC236}">
                    <a16:creationId xmlns:a16="http://schemas.microsoft.com/office/drawing/2014/main" id="{9A7A7B02-76C2-C24E-946A-4CBDBFE07A53}"/>
                  </a:ext>
                </a:extLst>
              </p:cNvPr>
              <p:cNvSpPr>
                <a:spLocks noChangeArrowheads="1"/>
              </p:cNvSpPr>
              <p:nvPr/>
            </p:nvSpPr>
            <p:spPr bwMode="auto">
              <a:xfrm>
                <a:off x="5433708" y="4194650"/>
                <a:ext cx="296863"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800" b="0" i="0" u="none" strike="noStrike" kern="1200" cap="none" spc="0" normalizeH="0" baseline="-2500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n</a:t>
                </a:r>
              </a:p>
            </p:txBody>
          </p:sp>
          <p:cxnSp>
            <p:nvCxnSpPr>
              <p:cNvPr id="222" name="Straight Connector 221">
                <a:extLst>
                  <a:ext uri="{FF2B5EF4-FFF2-40B4-BE49-F238E27FC236}">
                    <a16:creationId xmlns:a16="http://schemas.microsoft.com/office/drawing/2014/main" id="{104E923B-AAA4-BF49-886D-0890ABD390AE}"/>
                  </a:ext>
                </a:extLst>
              </p:cNvPr>
              <p:cNvCxnSpPr>
                <a:cxnSpLocks/>
              </p:cNvCxnSpPr>
              <p:nvPr/>
            </p:nvCxnSpPr>
            <p:spPr>
              <a:xfrm>
                <a:off x="6001149" y="4228896"/>
                <a:ext cx="0" cy="25717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3" name="Straight Connector 222">
                <a:extLst>
                  <a:ext uri="{FF2B5EF4-FFF2-40B4-BE49-F238E27FC236}">
                    <a16:creationId xmlns:a16="http://schemas.microsoft.com/office/drawing/2014/main" id="{4096CE24-617A-E048-B706-AA2C9CEA0B54}"/>
                  </a:ext>
                </a:extLst>
              </p:cNvPr>
              <p:cNvCxnSpPr/>
              <p:nvPr/>
            </p:nvCxnSpPr>
            <p:spPr>
              <a:xfrm>
                <a:off x="5720650" y="4227184"/>
                <a:ext cx="0" cy="25717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24" name="Rectangle 181">
                <a:extLst>
                  <a:ext uri="{FF2B5EF4-FFF2-40B4-BE49-F238E27FC236}">
                    <a16:creationId xmlns:a16="http://schemas.microsoft.com/office/drawing/2014/main" id="{00739E25-7377-104B-A6E7-E26BE236CB99}"/>
                  </a:ext>
                </a:extLst>
              </p:cNvPr>
              <p:cNvSpPr>
                <a:spLocks noChangeArrowheads="1"/>
              </p:cNvSpPr>
              <p:nvPr/>
            </p:nvSpPr>
            <p:spPr bwMode="auto">
              <a:xfrm>
                <a:off x="5149178" y="4198403"/>
                <a:ext cx="296863"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800" b="0" i="0" u="none" strike="noStrike" kern="1200" cap="none" spc="0" normalizeH="0" baseline="-2500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l</a:t>
                </a:r>
              </a:p>
            </p:txBody>
          </p:sp>
          <p:cxnSp>
            <p:nvCxnSpPr>
              <p:cNvPr id="225" name="Straight Connector 224">
                <a:extLst>
                  <a:ext uri="{FF2B5EF4-FFF2-40B4-BE49-F238E27FC236}">
                    <a16:creationId xmlns:a16="http://schemas.microsoft.com/office/drawing/2014/main" id="{FB902E57-4D34-7F49-80B6-6C4A1D5EB080}"/>
                  </a:ext>
                </a:extLst>
              </p:cNvPr>
              <p:cNvCxnSpPr/>
              <p:nvPr/>
            </p:nvCxnSpPr>
            <p:spPr>
              <a:xfrm>
                <a:off x="5418102" y="4226433"/>
                <a:ext cx="0" cy="25717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grpSp>
      <p:pic>
        <p:nvPicPr>
          <p:cNvPr id="20" name="Picture 19" descr="Logo&#10;&#10;Description automatically generated with medium confidence">
            <a:extLst>
              <a:ext uri="{FF2B5EF4-FFF2-40B4-BE49-F238E27FC236}">
                <a16:creationId xmlns:a16="http://schemas.microsoft.com/office/drawing/2014/main" id="{C71A39D3-23E1-42C5-2774-48B4697E102D}"/>
              </a:ext>
            </a:extLst>
          </p:cNvPr>
          <p:cNvPicPr>
            <a:picLocks noChangeAspect="1"/>
          </p:cNvPicPr>
          <p:nvPr/>
        </p:nvPicPr>
        <p:blipFill>
          <a:blip r:embed="rId5"/>
          <a:stretch>
            <a:fillRect/>
          </a:stretch>
        </p:blipFill>
        <p:spPr>
          <a:xfrm>
            <a:off x="3703652" y="2422862"/>
            <a:ext cx="401301" cy="553374"/>
          </a:xfrm>
          <a:prstGeom prst="rect">
            <a:avLst/>
          </a:prstGeom>
        </p:spPr>
      </p:pic>
      <p:pic>
        <p:nvPicPr>
          <p:cNvPr id="18" name="Picture 17" descr="Icon&#10;&#10;Description automatically generated">
            <a:extLst>
              <a:ext uri="{FF2B5EF4-FFF2-40B4-BE49-F238E27FC236}">
                <a16:creationId xmlns:a16="http://schemas.microsoft.com/office/drawing/2014/main" id="{D04C425A-439B-4CD6-6869-E9EE3D1F6373}"/>
              </a:ext>
            </a:extLst>
          </p:cNvPr>
          <p:cNvPicPr>
            <a:picLocks noChangeAspect="1"/>
          </p:cNvPicPr>
          <p:nvPr/>
        </p:nvPicPr>
        <p:blipFill>
          <a:blip r:embed="rId6"/>
          <a:stretch>
            <a:fillRect/>
          </a:stretch>
        </p:blipFill>
        <p:spPr>
          <a:xfrm>
            <a:off x="3681955" y="3154580"/>
            <a:ext cx="451829" cy="621665"/>
          </a:xfrm>
          <a:prstGeom prst="rect">
            <a:avLst/>
          </a:prstGeom>
        </p:spPr>
      </p:pic>
      <p:pic>
        <p:nvPicPr>
          <p:cNvPr id="19" name="Picture 18" descr="Icon&#10;&#10;Description automatically generated">
            <a:extLst>
              <a:ext uri="{FF2B5EF4-FFF2-40B4-BE49-F238E27FC236}">
                <a16:creationId xmlns:a16="http://schemas.microsoft.com/office/drawing/2014/main" id="{C094CD9A-32A2-C6AD-C10C-1539072C15D6}"/>
              </a:ext>
            </a:extLst>
          </p:cNvPr>
          <p:cNvPicPr>
            <a:picLocks noChangeAspect="1"/>
          </p:cNvPicPr>
          <p:nvPr/>
        </p:nvPicPr>
        <p:blipFill>
          <a:blip r:embed="rId7"/>
          <a:stretch>
            <a:fillRect/>
          </a:stretch>
        </p:blipFill>
        <p:spPr>
          <a:xfrm>
            <a:off x="3655899" y="3926006"/>
            <a:ext cx="505593" cy="695498"/>
          </a:xfrm>
          <a:prstGeom prst="rect">
            <a:avLst/>
          </a:prstGeom>
        </p:spPr>
      </p:pic>
      <p:pic>
        <p:nvPicPr>
          <p:cNvPr id="28" name="Picture 27" descr="Icon&#10;&#10;Description automatically generated">
            <a:extLst>
              <a:ext uri="{FF2B5EF4-FFF2-40B4-BE49-F238E27FC236}">
                <a16:creationId xmlns:a16="http://schemas.microsoft.com/office/drawing/2014/main" id="{173D185E-41AC-A488-12F0-6F458E236421}"/>
              </a:ext>
            </a:extLst>
          </p:cNvPr>
          <p:cNvPicPr>
            <a:picLocks noChangeAspect="1"/>
          </p:cNvPicPr>
          <p:nvPr/>
        </p:nvPicPr>
        <p:blipFill>
          <a:blip r:embed="rId6"/>
          <a:stretch>
            <a:fillRect/>
          </a:stretch>
        </p:blipFill>
        <p:spPr>
          <a:xfrm>
            <a:off x="9043303" y="3225239"/>
            <a:ext cx="451829" cy="621665"/>
          </a:xfrm>
          <a:prstGeom prst="rect">
            <a:avLst/>
          </a:prstGeom>
        </p:spPr>
      </p:pic>
      <p:pic>
        <p:nvPicPr>
          <p:cNvPr id="29" name="Picture 28" descr="Logo&#10;&#10;Description automatically generated with medium confidence">
            <a:extLst>
              <a:ext uri="{FF2B5EF4-FFF2-40B4-BE49-F238E27FC236}">
                <a16:creationId xmlns:a16="http://schemas.microsoft.com/office/drawing/2014/main" id="{DAE5997A-6335-A674-DD5F-6C3480538E23}"/>
              </a:ext>
            </a:extLst>
          </p:cNvPr>
          <p:cNvPicPr>
            <a:picLocks noChangeAspect="1"/>
          </p:cNvPicPr>
          <p:nvPr/>
        </p:nvPicPr>
        <p:blipFill>
          <a:blip r:embed="rId5"/>
          <a:stretch>
            <a:fillRect/>
          </a:stretch>
        </p:blipFill>
        <p:spPr>
          <a:xfrm>
            <a:off x="9066221" y="2509417"/>
            <a:ext cx="401301" cy="553374"/>
          </a:xfrm>
          <a:prstGeom prst="rect">
            <a:avLst/>
          </a:prstGeom>
        </p:spPr>
      </p:pic>
      <p:pic>
        <p:nvPicPr>
          <p:cNvPr id="30" name="Picture 29" descr="Icon&#10;&#10;Description automatically generated with low confidence">
            <a:extLst>
              <a:ext uri="{FF2B5EF4-FFF2-40B4-BE49-F238E27FC236}">
                <a16:creationId xmlns:a16="http://schemas.microsoft.com/office/drawing/2014/main" id="{7DDF0824-9437-DBE7-B0F5-931B58829807}"/>
              </a:ext>
            </a:extLst>
          </p:cNvPr>
          <p:cNvPicPr>
            <a:picLocks noChangeAspect="1"/>
          </p:cNvPicPr>
          <p:nvPr/>
        </p:nvPicPr>
        <p:blipFill>
          <a:blip r:embed="rId3"/>
          <a:stretch>
            <a:fillRect/>
          </a:stretch>
        </p:blipFill>
        <p:spPr>
          <a:xfrm>
            <a:off x="9081613" y="1739407"/>
            <a:ext cx="351909" cy="488275"/>
          </a:xfrm>
          <a:prstGeom prst="rect">
            <a:avLst/>
          </a:prstGeom>
        </p:spPr>
      </p:pic>
    </p:spTree>
    <p:extLst>
      <p:ext uri="{BB962C8B-B14F-4D97-AF65-F5344CB8AC3E}">
        <p14:creationId xmlns:p14="http://schemas.microsoft.com/office/powerpoint/2010/main" val="398927476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18"/>
                                        </p:tgtEl>
                                        <p:attrNameLst>
                                          <p:attrName>style.visibility</p:attrName>
                                        </p:attrNameLst>
                                      </p:cBhvr>
                                      <p:to>
                                        <p:strVal val="visible"/>
                                      </p:to>
                                    </p:set>
                                    <p:animEffect transition="in" filter="wipe(up)">
                                      <p:cBhvr>
                                        <p:cTn id="7" dur="500"/>
                                        <p:tgtEl>
                                          <p:spTgt spid="11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par>
                                <p:cTn id="12" presetID="9" presetClass="entr" presetSubtype="0" fill="hold" nodeType="with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dissolve">
                                      <p:cBhvr>
                                        <p:cTn id="14" dur="500"/>
                                        <p:tgtEl>
                                          <p:spTgt spid="21"/>
                                        </p:tgtEl>
                                      </p:cBhvr>
                                    </p:animEffect>
                                  </p:childTnLst>
                                </p:cTn>
                              </p:par>
                            </p:childTnLst>
                          </p:cTn>
                        </p:par>
                      </p:childTnLst>
                    </p:cTn>
                  </p:par>
                  <p:par>
                    <p:cTn id="15" fill="hold">
                      <p:stCondLst>
                        <p:cond delay="indefinite"/>
                      </p:stCondLst>
                      <p:childTnLst>
                        <p:par>
                          <p:cTn id="16" fill="hold">
                            <p:stCondLst>
                              <p:cond delay="0"/>
                            </p:stCondLst>
                            <p:childTnLst>
                              <p:par>
                                <p:cTn id="17" presetID="0" presetClass="path" presetSubtype="0" accel="50000" decel="50000" fill="hold" nodeType="clickEffect">
                                  <p:stCondLst>
                                    <p:cond delay="0"/>
                                  </p:stCondLst>
                                  <p:childTnLst>
                                    <p:animMotion origin="layout" path="M 0.00078 -0.00023 L -0.00039 0.11343 " pathEditMode="relative" rAng="0" ptsTypes="AA">
                                      <p:cBhvr>
                                        <p:cTn id="18" dur="2000" fill="hold"/>
                                        <p:tgtEl>
                                          <p:spTgt spid="5"/>
                                        </p:tgtEl>
                                        <p:attrNameLst>
                                          <p:attrName>ppt_x</p:attrName>
                                          <p:attrName>ppt_y</p:attrName>
                                        </p:attrNameLst>
                                      </p:cBhvr>
                                      <p:rCtr x="-65" y="5671"/>
                                    </p:animMotion>
                                  </p:childTnLst>
                                </p:cTn>
                              </p:par>
                              <p:par>
                                <p:cTn id="19" presetID="9" presetClass="exit" presetSubtype="0" fill="hold" nodeType="withEffect">
                                  <p:stCondLst>
                                    <p:cond delay="0"/>
                                  </p:stCondLst>
                                  <p:childTnLst>
                                    <p:animEffect transition="out" filter="dissolve">
                                      <p:cBhvr>
                                        <p:cTn id="20" dur="500"/>
                                        <p:tgtEl>
                                          <p:spTgt spid="21"/>
                                        </p:tgtEl>
                                      </p:cBhvr>
                                    </p:animEffect>
                                    <p:set>
                                      <p:cBhvr>
                                        <p:cTn id="21" dur="1" fill="hold">
                                          <p:stCondLst>
                                            <p:cond delay="499"/>
                                          </p:stCondLst>
                                        </p:cTn>
                                        <p:tgtEl>
                                          <p:spTgt spid="21"/>
                                        </p:tgtEl>
                                        <p:attrNameLst>
                                          <p:attrName>style.visibility</p:attrName>
                                        </p:attrNameLst>
                                      </p:cBhvr>
                                      <p:to>
                                        <p:strVal val="hidden"/>
                                      </p:to>
                                    </p:set>
                                  </p:childTnLst>
                                </p:cTn>
                              </p:par>
                            </p:childTnLst>
                          </p:cTn>
                        </p:par>
                        <p:par>
                          <p:cTn id="22" fill="hold">
                            <p:stCondLst>
                              <p:cond delay="2000"/>
                            </p:stCondLst>
                            <p:childTnLst>
                              <p:par>
                                <p:cTn id="23" presetID="16" presetClass="entr" presetSubtype="26" fill="hold" nodeType="after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barn(inHorizontal)">
                                      <p:cBhvr>
                                        <p:cTn id="25" dur="500"/>
                                        <p:tgtEl>
                                          <p:spTgt spid="20"/>
                                        </p:tgtEl>
                                      </p:cBhvr>
                                    </p:animEffect>
                                  </p:childTnLst>
                                </p:cTn>
                              </p:par>
                            </p:childTnLst>
                          </p:cTn>
                        </p:par>
                        <p:par>
                          <p:cTn id="26" fill="hold">
                            <p:stCondLst>
                              <p:cond delay="2500"/>
                            </p:stCondLst>
                            <p:childTnLst>
                              <p:par>
                                <p:cTn id="27" presetID="1" presetClass="exit" presetSubtype="0" fill="hold" nodeType="afterEffect">
                                  <p:stCondLst>
                                    <p:cond delay="0"/>
                                  </p:stCondLst>
                                  <p:childTnLst>
                                    <p:set>
                                      <p:cBhvr>
                                        <p:cTn id="28" dur="1" fill="hold">
                                          <p:stCondLst>
                                            <p:cond delay="0"/>
                                          </p:stCondLst>
                                        </p:cTn>
                                        <p:tgtEl>
                                          <p:spTgt spid="5"/>
                                        </p:tgtEl>
                                        <p:attrNameLst>
                                          <p:attrName>style.visibility</p:attrName>
                                        </p:attrNameLst>
                                      </p:cBhvr>
                                      <p:to>
                                        <p:strVal val="hidden"/>
                                      </p:to>
                                    </p:set>
                                  </p:childTnLst>
                                </p:cTn>
                              </p:par>
                              <p:par>
                                <p:cTn id="29" presetID="9" presetClass="entr" presetSubtype="0" fill="hold"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dissolve">
                                      <p:cBhvr>
                                        <p:cTn id="31" dur="500"/>
                                        <p:tgtEl>
                                          <p:spTgt spid="22"/>
                                        </p:tgtEl>
                                      </p:cBhvr>
                                    </p:animEffect>
                                  </p:childTnLst>
                                </p:cTn>
                              </p:par>
                            </p:childTnLst>
                          </p:cTn>
                        </p:par>
                      </p:childTnLst>
                    </p:cTn>
                  </p:par>
                  <p:par>
                    <p:cTn id="32" fill="hold">
                      <p:stCondLst>
                        <p:cond delay="indefinite"/>
                      </p:stCondLst>
                      <p:childTnLst>
                        <p:par>
                          <p:cTn id="33" fill="hold">
                            <p:stCondLst>
                              <p:cond delay="0"/>
                            </p:stCondLst>
                            <p:childTnLst>
                              <p:par>
                                <p:cTn id="34" presetID="0" presetClass="path" presetSubtype="0" accel="50000" decel="50000" fill="hold" nodeType="clickEffect">
                                  <p:stCondLst>
                                    <p:cond delay="0"/>
                                  </p:stCondLst>
                                  <p:childTnLst>
                                    <p:animMotion origin="layout" path="M -2.29167E-6 1.48148E-6 L -0.00026 0.11342 " pathEditMode="relative" rAng="0" ptsTypes="AA">
                                      <p:cBhvr>
                                        <p:cTn id="35" dur="2000" fill="hold"/>
                                        <p:tgtEl>
                                          <p:spTgt spid="20"/>
                                        </p:tgtEl>
                                        <p:attrNameLst>
                                          <p:attrName>ppt_x</p:attrName>
                                          <p:attrName>ppt_y</p:attrName>
                                        </p:attrNameLst>
                                      </p:cBhvr>
                                      <p:rCtr x="-13" y="5671"/>
                                    </p:animMotion>
                                  </p:childTnLst>
                                </p:cTn>
                              </p:par>
                              <p:par>
                                <p:cTn id="36" presetID="9" presetClass="exit" presetSubtype="0" fill="hold" nodeType="withEffect">
                                  <p:stCondLst>
                                    <p:cond delay="0"/>
                                  </p:stCondLst>
                                  <p:childTnLst>
                                    <p:animEffect transition="out" filter="dissolve">
                                      <p:cBhvr>
                                        <p:cTn id="37" dur="500"/>
                                        <p:tgtEl>
                                          <p:spTgt spid="22"/>
                                        </p:tgtEl>
                                      </p:cBhvr>
                                    </p:animEffect>
                                    <p:set>
                                      <p:cBhvr>
                                        <p:cTn id="38" dur="1" fill="hold">
                                          <p:stCondLst>
                                            <p:cond delay="499"/>
                                          </p:stCondLst>
                                        </p:cTn>
                                        <p:tgtEl>
                                          <p:spTgt spid="22"/>
                                        </p:tgtEl>
                                        <p:attrNameLst>
                                          <p:attrName>style.visibility</p:attrName>
                                        </p:attrNameLst>
                                      </p:cBhvr>
                                      <p:to>
                                        <p:strVal val="hidden"/>
                                      </p:to>
                                    </p:set>
                                  </p:childTnLst>
                                </p:cTn>
                              </p:par>
                            </p:childTnLst>
                          </p:cTn>
                        </p:par>
                        <p:par>
                          <p:cTn id="39" fill="hold">
                            <p:stCondLst>
                              <p:cond delay="2000"/>
                            </p:stCondLst>
                            <p:childTnLst>
                              <p:par>
                                <p:cTn id="40" presetID="16" presetClass="entr" presetSubtype="26" fill="hold" nodeType="after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barn(inHorizontal)">
                                      <p:cBhvr>
                                        <p:cTn id="42" dur="500"/>
                                        <p:tgtEl>
                                          <p:spTgt spid="18"/>
                                        </p:tgtEl>
                                      </p:cBhvr>
                                    </p:animEffect>
                                  </p:childTnLst>
                                </p:cTn>
                              </p:par>
                            </p:childTnLst>
                          </p:cTn>
                        </p:par>
                        <p:par>
                          <p:cTn id="43" fill="hold">
                            <p:stCondLst>
                              <p:cond delay="2500"/>
                            </p:stCondLst>
                            <p:childTnLst>
                              <p:par>
                                <p:cTn id="44" presetID="1" presetClass="exit" presetSubtype="0" fill="hold" nodeType="afterEffect">
                                  <p:stCondLst>
                                    <p:cond delay="0"/>
                                  </p:stCondLst>
                                  <p:childTnLst>
                                    <p:set>
                                      <p:cBhvr>
                                        <p:cTn id="45" dur="1" fill="hold">
                                          <p:stCondLst>
                                            <p:cond delay="0"/>
                                          </p:stCondLst>
                                        </p:cTn>
                                        <p:tgtEl>
                                          <p:spTgt spid="20"/>
                                        </p:tgtEl>
                                        <p:attrNameLst>
                                          <p:attrName>style.visibility</p:attrName>
                                        </p:attrNameLst>
                                      </p:cBhvr>
                                      <p:to>
                                        <p:strVal val="hidden"/>
                                      </p:to>
                                    </p:set>
                                  </p:childTnLst>
                                </p:cTn>
                              </p:par>
                              <p:par>
                                <p:cTn id="46" presetID="9" presetClass="entr" presetSubtype="0" fill="hold" nodeType="withEffect">
                                  <p:stCondLst>
                                    <p:cond delay="0"/>
                                  </p:stCondLst>
                                  <p:childTnLst>
                                    <p:set>
                                      <p:cBhvr>
                                        <p:cTn id="47" dur="1" fill="hold">
                                          <p:stCondLst>
                                            <p:cond delay="0"/>
                                          </p:stCondLst>
                                        </p:cTn>
                                        <p:tgtEl>
                                          <p:spTgt spid="23"/>
                                        </p:tgtEl>
                                        <p:attrNameLst>
                                          <p:attrName>style.visibility</p:attrName>
                                        </p:attrNameLst>
                                      </p:cBhvr>
                                      <p:to>
                                        <p:strVal val="visible"/>
                                      </p:to>
                                    </p:set>
                                    <p:animEffect transition="in" filter="dissolve">
                                      <p:cBhvr>
                                        <p:cTn id="48" dur="500"/>
                                        <p:tgtEl>
                                          <p:spTgt spid="23"/>
                                        </p:tgtEl>
                                      </p:cBhvr>
                                    </p:animEffect>
                                  </p:childTnLst>
                                </p:cTn>
                              </p:par>
                            </p:childTnLst>
                          </p:cTn>
                        </p:par>
                      </p:childTnLst>
                    </p:cTn>
                  </p:par>
                  <p:par>
                    <p:cTn id="49" fill="hold">
                      <p:stCondLst>
                        <p:cond delay="indefinite"/>
                      </p:stCondLst>
                      <p:childTnLst>
                        <p:par>
                          <p:cTn id="50" fill="hold">
                            <p:stCondLst>
                              <p:cond delay="0"/>
                            </p:stCondLst>
                            <p:childTnLst>
                              <p:par>
                                <p:cTn id="51" presetID="0" presetClass="path" presetSubtype="0" accel="50000" decel="50000" fill="hold" nodeType="clickEffect">
                                  <p:stCondLst>
                                    <p:cond delay="0"/>
                                  </p:stCondLst>
                                  <p:childTnLst>
                                    <p:animMotion origin="layout" path="M 0.00013 0.00857 L 0.00013 0.12014 " pathEditMode="relative" rAng="0" ptsTypes="AA">
                                      <p:cBhvr>
                                        <p:cTn id="52" dur="2000" fill="hold"/>
                                        <p:tgtEl>
                                          <p:spTgt spid="18"/>
                                        </p:tgtEl>
                                        <p:attrNameLst>
                                          <p:attrName>ppt_x</p:attrName>
                                          <p:attrName>ppt_y</p:attrName>
                                        </p:attrNameLst>
                                      </p:cBhvr>
                                      <p:rCtr x="0" y="5579"/>
                                    </p:animMotion>
                                  </p:childTnLst>
                                </p:cTn>
                              </p:par>
                              <p:par>
                                <p:cTn id="53" presetID="9" presetClass="exit" presetSubtype="0" fill="hold" nodeType="withEffect">
                                  <p:stCondLst>
                                    <p:cond delay="0"/>
                                  </p:stCondLst>
                                  <p:childTnLst>
                                    <p:animEffect transition="out" filter="dissolve">
                                      <p:cBhvr>
                                        <p:cTn id="54" dur="500"/>
                                        <p:tgtEl>
                                          <p:spTgt spid="23"/>
                                        </p:tgtEl>
                                      </p:cBhvr>
                                    </p:animEffect>
                                    <p:set>
                                      <p:cBhvr>
                                        <p:cTn id="55" dur="1" fill="hold">
                                          <p:stCondLst>
                                            <p:cond delay="499"/>
                                          </p:stCondLst>
                                        </p:cTn>
                                        <p:tgtEl>
                                          <p:spTgt spid="23"/>
                                        </p:tgtEl>
                                        <p:attrNameLst>
                                          <p:attrName>style.visibility</p:attrName>
                                        </p:attrNameLst>
                                      </p:cBhvr>
                                      <p:to>
                                        <p:strVal val="hidden"/>
                                      </p:to>
                                    </p:set>
                                  </p:childTnLst>
                                </p:cTn>
                              </p:par>
                            </p:childTnLst>
                          </p:cTn>
                        </p:par>
                        <p:par>
                          <p:cTn id="56" fill="hold">
                            <p:stCondLst>
                              <p:cond delay="2000"/>
                            </p:stCondLst>
                            <p:childTnLst>
                              <p:par>
                                <p:cTn id="57" presetID="16" presetClass="entr" presetSubtype="26" fill="hold" nodeType="after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barn(inHorizontal)">
                                      <p:cBhvr>
                                        <p:cTn id="59" dur="500"/>
                                        <p:tgtEl>
                                          <p:spTgt spid="19"/>
                                        </p:tgtEl>
                                      </p:cBhvr>
                                    </p:animEffect>
                                  </p:childTnLst>
                                </p:cTn>
                              </p:par>
                            </p:childTnLst>
                          </p:cTn>
                        </p:par>
                        <p:par>
                          <p:cTn id="60" fill="hold">
                            <p:stCondLst>
                              <p:cond delay="2500"/>
                            </p:stCondLst>
                            <p:childTnLst>
                              <p:par>
                                <p:cTn id="61" presetID="1" presetClass="exit" presetSubtype="0" fill="hold" nodeType="afterEffect">
                                  <p:stCondLst>
                                    <p:cond delay="0"/>
                                  </p:stCondLst>
                                  <p:childTnLst>
                                    <p:set>
                                      <p:cBhvr>
                                        <p:cTn id="62" dur="1" fill="hold">
                                          <p:stCondLst>
                                            <p:cond delay="0"/>
                                          </p:stCondLst>
                                        </p:cTn>
                                        <p:tgtEl>
                                          <p:spTgt spid="18"/>
                                        </p:tgtEl>
                                        <p:attrNameLst>
                                          <p:attrName>style.visibility</p:attrName>
                                        </p:attrNameLst>
                                      </p:cBhvr>
                                      <p:to>
                                        <p:strVal val="hidden"/>
                                      </p:to>
                                    </p:set>
                                  </p:childTnLst>
                                </p:cTn>
                              </p:par>
                              <p:par>
                                <p:cTn id="63" presetID="9" presetClass="entr" presetSubtype="0" fill="hold" nodeType="withEffect">
                                  <p:stCondLst>
                                    <p:cond delay="0"/>
                                  </p:stCondLst>
                                  <p:childTnLst>
                                    <p:set>
                                      <p:cBhvr>
                                        <p:cTn id="64" dur="1" fill="hold">
                                          <p:stCondLst>
                                            <p:cond delay="0"/>
                                          </p:stCondLst>
                                        </p:cTn>
                                        <p:tgtEl>
                                          <p:spTgt spid="27"/>
                                        </p:tgtEl>
                                        <p:attrNameLst>
                                          <p:attrName>style.visibility</p:attrName>
                                        </p:attrNameLst>
                                      </p:cBhvr>
                                      <p:to>
                                        <p:strVal val="visible"/>
                                      </p:to>
                                    </p:set>
                                    <p:animEffect transition="in" filter="dissolve">
                                      <p:cBhvr>
                                        <p:cTn id="65" dur="500"/>
                                        <p:tgtEl>
                                          <p:spTgt spid="27"/>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165"/>
                                        </p:tgtEl>
                                        <p:attrNameLst>
                                          <p:attrName>style.visibility</p:attrName>
                                        </p:attrNameLst>
                                      </p:cBhvr>
                                      <p:to>
                                        <p:strVal val="visible"/>
                                      </p:to>
                                    </p:set>
                                    <p:animEffect transition="in" filter="wipe(left)">
                                      <p:cBhvr>
                                        <p:cTn id="70" dur="500"/>
                                        <p:tgtEl>
                                          <p:spTgt spid="165"/>
                                        </p:tgtEl>
                                      </p:cBhvr>
                                    </p:animEffect>
                                  </p:childTnLst>
                                </p:cTn>
                              </p:par>
                            </p:childTnLst>
                          </p:cTn>
                        </p:par>
                        <p:par>
                          <p:cTn id="71" fill="hold">
                            <p:stCondLst>
                              <p:cond delay="500"/>
                            </p:stCondLst>
                            <p:childTnLst>
                              <p:par>
                                <p:cTn id="72" presetID="22" presetClass="entr" presetSubtype="4" fill="hold" nodeType="afterEffect">
                                  <p:stCondLst>
                                    <p:cond delay="0"/>
                                  </p:stCondLst>
                                  <p:childTnLst>
                                    <p:set>
                                      <p:cBhvr>
                                        <p:cTn id="73" dur="1" fill="hold">
                                          <p:stCondLst>
                                            <p:cond delay="0"/>
                                          </p:stCondLst>
                                        </p:cTn>
                                        <p:tgtEl>
                                          <p:spTgt spid="9"/>
                                        </p:tgtEl>
                                        <p:attrNameLst>
                                          <p:attrName>style.visibility</p:attrName>
                                        </p:attrNameLst>
                                      </p:cBhvr>
                                      <p:to>
                                        <p:strVal val="visible"/>
                                      </p:to>
                                    </p:set>
                                    <p:animEffect transition="in" filter="wipe(down)">
                                      <p:cBhvr>
                                        <p:cTn id="74" dur="500"/>
                                        <p:tgtEl>
                                          <p:spTgt spid="9"/>
                                        </p:tgtEl>
                                      </p:cBhvr>
                                    </p:animEffect>
                                  </p:childTnLst>
                                </p:cTn>
                              </p:par>
                              <p:par>
                                <p:cTn id="75" presetID="9" presetClass="exit" presetSubtype="0" fill="hold" nodeType="withEffect">
                                  <p:stCondLst>
                                    <p:cond delay="0"/>
                                  </p:stCondLst>
                                  <p:childTnLst>
                                    <p:animEffect transition="out" filter="dissolve">
                                      <p:cBhvr>
                                        <p:cTn id="76" dur="500"/>
                                        <p:tgtEl>
                                          <p:spTgt spid="27"/>
                                        </p:tgtEl>
                                      </p:cBhvr>
                                    </p:animEffect>
                                    <p:set>
                                      <p:cBhvr>
                                        <p:cTn id="77" dur="1" fill="hold">
                                          <p:stCondLst>
                                            <p:cond delay="499"/>
                                          </p:stCondLst>
                                        </p:cTn>
                                        <p:tgtEl>
                                          <p:spTgt spid="27"/>
                                        </p:tgtEl>
                                        <p:attrNameLst>
                                          <p:attrName>style.visibility</p:attrName>
                                        </p:attrNameLst>
                                      </p:cBhvr>
                                      <p:to>
                                        <p:strVal val="hidden"/>
                                      </p:to>
                                    </p:set>
                                  </p:childTnLst>
                                </p:cTn>
                              </p:par>
                              <p:par>
                                <p:cTn id="78" presetID="0" presetClass="path" presetSubtype="0" accel="50000" decel="50000" fill="hold" nodeType="withEffect">
                                  <p:stCondLst>
                                    <p:cond delay="0"/>
                                  </p:stCondLst>
                                  <p:childTnLst>
                                    <p:animMotion origin="layout" path="M 0.00013 0.05416 L 0.05183 0.11296 L 0.30365 0.11296 L 0.43998 0.00324 " pathEditMode="relative" rAng="0" ptsTypes="AAAA">
                                      <p:cBhvr>
                                        <p:cTn id="79" dur="2000" fill="hold"/>
                                        <p:tgtEl>
                                          <p:spTgt spid="19"/>
                                        </p:tgtEl>
                                        <p:attrNameLst>
                                          <p:attrName>ppt_x</p:attrName>
                                          <p:attrName>ppt_y</p:attrName>
                                        </p:attrNameLst>
                                      </p:cBhvr>
                                      <p:rCtr x="21992" y="394"/>
                                    </p:animMotion>
                                  </p:childTnLst>
                                </p:cTn>
                              </p:par>
                            </p:childTnLst>
                          </p:cTn>
                        </p:par>
                        <p:par>
                          <p:cTn id="80" fill="hold">
                            <p:stCondLst>
                              <p:cond delay="2500"/>
                            </p:stCondLst>
                            <p:childTnLst>
                              <p:par>
                                <p:cTn id="81" presetID="9" presetClass="entr" presetSubtype="0" fill="hold" nodeType="afterEffect">
                                  <p:stCondLst>
                                    <p:cond delay="0"/>
                                  </p:stCondLst>
                                  <p:childTnLst>
                                    <p:set>
                                      <p:cBhvr>
                                        <p:cTn id="82" dur="1" fill="hold">
                                          <p:stCondLst>
                                            <p:cond delay="0"/>
                                          </p:stCondLst>
                                        </p:cTn>
                                        <p:tgtEl>
                                          <p:spTgt spid="28"/>
                                        </p:tgtEl>
                                        <p:attrNameLst>
                                          <p:attrName>style.visibility</p:attrName>
                                        </p:attrNameLst>
                                      </p:cBhvr>
                                      <p:to>
                                        <p:strVal val="visible"/>
                                      </p:to>
                                    </p:set>
                                    <p:animEffect transition="in" filter="dissolve">
                                      <p:cBhvr>
                                        <p:cTn id="83" dur="500"/>
                                        <p:tgtEl>
                                          <p:spTgt spid="28"/>
                                        </p:tgtEl>
                                      </p:cBhvr>
                                    </p:animEffect>
                                  </p:childTnLst>
                                </p:cTn>
                              </p:par>
                            </p:childTnLst>
                          </p:cTn>
                        </p:par>
                        <p:par>
                          <p:cTn id="84" fill="hold">
                            <p:stCondLst>
                              <p:cond delay="3000"/>
                            </p:stCondLst>
                            <p:childTnLst>
                              <p:par>
                                <p:cTn id="85" presetID="9" presetClass="entr" presetSubtype="0" fill="hold" nodeType="afterEffect">
                                  <p:stCondLst>
                                    <p:cond delay="0"/>
                                  </p:stCondLst>
                                  <p:childTnLst>
                                    <p:set>
                                      <p:cBhvr>
                                        <p:cTn id="86" dur="1" fill="hold">
                                          <p:stCondLst>
                                            <p:cond delay="0"/>
                                          </p:stCondLst>
                                        </p:cTn>
                                        <p:tgtEl>
                                          <p:spTgt spid="29"/>
                                        </p:tgtEl>
                                        <p:attrNameLst>
                                          <p:attrName>style.visibility</p:attrName>
                                        </p:attrNameLst>
                                      </p:cBhvr>
                                      <p:to>
                                        <p:strVal val="visible"/>
                                      </p:to>
                                    </p:set>
                                    <p:animEffect transition="in" filter="dissolve">
                                      <p:cBhvr>
                                        <p:cTn id="87" dur="500"/>
                                        <p:tgtEl>
                                          <p:spTgt spid="29"/>
                                        </p:tgtEl>
                                      </p:cBhvr>
                                    </p:animEffect>
                                  </p:childTnLst>
                                </p:cTn>
                              </p:par>
                            </p:childTnLst>
                          </p:cTn>
                        </p:par>
                        <p:par>
                          <p:cTn id="88" fill="hold">
                            <p:stCondLst>
                              <p:cond delay="3500"/>
                            </p:stCondLst>
                            <p:childTnLst>
                              <p:par>
                                <p:cTn id="89" presetID="9" presetClass="entr" presetSubtype="0" fill="hold" nodeType="afterEffect">
                                  <p:stCondLst>
                                    <p:cond delay="0"/>
                                  </p:stCondLst>
                                  <p:childTnLst>
                                    <p:set>
                                      <p:cBhvr>
                                        <p:cTn id="90" dur="1" fill="hold">
                                          <p:stCondLst>
                                            <p:cond delay="0"/>
                                          </p:stCondLst>
                                        </p:cTn>
                                        <p:tgtEl>
                                          <p:spTgt spid="30"/>
                                        </p:tgtEl>
                                        <p:attrNameLst>
                                          <p:attrName>style.visibility</p:attrName>
                                        </p:attrNameLst>
                                      </p:cBhvr>
                                      <p:to>
                                        <p:strVal val="visible"/>
                                      </p:to>
                                    </p:set>
                                    <p:animEffect transition="in" filter="dissolve">
                                      <p:cBhvr>
                                        <p:cTn id="91"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animBg="1"/>
      <p:bldP spid="16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Freeform 99">
            <a:extLst>
              <a:ext uri="{FF2B5EF4-FFF2-40B4-BE49-F238E27FC236}">
                <a16:creationId xmlns:a16="http://schemas.microsoft.com/office/drawing/2014/main" id="{3E758716-A071-4141-B9BA-7927A5BFBD94}"/>
              </a:ext>
            </a:extLst>
          </p:cNvPr>
          <p:cNvSpPr>
            <a:spLocks/>
          </p:cNvSpPr>
          <p:nvPr/>
        </p:nvSpPr>
        <p:spPr bwMode="auto">
          <a:xfrm>
            <a:off x="8197855" y="4478480"/>
            <a:ext cx="454072" cy="992421"/>
          </a:xfrm>
          <a:custGeom>
            <a:avLst/>
            <a:gdLst>
              <a:gd name="T0" fmla="*/ 2147483646 w 413"/>
              <a:gd name="T1" fmla="*/ 2147483646 h 715"/>
              <a:gd name="T2" fmla="*/ 2147483646 w 413"/>
              <a:gd name="T3" fmla="*/ 0 h 715"/>
              <a:gd name="T4" fmla="*/ 0 w 413"/>
              <a:gd name="T5" fmla="*/ 2147483646 h 715"/>
              <a:gd name="T6" fmla="*/ 2147483646 w 413"/>
              <a:gd name="T7" fmla="*/ 2147483646 h 715"/>
              <a:gd name="T8" fmla="*/ 2147483646 w 413"/>
              <a:gd name="T9" fmla="*/ 2147483646 h 715"/>
              <a:gd name="T10" fmla="*/ 0 60000 65536"/>
              <a:gd name="T11" fmla="*/ 0 60000 65536"/>
              <a:gd name="T12" fmla="*/ 0 60000 65536"/>
              <a:gd name="T13" fmla="*/ 0 60000 65536"/>
              <a:gd name="T14" fmla="*/ 0 60000 65536"/>
              <a:gd name="T15" fmla="*/ 0 w 413"/>
              <a:gd name="T16" fmla="*/ 0 h 715"/>
              <a:gd name="T17" fmla="*/ 413 w 413"/>
              <a:gd name="T18" fmla="*/ 715 h 715"/>
              <a:gd name="connsiteX0" fmla="*/ 10000 w 10000"/>
              <a:gd name="connsiteY0" fmla="*/ 7972 h 8825"/>
              <a:gd name="connsiteX1" fmla="*/ 218 w 10000"/>
              <a:gd name="connsiteY1" fmla="*/ 0 h 8825"/>
              <a:gd name="connsiteX2" fmla="*/ 0 w 10000"/>
              <a:gd name="connsiteY2" fmla="*/ 8448 h 8825"/>
              <a:gd name="connsiteX3" fmla="*/ 7224 w 10000"/>
              <a:gd name="connsiteY3" fmla="*/ 8825 h 8825"/>
              <a:gd name="connsiteX4" fmla="*/ 10000 w 10000"/>
              <a:gd name="connsiteY4" fmla="*/ 7972 h 8825"/>
              <a:gd name="connsiteX0" fmla="*/ 6901 w 7224"/>
              <a:gd name="connsiteY0" fmla="*/ 7744 h 10000"/>
              <a:gd name="connsiteX1" fmla="*/ 218 w 7224"/>
              <a:gd name="connsiteY1" fmla="*/ 0 h 10000"/>
              <a:gd name="connsiteX2" fmla="*/ 0 w 7224"/>
              <a:gd name="connsiteY2" fmla="*/ 9573 h 10000"/>
              <a:gd name="connsiteX3" fmla="*/ 7224 w 7224"/>
              <a:gd name="connsiteY3" fmla="*/ 10000 h 10000"/>
              <a:gd name="connsiteX4" fmla="*/ 6901 w 7224"/>
              <a:gd name="connsiteY4" fmla="*/ 7744 h 10000"/>
              <a:gd name="connsiteX0" fmla="*/ 9553 w 9587"/>
              <a:gd name="connsiteY0" fmla="*/ 7744 h 9750"/>
              <a:gd name="connsiteX1" fmla="*/ 302 w 9587"/>
              <a:gd name="connsiteY1" fmla="*/ 0 h 9750"/>
              <a:gd name="connsiteX2" fmla="*/ 0 w 9587"/>
              <a:gd name="connsiteY2" fmla="*/ 9573 h 9750"/>
              <a:gd name="connsiteX3" fmla="*/ 9464 w 9587"/>
              <a:gd name="connsiteY3" fmla="*/ 9750 h 9750"/>
              <a:gd name="connsiteX4" fmla="*/ 9553 w 9587"/>
              <a:gd name="connsiteY4" fmla="*/ 7744 h 9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87" h="9750">
                <a:moveTo>
                  <a:pt x="9553" y="7744"/>
                </a:moveTo>
                <a:lnTo>
                  <a:pt x="302" y="0"/>
                </a:lnTo>
                <a:cubicBezTo>
                  <a:pt x="201" y="3191"/>
                  <a:pt x="101" y="6382"/>
                  <a:pt x="0" y="9573"/>
                </a:cubicBezTo>
                <a:lnTo>
                  <a:pt x="9464" y="9750"/>
                </a:lnTo>
                <a:cubicBezTo>
                  <a:pt x="9314" y="8998"/>
                  <a:pt x="9702" y="8496"/>
                  <a:pt x="9553" y="7744"/>
                </a:cubicBezTo>
                <a:close/>
              </a:path>
            </a:pathLst>
          </a:custGeom>
          <a:gradFill rotWithShape="1">
            <a:gsLst>
              <a:gs pos="0">
                <a:srgbClr val="3C6CDF"/>
              </a:gs>
              <a:gs pos="100000">
                <a:schemeClr val="bg1"/>
              </a:gs>
            </a:gsLst>
            <a:lin ang="0" scaled="1"/>
          </a:gra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297" name="Group 296">
            <a:extLst>
              <a:ext uri="{FF2B5EF4-FFF2-40B4-BE49-F238E27FC236}">
                <a16:creationId xmlns:a16="http://schemas.microsoft.com/office/drawing/2014/main" id="{DBEB0F95-AE9C-DA4D-9F9E-9C6AE4A652EE}"/>
              </a:ext>
            </a:extLst>
          </p:cNvPr>
          <p:cNvGrpSpPr/>
          <p:nvPr/>
        </p:nvGrpSpPr>
        <p:grpSpPr>
          <a:xfrm>
            <a:off x="8637066" y="5115960"/>
            <a:ext cx="958850" cy="476251"/>
            <a:chOff x="7493876" y="2774731"/>
            <a:chExt cx="1481958" cy="894622"/>
          </a:xfrm>
        </p:grpSpPr>
        <p:sp>
          <p:nvSpPr>
            <p:cNvPr id="298" name="Freeform 297">
              <a:extLst>
                <a:ext uri="{FF2B5EF4-FFF2-40B4-BE49-F238E27FC236}">
                  <a16:creationId xmlns:a16="http://schemas.microsoft.com/office/drawing/2014/main" id="{6025F28A-8766-8949-96E6-DD0BD882AB2C}"/>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299" name="Oval 298">
              <a:extLst>
                <a:ext uri="{FF2B5EF4-FFF2-40B4-BE49-F238E27FC236}">
                  <a16:creationId xmlns:a16="http://schemas.microsoft.com/office/drawing/2014/main" id="{DFA4B720-1D85-4E4A-A3DF-4E2D8BCABCAB}"/>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300" name="Group 299">
              <a:extLst>
                <a:ext uri="{FF2B5EF4-FFF2-40B4-BE49-F238E27FC236}">
                  <a16:creationId xmlns:a16="http://schemas.microsoft.com/office/drawing/2014/main" id="{DAD2409F-AAE1-4A47-A41C-4F8FC3073E02}"/>
                </a:ext>
              </a:extLst>
            </p:cNvPr>
            <p:cNvGrpSpPr/>
            <p:nvPr/>
          </p:nvGrpSpPr>
          <p:grpSpPr>
            <a:xfrm>
              <a:off x="7713663" y="2848339"/>
              <a:ext cx="1042107" cy="425543"/>
              <a:chOff x="7786941" y="2884917"/>
              <a:chExt cx="897649" cy="353919"/>
            </a:xfrm>
          </p:grpSpPr>
          <p:sp>
            <p:nvSpPr>
              <p:cNvPr id="301" name="Freeform 300">
                <a:extLst>
                  <a:ext uri="{FF2B5EF4-FFF2-40B4-BE49-F238E27FC236}">
                    <a16:creationId xmlns:a16="http://schemas.microsoft.com/office/drawing/2014/main" id="{C10106D6-70AD-294D-966C-B6530FB2C38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2" name="Freeform 301">
                <a:extLst>
                  <a:ext uri="{FF2B5EF4-FFF2-40B4-BE49-F238E27FC236}">
                    <a16:creationId xmlns:a16="http://schemas.microsoft.com/office/drawing/2014/main" id="{03C28B18-54E7-EB4E-A70A-2F3A019FD155}"/>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3" name="Freeform 302">
                <a:extLst>
                  <a:ext uri="{FF2B5EF4-FFF2-40B4-BE49-F238E27FC236}">
                    <a16:creationId xmlns:a16="http://schemas.microsoft.com/office/drawing/2014/main" id="{5090762B-1155-2347-B6D2-D77A21D74478}"/>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4" name="Freeform 303">
                <a:extLst>
                  <a:ext uri="{FF2B5EF4-FFF2-40B4-BE49-F238E27FC236}">
                    <a16:creationId xmlns:a16="http://schemas.microsoft.com/office/drawing/2014/main" id="{F0881117-1317-CD49-B4BD-8B8A1E6EB27A}"/>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232" name="Rectangle 90">
            <a:extLst>
              <a:ext uri="{FF2B5EF4-FFF2-40B4-BE49-F238E27FC236}">
                <a16:creationId xmlns:a16="http://schemas.microsoft.com/office/drawing/2014/main" id="{990C22D1-7679-CB44-8984-10C1D99DCC51}"/>
              </a:ext>
            </a:extLst>
          </p:cNvPr>
          <p:cNvSpPr>
            <a:spLocks noChangeArrowheads="1"/>
          </p:cNvSpPr>
          <p:nvPr/>
        </p:nvSpPr>
        <p:spPr bwMode="auto">
          <a:xfrm>
            <a:off x="6916745" y="4489446"/>
            <a:ext cx="1273175" cy="946150"/>
          </a:xfrm>
          <a:prstGeom prst="rect">
            <a:avLst/>
          </a:prstGeom>
          <a:solidFill>
            <a:schemeClr val="bg1"/>
          </a:solidFill>
          <a:ln w="28575">
            <a:solidFill>
              <a:schemeClr val="tx1"/>
            </a:solidFill>
            <a:miter lim="800000"/>
            <a:headEnd/>
            <a:tailEnd/>
          </a:ln>
          <a:effectLst>
            <a:outerShdw blurRad="127000" dist="38100" dir="18900000" sx="103000" sy="103000" algn="bl" rotWithShape="0">
              <a:prstClr val="black">
                <a:alpha val="40000"/>
              </a:prstClr>
            </a:outerShdw>
          </a:effec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234" name="Text Box 92">
            <a:extLst>
              <a:ext uri="{FF2B5EF4-FFF2-40B4-BE49-F238E27FC236}">
                <a16:creationId xmlns:a16="http://schemas.microsoft.com/office/drawing/2014/main" id="{1CB4056D-0AB4-094A-9E8C-7C63E13B1C00}"/>
              </a:ext>
            </a:extLst>
          </p:cNvPr>
          <p:cNvSpPr txBox="1">
            <a:spLocks noChangeArrowheads="1"/>
          </p:cNvSpPr>
          <p:nvPr/>
        </p:nvSpPr>
        <p:spPr bwMode="auto">
          <a:xfrm>
            <a:off x="6873882" y="4456108"/>
            <a:ext cx="1317625" cy="99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10000"/>
              </a:lnSpc>
              <a:spcBef>
                <a:spcPct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network</a:t>
            </a:r>
          </a:p>
          <a:p>
            <a:pPr marL="0" marR="0" lvl="0" indent="0" algn="ctr" defTabSz="914400" rtl="0" eaLnBrk="1" fontAlgn="auto" latinLnBrk="0" hangingPunct="1">
              <a:lnSpc>
                <a:spcPct val="110000"/>
              </a:lnSpc>
              <a:spcBef>
                <a:spcPct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link</a:t>
            </a:r>
          </a:p>
          <a:p>
            <a:pPr marL="0" marR="0" lvl="0" indent="0" algn="ctr" defTabSz="914400" rtl="0" eaLnBrk="1" fontAlgn="auto" latinLnBrk="0" hangingPunct="1">
              <a:lnSpc>
                <a:spcPct val="110000"/>
              </a:lnSpc>
              <a:spcBef>
                <a:spcPct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physical</a:t>
            </a:r>
          </a:p>
        </p:txBody>
      </p:sp>
      <p:sp>
        <p:nvSpPr>
          <p:cNvPr id="144" name="Rectangle 24">
            <a:extLst>
              <a:ext uri="{FF2B5EF4-FFF2-40B4-BE49-F238E27FC236}">
                <a16:creationId xmlns:a16="http://schemas.microsoft.com/office/drawing/2014/main" id="{99237050-2EC8-FD44-B771-4FF0EAEABF5E}"/>
              </a:ext>
            </a:extLst>
          </p:cNvPr>
          <p:cNvSpPr>
            <a:spLocks noChangeArrowheads="1"/>
          </p:cNvSpPr>
          <p:nvPr/>
        </p:nvSpPr>
        <p:spPr bwMode="auto">
          <a:xfrm>
            <a:off x="2886137" y="4865756"/>
            <a:ext cx="1273175" cy="1536700"/>
          </a:xfrm>
          <a:prstGeom prst="rect">
            <a:avLst/>
          </a:prstGeom>
          <a:solidFill>
            <a:schemeClr val="bg1"/>
          </a:solidFill>
          <a:ln w="28575">
            <a:solidFill>
              <a:schemeClr val="tx1"/>
            </a:solidFill>
            <a:miter lim="800000"/>
            <a:headEnd/>
            <a:tailEnd/>
          </a:ln>
          <a:effectLst>
            <a:outerShdw blurRad="76200" dist="38100" dir="18900000" sx="101000" sy="101000" algn="bl" rotWithShape="0">
              <a:prstClr val="black">
                <a:alpha val="40000"/>
              </a:prstClr>
            </a:outerShdw>
          </a:effec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45" name="Text Box 26">
            <a:extLst>
              <a:ext uri="{FF2B5EF4-FFF2-40B4-BE49-F238E27FC236}">
                <a16:creationId xmlns:a16="http://schemas.microsoft.com/office/drawing/2014/main" id="{BA4F849D-1AD2-9F4B-A8A6-5D9737C832B4}"/>
              </a:ext>
            </a:extLst>
          </p:cNvPr>
          <p:cNvSpPr txBox="1">
            <a:spLocks noChangeArrowheads="1"/>
          </p:cNvSpPr>
          <p:nvPr/>
        </p:nvSpPr>
        <p:spPr bwMode="auto">
          <a:xfrm>
            <a:off x="2832765" y="4821907"/>
            <a:ext cx="1317625"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10000"/>
              </a:lnSpc>
              <a:spcBef>
                <a:spcPct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application</a:t>
            </a:r>
          </a:p>
          <a:p>
            <a:pPr marL="0" marR="0" lvl="0" indent="0" algn="ctr" defTabSz="914400" rtl="0" eaLnBrk="1" fontAlgn="auto" latinLnBrk="0" hangingPunct="1">
              <a:lnSpc>
                <a:spcPct val="110000"/>
              </a:lnSpc>
              <a:spcBef>
                <a:spcPct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transport</a:t>
            </a:r>
          </a:p>
          <a:p>
            <a:pPr marL="0" marR="0" lvl="0" indent="0" algn="ctr" defTabSz="914400" rtl="0" eaLnBrk="1" fontAlgn="auto" latinLnBrk="0" hangingPunct="1">
              <a:lnSpc>
                <a:spcPct val="110000"/>
              </a:lnSpc>
              <a:spcBef>
                <a:spcPct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network</a:t>
            </a:r>
          </a:p>
          <a:p>
            <a:pPr marL="0" marR="0" lvl="0" indent="0" algn="ctr" defTabSz="914400" rtl="0" eaLnBrk="1" fontAlgn="auto" latinLnBrk="0" hangingPunct="1">
              <a:lnSpc>
                <a:spcPct val="110000"/>
              </a:lnSpc>
              <a:spcBef>
                <a:spcPct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link</a:t>
            </a:r>
          </a:p>
          <a:p>
            <a:pPr marL="0" marR="0" lvl="0" indent="0" algn="ctr" defTabSz="914400" rtl="0" eaLnBrk="1" fontAlgn="auto" latinLnBrk="0" hangingPunct="1">
              <a:lnSpc>
                <a:spcPct val="110000"/>
              </a:lnSpc>
              <a:spcBef>
                <a:spcPct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physical</a:t>
            </a:r>
          </a:p>
        </p:txBody>
      </p:sp>
      <p:sp>
        <p:nvSpPr>
          <p:cNvPr id="146" name="Line 25">
            <a:extLst>
              <a:ext uri="{FF2B5EF4-FFF2-40B4-BE49-F238E27FC236}">
                <a16:creationId xmlns:a16="http://schemas.microsoft.com/office/drawing/2014/main" id="{A3F12762-BE2E-E244-ADD0-3F754C8AA53F}"/>
              </a:ext>
            </a:extLst>
          </p:cNvPr>
          <p:cNvSpPr>
            <a:spLocks noChangeShapeType="1"/>
          </p:cNvSpPr>
          <p:nvPr/>
        </p:nvSpPr>
        <p:spPr bwMode="auto">
          <a:xfrm>
            <a:off x="2886136" y="5183257"/>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7" name="Line 27">
            <a:extLst>
              <a:ext uri="{FF2B5EF4-FFF2-40B4-BE49-F238E27FC236}">
                <a16:creationId xmlns:a16="http://schemas.microsoft.com/office/drawing/2014/main" id="{D9CB41BB-F2D8-B74D-BA63-C9D69DF8D2F9}"/>
              </a:ext>
            </a:extLst>
          </p:cNvPr>
          <p:cNvSpPr>
            <a:spLocks noChangeShapeType="1"/>
          </p:cNvSpPr>
          <p:nvPr/>
        </p:nvSpPr>
        <p:spPr bwMode="auto">
          <a:xfrm>
            <a:off x="2894074" y="5503932"/>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8" name="Line 28">
            <a:extLst>
              <a:ext uri="{FF2B5EF4-FFF2-40B4-BE49-F238E27FC236}">
                <a16:creationId xmlns:a16="http://schemas.microsoft.com/office/drawing/2014/main" id="{383571D9-51C3-9042-A891-980960CA3F40}"/>
              </a:ext>
            </a:extLst>
          </p:cNvPr>
          <p:cNvSpPr>
            <a:spLocks noChangeShapeType="1"/>
          </p:cNvSpPr>
          <p:nvPr/>
        </p:nvSpPr>
        <p:spPr bwMode="auto">
          <a:xfrm>
            <a:off x="2898836" y="5784919"/>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9" name="Line 29">
            <a:extLst>
              <a:ext uri="{FF2B5EF4-FFF2-40B4-BE49-F238E27FC236}">
                <a16:creationId xmlns:a16="http://schemas.microsoft.com/office/drawing/2014/main" id="{C49F8A27-7F5E-A74A-87FC-4C156780CED4}"/>
              </a:ext>
            </a:extLst>
          </p:cNvPr>
          <p:cNvSpPr>
            <a:spLocks noChangeShapeType="1"/>
          </p:cNvSpPr>
          <p:nvPr/>
        </p:nvSpPr>
        <p:spPr bwMode="auto">
          <a:xfrm>
            <a:off x="2898836" y="6061144"/>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9" name="Rectangle 24">
            <a:extLst>
              <a:ext uri="{FF2B5EF4-FFF2-40B4-BE49-F238E27FC236}">
                <a16:creationId xmlns:a16="http://schemas.microsoft.com/office/drawing/2014/main" id="{7EA1E797-77D1-3E4E-BE7E-ACEB5C9FC9FA}"/>
              </a:ext>
            </a:extLst>
          </p:cNvPr>
          <p:cNvSpPr>
            <a:spLocks noChangeArrowheads="1"/>
          </p:cNvSpPr>
          <p:nvPr/>
        </p:nvSpPr>
        <p:spPr bwMode="auto">
          <a:xfrm>
            <a:off x="3816357" y="985833"/>
            <a:ext cx="1273175" cy="1536700"/>
          </a:xfrm>
          <a:prstGeom prst="rect">
            <a:avLst/>
          </a:prstGeom>
          <a:solidFill>
            <a:schemeClr val="bg1"/>
          </a:solidFill>
          <a:ln w="28575">
            <a:solidFill>
              <a:schemeClr val="tx1"/>
            </a:solidFill>
            <a:miter lim="800000"/>
            <a:headEnd/>
            <a:tailEnd/>
          </a:ln>
          <a:effectLst>
            <a:outerShdw blurRad="76200" dist="38100" dir="18900000" sx="101000" sy="101000" algn="bl" rotWithShape="0">
              <a:prstClr val="black">
                <a:alpha val="40000"/>
              </a:prstClr>
            </a:outerShdw>
          </a:effec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81" name="Text Box 26">
            <a:extLst>
              <a:ext uri="{FF2B5EF4-FFF2-40B4-BE49-F238E27FC236}">
                <a16:creationId xmlns:a16="http://schemas.microsoft.com/office/drawing/2014/main" id="{955E0381-1B0E-544A-A7DD-37ADCBB63FC5}"/>
              </a:ext>
            </a:extLst>
          </p:cNvPr>
          <p:cNvSpPr txBox="1">
            <a:spLocks noChangeArrowheads="1"/>
          </p:cNvSpPr>
          <p:nvPr/>
        </p:nvSpPr>
        <p:spPr bwMode="auto">
          <a:xfrm>
            <a:off x="3762985" y="941984"/>
            <a:ext cx="1317625"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10000"/>
              </a:lnSpc>
              <a:spcBef>
                <a:spcPct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application</a:t>
            </a:r>
          </a:p>
          <a:p>
            <a:pPr marL="0" marR="0" lvl="0" indent="0" algn="ctr" defTabSz="914400" rtl="0" eaLnBrk="1" fontAlgn="auto" latinLnBrk="0" hangingPunct="1">
              <a:lnSpc>
                <a:spcPct val="110000"/>
              </a:lnSpc>
              <a:spcBef>
                <a:spcPct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transport</a:t>
            </a:r>
          </a:p>
          <a:p>
            <a:pPr marL="0" marR="0" lvl="0" indent="0" algn="ctr" defTabSz="914400" rtl="0" eaLnBrk="1" fontAlgn="auto" latinLnBrk="0" hangingPunct="1">
              <a:lnSpc>
                <a:spcPct val="110000"/>
              </a:lnSpc>
              <a:spcBef>
                <a:spcPct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network</a:t>
            </a:r>
          </a:p>
          <a:p>
            <a:pPr marL="0" marR="0" lvl="0" indent="0" algn="ctr" defTabSz="914400" rtl="0" eaLnBrk="1" fontAlgn="auto" latinLnBrk="0" hangingPunct="1">
              <a:lnSpc>
                <a:spcPct val="110000"/>
              </a:lnSpc>
              <a:spcBef>
                <a:spcPct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link</a:t>
            </a:r>
          </a:p>
          <a:p>
            <a:pPr marL="0" marR="0" lvl="0" indent="0" algn="ctr" defTabSz="914400" rtl="0" eaLnBrk="1" fontAlgn="auto" latinLnBrk="0" hangingPunct="1">
              <a:lnSpc>
                <a:spcPct val="110000"/>
              </a:lnSpc>
              <a:spcBef>
                <a:spcPct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physical</a:t>
            </a:r>
          </a:p>
        </p:txBody>
      </p:sp>
      <p:sp>
        <p:nvSpPr>
          <p:cNvPr id="159" name="Freeform 3">
            <a:extLst>
              <a:ext uri="{FF2B5EF4-FFF2-40B4-BE49-F238E27FC236}">
                <a16:creationId xmlns:a16="http://schemas.microsoft.com/office/drawing/2014/main" id="{FF79401E-326D-8443-A822-64EFF7D91F62}"/>
              </a:ext>
            </a:extLst>
          </p:cNvPr>
          <p:cNvSpPr>
            <a:spLocks/>
          </p:cNvSpPr>
          <p:nvPr/>
        </p:nvSpPr>
        <p:spPr bwMode="auto">
          <a:xfrm>
            <a:off x="8317497" y="2564096"/>
            <a:ext cx="638175" cy="781777"/>
          </a:xfrm>
          <a:custGeom>
            <a:avLst/>
            <a:gdLst>
              <a:gd name="T0" fmla="*/ 2147483646 w 402"/>
              <a:gd name="T1" fmla="*/ 2147483646 h 537"/>
              <a:gd name="T2" fmla="*/ 2147483646 w 402"/>
              <a:gd name="T3" fmla="*/ 0 h 537"/>
              <a:gd name="T4" fmla="*/ 0 w 402"/>
              <a:gd name="T5" fmla="*/ 2147483646 h 537"/>
              <a:gd name="T6" fmla="*/ 2147483646 w 402"/>
              <a:gd name="T7" fmla="*/ 2147483646 h 537"/>
              <a:gd name="T8" fmla="*/ 2147483646 w 402"/>
              <a:gd name="T9" fmla="*/ 2147483646 h 537"/>
              <a:gd name="T10" fmla="*/ 0 60000 65536"/>
              <a:gd name="T11" fmla="*/ 0 60000 65536"/>
              <a:gd name="T12" fmla="*/ 0 60000 65536"/>
              <a:gd name="T13" fmla="*/ 0 60000 65536"/>
              <a:gd name="T14" fmla="*/ 0 60000 65536"/>
              <a:gd name="T15" fmla="*/ 0 w 402"/>
              <a:gd name="T16" fmla="*/ 0 h 537"/>
              <a:gd name="T17" fmla="*/ 402 w 402"/>
              <a:gd name="T18" fmla="*/ 537 h 537"/>
            </a:gdLst>
            <a:ahLst/>
            <a:cxnLst>
              <a:cxn ang="T10">
                <a:pos x="T0" y="T1"/>
              </a:cxn>
              <a:cxn ang="T11">
                <a:pos x="T2" y="T3"/>
              </a:cxn>
              <a:cxn ang="T12">
                <a:pos x="T4" y="T5"/>
              </a:cxn>
              <a:cxn ang="T13">
                <a:pos x="T6" y="T7"/>
              </a:cxn>
              <a:cxn ang="T14">
                <a:pos x="T8" y="T9"/>
              </a:cxn>
            </a:cxnLst>
            <a:rect l="T15" t="T16" r="T17" b="T18"/>
            <a:pathLst>
              <a:path w="402" h="537">
                <a:moveTo>
                  <a:pt x="402" y="363"/>
                </a:moveTo>
                <a:lnTo>
                  <a:pt x="28" y="0"/>
                </a:lnTo>
                <a:lnTo>
                  <a:pt x="0" y="470"/>
                </a:lnTo>
                <a:lnTo>
                  <a:pt x="242" y="537"/>
                </a:lnTo>
                <a:lnTo>
                  <a:pt x="402" y="363"/>
                </a:lnTo>
                <a:close/>
              </a:path>
            </a:pathLst>
          </a:custGeom>
          <a:gradFill rotWithShape="1">
            <a:gsLst>
              <a:gs pos="0">
                <a:srgbClr val="3C6CDF"/>
              </a:gs>
              <a:gs pos="100000">
                <a:schemeClr val="bg1"/>
              </a:gs>
            </a:gsLst>
            <a:lin ang="0" scaled="1"/>
          </a:gra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305" name="Group 304">
            <a:extLst>
              <a:ext uri="{FF2B5EF4-FFF2-40B4-BE49-F238E27FC236}">
                <a16:creationId xmlns:a16="http://schemas.microsoft.com/office/drawing/2014/main" id="{A4E47CB1-938F-064D-AFFA-550D0F125117}"/>
              </a:ext>
            </a:extLst>
          </p:cNvPr>
          <p:cNvGrpSpPr/>
          <p:nvPr/>
        </p:nvGrpSpPr>
        <p:grpSpPr>
          <a:xfrm>
            <a:off x="8737109" y="2942202"/>
            <a:ext cx="959348" cy="478062"/>
            <a:chOff x="3668110" y="2448910"/>
            <a:chExt cx="3794234" cy="2165130"/>
          </a:xfrm>
        </p:grpSpPr>
        <p:sp>
          <p:nvSpPr>
            <p:cNvPr id="306" name="Rectangle 305">
              <a:extLst>
                <a:ext uri="{FF2B5EF4-FFF2-40B4-BE49-F238E27FC236}">
                  <a16:creationId xmlns:a16="http://schemas.microsoft.com/office/drawing/2014/main" id="{4113AFA1-3E53-2B44-844D-33D4D414E8FC}"/>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7" name="Freeform 306">
              <a:extLst>
                <a:ext uri="{FF2B5EF4-FFF2-40B4-BE49-F238E27FC236}">
                  <a16:creationId xmlns:a16="http://schemas.microsoft.com/office/drawing/2014/main" id="{6AACD184-A341-A64D-AF0A-E8273A8D120E}"/>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308" name="Group 307">
              <a:extLst>
                <a:ext uri="{FF2B5EF4-FFF2-40B4-BE49-F238E27FC236}">
                  <a16:creationId xmlns:a16="http://schemas.microsoft.com/office/drawing/2014/main" id="{397EA54E-AF9C-5E43-ABD4-420C1068CBF3}"/>
                </a:ext>
              </a:extLst>
            </p:cNvPr>
            <p:cNvGrpSpPr/>
            <p:nvPr/>
          </p:nvGrpSpPr>
          <p:grpSpPr>
            <a:xfrm>
              <a:off x="3941378" y="2603243"/>
              <a:ext cx="3202061" cy="1066110"/>
              <a:chOff x="7939341" y="3037317"/>
              <a:chExt cx="897649" cy="353919"/>
            </a:xfrm>
          </p:grpSpPr>
          <p:sp>
            <p:nvSpPr>
              <p:cNvPr id="309" name="Freeform 308">
                <a:extLst>
                  <a:ext uri="{FF2B5EF4-FFF2-40B4-BE49-F238E27FC236}">
                    <a16:creationId xmlns:a16="http://schemas.microsoft.com/office/drawing/2014/main" id="{AAA61B04-18ED-CB4C-AA56-9EE1A97FE5CD}"/>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0" name="Freeform 309">
                <a:extLst>
                  <a:ext uri="{FF2B5EF4-FFF2-40B4-BE49-F238E27FC236}">
                    <a16:creationId xmlns:a16="http://schemas.microsoft.com/office/drawing/2014/main" id="{F58AB38C-C52F-C046-8B42-AB402232C8F1}"/>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1" name="Freeform 310">
                <a:extLst>
                  <a:ext uri="{FF2B5EF4-FFF2-40B4-BE49-F238E27FC236}">
                    <a16:creationId xmlns:a16="http://schemas.microsoft.com/office/drawing/2014/main" id="{40B533FA-5B0B-F640-8203-4E6686DF6167}"/>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2" name="Freeform 311">
                <a:extLst>
                  <a:ext uri="{FF2B5EF4-FFF2-40B4-BE49-F238E27FC236}">
                    <a16:creationId xmlns:a16="http://schemas.microsoft.com/office/drawing/2014/main" id="{113B733F-5182-5C46-833B-B970C649E760}"/>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462922" y="-401329"/>
            <a:ext cx="11729077" cy="1680850"/>
          </a:xfrm>
        </p:spPr>
        <p:txBody>
          <a:bodyPr>
            <a:normAutofit/>
          </a:bodyPr>
          <a:lstStyle/>
          <a:p>
            <a:r>
              <a:rPr lang="en-US" sz="4400">
                <a:ea typeface="ＭＳ Ｐゴシック" panose="020B0600070205080204" pitchFamily="34" charset="-128"/>
              </a:rPr>
              <a:t>End-to-end overview of Internet Architecture</a:t>
            </a:r>
            <a:endParaRPr lang="en-US" sz="4400"/>
          </a:p>
        </p:txBody>
      </p:sp>
      <p:sp>
        <p:nvSpPr>
          <p:cNvPr id="175" name="Freeform 2">
            <a:extLst>
              <a:ext uri="{FF2B5EF4-FFF2-40B4-BE49-F238E27FC236}">
                <a16:creationId xmlns:a16="http://schemas.microsoft.com/office/drawing/2014/main" id="{230063FB-CBF2-814F-9B6D-159C714DB102}"/>
              </a:ext>
            </a:extLst>
          </p:cNvPr>
          <p:cNvSpPr>
            <a:spLocks/>
          </p:cNvSpPr>
          <p:nvPr/>
        </p:nvSpPr>
        <p:spPr bwMode="auto">
          <a:xfrm>
            <a:off x="5037145" y="1701796"/>
            <a:ext cx="4048125" cy="3833813"/>
          </a:xfrm>
          <a:custGeom>
            <a:avLst/>
            <a:gdLst>
              <a:gd name="T0" fmla="*/ 2147483646 w 2550"/>
              <a:gd name="T1" fmla="*/ 0 h 2415"/>
              <a:gd name="T2" fmla="*/ 2147483646 w 2550"/>
              <a:gd name="T3" fmla="*/ 0 h 2415"/>
              <a:gd name="T4" fmla="*/ 2147483646 w 2550"/>
              <a:gd name="T5" fmla="*/ 2147483646 h 2415"/>
              <a:gd name="T6" fmla="*/ 0 w 2550"/>
              <a:gd name="T7" fmla="*/ 2147483646 h 2415"/>
              <a:gd name="T8" fmla="*/ 0 60000 65536"/>
              <a:gd name="T9" fmla="*/ 0 60000 65536"/>
              <a:gd name="T10" fmla="*/ 0 60000 65536"/>
              <a:gd name="T11" fmla="*/ 0 60000 65536"/>
              <a:gd name="T12" fmla="*/ 0 w 2550"/>
              <a:gd name="T13" fmla="*/ 0 h 2415"/>
              <a:gd name="T14" fmla="*/ 2550 w 2550"/>
              <a:gd name="T15" fmla="*/ 2415 h 2415"/>
            </a:gdLst>
            <a:ahLst/>
            <a:cxnLst>
              <a:cxn ang="T8">
                <a:pos x="T0" y="T1"/>
              </a:cxn>
              <a:cxn ang="T9">
                <a:pos x="T2" y="T3"/>
              </a:cxn>
              <a:cxn ang="T10">
                <a:pos x="T4" y="T5"/>
              </a:cxn>
              <a:cxn ang="T11">
                <a:pos x="T6" y="T7"/>
              </a:cxn>
            </a:cxnLst>
            <a:rect l="T12" t="T13" r="T14" b="T15"/>
            <a:pathLst>
              <a:path w="2550" h="2415">
                <a:moveTo>
                  <a:pt x="592" y="0"/>
                </a:moveTo>
                <a:lnTo>
                  <a:pt x="2544" y="0"/>
                </a:lnTo>
                <a:lnTo>
                  <a:pt x="2550" y="2415"/>
                </a:lnTo>
                <a:lnTo>
                  <a:pt x="0" y="2415"/>
                </a:lnTo>
              </a:path>
            </a:pathLst>
          </a:custGeom>
          <a:noFill/>
          <a:ln w="9525">
            <a:solidFill>
              <a:schemeClr val="bg2"/>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6" name="Text Box 8">
            <a:extLst>
              <a:ext uri="{FF2B5EF4-FFF2-40B4-BE49-F238E27FC236}">
                <a16:creationId xmlns:a16="http://schemas.microsoft.com/office/drawing/2014/main" id="{D0A7F162-BF56-0D42-AC1A-1EA608D159F4}"/>
              </a:ext>
            </a:extLst>
          </p:cNvPr>
          <p:cNvSpPr txBox="1">
            <a:spLocks noChangeArrowheads="1"/>
          </p:cNvSpPr>
          <p:nvPr/>
        </p:nvSpPr>
        <p:spPr bwMode="auto">
          <a:xfrm>
            <a:off x="3935420" y="477833"/>
            <a:ext cx="11001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400" b="0" i="1" u="none" strike="noStrike" kern="1200" cap="none" spc="0" normalizeH="0" baseline="0" noProof="0">
                <a:ln>
                  <a:noFill/>
                </a:ln>
                <a:solidFill>
                  <a:srgbClr val="000099"/>
                </a:solidFill>
                <a:effectLst/>
                <a:uLnTx/>
                <a:uFillTx/>
                <a:latin typeface="Arial" panose="020B0604020202020204" pitchFamily="34" charset="0"/>
                <a:ea typeface="MS PGothic" panose="020B0600070205080204" pitchFamily="34" charset="-128"/>
                <a:cs typeface="Arial" panose="020B0604020202020204" pitchFamily="34" charset="0"/>
              </a:rPr>
              <a:t>source</a:t>
            </a:r>
          </a:p>
        </p:txBody>
      </p:sp>
      <p:sp>
        <p:nvSpPr>
          <p:cNvPr id="177" name="Freeform 10">
            <a:extLst>
              <a:ext uri="{FF2B5EF4-FFF2-40B4-BE49-F238E27FC236}">
                <a16:creationId xmlns:a16="http://schemas.microsoft.com/office/drawing/2014/main" id="{375C2B54-0F8A-624C-B0EA-326ECF0BEBFA}"/>
              </a:ext>
            </a:extLst>
          </p:cNvPr>
          <p:cNvSpPr>
            <a:spLocks/>
          </p:cNvSpPr>
          <p:nvPr/>
        </p:nvSpPr>
        <p:spPr bwMode="auto">
          <a:xfrm>
            <a:off x="5087944" y="959945"/>
            <a:ext cx="360362" cy="1596219"/>
          </a:xfrm>
          <a:custGeom>
            <a:avLst/>
            <a:gdLst>
              <a:gd name="T0" fmla="*/ 2147483646 w 267"/>
              <a:gd name="T1" fmla="*/ 2147483646 h 1186"/>
              <a:gd name="T2" fmla="*/ 0 w 267"/>
              <a:gd name="T3" fmla="*/ 0 h 1186"/>
              <a:gd name="T4" fmla="*/ 0 w 267"/>
              <a:gd name="T5" fmla="*/ 2147483646 h 1186"/>
              <a:gd name="T6" fmla="*/ 2147483646 w 267"/>
              <a:gd name="T7" fmla="*/ 2147483646 h 1186"/>
              <a:gd name="T8" fmla="*/ 2147483646 w 267"/>
              <a:gd name="T9" fmla="*/ 2147483646 h 1186"/>
              <a:gd name="T10" fmla="*/ 0 60000 65536"/>
              <a:gd name="T11" fmla="*/ 0 60000 65536"/>
              <a:gd name="T12" fmla="*/ 0 60000 65536"/>
              <a:gd name="T13" fmla="*/ 0 60000 65536"/>
              <a:gd name="T14" fmla="*/ 0 60000 65536"/>
              <a:gd name="T15" fmla="*/ 0 w 267"/>
              <a:gd name="T16" fmla="*/ 0 h 1186"/>
              <a:gd name="T17" fmla="*/ 267 w 267"/>
              <a:gd name="T18" fmla="*/ 1186 h 1186"/>
            </a:gdLst>
            <a:ahLst/>
            <a:cxnLst>
              <a:cxn ang="T10">
                <a:pos x="T0" y="T1"/>
              </a:cxn>
              <a:cxn ang="T11">
                <a:pos x="T2" y="T3"/>
              </a:cxn>
              <a:cxn ang="T12">
                <a:pos x="T4" y="T5"/>
              </a:cxn>
              <a:cxn ang="T13">
                <a:pos x="T6" y="T7"/>
              </a:cxn>
              <a:cxn ang="T14">
                <a:pos x="T8" y="T9"/>
              </a:cxn>
            </a:cxnLst>
            <a:rect l="T15" t="T16" r="T17" b="T18"/>
            <a:pathLst>
              <a:path w="267" h="1186">
                <a:moveTo>
                  <a:pt x="254" y="466"/>
                </a:moveTo>
                <a:lnTo>
                  <a:pt x="0" y="0"/>
                </a:lnTo>
                <a:lnTo>
                  <a:pt x="0" y="1186"/>
                </a:lnTo>
                <a:lnTo>
                  <a:pt x="267" y="652"/>
                </a:lnTo>
                <a:lnTo>
                  <a:pt x="254" y="466"/>
                </a:lnTo>
                <a:close/>
              </a:path>
            </a:pathLst>
          </a:custGeom>
          <a:gradFill rotWithShape="1">
            <a:gsLst>
              <a:gs pos="0">
                <a:srgbClr val="3C6CDF"/>
              </a:gs>
              <a:gs pos="100000">
                <a:schemeClr val="bg1"/>
              </a:gs>
            </a:gsLst>
            <a:lin ang="0" scaled="1"/>
          </a:gra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0" name="Line 25">
            <a:extLst>
              <a:ext uri="{FF2B5EF4-FFF2-40B4-BE49-F238E27FC236}">
                <a16:creationId xmlns:a16="http://schemas.microsoft.com/office/drawing/2014/main" id="{06DACFB6-A512-6346-ADF0-044A1E0D8B7E}"/>
              </a:ext>
            </a:extLst>
          </p:cNvPr>
          <p:cNvSpPr>
            <a:spLocks noChangeShapeType="1"/>
          </p:cNvSpPr>
          <p:nvPr/>
        </p:nvSpPr>
        <p:spPr bwMode="auto">
          <a:xfrm>
            <a:off x="3816356" y="1303334"/>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2" name="Line 27">
            <a:extLst>
              <a:ext uri="{FF2B5EF4-FFF2-40B4-BE49-F238E27FC236}">
                <a16:creationId xmlns:a16="http://schemas.microsoft.com/office/drawing/2014/main" id="{7F5AA9D2-E3F5-C947-8DEE-283B00AD0518}"/>
              </a:ext>
            </a:extLst>
          </p:cNvPr>
          <p:cNvSpPr>
            <a:spLocks noChangeShapeType="1"/>
          </p:cNvSpPr>
          <p:nvPr/>
        </p:nvSpPr>
        <p:spPr bwMode="auto">
          <a:xfrm>
            <a:off x="3824294" y="1624009"/>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3" name="Line 28">
            <a:extLst>
              <a:ext uri="{FF2B5EF4-FFF2-40B4-BE49-F238E27FC236}">
                <a16:creationId xmlns:a16="http://schemas.microsoft.com/office/drawing/2014/main" id="{D2FB6FCA-C219-0347-A799-A07286AA5FDE}"/>
              </a:ext>
            </a:extLst>
          </p:cNvPr>
          <p:cNvSpPr>
            <a:spLocks noChangeShapeType="1"/>
          </p:cNvSpPr>
          <p:nvPr/>
        </p:nvSpPr>
        <p:spPr bwMode="auto">
          <a:xfrm>
            <a:off x="3829056" y="1904996"/>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4" name="Line 29">
            <a:extLst>
              <a:ext uri="{FF2B5EF4-FFF2-40B4-BE49-F238E27FC236}">
                <a16:creationId xmlns:a16="http://schemas.microsoft.com/office/drawing/2014/main" id="{5DD86E94-6322-434A-87B3-1B856F1C7FC6}"/>
              </a:ext>
            </a:extLst>
          </p:cNvPr>
          <p:cNvSpPr>
            <a:spLocks noChangeShapeType="1"/>
          </p:cNvSpPr>
          <p:nvPr/>
        </p:nvSpPr>
        <p:spPr bwMode="auto">
          <a:xfrm>
            <a:off x="3829056" y="2181221"/>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85" name="Group 39">
            <a:extLst>
              <a:ext uri="{FF2B5EF4-FFF2-40B4-BE49-F238E27FC236}">
                <a16:creationId xmlns:a16="http://schemas.microsoft.com/office/drawing/2014/main" id="{8AA541B8-399A-EF48-9EFE-5AF447CE2F83}"/>
              </a:ext>
            </a:extLst>
          </p:cNvPr>
          <p:cNvGrpSpPr>
            <a:grpSpLocks/>
          </p:cNvGrpSpPr>
          <p:nvPr/>
        </p:nvGrpSpPr>
        <p:grpSpPr bwMode="auto">
          <a:xfrm>
            <a:off x="2438406" y="1622421"/>
            <a:ext cx="1208088" cy="303213"/>
            <a:chOff x="501" y="1990"/>
            <a:chExt cx="761" cy="191"/>
          </a:xfrm>
        </p:grpSpPr>
        <p:sp>
          <p:nvSpPr>
            <p:cNvPr id="186" name="Rectangle 40">
              <a:extLst>
                <a:ext uri="{FF2B5EF4-FFF2-40B4-BE49-F238E27FC236}">
                  <a16:creationId xmlns:a16="http://schemas.microsoft.com/office/drawing/2014/main" id="{0387B9A7-F992-9246-A12A-3BB5DCDBD751}"/>
                </a:ext>
              </a:extLst>
            </p:cNvPr>
            <p:cNvSpPr>
              <a:spLocks noChangeArrowheads="1"/>
            </p:cNvSpPr>
            <p:nvPr/>
          </p:nvSpPr>
          <p:spPr bwMode="auto">
            <a:xfrm>
              <a:off x="501" y="2007"/>
              <a:ext cx="682" cy="162"/>
            </a:xfrm>
            <a:prstGeom prst="rect">
              <a:avLst/>
            </a:prstGeom>
            <a:solidFill>
              <a:schemeClr val="bg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87" name="Rectangle 41">
              <a:extLst>
                <a:ext uri="{FF2B5EF4-FFF2-40B4-BE49-F238E27FC236}">
                  <a16:creationId xmlns:a16="http://schemas.microsoft.com/office/drawing/2014/main" id="{313D90F6-44E7-5B43-9F40-EAB5A4BC3719}"/>
                </a:ext>
              </a:extLst>
            </p:cNvPr>
            <p:cNvSpPr>
              <a:spLocks noChangeArrowheads="1"/>
            </p:cNvSpPr>
            <p:nvPr/>
          </p:nvSpPr>
          <p:spPr bwMode="auto">
            <a:xfrm>
              <a:off x="704" y="1990"/>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800" b="0" i="0" u="none" strike="noStrike" kern="1200" cap="none" spc="0" normalizeH="0" baseline="-2500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t</a:t>
              </a:r>
            </a:p>
          </p:txBody>
        </p:sp>
        <p:sp>
          <p:nvSpPr>
            <p:cNvPr id="188" name="Rectangle 42">
              <a:extLst>
                <a:ext uri="{FF2B5EF4-FFF2-40B4-BE49-F238E27FC236}">
                  <a16:creationId xmlns:a16="http://schemas.microsoft.com/office/drawing/2014/main" id="{09FD516E-DDA8-584C-AC12-7F5211BB3875}"/>
                </a:ext>
              </a:extLst>
            </p:cNvPr>
            <p:cNvSpPr>
              <a:spLocks noChangeArrowheads="1"/>
            </p:cNvSpPr>
            <p:nvPr/>
          </p:nvSpPr>
          <p:spPr bwMode="auto">
            <a:xfrm>
              <a:off x="518" y="1990"/>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800" b="0" i="0" u="none" strike="noStrike" kern="1200" cap="none" spc="0" normalizeH="0" baseline="-2500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n</a:t>
              </a:r>
            </a:p>
          </p:txBody>
        </p:sp>
        <p:sp>
          <p:nvSpPr>
            <p:cNvPr id="189" name="Rectangle 43">
              <a:extLst>
                <a:ext uri="{FF2B5EF4-FFF2-40B4-BE49-F238E27FC236}">
                  <a16:creationId xmlns:a16="http://schemas.microsoft.com/office/drawing/2014/main" id="{6FFC472B-97D7-D347-9A3C-464686CD17B4}"/>
                </a:ext>
              </a:extLst>
            </p:cNvPr>
            <p:cNvSpPr>
              <a:spLocks noChangeArrowheads="1"/>
            </p:cNvSpPr>
            <p:nvPr/>
          </p:nvSpPr>
          <p:spPr bwMode="auto">
            <a:xfrm>
              <a:off x="834" y="1991"/>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M</a:t>
              </a:r>
            </a:p>
          </p:txBody>
        </p:sp>
        <p:sp>
          <p:nvSpPr>
            <p:cNvPr id="190" name="Line 44">
              <a:extLst>
                <a:ext uri="{FF2B5EF4-FFF2-40B4-BE49-F238E27FC236}">
                  <a16:creationId xmlns:a16="http://schemas.microsoft.com/office/drawing/2014/main" id="{72E3E927-7804-2B4F-BEB5-8E712FD0D8B6}"/>
                </a:ext>
              </a:extLst>
            </p:cNvPr>
            <p:cNvSpPr>
              <a:spLocks noChangeShapeType="1"/>
            </p:cNvSpPr>
            <p:nvPr/>
          </p:nvSpPr>
          <p:spPr bwMode="auto">
            <a:xfrm>
              <a:off x="688" y="2013"/>
              <a:ext cx="0" cy="1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1" name="Line 45">
              <a:extLst>
                <a:ext uri="{FF2B5EF4-FFF2-40B4-BE49-F238E27FC236}">
                  <a16:creationId xmlns:a16="http://schemas.microsoft.com/office/drawing/2014/main" id="{FB19C408-B20F-B545-913F-0B0F21C3B97E}"/>
                </a:ext>
              </a:extLst>
            </p:cNvPr>
            <p:cNvSpPr>
              <a:spLocks noChangeShapeType="1"/>
            </p:cNvSpPr>
            <p:nvPr/>
          </p:nvSpPr>
          <p:spPr bwMode="auto">
            <a:xfrm>
              <a:off x="880" y="2010"/>
              <a:ext cx="0" cy="1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92" name="Text Box 5">
            <a:extLst>
              <a:ext uri="{FF2B5EF4-FFF2-40B4-BE49-F238E27FC236}">
                <a16:creationId xmlns:a16="http://schemas.microsoft.com/office/drawing/2014/main" id="{0D15D10E-958A-864A-A283-C2AB2D4E8F72}"/>
              </a:ext>
            </a:extLst>
          </p:cNvPr>
          <p:cNvSpPr txBox="1">
            <a:spLocks noChangeArrowheads="1"/>
          </p:cNvSpPr>
          <p:nvPr/>
        </p:nvSpPr>
        <p:spPr bwMode="auto">
          <a:xfrm>
            <a:off x="1614494" y="1250945"/>
            <a:ext cx="96361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a:ln>
                  <a:noFill/>
                </a:ln>
                <a:solidFill>
                  <a:srgbClr val="CC0000"/>
                </a:solidFill>
                <a:effectLst/>
                <a:uLnTx/>
                <a:uFillTx/>
                <a:latin typeface="Arial" panose="020B0604020202020204" pitchFamily="34" charset="0"/>
                <a:ea typeface="MS PGothic" panose="020B0600070205080204" pitchFamily="34" charset="-128"/>
                <a:cs typeface="Arial" panose="020B0604020202020204" pitchFamily="34" charset="0"/>
              </a:rPr>
              <a:t>segment</a:t>
            </a:r>
          </a:p>
        </p:txBody>
      </p:sp>
      <p:grpSp>
        <p:nvGrpSpPr>
          <p:cNvPr id="193" name="Group 178">
            <a:extLst>
              <a:ext uri="{FF2B5EF4-FFF2-40B4-BE49-F238E27FC236}">
                <a16:creationId xmlns:a16="http://schemas.microsoft.com/office/drawing/2014/main" id="{C602A8C6-FCB3-7248-AB25-E5D9AF0992ED}"/>
              </a:ext>
            </a:extLst>
          </p:cNvPr>
          <p:cNvGrpSpPr>
            <a:grpSpLocks/>
          </p:cNvGrpSpPr>
          <p:nvPr/>
        </p:nvGrpSpPr>
        <p:grpSpPr bwMode="auto">
          <a:xfrm>
            <a:off x="2755907" y="1290633"/>
            <a:ext cx="301625" cy="292100"/>
            <a:chOff x="1962" y="2058"/>
            <a:chExt cx="190" cy="184"/>
          </a:xfrm>
        </p:grpSpPr>
        <p:sp>
          <p:nvSpPr>
            <p:cNvPr id="194" name="Rectangle 47">
              <a:extLst>
                <a:ext uri="{FF2B5EF4-FFF2-40B4-BE49-F238E27FC236}">
                  <a16:creationId xmlns:a16="http://schemas.microsoft.com/office/drawing/2014/main" id="{74D4FADB-78FF-754C-9258-3499AEC56C8B}"/>
                </a:ext>
              </a:extLst>
            </p:cNvPr>
            <p:cNvSpPr>
              <a:spLocks noChangeArrowheads="1"/>
            </p:cNvSpPr>
            <p:nvPr/>
          </p:nvSpPr>
          <p:spPr bwMode="auto">
            <a:xfrm>
              <a:off x="1962" y="2075"/>
              <a:ext cx="177" cy="162"/>
            </a:xfrm>
            <a:prstGeom prst="rect">
              <a:avLst/>
            </a:prstGeom>
            <a:solidFill>
              <a:schemeClr val="bg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95" name="Rectangle 48">
              <a:extLst>
                <a:ext uri="{FF2B5EF4-FFF2-40B4-BE49-F238E27FC236}">
                  <a16:creationId xmlns:a16="http://schemas.microsoft.com/office/drawing/2014/main" id="{9A86A925-4488-C149-AC92-7E56AC2DB20A}"/>
                </a:ext>
              </a:extLst>
            </p:cNvPr>
            <p:cNvSpPr>
              <a:spLocks noChangeArrowheads="1"/>
            </p:cNvSpPr>
            <p:nvPr/>
          </p:nvSpPr>
          <p:spPr bwMode="auto">
            <a:xfrm>
              <a:off x="1965" y="2058"/>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800" b="0" i="0" u="none" strike="noStrike" kern="1200" cap="none" spc="0" normalizeH="0" baseline="-2500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t</a:t>
              </a:r>
            </a:p>
          </p:txBody>
        </p:sp>
      </p:grpSp>
      <p:sp>
        <p:nvSpPr>
          <p:cNvPr id="196" name="Text Box 4">
            <a:extLst>
              <a:ext uri="{FF2B5EF4-FFF2-40B4-BE49-F238E27FC236}">
                <a16:creationId xmlns:a16="http://schemas.microsoft.com/office/drawing/2014/main" id="{0E8F71B9-D739-9B4D-B3C4-4209B53F4740}"/>
              </a:ext>
            </a:extLst>
          </p:cNvPr>
          <p:cNvSpPr txBox="1">
            <a:spLocks noChangeArrowheads="1"/>
          </p:cNvSpPr>
          <p:nvPr/>
        </p:nvSpPr>
        <p:spPr bwMode="auto">
          <a:xfrm>
            <a:off x="1414470" y="1590670"/>
            <a:ext cx="10429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a:ln>
                  <a:noFill/>
                </a:ln>
                <a:solidFill>
                  <a:srgbClr val="CC0000"/>
                </a:solidFill>
                <a:effectLst/>
                <a:uLnTx/>
                <a:uFillTx/>
                <a:latin typeface="Arial" panose="020B0604020202020204" pitchFamily="34" charset="0"/>
                <a:ea typeface="MS PGothic" panose="020B0600070205080204" pitchFamily="34" charset="-128"/>
                <a:cs typeface="Arial" panose="020B0604020202020204" pitchFamily="34" charset="0"/>
              </a:rPr>
              <a:t>datagram</a:t>
            </a:r>
          </a:p>
        </p:txBody>
      </p:sp>
      <p:sp>
        <p:nvSpPr>
          <p:cNvPr id="197" name="Text Box 54">
            <a:extLst>
              <a:ext uri="{FF2B5EF4-FFF2-40B4-BE49-F238E27FC236}">
                <a16:creationId xmlns:a16="http://schemas.microsoft.com/office/drawing/2014/main" id="{74C41705-B97B-5F4E-BB03-C374DF4919FA}"/>
              </a:ext>
            </a:extLst>
          </p:cNvPr>
          <p:cNvSpPr txBox="1">
            <a:spLocks noChangeArrowheads="1"/>
          </p:cNvSpPr>
          <p:nvPr/>
        </p:nvSpPr>
        <p:spPr bwMode="auto">
          <a:xfrm>
            <a:off x="2767020" y="4411659"/>
            <a:ext cx="14128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000" b="0" i="1" u="none" strike="noStrike" kern="1200" cap="none" spc="0" normalizeH="0" baseline="0" noProof="0">
                <a:ln>
                  <a:noFill/>
                </a:ln>
                <a:solidFill>
                  <a:srgbClr val="000099"/>
                </a:solidFill>
                <a:effectLst/>
                <a:uLnTx/>
                <a:uFillTx/>
                <a:latin typeface="Arial" panose="020B0604020202020204" pitchFamily="34" charset="0"/>
                <a:ea typeface="MS PGothic" panose="020B0600070205080204" pitchFamily="34" charset="-128"/>
                <a:cs typeface="Arial" panose="020B0604020202020204" pitchFamily="34" charset="0"/>
              </a:rPr>
              <a:t>destination</a:t>
            </a:r>
          </a:p>
        </p:txBody>
      </p:sp>
      <p:grpSp>
        <p:nvGrpSpPr>
          <p:cNvPr id="206" name="Group 64">
            <a:extLst>
              <a:ext uri="{FF2B5EF4-FFF2-40B4-BE49-F238E27FC236}">
                <a16:creationId xmlns:a16="http://schemas.microsoft.com/office/drawing/2014/main" id="{C50D7752-68C1-8540-988D-5347ECFD1886}"/>
              </a:ext>
            </a:extLst>
          </p:cNvPr>
          <p:cNvGrpSpPr>
            <a:grpSpLocks/>
          </p:cNvGrpSpPr>
          <p:nvPr/>
        </p:nvGrpSpPr>
        <p:grpSpPr bwMode="auto">
          <a:xfrm>
            <a:off x="1371606" y="5781671"/>
            <a:ext cx="1479550" cy="303213"/>
            <a:chOff x="332" y="2224"/>
            <a:chExt cx="932" cy="191"/>
          </a:xfrm>
        </p:grpSpPr>
        <p:sp>
          <p:nvSpPr>
            <p:cNvPr id="207" name="Rectangle 65">
              <a:extLst>
                <a:ext uri="{FF2B5EF4-FFF2-40B4-BE49-F238E27FC236}">
                  <a16:creationId xmlns:a16="http://schemas.microsoft.com/office/drawing/2014/main" id="{1F3E093B-217C-A04B-B5D1-A6C902542EF2}"/>
                </a:ext>
              </a:extLst>
            </p:cNvPr>
            <p:cNvSpPr>
              <a:spLocks noChangeArrowheads="1"/>
            </p:cNvSpPr>
            <p:nvPr/>
          </p:nvSpPr>
          <p:spPr bwMode="auto">
            <a:xfrm>
              <a:off x="345" y="2241"/>
              <a:ext cx="840" cy="162"/>
            </a:xfrm>
            <a:prstGeom prst="rect">
              <a:avLst/>
            </a:prstGeom>
            <a:solidFill>
              <a:schemeClr val="bg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208" name="Rectangle 66">
              <a:extLst>
                <a:ext uri="{FF2B5EF4-FFF2-40B4-BE49-F238E27FC236}">
                  <a16:creationId xmlns:a16="http://schemas.microsoft.com/office/drawing/2014/main" id="{12601678-594C-E14C-9193-F38CE9075141}"/>
                </a:ext>
              </a:extLst>
            </p:cNvPr>
            <p:cNvSpPr>
              <a:spLocks noChangeArrowheads="1"/>
            </p:cNvSpPr>
            <p:nvPr/>
          </p:nvSpPr>
          <p:spPr bwMode="auto">
            <a:xfrm>
              <a:off x="706" y="2224"/>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800" b="0" i="0" u="none" strike="noStrike" kern="1200" cap="none" spc="0" normalizeH="0" baseline="-2500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t</a:t>
              </a:r>
            </a:p>
          </p:txBody>
        </p:sp>
        <p:sp>
          <p:nvSpPr>
            <p:cNvPr id="209" name="Rectangle 67">
              <a:extLst>
                <a:ext uri="{FF2B5EF4-FFF2-40B4-BE49-F238E27FC236}">
                  <a16:creationId xmlns:a16="http://schemas.microsoft.com/office/drawing/2014/main" id="{C60FF2A5-B680-E647-99BC-03E16BB18F4E}"/>
                </a:ext>
              </a:extLst>
            </p:cNvPr>
            <p:cNvSpPr>
              <a:spLocks noChangeArrowheads="1"/>
            </p:cNvSpPr>
            <p:nvPr/>
          </p:nvSpPr>
          <p:spPr bwMode="auto">
            <a:xfrm>
              <a:off x="520" y="2224"/>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800" b="0" i="0" u="none" strike="noStrike" kern="1200" cap="none" spc="0" normalizeH="0" baseline="-2500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n</a:t>
              </a:r>
            </a:p>
          </p:txBody>
        </p:sp>
        <p:sp>
          <p:nvSpPr>
            <p:cNvPr id="210" name="Rectangle 68">
              <a:extLst>
                <a:ext uri="{FF2B5EF4-FFF2-40B4-BE49-F238E27FC236}">
                  <a16:creationId xmlns:a16="http://schemas.microsoft.com/office/drawing/2014/main" id="{397B1F1F-935A-C84B-968D-E29BC9F4E06A}"/>
                </a:ext>
              </a:extLst>
            </p:cNvPr>
            <p:cNvSpPr>
              <a:spLocks noChangeArrowheads="1"/>
            </p:cNvSpPr>
            <p:nvPr/>
          </p:nvSpPr>
          <p:spPr bwMode="auto">
            <a:xfrm>
              <a:off x="332" y="2224"/>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800" b="0" i="0" u="none" strike="noStrike" kern="1200" cap="none" spc="0" normalizeH="0" baseline="-2500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l</a:t>
              </a:r>
            </a:p>
          </p:txBody>
        </p:sp>
        <p:sp>
          <p:nvSpPr>
            <p:cNvPr id="211" name="Rectangle 69">
              <a:extLst>
                <a:ext uri="{FF2B5EF4-FFF2-40B4-BE49-F238E27FC236}">
                  <a16:creationId xmlns:a16="http://schemas.microsoft.com/office/drawing/2014/main" id="{F6478DF2-BC33-B343-8620-1D9F679E414D}"/>
                </a:ext>
              </a:extLst>
            </p:cNvPr>
            <p:cNvSpPr>
              <a:spLocks noChangeArrowheads="1"/>
            </p:cNvSpPr>
            <p:nvPr/>
          </p:nvSpPr>
          <p:spPr bwMode="auto">
            <a:xfrm>
              <a:off x="836" y="2225"/>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M</a:t>
              </a:r>
            </a:p>
          </p:txBody>
        </p:sp>
        <p:sp>
          <p:nvSpPr>
            <p:cNvPr id="212" name="Line 70">
              <a:extLst>
                <a:ext uri="{FF2B5EF4-FFF2-40B4-BE49-F238E27FC236}">
                  <a16:creationId xmlns:a16="http://schemas.microsoft.com/office/drawing/2014/main" id="{B65227E4-D34A-B045-A564-9F588CE81723}"/>
                </a:ext>
              </a:extLst>
            </p:cNvPr>
            <p:cNvSpPr>
              <a:spLocks noChangeShapeType="1"/>
            </p:cNvSpPr>
            <p:nvPr/>
          </p:nvSpPr>
          <p:spPr bwMode="auto">
            <a:xfrm>
              <a:off x="510" y="2241"/>
              <a:ext cx="0" cy="1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3" name="Line 71">
              <a:extLst>
                <a:ext uri="{FF2B5EF4-FFF2-40B4-BE49-F238E27FC236}">
                  <a16:creationId xmlns:a16="http://schemas.microsoft.com/office/drawing/2014/main" id="{89581348-A579-E648-AF77-CC0CCFD73AE0}"/>
                </a:ext>
              </a:extLst>
            </p:cNvPr>
            <p:cNvSpPr>
              <a:spLocks noChangeShapeType="1"/>
            </p:cNvSpPr>
            <p:nvPr/>
          </p:nvSpPr>
          <p:spPr bwMode="auto">
            <a:xfrm>
              <a:off x="690" y="2247"/>
              <a:ext cx="0" cy="1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4" name="Line 72">
              <a:extLst>
                <a:ext uri="{FF2B5EF4-FFF2-40B4-BE49-F238E27FC236}">
                  <a16:creationId xmlns:a16="http://schemas.microsoft.com/office/drawing/2014/main" id="{5CD35CDE-ACA7-B147-9033-013571F308B2}"/>
                </a:ext>
              </a:extLst>
            </p:cNvPr>
            <p:cNvSpPr>
              <a:spLocks noChangeShapeType="1"/>
            </p:cNvSpPr>
            <p:nvPr/>
          </p:nvSpPr>
          <p:spPr bwMode="auto">
            <a:xfrm>
              <a:off x="882" y="2244"/>
              <a:ext cx="0" cy="1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15" name="Group 73">
            <a:extLst>
              <a:ext uri="{FF2B5EF4-FFF2-40B4-BE49-F238E27FC236}">
                <a16:creationId xmlns:a16="http://schemas.microsoft.com/office/drawing/2014/main" id="{782EFA19-0788-864E-B946-830DAB797411}"/>
              </a:ext>
            </a:extLst>
          </p:cNvPr>
          <p:cNvGrpSpPr>
            <a:grpSpLocks/>
          </p:cNvGrpSpPr>
          <p:nvPr/>
        </p:nvGrpSpPr>
        <p:grpSpPr bwMode="auto">
          <a:xfrm>
            <a:off x="1639895" y="5483221"/>
            <a:ext cx="1208087" cy="303213"/>
            <a:chOff x="501" y="1990"/>
            <a:chExt cx="761" cy="191"/>
          </a:xfrm>
        </p:grpSpPr>
        <p:sp>
          <p:nvSpPr>
            <p:cNvPr id="216" name="Rectangle 74">
              <a:extLst>
                <a:ext uri="{FF2B5EF4-FFF2-40B4-BE49-F238E27FC236}">
                  <a16:creationId xmlns:a16="http://schemas.microsoft.com/office/drawing/2014/main" id="{D970D459-C7BE-CB4F-B370-10A7B56F6424}"/>
                </a:ext>
              </a:extLst>
            </p:cNvPr>
            <p:cNvSpPr>
              <a:spLocks noChangeArrowheads="1"/>
            </p:cNvSpPr>
            <p:nvPr/>
          </p:nvSpPr>
          <p:spPr bwMode="auto">
            <a:xfrm>
              <a:off x="501" y="2007"/>
              <a:ext cx="682" cy="162"/>
            </a:xfrm>
            <a:prstGeom prst="rect">
              <a:avLst/>
            </a:prstGeom>
            <a:solidFill>
              <a:schemeClr val="bg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217" name="Rectangle 75">
              <a:extLst>
                <a:ext uri="{FF2B5EF4-FFF2-40B4-BE49-F238E27FC236}">
                  <a16:creationId xmlns:a16="http://schemas.microsoft.com/office/drawing/2014/main" id="{1904B028-B6FD-624E-A3E6-5B05A1065AFC}"/>
                </a:ext>
              </a:extLst>
            </p:cNvPr>
            <p:cNvSpPr>
              <a:spLocks noChangeArrowheads="1"/>
            </p:cNvSpPr>
            <p:nvPr/>
          </p:nvSpPr>
          <p:spPr bwMode="auto">
            <a:xfrm>
              <a:off x="704" y="1990"/>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800" b="0" i="0" u="none" strike="noStrike" kern="1200" cap="none" spc="0" normalizeH="0" baseline="-2500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t</a:t>
              </a:r>
            </a:p>
          </p:txBody>
        </p:sp>
        <p:sp>
          <p:nvSpPr>
            <p:cNvPr id="218" name="Rectangle 76">
              <a:extLst>
                <a:ext uri="{FF2B5EF4-FFF2-40B4-BE49-F238E27FC236}">
                  <a16:creationId xmlns:a16="http://schemas.microsoft.com/office/drawing/2014/main" id="{7E497BF0-01B9-9645-AADF-EC6ECCD69181}"/>
                </a:ext>
              </a:extLst>
            </p:cNvPr>
            <p:cNvSpPr>
              <a:spLocks noChangeArrowheads="1"/>
            </p:cNvSpPr>
            <p:nvPr/>
          </p:nvSpPr>
          <p:spPr bwMode="auto">
            <a:xfrm>
              <a:off x="518" y="1990"/>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800" b="0" i="0" u="none" strike="noStrike" kern="1200" cap="none" spc="0" normalizeH="0" baseline="-2500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n</a:t>
              </a:r>
            </a:p>
          </p:txBody>
        </p:sp>
        <p:sp>
          <p:nvSpPr>
            <p:cNvPr id="219" name="Rectangle 77">
              <a:extLst>
                <a:ext uri="{FF2B5EF4-FFF2-40B4-BE49-F238E27FC236}">
                  <a16:creationId xmlns:a16="http://schemas.microsoft.com/office/drawing/2014/main" id="{F655CC88-7712-A040-B05C-B926BA640DC3}"/>
                </a:ext>
              </a:extLst>
            </p:cNvPr>
            <p:cNvSpPr>
              <a:spLocks noChangeArrowheads="1"/>
            </p:cNvSpPr>
            <p:nvPr/>
          </p:nvSpPr>
          <p:spPr bwMode="auto">
            <a:xfrm>
              <a:off x="834" y="1991"/>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M</a:t>
              </a:r>
            </a:p>
          </p:txBody>
        </p:sp>
        <p:sp>
          <p:nvSpPr>
            <p:cNvPr id="220" name="Line 78">
              <a:extLst>
                <a:ext uri="{FF2B5EF4-FFF2-40B4-BE49-F238E27FC236}">
                  <a16:creationId xmlns:a16="http://schemas.microsoft.com/office/drawing/2014/main" id="{5F8C7ACF-60C6-EA40-ABF5-A21BAB3D73AC}"/>
                </a:ext>
              </a:extLst>
            </p:cNvPr>
            <p:cNvSpPr>
              <a:spLocks noChangeShapeType="1"/>
            </p:cNvSpPr>
            <p:nvPr/>
          </p:nvSpPr>
          <p:spPr bwMode="auto">
            <a:xfrm>
              <a:off x="688" y="2013"/>
              <a:ext cx="0" cy="1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1" name="Line 79">
              <a:extLst>
                <a:ext uri="{FF2B5EF4-FFF2-40B4-BE49-F238E27FC236}">
                  <a16:creationId xmlns:a16="http://schemas.microsoft.com/office/drawing/2014/main" id="{B9D1E0FC-D7EB-B94A-95BC-135127D00E84}"/>
                </a:ext>
              </a:extLst>
            </p:cNvPr>
            <p:cNvSpPr>
              <a:spLocks noChangeShapeType="1"/>
            </p:cNvSpPr>
            <p:nvPr/>
          </p:nvSpPr>
          <p:spPr bwMode="auto">
            <a:xfrm>
              <a:off x="880" y="2010"/>
              <a:ext cx="0" cy="1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22" name="Group 80">
            <a:extLst>
              <a:ext uri="{FF2B5EF4-FFF2-40B4-BE49-F238E27FC236}">
                <a16:creationId xmlns:a16="http://schemas.microsoft.com/office/drawing/2014/main" id="{ED606BB4-B8BF-EE47-81F0-E3489EBF698D}"/>
              </a:ext>
            </a:extLst>
          </p:cNvPr>
          <p:cNvGrpSpPr>
            <a:grpSpLocks/>
          </p:cNvGrpSpPr>
          <p:nvPr/>
        </p:nvGrpSpPr>
        <p:grpSpPr bwMode="auto">
          <a:xfrm>
            <a:off x="1943106" y="5175246"/>
            <a:ext cx="890588" cy="303213"/>
            <a:chOff x="645" y="1734"/>
            <a:chExt cx="561" cy="191"/>
          </a:xfrm>
        </p:grpSpPr>
        <p:sp>
          <p:nvSpPr>
            <p:cNvPr id="223" name="Rectangle 81">
              <a:extLst>
                <a:ext uri="{FF2B5EF4-FFF2-40B4-BE49-F238E27FC236}">
                  <a16:creationId xmlns:a16="http://schemas.microsoft.com/office/drawing/2014/main" id="{5E750AC6-B9B9-BA47-9749-5BA61D17AB9E}"/>
                </a:ext>
              </a:extLst>
            </p:cNvPr>
            <p:cNvSpPr>
              <a:spLocks noChangeArrowheads="1"/>
            </p:cNvSpPr>
            <p:nvPr/>
          </p:nvSpPr>
          <p:spPr bwMode="auto">
            <a:xfrm>
              <a:off x="645" y="1751"/>
              <a:ext cx="482" cy="162"/>
            </a:xfrm>
            <a:prstGeom prst="rect">
              <a:avLst/>
            </a:prstGeom>
            <a:solidFill>
              <a:schemeClr val="bg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224" name="Rectangle 82">
              <a:extLst>
                <a:ext uri="{FF2B5EF4-FFF2-40B4-BE49-F238E27FC236}">
                  <a16:creationId xmlns:a16="http://schemas.microsoft.com/office/drawing/2014/main" id="{203BBA7B-2CF5-6949-AEF6-9B5E4804A8E4}"/>
                </a:ext>
              </a:extLst>
            </p:cNvPr>
            <p:cNvSpPr>
              <a:spLocks noChangeArrowheads="1"/>
            </p:cNvSpPr>
            <p:nvPr/>
          </p:nvSpPr>
          <p:spPr bwMode="auto">
            <a:xfrm>
              <a:off x="648" y="1734"/>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800" b="0" i="0" u="none" strike="noStrike" kern="1200" cap="none" spc="0" normalizeH="0" baseline="-2500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t</a:t>
              </a:r>
            </a:p>
          </p:txBody>
        </p:sp>
        <p:sp>
          <p:nvSpPr>
            <p:cNvPr id="225" name="Rectangle 83">
              <a:extLst>
                <a:ext uri="{FF2B5EF4-FFF2-40B4-BE49-F238E27FC236}">
                  <a16:creationId xmlns:a16="http://schemas.microsoft.com/office/drawing/2014/main" id="{D9094A29-8FA3-604F-BCB2-C28018927AE8}"/>
                </a:ext>
              </a:extLst>
            </p:cNvPr>
            <p:cNvSpPr>
              <a:spLocks noChangeArrowheads="1"/>
            </p:cNvSpPr>
            <p:nvPr/>
          </p:nvSpPr>
          <p:spPr bwMode="auto">
            <a:xfrm>
              <a:off x="778" y="1735"/>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M</a:t>
              </a:r>
            </a:p>
          </p:txBody>
        </p:sp>
        <p:sp>
          <p:nvSpPr>
            <p:cNvPr id="226" name="Line 84">
              <a:extLst>
                <a:ext uri="{FF2B5EF4-FFF2-40B4-BE49-F238E27FC236}">
                  <a16:creationId xmlns:a16="http://schemas.microsoft.com/office/drawing/2014/main" id="{B797ADA3-EF18-7C49-99C2-2F8F051D96BB}"/>
                </a:ext>
              </a:extLst>
            </p:cNvPr>
            <p:cNvSpPr>
              <a:spLocks noChangeShapeType="1"/>
            </p:cNvSpPr>
            <p:nvPr/>
          </p:nvSpPr>
          <p:spPr bwMode="auto">
            <a:xfrm>
              <a:off x="824" y="1754"/>
              <a:ext cx="0" cy="1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27" name="Group 85">
            <a:extLst>
              <a:ext uri="{FF2B5EF4-FFF2-40B4-BE49-F238E27FC236}">
                <a16:creationId xmlns:a16="http://schemas.microsoft.com/office/drawing/2014/main" id="{11AB6D85-B7C0-8142-8671-E8110C22285E}"/>
              </a:ext>
            </a:extLst>
          </p:cNvPr>
          <p:cNvGrpSpPr>
            <a:grpSpLocks/>
          </p:cNvGrpSpPr>
          <p:nvPr/>
        </p:nvGrpSpPr>
        <p:grpSpPr bwMode="auto">
          <a:xfrm>
            <a:off x="2149481" y="4864096"/>
            <a:ext cx="679450" cy="301625"/>
            <a:chOff x="780" y="1553"/>
            <a:chExt cx="428" cy="190"/>
          </a:xfrm>
        </p:grpSpPr>
        <p:sp>
          <p:nvSpPr>
            <p:cNvPr id="228" name="Rectangle 86">
              <a:extLst>
                <a:ext uri="{FF2B5EF4-FFF2-40B4-BE49-F238E27FC236}">
                  <a16:creationId xmlns:a16="http://schemas.microsoft.com/office/drawing/2014/main" id="{5CCFD8AF-21AA-2143-8C8C-4C988C5ED872}"/>
                </a:ext>
              </a:extLst>
            </p:cNvPr>
            <p:cNvSpPr>
              <a:spLocks noChangeArrowheads="1"/>
            </p:cNvSpPr>
            <p:nvPr/>
          </p:nvSpPr>
          <p:spPr bwMode="auto">
            <a:xfrm>
              <a:off x="817" y="1569"/>
              <a:ext cx="312" cy="162"/>
            </a:xfrm>
            <a:prstGeom prst="rect">
              <a:avLst/>
            </a:prstGeom>
            <a:solidFill>
              <a:schemeClr val="bg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229" name="Rectangle 87">
              <a:extLst>
                <a:ext uri="{FF2B5EF4-FFF2-40B4-BE49-F238E27FC236}">
                  <a16:creationId xmlns:a16="http://schemas.microsoft.com/office/drawing/2014/main" id="{0247FE4B-63DA-1F45-A8DA-A5A5C63B6AC3}"/>
                </a:ext>
              </a:extLst>
            </p:cNvPr>
            <p:cNvSpPr>
              <a:spLocks noChangeArrowheads="1"/>
            </p:cNvSpPr>
            <p:nvPr/>
          </p:nvSpPr>
          <p:spPr bwMode="auto">
            <a:xfrm>
              <a:off x="780" y="1553"/>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M</a:t>
              </a:r>
            </a:p>
          </p:txBody>
        </p:sp>
      </p:grpSp>
      <p:sp>
        <p:nvSpPr>
          <p:cNvPr id="233" name="Line 91">
            <a:extLst>
              <a:ext uri="{FF2B5EF4-FFF2-40B4-BE49-F238E27FC236}">
                <a16:creationId xmlns:a16="http://schemas.microsoft.com/office/drawing/2014/main" id="{19384907-F1F7-7342-B03B-0F3880C9074B}"/>
              </a:ext>
            </a:extLst>
          </p:cNvPr>
          <p:cNvSpPr>
            <a:spLocks noChangeShapeType="1"/>
          </p:cNvSpPr>
          <p:nvPr/>
        </p:nvSpPr>
        <p:spPr bwMode="auto">
          <a:xfrm>
            <a:off x="6916745" y="4806946"/>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5" name="Line 93">
            <a:extLst>
              <a:ext uri="{FF2B5EF4-FFF2-40B4-BE49-F238E27FC236}">
                <a16:creationId xmlns:a16="http://schemas.microsoft.com/office/drawing/2014/main" id="{883D6FEA-BFB1-A54A-986E-6B39511738A6}"/>
              </a:ext>
            </a:extLst>
          </p:cNvPr>
          <p:cNvSpPr>
            <a:spLocks noChangeShapeType="1"/>
          </p:cNvSpPr>
          <p:nvPr/>
        </p:nvSpPr>
        <p:spPr bwMode="auto">
          <a:xfrm>
            <a:off x="6924682" y="5127621"/>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8" name="Rectangle 96">
            <a:extLst>
              <a:ext uri="{FF2B5EF4-FFF2-40B4-BE49-F238E27FC236}">
                <a16:creationId xmlns:a16="http://schemas.microsoft.com/office/drawing/2014/main" id="{259A49E6-709B-2347-990D-69F0B212F487}"/>
              </a:ext>
            </a:extLst>
          </p:cNvPr>
          <p:cNvSpPr>
            <a:spLocks noChangeArrowheads="1"/>
          </p:cNvSpPr>
          <p:nvPr/>
        </p:nvSpPr>
        <p:spPr bwMode="auto">
          <a:xfrm>
            <a:off x="7083433" y="2597147"/>
            <a:ext cx="1273175" cy="655638"/>
          </a:xfrm>
          <a:prstGeom prst="rect">
            <a:avLst/>
          </a:prstGeom>
          <a:solidFill>
            <a:schemeClr val="bg1"/>
          </a:solidFill>
          <a:ln w="28575">
            <a:solidFill>
              <a:schemeClr val="tx1"/>
            </a:solidFill>
            <a:miter lim="800000"/>
            <a:headEnd/>
            <a:tailEnd/>
          </a:ln>
          <a:effectLst>
            <a:outerShdw blurRad="50800" dist="38100" dir="18900000" sx="102000" sy="102000" algn="bl" rotWithShape="0">
              <a:prstClr val="black">
                <a:alpha val="40000"/>
              </a:prstClr>
            </a:outerShdw>
          </a:effec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239" name="Line 97">
            <a:extLst>
              <a:ext uri="{FF2B5EF4-FFF2-40B4-BE49-F238E27FC236}">
                <a16:creationId xmlns:a16="http://schemas.microsoft.com/office/drawing/2014/main" id="{D82D4EF1-E7DC-B146-B148-5E79F02BCC8B}"/>
              </a:ext>
            </a:extLst>
          </p:cNvPr>
          <p:cNvSpPr>
            <a:spLocks noChangeShapeType="1"/>
          </p:cNvSpPr>
          <p:nvPr/>
        </p:nvSpPr>
        <p:spPr bwMode="auto">
          <a:xfrm>
            <a:off x="7083433" y="2914647"/>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1" name="Freeform 114">
            <a:extLst>
              <a:ext uri="{FF2B5EF4-FFF2-40B4-BE49-F238E27FC236}">
                <a16:creationId xmlns:a16="http://schemas.microsoft.com/office/drawing/2014/main" id="{BEDEB3A2-EFA9-6F44-A8E6-C8BD127C9FBD}"/>
              </a:ext>
            </a:extLst>
          </p:cNvPr>
          <p:cNvSpPr>
            <a:spLocks/>
          </p:cNvSpPr>
          <p:nvPr/>
        </p:nvSpPr>
        <p:spPr bwMode="auto">
          <a:xfrm>
            <a:off x="3048006" y="787395"/>
            <a:ext cx="5264150" cy="5494338"/>
          </a:xfrm>
          <a:custGeom>
            <a:avLst/>
            <a:gdLst>
              <a:gd name="T0" fmla="*/ 2147483646 w 3316"/>
              <a:gd name="T1" fmla="*/ 0 h 3461"/>
              <a:gd name="T2" fmla="*/ 2147483646 w 3316"/>
              <a:gd name="T3" fmla="*/ 2147483646 h 3461"/>
              <a:gd name="T4" fmla="*/ 2147483646 w 3316"/>
              <a:gd name="T5" fmla="*/ 2147483646 h 3461"/>
              <a:gd name="T6" fmla="*/ 2147483646 w 3316"/>
              <a:gd name="T7" fmla="*/ 2147483646 h 3461"/>
              <a:gd name="T8" fmla="*/ 2147483646 w 3316"/>
              <a:gd name="T9" fmla="*/ 2147483646 h 3461"/>
              <a:gd name="T10" fmla="*/ 2147483646 w 3316"/>
              <a:gd name="T11" fmla="*/ 2147483646 h 3461"/>
              <a:gd name="T12" fmla="*/ 2147483646 w 3316"/>
              <a:gd name="T13" fmla="*/ 2147483646 h 3461"/>
              <a:gd name="T14" fmla="*/ 2147483646 w 3316"/>
              <a:gd name="T15" fmla="*/ 2147483646 h 3461"/>
              <a:gd name="T16" fmla="*/ 2147483646 w 3316"/>
              <a:gd name="T17" fmla="*/ 2147483646 h 3461"/>
              <a:gd name="T18" fmla="*/ 2147483646 w 3316"/>
              <a:gd name="T19" fmla="*/ 2147483646 h 3461"/>
              <a:gd name="T20" fmla="*/ 2147483646 w 3316"/>
              <a:gd name="T21" fmla="*/ 2147483646 h 3461"/>
              <a:gd name="T22" fmla="*/ 0 w 3316"/>
              <a:gd name="T23" fmla="*/ 2147483646 h 3461"/>
              <a:gd name="T24" fmla="*/ 0 w 3316"/>
              <a:gd name="T25" fmla="*/ 2147483646 h 346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316"/>
              <a:gd name="T40" fmla="*/ 0 h 3461"/>
              <a:gd name="T41" fmla="*/ 3316 w 3316"/>
              <a:gd name="T42" fmla="*/ 3461 h 346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316" h="3461">
                <a:moveTo>
                  <a:pt x="872" y="0"/>
                </a:moveTo>
                <a:lnTo>
                  <a:pt x="878" y="1481"/>
                </a:lnTo>
                <a:lnTo>
                  <a:pt x="2612" y="1481"/>
                </a:lnTo>
                <a:lnTo>
                  <a:pt x="2612" y="1179"/>
                </a:lnTo>
                <a:lnTo>
                  <a:pt x="3294" y="1179"/>
                </a:lnTo>
                <a:lnTo>
                  <a:pt x="3316" y="3131"/>
                </a:lnTo>
                <a:lnTo>
                  <a:pt x="3148" y="2986"/>
                </a:lnTo>
                <a:lnTo>
                  <a:pt x="3143" y="2387"/>
                </a:lnTo>
                <a:lnTo>
                  <a:pt x="2505" y="2387"/>
                </a:lnTo>
                <a:lnTo>
                  <a:pt x="2505" y="3070"/>
                </a:lnTo>
                <a:lnTo>
                  <a:pt x="1057" y="3461"/>
                </a:lnTo>
                <a:lnTo>
                  <a:pt x="0" y="3461"/>
                </a:lnTo>
                <a:lnTo>
                  <a:pt x="0" y="2505"/>
                </a:lnTo>
              </a:path>
            </a:pathLst>
          </a:custGeom>
          <a:noFill/>
          <a:ln w="28575">
            <a:solidFill>
              <a:srgbClr val="CC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242" name="Group 115">
            <a:extLst>
              <a:ext uri="{FF2B5EF4-FFF2-40B4-BE49-F238E27FC236}">
                <a16:creationId xmlns:a16="http://schemas.microsoft.com/office/drawing/2014/main" id="{85B6340C-1412-DD49-A487-35E5DC0144AC}"/>
              </a:ext>
            </a:extLst>
          </p:cNvPr>
          <p:cNvGrpSpPr>
            <a:grpSpLocks/>
          </p:cNvGrpSpPr>
          <p:nvPr/>
        </p:nvGrpSpPr>
        <p:grpSpPr bwMode="auto">
          <a:xfrm>
            <a:off x="5457831" y="4800596"/>
            <a:ext cx="1479550" cy="303213"/>
            <a:chOff x="332" y="2224"/>
            <a:chExt cx="932" cy="191"/>
          </a:xfrm>
        </p:grpSpPr>
        <p:sp>
          <p:nvSpPr>
            <p:cNvPr id="243" name="Rectangle 116">
              <a:extLst>
                <a:ext uri="{FF2B5EF4-FFF2-40B4-BE49-F238E27FC236}">
                  <a16:creationId xmlns:a16="http://schemas.microsoft.com/office/drawing/2014/main" id="{504C038E-092B-1D4B-AD07-733B523A2C29}"/>
                </a:ext>
              </a:extLst>
            </p:cNvPr>
            <p:cNvSpPr>
              <a:spLocks noChangeArrowheads="1"/>
            </p:cNvSpPr>
            <p:nvPr/>
          </p:nvSpPr>
          <p:spPr bwMode="auto">
            <a:xfrm>
              <a:off x="345" y="2241"/>
              <a:ext cx="840" cy="162"/>
            </a:xfrm>
            <a:prstGeom prst="rect">
              <a:avLst/>
            </a:prstGeom>
            <a:solidFill>
              <a:schemeClr val="bg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244" name="Rectangle 117">
              <a:extLst>
                <a:ext uri="{FF2B5EF4-FFF2-40B4-BE49-F238E27FC236}">
                  <a16:creationId xmlns:a16="http://schemas.microsoft.com/office/drawing/2014/main" id="{99CDC4A5-2671-2F4C-AF10-D4F0B21A07E4}"/>
                </a:ext>
              </a:extLst>
            </p:cNvPr>
            <p:cNvSpPr>
              <a:spLocks noChangeArrowheads="1"/>
            </p:cNvSpPr>
            <p:nvPr/>
          </p:nvSpPr>
          <p:spPr bwMode="auto">
            <a:xfrm>
              <a:off x="706" y="2224"/>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800" b="0" i="0" u="none" strike="noStrike" kern="1200" cap="none" spc="0" normalizeH="0" baseline="-2500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t</a:t>
              </a:r>
            </a:p>
          </p:txBody>
        </p:sp>
        <p:sp>
          <p:nvSpPr>
            <p:cNvPr id="245" name="Rectangle 118">
              <a:extLst>
                <a:ext uri="{FF2B5EF4-FFF2-40B4-BE49-F238E27FC236}">
                  <a16:creationId xmlns:a16="http://schemas.microsoft.com/office/drawing/2014/main" id="{41C01446-A97C-0942-9110-AECA50BADDDB}"/>
                </a:ext>
              </a:extLst>
            </p:cNvPr>
            <p:cNvSpPr>
              <a:spLocks noChangeArrowheads="1"/>
            </p:cNvSpPr>
            <p:nvPr/>
          </p:nvSpPr>
          <p:spPr bwMode="auto">
            <a:xfrm>
              <a:off x="520" y="2224"/>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800" b="0" i="0" u="none" strike="noStrike" kern="1200" cap="none" spc="0" normalizeH="0" baseline="-2500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n</a:t>
              </a:r>
            </a:p>
          </p:txBody>
        </p:sp>
        <p:sp>
          <p:nvSpPr>
            <p:cNvPr id="246" name="Rectangle 119">
              <a:extLst>
                <a:ext uri="{FF2B5EF4-FFF2-40B4-BE49-F238E27FC236}">
                  <a16:creationId xmlns:a16="http://schemas.microsoft.com/office/drawing/2014/main" id="{AA06A8EE-28E9-AF46-9EEA-FBEDDAF18726}"/>
                </a:ext>
              </a:extLst>
            </p:cNvPr>
            <p:cNvSpPr>
              <a:spLocks noChangeArrowheads="1"/>
            </p:cNvSpPr>
            <p:nvPr/>
          </p:nvSpPr>
          <p:spPr bwMode="auto">
            <a:xfrm>
              <a:off x="332" y="2224"/>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800" b="0" i="0" u="none" strike="noStrike" kern="1200" cap="none" spc="0" normalizeH="0" baseline="-2500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l</a:t>
              </a:r>
            </a:p>
          </p:txBody>
        </p:sp>
        <p:sp>
          <p:nvSpPr>
            <p:cNvPr id="247" name="Rectangle 120">
              <a:extLst>
                <a:ext uri="{FF2B5EF4-FFF2-40B4-BE49-F238E27FC236}">
                  <a16:creationId xmlns:a16="http://schemas.microsoft.com/office/drawing/2014/main" id="{EF7ADA06-A6C3-EC42-9026-08C964BC6509}"/>
                </a:ext>
              </a:extLst>
            </p:cNvPr>
            <p:cNvSpPr>
              <a:spLocks noChangeArrowheads="1"/>
            </p:cNvSpPr>
            <p:nvPr/>
          </p:nvSpPr>
          <p:spPr bwMode="auto">
            <a:xfrm>
              <a:off x="836" y="2225"/>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M</a:t>
              </a:r>
            </a:p>
          </p:txBody>
        </p:sp>
        <p:sp>
          <p:nvSpPr>
            <p:cNvPr id="248" name="Line 121">
              <a:extLst>
                <a:ext uri="{FF2B5EF4-FFF2-40B4-BE49-F238E27FC236}">
                  <a16:creationId xmlns:a16="http://schemas.microsoft.com/office/drawing/2014/main" id="{F47A00CE-0D92-CA4D-9460-92CBEF8DE836}"/>
                </a:ext>
              </a:extLst>
            </p:cNvPr>
            <p:cNvSpPr>
              <a:spLocks noChangeShapeType="1"/>
            </p:cNvSpPr>
            <p:nvPr/>
          </p:nvSpPr>
          <p:spPr bwMode="auto">
            <a:xfrm>
              <a:off x="510" y="2241"/>
              <a:ext cx="0" cy="1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9" name="Line 122">
              <a:extLst>
                <a:ext uri="{FF2B5EF4-FFF2-40B4-BE49-F238E27FC236}">
                  <a16:creationId xmlns:a16="http://schemas.microsoft.com/office/drawing/2014/main" id="{457AAAB2-E313-B54A-B86A-CBEACA43A89D}"/>
                </a:ext>
              </a:extLst>
            </p:cNvPr>
            <p:cNvSpPr>
              <a:spLocks noChangeShapeType="1"/>
            </p:cNvSpPr>
            <p:nvPr/>
          </p:nvSpPr>
          <p:spPr bwMode="auto">
            <a:xfrm>
              <a:off x="690" y="2247"/>
              <a:ext cx="0" cy="1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0" name="Line 123">
              <a:extLst>
                <a:ext uri="{FF2B5EF4-FFF2-40B4-BE49-F238E27FC236}">
                  <a16:creationId xmlns:a16="http://schemas.microsoft.com/office/drawing/2014/main" id="{777075DA-53C1-4349-BD44-36049E94C4EB}"/>
                </a:ext>
              </a:extLst>
            </p:cNvPr>
            <p:cNvSpPr>
              <a:spLocks noChangeShapeType="1"/>
            </p:cNvSpPr>
            <p:nvPr/>
          </p:nvSpPr>
          <p:spPr bwMode="auto">
            <a:xfrm>
              <a:off x="882" y="2244"/>
              <a:ext cx="0" cy="1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51" name="Group 124">
            <a:extLst>
              <a:ext uri="{FF2B5EF4-FFF2-40B4-BE49-F238E27FC236}">
                <a16:creationId xmlns:a16="http://schemas.microsoft.com/office/drawing/2014/main" id="{F09DD616-F735-7046-9C1C-D2103F4D1E5C}"/>
              </a:ext>
            </a:extLst>
          </p:cNvPr>
          <p:cNvGrpSpPr>
            <a:grpSpLocks/>
          </p:cNvGrpSpPr>
          <p:nvPr/>
        </p:nvGrpSpPr>
        <p:grpSpPr bwMode="auto">
          <a:xfrm>
            <a:off x="5716595" y="4494208"/>
            <a:ext cx="1208087" cy="303212"/>
            <a:chOff x="501" y="1990"/>
            <a:chExt cx="761" cy="191"/>
          </a:xfrm>
        </p:grpSpPr>
        <p:sp>
          <p:nvSpPr>
            <p:cNvPr id="252" name="Rectangle 125">
              <a:extLst>
                <a:ext uri="{FF2B5EF4-FFF2-40B4-BE49-F238E27FC236}">
                  <a16:creationId xmlns:a16="http://schemas.microsoft.com/office/drawing/2014/main" id="{DB941F93-1335-5645-94DE-59F001928AC8}"/>
                </a:ext>
              </a:extLst>
            </p:cNvPr>
            <p:cNvSpPr>
              <a:spLocks noChangeArrowheads="1"/>
            </p:cNvSpPr>
            <p:nvPr/>
          </p:nvSpPr>
          <p:spPr bwMode="auto">
            <a:xfrm>
              <a:off x="501" y="2007"/>
              <a:ext cx="682" cy="162"/>
            </a:xfrm>
            <a:prstGeom prst="rect">
              <a:avLst/>
            </a:prstGeom>
            <a:solidFill>
              <a:schemeClr val="bg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253" name="Rectangle 126">
              <a:extLst>
                <a:ext uri="{FF2B5EF4-FFF2-40B4-BE49-F238E27FC236}">
                  <a16:creationId xmlns:a16="http://schemas.microsoft.com/office/drawing/2014/main" id="{9EA1B2EB-B358-3D4C-841E-567FECFADB18}"/>
                </a:ext>
              </a:extLst>
            </p:cNvPr>
            <p:cNvSpPr>
              <a:spLocks noChangeArrowheads="1"/>
            </p:cNvSpPr>
            <p:nvPr/>
          </p:nvSpPr>
          <p:spPr bwMode="auto">
            <a:xfrm>
              <a:off x="704" y="1990"/>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800" b="0" i="0" u="none" strike="noStrike" kern="1200" cap="none" spc="0" normalizeH="0" baseline="-2500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t</a:t>
              </a:r>
            </a:p>
          </p:txBody>
        </p:sp>
        <p:sp>
          <p:nvSpPr>
            <p:cNvPr id="254" name="Rectangle 127">
              <a:extLst>
                <a:ext uri="{FF2B5EF4-FFF2-40B4-BE49-F238E27FC236}">
                  <a16:creationId xmlns:a16="http://schemas.microsoft.com/office/drawing/2014/main" id="{13F00E9F-B735-5849-861F-39C839FD83F4}"/>
                </a:ext>
              </a:extLst>
            </p:cNvPr>
            <p:cNvSpPr>
              <a:spLocks noChangeArrowheads="1"/>
            </p:cNvSpPr>
            <p:nvPr/>
          </p:nvSpPr>
          <p:spPr bwMode="auto">
            <a:xfrm>
              <a:off x="518" y="1990"/>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800" b="0" i="0" u="none" strike="noStrike" kern="1200" cap="none" spc="0" normalizeH="0" baseline="-2500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n</a:t>
              </a:r>
            </a:p>
          </p:txBody>
        </p:sp>
        <p:sp>
          <p:nvSpPr>
            <p:cNvPr id="255" name="Rectangle 128">
              <a:extLst>
                <a:ext uri="{FF2B5EF4-FFF2-40B4-BE49-F238E27FC236}">
                  <a16:creationId xmlns:a16="http://schemas.microsoft.com/office/drawing/2014/main" id="{0CE33A55-3FFF-D247-A00E-5085ABE3BDA7}"/>
                </a:ext>
              </a:extLst>
            </p:cNvPr>
            <p:cNvSpPr>
              <a:spLocks noChangeArrowheads="1"/>
            </p:cNvSpPr>
            <p:nvPr/>
          </p:nvSpPr>
          <p:spPr bwMode="auto">
            <a:xfrm>
              <a:off x="834" y="1991"/>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M</a:t>
              </a:r>
            </a:p>
          </p:txBody>
        </p:sp>
        <p:sp>
          <p:nvSpPr>
            <p:cNvPr id="256" name="Line 129">
              <a:extLst>
                <a:ext uri="{FF2B5EF4-FFF2-40B4-BE49-F238E27FC236}">
                  <a16:creationId xmlns:a16="http://schemas.microsoft.com/office/drawing/2014/main" id="{5257F2F7-73B9-0943-A775-4320CC67F911}"/>
                </a:ext>
              </a:extLst>
            </p:cNvPr>
            <p:cNvSpPr>
              <a:spLocks noChangeShapeType="1"/>
            </p:cNvSpPr>
            <p:nvPr/>
          </p:nvSpPr>
          <p:spPr bwMode="auto">
            <a:xfrm>
              <a:off x="688" y="2013"/>
              <a:ext cx="0" cy="1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7" name="Line 130">
              <a:extLst>
                <a:ext uri="{FF2B5EF4-FFF2-40B4-BE49-F238E27FC236}">
                  <a16:creationId xmlns:a16="http://schemas.microsoft.com/office/drawing/2014/main" id="{F79FB15F-B9B5-1C48-A8C6-B6B142E79B47}"/>
                </a:ext>
              </a:extLst>
            </p:cNvPr>
            <p:cNvSpPr>
              <a:spLocks noChangeShapeType="1"/>
            </p:cNvSpPr>
            <p:nvPr/>
          </p:nvSpPr>
          <p:spPr bwMode="auto">
            <a:xfrm>
              <a:off x="880" y="2010"/>
              <a:ext cx="0" cy="1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58" name="Group 140">
            <a:extLst>
              <a:ext uri="{FF2B5EF4-FFF2-40B4-BE49-F238E27FC236}">
                <a16:creationId xmlns:a16="http://schemas.microsoft.com/office/drawing/2014/main" id="{DC4925E6-41A9-8643-8E76-63BD0FB2392D}"/>
              </a:ext>
            </a:extLst>
          </p:cNvPr>
          <p:cNvGrpSpPr>
            <a:grpSpLocks/>
          </p:cNvGrpSpPr>
          <p:nvPr/>
        </p:nvGrpSpPr>
        <p:grpSpPr bwMode="auto">
          <a:xfrm>
            <a:off x="8488370" y="4860921"/>
            <a:ext cx="1208087" cy="303213"/>
            <a:chOff x="501" y="1990"/>
            <a:chExt cx="761" cy="191"/>
          </a:xfrm>
        </p:grpSpPr>
        <p:sp>
          <p:nvSpPr>
            <p:cNvPr id="259" name="Rectangle 141">
              <a:extLst>
                <a:ext uri="{FF2B5EF4-FFF2-40B4-BE49-F238E27FC236}">
                  <a16:creationId xmlns:a16="http://schemas.microsoft.com/office/drawing/2014/main" id="{24DA0C2F-17DB-7643-B65D-18F2B436D4C0}"/>
                </a:ext>
              </a:extLst>
            </p:cNvPr>
            <p:cNvSpPr>
              <a:spLocks noChangeArrowheads="1"/>
            </p:cNvSpPr>
            <p:nvPr/>
          </p:nvSpPr>
          <p:spPr bwMode="auto">
            <a:xfrm>
              <a:off x="501" y="2007"/>
              <a:ext cx="682" cy="162"/>
            </a:xfrm>
            <a:prstGeom prst="rect">
              <a:avLst/>
            </a:prstGeom>
            <a:solidFill>
              <a:schemeClr val="bg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260" name="Rectangle 142">
              <a:extLst>
                <a:ext uri="{FF2B5EF4-FFF2-40B4-BE49-F238E27FC236}">
                  <a16:creationId xmlns:a16="http://schemas.microsoft.com/office/drawing/2014/main" id="{296D85F8-DA00-E347-906C-91E4F93935A1}"/>
                </a:ext>
              </a:extLst>
            </p:cNvPr>
            <p:cNvSpPr>
              <a:spLocks noChangeArrowheads="1"/>
            </p:cNvSpPr>
            <p:nvPr/>
          </p:nvSpPr>
          <p:spPr bwMode="auto">
            <a:xfrm>
              <a:off x="704" y="1990"/>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800" b="0" i="0" u="none" strike="noStrike" kern="1200" cap="none" spc="0" normalizeH="0" baseline="-2500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t</a:t>
              </a:r>
            </a:p>
          </p:txBody>
        </p:sp>
        <p:sp>
          <p:nvSpPr>
            <p:cNvPr id="261" name="Rectangle 143">
              <a:extLst>
                <a:ext uri="{FF2B5EF4-FFF2-40B4-BE49-F238E27FC236}">
                  <a16:creationId xmlns:a16="http://schemas.microsoft.com/office/drawing/2014/main" id="{7E7E3D6E-A342-6648-9506-7A080F8B77FF}"/>
                </a:ext>
              </a:extLst>
            </p:cNvPr>
            <p:cNvSpPr>
              <a:spLocks noChangeArrowheads="1"/>
            </p:cNvSpPr>
            <p:nvPr/>
          </p:nvSpPr>
          <p:spPr bwMode="auto">
            <a:xfrm>
              <a:off x="518" y="1990"/>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800" b="0" i="0" u="none" strike="noStrike" kern="1200" cap="none" spc="0" normalizeH="0" baseline="-2500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n</a:t>
              </a:r>
            </a:p>
          </p:txBody>
        </p:sp>
        <p:sp>
          <p:nvSpPr>
            <p:cNvPr id="262" name="Rectangle 144">
              <a:extLst>
                <a:ext uri="{FF2B5EF4-FFF2-40B4-BE49-F238E27FC236}">
                  <a16:creationId xmlns:a16="http://schemas.microsoft.com/office/drawing/2014/main" id="{E27AB14D-C29B-DF45-8BD1-D050C50BEA27}"/>
                </a:ext>
              </a:extLst>
            </p:cNvPr>
            <p:cNvSpPr>
              <a:spLocks noChangeArrowheads="1"/>
            </p:cNvSpPr>
            <p:nvPr/>
          </p:nvSpPr>
          <p:spPr bwMode="auto">
            <a:xfrm>
              <a:off x="834" y="1991"/>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M</a:t>
              </a:r>
            </a:p>
          </p:txBody>
        </p:sp>
        <p:sp>
          <p:nvSpPr>
            <p:cNvPr id="263" name="Line 145">
              <a:extLst>
                <a:ext uri="{FF2B5EF4-FFF2-40B4-BE49-F238E27FC236}">
                  <a16:creationId xmlns:a16="http://schemas.microsoft.com/office/drawing/2014/main" id="{331963CB-8B11-1C4E-8253-0FDB3A375A54}"/>
                </a:ext>
              </a:extLst>
            </p:cNvPr>
            <p:cNvSpPr>
              <a:spLocks noChangeShapeType="1"/>
            </p:cNvSpPr>
            <p:nvPr/>
          </p:nvSpPr>
          <p:spPr bwMode="auto">
            <a:xfrm>
              <a:off x="688" y="2013"/>
              <a:ext cx="0" cy="1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4" name="Line 146">
              <a:extLst>
                <a:ext uri="{FF2B5EF4-FFF2-40B4-BE49-F238E27FC236}">
                  <a16:creationId xmlns:a16="http://schemas.microsoft.com/office/drawing/2014/main" id="{432304F0-73BB-2748-8E18-7151D5E33699}"/>
                </a:ext>
              </a:extLst>
            </p:cNvPr>
            <p:cNvSpPr>
              <a:spLocks noChangeShapeType="1"/>
            </p:cNvSpPr>
            <p:nvPr/>
          </p:nvSpPr>
          <p:spPr bwMode="auto">
            <a:xfrm>
              <a:off x="880" y="2010"/>
              <a:ext cx="0" cy="1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65" name="Group 156">
            <a:extLst>
              <a:ext uri="{FF2B5EF4-FFF2-40B4-BE49-F238E27FC236}">
                <a16:creationId xmlns:a16="http://schemas.microsoft.com/office/drawing/2014/main" id="{2999D032-84BD-264A-ADD9-A5141E317962}"/>
              </a:ext>
            </a:extLst>
          </p:cNvPr>
          <p:cNvGrpSpPr>
            <a:grpSpLocks/>
          </p:cNvGrpSpPr>
          <p:nvPr/>
        </p:nvGrpSpPr>
        <p:grpSpPr bwMode="auto">
          <a:xfrm>
            <a:off x="2157419" y="1919283"/>
            <a:ext cx="1479550" cy="303212"/>
            <a:chOff x="332" y="2224"/>
            <a:chExt cx="932" cy="191"/>
          </a:xfrm>
        </p:grpSpPr>
        <p:sp>
          <p:nvSpPr>
            <p:cNvPr id="266" name="Rectangle 157">
              <a:extLst>
                <a:ext uri="{FF2B5EF4-FFF2-40B4-BE49-F238E27FC236}">
                  <a16:creationId xmlns:a16="http://schemas.microsoft.com/office/drawing/2014/main" id="{0E7166F5-9BCE-6142-A6E7-CDF949808543}"/>
                </a:ext>
              </a:extLst>
            </p:cNvPr>
            <p:cNvSpPr>
              <a:spLocks noChangeArrowheads="1"/>
            </p:cNvSpPr>
            <p:nvPr/>
          </p:nvSpPr>
          <p:spPr bwMode="auto">
            <a:xfrm>
              <a:off x="345" y="2241"/>
              <a:ext cx="840" cy="162"/>
            </a:xfrm>
            <a:prstGeom prst="rect">
              <a:avLst/>
            </a:prstGeom>
            <a:solidFill>
              <a:schemeClr val="bg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267" name="Rectangle 158">
              <a:extLst>
                <a:ext uri="{FF2B5EF4-FFF2-40B4-BE49-F238E27FC236}">
                  <a16:creationId xmlns:a16="http://schemas.microsoft.com/office/drawing/2014/main" id="{754F1661-A032-B447-9C02-84330F1B16C3}"/>
                </a:ext>
              </a:extLst>
            </p:cNvPr>
            <p:cNvSpPr>
              <a:spLocks noChangeArrowheads="1"/>
            </p:cNvSpPr>
            <p:nvPr/>
          </p:nvSpPr>
          <p:spPr bwMode="auto">
            <a:xfrm>
              <a:off x="706" y="2224"/>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800" b="0" i="0" u="none" strike="noStrike" kern="1200" cap="none" spc="0" normalizeH="0" baseline="-2500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t</a:t>
              </a:r>
            </a:p>
          </p:txBody>
        </p:sp>
        <p:sp>
          <p:nvSpPr>
            <p:cNvPr id="268" name="Rectangle 159">
              <a:extLst>
                <a:ext uri="{FF2B5EF4-FFF2-40B4-BE49-F238E27FC236}">
                  <a16:creationId xmlns:a16="http://schemas.microsoft.com/office/drawing/2014/main" id="{1C7AD2C3-C553-2A4B-9171-A8E09BA847E8}"/>
                </a:ext>
              </a:extLst>
            </p:cNvPr>
            <p:cNvSpPr>
              <a:spLocks noChangeArrowheads="1"/>
            </p:cNvSpPr>
            <p:nvPr/>
          </p:nvSpPr>
          <p:spPr bwMode="auto">
            <a:xfrm>
              <a:off x="520" y="2224"/>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800" b="0" i="0" u="none" strike="noStrike" kern="1200" cap="none" spc="0" normalizeH="0" baseline="-2500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n</a:t>
              </a:r>
            </a:p>
          </p:txBody>
        </p:sp>
        <p:sp>
          <p:nvSpPr>
            <p:cNvPr id="269" name="Rectangle 160">
              <a:extLst>
                <a:ext uri="{FF2B5EF4-FFF2-40B4-BE49-F238E27FC236}">
                  <a16:creationId xmlns:a16="http://schemas.microsoft.com/office/drawing/2014/main" id="{CE64079E-3B67-F34D-801D-A92A1F3B07C8}"/>
                </a:ext>
              </a:extLst>
            </p:cNvPr>
            <p:cNvSpPr>
              <a:spLocks noChangeArrowheads="1"/>
            </p:cNvSpPr>
            <p:nvPr/>
          </p:nvSpPr>
          <p:spPr bwMode="auto">
            <a:xfrm>
              <a:off x="332" y="2224"/>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800" b="0" i="0" u="none" strike="noStrike" kern="1200" cap="none" spc="0" normalizeH="0" baseline="-2500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l</a:t>
              </a:r>
            </a:p>
          </p:txBody>
        </p:sp>
        <p:sp>
          <p:nvSpPr>
            <p:cNvPr id="270" name="Rectangle 161">
              <a:extLst>
                <a:ext uri="{FF2B5EF4-FFF2-40B4-BE49-F238E27FC236}">
                  <a16:creationId xmlns:a16="http://schemas.microsoft.com/office/drawing/2014/main" id="{1E8F4774-501D-1F43-80F6-8E0FBDD2EA01}"/>
                </a:ext>
              </a:extLst>
            </p:cNvPr>
            <p:cNvSpPr>
              <a:spLocks noChangeArrowheads="1"/>
            </p:cNvSpPr>
            <p:nvPr/>
          </p:nvSpPr>
          <p:spPr bwMode="auto">
            <a:xfrm>
              <a:off x="836" y="2225"/>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M</a:t>
              </a:r>
            </a:p>
          </p:txBody>
        </p:sp>
        <p:sp>
          <p:nvSpPr>
            <p:cNvPr id="271" name="Line 162">
              <a:extLst>
                <a:ext uri="{FF2B5EF4-FFF2-40B4-BE49-F238E27FC236}">
                  <a16:creationId xmlns:a16="http://schemas.microsoft.com/office/drawing/2014/main" id="{AC823B9C-431D-F442-BF16-B2BB2576305B}"/>
                </a:ext>
              </a:extLst>
            </p:cNvPr>
            <p:cNvSpPr>
              <a:spLocks noChangeShapeType="1"/>
            </p:cNvSpPr>
            <p:nvPr/>
          </p:nvSpPr>
          <p:spPr bwMode="auto">
            <a:xfrm>
              <a:off x="510" y="2241"/>
              <a:ext cx="0" cy="1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2" name="Line 163">
              <a:extLst>
                <a:ext uri="{FF2B5EF4-FFF2-40B4-BE49-F238E27FC236}">
                  <a16:creationId xmlns:a16="http://schemas.microsoft.com/office/drawing/2014/main" id="{027C6256-CE60-DF44-B53C-314BE2376CBC}"/>
                </a:ext>
              </a:extLst>
            </p:cNvPr>
            <p:cNvSpPr>
              <a:spLocks noChangeShapeType="1"/>
            </p:cNvSpPr>
            <p:nvPr/>
          </p:nvSpPr>
          <p:spPr bwMode="auto">
            <a:xfrm>
              <a:off x="690" y="2247"/>
              <a:ext cx="0" cy="1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3" name="Line 164">
              <a:extLst>
                <a:ext uri="{FF2B5EF4-FFF2-40B4-BE49-F238E27FC236}">
                  <a16:creationId xmlns:a16="http://schemas.microsoft.com/office/drawing/2014/main" id="{EB0B6073-A87E-8C45-871D-8531AA06559B}"/>
                </a:ext>
              </a:extLst>
            </p:cNvPr>
            <p:cNvSpPr>
              <a:spLocks noChangeShapeType="1"/>
            </p:cNvSpPr>
            <p:nvPr/>
          </p:nvSpPr>
          <p:spPr bwMode="auto">
            <a:xfrm>
              <a:off x="882" y="2244"/>
              <a:ext cx="0" cy="1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74" name="Text Box 166">
            <a:extLst>
              <a:ext uri="{FF2B5EF4-FFF2-40B4-BE49-F238E27FC236}">
                <a16:creationId xmlns:a16="http://schemas.microsoft.com/office/drawing/2014/main" id="{B74B5829-1A8F-AE47-9517-C70C28E5B2D0}"/>
              </a:ext>
            </a:extLst>
          </p:cNvPr>
          <p:cNvSpPr txBox="1">
            <a:spLocks noChangeArrowheads="1"/>
          </p:cNvSpPr>
          <p:nvPr/>
        </p:nvSpPr>
        <p:spPr bwMode="auto">
          <a:xfrm>
            <a:off x="9140831" y="5665783"/>
            <a:ext cx="84144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a:ln>
                  <a:noFill/>
                </a:ln>
                <a:solidFill>
                  <a:prstClr val="black"/>
                </a:solidFill>
                <a:effectLst/>
                <a:uLnTx/>
                <a:uFillTx/>
                <a:latin typeface="Calibri" panose="020F0502020204030204"/>
                <a:ea typeface="MS PGothic" panose="020B0600070205080204" pitchFamily="34" charset="-128"/>
                <a:cs typeface="Arial" panose="020B0604020202020204" pitchFamily="34" charset="0"/>
              </a:rPr>
              <a:t>router</a:t>
            </a:r>
            <a:endParaRPr kumimoji="0" lang="en-US" altLang="en-US" sz="1800" b="0" i="0" u="none" strike="noStrike" kern="1200" cap="none" spc="0" normalizeH="0" baseline="0" noProof="0">
              <a:ln>
                <a:noFill/>
              </a:ln>
              <a:solidFill>
                <a:prstClr val="black"/>
              </a:solidFill>
              <a:effectLst/>
              <a:uLnTx/>
              <a:uFillTx/>
              <a:latin typeface="Calibri" panose="020F0502020204030204"/>
              <a:ea typeface="MS PGothic" panose="020B0600070205080204" pitchFamily="34" charset="-128"/>
              <a:cs typeface="Arial" panose="020B0604020202020204" pitchFamily="34" charset="0"/>
            </a:endParaRPr>
          </a:p>
        </p:txBody>
      </p:sp>
      <p:sp>
        <p:nvSpPr>
          <p:cNvPr id="275" name="Text Box 167">
            <a:extLst>
              <a:ext uri="{FF2B5EF4-FFF2-40B4-BE49-F238E27FC236}">
                <a16:creationId xmlns:a16="http://schemas.microsoft.com/office/drawing/2014/main" id="{28AC982F-9E27-1847-9770-EC46EAFE4DFF}"/>
              </a:ext>
            </a:extLst>
          </p:cNvPr>
          <p:cNvSpPr txBox="1">
            <a:spLocks noChangeArrowheads="1"/>
          </p:cNvSpPr>
          <p:nvPr/>
        </p:nvSpPr>
        <p:spPr bwMode="auto">
          <a:xfrm>
            <a:off x="9155119" y="3386662"/>
            <a:ext cx="86927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a:ln>
                  <a:noFill/>
                </a:ln>
                <a:solidFill>
                  <a:prstClr val="black"/>
                </a:solidFill>
                <a:effectLst/>
                <a:uLnTx/>
                <a:uFillTx/>
                <a:latin typeface="Calibri" panose="020F0502020204030204"/>
                <a:ea typeface="MS PGothic" panose="020B0600070205080204" pitchFamily="34" charset="-128"/>
                <a:cs typeface="Arial" panose="020B0604020202020204" pitchFamily="34" charset="0"/>
              </a:rPr>
              <a:t>switch</a:t>
            </a:r>
            <a:endParaRPr kumimoji="0" lang="en-US" altLang="en-US" sz="1800" b="0" i="0" u="none" strike="noStrike" kern="1200" cap="none" spc="0" normalizeH="0" baseline="0" noProof="0">
              <a:ln>
                <a:noFill/>
              </a:ln>
              <a:solidFill>
                <a:prstClr val="black"/>
              </a:solidFill>
              <a:effectLst/>
              <a:uLnTx/>
              <a:uFillTx/>
              <a:latin typeface="Calibri" panose="020F0502020204030204"/>
              <a:ea typeface="MS PGothic" panose="020B0600070205080204" pitchFamily="34" charset="-128"/>
              <a:cs typeface="Arial" panose="020B0604020202020204" pitchFamily="34" charset="0"/>
            </a:endParaRPr>
          </a:p>
        </p:txBody>
      </p:sp>
      <p:sp>
        <p:nvSpPr>
          <p:cNvPr id="276" name="Text Box 174">
            <a:extLst>
              <a:ext uri="{FF2B5EF4-FFF2-40B4-BE49-F238E27FC236}">
                <a16:creationId xmlns:a16="http://schemas.microsoft.com/office/drawing/2014/main" id="{2A962AD2-9396-3D42-9E36-5C73F53C9104}"/>
              </a:ext>
            </a:extLst>
          </p:cNvPr>
          <p:cNvSpPr txBox="1">
            <a:spLocks noChangeArrowheads="1"/>
          </p:cNvSpPr>
          <p:nvPr/>
        </p:nvSpPr>
        <p:spPr bwMode="auto">
          <a:xfrm>
            <a:off x="1922469" y="946145"/>
            <a:ext cx="10080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a:ln>
                  <a:noFill/>
                </a:ln>
                <a:solidFill>
                  <a:srgbClr val="CC0000"/>
                </a:solidFill>
                <a:effectLst/>
                <a:uLnTx/>
                <a:uFillTx/>
                <a:latin typeface="Arial" panose="020B0604020202020204" pitchFamily="34" charset="0"/>
                <a:ea typeface="MS PGothic" panose="020B0600070205080204" pitchFamily="34" charset="-128"/>
                <a:cs typeface="Arial" panose="020B0604020202020204" pitchFamily="34" charset="0"/>
              </a:rPr>
              <a:t>message</a:t>
            </a:r>
          </a:p>
        </p:txBody>
      </p:sp>
      <p:grpSp>
        <p:nvGrpSpPr>
          <p:cNvPr id="277" name="Group 175">
            <a:extLst>
              <a:ext uri="{FF2B5EF4-FFF2-40B4-BE49-F238E27FC236}">
                <a16:creationId xmlns:a16="http://schemas.microsoft.com/office/drawing/2014/main" id="{06D27889-C61F-0242-A608-3A140922A686}"/>
              </a:ext>
            </a:extLst>
          </p:cNvPr>
          <p:cNvGrpSpPr>
            <a:grpSpLocks/>
          </p:cNvGrpSpPr>
          <p:nvPr/>
        </p:nvGrpSpPr>
        <p:grpSpPr bwMode="auto">
          <a:xfrm>
            <a:off x="2982919" y="973134"/>
            <a:ext cx="679450" cy="301625"/>
            <a:chOff x="780" y="1553"/>
            <a:chExt cx="428" cy="190"/>
          </a:xfrm>
        </p:grpSpPr>
        <p:sp>
          <p:nvSpPr>
            <p:cNvPr id="278" name="Rectangle 176">
              <a:extLst>
                <a:ext uri="{FF2B5EF4-FFF2-40B4-BE49-F238E27FC236}">
                  <a16:creationId xmlns:a16="http://schemas.microsoft.com/office/drawing/2014/main" id="{8E4EC409-9300-A24E-856E-0C57A0500EC7}"/>
                </a:ext>
              </a:extLst>
            </p:cNvPr>
            <p:cNvSpPr>
              <a:spLocks noChangeArrowheads="1"/>
            </p:cNvSpPr>
            <p:nvPr/>
          </p:nvSpPr>
          <p:spPr bwMode="auto">
            <a:xfrm>
              <a:off x="817" y="1569"/>
              <a:ext cx="312" cy="162"/>
            </a:xfrm>
            <a:prstGeom prst="rect">
              <a:avLst/>
            </a:prstGeom>
            <a:solidFill>
              <a:schemeClr val="bg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279" name="Rectangle 177">
              <a:extLst>
                <a:ext uri="{FF2B5EF4-FFF2-40B4-BE49-F238E27FC236}">
                  <a16:creationId xmlns:a16="http://schemas.microsoft.com/office/drawing/2014/main" id="{C7120CFE-84DC-AE4A-96EA-467B21A3F954}"/>
                </a:ext>
              </a:extLst>
            </p:cNvPr>
            <p:cNvSpPr>
              <a:spLocks noChangeArrowheads="1"/>
            </p:cNvSpPr>
            <p:nvPr/>
          </p:nvSpPr>
          <p:spPr bwMode="auto">
            <a:xfrm>
              <a:off x="780" y="1553"/>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M</a:t>
              </a:r>
            </a:p>
          </p:txBody>
        </p:sp>
      </p:grpSp>
      <p:grpSp>
        <p:nvGrpSpPr>
          <p:cNvPr id="280" name="Group 185">
            <a:extLst>
              <a:ext uri="{FF2B5EF4-FFF2-40B4-BE49-F238E27FC236}">
                <a16:creationId xmlns:a16="http://schemas.microsoft.com/office/drawing/2014/main" id="{48F838C9-2064-8846-AE99-7D64C6F0E88A}"/>
              </a:ext>
            </a:extLst>
          </p:cNvPr>
          <p:cNvGrpSpPr>
            <a:grpSpLocks/>
          </p:cNvGrpSpPr>
          <p:nvPr/>
        </p:nvGrpSpPr>
        <p:grpSpPr bwMode="auto">
          <a:xfrm>
            <a:off x="2746384" y="1290634"/>
            <a:ext cx="908050" cy="301625"/>
            <a:chOff x="1848" y="2046"/>
            <a:chExt cx="572" cy="190"/>
          </a:xfrm>
        </p:grpSpPr>
        <p:grpSp>
          <p:nvGrpSpPr>
            <p:cNvPr id="281" name="Group 179">
              <a:extLst>
                <a:ext uri="{FF2B5EF4-FFF2-40B4-BE49-F238E27FC236}">
                  <a16:creationId xmlns:a16="http://schemas.microsoft.com/office/drawing/2014/main" id="{B8E6789C-1509-4C48-885B-AD08332F4B98}"/>
                </a:ext>
              </a:extLst>
            </p:cNvPr>
            <p:cNvGrpSpPr>
              <a:grpSpLocks/>
            </p:cNvGrpSpPr>
            <p:nvPr/>
          </p:nvGrpSpPr>
          <p:grpSpPr bwMode="auto">
            <a:xfrm>
              <a:off x="1848" y="2047"/>
              <a:ext cx="187" cy="184"/>
              <a:chOff x="1959" y="2058"/>
              <a:chExt cx="187" cy="184"/>
            </a:xfrm>
          </p:grpSpPr>
          <p:sp>
            <p:nvSpPr>
              <p:cNvPr id="285" name="Rectangle 180">
                <a:extLst>
                  <a:ext uri="{FF2B5EF4-FFF2-40B4-BE49-F238E27FC236}">
                    <a16:creationId xmlns:a16="http://schemas.microsoft.com/office/drawing/2014/main" id="{06BC3922-CF81-3845-BA10-96DBBA1F47B7}"/>
                  </a:ext>
                </a:extLst>
              </p:cNvPr>
              <p:cNvSpPr>
                <a:spLocks noChangeArrowheads="1"/>
              </p:cNvSpPr>
              <p:nvPr/>
            </p:nvSpPr>
            <p:spPr bwMode="auto">
              <a:xfrm>
                <a:off x="1964" y="2075"/>
                <a:ext cx="177" cy="162"/>
              </a:xfrm>
              <a:prstGeom prst="rect">
                <a:avLst/>
              </a:prstGeom>
              <a:solidFill>
                <a:schemeClr val="bg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286" name="Rectangle 181">
                <a:extLst>
                  <a:ext uri="{FF2B5EF4-FFF2-40B4-BE49-F238E27FC236}">
                    <a16:creationId xmlns:a16="http://schemas.microsoft.com/office/drawing/2014/main" id="{C4E3DD7C-9412-E741-BD84-C65290F3969E}"/>
                  </a:ext>
                </a:extLst>
              </p:cNvPr>
              <p:cNvSpPr>
                <a:spLocks noChangeArrowheads="1"/>
              </p:cNvSpPr>
              <p:nvPr/>
            </p:nvSpPr>
            <p:spPr bwMode="auto">
              <a:xfrm>
                <a:off x="1959" y="2058"/>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800" b="0" i="0" u="none" strike="noStrike" kern="1200" cap="none" spc="0" normalizeH="0" baseline="-2500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t</a:t>
                </a:r>
              </a:p>
            </p:txBody>
          </p:sp>
        </p:grpSp>
        <p:grpSp>
          <p:nvGrpSpPr>
            <p:cNvPr id="282" name="Group 182">
              <a:extLst>
                <a:ext uri="{FF2B5EF4-FFF2-40B4-BE49-F238E27FC236}">
                  <a16:creationId xmlns:a16="http://schemas.microsoft.com/office/drawing/2014/main" id="{19C49CDA-616B-0942-AEEF-049BB04DF303}"/>
                </a:ext>
              </a:extLst>
            </p:cNvPr>
            <p:cNvGrpSpPr>
              <a:grpSpLocks/>
            </p:cNvGrpSpPr>
            <p:nvPr/>
          </p:nvGrpSpPr>
          <p:grpSpPr bwMode="auto">
            <a:xfrm>
              <a:off x="1992" y="2046"/>
              <a:ext cx="428" cy="190"/>
              <a:chOff x="780" y="1553"/>
              <a:chExt cx="428" cy="190"/>
            </a:xfrm>
          </p:grpSpPr>
          <p:sp>
            <p:nvSpPr>
              <p:cNvPr id="283" name="Rectangle 183">
                <a:extLst>
                  <a:ext uri="{FF2B5EF4-FFF2-40B4-BE49-F238E27FC236}">
                    <a16:creationId xmlns:a16="http://schemas.microsoft.com/office/drawing/2014/main" id="{4F97E7C1-6241-2842-9ACE-7FBCF045B164}"/>
                  </a:ext>
                </a:extLst>
              </p:cNvPr>
              <p:cNvSpPr>
                <a:spLocks noChangeArrowheads="1"/>
              </p:cNvSpPr>
              <p:nvPr/>
            </p:nvSpPr>
            <p:spPr bwMode="auto">
              <a:xfrm>
                <a:off x="817" y="1571"/>
                <a:ext cx="312" cy="162"/>
              </a:xfrm>
              <a:prstGeom prst="rect">
                <a:avLst/>
              </a:prstGeom>
              <a:solidFill>
                <a:schemeClr val="bg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284" name="Rectangle 184">
                <a:extLst>
                  <a:ext uri="{FF2B5EF4-FFF2-40B4-BE49-F238E27FC236}">
                    <a16:creationId xmlns:a16="http://schemas.microsoft.com/office/drawing/2014/main" id="{FBAAFC8C-9356-294D-B8F3-F6E4810790B2}"/>
                  </a:ext>
                </a:extLst>
              </p:cNvPr>
              <p:cNvSpPr>
                <a:spLocks noChangeArrowheads="1"/>
              </p:cNvSpPr>
              <p:nvPr/>
            </p:nvSpPr>
            <p:spPr bwMode="auto">
              <a:xfrm>
                <a:off x="780" y="1553"/>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M</a:t>
                </a:r>
              </a:p>
            </p:txBody>
          </p:sp>
        </p:grpSp>
      </p:grpSp>
      <p:grpSp>
        <p:nvGrpSpPr>
          <p:cNvPr id="287" name="Group 187">
            <a:extLst>
              <a:ext uri="{FF2B5EF4-FFF2-40B4-BE49-F238E27FC236}">
                <a16:creationId xmlns:a16="http://schemas.microsoft.com/office/drawing/2014/main" id="{11860688-7535-2242-95B7-51DB4FCD1617}"/>
              </a:ext>
            </a:extLst>
          </p:cNvPr>
          <p:cNvGrpSpPr>
            <a:grpSpLocks/>
          </p:cNvGrpSpPr>
          <p:nvPr/>
        </p:nvGrpSpPr>
        <p:grpSpPr bwMode="auto">
          <a:xfrm>
            <a:off x="2438407" y="1622425"/>
            <a:ext cx="323850" cy="295274"/>
            <a:chOff x="1948" y="2058"/>
            <a:chExt cx="204" cy="184"/>
          </a:xfrm>
        </p:grpSpPr>
        <p:sp>
          <p:nvSpPr>
            <p:cNvPr id="288" name="Rectangle 188">
              <a:extLst>
                <a:ext uri="{FF2B5EF4-FFF2-40B4-BE49-F238E27FC236}">
                  <a16:creationId xmlns:a16="http://schemas.microsoft.com/office/drawing/2014/main" id="{731A6D81-5EA1-834F-A9B7-29A362ECB239}"/>
                </a:ext>
              </a:extLst>
            </p:cNvPr>
            <p:cNvSpPr>
              <a:spLocks noChangeArrowheads="1"/>
            </p:cNvSpPr>
            <p:nvPr/>
          </p:nvSpPr>
          <p:spPr bwMode="auto">
            <a:xfrm>
              <a:off x="1948" y="2075"/>
              <a:ext cx="191" cy="162"/>
            </a:xfrm>
            <a:prstGeom prst="rect">
              <a:avLst/>
            </a:prstGeom>
            <a:solidFill>
              <a:schemeClr val="bg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289" name="Rectangle 189">
              <a:extLst>
                <a:ext uri="{FF2B5EF4-FFF2-40B4-BE49-F238E27FC236}">
                  <a16:creationId xmlns:a16="http://schemas.microsoft.com/office/drawing/2014/main" id="{2EAE3C28-1F19-034E-A583-4C40A2941B78}"/>
                </a:ext>
              </a:extLst>
            </p:cNvPr>
            <p:cNvSpPr>
              <a:spLocks noChangeArrowheads="1"/>
            </p:cNvSpPr>
            <p:nvPr/>
          </p:nvSpPr>
          <p:spPr bwMode="auto">
            <a:xfrm>
              <a:off x="1965" y="2058"/>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800" b="0" i="0" u="none" strike="noStrike" kern="1200" cap="none" spc="0" normalizeH="0" baseline="-2500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n</a:t>
              </a:r>
            </a:p>
          </p:txBody>
        </p:sp>
      </p:grpSp>
      <p:sp>
        <p:nvSpPr>
          <p:cNvPr id="290" name="Text Box 7">
            <a:extLst>
              <a:ext uri="{FF2B5EF4-FFF2-40B4-BE49-F238E27FC236}">
                <a16:creationId xmlns:a16="http://schemas.microsoft.com/office/drawing/2014/main" id="{A538246A-59B9-0349-A984-2F7704DBA8CC}"/>
              </a:ext>
            </a:extLst>
          </p:cNvPr>
          <p:cNvSpPr txBox="1">
            <a:spLocks noChangeArrowheads="1"/>
          </p:cNvSpPr>
          <p:nvPr/>
        </p:nvSpPr>
        <p:spPr bwMode="auto">
          <a:xfrm>
            <a:off x="1376369" y="1897058"/>
            <a:ext cx="7048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a:ln>
                  <a:noFill/>
                </a:ln>
                <a:solidFill>
                  <a:srgbClr val="CC0000"/>
                </a:solidFill>
                <a:effectLst/>
                <a:uLnTx/>
                <a:uFillTx/>
                <a:latin typeface="Arial" panose="020B0604020202020204" pitchFamily="34" charset="0"/>
                <a:ea typeface="MS PGothic" panose="020B0600070205080204" pitchFamily="34" charset="-128"/>
                <a:cs typeface="Arial" panose="020B0604020202020204" pitchFamily="34" charset="0"/>
              </a:rPr>
              <a:t>frame</a:t>
            </a:r>
          </a:p>
        </p:txBody>
      </p:sp>
      <p:grpSp>
        <p:nvGrpSpPr>
          <p:cNvPr id="294" name="Group 190">
            <a:extLst>
              <a:ext uri="{FF2B5EF4-FFF2-40B4-BE49-F238E27FC236}">
                <a16:creationId xmlns:a16="http://schemas.microsoft.com/office/drawing/2014/main" id="{3A531A16-240C-9241-94EF-4C9AE4951124}"/>
              </a:ext>
            </a:extLst>
          </p:cNvPr>
          <p:cNvGrpSpPr>
            <a:grpSpLocks/>
          </p:cNvGrpSpPr>
          <p:nvPr/>
        </p:nvGrpSpPr>
        <p:grpSpPr bwMode="auto">
          <a:xfrm flipH="1">
            <a:off x="5359407" y="1341434"/>
            <a:ext cx="803275" cy="771525"/>
            <a:chOff x="-44" y="1473"/>
            <a:chExt cx="981" cy="1105"/>
          </a:xfrm>
        </p:grpSpPr>
        <p:pic>
          <p:nvPicPr>
            <p:cNvPr id="295" name="Picture 191" descr="desktop_computer_stylized_medium">
              <a:extLst>
                <a:ext uri="{FF2B5EF4-FFF2-40B4-BE49-F238E27FC236}">
                  <a16:creationId xmlns:a16="http://schemas.microsoft.com/office/drawing/2014/main" id="{1407FE03-3BF1-1D45-8A83-D39E3D03C3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6" name="Freeform 192">
              <a:extLst>
                <a:ext uri="{FF2B5EF4-FFF2-40B4-BE49-F238E27FC236}">
                  <a16:creationId xmlns:a16="http://schemas.microsoft.com/office/drawing/2014/main" id="{24E88B51-BE9B-3C48-9F67-26465B749683}"/>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50" name="Freeform 10">
            <a:extLst>
              <a:ext uri="{FF2B5EF4-FFF2-40B4-BE49-F238E27FC236}">
                <a16:creationId xmlns:a16="http://schemas.microsoft.com/office/drawing/2014/main" id="{7497192E-FD73-AA40-BE80-ABE9A774CC99}"/>
              </a:ext>
            </a:extLst>
          </p:cNvPr>
          <p:cNvSpPr>
            <a:spLocks/>
          </p:cNvSpPr>
          <p:nvPr/>
        </p:nvSpPr>
        <p:spPr bwMode="auto">
          <a:xfrm>
            <a:off x="4178506" y="4871041"/>
            <a:ext cx="360362" cy="1522901"/>
          </a:xfrm>
          <a:custGeom>
            <a:avLst/>
            <a:gdLst>
              <a:gd name="T0" fmla="*/ 2147483646 w 267"/>
              <a:gd name="T1" fmla="*/ 2147483646 h 1186"/>
              <a:gd name="T2" fmla="*/ 0 w 267"/>
              <a:gd name="T3" fmla="*/ 0 h 1186"/>
              <a:gd name="T4" fmla="*/ 0 w 267"/>
              <a:gd name="T5" fmla="*/ 2147483646 h 1186"/>
              <a:gd name="T6" fmla="*/ 2147483646 w 267"/>
              <a:gd name="T7" fmla="*/ 2147483646 h 1186"/>
              <a:gd name="T8" fmla="*/ 2147483646 w 267"/>
              <a:gd name="T9" fmla="*/ 2147483646 h 1186"/>
              <a:gd name="T10" fmla="*/ 0 60000 65536"/>
              <a:gd name="T11" fmla="*/ 0 60000 65536"/>
              <a:gd name="T12" fmla="*/ 0 60000 65536"/>
              <a:gd name="T13" fmla="*/ 0 60000 65536"/>
              <a:gd name="T14" fmla="*/ 0 60000 65536"/>
              <a:gd name="T15" fmla="*/ 0 w 267"/>
              <a:gd name="T16" fmla="*/ 0 h 1186"/>
              <a:gd name="T17" fmla="*/ 267 w 267"/>
              <a:gd name="T18" fmla="*/ 1186 h 1186"/>
            </a:gdLst>
            <a:ahLst/>
            <a:cxnLst>
              <a:cxn ang="T10">
                <a:pos x="T0" y="T1"/>
              </a:cxn>
              <a:cxn ang="T11">
                <a:pos x="T2" y="T3"/>
              </a:cxn>
              <a:cxn ang="T12">
                <a:pos x="T4" y="T5"/>
              </a:cxn>
              <a:cxn ang="T13">
                <a:pos x="T6" y="T7"/>
              </a:cxn>
              <a:cxn ang="T14">
                <a:pos x="T8" y="T9"/>
              </a:cxn>
            </a:cxnLst>
            <a:rect l="T15" t="T16" r="T17" b="T18"/>
            <a:pathLst>
              <a:path w="267" h="1186">
                <a:moveTo>
                  <a:pt x="254" y="466"/>
                </a:moveTo>
                <a:lnTo>
                  <a:pt x="0" y="0"/>
                </a:lnTo>
                <a:lnTo>
                  <a:pt x="0" y="1186"/>
                </a:lnTo>
                <a:lnTo>
                  <a:pt x="267" y="652"/>
                </a:lnTo>
                <a:lnTo>
                  <a:pt x="254" y="466"/>
                </a:lnTo>
                <a:close/>
              </a:path>
            </a:pathLst>
          </a:custGeom>
          <a:gradFill rotWithShape="1">
            <a:gsLst>
              <a:gs pos="0">
                <a:srgbClr val="3C6CDF"/>
              </a:gs>
              <a:gs pos="100000">
                <a:schemeClr val="bg1"/>
              </a:gs>
            </a:gsLst>
            <a:lin ang="0" scaled="1"/>
          </a:gra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291" name="Group 187">
            <a:extLst>
              <a:ext uri="{FF2B5EF4-FFF2-40B4-BE49-F238E27FC236}">
                <a16:creationId xmlns:a16="http://schemas.microsoft.com/office/drawing/2014/main" id="{4888665C-41EE-644D-80C5-A5B9017648C6}"/>
              </a:ext>
            </a:extLst>
          </p:cNvPr>
          <p:cNvGrpSpPr>
            <a:grpSpLocks/>
          </p:cNvGrpSpPr>
          <p:nvPr/>
        </p:nvGrpSpPr>
        <p:grpSpPr bwMode="auto">
          <a:xfrm flipH="1">
            <a:off x="4397382" y="5224459"/>
            <a:ext cx="803275" cy="771525"/>
            <a:chOff x="-44" y="1473"/>
            <a:chExt cx="981" cy="1105"/>
          </a:xfrm>
        </p:grpSpPr>
        <p:pic>
          <p:nvPicPr>
            <p:cNvPr id="292" name="Picture 188" descr="desktop_computer_stylized_medium">
              <a:extLst>
                <a:ext uri="{FF2B5EF4-FFF2-40B4-BE49-F238E27FC236}">
                  <a16:creationId xmlns:a16="http://schemas.microsoft.com/office/drawing/2014/main" id="{7A9F9E63-740A-7147-A711-8D8238FD97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3" name="Freeform 189">
              <a:extLst>
                <a:ext uri="{FF2B5EF4-FFF2-40B4-BE49-F238E27FC236}">
                  <a16:creationId xmlns:a16="http://schemas.microsoft.com/office/drawing/2014/main" id="{B678C5E1-8916-9C47-B1F3-E8A3F8BB6DB8}"/>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40" name="Text Box 98">
            <a:extLst>
              <a:ext uri="{FF2B5EF4-FFF2-40B4-BE49-F238E27FC236}">
                <a16:creationId xmlns:a16="http://schemas.microsoft.com/office/drawing/2014/main" id="{9BC58A09-0AC8-5F40-B8A7-C0AF48D1DC0E}"/>
              </a:ext>
            </a:extLst>
          </p:cNvPr>
          <p:cNvSpPr txBox="1">
            <a:spLocks noChangeArrowheads="1"/>
          </p:cNvSpPr>
          <p:nvPr/>
        </p:nvSpPr>
        <p:spPr bwMode="auto">
          <a:xfrm>
            <a:off x="7030180" y="2584590"/>
            <a:ext cx="1317625" cy="695325"/>
          </a:xfrm>
          <a:prstGeom prst="rect">
            <a:avLst/>
          </a:prstGeom>
          <a:noFill/>
          <a:ln>
            <a:noFill/>
          </a:ln>
          <a:effectLst>
            <a:outerShdw blurRad="114300" dist="38100" dir="18900000" sx="123000" sy="123000" algn="b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10000"/>
              </a:lnSpc>
              <a:spcBef>
                <a:spcPct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link</a:t>
            </a:r>
          </a:p>
          <a:p>
            <a:pPr marL="0" marR="0" lvl="0" indent="0" algn="ctr" defTabSz="914400" rtl="0" eaLnBrk="1" fontAlgn="auto" latinLnBrk="0" hangingPunct="1">
              <a:lnSpc>
                <a:spcPct val="110000"/>
              </a:lnSpc>
              <a:spcBef>
                <a:spcPct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physical</a:t>
            </a:r>
          </a:p>
        </p:txBody>
      </p:sp>
      <p:sp>
        <p:nvSpPr>
          <p:cNvPr id="4" name="TextBox 3">
            <a:extLst>
              <a:ext uri="{FF2B5EF4-FFF2-40B4-BE49-F238E27FC236}">
                <a16:creationId xmlns:a16="http://schemas.microsoft.com/office/drawing/2014/main" id="{57ED6CA3-937E-DCCC-F058-2ED825D5E89D}"/>
              </a:ext>
            </a:extLst>
          </p:cNvPr>
          <p:cNvSpPr txBox="1"/>
          <p:nvPr/>
        </p:nvSpPr>
        <p:spPr>
          <a:xfrm>
            <a:off x="6873882" y="6342470"/>
            <a:ext cx="6099462" cy="369332"/>
          </a:xfrm>
          <a:prstGeom prst="rect">
            <a:avLst/>
          </a:prstGeom>
          <a:noFill/>
        </p:spPr>
        <p:txBody>
          <a:bodyPr wrap="square">
            <a:spAutoFit/>
          </a:bodyPr>
          <a:lstStyle/>
          <a:p>
            <a:r>
              <a:rPr lang="en-US" i="1">
                <a:solidFill>
                  <a:srgbClr val="C00000"/>
                </a:solidFill>
              </a:rPr>
              <a:t>Not all nodes will implement all the layers.</a:t>
            </a:r>
          </a:p>
        </p:txBody>
      </p:sp>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F554AB7F-450E-B828-04A1-A55245B1D093}"/>
                  </a:ext>
                </a:extLst>
              </p14:cNvPr>
              <p14:cNvContentPartPr/>
              <p14:nvPr/>
            </p14:nvContentPartPr>
            <p14:xfrm>
              <a:off x="72360" y="1008360"/>
              <a:ext cx="10925280" cy="4468320"/>
            </p14:xfrm>
          </p:contentPart>
        </mc:Choice>
        <mc:Fallback>
          <p:pic>
            <p:nvPicPr>
              <p:cNvPr id="3" name="Ink 2">
                <a:extLst>
                  <a:ext uri="{FF2B5EF4-FFF2-40B4-BE49-F238E27FC236}">
                    <a16:creationId xmlns:a16="http://schemas.microsoft.com/office/drawing/2014/main" id="{F554AB7F-450E-B828-04A1-A55245B1D093}"/>
                  </a:ext>
                </a:extLst>
              </p:cNvPr>
              <p:cNvPicPr/>
              <p:nvPr/>
            </p:nvPicPr>
            <p:blipFill>
              <a:blip r:embed="rId5"/>
              <a:stretch>
                <a:fillRect/>
              </a:stretch>
            </p:blipFill>
            <p:spPr>
              <a:xfrm>
                <a:off x="63000" y="999000"/>
                <a:ext cx="10944000" cy="4487040"/>
              </a:xfrm>
              <a:prstGeom prst="rect">
                <a:avLst/>
              </a:prstGeom>
            </p:spPr>
          </p:pic>
        </mc:Fallback>
      </mc:AlternateContent>
    </p:spTree>
    <p:extLst>
      <p:ext uri="{BB962C8B-B14F-4D97-AF65-F5344CB8AC3E}">
        <p14:creationId xmlns:p14="http://schemas.microsoft.com/office/powerpoint/2010/main" val="105062784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3.95833E-6 -0.0037 L 3.95833E-6 0.04583 " pathEditMode="relative" rAng="0" ptsTypes="AA">
                                      <p:cBhvr>
                                        <p:cTn id="6" dur="2000" fill="hold"/>
                                        <p:tgtEl>
                                          <p:spTgt spid="277"/>
                                        </p:tgtEl>
                                        <p:attrNameLst>
                                          <p:attrName>ppt_x</p:attrName>
                                          <p:attrName>ppt_y</p:attrName>
                                        </p:attrNameLst>
                                      </p:cBhvr>
                                      <p:rCtr x="0" y="2477"/>
                                    </p:animMotion>
                                  </p:childTnLst>
                                </p:cTn>
                              </p:par>
                              <p:par>
                                <p:cTn id="7" presetID="10" presetClass="exit" presetSubtype="0" fill="hold" grpId="0" nodeType="withEffect">
                                  <p:stCondLst>
                                    <p:cond delay="0"/>
                                  </p:stCondLst>
                                  <p:childTnLst>
                                    <p:animEffect transition="out" filter="fade">
                                      <p:cBhvr>
                                        <p:cTn id="8" dur="2000"/>
                                        <p:tgtEl>
                                          <p:spTgt spid="276"/>
                                        </p:tgtEl>
                                      </p:cBhvr>
                                    </p:animEffect>
                                    <p:set>
                                      <p:cBhvr>
                                        <p:cTn id="9" dur="1" fill="hold">
                                          <p:stCondLst>
                                            <p:cond delay="1999"/>
                                          </p:stCondLst>
                                        </p:cTn>
                                        <p:tgtEl>
                                          <p:spTgt spid="276"/>
                                        </p:tgtEl>
                                        <p:attrNameLst>
                                          <p:attrName>style.visibility</p:attrName>
                                        </p:attrNameLst>
                                      </p:cBhvr>
                                      <p:to>
                                        <p:strVal val="hidden"/>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193"/>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19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xit" presetSubtype="0" fill="hold" nodeType="clickEffect">
                                  <p:stCondLst>
                                    <p:cond delay="0"/>
                                  </p:stCondLst>
                                  <p:childTnLst>
                                    <p:set>
                                      <p:cBhvr>
                                        <p:cTn id="19" dur="1" fill="hold">
                                          <p:stCondLst>
                                            <p:cond delay="0"/>
                                          </p:stCondLst>
                                        </p:cTn>
                                        <p:tgtEl>
                                          <p:spTgt spid="277"/>
                                        </p:tgtEl>
                                        <p:attrNameLst>
                                          <p:attrName>style.visibility</p:attrName>
                                        </p:attrNameLst>
                                      </p:cBhvr>
                                      <p:to>
                                        <p:strVal val="hidden"/>
                                      </p:to>
                                    </p:set>
                                  </p:childTnLst>
                                </p:cTn>
                              </p:par>
                              <p:par>
                                <p:cTn id="20" presetID="1" presetClass="exit" presetSubtype="0" fill="hold" nodeType="withEffect">
                                  <p:stCondLst>
                                    <p:cond delay="0"/>
                                  </p:stCondLst>
                                  <p:childTnLst>
                                    <p:set>
                                      <p:cBhvr>
                                        <p:cTn id="21" dur="1" fill="hold">
                                          <p:stCondLst>
                                            <p:cond delay="0"/>
                                          </p:stCondLst>
                                        </p:cTn>
                                        <p:tgtEl>
                                          <p:spTgt spid="193"/>
                                        </p:tgtEl>
                                        <p:attrNameLst>
                                          <p:attrName>style.visibility</p:attrName>
                                        </p:attrNameLst>
                                      </p:cBhvr>
                                      <p:to>
                                        <p:strVal val="hidden"/>
                                      </p:to>
                                    </p:set>
                                  </p:childTnLst>
                                </p:cTn>
                              </p:par>
                              <p:par>
                                <p:cTn id="22" presetID="10" presetClass="exit" presetSubtype="0" fill="hold" grpId="1" nodeType="withEffect">
                                  <p:stCondLst>
                                    <p:cond delay="0"/>
                                  </p:stCondLst>
                                  <p:childTnLst>
                                    <p:animEffect transition="out" filter="fade">
                                      <p:cBhvr>
                                        <p:cTn id="23" dur="500"/>
                                        <p:tgtEl>
                                          <p:spTgt spid="192"/>
                                        </p:tgtEl>
                                      </p:cBhvr>
                                    </p:animEffect>
                                    <p:set>
                                      <p:cBhvr>
                                        <p:cTn id="24" dur="1" fill="hold">
                                          <p:stCondLst>
                                            <p:cond delay="499"/>
                                          </p:stCondLst>
                                        </p:cTn>
                                        <p:tgtEl>
                                          <p:spTgt spid="192"/>
                                        </p:tgtEl>
                                        <p:attrNameLst>
                                          <p:attrName>style.visibility</p:attrName>
                                        </p:attrNameLst>
                                      </p:cBhvr>
                                      <p:to>
                                        <p:strVal val="hidden"/>
                                      </p:to>
                                    </p:set>
                                  </p:childTnLst>
                                </p:cTn>
                              </p:par>
                              <p:par>
                                <p:cTn id="25" presetID="1" presetClass="entr" presetSubtype="0" fill="hold" nodeType="withEffect">
                                  <p:stCondLst>
                                    <p:cond delay="0"/>
                                  </p:stCondLst>
                                  <p:childTnLst>
                                    <p:set>
                                      <p:cBhvr>
                                        <p:cTn id="26" dur="1" fill="hold">
                                          <p:stCondLst>
                                            <p:cond delay="0"/>
                                          </p:stCondLst>
                                        </p:cTn>
                                        <p:tgtEl>
                                          <p:spTgt spid="280"/>
                                        </p:tgtEl>
                                        <p:attrNameLst>
                                          <p:attrName>style.visibility</p:attrName>
                                        </p:attrNameLst>
                                      </p:cBhvr>
                                      <p:to>
                                        <p:strVal val="visible"/>
                                      </p:to>
                                    </p:set>
                                  </p:childTnLst>
                                </p:cTn>
                              </p:par>
                            </p:childTnLst>
                          </p:cTn>
                        </p:par>
                        <p:par>
                          <p:cTn id="27" fill="hold">
                            <p:stCondLst>
                              <p:cond delay="500"/>
                            </p:stCondLst>
                            <p:childTnLst>
                              <p:par>
                                <p:cTn id="28" presetID="42" presetClass="path" presetSubtype="0" accel="50000" decel="50000" fill="hold" nodeType="afterEffect">
                                  <p:stCondLst>
                                    <p:cond delay="0"/>
                                  </p:stCondLst>
                                  <p:childTnLst>
                                    <p:animMotion origin="layout" path="M 0 -0.00047 L 0 0.04745 " pathEditMode="relative" rAng="0" ptsTypes="AA">
                                      <p:cBhvr>
                                        <p:cTn id="29" dur="2000" fill="hold"/>
                                        <p:tgtEl>
                                          <p:spTgt spid="280"/>
                                        </p:tgtEl>
                                        <p:attrNameLst>
                                          <p:attrName>ppt_x</p:attrName>
                                          <p:attrName>ppt_y</p:attrName>
                                        </p:attrNameLst>
                                      </p:cBhvr>
                                      <p:rCtr x="0" y="2384"/>
                                    </p:animMotion>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287"/>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196"/>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xit" presetSubtype="0" fill="hold" nodeType="clickEffect">
                                  <p:stCondLst>
                                    <p:cond delay="0"/>
                                  </p:stCondLst>
                                  <p:childTnLst>
                                    <p:set>
                                      <p:cBhvr>
                                        <p:cTn id="39" dur="1" fill="hold">
                                          <p:stCondLst>
                                            <p:cond delay="0"/>
                                          </p:stCondLst>
                                        </p:cTn>
                                        <p:tgtEl>
                                          <p:spTgt spid="280"/>
                                        </p:tgtEl>
                                        <p:attrNameLst>
                                          <p:attrName>style.visibility</p:attrName>
                                        </p:attrNameLst>
                                      </p:cBhvr>
                                      <p:to>
                                        <p:strVal val="hidden"/>
                                      </p:to>
                                    </p:set>
                                  </p:childTnLst>
                                </p:cTn>
                              </p:par>
                              <p:par>
                                <p:cTn id="40" presetID="1" presetClass="exit" presetSubtype="0" fill="hold" nodeType="withEffect">
                                  <p:stCondLst>
                                    <p:cond delay="0"/>
                                  </p:stCondLst>
                                  <p:childTnLst>
                                    <p:set>
                                      <p:cBhvr>
                                        <p:cTn id="41" dur="1" fill="hold">
                                          <p:stCondLst>
                                            <p:cond delay="0"/>
                                          </p:stCondLst>
                                        </p:cTn>
                                        <p:tgtEl>
                                          <p:spTgt spid="287"/>
                                        </p:tgtEl>
                                        <p:attrNameLst>
                                          <p:attrName>style.visibility</p:attrName>
                                        </p:attrNameLst>
                                      </p:cBhvr>
                                      <p:to>
                                        <p:strVal val="hidden"/>
                                      </p:to>
                                    </p:set>
                                  </p:childTnLst>
                                </p:cTn>
                              </p:par>
                              <p:par>
                                <p:cTn id="42" presetID="10" presetClass="exit" presetSubtype="0" fill="hold" grpId="1" nodeType="withEffect">
                                  <p:stCondLst>
                                    <p:cond delay="0"/>
                                  </p:stCondLst>
                                  <p:childTnLst>
                                    <p:animEffect transition="out" filter="fade">
                                      <p:cBhvr>
                                        <p:cTn id="43" dur="500"/>
                                        <p:tgtEl>
                                          <p:spTgt spid="196"/>
                                        </p:tgtEl>
                                      </p:cBhvr>
                                    </p:animEffect>
                                    <p:set>
                                      <p:cBhvr>
                                        <p:cTn id="44" dur="1" fill="hold">
                                          <p:stCondLst>
                                            <p:cond delay="499"/>
                                          </p:stCondLst>
                                        </p:cTn>
                                        <p:tgtEl>
                                          <p:spTgt spid="196"/>
                                        </p:tgtEl>
                                        <p:attrNameLst>
                                          <p:attrName>style.visibility</p:attrName>
                                        </p:attrNameLst>
                                      </p:cBhvr>
                                      <p:to>
                                        <p:strVal val="hidden"/>
                                      </p:to>
                                    </p:set>
                                  </p:childTnLst>
                                </p:cTn>
                              </p:par>
                              <p:par>
                                <p:cTn id="45" presetID="1" presetClass="entr" presetSubtype="0" fill="hold" nodeType="withEffect">
                                  <p:stCondLst>
                                    <p:cond delay="0"/>
                                  </p:stCondLst>
                                  <p:childTnLst>
                                    <p:set>
                                      <p:cBhvr>
                                        <p:cTn id="46" dur="1" fill="hold">
                                          <p:stCondLst>
                                            <p:cond delay="0"/>
                                          </p:stCondLst>
                                        </p:cTn>
                                        <p:tgtEl>
                                          <p:spTgt spid="185"/>
                                        </p:tgtEl>
                                        <p:attrNameLst>
                                          <p:attrName>style.visibility</p:attrName>
                                        </p:attrNameLst>
                                      </p:cBhvr>
                                      <p:to>
                                        <p:strVal val="visible"/>
                                      </p:to>
                                    </p:set>
                                  </p:childTnLst>
                                </p:cTn>
                              </p:par>
                              <p:par>
                                <p:cTn id="47" presetID="42" presetClass="path" presetSubtype="0" accel="50000" decel="50000" fill="hold" nodeType="withEffect">
                                  <p:stCondLst>
                                    <p:cond delay="0"/>
                                  </p:stCondLst>
                                  <p:childTnLst>
                                    <p:animMotion origin="layout" path="M 8.33333E-7 -4.81481E-6 L 8.33333E-7 0.04213 " pathEditMode="relative" rAng="0" ptsTypes="AA">
                                      <p:cBhvr>
                                        <p:cTn id="48" dur="2000" fill="hold"/>
                                        <p:tgtEl>
                                          <p:spTgt spid="185"/>
                                        </p:tgtEl>
                                        <p:attrNameLst>
                                          <p:attrName>ppt_x</p:attrName>
                                          <p:attrName>ppt_y</p:attrName>
                                        </p:attrNameLst>
                                      </p:cBhvr>
                                      <p:rCtr x="0" y="2106"/>
                                    </p:animMotion>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26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9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xit" presetSubtype="0" fill="hold" nodeType="clickEffect">
                                  <p:stCondLst>
                                    <p:cond delay="0"/>
                                  </p:stCondLst>
                                  <p:childTnLst>
                                    <p:set>
                                      <p:cBhvr>
                                        <p:cTn id="58" dur="1" fill="hold">
                                          <p:stCondLst>
                                            <p:cond delay="0"/>
                                          </p:stCondLst>
                                        </p:cTn>
                                        <p:tgtEl>
                                          <p:spTgt spid="185"/>
                                        </p:tgtEl>
                                        <p:attrNameLst>
                                          <p:attrName>style.visibility</p:attrName>
                                        </p:attrNameLst>
                                      </p:cBhvr>
                                      <p:to>
                                        <p:strVal val="hidden"/>
                                      </p:to>
                                    </p:set>
                                  </p:childTnLst>
                                </p:cTn>
                              </p:par>
                              <p:par>
                                <p:cTn id="59" presetID="10" presetClass="exit" presetSubtype="0" fill="hold" grpId="1" nodeType="withEffect">
                                  <p:stCondLst>
                                    <p:cond delay="0"/>
                                  </p:stCondLst>
                                  <p:childTnLst>
                                    <p:animEffect transition="out" filter="fade">
                                      <p:cBhvr>
                                        <p:cTn id="60" dur="500"/>
                                        <p:tgtEl>
                                          <p:spTgt spid="290"/>
                                        </p:tgtEl>
                                      </p:cBhvr>
                                    </p:animEffect>
                                    <p:set>
                                      <p:cBhvr>
                                        <p:cTn id="61" dur="1" fill="hold">
                                          <p:stCondLst>
                                            <p:cond delay="499"/>
                                          </p:stCondLst>
                                        </p:cTn>
                                        <p:tgtEl>
                                          <p:spTgt spid="290"/>
                                        </p:tgtEl>
                                        <p:attrNameLst>
                                          <p:attrName>style.visibility</p:attrName>
                                        </p:attrNameLst>
                                      </p:cBhvr>
                                      <p:to>
                                        <p:strVal val="hidden"/>
                                      </p:to>
                                    </p:set>
                                  </p:childTnLst>
                                </p:cTn>
                              </p:par>
                            </p:childTnLst>
                          </p:cTn>
                        </p:par>
                        <p:par>
                          <p:cTn id="62" fill="hold">
                            <p:stCondLst>
                              <p:cond delay="500"/>
                            </p:stCondLst>
                            <p:childTnLst>
                              <p:par>
                                <p:cTn id="63" presetID="0" presetClass="path" presetSubtype="0" accel="50000" decel="50000" fill="hold" nodeType="afterEffect">
                                  <p:stCondLst>
                                    <p:cond delay="0"/>
                                  </p:stCondLst>
                                  <p:childTnLst>
                                    <p:animMotion origin="layout" path="M -2.08333E-7 -1.85185E-6 C 0.00052 0.04653 -0.00013 0.07292 -0.00013 0.11273 L 0.29818 0.11158 L 0.29818 0.07315 L 0.58698 0.07084 C 0.58763 0.22384 0.58893 0.36829 0.59154 0.52292 L 0.49622 0.51852 C 0.49622 0.49144 0.49492 0.45185 0.49492 0.42454 " pathEditMode="relative" rAng="0" ptsTypes="AAAAAAAA">
                                      <p:cBhvr>
                                        <p:cTn id="64" dur="3000" fill="hold"/>
                                        <p:tgtEl>
                                          <p:spTgt spid="265"/>
                                        </p:tgtEl>
                                        <p:attrNameLst>
                                          <p:attrName>ppt_x</p:attrName>
                                          <p:attrName>ppt_y</p:attrName>
                                        </p:attrNameLst>
                                      </p:cBhvr>
                                      <p:rCtr x="29570" y="26134"/>
                                    </p:animMotion>
                                  </p:childTnLst>
                                </p:cTn>
                              </p:par>
                            </p:childTnLst>
                          </p:cTn>
                        </p:par>
                      </p:childTnLst>
                    </p:cTn>
                  </p:par>
                  <p:par>
                    <p:cTn id="65" fill="hold">
                      <p:stCondLst>
                        <p:cond delay="indefinite"/>
                      </p:stCondLst>
                      <p:childTnLst>
                        <p:par>
                          <p:cTn id="66" fill="hold">
                            <p:stCondLst>
                              <p:cond delay="0"/>
                            </p:stCondLst>
                            <p:childTnLst>
                              <p:par>
                                <p:cTn id="67" presetID="1" presetClass="exit" presetSubtype="0" fill="hold" nodeType="clickEffect">
                                  <p:stCondLst>
                                    <p:cond delay="0"/>
                                  </p:stCondLst>
                                  <p:childTnLst>
                                    <p:set>
                                      <p:cBhvr>
                                        <p:cTn id="68" dur="1" fill="hold">
                                          <p:stCondLst>
                                            <p:cond delay="0"/>
                                          </p:stCondLst>
                                        </p:cTn>
                                        <p:tgtEl>
                                          <p:spTgt spid="265"/>
                                        </p:tgtEl>
                                        <p:attrNameLst>
                                          <p:attrName>style.visibility</p:attrName>
                                        </p:attrNameLst>
                                      </p:cBhvr>
                                      <p:to>
                                        <p:strVal val="hidden"/>
                                      </p:to>
                                    </p:set>
                                  </p:childTnLst>
                                </p:cTn>
                              </p:par>
                              <p:par>
                                <p:cTn id="69" presetID="1" presetClass="entr" presetSubtype="0" fill="hold" nodeType="withEffect">
                                  <p:stCondLst>
                                    <p:cond delay="0"/>
                                  </p:stCondLst>
                                  <p:childTnLst>
                                    <p:set>
                                      <p:cBhvr>
                                        <p:cTn id="70" dur="1" fill="hold">
                                          <p:stCondLst>
                                            <p:cond delay="0"/>
                                          </p:stCondLst>
                                        </p:cTn>
                                        <p:tgtEl>
                                          <p:spTgt spid="258"/>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64" presetClass="path" presetSubtype="0" accel="50000" decel="50000" fill="hold" nodeType="clickEffect">
                                  <p:stCondLst>
                                    <p:cond delay="0"/>
                                  </p:stCondLst>
                                  <p:childTnLst>
                                    <p:animMotion origin="layout" path="M -3.125E-6 2.96296E-6 L -0.00078 -0.04931 " pathEditMode="relative" rAng="0" ptsTypes="AA">
                                      <p:cBhvr>
                                        <p:cTn id="74" dur="2000" fill="hold"/>
                                        <p:tgtEl>
                                          <p:spTgt spid="258"/>
                                        </p:tgtEl>
                                        <p:attrNameLst>
                                          <p:attrName>ppt_x</p:attrName>
                                          <p:attrName>ppt_y</p:attrName>
                                        </p:attrNameLst>
                                      </p:cBhvr>
                                      <p:rCtr x="-39" y="-2477"/>
                                    </p:animMotion>
                                  </p:childTnLst>
                                  <p:subTnLst>
                                    <p:set>
                                      <p:cBhvr override="childStyle">
                                        <p:cTn dur="1" fill="hold" display="0" masterRel="nextClick" afterEffect="1"/>
                                        <p:tgtEl>
                                          <p:spTgt spid="258"/>
                                        </p:tgtEl>
                                        <p:attrNameLst>
                                          <p:attrName>style.visibility</p:attrName>
                                        </p:attrNameLst>
                                      </p:cBhvr>
                                      <p:to>
                                        <p:strVal val="hidden"/>
                                      </p:to>
                                    </p:set>
                                  </p:sub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set>
                                      <p:cBhvr>
                                        <p:cTn id="78" dur="1" fill="hold">
                                          <p:stCondLst>
                                            <p:cond delay="0"/>
                                          </p:stCondLst>
                                        </p:cTn>
                                        <p:tgtEl>
                                          <p:spTgt spid="251"/>
                                        </p:tgtEl>
                                        <p:attrNameLst>
                                          <p:attrName>style.visibility</p:attrName>
                                        </p:attrNameLst>
                                      </p:cBhvr>
                                      <p:to>
                                        <p:strVal val="visible"/>
                                      </p:to>
                                    </p:set>
                                    <p:animEffect transition="in" filter="fade">
                                      <p:cBhvr>
                                        <p:cTn id="79" dur="500"/>
                                        <p:tgtEl>
                                          <p:spTgt spid="251"/>
                                        </p:tgtEl>
                                      </p:cBhvr>
                                    </p:animEffect>
                                  </p:childTnLst>
                                  <p:subTnLst>
                                    <p:set>
                                      <p:cBhvr override="childStyle">
                                        <p:cTn dur="1" fill="hold" display="0" masterRel="nextClick" afterEffect="1"/>
                                        <p:tgtEl>
                                          <p:spTgt spid="251"/>
                                        </p:tgtEl>
                                        <p:attrNameLst>
                                          <p:attrName>style.visibility</p:attrName>
                                        </p:attrNameLst>
                                      </p:cBhvr>
                                      <p:to>
                                        <p:strVal val="hidden"/>
                                      </p:to>
                                    </p:set>
                                  </p:subTnLst>
                                </p:cTn>
                              </p:par>
                            </p:childTnLst>
                          </p:cTn>
                        </p:par>
                      </p:childTnLst>
                    </p:cTn>
                  </p:par>
                  <p:par>
                    <p:cTn id="80" fill="hold">
                      <p:stCondLst>
                        <p:cond delay="indefinite"/>
                      </p:stCondLst>
                      <p:childTnLst>
                        <p:par>
                          <p:cTn id="81" fill="hold">
                            <p:stCondLst>
                              <p:cond delay="0"/>
                            </p:stCondLst>
                            <p:childTnLst>
                              <p:par>
                                <p:cTn id="82" presetID="10" presetClass="entr" presetSubtype="0" fill="hold" nodeType="clickEffect">
                                  <p:stCondLst>
                                    <p:cond delay="0"/>
                                  </p:stCondLst>
                                  <p:childTnLst>
                                    <p:set>
                                      <p:cBhvr>
                                        <p:cTn id="83" dur="1" fill="hold">
                                          <p:stCondLst>
                                            <p:cond delay="0"/>
                                          </p:stCondLst>
                                        </p:cTn>
                                        <p:tgtEl>
                                          <p:spTgt spid="242"/>
                                        </p:tgtEl>
                                        <p:attrNameLst>
                                          <p:attrName>style.visibility</p:attrName>
                                        </p:attrNameLst>
                                      </p:cBhvr>
                                      <p:to>
                                        <p:strVal val="visible"/>
                                      </p:to>
                                    </p:set>
                                    <p:animEffect transition="in" filter="fade">
                                      <p:cBhvr>
                                        <p:cTn id="84" dur="500"/>
                                        <p:tgtEl>
                                          <p:spTgt spid="242"/>
                                        </p:tgtEl>
                                      </p:cBhvr>
                                    </p:animEffect>
                                  </p:childTnLst>
                                  <p:subTnLst>
                                    <p:set>
                                      <p:cBhvr override="childStyle">
                                        <p:cTn dur="1" fill="hold" display="0" masterRel="nextClick" afterEffect="1"/>
                                        <p:tgtEl>
                                          <p:spTgt spid="242"/>
                                        </p:tgtEl>
                                        <p:attrNameLst>
                                          <p:attrName>style.visibility</p:attrName>
                                        </p:attrNameLst>
                                      </p:cBhvr>
                                      <p:to>
                                        <p:strVal val="hidden"/>
                                      </p:to>
                                    </p:set>
                                  </p:subTnLst>
                                </p:cTn>
                              </p:par>
                            </p:childTnLst>
                          </p:cTn>
                        </p:par>
                      </p:childTnLst>
                    </p:cTn>
                  </p:par>
                  <p:par>
                    <p:cTn id="85" fill="hold">
                      <p:stCondLst>
                        <p:cond delay="indefinite"/>
                      </p:stCondLst>
                      <p:childTnLst>
                        <p:par>
                          <p:cTn id="86" fill="hold">
                            <p:stCondLst>
                              <p:cond delay="0"/>
                            </p:stCondLst>
                            <p:childTnLst>
                              <p:par>
                                <p:cTn id="87" presetID="10" presetClass="entr" presetSubtype="0" fill="hold" nodeType="clickEffect">
                                  <p:stCondLst>
                                    <p:cond delay="0"/>
                                  </p:stCondLst>
                                  <p:childTnLst>
                                    <p:set>
                                      <p:cBhvr>
                                        <p:cTn id="88" dur="1" fill="hold">
                                          <p:stCondLst>
                                            <p:cond delay="0"/>
                                          </p:stCondLst>
                                        </p:cTn>
                                        <p:tgtEl>
                                          <p:spTgt spid="206"/>
                                        </p:tgtEl>
                                        <p:attrNameLst>
                                          <p:attrName>style.visibility</p:attrName>
                                        </p:attrNameLst>
                                      </p:cBhvr>
                                      <p:to>
                                        <p:strVal val="visible"/>
                                      </p:to>
                                    </p:set>
                                    <p:animEffect transition="in" filter="fade">
                                      <p:cBhvr>
                                        <p:cTn id="89" dur="500"/>
                                        <p:tgtEl>
                                          <p:spTgt spid="206"/>
                                        </p:tgtEl>
                                      </p:cBhvr>
                                    </p:animEffect>
                                  </p:childTnLst>
                                  <p:subTnLst>
                                    <p:set>
                                      <p:cBhvr override="childStyle">
                                        <p:cTn dur="1" fill="hold" display="0" masterRel="nextClick" afterEffect="1"/>
                                        <p:tgtEl>
                                          <p:spTgt spid="206"/>
                                        </p:tgtEl>
                                        <p:attrNameLst>
                                          <p:attrName>style.visibility</p:attrName>
                                        </p:attrNameLst>
                                      </p:cBhvr>
                                      <p:to>
                                        <p:strVal val="hidden"/>
                                      </p:to>
                                    </p:set>
                                  </p:subTnLst>
                                </p:cTn>
                              </p:par>
                            </p:childTnLst>
                          </p:cTn>
                        </p:par>
                      </p:childTnLst>
                    </p:cTn>
                  </p:par>
                  <p:par>
                    <p:cTn id="90" fill="hold">
                      <p:stCondLst>
                        <p:cond delay="indefinite"/>
                      </p:stCondLst>
                      <p:childTnLst>
                        <p:par>
                          <p:cTn id="91" fill="hold">
                            <p:stCondLst>
                              <p:cond delay="0"/>
                            </p:stCondLst>
                            <p:childTnLst>
                              <p:par>
                                <p:cTn id="92" presetID="10" presetClass="entr" presetSubtype="0" fill="hold" nodeType="clickEffect">
                                  <p:stCondLst>
                                    <p:cond delay="0"/>
                                  </p:stCondLst>
                                  <p:childTnLst>
                                    <p:set>
                                      <p:cBhvr>
                                        <p:cTn id="93" dur="1" fill="hold">
                                          <p:stCondLst>
                                            <p:cond delay="0"/>
                                          </p:stCondLst>
                                        </p:cTn>
                                        <p:tgtEl>
                                          <p:spTgt spid="215"/>
                                        </p:tgtEl>
                                        <p:attrNameLst>
                                          <p:attrName>style.visibility</p:attrName>
                                        </p:attrNameLst>
                                      </p:cBhvr>
                                      <p:to>
                                        <p:strVal val="visible"/>
                                      </p:to>
                                    </p:set>
                                    <p:animEffect transition="in" filter="fade">
                                      <p:cBhvr>
                                        <p:cTn id="94" dur="500"/>
                                        <p:tgtEl>
                                          <p:spTgt spid="215"/>
                                        </p:tgtEl>
                                      </p:cBhvr>
                                    </p:animEffect>
                                  </p:childTnLst>
                                  <p:subTnLst>
                                    <p:set>
                                      <p:cBhvr override="childStyle">
                                        <p:cTn dur="1" fill="hold" display="0" masterRel="nextClick" afterEffect="1"/>
                                        <p:tgtEl>
                                          <p:spTgt spid="215"/>
                                        </p:tgtEl>
                                        <p:attrNameLst>
                                          <p:attrName>style.visibility</p:attrName>
                                        </p:attrNameLst>
                                      </p:cBhvr>
                                      <p:to>
                                        <p:strVal val="hidden"/>
                                      </p:to>
                                    </p:set>
                                  </p:subTnLst>
                                </p:cTn>
                              </p:par>
                            </p:childTnLst>
                          </p:cTn>
                        </p:par>
                      </p:childTnLst>
                    </p:cTn>
                  </p:par>
                  <p:par>
                    <p:cTn id="95" fill="hold">
                      <p:stCondLst>
                        <p:cond delay="indefinite"/>
                      </p:stCondLst>
                      <p:childTnLst>
                        <p:par>
                          <p:cTn id="96" fill="hold">
                            <p:stCondLst>
                              <p:cond delay="0"/>
                            </p:stCondLst>
                            <p:childTnLst>
                              <p:par>
                                <p:cTn id="97" presetID="10" presetClass="entr" presetSubtype="0" fill="hold" nodeType="clickEffect">
                                  <p:stCondLst>
                                    <p:cond delay="0"/>
                                  </p:stCondLst>
                                  <p:childTnLst>
                                    <p:set>
                                      <p:cBhvr>
                                        <p:cTn id="98" dur="1" fill="hold">
                                          <p:stCondLst>
                                            <p:cond delay="0"/>
                                          </p:stCondLst>
                                        </p:cTn>
                                        <p:tgtEl>
                                          <p:spTgt spid="222"/>
                                        </p:tgtEl>
                                        <p:attrNameLst>
                                          <p:attrName>style.visibility</p:attrName>
                                        </p:attrNameLst>
                                      </p:cBhvr>
                                      <p:to>
                                        <p:strVal val="visible"/>
                                      </p:to>
                                    </p:set>
                                    <p:animEffect transition="in" filter="fade">
                                      <p:cBhvr>
                                        <p:cTn id="99" dur="500"/>
                                        <p:tgtEl>
                                          <p:spTgt spid="222"/>
                                        </p:tgtEl>
                                      </p:cBhvr>
                                    </p:animEffect>
                                  </p:childTnLst>
                                  <p:subTnLst>
                                    <p:set>
                                      <p:cBhvr override="childStyle">
                                        <p:cTn dur="1" fill="hold" display="0" masterRel="nextClick" afterEffect="1"/>
                                        <p:tgtEl>
                                          <p:spTgt spid="222"/>
                                        </p:tgtEl>
                                        <p:attrNameLst>
                                          <p:attrName>style.visibility</p:attrName>
                                        </p:attrNameLst>
                                      </p:cBhvr>
                                      <p:to>
                                        <p:strVal val="hidden"/>
                                      </p:to>
                                    </p:set>
                                  </p:subTnLst>
                                </p:cTn>
                              </p:par>
                            </p:childTnLst>
                          </p:cTn>
                        </p:par>
                      </p:childTnLst>
                    </p:cTn>
                  </p:par>
                  <p:par>
                    <p:cTn id="100" fill="hold">
                      <p:stCondLst>
                        <p:cond delay="indefinite"/>
                      </p:stCondLst>
                      <p:childTnLst>
                        <p:par>
                          <p:cTn id="101" fill="hold">
                            <p:stCondLst>
                              <p:cond delay="0"/>
                            </p:stCondLst>
                            <p:childTnLst>
                              <p:par>
                                <p:cTn id="102" presetID="10" presetClass="entr" presetSubtype="0" fill="hold" nodeType="clickEffect">
                                  <p:stCondLst>
                                    <p:cond delay="0"/>
                                  </p:stCondLst>
                                  <p:childTnLst>
                                    <p:set>
                                      <p:cBhvr>
                                        <p:cTn id="103" dur="1" fill="hold">
                                          <p:stCondLst>
                                            <p:cond delay="0"/>
                                          </p:stCondLst>
                                        </p:cTn>
                                        <p:tgtEl>
                                          <p:spTgt spid="227"/>
                                        </p:tgtEl>
                                        <p:attrNameLst>
                                          <p:attrName>style.visibility</p:attrName>
                                        </p:attrNameLst>
                                      </p:cBhvr>
                                      <p:to>
                                        <p:strVal val="visible"/>
                                      </p:to>
                                    </p:set>
                                    <p:animEffect transition="in" filter="fade">
                                      <p:cBhvr>
                                        <p:cTn id="104" dur="500"/>
                                        <p:tgtEl>
                                          <p:spTgt spid="2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2" grpId="0"/>
      <p:bldP spid="192" grpId="1"/>
      <p:bldP spid="196" grpId="0"/>
      <p:bldP spid="196" grpId="1"/>
      <p:bldP spid="276" grpId="0"/>
      <p:bldP spid="290" grpId="0"/>
      <p:bldP spid="290" grpId="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OSI Body Content"/>
          <p:cNvSpPr txBox="1"/>
          <p:nvPr/>
        </p:nvSpPr>
        <p:spPr>
          <a:xfrm>
            <a:off x="635000" y="1079500"/>
            <a:ext cx="7747000" cy="4445000"/>
          </a:xfrm>
          <a:prstGeom prst="rect">
            <a:avLst/>
          </a:prstGeom>
          <a:noFill/>
        </p:spPr>
        <p:txBody>
          <a:bodyPr wrap="square" lIns="91440" tIns="45720" rIns="91440" bIns="45720" anchor="t"/>
          <a:lstStyle/>
          <a:p>
            <a:pPr marL="0" indent="0">
              <a:buNone/>
            </a:pPr>
            <a:r>
              <a:rPr lang="en-US" sz="2400" b="1"/>
              <a:t>OSI/ISO reference model</a:t>
            </a:r>
          </a:p>
          <a:p>
            <a:pPr marL="285750" indent="-285750">
              <a:buFont typeface="Arial"/>
              <a:buChar char="•"/>
            </a:pPr>
            <a:r>
              <a:rPr lang="en-US" sz="1800"/>
              <a:t>Two layers not found in Internet protocol stack!</a:t>
            </a:r>
          </a:p>
          <a:p>
            <a:pPr marL="571500" lvl="1" indent="-285750">
              <a:buFont typeface="Arial"/>
              <a:buChar char="–"/>
            </a:pPr>
            <a:r>
              <a:rPr lang="en-US" sz="1600" i="1">
                <a:solidFill>
                  <a:srgbClr val="C00000"/>
                </a:solidFill>
              </a:rPr>
              <a:t>presentation:</a:t>
            </a:r>
            <a:r>
              <a:rPr lang="en-US" sz="1600"/>
              <a:t> allow apps to interpret data (encryption, compression, conventions)</a:t>
            </a:r>
          </a:p>
          <a:p>
            <a:pPr marL="571500" lvl="1" indent="-285750">
              <a:buFont typeface="Arial"/>
              <a:buChar char="–"/>
            </a:pPr>
            <a:r>
              <a:rPr lang="en-US" sz="1600" i="1">
                <a:solidFill>
                  <a:srgbClr val="C00000"/>
                </a:solidFill>
              </a:rPr>
              <a:t>session:</a:t>
            </a:r>
            <a:r>
              <a:rPr lang="en-US" sz="1600"/>
              <a:t> synchronization, checkpointing, recovery of data exchange</a:t>
            </a:r>
          </a:p>
        </p:txBody>
      </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10714" y="49146"/>
            <a:ext cx="10515600" cy="894622"/>
          </a:xfrm>
        </p:spPr>
        <p:txBody>
          <a:bodyPr>
            <a:normAutofit/>
          </a:bodyPr>
          <a:lstStyle/>
          <a:p>
            <a:r>
              <a:rPr lang="en-US" altLang="en-US">
                <a:ea typeface="ＭＳ Ｐゴシック" panose="020B0600070205080204" pitchFamily="34" charset="-128"/>
              </a:rPr>
              <a:t>An alternative Internet Architecture</a:t>
            </a:r>
            <a:endParaRPr lang="en-US"/>
          </a:p>
        </p:txBody>
      </p:sp>
      <p:sp>
        <p:nvSpPr>
          <p:cNvPr id="7" name="Rectangle 2">
            <a:extLst>
              <a:ext uri="{FF2B5EF4-FFF2-40B4-BE49-F238E27FC236}">
                <a16:creationId xmlns:a16="http://schemas.microsoft.com/office/drawing/2014/main" id="{B3919DE3-1C67-444E-9B68-661747C794B6}"/>
              </a:ext>
            </a:extLst>
          </p:cNvPr>
          <p:cNvSpPr>
            <a:spLocks noChangeArrowheads="1"/>
          </p:cNvSpPr>
          <p:nvPr/>
        </p:nvSpPr>
        <p:spPr bwMode="auto">
          <a:xfrm>
            <a:off x="8622241" y="1413668"/>
            <a:ext cx="1892300" cy="3530600"/>
          </a:xfrm>
          <a:prstGeom prst="rect">
            <a:avLst/>
          </a:prstGeom>
          <a:solidFill>
            <a:srgbClr val="000099"/>
          </a:solidFill>
          <a:ln>
            <a:noFill/>
          </a:ln>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latin typeface="Times New Roman" panose="02020603050405020304" pitchFamily="18" charset="0"/>
            </a:endParaRPr>
          </a:p>
        </p:txBody>
      </p:sp>
      <p:sp>
        <p:nvSpPr>
          <p:cNvPr id="8" name="Rectangle 6">
            <a:extLst>
              <a:ext uri="{FF2B5EF4-FFF2-40B4-BE49-F238E27FC236}">
                <a16:creationId xmlns:a16="http://schemas.microsoft.com/office/drawing/2014/main" id="{439FC83A-3010-6E44-80DA-A0B478A25DE4}"/>
              </a:ext>
            </a:extLst>
          </p:cNvPr>
          <p:cNvSpPr>
            <a:spLocks noChangeArrowheads="1"/>
          </p:cNvSpPr>
          <p:nvPr/>
        </p:nvSpPr>
        <p:spPr bwMode="auto">
          <a:xfrm>
            <a:off x="8507941" y="1550193"/>
            <a:ext cx="1892300" cy="3586163"/>
          </a:xfrm>
          <a:prstGeom prst="rect">
            <a:avLst/>
          </a:prstGeom>
          <a:solidFill>
            <a:schemeClr val="bg1"/>
          </a:solidFill>
          <a:ln w="38100">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latin typeface="Times New Roman" panose="02020603050405020304" pitchFamily="18" charset="0"/>
            </a:endParaRPr>
          </a:p>
        </p:txBody>
      </p:sp>
      <p:sp>
        <p:nvSpPr>
          <p:cNvPr id="9" name="Text Box 7">
            <a:extLst>
              <a:ext uri="{FF2B5EF4-FFF2-40B4-BE49-F238E27FC236}">
                <a16:creationId xmlns:a16="http://schemas.microsoft.com/office/drawing/2014/main" id="{02AF1634-8914-FF4A-8ACB-58E0BABFE65B}"/>
              </a:ext>
            </a:extLst>
          </p:cNvPr>
          <p:cNvSpPr txBox="1">
            <a:spLocks noChangeArrowheads="1"/>
          </p:cNvSpPr>
          <p:nvPr/>
        </p:nvSpPr>
        <p:spPr bwMode="auto">
          <a:xfrm>
            <a:off x="8465079" y="1721643"/>
            <a:ext cx="1982787" cy="341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lnSpc>
                <a:spcPct val="70000"/>
              </a:lnSpc>
            </a:pPr>
            <a:r>
              <a:rPr lang="en-US" altLang="en-US"/>
              <a:t>application</a:t>
            </a:r>
          </a:p>
          <a:p>
            <a:pPr algn="ctr">
              <a:lnSpc>
                <a:spcPct val="70000"/>
              </a:lnSpc>
            </a:pPr>
            <a:endParaRPr lang="en-US" altLang="en-US"/>
          </a:p>
          <a:p>
            <a:pPr algn="ctr">
              <a:lnSpc>
                <a:spcPct val="70000"/>
              </a:lnSpc>
            </a:pPr>
            <a:r>
              <a:rPr lang="en-US" altLang="en-US"/>
              <a:t>presentation</a:t>
            </a:r>
          </a:p>
          <a:p>
            <a:pPr algn="ctr">
              <a:lnSpc>
                <a:spcPct val="70000"/>
              </a:lnSpc>
            </a:pPr>
            <a:endParaRPr lang="en-US" altLang="en-US"/>
          </a:p>
          <a:p>
            <a:pPr algn="ctr">
              <a:lnSpc>
                <a:spcPct val="70000"/>
              </a:lnSpc>
            </a:pPr>
            <a:r>
              <a:rPr lang="en-US" altLang="en-US"/>
              <a:t>session</a:t>
            </a:r>
          </a:p>
          <a:p>
            <a:pPr algn="ctr">
              <a:lnSpc>
                <a:spcPct val="70000"/>
              </a:lnSpc>
            </a:pPr>
            <a:endParaRPr lang="en-US" altLang="en-US"/>
          </a:p>
          <a:p>
            <a:pPr algn="ctr">
              <a:lnSpc>
                <a:spcPct val="70000"/>
              </a:lnSpc>
            </a:pPr>
            <a:r>
              <a:rPr lang="en-US" altLang="en-US"/>
              <a:t>transport</a:t>
            </a:r>
          </a:p>
          <a:p>
            <a:pPr algn="ctr">
              <a:lnSpc>
                <a:spcPct val="70000"/>
              </a:lnSpc>
            </a:pPr>
            <a:endParaRPr lang="en-US" altLang="en-US"/>
          </a:p>
          <a:p>
            <a:pPr algn="ctr">
              <a:lnSpc>
                <a:spcPct val="70000"/>
              </a:lnSpc>
            </a:pPr>
            <a:r>
              <a:rPr lang="en-US" altLang="en-US"/>
              <a:t>network</a:t>
            </a:r>
          </a:p>
          <a:p>
            <a:pPr algn="ctr">
              <a:lnSpc>
                <a:spcPct val="70000"/>
              </a:lnSpc>
            </a:pPr>
            <a:endParaRPr lang="en-US" altLang="en-US"/>
          </a:p>
          <a:p>
            <a:pPr algn="ctr">
              <a:lnSpc>
                <a:spcPct val="70000"/>
              </a:lnSpc>
            </a:pPr>
            <a:r>
              <a:rPr lang="en-US" altLang="en-US"/>
              <a:t>link</a:t>
            </a:r>
          </a:p>
          <a:p>
            <a:pPr algn="ctr">
              <a:lnSpc>
                <a:spcPct val="70000"/>
              </a:lnSpc>
            </a:pPr>
            <a:endParaRPr lang="en-US" altLang="en-US"/>
          </a:p>
          <a:p>
            <a:pPr algn="ctr">
              <a:lnSpc>
                <a:spcPct val="70000"/>
              </a:lnSpc>
            </a:pPr>
            <a:r>
              <a:rPr lang="en-US" altLang="en-US"/>
              <a:t>physical</a:t>
            </a:r>
          </a:p>
        </p:txBody>
      </p:sp>
      <p:sp>
        <p:nvSpPr>
          <p:cNvPr id="10" name="Line 8">
            <a:extLst>
              <a:ext uri="{FF2B5EF4-FFF2-40B4-BE49-F238E27FC236}">
                <a16:creationId xmlns:a16="http://schemas.microsoft.com/office/drawing/2014/main" id="{2A989D6F-FA45-8C4E-9BBC-741936AB29C5}"/>
              </a:ext>
            </a:extLst>
          </p:cNvPr>
          <p:cNvSpPr>
            <a:spLocks noChangeShapeType="1"/>
          </p:cNvSpPr>
          <p:nvPr/>
        </p:nvSpPr>
        <p:spPr bwMode="auto">
          <a:xfrm>
            <a:off x="8487304" y="2142331"/>
            <a:ext cx="188595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 name="Line 9">
            <a:extLst>
              <a:ext uri="{FF2B5EF4-FFF2-40B4-BE49-F238E27FC236}">
                <a16:creationId xmlns:a16="http://schemas.microsoft.com/office/drawing/2014/main" id="{15317A6D-8DDE-594B-9C31-D329305C5300}"/>
              </a:ext>
            </a:extLst>
          </p:cNvPr>
          <p:cNvSpPr>
            <a:spLocks noChangeShapeType="1"/>
          </p:cNvSpPr>
          <p:nvPr/>
        </p:nvSpPr>
        <p:spPr bwMode="auto">
          <a:xfrm>
            <a:off x="8501591" y="3118643"/>
            <a:ext cx="188595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 name="Line 10">
            <a:extLst>
              <a:ext uri="{FF2B5EF4-FFF2-40B4-BE49-F238E27FC236}">
                <a16:creationId xmlns:a16="http://schemas.microsoft.com/office/drawing/2014/main" id="{4C0565FC-B6A4-1C41-A3C7-95333C728091}"/>
              </a:ext>
            </a:extLst>
          </p:cNvPr>
          <p:cNvSpPr>
            <a:spLocks noChangeShapeType="1"/>
          </p:cNvSpPr>
          <p:nvPr/>
        </p:nvSpPr>
        <p:spPr bwMode="auto">
          <a:xfrm>
            <a:off x="8501591" y="3658393"/>
            <a:ext cx="188595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 name="Line 11">
            <a:extLst>
              <a:ext uri="{FF2B5EF4-FFF2-40B4-BE49-F238E27FC236}">
                <a16:creationId xmlns:a16="http://schemas.microsoft.com/office/drawing/2014/main" id="{CB8177A7-EC5F-054E-9BF4-6807B276EBEB}"/>
              </a:ext>
            </a:extLst>
          </p:cNvPr>
          <p:cNvSpPr>
            <a:spLocks noChangeShapeType="1"/>
          </p:cNvSpPr>
          <p:nvPr/>
        </p:nvSpPr>
        <p:spPr bwMode="auto">
          <a:xfrm>
            <a:off x="8503179" y="4674393"/>
            <a:ext cx="188595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 name="Line 12">
            <a:extLst>
              <a:ext uri="{FF2B5EF4-FFF2-40B4-BE49-F238E27FC236}">
                <a16:creationId xmlns:a16="http://schemas.microsoft.com/office/drawing/2014/main" id="{E3C788FC-704D-5B46-BAF8-D2E15950C61F}"/>
              </a:ext>
            </a:extLst>
          </p:cNvPr>
          <p:cNvSpPr>
            <a:spLocks noChangeShapeType="1"/>
          </p:cNvSpPr>
          <p:nvPr/>
        </p:nvSpPr>
        <p:spPr bwMode="auto">
          <a:xfrm>
            <a:off x="8487304" y="4191793"/>
            <a:ext cx="188595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5" name="Line 13">
            <a:extLst>
              <a:ext uri="{FF2B5EF4-FFF2-40B4-BE49-F238E27FC236}">
                <a16:creationId xmlns:a16="http://schemas.microsoft.com/office/drawing/2014/main" id="{50AC6633-E0EA-2542-8345-CA3634789CDF}"/>
              </a:ext>
            </a:extLst>
          </p:cNvPr>
          <p:cNvSpPr>
            <a:spLocks noChangeShapeType="1"/>
          </p:cNvSpPr>
          <p:nvPr/>
        </p:nvSpPr>
        <p:spPr bwMode="auto">
          <a:xfrm>
            <a:off x="8485716" y="2661443"/>
            <a:ext cx="188595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 name="TextBox 3">
            <a:extLst>
              <a:ext uri="{FF2B5EF4-FFF2-40B4-BE49-F238E27FC236}">
                <a16:creationId xmlns:a16="http://schemas.microsoft.com/office/drawing/2014/main" id="{1E944C3F-C77B-9A49-ACB6-EDB2E17C9D3A}"/>
              </a:ext>
            </a:extLst>
          </p:cNvPr>
          <p:cNvSpPr txBox="1"/>
          <p:nvPr/>
        </p:nvSpPr>
        <p:spPr>
          <a:xfrm>
            <a:off x="8246534" y="5352939"/>
            <a:ext cx="2466444" cy="646331"/>
          </a:xfrm>
          <a:prstGeom prst="rect">
            <a:avLst/>
          </a:prstGeom>
          <a:noFill/>
        </p:spPr>
        <p:txBody>
          <a:bodyPr wrap="none" rtlCol="0">
            <a:spAutoFit/>
          </a:bodyPr>
          <a:lstStyle/>
          <a:p>
            <a:pPr algn="ctr"/>
            <a:r>
              <a:rPr lang="en-US"/>
              <a:t>The seven layer OSI/ISO </a:t>
            </a:r>
          </a:p>
          <a:p>
            <a:pPr algn="ctr"/>
            <a:r>
              <a:rPr lang="en-US"/>
              <a:t>reference model</a:t>
            </a:r>
          </a:p>
        </p:txBody>
      </p:sp>
      <p:sp>
        <p:nvSpPr>
          <p:cNvPr id="101" name="NonLinearCallout"/>
          <p:cNvSpPr txBox="1"/>
          <p:nvPr/>
        </p:nvSpPr>
        <p:spPr>
          <a:xfrm>
            <a:off x="254000" y="6112667"/>
            <a:ext cx="11684000" cy="471704"/>
          </a:xfrm>
          <a:prstGeom prst="roundRect">
            <a:avLst>
              <a:gd name="adj" fmla="val 16667"/>
            </a:avLst>
          </a:prstGeom>
          <a:solidFill>
            <a:srgbClr val="FFF4E5"/>
          </a:solidFill>
          <a:ln w="19050">
            <a:solidFill>
              <a:srgbClr val="E97132"/>
            </a:solidFill>
          </a:ln>
        </p:spPr>
        <p:txBody>
          <a:bodyPr wrap="square" lIns="91440" tIns="45720" rIns="91440" bIns="45720" anchor="ctr"/>
          <a:lstStyle/>
          <a:p>
            <a:pPr algn="ctr"/>
            <a:r>
              <a:rPr lang="en-US" sz="1600" b="1">
                <a:solidFill>
                  <a:srgbClr val="C04A0F"/>
                </a:solidFill>
              </a:rPr>
              <a:t>Design and implementation are not a linear process. </a:t>
            </a:r>
          </a:p>
          <a:p>
            <a:pPr algn="ctr"/>
            <a:r>
              <a:rPr lang="en-US" sz="1600">
                <a:solidFill>
                  <a:srgbClr val="3A2A1A"/>
                </a:solidFill>
              </a:rPr>
              <a:t>OSI 7-layer model was proposed but </a:t>
            </a:r>
            <a:r>
              <a:rPr lang="en-US" sz="1600" b="1" i="1">
                <a:solidFill>
                  <a:srgbClr val="C04A0F"/>
                </a:solidFill>
              </a:rPr>
              <a:t>never saw the light of day</a:t>
            </a:r>
            <a:r>
              <a:rPr lang="en-US" sz="1600">
                <a:solidFill>
                  <a:srgbClr val="3A2A1A"/>
                </a:solidFill>
              </a:rPr>
              <a:t> — TCP/IP won in practice.</a:t>
            </a:r>
          </a:p>
        </p:txBody>
      </p:sp>
      <p:sp>
        <p:nvSpPr>
          <p:cNvPr id="102" name="NeverAdoptedStamp"/>
          <p:cNvSpPr txBox="1"/>
          <p:nvPr/>
        </p:nvSpPr>
        <p:spPr>
          <a:xfrm rot="-1200000">
            <a:off x="8514969" y="3596002"/>
            <a:ext cx="2667000" cy="762000"/>
          </a:xfrm>
          <a:prstGeom prst="rect">
            <a:avLst/>
          </a:prstGeom>
          <a:noFill/>
          <a:ln w="28575">
            <a:solidFill>
              <a:srgbClr val="C00000"/>
            </a:solidFill>
          </a:ln>
        </p:spPr>
        <p:txBody>
          <a:bodyPr wrap="square" lIns="36000" tIns="18000" rIns="36000" bIns="18000" anchor="ctr"/>
          <a:lstStyle/>
          <a:p>
            <a:pPr algn="ctr"/>
            <a:r>
              <a:rPr lang="en-US" sz="1600" b="1">
                <a:solidFill>
                  <a:srgbClr val="C00000"/>
                </a:solidFill>
              </a:rPr>
              <a:t>NEVER ADOPTED</a:t>
            </a:r>
          </a:p>
        </p:txBody>
      </p:sp>
      <p:pic>
        <p:nvPicPr>
          <p:cNvPr id="3" name="Content Placeholder 6" descr="A screenshot of a computer&#10;&#10;Description automatically generated">
            <a:extLst>
              <a:ext uri="{FF2B5EF4-FFF2-40B4-BE49-F238E27FC236}">
                <a16:creationId xmlns:a16="http://schemas.microsoft.com/office/drawing/2014/main" id="{36D680C7-35A0-B70F-C101-A57458A70C19}"/>
              </a:ext>
            </a:extLst>
          </p:cNvPr>
          <p:cNvPicPr>
            <a:picLocks noGrp="1" noChangeAspect="1"/>
          </p:cNvPicPr>
          <p:nvPr>
            <p:ph sz="half" idx="1"/>
          </p:nvPr>
        </p:nvPicPr>
        <p:blipFill>
          <a:blip r:embed="rId3"/>
          <a:stretch>
            <a:fillRect/>
          </a:stretch>
        </p:blipFill>
        <p:spPr>
          <a:xfrm>
            <a:off x="647829" y="2682605"/>
            <a:ext cx="7641038" cy="2898594"/>
          </a:xfrm>
        </p:spPr>
      </p:pic>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09AF9B92-CB3F-384E-29BC-070BD311F0D4}"/>
                  </a:ext>
                </a:extLst>
              </p14:cNvPr>
              <p14:cNvContentPartPr/>
              <p14:nvPr/>
            </p14:nvContentPartPr>
            <p14:xfrm>
              <a:off x="819000" y="127800"/>
              <a:ext cx="11281320" cy="5159520"/>
            </p14:xfrm>
          </p:contentPart>
        </mc:Choice>
        <mc:Fallback>
          <p:pic>
            <p:nvPicPr>
              <p:cNvPr id="5" name="Ink 4">
                <a:extLst>
                  <a:ext uri="{FF2B5EF4-FFF2-40B4-BE49-F238E27FC236}">
                    <a16:creationId xmlns:a16="http://schemas.microsoft.com/office/drawing/2014/main" id="{09AF9B92-CB3F-384E-29BC-070BD311F0D4}"/>
                  </a:ext>
                </a:extLst>
              </p:cNvPr>
              <p:cNvPicPr/>
              <p:nvPr/>
            </p:nvPicPr>
            <p:blipFill>
              <a:blip r:embed="rId5"/>
              <a:stretch>
                <a:fillRect/>
              </a:stretch>
            </p:blipFill>
            <p:spPr>
              <a:xfrm>
                <a:off x="809640" y="118440"/>
                <a:ext cx="11300040" cy="5178240"/>
              </a:xfrm>
              <a:prstGeom prst="rect">
                <a:avLst/>
              </a:prstGeom>
            </p:spPr>
          </p:pic>
        </mc:Fallback>
      </mc:AlternateContent>
    </p:spTree>
    <p:extLst>
      <p:ext uri="{BB962C8B-B14F-4D97-AF65-F5344CB8AC3E}">
        <p14:creationId xmlns:p14="http://schemas.microsoft.com/office/powerpoint/2010/main" val="999225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2"/>
                                        </p:tgtEl>
                                        <p:attrNameLst>
                                          <p:attrName>style.visibility</p:attrName>
                                        </p:attrNameLst>
                                      </p:cBhvr>
                                      <p:to>
                                        <p:strVal val="visible"/>
                                      </p:to>
                                    </p:set>
                                    <p:anim calcmode="lin" valueType="num">
                                      <p:cBhvr additive="base">
                                        <p:cTn id="7" dur="500"/>
                                        <p:tgtEl>
                                          <p:spTgt spid="10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01"/>
                                        </p:tgtEl>
                                        <p:attrNameLst>
                                          <p:attrName>style.visibility</p:attrName>
                                        </p:attrNameLst>
                                      </p:cBhvr>
                                      <p:to>
                                        <p:strVal val="visible"/>
                                      </p:to>
                                    </p:set>
                                    <p:anim calcmode="lin" valueType="num">
                                      <p:cBhvr additive="base">
                                        <p:cTn id="16" dur="500"/>
                                        <p:tgtEl>
                                          <p:spTgt spid="10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P spid="10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647E4-0688-3578-CFB1-1EEB21760C4E}"/>
              </a:ext>
            </a:extLst>
          </p:cNvPr>
          <p:cNvSpPr>
            <a:spLocks noGrp="1"/>
          </p:cNvSpPr>
          <p:nvPr>
            <p:ph type="title"/>
          </p:nvPr>
        </p:nvSpPr>
        <p:spPr/>
        <p:txBody>
          <a:bodyPr/>
          <a:lstStyle/>
          <a:p>
            <a:r>
              <a:rPr lang="en-US"/>
              <a:t>Where to implement network functions?</a:t>
            </a:r>
          </a:p>
        </p:txBody>
      </p:sp>
      <p:sp>
        <p:nvSpPr>
          <p:cNvPr id="6" name="Slide Number Placeholder 5">
            <a:extLst>
              <a:ext uri="{FF2B5EF4-FFF2-40B4-BE49-F238E27FC236}">
                <a16:creationId xmlns:a16="http://schemas.microsoft.com/office/drawing/2014/main" id="{D342D7C7-B50F-85F9-962E-E1F84432EF45}"/>
              </a:ext>
            </a:extLst>
          </p:cNvPr>
          <p:cNvSpPr>
            <a:spLocks noGrp="1"/>
          </p:cNvSpPr>
          <p:nvPr>
            <p:ph type="sldNum" sz="quarter" idx="12"/>
          </p:nvPr>
        </p:nvSpPr>
        <p:spPr/>
        <p:txBody>
          <a:bodyPr/>
          <a:lstStyle/>
          <a:p>
            <a:fld id="{B5CEABB6-07DC-46E8-9B57-56EC44A396E5}" type="slidenum">
              <a:rPr lang="en-US" smtClean="0"/>
              <a:pPr/>
              <a:t>16</a:t>
            </a:fld>
            <a:endParaRPr lang="en-US"/>
          </a:p>
        </p:txBody>
      </p:sp>
      <p:sp>
        <p:nvSpPr>
          <p:cNvPr id="7" name="Content Placeholder 2">
            <a:extLst>
              <a:ext uri="{FF2B5EF4-FFF2-40B4-BE49-F238E27FC236}">
                <a16:creationId xmlns:a16="http://schemas.microsoft.com/office/drawing/2014/main" id="{4FA7A009-6D40-1B23-FD14-7E9F0D08B1F8}"/>
              </a:ext>
            </a:extLst>
          </p:cNvPr>
          <p:cNvSpPr>
            <a:spLocks noGrp="1"/>
          </p:cNvSpPr>
          <p:nvPr>
            <p:ph sz="half" idx="1"/>
          </p:nvPr>
        </p:nvSpPr>
        <p:spPr/>
        <p:txBody>
          <a:bodyPr/>
          <a:lstStyle/>
          <a:p>
            <a:pPr marL="0" indent="0" algn="ctr">
              <a:buNone/>
            </a:pPr>
            <a:r>
              <a:rPr lang="en-US" b="1"/>
              <a:t>Common Network Services</a:t>
            </a:r>
          </a:p>
          <a:p>
            <a:r>
              <a:rPr lang="en-US"/>
              <a:t>Data transmission (encoding, decoding)</a:t>
            </a:r>
          </a:p>
          <a:p>
            <a:r>
              <a:rPr lang="en-US"/>
              <a:t>Reliability</a:t>
            </a:r>
          </a:p>
          <a:p>
            <a:r>
              <a:rPr lang="en-US"/>
              <a:t>Addressing/routing</a:t>
            </a:r>
          </a:p>
          <a:p>
            <a:r>
              <a:rPr lang="en-US"/>
              <a:t>Congestion control</a:t>
            </a:r>
          </a:p>
          <a:p>
            <a:r>
              <a:rPr lang="en-US"/>
              <a:t>In-order delivery</a:t>
            </a:r>
          </a:p>
          <a:p>
            <a:r>
              <a:rPr lang="en-US"/>
              <a:t>..</a:t>
            </a:r>
          </a:p>
          <a:p>
            <a:endParaRPr lang="en-US"/>
          </a:p>
        </p:txBody>
      </p:sp>
      <p:sp>
        <p:nvSpPr>
          <p:cNvPr id="8" name="Rectangle 6">
            <a:extLst>
              <a:ext uri="{FF2B5EF4-FFF2-40B4-BE49-F238E27FC236}">
                <a16:creationId xmlns:a16="http://schemas.microsoft.com/office/drawing/2014/main" id="{CF6A1F8E-5359-445E-EE1B-736BBE503951}"/>
              </a:ext>
            </a:extLst>
          </p:cNvPr>
          <p:cNvSpPr>
            <a:spLocks noChangeArrowheads="1"/>
          </p:cNvSpPr>
          <p:nvPr/>
        </p:nvSpPr>
        <p:spPr bwMode="auto">
          <a:xfrm>
            <a:off x="8913284" y="1902006"/>
            <a:ext cx="1892300" cy="3530600"/>
          </a:xfrm>
          <a:prstGeom prst="rect">
            <a:avLst/>
          </a:prstGeom>
          <a:solidFill>
            <a:schemeClr val="bg1"/>
          </a:solidFill>
          <a:ln w="38100">
            <a:solidFill>
              <a:schemeClr val="tx1"/>
            </a:solidFill>
            <a:miter lim="800000"/>
            <a:headEnd/>
            <a:tailEnd/>
          </a:ln>
          <a:effectLst>
            <a:outerShdw blurRad="304800" dist="38100" dir="18900000" algn="b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ts val="2060"/>
              </a:lnSpc>
              <a:spcBef>
                <a:spcPts val="0"/>
              </a:spcBef>
              <a:spcAft>
                <a:spcPts val="0"/>
              </a:spcAft>
              <a:buClrTx/>
              <a:buSzTx/>
              <a:buFontTx/>
              <a:buNone/>
              <a:tabLst/>
              <a:defRPr/>
            </a:pPr>
            <a:endParaRPr kumimoji="0" lang="en-US" altLang="en-US" sz="28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9" name="Text Box 7">
            <a:extLst>
              <a:ext uri="{FF2B5EF4-FFF2-40B4-BE49-F238E27FC236}">
                <a16:creationId xmlns:a16="http://schemas.microsoft.com/office/drawing/2014/main" id="{F4882CE3-4900-26F2-4F1B-D352DB91AECF}"/>
              </a:ext>
            </a:extLst>
          </p:cNvPr>
          <p:cNvSpPr txBox="1">
            <a:spLocks noChangeArrowheads="1"/>
          </p:cNvSpPr>
          <p:nvPr/>
        </p:nvSpPr>
        <p:spPr bwMode="auto">
          <a:xfrm>
            <a:off x="9503820" y="4217549"/>
            <a:ext cx="700833"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a:ln>
                  <a:noFill/>
                </a:ln>
                <a:solidFill>
                  <a:srgbClr val="C00000"/>
                </a:solidFill>
                <a:effectLst/>
                <a:uLnTx/>
                <a:uFillTx/>
                <a:latin typeface="Calibri" panose="020F0502020204030204"/>
                <a:ea typeface="ＭＳ Ｐゴシック" panose="020B0600070205080204" pitchFamily="34" charset="-128"/>
                <a:cs typeface="+mn-cs"/>
              </a:rPr>
              <a:t>link</a:t>
            </a:r>
          </a:p>
        </p:txBody>
      </p:sp>
      <p:sp>
        <p:nvSpPr>
          <p:cNvPr id="10" name="Line 8">
            <a:extLst>
              <a:ext uri="{FF2B5EF4-FFF2-40B4-BE49-F238E27FC236}">
                <a16:creationId xmlns:a16="http://schemas.microsoft.com/office/drawing/2014/main" id="{2DBECCC6-7CF0-6D7F-F963-ABD96326187A}"/>
              </a:ext>
            </a:extLst>
          </p:cNvPr>
          <p:cNvSpPr>
            <a:spLocks noChangeShapeType="1"/>
          </p:cNvSpPr>
          <p:nvPr/>
        </p:nvSpPr>
        <p:spPr bwMode="auto">
          <a:xfrm>
            <a:off x="8906934" y="2637698"/>
            <a:ext cx="188595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ts val="206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Line 9">
            <a:extLst>
              <a:ext uri="{FF2B5EF4-FFF2-40B4-BE49-F238E27FC236}">
                <a16:creationId xmlns:a16="http://schemas.microsoft.com/office/drawing/2014/main" id="{321E2EC8-C34B-E3A0-970B-D5F0C3BA10B2}"/>
              </a:ext>
            </a:extLst>
          </p:cNvPr>
          <p:cNvSpPr>
            <a:spLocks noChangeShapeType="1"/>
          </p:cNvSpPr>
          <p:nvPr/>
        </p:nvSpPr>
        <p:spPr bwMode="auto">
          <a:xfrm>
            <a:off x="8906934" y="3342548"/>
            <a:ext cx="188595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ts val="206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Line 10">
            <a:extLst>
              <a:ext uri="{FF2B5EF4-FFF2-40B4-BE49-F238E27FC236}">
                <a16:creationId xmlns:a16="http://schemas.microsoft.com/office/drawing/2014/main" id="{1885A358-5545-7DB8-D608-2AC1A2EF7902}"/>
              </a:ext>
            </a:extLst>
          </p:cNvPr>
          <p:cNvSpPr>
            <a:spLocks noChangeShapeType="1"/>
          </p:cNvSpPr>
          <p:nvPr/>
        </p:nvSpPr>
        <p:spPr bwMode="auto">
          <a:xfrm>
            <a:off x="8906934" y="4053748"/>
            <a:ext cx="188595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ts val="206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Line 11">
            <a:extLst>
              <a:ext uri="{FF2B5EF4-FFF2-40B4-BE49-F238E27FC236}">
                <a16:creationId xmlns:a16="http://schemas.microsoft.com/office/drawing/2014/main" id="{4E0AE224-87E3-7FB4-5AEB-95894CC2AC6E}"/>
              </a:ext>
            </a:extLst>
          </p:cNvPr>
          <p:cNvSpPr>
            <a:spLocks noChangeShapeType="1"/>
          </p:cNvSpPr>
          <p:nvPr/>
        </p:nvSpPr>
        <p:spPr bwMode="auto">
          <a:xfrm>
            <a:off x="8906934" y="4764948"/>
            <a:ext cx="188595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ts val="206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Box 7">
            <a:extLst>
              <a:ext uri="{FF2B5EF4-FFF2-40B4-BE49-F238E27FC236}">
                <a16:creationId xmlns:a16="http://schemas.microsoft.com/office/drawing/2014/main" id="{2ADA763E-63FE-2542-B47D-DA47138EF472}"/>
              </a:ext>
            </a:extLst>
          </p:cNvPr>
          <p:cNvSpPr txBox="1">
            <a:spLocks noChangeArrowheads="1"/>
          </p:cNvSpPr>
          <p:nvPr/>
        </p:nvSpPr>
        <p:spPr bwMode="auto">
          <a:xfrm>
            <a:off x="8942478" y="2070093"/>
            <a:ext cx="1795813"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a:ln>
                  <a:noFill/>
                </a:ln>
                <a:solidFill>
                  <a:srgbClr val="C00000"/>
                </a:solidFill>
                <a:effectLst/>
                <a:uLnTx/>
                <a:uFillTx/>
                <a:latin typeface="Calibri" panose="020F0502020204030204"/>
                <a:ea typeface="ＭＳ Ｐゴシック" panose="020B0600070205080204" pitchFamily="34" charset="-128"/>
                <a:cs typeface="+mn-cs"/>
              </a:rPr>
              <a:t>application</a:t>
            </a:r>
          </a:p>
        </p:txBody>
      </p:sp>
      <p:sp>
        <p:nvSpPr>
          <p:cNvPr id="15" name="Text Box 7">
            <a:extLst>
              <a:ext uri="{FF2B5EF4-FFF2-40B4-BE49-F238E27FC236}">
                <a16:creationId xmlns:a16="http://schemas.microsoft.com/office/drawing/2014/main" id="{11A5F096-2BB4-64CB-EF05-F5DB8D11DF48}"/>
              </a:ext>
            </a:extLst>
          </p:cNvPr>
          <p:cNvSpPr txBox="1">
            <a:spLocks noChangeArrowheads="1"/>
          </p:cNvSpPr>
          <p:nvPr/>
        </p:nvSpPr>
        <p:spPr bwMode="auto">
          <a:xfrm>
            <a:off x="9139934" y="3510968"/>
            <a:ext cx="1400896"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a:ln>
                  <a:noFill/>
                </a:ln>
                <a:solidFill>
                  <a:srgbClr val="C00000"/>
                </a:solidFill>
                <a:effectLst/>
                <a:uLnTx/>
                <a:uFillTx/>
                <a:latin typeface="Calibri" panose="020F0502020204030204"/>
                <a:ea typeface="ＭＳ Ｐゴシック" panose="020B0600070205080204" pitchFamily="34" charset="-128"/>
                <a:cs typeface="+mn-cs"/>
              </a:rPr>
              <a:t>network</a:t>
            </a:r>
          </a:p>
        </p:txBody>
      </p:sp>
      <p:sp>
        <p:nvSpPr>
          <p:cNvPr id="16" name="Text Box 7">
            <a:extLst>
              <a:ext uri="{FF2B5EF4-FFF2-40B4-BE49-F238E27FC236}">
                <a16:creationId xmlns:a16="http://schemas.microsoft.com/office/drawing/2014/main" id="{6D24EB5C-FAAC-62A4-D4D5-31F9046684BC}"/>
              </a:ext>
            </a:extLst>
          </p:cNvPr>
          <p:cNvSpPr txBox="1">
            <a:spLocks noChangeArrowheads="1"/>
          </p:cNvSpPr>
          <p:nvPr/>
        </p:nvSpPr>
        <p:spPr bwMode="auto">
          <a:xfrm>
            <a:off x="9024889" y="2776676"/>
            <a:ext cx="1547860"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a:ln>
                  <a:noFill/>
                </a:ln>
                <a:solidFill>
                  <a:srgbClr val="C00000"/>
                </a:solidFill>
                <a:effectLst/>
                <a:uLnTx/>
                <a:uFillTx/>
                <a:latin typeface="Calibri" panose="020F0502020204030204"/>
                <a:ea typeface="ＭＳ Ｐゴシック" panose="020B0600070205080204" pitchFamily="34" charset="-128"/>
                <a:cs typeface="+mn-cs"/>
              </a:rPr>
              <a:t>transport</a:t>
            </a:r>
          </a:p>
        </p:txBody>
      </p:sp>
      <p:sp>
        <p:nvSpPr>
          <p:cNvPr id="17" name="Text Box 7">
            <a:extLst>
              <a:ext uri="{FF2B5EF4-FFF2-40B4-BE49-F238E27FC236}">
                <a16:creationId xmlns:a16="http://schemas.microsoft.com/office/drawing/2014/main" id="{27135761-EF61-1585-71F7-843F7903A2EE}"/>
              </a:ext>
            </a:extLst>
          </p:cNvPr>
          <p:cNvSpPr txBox="1">
            <a:spLocks noChangeArrowheads="1"/>
          </p:cNvSpPr>
          <p:nvPr/>
        </p:nvSpPr>
        <p:spPr bwMode="auto">
          <a:xfrm>
            <a:off x="9197943" y="4884466"/>
            <a:ext cx="1340302"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a:ln>
                  <a:noFill/>
                </a:ln>
                <a:solidFill>
                  <a:srgbClr val="C00000"/>
                </a:solidFill>
                <a:effectLst/>
                <a:uLnTx/>
                <a:uFillTx/>
                <a:latin typeface="Calibri" panose="020F0502020204030204"/>
                <a:ea typeface="ＭＳ Ｐゴシック" panose="020B0600070205080204" pitchFamily="34" charset="-128"/>
                <a:cs typeface="+mn-cs"/>
              </a:rPr>
              <a:t>physical</a:t>
            </a:r>
          </a:p>
        </p:txBody>
      </p:sp>
      <p:grpSp>
        <p:nvGrpSpPr>
          <p:cNvPr id="18" name="Group 17">
            <a:extLst>
              <a:ext uri="{FF2B5EF4-FFF2-40B4-BE49-F238E27FC236}">
                <a16:creationId xmlns:a16="http://schemas.microsoft.com/office/drawing/2014/main" id="{2B2253F9-6ED0-4A82-C5DC-D5F7A3802C22}"/>
              </a:ext>
            </a:extLst>
          </p:cNvPr>
          <p:cNvGrpSpPr/>
          <p:nvPr/>
        </p:nvGrpSpPr>
        <p:grpSpPr>
          <a:xfrm>
            <a:off x="8931728" y="1894114"/>
            <a:ext cx="1877786" cy="734786"/>
            <a:chOff x="8980714" y="751114"/>
            <a:chExt cx="1877786" cy="734786"/>
          </a:xfrm>
        </p:grpSpPr>
        <p:sp>
          <p:nvSpPr>
            <p:cNvPr id="19" name="Rectangle 18">
              <a:extLst>
                <a:ext uri="{FF2B5EF4-FFF2-40B4-BE49-F238E27FC236}">
                  <a16:creationId xmlns:a16="http://schemas.microsoft.com/office/drawing/2014/main" id="{19664AB1-23AD-BAF8-177A-146280992DAB}"/>
                </a:ext>
              </a:extLst>
            </p:cNvPr>
            <p:cNvSpPr/>
            <p:nvPr/>
          </p:nvSpPr>
          <p:spPr>
            <a:xfrm>
              <a:off x="8980714" y="751114"/>
              <a:ext cx="1877786" cy="73478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 Box 7">
              <a:extLst>
                <a:ext uri="{FF2B5EF4-FFF2-40B4-BE49-F238E27FC236}">
                  <a16:creationId xmlns:a16="http://schemas.microsoft.com/office/drawing/2014/main" id="{ADCF6C18-95DB-3F72-BC65-32E4434E21A4}"/>
                </a:ext>
              </a:extLst>
            </p:cNvPr>
            <p:cNvSpPr txBox="1">
              <a:spLocks noChangeArrowheads="1"/>
            </p:cNvSpPr>
            <p:nvPr/>
          </p:nvSpPr>
          <p:spPr bwMode="auto">
            <a:xfrm>
              <a:off x="9029564" y="899878"/>
              <a:ext cx="1795813"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a:ln>
                    <a:noFill/>
                  </a:ln>
                  <a:solidFill>
                    <a:schemeClr val="bg1"/>
                  </a:solidFill>
                  <a:effectLst/>
                  <a:uLnTx/>
                  <a:uFillTx/>
                  <a:latin typeface="Calibri" panose="020F0502020204030204"/>
                  <a:ea typeface="ＭＳ Ｐゴシック" panose="020B0600070205080204" pitchFamily="34" charset="-128"/>
                  <a:cs typeface="+mn-cs"/>
                </a:rPr>
                <a:t>application</a:t>
              </a:r>
            </a:p>
          </p:txBody>
        </p:sp>
      </p:grpSp>
      <p:grpSp>
        <p:nvGrpSpPr>
          <p:cNvPr id="21" name="Group 20">
            <a:extLst>
              <a:ext uri="{FF2B5EF4-FFF2-40B4-BE49-F238E27FC236}">
                <a16:creationId xmlns:a16="http://schemas.microsoft.com/office/drawing/2014/main" id="{2E84F0E1-60F4-F6F0-8ED0-2431B05D3615}"/>
              </a:ext>
            </a:extLst>
          </p:cNvPr>
          <p:cNvGrpSpPr/>
          <p:nvPr/>
        </p:nvGrpSpPr>
        <p:grpSpPr>
          <a:xfrm>
            <a:off x="8933979" y="2649498"/>
            <a:ext cx="1861418" cy="688224"/>
            <a:chOff x="8993850" y="766270"/>
            <a:chExt cx="1861418" cy="688224"/>
          </a:xfrm>
        </p:grpSpPr>
        <p:sp>
          <p:nvSpPr>
            <p:cNvPr id="22" name="Rectangle 21">
              <a:extLst>
                <a:ext uri="{FF2B5EF4-FFF2-40B4-BE49-F238E27FC236}">
                  <a16:creationId xmlns:a16="http://schemas.microsoft.com/office/drawing/2014/main" id="{593A59E8-5ADF-FF7E-9538-4E1E243B7498}"/>
                </a:ext>
              </a:extLst>
            </p:cNvPr>
            <p:cNvSpPr/>
            <p:nvPr/>
          </p:nvSpPr>
          <p:spPr>
            <a:xfrm>
              <a:off x="8993850" y="766270"/>
              <a:ext cx="1861418" cy="688224"/>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 Box 7">
              <a:extLst>
                <a:ext uri="{FF2B5EF4-FFF2-40B4-BE49-F238E27FC236}">
                  <a16:creationId xmlns:a16="http://schemas.microsoft.com/office/drawing/2014/main" id="{C13EFB06-148E-05AB-5CB8-594436AB664B}"/>
                </a:ext>
              </a:extLst>
            </p:cNvPr>
            <p:cNvSpPr txBox="1">
              <a:spLocks noChangeArrowheads="1"/>
            </p:cNvSpPr>
            <p:nvPr/>
          </p:nvSpPr>
          <p:spPr bwMode="auto">
            <a:xfrm>
              <a:off x="9153542" y="899878"/>
              <a:ext cx="1547860"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a:ln>
                    <a:noFill/>
                  </a:ln>
                  <a:solidFill>
                    <a:schemeClr val="bg1"/>
                  </a:solidFill>
                  <a:effectLst/>
                  <a:uLnTx/>
                  <a:uFillTx/>
                  <a:latin typeface="Calibri" panose="020F0502020204030204"/>
                  <a:ea typeface="ＭＳ Ｐゴシック" panose="020B0600070205080204" pitchFamily="34" charset="-128"/>
                  <a:cs typeface="+mn-cs"/>
                </a:rPr>
                <a:t>transport</a:t>
              </a:r>
            </a:p>
          </p:txBody>
        </p:sp>
      </p:grpSp>
      <p:grpSp>
        <p:nvGrpSpPr>
          <p:cNvPr id="24" name="Group 23">
            <a:extLst>
              <a:ext uri="{FF2B5EF4-FFF2-40B4-BE49-F238E27FC236}">
                <a16:creationId xmlns:a16="http://schemas.microsoft.com/office/drawing/2014/main" id="{1D79495A-98EC-4050-7C07-EEBFF01E4B28}"/>
              </a:ext>
            </a:extLst>
          </p:cNvPr>
          <p:cNvGrpSpPr/>
          <p:nvPr/>
        </p:nvGrpSpPr>
        <p:grpSpPr>
          <a:xfrm>
            <a:off x="8931286" y="3357646"/>
            <a:ext cx="1861418" cy="677992"/>
            <a:chOff x="8993850" y="766270"/>
            <a:chExt cx="1861418" cy="677992"/>
          </a:xfrm>
        </p:grpSpPr>
        <p:sp>
          <p:nvSpPr>
            <p:cNvPr id="25" name="Rectangle 24">
              <a:extLst>
                <a:ext uri="{FF2B5EF4-FFF2-40B4-BE49-F238E27FC236}">
                  <a16:creationId xmlns:a16="http://schemas.microsoft.com/office/drawing/2014/main" id="{072429F0-666C-CC3E-3A3D-F1DCA4A675A9}"/>
                </a:ext>
              </a:extLst>
            </p:cNvPr>
            <p:cNvSpPr/>
            <p:nvPr/>
          </p:nvSpPr>
          <p:spPr>
            <a:xfrm>
              <a:off x="8993850" y="766270"/>
              <a:ext cx="1861418" cy="67799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 Box 7">
              <a:extLst>
                <a:ext uri="{FF2B5EF4-FFF2-40B4-BE49-F238E27FC236}">
                  <a16:creationId xmlns:a16="http://schemas.microsoft.com/office/drawing/2014/main" id="{668E89B6-D511-58D5-0382-C9E6FF82EF72}"/>
                </a:ext>
              </a:extLst>
            </p:cNvPr>
            <p:cNvSpPr txBox="1">
              <a:spLocks noChangeArrowheads="1"/>
            </p:cNvSpPr>
            <p:nvPr/>
          </p:nvSpPr>
          <p:spPr bwMode="auto">
            <a:xfrm>
              <a:off x="9227024" y="899878"/>
              <a:ext cx="1400896"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a:ln>
                    <a:noFill/>
                  </a:ln>
                  <a:solidFill>
                    <a:schemeClr val="bg1"/>
                  </a:solidFill>
                  <a:effectLst/>
                  <a:uLnTx/>
                  <a:uFillTx/>
                  <a:latin typeface="Calibri" panose="020F0502020204030204"/>
                  <a:ea typeface="ＭＳ Ｐゴシック" panose="020B0600070205080204" pitchFamily="34" charset="-128"/>
                  <a:cs typeface="+mn-cs"/>
                </a:rPr>
                <a:t>network</a:t>
              </a:r>
            </a:p>
          </p:txBody>
        </p:sp>
      </p:grpSp>
      <p:grpSp>
        <p:nvGrpSpPr>
          <p:cNvPr id="27" name="Group 26">
            <a:extLst>
              <a:ext uri="{FF2B5EF4-FFF2-40B4-BE49-F238E27FC236}">
                <a16:creationId xmlns:a16="http://schemas.microsoft.com/office/drawing/2014/main" id="{1BEAF0B5-51AA-9CB7-EBD9-CDDAAB9E52C9}"/>
              </a:ext>
            </a:extLst>
          </p:cNvPr>
          <p:cNvGrpSpPr/>
          <p:nvPr/>
        </p:nvGrpSpPr>
        <p:grpSpPr>
          <a:xfrm>
            <a:off x="8931824" y="4072257"/>
            <a:ext cx="1861418" cy="677992"/>
            <a:chOff x="8993850" y="766270"/>
            <a:chExt cx="1861418" cy="677992"/>
          </a:xfrm>
        </p:grpSpPr>
        <p:sp>
          <p:nvSpPr>
            <p:cNvPr id="28" name="Rectangle 27">
              <a:extLst>
                <a:ext uri="{FF2B5EF4-FFF2-40B4-BE49-F238E27FC236}">
                  <a16:creationId xmlns:a16="http://schemas.microsoft.com/office/drawing/2014/main" id="{7E03EB45-2204-B0D7-C9EC-A25D76C04A94}"/>
                </a:ext>
              </a:extLst>
            </p:cNvPr>
            <p:cNvSpPr/>
            <p:nvPr/>
          </p:nvSpPr>
          <p:spPr>
            <a:xfrm>
              <a:off x="8993850" y="766270"/>
              <a:ext cx="1861418" cy="67799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 Box 7">
              <a:extLst>
                <a:ext uri="{FF2B5EF4-FFF2-40B4-BE49-F238E27FC236}">
                  <a16:creationId xmlns:a16="http://schemas.microsoft.com/office/drawing/2014/main" id="{6F0F063A-3E0F-9374-975C-591C0D89F876}"/>
                </a:ext>
              </a:extLst>
            </p:cNvPr>
            <p:cNvSpPr txBox="1">
              <a:spLocks noChangeArrowheads="1"/>
            </p:cNvSpPr>
            <p:nvPr/>
          </p:nvSpPr>
          <p:spPr bwMode="auto">
            <a:xfrm>
              <a:off x="9577056" y="899878"/>
              <a:ext cx="700834"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a:ln>
                    <a:noFill/>
                  </a:ln>
                  <a:solidFill>
                    <a:schemeClr val="bg1"/>
                  </a:solidFill>
                  <a:effectLst/>
                  <a:uLnTx/>
                  <a:uFillTx/>
                  <a:latin typeface="Calibri" panose="020F0502020204030204"/>
                  <a:ea typeface="ＭＳ Ｐゴシック" panose="020B0600070205080204" pitchFamily="34" charset="-128"/>
                  <a:cs typeface="+mn-cs"/>
                </a:rPr>
                <a:t>link</a:t>
              </a:r>
            </a:p>
          </p:txBody>
        </p:sp>
      </p:grpSp>
      <p:grpSp>
        <p:nvGrpSpPr>
          <p:cNvPr id="30" name="Group 29">
            <a:extLst>
              <a:ext uri="{FF2B5EF4-FFF2-40B4-BE49-F238E27FC236}">
                <a16:creationId xmlns:a16="http://schemas.microsoft.com/office/drawing/2014/main" id="{45DFA538-F12B-2DFF-2D74-B2BD54A75649}"/>
              </a:ext>
            </a:extLst>
          </p:cNvPr>
          <p:cNvGrpSpPr/>
          <p:nvPr/>
        </p:nvGrpSpPr>
        <p:grpSpPr>
          <a:xfrm>
            <a:off x="8925900" y="4785252"/>
            <a:ext cx="1861418" cy="639758"/>
            <a:chOff x="8993850" y="784041"/>
            <a:chExt cx="1861418" cy="639758"/>
          </a:xfrm>
        </p:grpSpPr>
        <p:sp>
          <p:nvSpPr>
            <p:cNvPr id="31" name="Rectangle 30">
              <a:extLst>
                <a:ext uri="{FF2B5EF4-FFF2-40B4-BE49-F238E27FC236}">
                  <a16:creationId xmlns:a16="http://schemas.microsoft.com/office/drawing/2014/main" id="{DC59A6AF-25A5-D5C5-A793-61B21339C84B}"/>
                </a:ext>
              </a:extLst>
            </p:cNvPr>
            <p:cNvSpPr/>
            <p:nvPr/>
          </p:nvSpPr>
          <p:spPr>
            <a:xfrm>
              <a:off x="8993850" y="784041"/>
              <a:ext cx="1861418" cy="63975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 Box 7">
              <a:extLst>
                <a:ext uri="{FF2B5EF4-FFF2-40B4-BE49-F238E27FC236}">
                  <a16:creationId xmlns:a16="http://schemas.microsoft.com/office/drawing/2014/main" id="{B723B6EC-E5DB-38D5-7374-A38EA3A1C457}"/>
                </a:ext>
              </a:extLst>
            </p:cNvPr>
            <p:cNvSpPr txBox="1">
              <a:spLocks noChangeArrowheads="1"/>
            </p:cNvSpPr>
            <p:nvPr/>
          </p:nvSpPr>
          <p:spPr bwMode="auto">
            <a:xfrm>
              <a:off x="9257324" y="899878"/>
              <a:ext cx="1340303"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a:ln>
                    <a:noFill/>
                  </a:ln>
                  <a:solidFill>
                    <a:schemeClr val="bg1"/>
                  </a:solidFill>
                  <a:effectLst/>
                  <a:uLnTx/>
                  <a:uFillTx/>
                  <a:latin typeface="Calibri" panose="020F0502020204030204"/>
                  <a:ea typeface="ＭＳ Ｐゴシック" panose="020B0600070205080204" pitchFamily="34" charset="-128"/>
                  <a:cs typeface="+mn-cs"/>
                </a:rPr>
                <a:t>physical</a:t>
              </a:r>
            </a:p>
          </p:txBody>
        </p:sp>
      </p:gr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AFFA38B4-484A-A25E-7DDC-0C40AD074DC3}"/>
                  </a:ext>
                </a:extLst>
              </p14:cNvPr>
              <p14:cNvContentPartPr/>
              <p14:nvPr/>
            </p14:nvContentPartPr>
            <p14:xfrm>
              <a:off x="430200" y="1028880"/>
              <a:ext cx="10968840" cy="5716800"/>
            </p14:xfrm>
          </p:contentPart>
        </mc:Choice>
        <mc:Fallback>
          <p:pic>
            <p:nvPicPr>
              <p:cNvPr id="3" name="Ink 2">
                <a:extLst>
                  <a:ext uri="{FF2B5EF4-FFF2-40B4-BE49-F238E27FC236}">
                    <a16:creationId xmlns:a16="http://schemas.microsoft.com/office/drawing/2014/main" id="{AFFA38B4-484A-A25E-7DDC-0C40AD074DC3}"/>
                  </a:ext>
                </a:extLst>
              </p:cNvPr>
              <p:cNvPicPr/>
              <p:nvPr/>
            </p:nvPicPr>
            <p:blipFill>
              <a:blip r:embed="rId3"/>
              <a:stretch>
                <a:fillRect/>
              </a:stretch>
            </p:blipFill>
            <p:spPr>
              <a:xfrm>
                <a:off x="420840" y="1019520"/>
                <a:ext cx="10987560" cy="5735520"/>
              </a:xfrm>
              <a:prstGeom prst="rect">
                <a:avLst/>
              </a:prstGeom>
            </p:spPr>
          </p:pic>
        </mc:Fallback>
      </mc:AlternateContent>
    </p:spTree>
    <p:extLst>
      <p:ext uri="{BB962C8B-B14F-4D97-AF65-F5344CB8AC3E}">
        <p14:creationId xmlns:p14="http://schemas.microsoft.com/office/powerpoint/2010/main" val="9863441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AECAB-6B2D-A0B9-D21C-DA316CA67E76}"/>
              </a:ext>
            </a:extLst>
          </p:cNvPr>
          <p:cNvSpPr>
            <a:spLocks noGrp="1"/>
          </p:cNvSpPr>
          <p:nvPr>
            <p:ph type="title"/>
          </p:nvPr>
        </p:nvSpPr>
        <p:spPr/>
        <p:txBody>
          <a:bodyPr/>
          <a:lstStyle/>
          <a:p>
            <a:r>
              <a:rPr lang="en-US"/>
              <a:t>Where to Implement Network Services? </a:t>
            </a:r>
          </a:p>
        </p:txBody>
      </p:sp>
      <p:sp>
        <p:nvSpPr>
          <p:cNvPr id="3" name="Content Placeholder 2">
            <a:extLst>
              <a:ext uri="{FF2B5EF4-FFF2-40B4-BE49-F238E27FC236}">
                <a16:creationId xmlns:a16="http://schemas.microsoft.com/office/drawing/2014/main" id="{9406C92D-5395-B072-75AB-720FA2ADB670}"/>
              </a:ext>
            </a:extLst>
          </p:cNvPr>
          <p:cNvSpPr>
            <a:spLocks noGrp="1"/>
          </p:cNvSpPr>
          <p:nvPr>
            <p:ph sz="half" idx="1"/>
          </p:nvPr>
        </p:nvSpPr>
        <p:spPr>
          <a:xfrm>
            <a:off x="615445" y="3343610"/>
            <a:ext cx="5181600" cy="5144229"/>
          </a:xfrm>
        </p:spPr>
        <p:txBody>
          <a:bodyPr/>
          <a:lstStyle/>
          <a:p>
            <a:pPr marL="130175" indent="0" algn="ctr">
              <a:buNone/>
            </a:pPr>
            <a:r>
              <a:rPr lang="en-US" sz="2800" b="1">
                <a:effectLst/>
                <a:highlight>
                  <a:srgbClr val="FFFFFF"/>
                </a:highlight>
                <a:latin typeface="Calibri" panose="020F0502020204030204" pitchFamily="34" charset="0"/>
              </a:rPr>
              <a:t>In-network support</a:t>
            </a:r>
          </a:p>
          <a:p>
            <a:r>
              <a:rPr lang="en-US" sz="2800">
                <a:effectLst/>
                <a:highlight>
                  <a:srgbClr val="FFFFFF"/>
                </a:highlight>
                <a:latin typeface="Calibri" panose="020F0502020204030204" pitchFamily="34" charset="0"/>
              </a:rPr>
              <a:t>Network with rich functionality that covers most requirements</a:t>
            </a:r>
          </a:p>
          <a:p>
            <a:r>
              <a:rPr lang="en-US" sz="2800">
                <a:effectLst/>
                <a:highlight>
                  <a:srgbClr val="FFFFFF"/>
                </a:highlight>
                <a:latin typeface="Calibri" panose="020F0502020204030204" pitchFamily="34" charset="0"/>
              </a:rPr>
              <a:t>Complex switch design</a:t>
            </a:r>
          </a:p>
          <a:p>
            <a:pPr lvl="1"/>
            <a:r>
              <a:rPr lang="en-US"/>
              <a:t>For example, switches implement reliability</a:t>
            </a:r>
          </a:p>
        </p:txBody>
      </p:sp>
      <p:sp>
        <p:nvSpPr>
          <p:cNvPr id="4" name="Content Placeholder 3">
            <a:extLst>
              <a:ext uri="{FF2B5EF4-FFF2-40B4-BE49-F238E27FC236}">
                <a16:creationId xmlns:a16="http://schemas.microsoft.com/office/drawing/2014/main" id="{DECF9261-4F3F-626A-3D1D-6E90CF82354A}"/>
              </a:ext>
            </a:extLst>
          </p:cNvPr>
          <p:cNvSpPr>
            <a:spLocks noGrp="1"/>
          </p:cNvSpPr>
          <p:nvPr>
            <p:ph sz="half" idx="2"/>
          </p:nvPr>
        </p:nvSpPr>
        <p:spPr>
          <a:xfrm>
            <a:off x="6394955" y="3341262"/>
            <a:ext cx="5181600" cy="5400821"/>
          </a:xfrm>
        </p:spPr>
        <p:txBody>
          <a:bodyPr/>
          <a:lstStyle/>
          <a:p>
            <a:pPr marL="130175" indent="0" algn="ctr">
              <a:buNone/>
            </a:pPr>
            <a:r>
              <a:rPr lang="en-US" b="1"/>
              <a:t>End-system support only</a:t>
            </a:r>
          </a:p>
          <a:p>
            <a:r>
              <a:rPr lang="en-US"/>
              <a:t>As little functionality as possible in the network </a:t>
            </a:r>
          </a:p>
          <a:p>
            <a:r>
              <a:rPr lang="en-US"/>
              <a:t>Most functionality at the end points </a:t>
            </a:r>
          </a:p>
          <a:p>
            <a:pPr lvl="1"/>
            <a:r>
              <a:rPr lang="en-US" sz="2200"/>
              <a:t>Dumb network, intelligent end-points</a:t>
            </a:r>
          </a:p>
          <a:p>
            <a:pPr marL="463550" lvl="1" indent="0">
              <a:buNone/>
            </a:pPr>
            <a:endParaRPr lang="en-US" sz="1800">
              <a:effectLst/>
              <a:highlight>
                <a:srgbClr val="FFFFFF"/>
              </a:highlight>
              <a:latin typeface="Calibri" panose="020F0502020204030204" pitchFamily="34" charset="0"/>
            </a:endParaRPr>
          </a:p>
          <a:p>
            <a:pPr lvl="1"/>
            <a:endParaRPr lang="en-US">
              <a:solidFill>
                <a:srgbClr val="C00000"/>
              </a:solidFill>
            </a:endParaRPr>
          </a:p>
          <a:p>
            <a:pPr lvl="1"/>
            <a:endParaRPr lang="en-US">
              <a:solidFill>
                <a:srgbClr val="C00000"/>
              </a:solidFill>
            </a:endParaRPr>
          </a:p>
        </p:txBody>
      </p:sp>
      <p:sp>
        <p:nvSpPr>
          <p:cNvPr id="6" name="TextBox 5">
            <a:extLst>
              <a:ext uri="{FF2B5EF4-FFF2-40B4-BE49-F238E27FC236}">
                <a16:creationId xmlns:a16="http://schemas.microsoft.com/office/drawing/2014/main" id="{9656773A-16CD-5265-61A9-35B79B832180}"/>
              </a:ext>
            </a:extLst>
          </p:cNvPr>
          <p:cNvSpPr txBox="1"/>
          <p:nvPr/>
        </p:nvSpPr>
        <p:spPr>
          <a:xfrm>
            <a:off x="1470528" y="1060081"/>
            <a:ext cx="8996265" cy="523220"/>
          </a:xfrm>
          <a:prstGeom prst="rect">
            <a:avLst/>
          </a:prstGeom>
          <a:noFill/>
        </p:spPr>
        <p:txBody>
          <a:bodyPr wrap="square" rtlCol="0">
            <a:spAutoFit/>
          </a:bodyPr>
          <a:lstStyle/>
          <a:p>
            <a:pPr algn="ctr"/>
            <a:r>
              <a:rPr lang="en-US" sz="2800" b="1"/>
              <a:t>Two different paradigms</a:t>
            </a:r>
          </a:p>
        </p:txBody>
      </p:sp>
      <p:grpSp>
        <p:nvGrpSpPr>
          <p:cNvPr id="7" name="Group 6">
            <a:extLst>
              <a:ext uri="{FF2B5EF4-FFF2-40B4-BE49-F238E27FC236}">
                <a16:creationId xmlns:a16="http://schemas.microsoft.com/office/drawing/2014/main" id="{62B4562E-8D63-68D9-DFC9-DFE8509DDCC9}"/>
              </a:ext>
            </a:extLst>
          </p:cNvPr>
          <p:cNvGrpSpPr/>
          <p:nvPr/>
        </p:nvGrpSpPr>
        <p:grpSpPr>
          <a:xfrm>
            <a:off x="2511564" y="1696916"/>
            <a:ext cx="6196017" cy="1724393"/>
            <a:chOff x="832298" y="1350298"/>
            <a:chExt cx="8438040" cy="3619080"/>
          </a:xfrm>
        </p:grpSpPr>
        <mc:AlternateContent xmlns:mc="http://schemas.openxmlformats.org/markup-compatibility/2006">
          <mc:Choice xmlns:p14="http://schemas.microsoft.com/office/powerpoint/2010/main" Requires="p14">
            <p:contentPart p14:bwMode="auto" r:id="rId3">
              <p14:nvContentPartPr>
                <p14:cNvPr id="8" name="Ink 7">
                  <a:extLst>
                    <a:ext uri="{FF2B5EF4-FFF2-40B4-BE49-F238E27FC236}">
                      <a16:creationId xmlns:a16="http://schemas.microsoft.com/office/drawing/2014/main" id="{AA7F4D27-0A4A-9DFA-4219-B74590F0E1CD}"/>
                    </a:ext>
                  </a:extLst>
                </p14:cNvPr>
                <p14:cNvContentPartPr/>
                <p14:nvPr/>
              </p14:nvContentPartPr>
              <p14:xfrm>
                <a:off x="885938" y="3071458"/>
                <a:ext cx="360" cy="360"/>
              </p14:xfrm>
            </p:contentPart>
          </mc:Choice>
          <mc:Fallback>
            <p:pic>
              <p:nvPicPr>
                <p:cNvPr id="8" name="Ink 7">
                  <a:extLst>
                    <a:ext uri="{FF2B5EF4-FFF2-40B4-BE49-F238E27FC236}">
                      <a16:creationId xmlns:a16="http://schemas.microsoft.com/office/drawing/2014/main" id="{AA7F4D27-0A4A-9DFA-4219-B74590F0E1CD}"/>
                    </a:ext>
                  </a:extLst>
                </p:cNvPr>
                <p:cNvPicPr/>
                <p:nvPr/>
              </p:nvPicPr>
              <p:blipFill>
                <a:blip r:embed="rId4"/>
                <a:stretch>
                  <a:fillRect/>
                </a:stretch>
              </p:blipFill>
              <p:spPr>
                <a:xfrm>
                  <a:off x="879818" y="3065338"/>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9" name="Ink 8">
                  <a:extLst>
                    <a:ext uri="{FF2B5EF4-FFF2-40B4-BE49-F238E27FC236}">
                      <a16:creationId xmlns:a16="http://schemas.microsoft.com/office/drawing/2014/main" id="{2B4E65AF-3307-FF91-4871-EC7E1BBE8470}"/>
                    </a:ext>
                  </a:extLst>
                </p14:cNvPr>
                <p14:cNvContentPartPr/>
                <p14:nvPr/>
              </p14:nvContentPartPr>
              <p14:xfrm>
                <a:off x="832298" y="3247498"/>
                <a:ext cx="360" cy="360"/>
              </p14:xfrm>
            </p:contentPart>
          </mc:Choice>
          <mc:Fallback>
            <p:pic>
              <p:nvPicPr>
                <p:cNvPr id="9" name="Ink 8">
                  <a:extLst>
                    <a:ext uri="{FF2B5EF4-FFF2-40B4-BE49-F238E27FC236}">
                      <a16:creationId xmlns:a16="http://schemas.microsoft.com/office/drawing/2014/main" id="{2B4E65AF-3307-FF91-4871-EC7E1BBE8470}"/>
                    </a:ext>
                  </a:extLst>
                </p:cNvPr>
                <p:cNvPicPr/>
                <p:nvPr/>
              </p:nvPicPr>
              <p:blipFill>
                <a:blip r:embed="rId4"/>
                <a:stretch>
                  <a:fillRect/>
                </a:stretch>
              </p:blipFill>
              <p:spPr>
                <a:xfrm>
                  <a:off x="826178" y="3241378"/>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0" name="Ink 9">
                  <a:extLst>
                    <a:ext uri="{FF2B5EF4-FFF2-40B4-BE49-F238E27FC236}">
                      <a16:creationId xmlns:a16="http://schemas.microsoft.com/office/drawing/2014/main" id="{8CCB98C9-F376-7A7B-8FB6-E056BFF9C915}"/>
                    </a:ext>
                  </a:extLst>
                </p14:cNvPr>
                <p14:cNvContentPartPr/>
                <p14:nvPr/>
              </p14:nvContentPartPr>
              <p14:xfrm>
                <a:off x="1941458" y="1893178"/>
                <a:ext cx="351360" cy="474840"/>
              </p14:xfrm>
            </p:contentPart>
          </mc:Choice>
          <mc:Fallback>
            <p:pic>
              <p:nvPicPr>
                <p:cNvPr id="10" name="Ink 9">
                  <a:extLst>
                    <a:ext uri="{FF2B5EF4-FFF2-40B4-BE49-F238E27FC236}">
                      <a16:creationId xmlns:a16="http://schemas.microsoft.com/office/drawing/2014/main" id="{8CCB98C9-F376-7A7B-8FB6-E056BFF9C915}"/>
                    </a:ext>
                  </a:extLst>
                </p:cNvPr>
                <p:cNvPicPr/>
                <p:nvPr/>
              </p:nvPicPr>
              <p:blipFill>
                <a:blip r:embed="rId7"/>
                <a:stretch>
                  <a:fillRect/>
                </a:stretch>
              </p:blipFill>
              <p:spPr>
                <a:xfrm>
                  <a:off x="1920416" y="1860717"/>
                  <a:ext cx="392956" cy="539008"/>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1" name="Ink 10">
                  <a:extLst>
                    <a:ext uri="{FF2B5EF4-FFF2-40B4-BE49-F238E27FC236}">
                      <a16:creationId xmlns:a16="http://schemas.microsoft.com/office/drawing/2014/main" id="{847F8D93-9710-2CD7-1B68-A685A74A1D24}"/>
                    </a:ext>
                  </a:extLst>
                </p14:cNvPr>
                <p14:cNvContentPartPr/>
                <p14:nvPr/>
              </p14:nvContentPartPr>
              <p14:xfrm>
                <a:off x="1895738" y="1931698"/>
                <a:ext cx="390600" cy="451800"/>
              </p14:xfrm>
            </p:contentPart>
          </mc:Choice>
          <mc:Fallback>
            <p:pic>
              <p:nvPicPr>
                <p:cNvPr id="11" name="Ink 10">
                  <a:extLst>
                    <a:ext uri="{FF2B5EF4-FFF2-40B4-BE49-F238E27FC236}">
                      <a16:creationId xmlns:a16="http://schemas.microsoft.com/office/drawing/2014/main" id="{847F8D93-9710-2CD7-1B68-A685A74A1D24}"/>
                    </a:ext>
                  </a:extLst>
                </p:cNvPr>
                <p:cNvPicPr/>
                <p:nvPr/>
              </p:nvPicPr>
              <p:blipFill>
                <a:blip r:embed="rId9"/>
                <a:stretch>
                  <a:fillRect/>
                </a:stretch>
              </p:blipFill>
              <p:spPr>
                <a:xfrm>
                  <a:off x="1874638" y="1899211"/>
                  <a:ext cx="432310" cy="516019"/>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2" name="Ink 11">
                  <a:extLst>
                    <a:ext uri="{FF2B5EF4-FFF2-40B4-BE49-F238E27FC236}">
                      <a16:creationId xmlns:a16="http://schemas.microsoft.com/office/drawing/2014/main" id="{AD7D21A9-75B3-4D4C-A5E7-1513BA250DBA}"/>
                    </a:ext>
                  </a:extLst>
                </p14:cNvPr>
                <p14:cNvContentPartPr/>
                <p14:nvPr/>
              </p14:nvContentPartPr>
              <p14:xfrm>
                <a:off x="1559138" y="2375218"/>
                <a:ext cx="352440" cy="207000"/>
              </p14:xfrm>
            </p:contentPart>
          </mc:Choice>
          <mc:Fallback>
            <p:pic>
              <p:nvPicPr>
                <p:cNvPr id="12" name="Ink 11">
                  <a:extLst>
                    <a:ext uri="{FF2B5EF4-FFF2-40B4-BE49-F238E27FC236}">
                      <a16:creationId xmlns:a16="http://schemas.microsoft.com/office/drawing/2014/main" id="{AD7D21A9-75B3-4D4C-A5E7-1513BA250DBA}"/>
                    </a:ext>
                  </a:extLst>
                </p:cNvPr>
                <p:cNvPicPr/>
                <p:nvPr/>
              </p:nvPicPr>
              <p:blipFill>
                <a:blip r:embed="rId11"/>
                <a:stretch>
                  <a:fillRect/>
                </a:stretch>
              </p:blipFill>
              <p:spPr>
                <a:xfrm>
                  <a:off x="1538060" y="2342733"/>
                  <a:ext cx="394105" cy="271215"/>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3" name="Ink 12">
                  <a:extLst>
                    <a:ext uri="{FF2B5EF4-FFF2-40B4-BE49-F238E27FC236}">
                      <a16:creationId xmlns:a16="http://schemas.microsoft.com/office/drawing/2014/main" id="{96838525-0FC3-E0BC-E8CE-1EB165C67930}"/>
                    </a:ext>
                  </a:extLst>
                </p14:cNvPr>
                <p14:cNvContentPartPr/>
                <p14:nvPr/>
              </p14:nvContentPartPr>
              <p14:xfrm>
                <a:off x="1872698" y="2398258"/>
                <a:ext cx="352440" cy="283320"/>
              </p14:xfrm>
            </p:contentPart>
          </mc:Choice>
          <mc:Fallback>
            <p:pic>
              <p:nvPicPr>
                <p:cNvPr id="13" name="Ink 12">
                  <a:extLst>
                    <a:ext uri="{FF2B5EF4-FFF2-40B4-BE49-F238E27FC236}">
                      <a16:creationId xmlns:a16="http://schemas.microsoft.com/office/drawing/2014/main" id="{96838525-0FC3-E0BC-E8CE-1EB165C67930}"/>
                    </a:ext>
                  </a:extLst>
                </p:cNvPr>
                <p:cNvPicPr/>
                <p:nvPr/>
              </p:nvPicPr>
              <p:blipFill>
                <a:blip r:embed="rId13"/>
                <a:stretch>
                  <a:fillRect/>
                </a:stretch>
              </p:blipFill>
              <p:spPr>
                <a:xfrm>
                  <a:off x="1851620" y="2365857"/>
                  <a:ext cx="394105" cy="347368"/>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4" name="Ink 13">
                  <a:extLst>
                    <a:ext uri="{FF2B5EF4-FFF2-40B4-BE49-F238E27FC236}">
                      <a16:creationId xmlns:a16="http://schemas.microsoft.com/office/drawing/2014/main" id="{5EF91916-84D1-9CBF-738B-9A0C30C2B0CC}"/>
                    </a:ext>
                  </a:extLst>
                </p14:cNvPr>
                <p14:cNvContentPartPr/>
                <p14:nvPr/>
              </p14:nvContentPartPr>
              <p14:xfrm>
                <a:off x="1566698" y="2604898"/>
                <a:ext cx="398160" cy="30960"/>
              </p14:xfrm>
            </p:contentPart>
          </mc:Choice>
          <mc:Fallback>
            <p:pic>
              <p:nvPicPr>
                <p:cNvPr id="14" name="Ink 13">
                  <a:extLst>
                    <a:ext uri="{FF2B5EF4-FFF2-40B4-BE49-F238E27FC236}">
                      <a16:creationId xmlns:a16="http://schemas.microsoft.com/office/drawing/2014/main" id="{5EF91916-84D1-9CBF-738B-9A0C30C2B0CC}"/>
                    </a:ext>
                  </a:extLst>
                </p:cNvPr>
                <p:cNvPicPr/>
                <p:nvPr/>
              </p:nvPicPr>
              <p:blipFill>
                <a:blip r:embed="rId15"/>
                <a:stretch>
                  <a:fillRect/>
                </a:stretch>
              </p:blipFill>
              <p:spPr>
                <a:xfrm>
                  <a:off x="1545639" y="2573201"/>
                  <a:ext cx="439788" cy="93617"/>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5" name="Ink 14">
                  <a:extLst>
                    <a:ext uri="{FF2B5EF4-FFF2-40B4-BE49-F238E27FC236}">
                      <a16:creationId xmlns:a16="http://schemas.microsoft.com/office/drawing/2014/main" id="{A6F0E75C-D795-A4E8-3772-1BC475D55E9A}"/>
                    </a:ext>
                  </a:extLst>
                </p14:cNvPr>
                <p14:cNvContentPartPr/>
                <p14:nvPr/>
              </p14:nvContentPartPr>
              <p14:xfrm>
                <a:off x="1773338" y="3125098"/>
                <a:ext cx="405720" cy="405720"/>
              </p14:xfrm>
            </p:contentPart>
          </mc:Choice>
          <mc:Fallback>
            <p:pic>
              <p:nvPicPr>
                <p:cNvPr id="15" name="Ink 14">
                  <a:extLst>
                    <a:ext uri="{FF2B5EF4-FFF2-40B4-BE49-F238E27FC236}">
                      <a16:creationId xmlns:a16="http://schemas.microsoft.com/office/drawing/2014/main" id="{A6F0E75C-D795-A4E8-3772-1BC475D55E9A}"/>
                    </a:ext>
                  </a:extLst>
                </p:cNvPr>
                <p:cNvPicPr/>
                <p:nvPr/>
              </p:nvPicPr>
              <p:blipFill>
                <a:blip r:embed="rId17"/>
                <a:stretch>
                  <a:fillRect/>
                </a:stretch>
              </p:blipFill>
              <p:spPr>
                <a:xfrm>
                  <a:off x="1752293" y="3092671"/>
                  <a:ext cx="447320" cy="469821"/>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6" name="Ink 15">
                  <a:extLst>
                    <a:ext uri="{FF2B5EF4-FFF2-40B4-BE49-F238E27FC236}">
                      <a16:creationId xmlns:a16="http://schemas.microsoft.com/office/drawing/2014/main" id="{8EAD717D-F8D3-E58E-AFE1-EB7B8ED245E1}"/>
                    </a:ext>
                  </a:extLst>
                </p14:cNvPr>
                <p14:cNvContentPartPr/>
                <p14:nvPr/>
              </p14:nvContentPartPr>
              <p14:xfrm>
                <a:off x="1773338" y="3155698"/>
                <a:ext cx="398160" cy="390600"/>
              </p14:xfrm>
            </p:contentPart>
          </mc:Choice>
          <mc:Fallback>
            <p:pic>
              <p:nvPicPr>
                <p:cNvPr id="16" name="Ink 15">
                  <a:extLst>
                    <a:ext uri="{FF2B5EF4-FFF2-40B4-BE49-F238E27FC236}">
                      <a16:creationId xmlns:a16="http://schemas.microsoft.com/office/drawing/2014/main" id="{8EAD717D-F8D3-E58E-AFE1-EB7B8ED245E1}"/>
                    </a:ext>
                  </a:extLst>
                </p:cNvPr>
                <p:cNvPicPr/>
                <p:nvPr/>
              </p:nvPicPr>
              <p:blipFill>
                <a:blip r:embed="rId19"/>
                <a:stretch>
                  <a:fillRect/>
                </a:stretch>
              </p:blipFill>
              <p:spPr>
                <a:xfrm>
                  <a:off x="1752279" y="3123211"/>
                  <a:ext cx="439788" cy="454819"/>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7" name="Ink 16">
                  <a:extLst>
                    <a:ext uri="{FF2B5EF4-FFF2-40B4-BE49-F238E27FC236}">
                      <a16:creationId xmlns:a16="http://schemas.microsoft.com/office/drawing/2014/main" id="{28C4E309-5A8A-53BA-9C60-83D44F141D4B}"/>
                    </a:ext>
                  </a:extLst>
                </p14:cNvPr>
                <p14:cNvContentPartPr/>
                <p14:nvPr/>
              </p14:nvContentPartPr>
              <p14:xfrm>
                <a:off x="1551218" y="3538378"/>
                <a:ext cx="245160" cy="176400"/>
              </p14:xfrm>
            </p:contentPart>
          </mc:Choice>
          <mc:Fallback>
            <p:pic>
              <p:nvPicPr>
                <p:cNvPr id="17" name="Ink 16">
                  <a:extLst>
                    <a:ext uri="{FF2B5EF4-FFF2-40B4-BE49-F238E27FC236}">
                      <a16:creationId xmlns:a16="http://schemas.microsoft.com/office/drawing/2014/main" id="{28C4E309-5A8A-53BA-9C60-83D44F141D4B}"/>
                    </a:ext>
                  </a:extLst>
                </p:cNvPr>
                <p:cNvPicPr/>
                <p:nvPr/>
              </p:nvPicPr>
              <p:blipFill>
                <a:blip r:embed="rId21"/>
                <a:stretch>
                  <a:fillRect/>
                </a:stretch>
              </p:blipFill>
              <p:spPr>
                <a:xfrm>
                  <a:off x="1530134" y="3505963"/>
                  <a:ext cx="286837" cy="240477"/>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8" name="Ink 17">
                  <a:extLst>
                    <a:ext uri="{FF2B5EF4-FFF2-40B4-BE49-F238E27FC236}">
                      <a16:creationId xmlns:a16="http://schemas.microsoft.com/office/drawing/2014/main" id="{A7BE1CE0-EAA7-3107-22E7-54ACCA299124}"/>
                    </a:ext>
                  </a:extLst>
                </p14:cNvPr>
                <p14:cNvContentPartPr/>
                <p14:nvPr/>
              </p14:nvContentPartPr>
              <p14:xfrm>
                <a:off x="1880258" y="3538378"/>
                <a:ext cx="252720" cy="252720"/>
              </p14:xfrm>
            </p:contentPart>
          </mc:Choice>
          <mc:Fallback>
            <p:pic>
              <p:nvPicPr>
                <p:cNvPr id="18" name="Ink 17">
                  <a:extLst>
                    <a:ext uri="{FF2B5EF4-FFF2-40B4-BE49-F238E27FC236}">
                      <a16:creationId xmlns:a16="http://schemas.microsoft.com/office/drawing/2014/main" id="{A7BE1CE0-EAA7-3107-22E7-54ACCA299124}"/>
                    </a:ext>
                  </a:extLst>
                </p:cNvPr>
                <p:cNvPicPr/>
                <p:nvPr/>
              </p:nvPicPr>
              <p:blipFill>
                <a:blip r:embed="rId23"/>
                <a:stretch>
                  <a:fillRect/>
                </a:stretch>
              </p:blipFill>
              <p:spPr>
                <a:xfrm>
                  <a:off x="1859198" y="3505939"/>
                  <a:ext cx="294350" cy="316843"/>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9" name="Ink 18">
                  <a:extLst>
                    <a:ext uri="{FF2B5EF4-FFF2-40B4-BE49-F238E27FC236}">
                      <a16:creationId xmlns:a16="http://schemas.microsoft.com/office/drawing/2014/main" id="{6B84289B-11FA-A23C-3DD9-3177D3EC4DFB}"/>
                    </a:ext>
                  </a:extLst>
                </p14:cNvPr>
                <p14:cNvContentPartPr/>
                <p14:nvPr/>
              </p14:nvContentPartPr>
              <p14:xfrm>
                <a:off x="1581818" y="3744658"/>
                <a:ext cx="417600" cy="54000"/>
              </p14:xfrm>
            </p:contentPart>
          </mc:Choice>
          <mc:Fallback>
            <p:pic>
              <p:nvPicPr>
                <p:cNvPr id="19" name="Ink 18">
                  <a:extLst>
                    <a:ext uri="{FF2B5EF4-FFF2-40B4-BE49-F238E27FC236}">
                      <a16:creationId xmlns:a16="http://schemas.microsoft.com/office/drawing/2014/main" id="{6B84289B-11FA-A23C-3DD9-3177D3EC4DFB}"/>
                    </a:ext>
                  </a:extLst>
                </p:cNvPr>
                <p:cNvPicPr/>
                <p:nvPr/>
              </p:nvPicPr>
              <p:blipFill>
                <a:blip r:embed="rId25"/>
                <a:stretch>
                  <a:fillRect/>
                </a:stretch>
              </p:blipFill>
              <p:spPr>
                <a:xfrm>
                  <a:off x="1560742" y="3712408"/>
                  <a:ext cx="459262" cy="11775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20" name="Ink 19">
                  <a:extLst>
                    <a:ext uri="{FF2B5EF4-FFF2-40B4-BE49-F238E27FC236}">
                      <a16:creationId xmlns:a16="http://schemas.microsoft.com/office/drawing/2014/main" id="{96140ECA-34F8-649E-D493-6157F7A3550C}"/>
                    </a:ext>
                  </a:extLst>
                </p14:cNvPr>
                <p14:cNvContentPartPr/>
                <p14:nvPr/>
              </p14:nvContentPartPr>
              <p14:xfrm>
                <a:off x="2454098" y="3943738"/>
                <a:ext cx="344520" cy="375120"/>
              </p14:xfrm>
            </p:contentPart>
          </mc:Choice>
          <mc:Fallback>
            <p:pic>
              <p:nvPicPr>
                <p:cNvPr id="20" name="Ink 19">
                  <a:extLst>
                    <a:ext uri="{FF2B5EF4-FFF2-40B4-BE49-F238E27FC236}">
                      <a16:creationId xmlns:a16="http://schemas.microsoft.com/office/drawing/2014/main" id="{96140ECA-34F8-649E-D493-6157F7A3550C}"/>
                    </a:ext>
                  </a:extLst>
                </p:cNvPr>
                <p:cNvPicPr/>
                <p:nvPr/>
              </p:nvPicPr>
              <p:blipFill>
                <a:blip r:embed="rId27"/>
                <a:stretch>
                  <a:fillRect/>
                </a:stretch>
              </p:blipFill>
              <p:spPr>
                <a:xfrm>
                  <a:off x="2433055" y="3911283"/>
                  <a:ext cx="386117" cy="439275"/>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21" name="Ink 20">
                  <a:extLst>
                    <a:ext uri="{FF2B5EF4-FFF2-40B4-BE49-F238E27FC236}">
                      <a16:creationId xmlns:a16="http://schemas.microsoft.com/office/drawing/2014/main" id="{19E84950-49E3-AFE2-7646-709EC417E7BD}"/>
                    </a:ext>
                  </a:extLst>
                </p14:cNvPr>
                <p14:cNvContentPartPr/>
                <p14:nvPr/>
              </p14:nvContentPartPr>
              <p14:xfrm>
                <a:off x="2461658" y="3958858"/>
                <a:ext cx="352440" cy="673560"/>
              </p14:xfrm>
            </p:contentPart>
          </mc:Choice>
          <mc:Fallback>
            <p:pic>
              <p:nvPicPr>
                <p:cNvPr id="21" name="Ink 20">
                  <a:extLst>
                    <a:ext uri="{FF2B5EF4-FFF2-40B4-BE49-F238E27FC236}">
                      <a16:creationId xmlns:a16="http://schemas.microsoft.com/office/drawing/2014/main" id="{19E84950-49E3-AFE2-7646-709EC417E7BD}"/>
                    </a:ext>
                  </a:extLst>
                </p:cNvPr>
                <p:cNvPicPr/>
                <p:nvPr/>
              </p:nvPicPr>
              <p:blipFill>
                <a:blip r:embed="rId29"/>
                <a:stretch>
                  <a:fillRect/>
                </a:stretch>
              </p:blipFill>
              <p:spPr>
                <a:xfrm>
                  <a:off x="2440580" y="3926388"/>
                  <a:ext cx="394105" cy="737745"/>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22" name="Ink 21">
                  <a:extLst>
                    <a:ext uri="{FF2B5EF4-FFF2-40B4-BE49-F238E27FC236}">
                      <a16:creationId xmlns:a16="http://schemas.microsoft.com/office/drawing/2014/main" id="{BF08423B-46D4-5C63-8AD5-C1C6C456D72D}"/>
                    </a:ext>
                  </a:extLst>
                </p14:cNvPr>
                <p14:cNvContentPartPr/>
                <p14:nvPr/>
              </p14:nvContentPartPr>
              <p14:xfrm>
                <a:off x="2163578" y="4295458"/>
                <a:ext cx="528120" cy="275760"/>
              </p14:xfrm>
            </p:contentPart>
          </mc:Choice>
          <mc:Fallback>
            <p:pic>
              <p:nvPicPr>
                <p:cNvPr id="22" name="Ink 21">
                  <a:extLst>
                    <a:ext uri="{FF2B5EF4-FFF2-40B4-BE49-F238E27FC236}">
                      <a16:creationId xmlns:a16="http://schemas.microsoft.com/office/drawing/2014/main" id="{BF08423B-46D4-5C63-8AD5-C1C6C456D72D}"/>
                    </a:ext>
                  </a:extLst>
                </p:cNvPr>
                <p:cNvPicPr/>
                <p:nvPr/>
              </p:nvPicPr>
              <p:blipFill>
                <a:blip r:embed="rId31"/>
                <a:stretch>
                  <a:fillRect/>
                </a:stretch>
              </p:blipFill>
              <p:spPr>
                <a:xfrm>
                  <a:off x="2142512" y="4263060"/>
                  <a:ext cx="569762" cy="339803"/>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3" name="Ink 22">
                  <a:extLst>
                    <a:ext uri="{FF2B5EF4-FFF2-40B4-BE49-F238E27FC236}">
                      <a16:creationId xmlns:a16="http://schemas.microsoft.com/office/drawing/2014/main" id="{CA1A6CC1-478A-EE35-4F23-6BB9FFD45F78}"/>
                    </a:ext>
                  </a:extLst>
                </p14:cNvPr>
                <p14:cNvContentPartPr/>
                <p14:nvPr/>
              </p14:nvContentPartPr>
              <p14:xfrm>
                <a:off x="3027938" y="1525978"/>
                <a:ext cx="344520" cy="329400"/>
              </p14:xfrm>
            </p:contentPart>
          </mc:Choice>
          <mc:Fallback>
            <p:pic>
              <p:nvPicPr>
                <p:cNvPr id="23" name="Ink 22">
                  <a:extLst>
                    <a:ext uri="{FF2B5EF4-FFF2-40B4-BE49-F238E27FC236}">
                      <a16:creationId xmlns:a16="http://schemas.microsoft.com/office/drawing/2014/main" id="{CA1A6CC1-478A-EE35-4F23-6BB9FFD45F78}"/>
                    </a:ext>
                  </a:extLst>
                </p:cNvPr>
                <p:cNvPicPr/>
                <p:nvPr/>
              </p:nvPicPr>
              <p:blipFill>
                <a:blip r:embed="rId33"/>
                <a:stretch>
                  <a:fillRect/>
                </a:stretch>
              </p:blipFill>
              <p:spPr>
                <a:xfrm>
                  <a:off x="3006895" y="1493491"/>
                  <a:ext cx="386117" cy="393618"/>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4" name="Ink 23">
                  <a:extLst>
                    <a:ext uri="{FF2B5EF4-FFF2-40B4-BE49-F238E27FC236}">
                      <a16:creationId xmlns:a16="http://schemas.microsoft.com/office/drawing/2014/main" id="{AAAF8AE6-3CA7-1CB8-9BC3-69DBB7540F4C}"/>
                    </a:ext>
                  </a:extLst>
                </p14:cNvPr>
                <p14:cNvContentPartPr/>
                <p14:nvPr/>
              </p14:nvContentPartPr>
              <p14:xfrm>
                <a:off x="3020378" y="1541458"/>
                <a:ext cx="433080" cy="336960"/>
              </p14:xfrm>
            </p:contentPart>
          </mc:Choice>
          <mc:Fallback>
            <p:pic>
              <p:nvPicPr>
                <p:cNvPr id="24" name="Ink 23">
                  <a:extLst>
                    <a:ext uri="{FF2B5EF4-FFF2-40B4-BE49-F238E27FC236}">
                      <a16:creationId xmlns:a16="http://schemas.microsoft.com/office/drawing/2014/main" id="{AAAF8AE6-3CA7-1CB8-9BC3-69DBB7540F4C}"/>
                    </a:ext>
                  </a:extLst>
                </p:cNvPr>
                <p:cNvPicPr/>
                <p:nvPr/>
              </p:nvPicPr>
              <p:blipFill>
                <a:blip r:embed="rId35"/>
                <a:stretch>
                  <a:fillRect/>
                </a:stretch>
              </p:blipFill>
              <p:spPr>
                <a:xfrm>
                  <a:off x="2999312" y="1509044"/>
                  <a:ext cx="474722" cy="401035"/>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5" name="Ink 24">
                  <a:extLst>
                    <a:ext uri="{FF2B5EF4-FFF2-40B4-BE49-F238E27FC236}">
                      <a16:creationId xmlns:a16="http://schemas.microsoft.com/office/drawing/2014/main" id="{B8E3DEF7-27AC-C07B-6410-DD5FEC2C247C}"/>
                    </a:ext>
                  </a:extLst>
                </p14:cNvPr>
                <p14:cNvContentPartPr/>
                <p14:nvPr/>
              </p14:nvContentPartPr>
              <p14:xfrm>
                <a:off x="2844338" y="1870498"/>
                <a:ext cx="291240" cy="214560"/>
              </p14:xfrm>
            </p:contentPart>
          </mc:Choice>
          <mc:Fallback>
            <p:pic>
              <p:nvPicPr>
                <p:cNvPr id="25" name="Ink 24">
                  <a:extLst>
                    <a:ext uri="{FF2B5EF4-FFF2-40B4-BE49-F238E27FC236}">
                      <a16:creationId xmlns:a16="http://schemas.microsoft.com/office/drawing/2014/main" id="{B8E3DEF7-27AC-C07B-6410-DD5FEC2C247C}"/>
                    </a:ext>
                  </a:extLst>
                </p:cNvPr>
                <p:cNvPicPr/>
                <p:nvPr/>
              </p:nvPicPr>
              <p:blipFill>
                <a:blip r:embed="rId37"/>
                <a:stretch>
                  <a:fillRect/>
                </a:stretch>
              </p:blipFill>
              <p:spPr>
                <a:xfrm>
                  <a:off x="2823255" y="1838126"/>
                  <a:ext cx="332916" cy="278552"/>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6" name="Ink 25">
                  <a:extLst>
                    <a:ext uri="{FF2B5EF4-FFF2-40B4-BE49-F238E27FC236}">
                      <a16:creationId xmlns:a16="http://schemas.microsoft.com/office/drawing/2014/main" id="{2171BB96-9121-2DE3-418B-BB77FAA89D98}"/>
                    </a:ext>
                  </a:extLst>
                </p14:cNvPr>
                <p14:cNvContentPartPr/>
                <p14:nvPr/>
              </p14:nvContentPartPr>
              <p14:xfrm>
                <a:off x="3219098" y="1885618"/>
                <a:ext cx="160920" cy="298800"/>
              </p14:xfrm>
            </p:contentPart>
          </mc:Choice>
          <mc:Fallback>
            <p:pic>
              <p:nvPicPr>
                <p:cNvPr id="26" name="Ink 25">
                  <a:extLst>
                    <a:ext uri="{FF2B5EF4-FFF2-40B4-BE49-F238E27FC236}">
                      <a16:creationId xmlns:a16="http://schemas.microsoft.com/office/drawing/2014/main" id="{2171BB96-9121-2DE3-418B-BB77FAA89D98}"/>
                    </a:ext>
                  </a:extLst>
                </p:cNvPr>
                <p:cNvPicPr/>
                <p:nvPr/>
              </p:nvPicPr>
              <p:blipFill>
                <a:blip r:embed="rId39"/>
                <a:stretch>
                  <a:fillRect/>
                </a:stretch>
              </p:blipFill>
              <p:spPr>
                <a:xfrm>
                  <a:off x="3198066" y="1853173"/>
                  <a:ext cx="202495" cy="362936"/>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7" name="Ink 26">
                  <a:extLst>
                    <a:ext uri="{FF2B5EF4-FFF2-40B4-BE49-F238E27FC236}">
                      <a16:creationId xmlns:a16="http://schemas.microsoft.com/office/drawing/2014/main" id="{469F03B4-682B-10FB-AC93-EB9C4FF8026F}"/>
                    </a:ext>
                  </a:extLst>
                </p14:cNvPr>
                <p14:cNvContentPartPr/>
                <p14:nvPr/>
              </p14:nvContentPartPr>
              <p14:xfrm>
                <a:off x="2868098" y="2107738"/>
                <a:ext cx="518760" cy="38520"/>
              </p14:xfrm>
            </p:contentPart>
          </mc:Choice>
          <mc:Fallback>
            <p:pic>
              <p:nvPicPr>
                <p:cNvPr id="27" name="Ink 26">
                  <a:extLst>
                    <a:ext uri="{FF2B5EF4-FFF2-40B4-BE49-F238E27FC236}">
                      <a16:creationId xmlns:a16="http://schemas.microsoft.com/office/drawing/2014/main" id="{469F03B4-682B-10FB-AC93-EB9C4FF8026F}"/>
                    </a:ext>
                  </a:extLst>
                </p:cNvPr>
                <p:cNvPicPr/>
                <p:nvPr/>
              </p:nvPicPr>
              <p:blipFill>
                <a:blip r:embed="rId41"/>
                <a:stretch>
                  <a:fillRect/>
                </a:stretch>
              </p:blipFill>
              <p:spPr>
                <a:xfrm>
                  <a:off x="2847014" y="2075885"/>
                  <a:ext cx="560437" cy="101485"/>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8" name="Ink 27">
                  <a:extLst>
                    <a:ext uri="{FF2B5EF4-FFF2-40B4-BE49-F238E27FC236}">
                      <a16:creationId xmlns:a16="http://schemas.microsoft.com/office/drawing/2014/main" id="{26A1B1CC-8964-4306-587F-3B2ABDD0482D}"/>
                    </a:ext>
                  </a:extLst>
                </p14:cNvPr>
                <p14:cNvContentPartPr/>
                <p14:nvPr/>
              </p14:nvContentPartPr>
              <p14:xfrm>
                <a:off x="2477138" y="2344618"/>
                <a:ext cx="742320" cy="520560"/>
              </p14:xfrm>
            </p:contentPart>
          </mc:Choice>
          <mc:Fallback>
            <p:pic>
              <p:nvPicPr>
                <p:cNvPr id="28" name="Ink 27">
                  <a:extLst>
                    <a:ext uri="{FF2B5EF4-FFF2-40B4-BE49-F238E27FC236}">
                      <a16:creationId xmlns:a16="http://schemas.microsoft.com/office/drawing/2014/main" id="{26A1B1CC-8964-4306-587F-3B2ABDD0482D}"/>
                    </a:ext>
                  </a:extLst>
                </p:cNvPr>
                <p:cNvPicPr/>
                <p:nvPr/>
              </p:nvPicPr>
              <p:blipFill>
                <a:blip r:embed="rId43"/>
                <a:stretch>
                  <a:fillRect/>
                </a:stretch>
              </p:blipFill>
              <p:spPr>
                <a:xfrm>
                  <a:off x="2456055" y="2312177"/>
                  <a:ext cx="783996" cy="584687"/>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9" name="Ink 28">
                  <a:extLst>
                    <a:ext uri="{FF2B5EF4-FFF2-40B4-BE49-F238E27FC236}">
                      <a16:creationId xmlns:a16="http://schemas.microsoft.com/office/drawing/2014/main" id="{B81B7FED-284A-097E-71FD-5B88896B5D9A}"/>
                    </a:ext>
                  </a:extLst>
                </p14:cNvPr>
                <p14:cNvContentPartPr/>
                <p14:nvPr/>
              </p14:nvContentPartPr>
              <p14:xfrm>
                <a:off x="2423498" y="3216898"/>
                <a:ext cx="772920" cy="160920"/>
              </p14:xfrm>
            </p:contentPart>
          </mc:Choice>
          <mc:Fallback>
            <p:pic>
              <p:nvPicPr>
                <p:cNvPr id="29" name="Ink 28">
                  <a:extLst>
                    <a:ext uri="{FF2B5EF4-FFF2-40B4-BE49-F238E27FC236}">
                      <a16:creationId xmlns:a16="http://schemas.microsoft.com/office/drawing/2014/main" id="{B81B7FED-284A-097E-71FD-5B88896B5D9A}"/>
                    </a:ext>
                  </a:extLst>
                </p:cNvPr>
                <p:cNvPicPr/>
                <p:nvPr/>
              </p:nvPicPr>
              <p:blipFill>
                <a:blip r:embed="rId45"/>
                <a:stretch>
                  <a:fillRect/>
                </a:stretch>
              </p:blipFill>
              <p:spPr>
                <a:xfrm>
                  <a:off x="2402436" y="3184564"/>
                  <a:ext cx="814554" cy="224837"/>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30" name="Ink 29">
                  <a:extLst>
                    <a:ext uri="{FF2B5EF4-FFF2-40B4-BE49-F238E27FC236}">
                      <a16:creationId xmlns:a16="http://schemas.microsoft.com/office/drawing/2014/main" id="{2CDBBB83-780F-AC9E-EABD-844695E0C709}"/>
                    </a:ext>
                  </a:extLst>
                </p14:cNvPr>
                <p14:cNvContentPartPr/>
                <p14:nvPr/>
              </p14:nvContentPartPr>
              <p14:xfrm>
                <a:off x="2897978" y="3584098"/>
                <a:ext cx="551160" cy="383040"/>
              </p14:xfrm>
            </p:contentPart>
          </mc:Choice>
          <mc:Fallback>
            <p:pic>
              <p:nvPicPr>
                <p:cNvPr id="30" name="Ink 29">
                  <a:extLst>
                    <a:ext uri="{FF2B5EF4-FFF2-40B4-BE49-F238E27FC236}">
                      <a16:creationId xmlns:a16="http://schemas.microsoft.com/office/drawing/2014/main" id="{2CDBBB83-780F-AC9E-EABD-844695E0C709}"/>
                    </a:ext>
                  </a:extLst>
                </p:cNvPr>
                <p:cNvPicPr/>
                <p:nvPr/>
              </p:nvPicPr>
              <p:blipFill>
                <a:blip r:embed="rId47"/>
                <a:stretch>
                  <a:fillRect/>
                </a:stretch>
              </p:blipFill>
              <p:spPr>
                <a:xfrm>
                  <a:off x="2876893" y="3551611"/>
                  <a:ext cx="592840" cy="447258"/>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31" name="Ink 30">
                  <a:extLst>
                    <a:ext uri="{FF2B5EF4-FFF2-40B4-BE49-F238E27FC236}">
                      <a16:creationId xmlns:a16="http://schemas.microsoft.com/office/drawing/2014/main" id="{06442D28-8D80-3905-68CE-6EEA4A6719CF}"/>
                    </a:ext>
                  </a:extLst>
                </p14:cNvPr>
                <p14:cNvContentPartPr/>
                <p14:nvPr/>
              </p14:nvContentPartPr>
              <p14:xfrm>
                <a:off x="3456338" y="1946818"/>
                <a:ext cx="352440" cy="398160"/>
              </p14:xfrm>
            </p:contentPart>
          </mc:Choice>
          <mc:Fallback>
            <p:pic>
              <p:nvPicPr>
                <p:cNvPr id="31" name="Ink 30">
                  <a:extLst>
                    <a:ext uri="{FF2B5EF4-FFF2-40B4-BE49-F238E27FC236}">
                      <a16:creationId xmlns:a16="http://schemas.microsoft.com/office/drawing/2014/main" id="{06442D28-8D80-3905-68CE-6EEA4A6719CF}"/>
                    </a:ext>
                  </a:extLst>
                </p:cNvPr>
                <p:cNvPicPr/>
                <p:nvPr/>
              </p:nvPicPr>
              <p:blipFill>
                <a:blip r:embed="rId49"/>
                <a:stretch>
                  <a:fillRect/>
                </a:stretch>
              </p:blipFill>
              <p:spPr>
                <a:xfrm>
                  <a:off x="3435260" y="1914392"/>
                  <a:ext cx="394105" cy="462258"/>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32" name="Ink 31">
                  <a:extLst>
                    <a:ext uri="{FF2B5EF4-FFF2-40B4-BE49-F238E27FC236}">
                      <a16:creationId xmlns:a16="http://schemas.microsoft.com/office/drawing/2014/main" id="{52BF8490-3651-AF50-4154-9C9F9CC45443}"/>
                    </a:ext>
                  </a:extLst>
                </p14:cNvPr>
                <p14:cNvContentPartPr/>
                <p14:nvPr/>
              </p14:nvContentPartPr>
              <p14:xfrm>
                <a:off x="3219098" y="2314018"/>
                <a:ext cx="1101960" cy="1278000"/>
              </p14:xfrm>
            </p:contentPart>
          </mc:Choice>
          <mc:Fallback>
            <p:pic>
              <p:nvPicPr>
                <p:cNvPr id="32" name="Ink 31">
                  <a:extLst>
                    <a:ext uri="{FF2B5EF4-FFF2-40B4-BE49-F238E27FC236}">
                      <a16:creationId xmlns:a16="http://schemas.microsoft.com/office/drawing/2014/main" id="{52BF8490-3651-AF50-4154-9C9F9CC45443}"/>
                    </a:ext>
                  </a:extLst>
                </p:cNvPr>
                <p:cNvPicPr/>
                <p:nvPr/>
              </p:nvPicPr>
              <p:blipFill>
                <a:blip r:embed="rId51"/>
                <a:stretch>
                  <a:fillRect/>
                </a:stretch>
              </p:blipFill>
              <p:spPr>
                <a:xfrm>
                  <a:off x="3198020" y="2281539"/>
                  <a:ext cx="1143627" cy="1342202"/>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3" name="Ink 32">
                  <a:extLst>
                    <a:ext uri="{FF2B5EF4-FFF2-40B4-BE49-F238E27FC236}">
                      <a16:creationId xmlns:a16="http://schemas.microsoft.com/office/drawing/2014/main" id="{F929363A-A2F7-819B-DC55-37B9D13AE9D8}"/>
                    </a:ext>
                  </a:extLst>
                </p14:cNvPr>
                <p14:cNvContentPartPr/>
                <p14:nvPr/>
              </p14:nvContentPartPr>
              <p14:xfrm>
                <a:off x="4328618" y="2321938"/>
                <a:ext cx="1805760" cy="1744560"/>
              </p14:xfrm>
            </p:contentPart>
          </mc:Choice>
          <mc:Fallback>
            <p:pic>
              <p:nvPicPr>
                <p:cNvPr id="33" name="Ink 32">
                  <a:extLst>
                    <a:ext uri="{FF2B5EF4-FFF2-40B4-BE49-F238E27FC236}">
                      <a16:creationId xmlns:a16="http://schemas.microsoft.com/office/drawing/2014/main" id="{F929363A-A2F7-819B-DC55-37B9D13AE9D8}"/>
                    </a:ext>
                  </a:extLst>
                </p:cNvPr>
                <p:cNvPicPr/>
                <p:nvPr/>
              </p:nvPicPr>
              <p:blipFill>
                <a:blip r:embed="rId53"/>
                <a:stretch>
                  <a:fillRect/>
                </a:stretch>
              </p:blipFill>
              <p:spPr>
                <a:xfrm>
                  <a:off x="4307541" y="2289464"/>
                  <a:ext cx="1847424" cy="1808754"/>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4" name="Ink 33">
                  <a:extLst>
                    <a:ext uri="{FF2B5EF4-FFF2-40B4-BE49-F238E27FC236}">
                      <a16:creationId xmlns:a16="http://schemas.microsoft.com/office/drawing/2014/main" id="{D232D871-399E-54F5-4C98-65ED7CAC68E9}"/>
                    </a:ext>
                  </a:extLst>
                </p14:cNvPr>
                <p14:cNvContentPartPr/>
                <p14:nvPr/>
              </p14:nvContentPartPr>
              <p14:xfrm>
                <a:off x="3624818" y="3545938"/>
                <a:ext cx="1125000" cy="635400"/>
              </p14:xfrm>
            </p:contentPart>
          </mc:Choice>
          <mc:Fallback>
            <p:pic>
              <p:nvPicPr>
                <p:cNvPr id="34" name="Ink 33">
                  <a:extLst>
                    <a:ext uri="{FF2B5EF4-FFF2-40B4-BE49-F238E27FC236}">
                      <a16:creationId xmlns:a16="http://schemas.microsoft.com/office/drawing/2014/main" id="{D232D871-399E-54F5-4C98-65ED7CAC68E9}"/>
                    </a:ext>
                  </a:extLst>
                </p:cNvPr>
                <p:cNvPicPr/>
                <p:nvPr/>
              </p:nvPicPr>
              <p:blipFill>
                <a:blip r:embed="rId55"/>
                <a:stretch>
                  <a:fillRect/>
                </a:stretch>
              </p:blipFill>
              <p:spPr>
                <a:xfrm>
                  <a:off x="3603749" y="3513450"/>
                  <a:ext cx="1166649" cy="69962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5" name="Ink 34">
                  <a:extLst>
                    <a:ext uri="{FF2B5EF4-FFF2-40B4-BE49-F238E27FC236}">
                      <a16:creationId xmlns:a16="http://schemas.microsoft.com/office/drawing/2014/main" id="{B6D83E1D-711A-1111-8CAE-D98A3631C74D}"/>
                    </a:ext>
                  </a:extLst>
                </p14:cNvPr>
                <p14:cNvContentPartPr/>
                <p14:nvPr/>
              </p14:nvContentPartPr>
              <p14:xfrm>
                <a:off x="3777818" y="2734858"/>
                <a:ext cx="398160" cy="130320"/>
              </p14:xfrm>
            </p:contentPart>
          </mc:Choice>
          <mc:Fallback>
            <p:pic>
              <p:nvPicPr>
                <p:cNvPr id="35" name="Ink 34">
                  <a:extLst>
                    <a:ext uri="{FF2B5EF4-FFF2-40B4-BE49-F238E27FC236}">
                      <a16:creationId xmlns:a16="http://schemas.microsoft.com/office/drawing/2014/main" id="{B6D83E1D-711A-1111-8CAE-D98A3631C74D}"/>
                    </a:ext>
                  </a:extLst>
                </p:cNvPr>
                <p:cNvPicPr/>
                <p:nvPr/>
              </p:nvPicPr>
              <p:blipFill>
                <a:blip r:embed="rId57"/>
                <a:stretch>
                  <a:fillRect/>
                </a:stretch>
              </p:blipFill>
              <p:spPr>
                <a:xfrm>
                  <a:off x="3756759" y="2702466"/>
                  <a:ext cx="439788" cy="19435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6" name="Ink 35">
                  <a:extLst>
                    <a:ext uri="{FF2B5EF4-FFF2-40B4-BE49-F238E27FC236}">
                      <a16:creationId xmlns:a16="http://schemas.microsoft.com/office/drawing/2014/main" id="{DC221372-7A1C-E5E3-390F-1368B5241C6F}"/>
                    </a:ext>
                  </a:extLst>
                </p14:cNvPr>
                <p14:cNvContentPartPr/>
                <p14:nvPr/>
              </p14:nvContentPartPr>
              <p14:xfrm>
                <a:off x="3785378" y="2803618"/>
                <a:ext cx="54000" cy="313920"/>
              </p14:xfrm>
            </p:contentPart>
          </mc:Choice>
          <mc:Fallback>
            <p:pic>
              <p:nvPicPr>
                <p:cNvPr id="36" name="Ink 35">
                  <a:extLst>
                    <a:ext uri="{FF2B5EF4-FFF2-40B4-BE49-F238E27FC236}">
                      <a16:creationId xmlns:a16="http://schemas.microsoft.com/office/drawing/2014/main" id="{DC221372-7A1C-E5E3-390F-1368B5241C6F}"/>
                    </a:ext>
                  </a:extLst>
                </p:cNvPr>
                <p:cNvPicPr/>
                <p:nvPr/>
              </p:nvPicPr>
              <p:blipFill>
                <a:blip r:embed="rId59"/>
                <a:stretch>
                  <a:fillRect/>
                </a:stretch>
              </p:blipFill>
              <p:spPr>
                <a:xfrm>
                  <a:off x="3764269" y="2771170"/>
                  <a:ext cx="95727" cy="378062"/>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7" name="Ink 36">
                  <a:extLst>
                    <a:ext uri="{FF2B5EF4-FFF2-40B4-BE49-F238E27FC236}">
                      <a16:creationId xmlns:a16="http://schemas.microsoft.com/office/drawing/2014/main" id="{58497A0F-F865-6F1A-522C-2CE7EA4ACD9B}"/>
                    </a:ext>
                  </a:extLst>
                </p14:cNvPr>
                <p14:cNvContentPartPr/>
                <p14:nvPr/>
              </p14:nvContentPartPr>
              <p14:xfrm>
                <a:off x="4022618" y="2780938"/>
                <a:ext cx="115200" cy="291240"/>
              </p14:xfrm>
            </p:contentPart>
          </mc:Choice>
          <mc:Fallback>
            <p:pic>
              <p:nvPicPr>
                <p:cNvPr id="37" name="Ink 36">
                  <a:extLst>
                    <a:ext uri="{FF2B5EF4-FFF2-40B4-BE49-F238E27FC236}">
                      <a16:creationId xmlns:a16="http://schemas.microsoft.com/office/drawing/2014/main" id="{58497A0F-F865-6F1A-522C-2CE7EA4ACD9B}"/>
                    </a:ext>
                  </a:extLst>
                </p:cNvPr>
                <p:cNvPicPr/>
                <p:nvPr/>
              </p:nvPicPr>
              <p:blipFill>
                <a:blip r:embed="rId61"/>
                <a:stretch>
                  <a:fillRect/>
                </a:stretch>
              </p:blipFill>
              <p:spPr>
                <a:xfrm>
                  <a:off x="4001539" y="2748494"/>
                  <a:ext cx="156868" cy="355373"/>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38" name="Ink 37">
                  <a:extLst>
                    <a:ext uri="{FF2B5EF4-FFF2-40B4-BE49-F238E27FC236}">
                      <a16:creationId xmlns:a16="http://schemas.microsoft.com/office/drawing/2014/main" id="{1D65605A-2ED2-DBFC-AFBF-A95D5D9BD119}"/>
                    </a:ext>
                  </a:extLst>
                </p14:cNvPr>
                <p14:cNvContentPartPr/>
                <p14:nvPr/>
              </p14:nvContentPartPr>
              <p14:xfrm>
                <a:off x="3786098" y="3071458"/>
                <a:ext cx="389520" cy="38520"/>
              </p14:xfrm>
            </p:contentPart>
          </mc:Choice>
          <mc:Fallback>
            <p:pic>
              <p:nvPicPr>
                <p:cNvPr id="38" name="Ink 37">
                  <a:extLst>
                    <a:ext uri="{FF2B5EF4-FFF2-40B4-BE49-F238E27FC236}">
                      <a16:creationId xmlns:a16="http://schemas.microsoft.com/office/drawing/2014/main" id="{1D65605A-2ED2-DBFC-AFBF-A95D5D9BD119}"/>
                    </a:ext>
                  </a:extLst>
                </p:cNvPr>
                <p:cNvPicPr/>
                <p:nvPr/>
              </p:nvPicPr>
              <p:blipFill>
                <a:blip r:embed="rId63"/>
                <a:stretch>
                  <a:fillRect/>
                </a:stretch>
              </p:blipFill>
              <p:spPr>
                <a:xfrm>
                  <a:off x="3765030" y="3039605"/>
                  <a:ext cx="431167" cy="101485"/>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39" name="Ink 38">
                  <a:extLst>
                    <a:ext uri="{FF2B5EF4-FFF2-40B4-BE49-F238E27FC236}">
                      <a16:creationId xmlns:a16="http://schemas.microsoft.com/office/drawing/2014/main" id="{301099DD-78D9-0B83-05AE-8F1A79CB3784}"/>
                    </a:ext>
                  </a:extLst>
                </p14:cNvPr>
                <p14:cNvContentPartPr/>
                <p14:nvPr/>
              </p14:nvContentPartPr>
              <p14:xfrm>
                <a:off x="4298018" y="2635498"/>
                <a:ext cx="711720" cy="176400"/>
              </p14:xfrm>
            </p:contentPart>
          </mc:Choice>
          <mc:Fallback>
            <p:pic>
              <p:nvPicPr>
                <p:cNvPr id="39" name="Ink 38">
                  <a:extLst>
                    <a:ext uri="{FF2B5EF4-FFF2-40B4-BE49-F238E27FC236}">
                      <a16:creationId xmlns:a16="http://schemas.microsoft.com/office/drawing/2014/main" id="{301099DD-78D9-0B83-05AE-8F1A79CB3784}"/>
                    </a:ext>
                  </a:extLst>
                </p:cNvPr>
                <p:cNvPicPr/>
                <p:nvPr/>
              </p:nvPicPr>
              <p:blipFill>
                <a:blip r:embed="rId65"/>
                <a:stretch>
                  <a:fillRect/>
                </a:stretch>
              </p:blipFill>
              <p:spPr>
                <a:xfrm>
                  <a:off x="4276955" y="2603083"/>
                  <a:ext cx="753355" cy="240477"/>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40" name="Ink 39">
                  <a:extLst>
                    <a:ext uri="{FF2B5EF4-FFF2-40B4-BE49-F238E27FC236}">
                      <a16:creationId xmlns:a16="http://schemas.microsoft.com/office/drawing/2014/main" id="{F236B46B-7E2C-C20B-7288-285F81FF9024}"/>
                    </a:ext>
                  </a:extLst>
                </p14:cNvPr>
                <p14:cNvContentPartPr/>
                <p14:nvPr/>
              </p14:nvContentPartPr>
              <p14:xfrm>
                <a:off x="4978778" y="2536138"/>
                <a:ext cx="367560" cy="114120"/>
              </p14:xfrm>
            </p:contentPart>
          </mc:Choice>
          <mc:Fallback>
            <p:pic>
              <p:nvPicPr>
                <p:cNvPr id="40" name="Ink 39">
                  <a:extLst>
                    <a:ext uri="{FF2B5EF4-FFF2-40B4-BE49-F238E27FC236}">
                      <a16:creationId xmlns:a16="http://schemas.microsoft.com/office/drawing/2014/main" id="{F236B46B-7E2C-C20B-7288-285F81FF9024}"/>
                    </a:ext>
                  </a:extLst>
                </p:cNvPr>
                <p:cNvPicPr/>
                <p:nvPr/>
              </p:nvPicPr>
              <p:blipFill>
                <a:blip r:embed="rId67"/>
                <a:stretch>
                  <a:fillRect/>
                </a:stretch>
              </p:blipFill>
              <p:spPr>
                <a:xfrm>
                  <a:off x="4957705" y="2503854"/>
                  <a:ext cx="409217" cy="177937"/>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41" name="Ink 40">
                  <a:extLst>
                    <a:ext uri="{FF2B5EF4-FFF2-40B4-BE49-F238E27FC236}">
                      <a16:creationId xmlns:a16="http://schemas.microsoft.com/office/drawing/2014/main" id="{69E5EC0F-FD66-2F57-D503-9389DF4D9A10}"/>
                    </a:ext>
                  </a:extLst>
                </p14:cNvPr>
                <p14:cNvContentPartPr/>
                <p14:nvPr/>
              </p14:nvContentPartPr>
              <p14:xfrm>
                <a:off x="4978778" y="2604898"/>
                <a:ext cx="61560" cy="313920"/>
              </p14:xfrm>
            </p:contentPart>
          </mc:Choice>
          <mc:Fallback>
            <p:pic>
              <p:nvPicPr>
                <p:cNvPr id="41" name="Ink 40">
                  <a:extLst>
                    <a:ext uri="{FF2B5EF4-FFF2-40B4-BE49-F238E27FC236}">
                      <a16:creationId xmlns:a16="http://schemas.microsoft.com/office/drawing/2014/main" id="{69E5EC0F-FD66-2F57-D503-9389DF4D9A10}"/>
                    </a:ext>
                  </a:extLst>
                </p:cNvPr>
                <p:cNvPicPr/>
                <p:nvPr/>
              </p:nvPicPr>
              <p:blipFill>
                <a:blip r:embed="rId69"/>
                <a:stretch>
                  <a:fillRect/>
                </a:stretch>
              </p:blipFill>
              <p:spPr>
                <a:xfrm>
                  <a:off x="4957769" y="2572450"/>
                  <a:ext cx="103089" cy="378062"/>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42" name="Ink 41">
                  <a:extLst>
                    <a:ext uri="{FF2B5EF4-FFF2-40B4-BE49-F238E27FC236}">
                      <a16:creationId xmlns:a16="http://schemas.microsoft.com/office/drawing/2014/main" id="{8E85CE6C-3AC5-B56E-0A8E-5EF0A6658023}"/>
                    </a:ext>
                  </a:extLst>
                </p14:cNvPr>
                <p14:cNvContentPartPr/>
                <p14:nvPr/>
              </p14:nvContentPartPr>
              <p14:xfrm>
                <a:off x="5246618" y="2597338"/>
                <a:ext cx="61560" cy="329400"/>
              </p14:xfrm>
            </p:contentPart>
          </mc:Choice>
          <mc:Fallback>
            <p:pic>
              <p:nvPicPr>
                <p:cNvPr id="42" name="Ink 41">
                  <a:extLst>
                    <a:ext uri="{FF2B5EF4-FFF2-40B4-BE49-F238E27FC236}">
                      <a16:creationId xmlns:a16="http://schemas.microsoft.com/office/drawing/2014/main" id="{8E85CE6C-3AC5-B56E-0A8E-5EF0A6658023}"/>
                    </a:ext>
                  </a:extLst>
                </p:cNvPr>
                <p:cNvPicPr/>
                <p:nvPr/>
              </p:nvPicPr>
              <p:blipFill>
                <a:blip r:embed="rId71"/>
                <a:stretch>
                  <a:fillRect/>
                </a:stretch>
              </p:blipFill>
              <p:spPr>
                <a:xfrm>
                  <a:off x="5225609" y="2564851"/>
                  <a:ext cx="103089" cy="393618"/>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43" name="Ink 42">
                  <a:extLst>
                    <a:ext uri="{FF2B5EF4-FFF2-40B4-BE49-F238E27FC236}">
                      <a16:creationId xmlns:a16="http://schemas.microsoft.com/office/drawing/2014/main" id="{42069C8A-EF46-5BD0-A84A-49C33551A006}"/>
                    </a:ext>
                  </a:extLst>
                </p14:cNvPr>
                <p14:cNvContentPartPr/>
                <p14:nvPr/>
              </p14:nvContentPartPr>
              <p14:xfrm>
                <a:off x="4936298" y="2872738"/>
                <a:ext cx="417600" cy="54000"/>
              </p14:xfrm>
            </p:contentPart>
          </mc:Choice>
          <mc:Fallback>
            <p:pic>
              <p:nvPicPr>
                <p:cNvPr id="43" name="Ink 42">
                  <a:extLst>
                    <a:ext uri="{FF2B5EF4-FFF2-40B4-BE49-F238E27FC236}">
                      <a16:creationId xmlns:a16="http://schemas.microsoft.com/office/drawing/2014/main" id="{42069C8A-EF46-5BD0-A84A-49C33551A006}"/>
                    </a:ext>
                  </a:extLst>
                </p:cNvPr>
                <p:cNvPicPr/>
                <p:nvPr/>
              </p:nvPicPr>
              <p:blipFill>
                <a:blip r:embed="rId73"/>
                <a:stretch>
                  <a:fillRect/>
                </a:stretch>
              </p:blipFill>
              <p:spPr>
                <a:xfrm>
                  <a:off x="4915222" y="2840488"/>
                  <a:ext cx="459262" cy="11775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44" name="Ink 43">
                  <a:extLst>
                    <a:ext uri="{FF2B5EF4-FFF2-40B4-BE49-F238E27FC236}">
                      <a16:creationId xmlns:a16="http://schemas.microsoft.com/office/drawing/2014/main" id="{DF8C6552-C1FD-2B5B-7647-05729EF4C68E}"/>
                    </a:ext>
                  </a:extLst>
                </p14:cNvPr>
                <p14:cNvContentPartPr/>
                <p14:nvPr/>
              </p14:nvContentPartPr>
              <p14:xfrm>
                <a:off x="5483858" y="2161018"/>
                <a:ext cx="463680" cy="183960"/>
              </p14:xfrm>
            </p:contentPart>
          </mc:Choice>
          <mc:Fallback>
            <p:pic>
              <p:nvPicPr>
                <p:cNvPr id="44" name="Ink 43">
                  <a:extLst>
                    <a:ext uri="{FF2B5EF4-FFF2-40B4-BE49-F238E27FC236}">
                      <a16:creationId xmlns:a16="http://schemas.microsoft.com/office/drawing/2014/main" id="{DF8C6552-C1FD-2B5B-7647-05729EF4C68E}"/>
                    </a:ext>
                  </a:extLst>
                </p:cNvPr>
                <p:cNvPicPr/>
                <p:nvPr/>
              </p:nvPicPr>
              <p:blipFill>
                <a:blip r:embed="rId75"/>
                <a:stretch>
                  <a:fillRect/>
                </a:stretch>
              </p:blipFill>
              <p:spPr>
                <a:xfrm>
                  <a:off x="5462782" y="2128599"/>
                  <a:ext cx="505343" cy="248044"/>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45" name="Ink 44">
                  <a:extLst>
                    <a:ext uri="{FF2B5EF4-FFF2-40B4-BE49-F238E27FC236}">
                      <a16:creationId xmlns:a16="http://schemas.microsoft.com/office/drawing/2014/main" id="{7E13B63D-2D31-1F70-9ACD-F7A404AFFEFB}"/>
                    </a:ext>
                  </a:extLst>
                </p14:cNvPr>
                <p14:cNvContentPartPr/>
                <p14:nvPr/>
              </p14:nvContentPartPr>
              <p14:xfrm>
                <a:off x="5816858" y="1450378"/>
                <a:ext cx="409320" cy="887040"/>
              </p14:xfrm>
            </p:contentPart>
          </mc:Choice>
          <mc:Fallback>
            <p:pic>
              <p:nvPicPr>
                <p:cNvPr id="45" name="Ink 44">
                  <a:extLst>
                    <a:ext uri="{FF2B5EF4-FFF2-40B4-BE49-F238E27FC236}">
                      <a16:creationId xmlns:a16="http://schemas.microsoft.com/office/drawing/2014/main" id="{7E13B63D-2D31-1F70-9ACD-F7A404AFFEFB}"/>
                    </a:ext>
                  </a:extLst>
                </p:cNvPr>
                <p:cNvPicPr/>
                <p:nvPr/>
              </p:nvPicPr>
              <p:blipFill>
                <a:blip r:embed="rId77"/>
                <a:stretch>
                  <a:fillRect/>
                </a:stretch>
              </p:blipFill>
              <p:spPr>
                <a:xfrm>
                  <a:off x="5795779" y="1417916"/>
                  <a:ext cx="450987" cy="951209"/>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46" name="Ink 45">
                  <a:extLst>
                    <a:ext uri="{FF2B5EF4-FFF2-40B4-BE49-F238E27FC236}">
                      <a16:creationId xmlns:a16="http://schemas.microsoft.com/office/drawing/2014/main" id="{A73043E8-CF86-9134-1FBB-08872F7F1901}"/>
                    </a:ext>
                  </a:extLst>
                </p14:cNvPr>
                <p14:cNvContentPartPr/>
                <p14:nvPr/>
              </p14:nvContentPartPr>
              <p14:xfrm>
                <a:off x="6180818" y="1350298"/>
                <a:ext cx="1536480" cy="1270440"/>
              </p14:xfrm>
            </p:contentPart>
          </mc:Choice>
          <mc:Fallback>
            <p:pic>
              <p:nvPicPr>
                <p:cNvPr id="46" name="Ink 45">
                  <a:extLst>
                    <a:ext uri="{FF2B5EF4-FFF2-40B4-BE49-F238E27FC236}">
                      <a16:creationId xmlns:a16="http://schemas.microsoft.com/office/drawing/2014/main" id="{A73043E8-CF86-9134-1FBB-08872F7F1901}"/>
                    </a:ext>
                  </a:extLst>
                </p:cNvPr>
                <p:cNvPicPr/>
                <p:nvPr/>
              </p:nvPicPr>
              <p:blipFill>
                <a:blip r:embed="rId79"/>
                <a:stretch>
                  <a:fillRect/>
                </a:stretch>
              </p:blipFill>
              <p:spPr>
                <a:xfrm>
                  <a:off x="6159737" y="1317819"/>
                  <a:ext cx="1578152" cy="1334642"/>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47" name="Ink 46">
                  <a:extLst>
                    <a:ext uri="{FF2B5EF4-FFF2-40B4-BE49-F238E27FC236}">
                      <a16:creationId xmlns:a16="http://schemas.microsoft.com/office/drawing/2014/main" id="{E3E0289B-8212-8605-B174-DF24EE9493D0}"/>
                    </a:ext>
                  </a:extLst>
                </p14:cNvPr>
                <p14:cNvContentPartPr/>
                <p14:nvPr/>
              </p14:nvContentPartPr>
              <p14:xfrm>
                <a:off x="7794338" y="1763218"/>
                <a:ext cx="252720" cy="38520"/>
              </p14:xfrm>
            </p:contentPart>
          </mc:Choice>
          <mc:Fallback>
            <p:pic>
              <p:nvPicPr>
                <p:cNvPr id="47" name="Ink 46">
                  <a:extLst>
                    <a:ext uri="{FF2B5EF4-FFF2-40B4-BE49-F238E27FC236}">
                      <a16:creationId xmlns:a16="http://schemas.microsoft.com/office/drawing/2014/main" id="{E3E0289B-8212-8605-B174-DF24EE9493D0}"/>
                    </a:ext>
                  </a:extLst>
                </p:cNvPr>
                <p:cNvPicPr/>
                <p:nvPr/>
              </p:nvPicPr>
              <p:blipFill>
                <a:blip r:embed="rId81"/>
                <a:stretch>
                  <a:fillRect/>
                </a:stretch>
              </p:blipFill>
              <p:spPr>
                <a:xfrm>
                  <a:off x="7773278" y="1731365"/>
                  <a:ext cx="294350" cy="101485"/>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48" name="Ink 47">
                  <a:extLst>
                    <a:ext uri="{FF2B5EF4-FFF2-40B4-BE49-F238E27FC236}">
                      <a16:creationId xmlns:a16="http://schemas.microsoft.com/office/drawing/2014/main" id="{8919C4B6-8122-5E17-7528-9306FE02A26E}"/>
                    </a:ext>
                  </a:extLst>
                </p14:cNvPr>
                <p14:cNvContentPartPr/>
                <p14:nvPr/>
              </p14:nvContentPartPr>
              <p14:xfrm>
                <a:off x="4145018" y="3132658"/>
                <a:ext cx="750240" cy="551160"/>
              </p14:xfrm>
            </p:contentPart>
          </mc:Choice>
          <mc:Fallback>
            <p:pic>
              <p:nvPicPr>
                <p:cNvPr id="48" name="Ink 47">
                  <a:extLst>
                    <a:ext uri="{FF2B5EF4-FFF2-40B4-BE49-F238E27FC236}">
                      <a16:creationId xmlns:a16="http://schemas.microsoft.com/office/drawing/2014/main" id="{8919C4B6-8122-5E17-7528-9306FE02A26E}"/>
                    </a:ext>
                  </a:extLst>
                </p:cNvPr>
                <p:cNvPicPr/>
                <p:nvPr/>
              </p:nvPicPr>
              <p:blipFill>
                <a:blip r:embed="rId83"/>
                <a:stretch>
                  <a:fillRect/>
                </a:stretch>
              </p:blipFill>
              <p:spPr>
                <a:xfrm>
                  <a:off x="4123933" y="3100192"/>
                  <a:ext cx="791920" cy="615336"/>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49" name="Ink 48">
                  <a:extLst>
                    <a:ext uri="{FF2B5EF4-FFF2-40B4-BE49-F238E27FC236}">
                      <a16:creationId xmlns:a16="http://schemas.microsoft.com/office/drawing/2014/main" id="{4386E0C3-0259-AF34-2FDD-5EC33EEC949D}"/>
                    </a:ext>
                  </a:extLst>
                </p14:cNvPr>
                <p14:cNvContentPartPr/>
                <p14:nvPr/>
              </p14:nvContentPartPr>
              <p14:xfrm>
                <a:off x="4986338" y="3454138"/>
                <a:ext cx="436320" cy="107640"/>
              </p14:xfrm>
            </p:contentPart>
          </mc:Choice>
          <mc:Fallback>
            <p:pic>
              <p:nvPicPr>
                <p:cNvPr id="49" name="Ink 48">
                  <a:extLst>
                    <a:ext uri="{FF2B5EF4-FFF2-40B4-BE49-F238E27FC236}">
                      <a16:creationId xmlns:a16="http://schemas.microsoft.com/office/drawing/2014/main" id="{4386E0C3-0259-AF34-2FDD-5EC33EEC949D}"/>
                    </a:ext>
                  </a:extLst>
                </p:cNvPr>
                <p:cNvPicPr/>
                <p:nvPr/>
              </p:nvPicPr>
              <p:blipFill>
                <a:blip r:embed="rId85"/>
                <a:stretch>
                  <a:fillRect/>
                </a:stretch>
              </p:blipFill>
              <p:spPr>
                <a:xfrm>
                  <a:off x="4965257" y="3421771"/>
                  <a:ext cx="477991" cy="171622"/>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50" name="Ink 49">
                  <a:extLst>
                    <a:ext uri="{FF2B5EF4-FFF2-40B4-BE49-F238E27FC236}">
                      <a16:creationId xmlns:a16="http://schemas.microsoft.com/office/drawing/2014/main" id="{5FC92C69-680B-8048-1C5A-95BED18F3785}"/>
                    </a:ext>
                  </a:extLst>
                </p14:cNvPr>
                <p14:cNvContentPartPr/>
                <p14:nvPr/>
              </p14:nvContentPartPr>
              <p14:xfrm>
                <a:off x="5016938" y="3515338"/>
                <a:ext cx="84600" cy="290160"/>
              </p14:xfrm>
            </p:contentPart>
          </mc:Choice>
          <mc:Fallback>
            <p:pic>
              <p:nvPicPr>
                <p:cNvPr id="50" name="Ink 49">
                  <a:extLst>
                    <a:ext uri="{FF2B5EF4-FFF2-40B4-BE49-F238E27FC236}">
                      <a16:creationId xmlns:a16="http://schemas.microsoft.com/office/drawing/2014/main" id="{5FC92C69-680B-8048-1C5A-95BED18F3785}"/>
                    </a:ext>
                  </a:extLst>
                </p:cNvPr>
                <p:cNvPicPr/>
                <p:nvPr/>
              </p:nvPicPr>
              <p:blipFill>
                <a:blip r:embed="rId87"/>
                <a:stretch>
                  <a:fillRect/>
                </a:stretch>
              </p:blipFill>
              <p:spPr>
                <a:xfrm>
                  <a:off x="4995788" y="3482931"/>
                  <a:ext cx="126408" cy="354221"/>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51" name="Ink 50">
                  <a:extLst>
                    <a:ext uri="{FF2B5EF4-FFF2-40B4-BE49-F238E27FC236}">
                      <a16:creationId xmlns:a16="http://schemas.microsoft.com/office/drawing/2014/main" id="{78A82A22-22F5-17A6-2449-8E738CD198D0}"/>
                    </a:ext>
                  </a:extLst>
                </p14:cNvPr>
                <p14:cNvContentPartPr/>
                <p14:nvPr/>
              </p14:nvContentPartPr>
              <p14:xfrm>
                <a:off x="5216018" y="3484738"/>
                <a:ext cx="160920" cy="321840"/>
              </p14:xfrm>
            </p:contentPart>
          </mc:Choice>
          <mc:Fallback>
            <p:pic>
              <p:nvPicPr>
                <p:cNvPr id="51" name="Ink 50">
                  <a:extLst>
                    <a:ext uri="{FF2B5EF4-FFF2-40B4-BE49-F238E27FC236}">
                      <a16:creationId xmlns:a16="http://schemas.microsoft.com/office/drawing/2014/main" id="{78A82A22-22F5-17A6-2449-8E738CD198D0}"/>
                    </a:ext>
                  </a:extLst>
                </p:cNvPr>
                <p:cNvPicPr/>
                <p:nvPr/>
              </p:nvPicPr>
              <p:blipFill>
                <a:blip r:embed="rId89"/>
                <a:stretch>
                  <a:fillRect/>
                </a:stretch>
              </p:blipFill>
              <p:spPr>
                <a:xfrm>
                  <a:off x="5194986" y="3452252"/>
                  <a:ext cx="202495" cy="386057"/>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52" name="Ink 51">
                  <a:extLst>
                    <a:ext uri="{FF2B5EF4-FFF2-40B4-BE49-F238E27FC236}">
                      <a16:creationId xmlns:a16="http://schemas.microsoft.com/office/drawing/2014/main" id="{F0E2D16D-634E-B9FB-A29B-0361ACF5630B}"/>
                    </a:ext>
                  </a:extLst>
                </p14:cNvPr>
                <p14:cNvContentPartPr/>
                <p14:nvPr/>
              </p14:nvContentPartPr>
              <p14:xfrm>
                <a:off x="5025578" y="3790738"/>
                <a:ext cx="358920" cy="23400"/>
              </p14:xfrm>
            </p:contentPart>
          </mc:Choice>
          <mc:Fallback>
            <p:pic>
              <p:nvPicPr>
                <p:cNvPr id="52" name="Ink 51">
                  <a:extLst>
                    <a:ext uri="{FF2B5EF4-FFF2-40B4-BE49-F238E27FC236}">
                      <a16:creationId xmlns:a16="http://schemas.microsoft.com/office/drawing/2014/main" id="{F0E2D16D-634E-B9FB-A29B-0361ACF5630B}"/>
                    </a:ext>
                  </a:extLst>
                </p:cNvPr>
                <p:cNvPicPr/>
                <p:nvPr/>
              </p:nvPicPr>
              <p:blipFill>
                <a:blip r:embed="rId91"/>
                <a:stretch>
                  <a:fillRect/>
                </a:stretch>
              </p:blipFill>
              <p:spPr>
                <a:xfrm>
                  <a:off x="5004523" y="3758280"/>
                  <a:ext cx="400541" cy="87561"/>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53" name="Ink 52">
                  <a:extLst>
                    <a:ext uri="{FF2B5EF4-FFF2-40B4-BE49-F238E27FC236}">
                      <a16:creationId xmlns:a16="http://schemas.microsoft.com/office/drawing/2014/main" id="{EF0B45F7-BA2C-FDF9-5757-EE8949E023DD}"/>
                    </a:ext>
                  </a:extLst>
                </p14:cNvPr>
                <p14:cNvContentPartPr/>
                <p14:nvPr/>
              </p14:nvContentPartPr>
              <p14:xfrm>
                <a:off x="5468378" y="3729538"/>
                <a:ext cx="933840" cy="520560"/>
              </p14:xfrm>
            </p:contentPart>
          </mc:Choice>
          <mc:Fallback>
            <p:pic>
              <p:nvPicPr>
                <p:cNvPr id="53" name="Ink 52">
                  <a:extLst>
                    <a:ext uri="{FF2B5EF4-FFF2-40B4-BE49-F238E27FC236}">
                      <a16:creationId xmlns:a16="http://schemas.microsoft.com/office/drawing/2014/main" id="{EF0B45F7-BA2C-FDF9-5757-EE8949E023DD}"/>
                    </a:ext>
                  </a:extLst>
                </p:cNvPr>
                <p:cNvPicPr/>
                <p:nvPr/>
              </p:nvPicPr>
              <p:blipFill>
                <a:blip r:embed="rId93"/>
                <a:stretch>
                  <a:fillRect/>
                </a:stretch>
              </p:blipFill>
              <p:spPr>
                <a:xfrm>
                  <a:off x="5447288" y="3697097"/>
                  <a:ext cx="975529" cy="584687"/>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54" name="Ink 53">
                  <a:extLst>
                    <a:ext uri="{FF2B5EF4-FFF2-40B4-BE49-F238E27FC236}">
                      <a16:creationId xmlns:a16="http://schemas.microsoft.com/office/drawing/2014/main" id="{FC060C62-C7EB-6D78-9B20-5832E75D7E6C}"/>
                    </a:ext>
                  </a:extLst>
                </p14:cNvPr>
                <p14:cNvContentPartPr/>
                <p14:nvPr/>
              </p14:nvContentPartPr>
              <p14:xfrm>
                <a:off x="6241298" y="4020058"/>
                <a:ext cx="421200" cy="819000"/>
              </p14:xfrm>
            </p:contentPart>
          </mc:Choice>
          <mc:Fallback>
            <p:pic>
              <p:nvPicPr>
                <p:cNvPr id="54" name="Ink 53">
                  <a:extLst>
                    <a:ext uri="{FF2B5EF4-FFF2-40B4-BE49-F238E27FC236}">
                      <a16:creationId xmlns:a16="http://schemas.microsoft.com/office/drawing/2014/main" id="{FC060C62-C7EB-6D78-9B20-5832E75D7E6C}"/>
                    </a:ext>
                  </a:extLst>
                </p:cNvPr>
                <p:cNvPicPr/>
                <p:nvPr/>
              </p:nvPicPr>
              <p:blipFill>
                <a:blip r:embed="rId95"/>
                <a:stretch>
                  <a:fillRect/>
                </a:stretch>
              </p:blipFill>
              <p:spPr>
                <a:xfrm>
                  <a:off x="6220213" y="3987570"/>
                  <a:ext cx="462879" cy="88322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55" name="Ink 54">
                  <a:extLst>
                    <a:ext uri="{FF2B5EF4-FFF2-40B4-BE49-F238E27FC236}">
                      <a16:creationId xmlns:a16="http://schemas.microsoft.com/office/drawing/2014/main" id="{2E2E9118-E516-80DE-D2BF-D93E8B3A7713}"/>
                    </a:ext>
                  </a:extLst>
                </p14:cNvPr>
                <p14:cNvContentPartPr/>
                <p14:nvPr/>
              </p14:nvContentPartPr>
              <p14:xfrm>
                <a:off x="6662138" y="3828898"/>
                <a:ext cx="1560960" cy="1140480"/>
              </p14:xfrm>
            </p:contentPart>
          </mc:Choice>
          <mc:Fallback>
            <p:pic>
              <p:nvPicPr>
                <p:cNvPr id="55" name="Ink 54">
                  <a:extLst>
                    <a:ext uri="{FF2B5EF4-FFF2-40B4-BE49-F238E27FC236}">
                      <a16:creationId xmlns:a16="http://schemas.microsoft.com/office/drawing/2014/main" id="{2E2E9118-E516-80DE-D2BF-D93E8B3A7713}"/>
                    </a:ext>
                  </a:extLst>
                </p:cNvPr>
                <p:cNvPicPr/>
                <p:nvPr/>
              </p:nvPicPr>
              <p:blipFill>
                <a:blip r:embed="rId97"/>
                <a:stretch>
                  <a:fillRect/>
                </a:stretch>
              </p:blipFill>
              <p:spPr>
                <a:xfrm>
                  <a:off x="6641064" y="3796421"/>
                  <a:ext cx="1602618" cy="1204679"/>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56" name="Ink 55">
                  <a:extLst>
                    <a:ext uri="{FF2B5EF4-FFF2-40B4-BE49-F238E27FC236}">
                      <a16:creationId xmlns:a16="http://schemas.microsoft.com/office/drawing/2014/main" id="{76C60D35-B1A4-E36A-3CD0-5319FD7620AD}"/>
                    </a:ext>
                  </a:extLst>
                </p14:cNvPr>
                <p14:cNvContentPartPr/>
                <p14:nvPr/>
              </p14:nvContentPartPr>
              <p14:xfrm>
                <a:off x="8345138" y="4418218"/>
                <a:ext cx="352440" cy="38520"/>
              </p14:xfrm>
            </p:contentPart>
          </mc:Choice>
          <mc:Fallback>
            <p:pic>
              <p:nvPicPr>
                <p:cNvPr id="56" name="Ink 55">
                  <a:extLst>
                    <a:ext uri="{FF2B5EF4-FFF2-40B4-BE49-F238E27FC236}">
                      <a16:creationId xmlns:a16="http://schemas.microsoft.com/office/drawing/2014/main" id="{76C60D35-B1A4-E36A-3CD0-5319FD7620AD}"/>
                    </a:ext>
                  </a:extLst>
                </p:cNvPr>
                <p:cNvPicPr/>
                <p:nvPr/>
              </p:nvPicPr>
              <p:blipFill>
                <a:blip r:embed="rId99"/>
                <a:stretch>
                  <a:fillRect/>
                </a:stretch>
              </p:blipFill>
              <p:spPr>
                <a:xfrm>
                  <a:off x="8324060" y="4386365"/>
                  <a:ext cx="394105" cy="101485"/>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57" name="Ink 56">
                  <a:extLst>
                    <a:ext uri="{FF2B5EF4-FFF2-40B4-BE49-F238E27FC236}">
                      <a16:creationId xmlns:a16="http://schemas.microsoft.com/office/drawing/2014/main" id="{CDB91FF4-EA05-4D00-8D67-A58603DE4D83}"/>
                    </a:ext>
                  </a:extLst>
                </p14:cNvPr>
                <p14:cNvContentPartPr/>
                <p14:nvPr/>
              </p14:nvContentPartPr>
              <p14:xfrm>
                <a:off x="8268458" y="1579618"/>
                <a:ext cx="360000" cy="352440"/>
              </p14:xfrm>
            </p:contentPart>
          </mc:Choice>
          <mc:Fallback>
            <p:pic>
              <p:nvPicPr>
                <p:cNvPr id="57" name="Ink 56">
                  <a:extLst>
                    <a:ext uri="{FF2B5EF4-FFF2-40B4-BE49-F238E27FC236}">
                      <a16:creationId xmlns:a16="http://schemas.microsoft.com/office/drawing/2014/main" id="{CDB91FF4-EA05-4D00-8D67-A58603DE4D83}"/>
                    </a:ext>
                  </a:extLst>
                </p:cNvPr>
                <p:cNvPicPr/>
                <p:nvPr/>
              </p:nvPicPr>
              <p:blipFill>
                <a:blip r:embed="rId101"/>
                <a:stretch>
                  <a:fillRect/>
                </a:stretch>
              </p:blipFill>
              <p:spPr>
                <a:xfrm>
                  <a:off x="8247397" y="1547166"/>
                  <a:ext cx="401633" cy="416589"/>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58" name="Ink 57">
                  <a:extLst>
                    <a:ext uri="{FF2B5EF4-FFF2-40B4-BE49-F238E27FC236}">
                      <a16:creationId xmlns:a16="http://schemas.microsoft.com/office/drawing/2014/main" id="{D3FC856F-6625-8BC5-CF91-6133E0F9EA68}"/>
                    </a:ext>
                  </a:extLst>
                </p14:cNvPr>
                <p14:cNvContentPartPr/>
                <p14:nvPr/>
              </p14:nvContentPartPr>
              <p14:xfrm>
                <a:off x="8230298" y="1595098"/>
                <a:ext cx="313920" cy="344520"/>
              </p14:xfrm>
            </p:contentPart>
          </mc:Choice>
          <mc:Fallback>
            <p:pic>
              <p:nvPicPr>
                <p:cNvPr id="58" name="Ink 57">
                  <a:extLst>
                    <a:ext uri="{FF2B5EF4-FFF2-40B4-BE49-F238E27FC236}">
                      <a16:creationId xmlns:a16="http://schemas.microsoft.com/office/drawing/2014/main" id="{D3FC856F-6625-8BC5-CF91-6133E0F9EA68}"/>
                    </a:ext>
                  </a:extLst>
                </p:cNvPr>
                <p:cNvPicPr/>
                <p:nvPr/>
              </p:nvPicPr>
              <p:blipFill>
                <a:blip r:embed="rId103"/>
                <a:stretch>
                  <a:fillRect/>
                </a:stretch>
              </p:blipFill>
              <p:spPr>
                <a:xfrm>
                  <a:off x="8209239" y="1562681"/>
                  <a:ext cx="355547" cy="408599"/>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59" name="Ink 58">
                  <a:extLst>
                    <a:ext uri="{FF2B5EF4-FFF2-40B4-BE49-F238E27FC236}">
                      <a16:creationId xmlns:a16="http://schemas.microsoft.com/office/drawing/2014/main" id="{032E50CA-F5BE-792D-494E-BE4C910EC796}"/>
                    </a:ext>
                  </a:extLst>
                </p14:cNvPr>
                <p14:cNvContentPartPr/>
                <p14:nvPr/>
              </p14:nvContentPartPr>
              <p14:xfrm>
                <a:off x="8023658" y="1916218"/>
                <a:ext cx="230040" cy="214560"/>
              </p14:xfrm>
            </p:contentPart>
          </mc:Choice>
          <mc:Fallback>
            <p:pic>
              <p:nvPicPr>
                <p:cNvPr id="59" name="Ink 58">
                  <a:extLst>
                    <a:ext uri="{FF2B5EF4-FFF2-40B4-BE49-F238E27FC236}">
                      <a16:creationId xmlns:a16="http://schemas.microsoft.com/office/drawing/2014/main" id="{032E50CA-F5BE-792D-494E-BE4C910EC796}"/>
                    </a:ext>
                  </a:extLst>
                </p:cNvPr>
                <p:cNvPicPr/>
                <p:nvPr/>
              </p:nvPicPr>
              <p:blipFill>
                <a:blip r:embed="rId105"/>
                <a:stretch>
                  <a:fillRect/>
                </a:stretch>
              </p:blipFill>
              <p:spPr>
                <a:xfrm>
                  <a:off x="8002567" y="1883846"/>
                  <a:ext cx="271732" cy="278552"/>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60" name="Ink 59">
                  <a:extLst>
                    <a:ext uri="{FF2B5EF4-FFF2-40B4-BE49-F238E27FC236}">
                      <a16:creationId xmlns:a16="http://schemas.microsoft.com/office/drawing/2014/main" id="{1E39E426-9DA1-6A13-39CE-264C2D83ADFA}"/>
                    </a:ext>
                  </a:extLst>
                </p14:cNvPr>
                <p14:cNvContentPartPr/>
                <p14:nvPr/>
              </p14:nvContentPartPr>
              <p14:xfrm>
                <a:off x="8299058" y="1908658"/>
                <a:ext cx="252720" cy="230040"/>
              </p14:xfrm>
            </p:contentPart>
          </mc:Choice>
          <mc:Fallback>
            <p:pic>
              <p:nvPicPr>
                <p:cNvPr id="60" name="Ink 59">
                  <a:extLst>
                    <a:ext uri="{FF2B5EF4-FFF2-40B4-BE49-F238E27FC236}">
                      <a16:creationId xmlns:a16="http://schemas.microsoft.com/office/drawing/2014/main" id="{1E39E426-9DA1-6A13-39CE-264C2D83ADFA}"/>
                    </a:ext>
                  </a:extLst>
                </p:cNvPr>
                <p:cNvPicPr/>
                <p:nvPr/>
              </p:nvPicPr>
              <p:blipFill>
                <a:blip r:embed="rId107"/>
                <a:stretch>
                  <a:fillRect/>
                </a:stretch>
              </p:blipFill>
              <p:spPr>
                <a:xfrm>
                  <a:off x="8277998" y="1876226"/>
                  <a:ext cx="294350" cy="29415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61" name="Ink 60">
                  <a:extLst>
                    <a:ext uri="{FF2B5EF4-FFF2-40B4-BE49-F238E27FC236}">
                      <a16:creationId xmlns:a16="http://schemas.microsoft.com/office/drawing/2014/main" id="{7EF6BD68-0B7C-D047-8291-3C1110B4048F}"/>
                    </a:ext>
                  </a:extLst>
                </p14:cNvPr>
                <p14:cNvContentPartPr/>
                <p14:nvPr/>
              </p14:nvContentPartPr>
              <p14:xfrm>
                <a:off x="7993058" y="2115298"/>
                <a:ext cx="417600" cy="77040"/>
              </p14:xfrm>
            </p:contentPart>
          </mc:Choice>
          <mc:Fallback>
            <p:pic>
              <p:nvPicPr>
                <p:cNvPr id="61" name="Ink 60">
                  <a:extLst>
                    <a:ext uri="{FF2B5EF4-FFF2-40B4-BE49-F238E27FC236}">
                      <a16:creationId xmlns:a16="http://schemas.microsoft.com/office/drawing/2014/main" id="{7EF6BD68-0B7C-D047-8291-3C1110B4048F}"/>
                    </a:ext>
                  </a:extLst>
                </p:cNvPr>
                <p:cNvPicPr/>
                <p:nvPr/>
              </p:nvPicPr>
              <p:blipFill>
                <a:blip r:embed="rId109"/>
                <a:stretch>
                  <a:fillRect/>
                </a:stretch>
              </p:blipFill>
              <p:spPr>
                <a:xfrm>
                  <a:off x="7971982" y="2082820"/>
                  <a:ext cx="459262" cy="14124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62" name="Ink 61">
                  <a:extLst>
                    <a:ext uri="{FF2B5EF4-FFF2-40B4-BE49-F238E27FC236}">
                      <a16:creationId xmlns:a16="http://schemas.microsoft.com/office/drawing/2014/main" id="{0C4B4BF8-9568-86A8-C509-26BD7E9C0748}"/>
                    </a:ext>
                  </a:extLst>
                </p14:cNvPr>
                <p14:cNvContentPartPr/>
                <p14:nvPr/>
              </p14:nvContentPartPr>
              <p14:xfrm>
                <a:off x="8750498" y="4058578"/>
                <a:ext cx="519840" cy="30960"/>
              </p14:xfrm>
            </p:contentPart>
          </mc:Choice>
          <mc:Fallback>
            <p:pic>
              <p:nvPicPr>
                <p:cNvPr id="62" name="Ink 61">
                  <a:extLst>
                    <a:ext uri="{FF2B5EF4-FFF2-40B4-BE49-F238E27FC236}">
                      <a16:creationId xmlns:a16="http://schemas.microsoft.com/office/drawing/2014/main" id="{0C4B4BF8-9568-86A8-C509-26BD7E9C0748}"/>
                    </a:ext>
                  </a:extLst>
                </p:cNvPr>
                <p:cNvPicPr/>
                <p:nvPr/>
              </p:nvPicPr>
              <p:blipFill>
                <a:blip r:embed="rId111"/>
                <a:stretch>
                  <a:fillRect/>
                </a:stretch>
              </p:blipFill>
              <p:spPr>
                <a:xfrm>
                  <a:off x="8729410" y="4026881"/>
                  <a:ext cx="561525" cy="93617"/>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63" name="Ink 62">
                  <a:extLst>
                    <a:ext uri="{FF2B5EF4-FFF2-40B4-BE49-F238E27FC236}">
                      <a16:creationId xmlns:a16="http://schemas.microsoft.com/office/drawing/2014/main" id="{9163FFDC-CD9C-5650-B5CB-ECF1981DB8DB}"/>
                    </a:ext>
                  </a:extLst>
                </p14:cNvPr>
                <p14:cNvContentPartPr/>
                <p14:nvPr/>
              </p14:nvContentPartPr>
              <p14:xfrm>
                <a:off x="9025898" y="4081258"/>
                <a:ext cx="115200" cy="383040"/>
              </p14:xfrm>
            </p:contentPart>
          </mc:Choice>
          <mc:Fallback>
            <p:pic>
              <p:nvPicPr>
                <p:cNvPr id="63" name="Ink 62">
                  <a:extLst>
                    <a:ext uri="{FF2B5EF4-FFF2-40B4-BE49-F238E27FC236}">
                      <a16:creationId xmlns:a16="http://schemas.microsoft.com/office/drawing/2014/main" id="{9163FFDC-CD9C-5650-B5CB-ECF1981DB8DB}"/>
                    </a:ext>
                  </a:extLst>
                </p:cNvPr>
                <p:cNvPicPr/>
                <p:nvPr/>
              </p:nvPicPr>
              <p:blipFill>
                <a:blip r:embed="rId113"/>
                <a:stretch>
                  <a:fillRect/>
                </a:stretch>
              </p:blipFill>
              <p:spPr>
                <a:xfrm>
                  <a:off x="9004819" y="4048771"/>
                  <a:ext cx="156868" cy="447258"/>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64" name="Ink 63">
                  <a:extLst>
                    <a:ext uri="{FF2B5EF4-FFF2-40B4-BE49-F238E27FC236}">
                      <a16:creationId xmlns:a16="http://schemas.microsoft.com/office/drawing/2014/main" id="{48805A12-B500-2E5F-5F9F-3BA02BCDA442}"/>
                    </a:ext>
                  </a:extLst>
                </p14:cNvPr>
                <p14:cNvContentPartPr/>
                <p14:nvPr/>
              </p14:nvContentPartPr>
              <p14:xfrm>
                <a:off x="8765978" y="4089178"/>
                <a:ext cx="23400" cy="421200"/>
              </p14:xfrm>
            </p:contentPart>
          </mc:Choice>
          <mc:Fallback>
            <p:pic>
              <p:nvPicPr>
                <p:cNvPr id="64" name="Ink 63">
                  <a:extLst>
                    <a:ext uri="{FF2B5EF4-FFF2-40B4-BE49-F238E27FC236}">
                      <a16:creationId xmlns:a16="http://schemas.microsoft.com/office/drawing/2014/main" id="{48805A12-B500-2E5F-5F9F-3BA02BCDA442}"/>
                    </a:ext>
                  </a:extLst>
                </p:cNvPr>
                <p:cNvPicPr/>
                <p:nvPr/>
              </p:nvPicPr>
              <p:blipFill>
                <a:blip r:embed="rId115"/>
                <a:stretch>
                  <a:fillRect/>
                </a:stretch>
              </p:blipFill>
              <p:spPr>
                <a:xfrm>
                  <a:off x="8744569" y="4056720"/>
                  <a:ext cx="65719" cy="485361"/>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65" name="Ink 64">
                  <a:extLst>
                    <a:ext uri="{FF2B5EF4-FFF2-40B4-BE49-F238E27FC236}">
                      <a16:creationId xmlns:a16="http://schemas.microsoft.com/office/drawing/2014/main" id="{16A738E3-58FA-D6AD-8535-863949C6A361}"/>
                    </a:ext>
                  </a:extLst>
                </p14:cNvPr>
                <p14:cNvContentPartPr/>
                <p14:nvPr/>
              </p14:nvContentPartPr>
              <p14:xfrm>
                <a:off x="8811698" y="4058578"/>
                <a:ext cx="436320" cy="436320"/>
              </p14:xfrm>
            </p:contentPart>
          </mc:Choice>
          <mc:Fallback>
            <p:pic>
              <p:nvPicPr>
                <p:cNvPr id="65" name="Ink 64">
                  <a:extLst>
                    <a:ext uri="{FF2B5EF4-FFF2-40B4-BE49-F238E27FC236}">
                      <a16:creationId xmlns:a16="http://schemas.microsoft.com/office/drawing/2014/main" id="{16A738E3-58FA-D6AD-8535-863949C6A361}"/>
                    </a:ext>
                  </a:extLst>
                </p:cNvPr>
                <p:cNvPicPr/>
                <p:nvPr/>
              </p:nvPicPr>
              <p:blipFill>
                <a:blip r:embed="rId117"/>
                <a:stretch>
                  <a:fillRect/>
                </a:stretch>
              </p:blipFill>
              <p:spPr>
                <a:xfrm>
                  <a:off x="8790617" y="4026118"/>
                  <a:ext cx="477991" cy="500485"/>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66" name="Ink 65">
                  <a:extLst>
                    <a:ext uri="{FF2B5EF4-FFF2-40B4-BE49-F238E27FC236}">
                      <a16:creationId xmlns:a16="http://schemas.microsoft.com/office/drawing/2014/main" id="{D246BC48-1E9C-8694-0AA2-C788E8780486}"/>
                    </a:ext>
                  </a:extLst>
                </p14:cNvPr>
                <p14:cNvContentPartPr/>
                <p14:nvPr/>
              </p14:nvContentPartPr>
              <p14:xfrm>
                <a:off x="8578058" y="4479418"/>
                <a:ext cx="188280" cy="183960"/>
              </p14:xfrm>
            </p:contentPart>
          </mc:Choice>
          <mc:Fallback>
            <p:pic>
              <p:nvPicPr>
                <p:cNvPr id="66" name="Ink 65">
                  <a:extLst>
                    <a:ext uri="{FF2B5EF4-FFF2-40B4-BE49-F238E27FC236}">
                      <a16:creationId xmlns:a16="http://schemas.microsoft.com/office/drawing/2014/main" id="{D246BC48-1E9C-8694-0AA2-C788E8780486}"/>
                    </a:ext>
                  </a:extLst>
                </p:cNvPr>
                <p:cNvPicPr/>
                <p:nvPr/>
              </p:nvPicPr>
              <p:blipFill>
                <a:blip r:embed="rId119"/>
                <a:stretch>
                  <a:fillRect/>
                </a:stretch>
              </p:blipFill>
              <p:spPr>
                <a:xfrm>
                  <a:off x="8557029" y="4446999"/>
                  <a:ext cx="229848" cy="248044"/>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67" name="Ink 66">
                  <a:extLst>
                    <a:ext uri="{FF2B5EF4-FFF2-40B4-BE49-F238E27FC236}">
                      <a16:creationId xmlns:a16="http://schemas.microsoft.com/office/drawing/2014/main" id="{580C2F49-DC90-554C-BDE6-41C0E95EA111}"/>
                    </a:ext>
                  </a:extLst>
                </p14:cNvPr>
                <p14:cNvContentPartPr/>
                <p14:nvPr/>
              </p14:nvContentPartPr>
              <p14:xfrm>
                <a:off x="8849858" y="4486978"/>
                <a:ext cx="360000" cy="275760"/>
              </p14:xfrm>
            </p:contentPart>
          </mc:Choice>
          <mc:Fallback>
            <p:pic>
              <p:nvPicPr>
                <p:cNvPr id="67" name="Ink 66">
                  <a:extLst>
                    <a:ext uri="{FF2B5EF4-FFF2-40B4-BE49-F238E27FC236}">
                      <a16:creationId xmlns:a16="http://schemas.microsoft.com/office/drawing/2014/main" id="{580C2F49-DC90-554C-BDE6-41C0E95EA111}"/>
                    </a:ext>
                  </a:extLst>
                </p:cNvPr>
                <p:cNvPicPr/>
                <p:nvPr/>
              </p:nvPicPr>
              <p:blipFill>
                <a:blip r:embed="rId121"/>
                <a:stretch>
                  <a:fillRect/>
                </a:stretch>
              </p:blipFill>
              <p:spPr>
                <a:xfrm>
                  <a:off x="8828797" y="4454580"/>
                  <a:ext cx="401633" cy="339803"/>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68" name="Ink 67">
                  <a:extLst>
                    <a:ext uri="{FF2B5EF4-FFF2-40B4-BE49-F238E27FC236}">
                      <a16:creationId xmlns:a16="http://schemas.microsoft.com/office/drawing/2014/main" id="{20D157FB-EF02-81C0-FA51-ABBAEF36A578}"/>
                    </a:ext>
                  </a:extLst>
                </p14:cNvPr>
                <p14:cNvContentPartPr/>
                <p14:nvPr/>
              </p14:nvContentPartPr>
              <p14:xfrm>
                <a:off x="8528738" y="4685698"/>
                <a:ext cx="428760" cy="30960"/>
              </p14:xfrm>
            </p:contentPart>
          </mc:Choice>
          <mc:Fallback>
            <p:pic>
              <p:nvPicPr>
                <p:cNvPr id="68" name="Ink 67">
                  <a:extLst>
                    <a:ext uri="{FF2B5EF4-FFF2-40B4-BE49-F238E27FC236}">
                      <a16:creationId xmlns:a16="http://schemas.microsoft.com/office/drawing/2014/main" id="{20D157FB-EF02-81C0-FA51-ABBAEF36A578}"/>
                    </a:ext>
                  </a:extLst>
                </p:cNvPr>
                <p:cNvPicPr/>
                <p:nvPr/>
              </p:nvPicPr>
              <p:blipFill>
                <a:blip r:embed="rId123"/>
                <a:stretch>
                  <a:fillRect/>
                </a:stretch>
              </p:blipFill>
              <p:spPr>
                <a:xfrm>
                  <a:off x="8507668" y="4654001"/>
                  <a:ext cx="470411" cy="93617"/>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24">
            <p14:nvContentPartPr>
              <p14:cNvPr id="5" name="Ink 4">
                <a:extLst>
                  <a:ext uri="{FF2B5EF4-FFF2-40B4-BE49-F238E27FC236}">
                    <a16:creationId xmlns:a16="http://schemas.microsoft.com/office/drawing/2014/main" id="{3951360A-89D0-0501-3FF5-BFA6A297F0A5}"/>
                  </a:ext>
                </a:extLst>
              </p14:cNvPr>
              <p14:cNvContentPartPr/>
              <p14:nvPr/>
            </p14:nvContentPartPr>
            <p14:xfrm>
              <a:off x="2948400" y="1633320"/>
              <a:ext cx="6270480" cy="4953960"/>
            </p14:xfrm>
          </p:contentPart>
        </mc:Choice>
        <mc:Fallback>
          <p:pic>
            <p:nvPicPr>
              <p:cNvPr id="5" name="Ink 4">
                <a:extLst>
                  <a:ext uri="{FF2B5EF4-FFF2-40B4-BE49-F238E27FC236}">
                    <a16:creationId xmlns:a16="http://schemas.microsoft.com/office/drawing/2014/main" id="{3951360A-89D0-0501-3FF5-BFA6A297F0A5}"/>
                  </a:ext>
                </a:extLst>
              </p:cNvPr>
              <p:cNvPicPr/>
              <p:nvPr/>
            </p:nvPicPr>
            <p:blipFill>
              <a:blip r:embed="rId125"/>
              <a:stretch>
                <a:fillRect/>
              </a:stretch>
            </p:blipFill>
            <p:spPr>
              <a:xfrm>
                <a:off x="2939040" y="1623960"/>
                <a:ext cx="6289200" cy="4972680"/>
              </a:xfrm>
              <a:prstGeom prst="rect">
                <a:avLst/>
              </a:prstGeom>
            </p:spPr>
          </p:pic>
        </mc:Fallback>
      </mc:AlternateContent>
    </p:spTree>
    <p:extLst>
      <p:ext uri="{BB962C8B-B14F-4D97-AF65-F5344CB8AC3E}">
        <p14:creationId xmlns:p14="http://schemas.microsoft.com/office/powerpoint/2010/main" val="4147771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1" end="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2" end="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22C328B-473E-4944-EC79-647C6C10F517}"/>
              </a:ext>
            </a:extLst>
          </p:cNvPr>
          <p:cNvSpPr>
            <a:spLocks noGrp="1"/>
          </p:cNvSpPr>
          <p:nvPr>
            <p:ph type="title"/>
          </p:nvPr>
        </p:nvSpPr>
        <p:spPr/>
        <p:txBody>
          <a:bodyPr/>
          <a:lstStyle/>
          <a:p>
            <a:r>
              <a:rPr lang="en-US"/>
              <a:t>Dumb Network, Intelligent End-hosts: End-to-end principle</a:t>
            </a:r>
          </a:p>
        </p:txBody>
      </p:sp>
      <p:sp>
        <p:nvSpPr>
          <p:cNvPr id="2" name="Content Placeholder 1">
            <a:extLst>
              <a:ext uri="{FF2B5EF4-FFF2-40B4-BE49-F238E27FC236}">
                <a16:creationId xmlns:a16="http://schemas.microsoft.com/office/drawing/2014/main" id="{41E6BFA5-E808-9905-8BE9-EDF0ADAF60A8}"/>
              </a:ext>
            </a:extLst>
          </p:cNvPr>
          <p:cNvSpPr>
            <a:spLocks noGrp="1"/>
          </p:cNvSpPr>
          <p:nvPr>
            <p:ph type="body" idx="1"/>
          </p:nvPr>
        </p:nvSpPr>
        <p:spPr>
          <a:xfrm>
            <a:off x="415600" y="1306687"/>
            <a:ext cx="11360800" cy="4555200"/>
          </a:xfrm>
        </p:spPr>
        <p:txBody>
          <a:bodyPr>
            <a:normAutofit/>
          </a:bodyPr>
          <a:lstStyle/>
          <a:p>
            <a:r>
              <a:rPr lang="en-US">
                <a:highlight>
                  <a:srgbClr val="FFFFFF"/>
                </a:highlight>
                <a:latin typeface="Calibri" panose="020F0502020204030204" pitchFamily="34" charset="0"/>
              </a:rPr>
              <a:t>Need end-to-end correctness anyways</a:t>
            </a:r>
            <a:endParaRPr lang="en-US">
              <a:effectLst/>
              <a:highlight>
                <a:srgbClr val="FFFFFF"/>
              </a:highlight>
              <a:latin typeface="Calibri" panose="020F0502020204030204" pitchFamily="34" charset="0"/>
            </a:endParaRPr>
          </a:p>
          <a:p>
            <a:r>
              <a:rPr lang="en-US">
                <a:effectLst/>
                <a:highlight>
                  <a:srgbClr val="FFFFFF"/>
                </a:highlight>
                <a:latin typeface="Calibri" panose="020F0502020204030204" pitchFamily="34" charset="0"/>
              </a:rPr>
              <a:t>Not everyone needs it </a:t>
            </a:r>
          </a:p>
          <a:p>
            <a:pPr lvl="1"/>
            <a:r>
              <a:rPr lang="en-US">
                <a:effectLst/>
                <a:highlight>
                  <a:srgbClr val="FFFFFF"/>
                </a:highlight>
                <a:latin typeface="Calibri" panose="020F0502020204030204" pitchFamily="34" charset="0"/>
              </a:rPr>
              <a:t>Diminishing returns from in-network functionality </a:t>
            </a:r>
          </a:p>
          <a:p>
            <a:pPr lvl="1"/>
            <a:r>
              <a:rPr lang="en-US">
                <a:effectLst/>
                <a:highlight>
                  <a:srgbClr val="FFFFFF"/>
                </a:highlight>
                <a:latin typeface="Calibri" panose="020F0502020204030204" pitchFamily="34" charset="0"/>
              </a:rPr>
              <a:t>Cost-effective</a:t>
            </a:r>
            <a:endParaRPr lang="en-US">
              <a:highlight>
                <a:srgbClr val="FFFFFF"/>
              </a:highlight>
            </a:endParaRPr>
          </a:p>
          <a:p>
            <a:r>
              <a:rPr lang="en-US">
                <a:effectLst/>
                <a:highlight>
                  <a:srgbClr val="FFFFFF"/>
                </a:highlight>
                <a:latin typeface="Calibri" panose="020F0502020204030204" pitchFamily="34" charset="0"/>
              </a:rPr>
              <a:t>Not everyone has it</a:t>
            </a:r>
          </a:p>
          <a:p>
            <a:pPr lvl="1"/>
            <a:r>
              <a:rPr lang="en-US">
                <a:effectLst/>
                <a:highlight>
                  <a:srgbClr val="FFFFFF"/>
                </a:highlight>
                <a:latin typeface="Calibri" panose="020F0502020204030204" pitchFamily="34" charset="0"/>
              </a:rPr>
              <a:t>All networks are not capable of providing functionalities</a:t>
            </a:r>
          </a:p>
          <a:p>
            <a:r>
              <a:rPr lang="en-US">
                <a:highlight>
                  <a:srgbClr val="FFFFFF"/>
                </a:highlight>
                <a:latin typeface="Calibri" panose="020F0502020204030204" pitchFamily="34" charset="0"/>
              </a:rPr>
              <a:t>Flexibility of implementation</a:t>
            </a:r>
          </a:p>
          <a:p>
            <a:pPr lvl="1"/>
            <a:r>
              <a:rPr lang="en-US">
                <a:highlight>
                  <a:srgbClr val="FFFFFF"/>
                </a:highlight>
                <a:latin typeface="Calibri" panose="020F0502020204030204" pitchFamily="34" charset="0"/>
              </a:rPr>
              <a:t>Easier to change the end-hosts than all the switches in the network</a:t>
            </a:r>
          </a:p>
          <a:p>
            <a:pPr marL="130175" indent="0">
              <a:buNone/>
            </a:pPr>
            <a:endParaRPr lang="en-US">
              <a:highlight>
                <a:srgbClr val="FFFFFF"/>
              </a:highlight>
              <a:latin typeface="Calibri" panose="020F0502020204030204" pitchFamily="34" charset="0"/>
            </a:endParaRPr>
          </a:p>
          <a:p>
            <a:pPr marL="130175" indent="0">
              <a:buNone/>
            </a:pPr>
            <a:endParaRPr lang="en-US">
              <a:effectLst/>
              <a:highlight>
                <a:srgbClr val="FFFFFF"/>
              </a:highlight>
              <a:latin typeface="Calibri" panose="020F0502020204030204" pitchFamily="34" charset="0"/>
            </a:endParaRPr>
          </a:p>
          <a:p>
            <a:pPr marL="130175" indent="0">
              <a:buNone/>
            </a:pPr>
            <a:endParaRPr lang="en-US">
              <a:effectLst/>
              <a:highlight>
                <a:srgbClr val="FFFFFF"/>
              </a:highlight>
            </a:endParaRPr>
          </a:p>
          <a:p>
            <a:endParaRPr lang="en-US">
              <a:effectLst/>
              <a:highlight>
                <a:srgbClr val="FFFFFF"/>
              </a:highlight>
            </a:endParaRPr>
          </a:p>
        </p:txBody>
      </p:sp>
      <p:sp>
        <p:nvSpPr>
          <p:cNvPr id="5" name="TextBox 4">
            <a:extLst>
              <a:ext uri="{FF2B5EF4-FFF2-40B4-BE49-F238E27FC236}">
                <a16:creationId xmlns:a16="http://schemas.microsoft.com/office/drawing/2014/main" id="{9418ACA1-BB34-26C0-309F-1848CDA47DEB}"/>
              </a:ext>
            </a:extLst>
          </p:cNvPr>
          <p:cNvSpPr txBox="1"/>
          <p:nvPr/>
        </p:nvSpPr>
        <p:spPr>
          <a:xfrm>
            <a:off x="1063690" y="5089648"/>
            <a:ext cx="6680719" cy="461665"/>
          </a:xfrm>
          <a:prstGeom prst="rect">
            <a:avLst/>
          </a:prstGeom>
          <a:noFill/>
        </p:spPr>
        <p:txBody>
          <a:bodyPr wrap="square" rtlCol="0">
            <a:spAutoFit/>
          </a:bodyPr>
          <a:lstStyle/>
          <a:p>
            <a:r>
              <a:rPr lang="en-US" sz="2400">
                <a:solidFill>
                  <a:srgbClr val="C00000"/>
                </a:solidFill>
              </a:rPr>
              <a:t>Any limitations? </a:t>
            </a:r>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43B1B6EF-37ED-C382-9F97-23C8392AB9BE}"/>
                  </a:ext>
                </a:extLst>
              </p14:cNvPr>
              <p14:cNvContentPartPr/>
              <p14:nvPr/>
            </p14:nvContentPartPr>
            <p14:xfrm>
              <a:off x="987840" y="5071680"/>
              <a:ext cx="6065640" cy="1126440"/>
            </p14:xfrm>
          </p:contentPart>
        </mc:Choice>
        <mc:Fallback>
          <p:pic>
            <p:nvPicPr>
              <p:cNvPr id="4" name="Ink 3">
                <a:extLst>
                  <a:ext uri="{FF2B5EF4-FFF2-40B4-BE49-F238E27FC236}">
                    <a16:creationId xmlns:a16="http://schemas.microsoft.com/office/drawing/2014/main" id="{43B1B6EF-37ED-C382-9F97-23C8392AB9BE}"/>
                  </a:ext>
                </a:extLst>
              </p:cNvPr>
              <p:cNvPicPr/>
              <p:nvPr/>
            </p:nvPicPr>
            <p:blipFill>
              <a:blip r:embed="rId4"/>
              <a:stretch>
                <a:fillRect/>
              </a:stretch>
            </p:blipFill>
            <p:spPr>
              <a:xfrm>
                <a:off x="978480" y="5062320"/>
                <a:ext cx="6084360" cy="1145160"/>
              </a:xfrm>
              <a:prstGeom prst="rect">
                <a:avLst/>
              </a:prstGeom>
            </p:spPr>
          </p:pic>
        </mc:Fallback>
      </mc:AlternateContent>
    </p:spTree>
    <p:extLst>
      <p:ext uri="{BB962C8B-B14F-4D97-AF65-F5344CB8AC3E}">
        <p14:creationId xmlns:p14="http://schemas.microsoft.com/office/powerpoint/2010/main" val="2388370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58973-65F8-5AF2-4D4D-B3168ABCDD4A}"/>
              </a:ext>
            </a:extLst>
          </p:cNvPr>
          <p:cNvSpPr>
            <a:spLocks noGrp="1"/>
          </p:cNvSpPr>
          <p:nvPr>
            <p:ph type="title"/>
          </p:nvPr>
        </p:nvSpPr>
        <p:spPr/>
        <p:txBody>
          <a:bodyPr/>
          <a:lstStyle/>
          <a:p>
            <a:r>
              <a:rPr lang="en-US"/>
              <a:t>Internet Protocol Graph</a:t>
            </a:r>
          </a:p>
        </p:txBody>
      </p:sp>
      <p:pic>
        <p:nvPicPr>
          <p:cNvPr id="4" name="Picture 3">
            <a:extLst>
              <a:ext uri="{FF2B5EF4-FFF2-40B4-BE49-F238E27FC236}">
                <a16:creationId xmlns:a16="http://schemas.microsoft.com/office/drawing/2014/main" id="{C4F63261-18EA-0510-F6DF-269FEF98656A}"/>
              </a:ext>
            </a:extLst>
          </p:cNvPr>
          <p:cNvPicPr>
            <a:picLocks noChangeAspect="1"/>
          </p:cNvPicPr>
          <p:nvPr/>
        </p:nvPicPr>
        <p:blipFill>
          <a:blip r:embed="rId2"/>
          <a:stretch>
            <a:fillRect/>
          </a:stretch>
        </p:blipFill>
        <p:spPr>
          <a:xfrm>
            <a:off x="991850" y="1833734"/>
            <a:ext cx="4099696" cy="2979112"/>
          </a:xfrm>
          <a:prstGeom prst="rect">
            <a:avLst/>
          </a:prstGeom>
        </p:spPr>
      </p:pic>
      <p:pic>
        <p:nvPicPr>
          <p:cNvPr id="6" name="Picture 5" descr="../_images/f01-15-9780123850591.png">
            <a:extLst>
              <a:ext uri="{FF2B5EF4-FFF2-40B4-BE49-F238E27FC236}">
                <a16:creationId xmlns:a16="http://schemas.microsoft.com/office/drawing/2014/main" id="{D2879778-494B-D96B-7BA2-9ED71B96FBAC}"/>
              </a:ext>
            </a:extLst>
          </p:cNvPr>
          <p:cNvPicPr>
            <a:picLocks noChangeAspect="1"/>
          </p:cNvPicPr>
          <p:nvPr/>
        </p:nvPicPr>
        <p:blipFill>
          <a:blip r:embed="rId3"/>
          <a:stretch>
            <a:fillRect/>
          </a:stretch>
        </p:blipFill>
        <p:spPr>
          <a:xfrm>
            <a:off x="6512828" y="1833735"/>
            <a:ext cx="4687324" cy="2794366"/>
          </a:xfrm>
          <a:prstGeom prst="rect">
            <a:avLst/>
          </a:prstGeom>
        </p:spPr>
      </p:pic>
      <p:sp>
        <p:nvSpPr>
          <p:cNvPr id="7" name="TextBox 6">
            <a:extLst>
              <a:ext uri="{FF2B5EF4-FFF2-40B4-BE49-F238E27FC236}">
                <a16:creationId xmlns:a16="http://schemas.microsoft.com/office/drawing/2014/main" id="{9A8089B1-3C1E-E34A-8780-F78D459B0882}"/>
              </a:ext>
            </a:extLst>
          </p:cNvPr>
          <p:cNvSpPr txBox="1"/>
          <p:nvPr/>
        </p:nvSpPr>
        <p:spPr>
          <a:xfrm>
            <a:off x="762000" y="5016500"/>
            <a:ext cx="10668000" cy="830997"/>
          </a:xfrm>
          <a:prstGeom prst="rect">
            <a:avLst/>
          </a:prstGeom>
          <a:noFill/>
        </p:spPr>
        <p:txBody>
          <a:bodyPr vertOverflow="overflow" vert="horz" wrap="square" rtlCol="0" anchor="t" anchorCtr="0">
            <a:spAutoFit/>
          </a:bodyPr>
          <a:lstStyle/>
          <a:p>
            <a:pPr algn="l"/>
            <a:r>
              <a:rPr lang="en-US" sz="1600">
                <a:solidFill>
                  <a:srgbClr val="0E2841"/>
                </a:solidFill>
              </a:rPr>
              <a:t>The internet protocol suite forms an hourglass: many applications (FTP, HTTP, DNS, TFTP) ride on TCP or UDP, which both narrow to a single waist — IP — that runs over any underlying network (NET₁…NETₙ). The right-hand stack shows the same idea as layers: Application → TCP/UDP → IP → Subnetwork.</a:t>
            </a:r>
          </a:p>
        </p:txBody>
      </p:sp>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BB0CC889-B69F-FBFE-BE71-EF37CD86506C}"/>
                  </a:ext>
                </a:extLst>
              </p14:cNvPr>
              <p14:cNvContentPartPr/>
              <p14:nvPr/>
            </p14:nvContentPartPr>
            <p14:xfrm>
              <a:off x="420480" y="1024200"/>
              <a:ext cx="11024640" cy="3566880"/>
            </p14:xfrm>
          </p:contentPart>
        </mc:Choice>
        <mc:Fallback>
          <p:pic>
            <p:nvPicPr>
              <p:cNvPr id="3" name="Ink 2">
                <a:extLst>
                  <a:ext uri="{FF2B5EF4-FFF2-40B4-BE49-F238E27FC236}">
                    <a16:creationId xmlns:a16="http://schemas.microsoft.com/office/drawing/2014/main" id="{BB0CC889-B69F-FBFE-BE71-EF37CD86506C}"/>
                  </a:ext>
                </a:extLst>
              </p:cNvPr>
              <p:cNvPicPr/>
              <p:nvPr/>
            </p:nvPicPr>
            <p:blipFill>
              <a:blip r:embed="rId5"/>
              <a:stretch>
                <a:fillRect/>
              </a:stretch>
            </p:blipFill>
            <p:spPr>
              <a:xfrm>
                <a:off x="411120" y="1014840"/>
                <a:ext cx="11043360" cy="3585600"/>
              </a:xfrm>
              <a:prstGeom prst="rect">
                <a:avLst/>
              </a:prstGeom>
            </p:spPr>
          </p:pic>
        </mc:Fallback>
      </mc:AlternateContent>
    </p:spTree>
    <p:extLst>
      <p:ext uri="{BB962C8B-B14F-4D97-AF65-F5344CB8AC3E}">
        <p14:creationId xmlns:p14="http://schemas.microsoft.com/office/powerpoint/2010/main" val="7403397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4AB4E-50A2-3E47-1760-C8801912DCDE}"/>
              </a:ext>
            </a:extLst>
          </p:cNvPr>
          <p:cNvSpPr>
            <a:spLocks noGrp="1"/>
          </p:cNvSpPr>
          <p:nvPr>
            <p:ph type="title"/>
          </p:nvPr>
        </p:nvSpPr>
        <p:spPr/>
        <p:txBody>
          <a:bodyPr/>
          <a:lstStyle/>
          <a:p>
            <a:r>
              <a:rPr lang="en-US"/>
              <a:t>Summary</a:t>
            </a:r>
          </a:p>
        </p:txBody>
      </p:sp>
      <p:sp>
        <p:nvSpPr>
          <p:cNvPr id="3" name="Text Placeholder 2">
            <a:extLst>
              <a:ext uri="{FF2B5EF4-FFF2-40B4-BE49-F238E27FC236}">
                <a16:creationId xmlns:a16="http://schemas.microsoft.com/office/drawing/2014/main" id="{FAC0727C-CB10-CC25-A475-7DD8AFCC273E}"/>
              </a:ext>
            </a:extLst>
          </p:cNvPr>
          <p:cNvSpPr>
            <a:spLocks noGrp="1"/>
          </p:cNvSpPr>
          <p:nvPr>
            <p:ph type="body" idx="1"/>
          </p:nvPr>
        </p:nvSpPr>
        <p:spPr/>
        <p:txBody>
          <a:bodyPr/>
          <a:lstStyle/>
          <a:p>
            <a:r>
              <a:rPr lang="en-US"/>
              <a:t># 1: Layering, a useful construct, to organize Internet architecture</a:t>
            </a:r>
          </a:p>
          <a:p>
            <a:pPr lvl="1"/>
            <a:r>
              <a:rPr lang="en-US"/>
              <a:t>Allows different implementations to inter-operate with each other</a:t>
            </a:r>
          </a:p>
          <a:p>
            <a:pPr lvl="1"/>
            <a:r>
              <a:rPr lang="en-US"/>
              <a:t>Internet uses a 5-layered architecture, called IP stack</a:t>
            </a:r>
          </a:p>
          <a:p>
            <a:pPr lvl="1"/>
            <a:r>
              <a:rPr lang="en-US"/>
              <a:t>Encapsulation used for adding layer information</a:t>
            </a:r>
          </a:p>
          <a:p>
            <a:endParaRPr lang="en-US"/>
          </a:p>
          <a:p>
            <a:r>
              <a:rPr lang="en-US"/>
              <a:t>#2: End-to-end principle</a:t>
            </a:r>
          </a:p>
          <a:p>
            <a:pPr lvl="1"/>
            <a:r>
              <a:rPr lang="en-US"/>
              <a:t>Move all intelligence to the end hosts</a:t>
            </a:r>
          </a:p>
          <a:p>
            <a:pPr lvl="1"/>
            <a:r>
              <a:rPr lang="en-US"/>
              <a:t>Makes the design of network simpler</a:t>
            </a:r>
          </a:p>
          <a:p>
            <a:pPr lvl="1"/>
            <a:r>
              <a:rPr lang="en-US"/>
              <a:t>End hosts are easier to change compared to changing the entire network</a:t>
            </a:r>
          </a:p>
          <a:p>
            <a:pPr marL="795847" lvl="1" indent="0">
              <a:buNone/>
            </a:pPr>
            <a:endParaRPr lang="en-US"/>
          </a:p>
          <a:p>
            <a:endParaRPr lang="en-US"/>
          </a:p>
        </p:txBody>
      </p:sp>
    </p:spTree>
    <p:extLst>
      <p:ext uri="{BB962C8B-B14F-4D97-AF65-F5344CB8AC3E}">
        <p14:creationId xmlns:p14="http://schemas.microsoft.com/office/powerpoint/2010/main" val="32169421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09C0E64-F772-DA40-ABC2-A03490FE2D2B}"/>
              </a:ext>
            </a:extLst>
          </p:cNvPr>
          <p:cNvSpPr txBox="1"/>
          <p:nvPr/>
        </p:nvSpPr>
        <p:spPr>
          <a:xfrm>
            <a:off x="342900" y="4191000"/>
            <a:ext cx="11074200" cy="571500"/>
          </a:xfrm>
          <a:prstGeom prst="rect">
            <a:avLst/>
          </a:prstGeom>
          <a:noFill/>
          <a:ln>
            <a:noFill/>
          </a:ln>
        </p:spPr>
        <p:txBody>
          <a:bodyPr vertOverflow="overflow" vert="horz" wrap="square" rtlCol="0" anchor="ctr" anchorCtr="0">
            <a:noAutofit/>
          </a:bodyPr>
          <a:lstStyle/>
          <a:p>
            <a:pPr algn="ctr"/>
            <a:r>
              <a:rPr lang="en-US" sz="2800">
                <a:solidFill>
                  <a:srgbClr val="FFFFFF"/>
                </a:solidFill>
              </a:rPr>
              <a:t>5 minutes</a:t>
            </a:r>
          </a:p>
        </p:txBody>
      </p:sp>
      <p:sp>
        <p:nvSpPr>
          <p:cNvPr id="3" name="TextBox 2">
            <a:extLst>
              <a:ext uri="{FF2B5EF4-FFF2-40B4-BE49-F238E27FC236}">
                <a16:creationId xmlns:a16="http://schemas.microsoft.com/office/drawing/2014/main" id="{4A12E579-3571-2F4F-8AAD-A8669D02733A}"/>
              </a:ext>
            </a:extLst>
          </p:cNvPr>
          <p:cNvSpPr txBox="1"/>
          <p:nvPr/>
        </p:nvSpPr>
        <p:spPr>
          <a:xfrm>
            <a:off x="571500" y="3403600"/>
            <a:ext cx="11049000" cy="889000"/>
          </a:xfrm>
          <a:prstGeom prst="rect">
            <a:avLst/>
          </a:prstGeom>
          <a:noFill/>
          <a:ln>
            <a:noFill/>
          </a:ln>
        </p:spPr>
        <p:txBody>
          <a:bodyPr vertOverflow="overflow" vert="horz" wrap="square" rtlCol="0" anchor="ctr" anchorCtr="0">
            <a:noAutofit/>
          </a:bodyPr>
          <a:lstStyle/>
          <a:p>
            <a:pPr algn="ctr"/>
            <a:r>
              <a:rPr lang="en-US" sz="4000" b="1">
                <a:solidFill>
                  <a:srgbClr val="FFFFFF"/>
                </a:solidFill>
              </a:rPr>
              <a:t>Break</a:t>
            </a:r>
          </a:p>
        </p:txBody>
      </p:sp>
      <p:pic>
        <p:nvPicPr>
          <p:cNvPr id="7" name="Graphic 7" descr="Coffee cup break icon"/>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486400" y="1905000"/>
            <a:ext cx="1219200" cy="1219200"/>
          </a:xfrm>
          <a:prstGeom prst="rect">
            <a:avLst/>
          </a:prstGeom>
        </p:spPr>
      </p:pic>
    </p:spTree>
    <p:extLst>
      <p:ext uri="{BB962C8B-B14F-4D97-AF65-F5344CB8AC3E}">
        <p14:creationId xmlns:p14="http://schemas.microsoft.com/office/powerpoint/2010/main" val="33312628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FA257-16C6-D902-A1CE-4F7540DE4319}"/>
              </a:ext>
            </a:extLst>
          </p:cNvPr>
          <p:cNvSpPr>
            <a:spLocks noGrp="1"/>
          </p:cNvSpPr>
          <p:nvPr>
            <p:ph type="title"/>
          </p:nvPr>
        </p:nvSpPr>
        <p:spPr/>
        <p:txBody>
          <a:bodyPr/>
          <a:lstStyle/>
          <a:p>
            <a:r>
              <a:rPr lang="en-US"/>
              <a:t>How do we measure the performance of a network?</a:t>
            </a:r>
            <a:r>
              <a:rPr lang="en-US" b="0"/>
              <a:t>​</a:t>
            </a:r>
            <a:endParaRPr lang="en-US"/>
          </a:p>
        </p:txBody>
      </p:sp>
      <p:sp>
        <p:nvSpPr>
          <p:cNvPr id="3" name="Text Placeholder 2">
            <a:extLst>
              <a:ext uri="{FF2B5EF4-FFF2-40B4-BE49-F238E27FC236}">
                <a16:creationId xmlns:a16="http://schemas.microsoft.com/office/drawing/2014/main" id="{87248C59-E9E3-F83B-2E56-33B5F2F02C3F}"/>
              </a:ext>
            </a:extLst>
          </p:cNvPr>
          <p:cNvSpPr>
            <a:spLocks noGrp="1"/>
          </p:cNvSpPr>
          <p:nvPr>
            <p:ph type="body" idx="1"/>
          </p:nvPr>
        </p:nvSpPr>
        <p:spPr/>
        <p:txBody>
          <a:bodyPr/>
          <a:lstStyle/>
          <a:p>
            <a:pPr marL="152396" indent="0">
              <a:buNone/>
            </a:pPr>
            <a:r>
              <a:rPr lang="en-US"/>
              <a:t>Why should we measure network?</a:t>
            </a:r>
          </a:p>
          <a:p>
            <a:pPr marL="152396" indent="0">
              <a:buNone/>
            </a:pPr>
            <a:endParaRPr lang="en-US"/>
          </a:p>
          <a:p>
            <a:pPr marL="152396" indent="0">
              <a:buNone/>
            </a:pPr>
            <a:endParaRPr lang="en-US"/>
          </a:p>
          <a:p>
            <a:pPr marL="152396" indent="0">
              <a:buNone/>
            </a:pPr>
            <a:endParaRPr lang="en-US"/>
          </a:p>
          <a:p>
            <a:pPr marL="152396" indent="0">
              <a:buNone/>
            </a:pPr>
            <a:endParaRPr lang="en-US"/>
          </a:p>
          <a:p>
            <a:pPr marL="152396" indent="0">
              <a:buNone/>
            </a:pPr>
            <a:r>
              <a:rPr lang="en-US"/>
              <a:t>What are the different metrics that characterize network performance?</a:t>
            </a:r>
          </a:p>
          <a:p>
            <a:r>
              <a:rPr lang="en-US"/>
              <a:t>Latency</a:t>
            </a:r>
          </a:p>
          <a:p>
            <a:r>
              <a:rPr lang="en-US"/>
              <a:t>Throughput</a:t>
            </a:r>
          </a:p>
          <a:p>
            <a:r>
              <a:rPr lang="en-US"/>
              <a:t>Loss</a:t>
            </a:r>
          </a:p>
          <a:p>
            <a:pPr marL="152396" indent="0">
              <a:buNone/>
            </a:pPr>
            <a:endParaRPr lang="en-US"/>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05EA39FE-8E05-4509-10D5-134EA721F816}"/>
                  </a:ext>
                </a:extLst>
              </p14:cNvPr>
              <p14:cNvContentPartPr/>
              <p14:nvPr/>
            </p14:nvContentPartPr>
            <p14:xfrm>
              <a:off x="1674000" y="2113560"/>
              <a:ext cx="10027080" cy="4330080"/>
            </p14:xfrm>
          </p:contentPart>
        </mc:Choice>
        <mc:Fallback>
          <p:pic>
            <p:nvPicPr>
              <p:cNvPr id="4" name="Ink 3">
                <a:extLst>
                  <a:ext uri="{FF2B5EF4-FFF2-40B4-BE49-F238E27FC236}">
                    <a16:creationId xmlns:a16="http://schemas.microsoft.com/office/drawing/2014/main" id="{05EA39FE-8E05-4509-10D5-134EA721F816}"/>
                  </a:ext>
                </a:extLst>
              </p:cNvPr>
              <p:cNvPicPr/>
              <p:nvPr/>
            </p:nvPicPr>
            <p:blipFill>
              <a:blip r:embed="rId3"/>
              <a:stretch>
                <a:fillRect/>
              </a:stretch>
            </p:blipFill>
            <p:spPr>
              <a:xfrm>
                <a:off x="1664640" y="2104200"/>
                <a:ext cx="10045800" cy="4348800"/>
              </a:xfrm>
              <a:prstGeom prst="rect">
                <a:avLst/>
              </a:prstGeom>
            </p:spPr>
          </p:pic>
        </mc:Fallback>
      </mc:AlternateContent>
    </p:spTree>
    <p:extLst>
      <p:ext uri="{BB962C8B-B14F-4D97-AF65-F5344CB8AC3E}">
        <p14:creationId xmlns:p14="http://schemas.microsoft.com/office/powerpoint/2010/main" val="1594984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5" name="Group 134">
            <a:extLst>
              <a:ext uri="{FF2B5EF4-FFF2-40B4-BE49-F238E27FC236}">
                <a16:creationId xmlns:a16="http://schemas.microsoft.com/office/drawing/2014/main" id="{3AD72523-4228-9C47-B195-4AAF96A160BD}"/>
              </a:ext>
            </a:extLst>
          </p:cNvPr>
          <p:cNvGrpSpPr/>
          <p:nvPr/>
        </p:nvGrpSpPr>
        <p:grpSpPr>
          <a:xfrm>
            <a:off x="1669005" y="2066316"/>
            <a:ext cx="1511352" cy="863670"/>
            <a:chOff x="7493876" y="2774731"/>
            <a:chExt cx="1481958" cy="894622"/>
          </a:xfrm>
        </p:grpSpPr>
        <p:sp>
          <p:nvSpPr>
            <p:cNvPr id="136" name="Freeform 135">
              <a:extLst>
                <a:ext uri="{FF2B5EF4-FFF2-40B4-BE49-F238E27FC236}">
                  <a16:creationId xmlns:a16="http://schemas.microsoft.com/office/drawing/2014/main" id="{9FB9E0EF-9063-B545-BC2B-062A0488CC7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137" name="Oval 136">
              <a:extLst>
                <a:ext uri="{FF2B5EF4-FFF2-40B4-BE49-F238E27FC236}">
                  <a16:creationId xmlns:a16="http://schemas.microsoft.com/office/drawing/2014/main" id="{B0BF60BF-9AF2-D948-8319-1FF102BC7D3E}"/>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138" name="Group 137">
              <a:extLst>
                <a:ext uri="{FF2B5EF4-FFF2-40B4-BE49-F238E27FC236}">
                  <a16:creationId xmlns:a16="http://schemas.microsoft.com/office/drawing/2014/main" id="{B32B55C6-F759-234F-8CF0-5FB387F35BC4}"/>
                </a:ext>
              </a:extLst>
            </p:cNvPr>
            <p:cNvGrpSpPr/>
            <p:nvPr/>
          </p:nvGrpSpPr>
          <p:grpSpPr>
            <a:xfrm>
              <a:off x="7713663" y="2848339"/>
              <a:ext cx="1042107" cy="425543"/>
              <a:chOff x="7786941" y="2884917"/>
              <a:chExt cx="897649" cy="353919"/>
            </a:xfrm>
          </p:grpSpPr>
          <p:sp>
            <p:nvSpPr>
              <p:cNvPr id="139" name="Freeform 138">
                <a:extLst>
                  <a:ext uri="{FF2B5EF4-FFF2-40B4-BE49-F238E27FC236}">
                    <a16:creationId xmlns:a16="http://schemas.microsoft.com/office/drawing/2014/main" id="{B1153D6F-A3DF-7246-9629-9228753ADE5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0" name="Freeform 139">
                <a:extLst>
                  <a:ext uri="{FF2B5EF4-FFF2-40B4-BE49-F238E27FC236}">
                    <a16:creationId xmlns:a16="http://schemas.microsoft.com/office/drawing/2014/main" id="{1C55D52C-AF37-4949-9428-203518D525C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1" name="Freeform 140">
                <a:extLst>
                  <a:ext uri="{FF2B5EF4-FFF2-40B4-BE49-F238E27FC236}">
                    <a16:creationId xmlns:a16="http://schemas.microsoft.com/office/drawing/2014/main" id="{58904F43-F0C7-374E-ADE8-8A024A662796}"/>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2" name="Freeform 141">
                <a:extLst>
                  <a:ext uri="{FF2B5EF4-FFF2-40B4-BE49-F238E27FC236}">
                    <a16:creationId xmlns:a16="http://schemas.microsoft.com/office/drawing/2014/main" id="{874597C3-FAA4-A147-A86C-C5108827045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25267" y="291947"/>
            <a:ext cx="10515600" cy="894622"/>
          </a:xfrm>
        </p:spPr>
        <p:txBody>
          <a:bodyPr>
            <a:normAutofit/>
          </a:bodyPr>
          <a:lstStyle/>
          <a:p>
            <a:r>
              <a:rPr lang="en-US">
                <a:ea typeface="ＭＳ Ｐゴシック" panose="020B0600070205080204" pitchFamily="34" charset="-128"/>
              </a:rPr>
              <a:t>Sources of packet delay</a:t>
            </a:r>
            <a:endParaRPr lang="en-US"/>
          </a:p>
        </p:txBody>
      </p:sp>
      <p:sp>
        <p:nvSpPr>
          <p:cNvPr id="58" name="Rectangle 4">
            <a:extLst>
              <a:ext uri="{FF2B5EF4-FFF2-40B4-BE49-F238E27FC236}">
                <a16:creationId xmlns:a16="http://schemas.microsoft.com/office/drawing/2014/main" id="{AC2D03E9-7C61-0A43-A247-276B596B9942}"/>
              </a:ext>
            </a:extLst>
          </p:cNvPr>
          <p:cNvSpPr txBox="1">
            <a:spLocks noChangeArrowheads="1"/>
          </p:cNvSpPr>
          <p:nvPr/>
        </p:nvSpPr>
        <p:spPr>
          <a:xfrm>
            <a:off x="150133" y="4604046"/>
            <a:ext cx="3810000" cy="1839595"/>
          </a:xfrm>
          <a:prstGeom prst="rect">
            <a:avLst/>
          </a:prstGeom>
        </p:spPr>
        <p:txBody>
          <a:bodyPr vert="horz" lIns="91440" tIns="45720" rIns="91440" bIns="45720" rtlCol="0">
            <a:no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95275" algn="l" defTabSz="914400" rtl="0" eaLnBrk="1" fontAlgn="auto" latinLnBrk="0" hangingPunct="1">
              <a:lnSpc>
                <a:spcPct val="90000"/>
              </a:lnSpc>
              <a:spcBef>
                <a:spcPts val="600"/>
              </a:spcBef>
              <a:spcAft>
                <a:spcPts val="0"/>
              </a:spcAft>
              <a:buClr>
                <a:srgbClr val="0000A3"/>
              </a:buClr>
              <a:buSzTx/>
              <a:buFont typeface="Wingdings" charset="0"/>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5" name="Rectangle 58">
            <a:extLst>
              <a:ext uri="{FF2B5EF4-FFF2-40B4-BE49-F238E27FC236}">
                <a16:creationId xmlns:a16="http://schemas.microsoft.com/office/drawing/2014/main" id="{9033E5DB-6EA3-CE4C-B1A8-C9C804BDCB3F}"/>
              </a:ext>
            </a:extLst>
          </p:cNvPr>
          <p:cNvSpPr>
            <a:spLocks noChangeArrowheads="1"/>
          </p:cNvSpPr>
          <p:nvPr/>
        </p:nvSpPr>
        <p:spPr bwMode="auto">
          <a:xfrm>
            <a:off x="3781962" y="4626312"/>
            <a:ext cx="5054724" cy="13940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344488" marR="0" lvl="0" indent="-344488" algn="l" defTabSz="914400" rtl="0" eaLnBrk="1" fontAlgn="auto" latinLnBrk="0" hangingPunct="1">
              <a:lnSpc>
                <a:spcPct val="90000"/>
              </a:lnSpc>
              <a:spcBef>
                <a:spcPts val="600"/>
              </a:spcBef>
              <a:spcAft>
                <a:spcPts val="0"/>
              </a:spcAft>
              <a:buClr>
                <a:srgbClr val="3333CC"/>
              </a:buClr>
              <a:buSzPct val="85000"/>
              <a:buFont typeface="Wingdings" charset="0"/>
              <a:buNone/>
              <a:tabLst/>
              <a:defRPr/>
            </a:pPr>
            <a:endParaRPr kumimoji="0" lang="en-US" sz="2400" b="0" i="0" u="none" strike="noStrike" kern="1200" cap="none" spc="0" normalizeH="0" baseline="0" noProof="0">
              <a:ln>
                <a:noFill/>
              </a:ln>
              <a:solidFill>
                <a:srgbClr val="000000"/>
              </a:solidFill>
              <a:effectLst/>
              <a:uLnTx/>
              <a:uFillTx/>
              <a:latin typeface="Calibri" panose="020F0502020204030204"/>
              <a:ea typeface="ＭＳ Ｐゴシック" charset="0"/>
              <a:cs typeface="ＭＳ Ｐゴシック" charset="0"/>
            </a:endParaRPr>
          </a:p>
        </p:txBody>
      </p:sp>
      <p:sp>
        <p:nvSpPr>
          <p:cNvPr id="77" name="Line 24">
            <a:extLst>
              <a:ext uri="{FF2B5EF4-FFF2-40B4-BE49-F238E27FC236}">
                <a16:creationId xmlns:a16="http://schemas.microsoft.com/office/drawing/2014/main" id="{79DB8C95-768E-854F-9CEA-5533DCECBE17}"/>
              </a:ext>
            </a:extLst>
          </p:cNvPr>
          <p:cNvSpPr>
            <a:spLocks noChangeShapeType="1"/>
          </p:cNvSpPr>
          <p:nvPr/>
        </p:nvSpPr>
        <p:spPr bwMode="auto">
          <a:xfrm>
            <a:off x="925586" y="2082328"/>
            <a:ext cx="741403" cy="355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0" name="Rectangle 29">
            <a:extLst>
              <a:ext uri="{FF2B5EF4-FFF2-40B4-BE49-F238E27FC236}">
                <a16:creationId xmlns:a16="http://schemas.microsoft.com/office/drawing/2014/main" id="{9803C6B5-AE4A-F54B-86CB-D404B2A716C1}"/>
              </a:ext>
            </a:extLst>
          </p:cNvPr>
          <p:cNvSpPr>
            <a:spLocks noChangeArrowheads="1"/>
          </p:cNvSpPr>
          <p:nvPr/>
        </p:nvSpPr>
        <p:spPr bwMode="auto">
          <a:xfrm>
            <a:off x="3768953" y="2301403"/>
            <a:ext cx="147646" cy="200025"/>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81" name="Rectangle 30">
            <a:extLst>
              <a:ext uri="{FF2B5EF4-FFF2-40B4-BE49-F238E27FC236}">
                <a16:creationId xmlns:a16="http://schemas.microsoft.com/office/drawing/2014/main" id="{2BFFBBBA-8F3E-7640-8D9F-E3A7047BB5BB}"/>
              </a:ext>
            </a:extLst>
          </p:cNvPr>
          <p:cNvSpPr>
            <a:spLocks noChangeArrowheads="1"/>
          </p:cNvSpPr>
          <p:nvPr/>
        </p:nvSpPr>
        <p:spPr bwMode="auto">
          <a:xfrm>
            <a:off x="2516348" y="2372841"/>
            <a:ext cx="147645" cy="200025"/>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82" name="Rectangle 31">
            <a:extLst>
              <a:ext uri="{FF2B5EF4-FFF2-40B4-BE49-F238E27FC236}">
                <a16:creationId xmlns:a16="http://schemas.microsoft.com/office/drawing/2014/main" id="{212ACD5F-D6C3-824B-9E9F-FCD292654FC1}"/>
              </a:ext>
            </a:extLst>
          </p:cNvPr>
          <p:cNvSpPr>
            <a:spLocks noChangeArrowheads="1"/>
          </p:cNvSpPr>
          <p:nvPr/>
        </p:nvSpPr>
        <p:spPr bwMode="auto">
          <a:xfrm>
            <a:off x="2678282" y="2372841"/>
            <a:ext cx="147645" cy="200025"/>
          </a:xfrm>
          <a:prstGeom prst="rect">
            <a:avLst/>
          </a:prstGeom>
          <a:solidFill>
            <a:srgbClr val="00B050"/>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84" name="Rectangle 38">
            <a:extLst>
              <a:ext uri="{FF2B5EF4-FFF2-40B4-BE49-F238E27FC236}">
                <a16:creationId xmlns:a16="http://schemas.microsoft.com/office/drawing/2014/main" id="{5F99C41D-D784-474B-94F5-AC46161751AD}"/>
              </a:ext>
            </a:extLst>
          </p:cNvPr>
          <p:cNvSpPr>
            <a:spLocks noChangeArrowheads="1"/>
          </p:cNvSpPr>
          <p:nvPr/>
        </p:nvSpPr>
        <p:spPr bwMode="auto">
          <a:xfrm>
            <a:off x="2806876" y="2310928"/>
            <a:ext cx="147646" cy="200025"/>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93" name="Line 25">
            <a:extLst>
              <a:ext uri="{FF2B5EF4-FFF2-40B4-BE49-F238E27FC236}">
                <a16:creationId xmlns:a16="http://schemas.microsoft.com/office/drawing/2014/main" id="{F5D3A1C5-3798-AA4A-9717-BC9CD2814C06}"/>
              </a:ext>
            </a:extLst>
          </p:cNvPr>
          <p:cNvSpPr>
            <a:spLocks noChangeShapeType="1"/>
          </p:cNvSpPr>
          <p:nvPr/>
        </p:nvSpPr>
        <p:spPr bwMode="auto">
          <a:xfrm flipV="1">
            <a:off x="923706" y="2622077"/>
            <a:ext cx="735346" cy="54993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4" name="Rectangle 32">
            <a:extLst>
              <a:ext uri="{FF2B5EF4-FFF2-40B4-BE49-F238E27FC236}">
                <a16:creationId xmlns:a16="http://schemas.microsoft.com/office/drawing/2014/main" id="{499B4666-F248-7346-9FEA-7936F1E56AE7}"/>
              </a:ext>
            </a:extLst>
          </p:cNvPr>
          <p:cNvSpPr>
            <a:spLocks noChangeArrowheads="1"/>
          </p:cNvSpPr>
          <p:nvPr/>
        </p:nvSpPr>
        <p:spPr bwMode="auto">
          <a:xfrm>
            <a:off x="1463777" y="2272828"/>
            <a:ext cx="147646" cy="200025"/>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95" name="Line 33">
            <a:extLst>
              <a:ext uri="{FF2B5EF4-FFF2-40B4-BE49-F238E27FC236}">
                <a16:creationId xmlns:a16="http://schemas.microsoft.com/office/drawing/2014/main" id="{468D7A2B-9164-6E4A-96CE-D29F3704091E}"/>
              </a:ext>
            </a:extLst>
          </p:cNvPr>
          <p:cNvSpPr>
            <a:spLocks noChangeShapeType="1"/>
          </p:cNvSpPr>
          <p:nvPr/>
        </p:nvSpPr>
        <p:spPr bwMode="auto">
          <a:xfrm>
            <a:off x="1414563" y="2209328"/>
            <a:ext cx="21114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6" name="Text Box 36">
            <a:extLst>
              <a:ext uri="{FF2B5EF4-FFF2-40B4-BE49-F238E27FC236}">
                <a16:creationId xmlns:a16="http://schemas.microsoft.com/office/drawing/2014/main" id="{3AB8F241-2337-4244-89DF-4C80D59B3367}"/>
              </a:ext>
            </a:extLst>
          </p:cNvPr>
          <p:cNvSpPr txBox="1">
            <a:spLocks noChangeArrowheads="1"/>
          </p:cNvSpPr>
          <p:nvPr/>
        </p:nvSpPr>
        <p:spPr bwMode="auto">
          <a:xfrm>
            <a:off x="121390" y="1766416"/>
            <a:ext cx="39305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a:t>
            </a:r>
          </a:p>
        </p:txBody>
      </p:sp>
      <p:sp>
        <p:nvSpPr>
          <p:cNvPr id="97" name="Text Box 37">
            <a:extLst>
              <a:ext uri="{FF2B5EF4-FFF2-40B4-BE49-F238E27FC236}">
                <a16:creationId xmlns:a16="http://schemas.microsoft.com/office/drawing/2014/main" id="{68CF5C6F-336B-3C4A-90BF-D34A028745C5}"/>
              </a:ext>
            </a:extLst>
          </p:cNvPr>
          <p:cNvSpPr txBox="1">
            <a:spLocks noChangeArrowheads="1"/>
          </p:cNvSpPr>
          <p:nvPr/>
        </p:nvSpPr>
        <p:spPr bwMode="auto">
          <a:xfrm>
            <a:off x="150133" y="2718916"/>
            <a:ext cx="38023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B</a:t>
            </a:r>
          </a:p>
        </p:txBody>
      </p:sp>
      <p:grpSp>
        <p:nvGrpSpPr>
          <p:cNvPr id="98" name="Group 66">
            <a:extLst>
              <a:ext uri="{FF2B5EF4-FFF2-40B4-BE49-F238E27FC236}">
                <a16:creationId xmlns:a16="http://schemas.microsoft.com/office/drawing/2014/main" id="{7A33E76B-0B7D-BD4C-95A3-F5F9B6632736}"/>
              </a:ext>
            </a:extLst>
          </p:cNvPr>
          <p:cNvGrpSpPr>
            <a:grpSpLocks/>
          </p:cNvGrpSpPr>
          <p:nvPr/>
        </p:nvGrpSpPr>
        <p:grpSpPr bwMode="auto">
          <a:xfrm>
            <a:off x="227967" y="1766416"/>
            <a:ext cx="779505" cy="679450"/>
            <a:chOff x="-44" y="1473"/>
            <a:chExt cx="981" cy="1105"/>
          </a:xfrm>
        </p:grpSpPr>
        <p:pic>
          <p:nvPicPr>
            <p:cNvPr id="116" name="Picture 67" descr="desktop_computer_stylized_medium">
              <a:extLst>
                <a:ext uri="{FF2B5EF4-FFF2-40B4-BE49-F238E27FC236}">
                  <a16:creationId xmlns:a16="http://schemas.microsoft.com/office/drawing/2014/main" id="{388E3E99-7752-0140-B682-2CFDCCFDA0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7" name="Freeform 68">
              <a:extLst>
                <a:ext uri="{FF2B5EF4-FFF2-40B4-BE49-F238E27FC236}">
                  <a16:creationId xmlns:a16="http://schemas.microsoft.com/office/drawing/2014/main" id="{C233087D-1E28-874B-99E3-90A56E5DA77B}"/>
                </a:ext>
              </a:extLst>
            </p:cNvPr>
            <p:cNvSpPr>
              <a:spLocks/>
            </p:cNvSpPr>
            <p:nvPr/>
          </p:nvSpPr>
          <p:spPr bwMode="auto">
            <a:xfrm flipH="1">
              <a:off x="374" y="1579"/>
              <a:ext cx="477" cy="506"/>
            </a:xfrm>
            <a:custGeom>
              <a:avLst/>
              <a:gdLst>
                <a:gd name="T0" fmla="*/ 0 w 356"/>
                <a:gd name="T1" fmla="*/ 0 h 368"/>
                <a:gd name="T2" fmla="*/ 32377 w 356"/>
                <a:gd name="T3" fmla="*/ 2307 h 368"/>
                <a:gd name="T4" fmla="*/ 38409 w 356"/>
                <a:gd name="T5" fmla="*/ 48069 h 368"/>
                <a:gd name="T6" fmla="*/ 8465 w 356"/>
                <a:gd name="T7" fmla="*/ 60116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99" name="Group 69">
            <a:extLst>
              <a:ext uri="{FF2B5EF4-FFF2-40B4-BE49-F238E27FC236}">
                <a16:creationId xmlns:a16="http://schemas.microsoft.com/office/drawing/2014/main" id="{53B22ADC-2C36-5141-AAAC-31B53FC8C1F4}"/>
              </a:ext>
            </a:extLst>
          </p:cNvPr>
          <p:cNvGrpSpPr>
            <a:grpSpLocks/>
          </p:cNvGrpSpPr>
          <p:nvPr/>
        </p:nvGrpSpPr>
        <p:grpSpPr bwMode="auto">
          <a:xfrm>
            <a:off x="218775" y="2773384"/>
            <a:ext cx="779506" cy="679450"/>
            <a:chOff x="-44" y="1473"/>
            <a:chExt cx="981" cy="1105"/>
          </a:xfrm>
        </p:grpSpPr>
        <p:pic>
          <p:nvPicPr>
            <p:cNvPr id="114" name="Picture 70" descr="desktop_computer_stylized_medium">
              <a:extLst>
                <a:ext uri="{FF2B5EF4-FFF2-40B4-BE49-F238E27FC236}">
                  <a16:creationId xmlns:a16="http://schemas.microsoft.com/office/drawing/2014/main" id="{DA4C023E-F595-544A-9929-08480475A5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5" name="Freeform 71">
              <a:extLst>
                <a:ext uri="{FF2B5EF4-FFF2-40B4-BE49-F238E27FC236}">
                  <a16:creationId xmlns:a16="http://schemas.microsoft.com/office/drawing/2014/main" id="{BD3780DD-1306-2540-89B8-0A42DEECFC61}"/>
                </a:ext>
              </a:extLst>
            </p:cNvPr>
            <p:cNvSpPr>
              <a:spLocks/>
            </p:cNvSpPr>
            <p:nvPr/>
          </p:nvSpPr>
          <p:spPr bwMode="auto">
            <a:xfrm flipH="1">
              <a:off x="374" y="1579"/>
              <a:ext cx="477" cy="506"/>
            </a:xfrm>
            <a:custGeom>
              <a:avLst/>
              <a:gdLst>
                <a:gd name="T0" fmla="*/ 0 w 356"/>
                <a:gd name="T1" fmla="*/ 0 h 368"/>
                <a:gd name="T2" fmla="*/ 32377 w 356"/>
                <a:gd name="T3" fmla="*/ 2307 h 368"/>
                <a:gd name="T4" fmla="*/ 38409 w 356"/>
                <a:gd name="T5" fmla="*/ 48069 h 368"/>
                <a:gd name="T6" fmla="*/ 8465 w 356"/>
                <a:gd name="T7" fmla="*/ 60116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03" name="Rectangle 31">
            <a:extLst>
              <a:ext uri="{FF2B5EF4-FFF2-40B4-BE49-F238E27FC236}">
                <a16:creationId xmlns:a16="http://schemas.microsoft.com/office/drawing/2014/main" id="{9C43DB7F-CC6C-3D47-AEBE-0F3B6F7415AB}"/>
              </a:ext>
            </a:extLst>
          </p:cNvPr>
          <p:cNvSpPr>
            <a:spLocks noChangeArrowheads="1"/>
          </p:cNvSpPr>
          <p:nvPr/>
        </p:nvSpPr>
        <p:spPr bwMode="auto">
          <a:xfrm>
            <a:off x="1027016" y="2928960"/>
            <a:ext cx="139773" cy="185197"/>
          </a:xfrm>
          <a:prstGeom prst="rect">
            <a:avLst/>
          </a:prstGeom>
          <a:solidFill>
            <a:srgbClr val="00B050"/>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04" name="Line 33">
            <a:extLst>
              <a:ext uri="{FF2B5EF4-FFF2-40B4-BE49-F238E27FC236}">
                <a16:creationId xmlns:a16="http://schemas.microsoft.com/office/drawing/2014/main" id="{1420A34E-BA5D-D248-8FAC-DCC28151FB9C}"/>
              </a:ext>
            </a:extLst>
          </p:cNvPr>
          <p:cNvSpPr>
            <a:spLocks noChangeShapeType="1"/>
          </p:cNvSpPr>
          <p:nvPr/>
        </p:nvSpPr>
        <p:spPr bwMode="auto">
          <a:xfrm flipV="1">
            <a:off x="1202346" y="2898578"/>
            <a:ext cx="219680" cy="161939"/>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E0E58503-FA9B-1542-A0D6-E85B92D1E5BA}"/>
              </a:ext>
            </a:extLst>
          </p:cNvPr>
          <p:cNvCxnSpPr/>
          <p:nvPr/>
        </p:nvCxnSpPr>
        <p:spPr>
          <a:xfrm>
            <a:off x="3185157" y="2537252"/>
            <a:ext cx="338899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27" name="Group 126">
            <a:extLst>
              <a:ext uri="{FF2B5EF4-FFF2-40B4-BE49-F238E27FC236}">
                <a16:creationId xmlns:a16="http://schemas.microsoft.com/office/drawing/2014/main" id="{E49D3C3B-F6BB-8747-AE74-C4B438FB99F4}"/>
              </a:ext>
            </a:extLst>
          </p:cNvPr>
          <p:cNvGrpSpPr/>
          <p:nvPr/>
        </p:nvGrpSpPr>
        <p:grpSpPr>
          <a:xfrm>
            <a:off x="6295592" y="2076951"/>
            <a:ext cx="1511352" cy="863670"/>
            <a:chOff x="7493876" y="2774731"/>
            <a:chExt cx="1481958" cy="894622"/>
          </a:xfrm>
        </p:grpSpPr>
        <p:sp>
          <p:nvSpPr>
            <p:cNvPr id="128" name="Freeform 127">
              <a:extLst>
                <a:ext uri="{FF2B5EF4-FFF2-40B4-BE49-F238E27FC236}">
                  <a16:creationId xmlns:a16="http://schemas.microsoft.com/office/drawing/2014/main" id="{5D7E8999-C7DA-4C41-AF40-118E01514749}"/>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129" name="Oval 128">
              <a:extLst>
                <a:ext uri="{FF2B5EF4-FFF2-40B4-BE49-F238E27FC236}">
                  <a16:creationId xmlns:a16="http://schemas.microsoft.com/office/drawing/2014/main" id="{21FE0DA3-6E20-DC4B-8111-DD2816780A5C}"/>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130" name="Group 129">
              <a:extLst>
                <a:ext uri="{FF2B5EF4-FFF2-40B4-BE49-F238E27FC236}">
                  <a16:creationId xmlns:a16="http://schemas.microsoft.com/office/drawing/2014/main" id="{227FD192-76B7-BB4E-8D74-8B6F33DBA7D5}"/>
                </a:ext>
              </a:extLst>
            </p:cNvPr>
            <p:cNvGrpSpPr/>
            <p:nvPr/>
          </p:nvGrpSpPr>
          <p:grpSpPr>
            <a:xfrm>
              <a:off x="7713663" y="2848339"/>
              <a:ext cx="1042107" cy="425543"/>
              <a:chOff x="7786941" y="2884917"/>
              <a:chExt cx="897649" cy="353919"/>
            </a:xfrm>
          </p:grpSpPr>
          <p:sp>
            <p:nvSpPr>
              <p:cNvPr id="131" name="Freeform 130">
                <a:extLst>
                  <a:ext uri="{FF2B5EF4-FFF2-40B4-BE49-F238E27FC236}">
                    <a16:creationId xmlns:a16="http://schemas.microsoft.com/office/drawing/2014/main" id="{130CC598-6AE0-744A-9CEF-611CD26990D7}"/>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2" name="Freeform 131">
                <a:extLst>
                  <a:ext uri="{FF2B5EF4-FFF2-40B4-BE49-F238E27FC236}">
                    <a16:creationId xmlns:a16="http://schemas.microsoft.com/office/drawing/2014/main" id="{F0B09B4D-82A4-6D4A-B104-F100560C4499}"/>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3" name="Freeform 132">
                <a:extLst>
                  <a:ext uri="{FF2B5EF4-FFF2-40B4-BE49-F238E27FC236}">
                    <a16:creationId xmlns:a16="http://schemas.microsoft.com/office/drawing/2014/main" id="{7CB1C4B0-5780-D24E-8D85-35BA5CE42556}"/>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4" name="Freeform 133">
                <a:extLst>
                  <a:ext uri="{FF2B5EF4-FFF2-40B4-BE49-F238E27FC236}">
                    <a16:creationId xmlns:a16="http://schemas.microsoft.com/office/drawing/2014/main" id="{A78B6DE2-15CA-DC49-A0BD-10E78562E1D3}"/>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6" name="Rectangle 3">
            <a:extLst>
              <a:ext uri="{FF2B5EF4-FFF2-40B4-BE49-F238E27FC236}">
                <a16:creationId xmlns:a16="http://schemas.microsoft.com/office/drawing/2014/main" id="{C4E842D3-BEE1-BF99-ED70-CE3F591B505C}"/>
              </a:ext>
            </a:extLst>
          </p:cNvPr>
          <p:cNvSpPr>
            <a:spLocks noChangeArrowheads="1"/>
          </p:cNvSpPr>
          <p:nvPr/>
        </p:nvSpPr>
        <p:spPr bwMode="auto">
          <a:xfrm>
            <a:off x="7918403" y="3843622"/>
            <a:ext cx="4380277" cy="301437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342900" marR="0" lvl="0" indent="-342900" algn="l" defTabSz="914400" rtl="0" eaLnBrk="1" fontAlgn="auto" latinLnBrk="0" hangingPunct="1">
              <a:lnSpc>
                <a:spcPct val="90000"/>
              </a:lnSpc>
              <a:spcBef>
                <a:spcPts val="600"/>
              </a:spcBef>
              <a:spcAft>
                <a:spcPts val="0"/>
              </a:spcAft>
              <a:buClr>
                <a:srgbClr val="000099"/>
              </a:buClr>
              <a:buSzPct val="65000"/>
              <a:buFont typeface="Wingdings" charset="0"/>
              <a:buNone/>
              <a:tabLst/>
              <a:defRPr/>
            </a:pPr>
            <a:endParaRPr kumimoji="0" lang="en-US" sz="2400" b="0" i="1" u="none" strike="noStrike" kern="1200" cap="none" spc="0" normalizeH="0" baseline="0" noProof="0">
              <a:ln>
                <a:noFill/>
              </a:ln>
              <a:solidFill>
                <a:srgbClr val="000000"/>
              </a:solidFill>
              <a:effectLst/>
              <a:uLnTx/>
              <a:uFillTx/>
              <a:latin typeface="Calibri" panose="020F0502020204030204"/>
              <a:ea typeface="ＭＳ Ｐゴシック" charset="0"/>
              <a:cs typeface="ＭＳ Ｐゴシック" charset="0"/>
            </a:endParaRPr>
          </a:p>
        </p:txBody>
      </p:sp>
      <p:sp>
        <p:nvSpPr>
          <p:cNvPr id="7" name="Rectangle 4">
            <a:extLst>
              <a:ext uri="{FF2B5EF4-FFF2-40B4-BE49-F238E27FC236}">
                <a16:creationId xmlns:a16="http://schemas.microsoft.com/office/drawing/2014/main" id="{51C59CA5-BC97-289C-C539-9B04483BA928}"/>
              </a:ext>
            </a:extLst>
          </p:cNvPr>
          <p:cNvSpPr>
            <a:spLocks noChangeArrowheads="1"/>
          </p:cNvSpPr>
          <p:nvPr/>
        </p:nvSpPr>
        <p:spPr bwMode="auto">
          <a:xfrm>
            <a:off x="8553139" y="291947"/>
            <a:ext cx="3910824" cy="28352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342900" marR="0" lvl="0" indent="-342900" algn="l" defTabSz="914400" rtl="0" eaLnBrk="1" fontAlgn="auto" latinLnBrk="0" hangingPunct="1">
              <a:lnSpc>
                <a:spcPct val="85000"/>
              </a:lnSpc>
              <a:spcBef>
                <a:spcPct val="20000"/>
              </a:spcBef>
              <a:spcAft>
                <a:spcPts val="0"/>
              </a:spcAft>
              <a:buClr>
                <a:srgbClr val="000099"/>
              </a:buClr>
              <a:buSzPct val="65000"/>
              <a:buFont typeface="Wingdings" charset="0"/>
              <a:buNone/>
              <a:tabLst/>
              <a:defRPr/>
            </a:pPr>
            <a:endParaRPr kumimoji="0" lang="en-US" sz="2400" b="0" i="1" u="none" strike="noStrike" kern="1200" cap="none" spc="0" normalizeH="0" baseline="0" noProof="0">
              <a:ln>
                <a:noFill/>
              </a:ln>
              <a:solidFill>
                <a:srgbClr val="000000"/>
              </a:solidFill>
              <a:effectLst/>
              <a:uLnTx/>
              <a:uFillTx/>
              <a:latin typeface="Calibri" panose="020F0502020204030204"/>
              <a:ea typeface="ＭＳ Ｐゴシック" charset="0"/>
              <a:cs typeface="ＭＳ Ｐゴシック" charset="0"/>
            </a:endParaRPr>
          </a:p>
        </p:txBody>
      </p:sp>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CC9883E0-497B-8465-2573-A4E8F586CD93}"/>
                  </a:ext>
                </a:extLst>
              </p14:cNvPr>
              <p14:cNvContentPartPr/>
              <p14:nvPr/>
            </p14:nvContentPartPr>
            <p14:xfrm>
              <a:off x="647640" y="1059480"/>
              <a:ext cx="11120040" cy="5622480"/>
            </p14:xfrm>
          </p:contentPart>
        </mc:Choice>
        <mc:Fallback>
          <p:pic>
            <p:nvPicPr>
              <p:cNvPr id="3" name="Ink 2">
                <a:extLst>
                  <a:ext uri="{FF2B5EF4-FFF2-40B4-BE49-F238E27FC236}">
                    <a16:creationId xmlns:a16="http://schemas.microsoft.com/office/drawing/2014/main" id="{CC9883E0-497B-8465-2573-A4E8F586CD93}"/>
                  </a:ext>
                </a:extLst>
              </p:cNvPr>
              <p:cNvPicPr/>
              <p:nvPr/>
            </p:nvPicPr>
            <p:blipFill>
              <a:blip r:embed="rId5"/>
              <a:stretch>
                <a:fillRect/>
              </a:stretch>
            </p:blipFill>
            <p:spPr>
              <a:xfrm>
                <a:off x="638280" y="1050120"/>
                <a:ext cx="11138760" cy="5641200"/>
              </a:xfrm>
              <a:prstGeom prst="rect">
                <a:avLst/>
              </a:prstGeom>
            </p:spPr>
          </p:pic>
        </mc:Fallback>
      </mc:AlternateContent>
    </p:spTree>
    <p:extLst>
      <p:ext uri="{BB962C8B-B14F-4D97-AF65-F5344CB8AC3E}">
        <p14:creationId xmlns:p14="http://schemas.microsoft.com/office/powerpoint/2010/main" val="4534572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8B8DBED-9842-D01E-E32D-CFCC018CC7E9}"/>
              </a:ext>
            </a:extLst>
          </p:cNvPr>
          <p:cNvSpPr>
            <a:spLocks noGrp="1"/>
          </p:cNvSpPr>
          <p:nvPr>
            <p:ph type="title"/>
          </p:nvPr>
        </p:nvSpPr>
        <p:spPr/>
        <p:txBody>
          <a:bodyPr/>
          <a:lstStyle/>
          <a:p>
            <a:r>
              <a:rPr lang="en-US"/>
              <a:t>Problem</a:t>
            </a:r>
          </a:p>
        </p:txBody>
      </p:sp>
      <mc:AlternateContent xmlns:mc="http://schemas.openxmlformats.org/markup-compatibility/2006">
        <mc:Choice xmlns:p14="http://schemas.microsoft.com/office/powerpoint/2010/main" Requires="p14">
          <p:contentPart p14:bwMode="auto" r:id="rId2">
            <p14:nvContentPartPr>
              <p14:cNvPr id="17" name="Ink 16">
                <a:extLst>
                  <a:ext uri="{FF2B5EF4-FFF2-40B4-BE49-F238E27FC236}">
                    <a16:creationId xmlns:a16="http://schemas.microsoft.com/office/drawing/2014/main" id="{2ADF1D4D-5BF7-E349-CC2F-D079BB8EC720}"/>
                  </a:ext>
                </a:extLst>
              </p14:cNvPr>
              <p14:cNvContentPartPr/>
              <p14:nvPr/>
            </p14:nvContentPartPr>
            <p14:xfrm>
              <a:off x="1486393" y="2496640"/>
              <a:ext cx="18720" cy="6480"/>
            </p14:xfrm>
          </p:contentPart>
        </mc:Choice>
        <mc:Fallback>
          <p:pic>
            <p:nvPicPr>
              <p:cNvPr id="17" name="Ink 16">
                <a:extLst>
                  <a:ext uri="{FF2B5EF4-FFF2-40B4-BE49-F238E27FC236}">
                    <a16:creationId xmlns:a16="http://schemas.microsoft.com/office/drawing/2014/main" id="{2ADF1D4D-5BF7-E349-CC2F-D079BB8EC720}"/>
                  </a:ext>
                </a:extLst>
              </p:cNvPr>
              <p:cNvPicPr/>
              <p:nvPr/>
            </p:nvPicPr>
            <p:blipFill>
              <a:blip r:embed="rId3"/>
              <a:stretch>
                <a:fillRect/>
              </a:stretch>
            </p:blipFill>
            <p:spPr>
              <a:xfrm>
                <a:off x="1455433" y="2465680"/>
                <a:ext cx="79920" cy="6768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130" name="Ink 129">
                <a:extLst>
                  <a:ext uri="{FF2B5EF4-FFF2-40B4-BE49-F238E27FC236}">
                    <a16:creationId xmlns:a16="http://schemas.microsoft.com/office/drawing/2014/main" id="{0063403A-1921-2E13-3000-AFE52B7CAF4B}"/>
                  </a:ext>
                </a:extLst>
              </p14:cNvPr>
              <p14:cNvContentPartPr/>
              <p14:nvPr/>
            </p14:nvContentPartPr>
            <p14:xfrm>
              <a:off x="2174639" y="-793757"/>
              <a:ext cx="6840" cy="13320"/>
            </p14:xfrm>
          </p:contentPart>
        </mc:Choice>
        <mc:Fallback>
          <p:pic>
            <p:nvPicPr>
              <p:cNvPr id="130" name="Ink 129">
                <a:extLst>
                  <a:ext uri="{FF2B5EF4-FFF2-40B4-BE49-F238E27FC236}">
                    <a16:creationId xmlns:a16="http://schemas.microsoft.com/office/drawing/2014/main" id="{0063403A-1921-2E13-3000-AFE52B7CAF4B}"/>
                  </a:ext>
                </a:extLst>
              </p:cNvPr>
              <p:cNvPicPr/>
              <p:nvPr/>
            </p:nvPicPr>
            <p:blipFill>
              <a:blip r:embed="rId5"/>
              <a:stretch>
                <a:fillRect/>
              </a:stretch>
            </p:blipFill>
            <p:spPr>
              <a:xfrm>
                <a:off x="2159159" y="-809237"/>
                <a:ext cx="37440" cy="439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21" name="Ink 20">
                <a:extLst>
                  <a:ext uri="{FF2B5EF4-FFF2-40B4-BE49-F238E27FC236}">
                    <a16:creationId xmlns:a16="http://schemas.microsoft.com/office/drawing/2014/main" id="{1903E935-5B01-9526-BFD3-72976DC37940}"/>
                  </a:ext>
                </a:extLst>
              </p14:cNvPr>
              <p14:cNvContentPartPr/>
              <p14:nvPr/>
            </p14:nvContentPartPr>
            <p14:xfrm>
              <a:off x="1765418" y="1647841"/>
              <a:ext cx="283320" cy="229680"/>
            </p14:xfrm>
          </p:contentPart>
        </mc:Choice>
        <mc:Fallback>
          <p:pic>
            <p:nvPicPr>
              <p:cNvPr id="21" name="Ink 20">
                <a:extLst>
                  <a:ext uri="{FF2B5EF4-FFF2-40B4-BE49-F238E27FC236}">
                    <a16:creationId xmlns:a16="http://schemas.microsoft.com/office/drawing/2014/main" id="{1903E935-5B01-9526-BFD3-72976DC37940}"/>
                  </a:ext>
                </a:extLst>
              </p:cNvPr>
              <p:cNvPicPr/>
              <p:nvPr/>
            </p:nvPicPr>
            <p:blipFill>
              <a:blip r:embed="rId7"/>
              <a:stretch>
                <a:fillRect/>
              </a:stretch>
            </p:blipFill>
            <p:spPr>
              <a:xfrm>
                <a:off x="1757858" y="1640281"/>
                <a:ext cx="298440" cy="2448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22" name="Ink 21">
                <a:extLst>
                  <a:ext uri="{FF2B5EF4-FFF2-40B4-BE49-F238E27FC236}">
                    <a16:creationId xmlns:a16="http://schemas.microsoft.com/office/drawing/2014/main" id="{1C2361FE-2490-2CE5-5A94-2C9E4F1A0FF1}"/>
                  </a:ext>
                </a:extLst>
              </p14:cNvPr>
              <p14:cNvContentPartPr/>
              <p14:nvPr/>
            </p14:nvContentPartPr>
            <p14:xfrm>
              <a:off x="1673618" y="1104601"/>
              <a:ext cx="528480" cy="406080"/>
            </p14:xfrm>
          </p:contentPart>
        </mc:Choice>
        <mc:Fallback>
          <p:pic>
            <p:nvPicPr>
              <p:cNvPr id="22" name="Ink 21">
                <a:extLst>
                  <a:ext uri="{FF2B5EF4-FFF2-40B4-BE49-F238E27FC236}">
                    <a16:creationId xmlns:a16="http://schemas.microsoft.com/office/drawing/2014/main" id="{1C2361FE-2490-2CE5-5A94-2C9E4F1A0FF1}"/>
                  </a:ext>
                </a:extLst>
              </p:cNvPr>
              <p:cNvPicPr/>
              <p:nvPr/>
            </p:nvPicPr>
            <p:blipFill>
              <a:blip r:embed="rId9"/>
              <a:stretch>
                <a:fillRect/>
              </a:stretch>
            </p:blipFill>
            <p:spPr>
              <a:xfrm>
                <a:off x="1666053" y="1097034"/>
                <a:ext cx="543610" cy="421213"/>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28" name="Ink 27">
                <a:extLst>
                  <a:ext uri="{FF2B5EF4-FFF2-40B4-BE49-F238E27FC236}">
                    <a16:creationId xmlns:a16="http://schemas.microsoft.com/office/drawing/2014/main" id="{3F673D13-2A73-0FAF-711D-A6E334FBF00D}"/>
                  </a:ext>
                </a:extLst>
              </p14:cNvPr>
              <p14:cNvContentPartPr/>
              <p14:nvPr/>
            </p14:nvContentPartPr>
            <p14:xfrm>
              <a:off x="610178" y="2520121"/>
              <a:ext cx="367560" cy="375120"/>
            </p14:xfrm>
          </p:contentPart>
        </mc:Choice>
        <mc:Fallback>
          <p:pic>
            <p:nvPicPr>
              <p:cNvPr id="28" name="Ink 27">
                <a:extLst>
                  <a:ext uri="{FF2B5EF4-FFF2-40B4-BE49-F238E27FC236}">
                    <a16:creationId xmlns:a16="http://schemas.microsoft.com/office/drawing/2014/main" id="{3F673D13-2A73-0FAF-711D-A6E334FBF00D}"/>
                  </a:ext>
                </a:extLst>
              </p:cNvPr>
              <p:cNvPicPr/>
              <p:nvPr/>
            </p:nvPicPr>
            <p:blipFill>
              <a:blip r:embed="rId11"/>
              <a:stretch>
                <a:fillRect/>
              </a:stretch>
            </p:blipFill>
            <p:spPr>
              <a:xfrm>
                <a:off x="602618" y="2512568"/>
                <a:ext cx="382680" cy="390226"/>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36" name="Ink 35">
                <a:extLst>
                  <a:ext uri="{FF2B5EF4-FFF2-40B4-BE49-F238E27FC236}">
                    <a16:creationId xmlns:a16="http://schemas.microsoft.com/office/drawing/2014/main" id="{6CE0375F-C124-A4D3-CACD-B3328F509B78}"/>
                  </a:ext>
                </a:extLst>
              </p14:cNvPr>
              <p14:cNvContentPartPr/>
              <p14:nvPr/>
            </p14:nvContentPartPr>
            <p14:xfrm>
              <a:off x="2561378" y="2435881"/>
              <a:ext cx="474480" cy="413640"/>
            </p14:xfrm>
          </p:contentPart>
        </mc:Choice>
        <mc:Fallback>
          <p:pic>
            <p:nvPicPr>
              <p:cNvPr id="36" name="Ink 35">
                <a:extLst>
                  <a:ext uri="{FF2B5EF4-FFF2-40B4-BE49-F238E27FC236}">
                    <a16:creationId xmlns:a16="http://schemas.microsoft.com/office/drawing/2014/main" id="{6CE0375F-C124-A4D3-CACD-B3328F509B78}"/>
                  </a:ext>
                </a:extLst>
              </p:cNvPr>
              <p:cNvPicPr/>
              <p:nvPr/>
            </p:nvPicPr>
            <p:blipFill>
              <a:blip r:embed="rId13"/>
              <a:stretch>
                <a:fillRect/>
              </a:stretch>
            </p:blipFill>
            <p:spPr>
              <a:xfrm>
                <a:off x="2553824" y="2428314"/>
                <a:ext cx="489589" cy="428773"/>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43" name="Ink 42">
                <a:extLst>
                  <a:ext uri="{FF2B5EF4-FFF2-40B4-BE49-F238E27FC236}">
                    <a16:creationId xmlns:a16="http://schemas.microsoft.com/office/drawing/2014/main" id="{20CD8AF1-4AC8-3C6D-004C-288853A71801}"/>
                  </a:ext>
                </a:extLst>
              </p14:cNvPr>
              <p14:cNvContentPartPr/>
              <p14:nvPr/>
            </p14:nvContentPartPr>
            <p14:xfrm>
              <a:off x="2599538" y="2106841"/>
              <a:ext cx="38520" cy="84600"/>
            </p14:xfrm>
          </p:contentPart>
        </mc:Choice>
        <mc:Fallback>
          <p:pic>
            <p:nvPicPr>
              <p:cNvPr id="43" name="Ink 42">
                <a:extLst>
                  <a:ext uri="{FF2B5EF4-FFF2-40B4-BE49-F238E27FC236}">
                    <a16:creationId xmlns:a16="http://schemas.microsoft.com/office/drawing/2014/main" id="{20CD8AF1-4AC8-3C6D-004C-288853A71801}"/>
                  </a:ext>
                </a:extLst>
              </p:cNvPr>
              <p:cNvPicPr/>
              <p:nvPr/>
            </p:nvPicPr>
            <p:blipFill>
              <a:blip r:embed="rId15"/>
              <a:stretch>
                <a:fillRect/>
              </a:stretch>
            </p:blipFill>
            <p:spPr>
              <a:xfrm>
                <a:off x="2592048" y="2099281"/>
                <a:ext cx="53500" cy="9972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44" name="Ink 43">
                <a:extLst>
                  <a:ext uri="{FF2B5EF4-FFF2-40B4-BE49-F238E27FC236}">
                    <a16:creationId xmlns:a16="http://schemas.microsoft.com/office/drawing/2014/main" id="{87FB56DA-70B2-4C33-1935-F8BAB79B019B}"/>
                  </a:ext>
                </a:extLst>
              </p14:cNvPr>
              <p14:cNvContentPartPr/>
              <p14:nvPr/>
            </p14:nvContentPartPr>
            <p14:xfrm>
              <a:off x="2737058" y="2313481"/>
              <a:ext cx="77040" cy="115200"/>
            </p14:xfrm>
          </p:contentPart>
        </mc:Choice>
        <mc:Fallback>
          <p:pic>
            <p:nvPicPr>
              <p:cNvPr id="44" name="Ink 43">
                <a:extLst>
                  <a:ext uri="{FF2B5EF4-FFF2-40B4-BE49-F238E27FC236}">
                    <a16:creationId xmlns:a16="http://schemas.microsoft.com/office/drawing/2014/main" id="{87FB56DA-70B2-4C33-1935-F8BAB79B019B}"/>
                  </a:ext>
                </a:extLst>
              </p:cNvPr>
              <p:cNvPicPr/>
              <p:nvPr/>
            </p:nvPicPr>
            <p:blipFill>
              <a:blip r:embed="rId17"/>
              <a:stretch>
                <a:fillRect/>
              </a:stretch>
            </p:blipFill>
            <p:spPr>
              <a:xfrm>
                <a:off x="2729463" y="2305897"/>
                <a:ext cx="92231" cy="130367"/>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45" name="Ink 44">
                <a:extLst>
                  <a:ext uri="{FF2B5EF4-FFF2-40B4-BE49-F238E27FC236}">
                    <a16:creationId xmlns:a16="http://schemas.microsoft.com/office/drawing/2014/main" id="{B3B9F130-5BB3-344A-D28C-1DC662106FE5}"/>
                  </a:ext>
                </a:extLst>
              </p14:cNvPr>
              <p14:cNvContentPartPr/>
              <p14:nvPr/>
            </p14:nvContentPartPr>
            <p14:xfrm>
              <a:off x="2867378" y="2520121"/>
              <a:ext cx="27720" cy="15840"/>
            </p14:xfrm>
          </p:contentPart>
        </mc:Choice>
        <mc:Fallback>
          <p:pic>
            <p:nvPicPr>
              <p:cNvPr id="45" name="Ink 44">
                <a:extLst>
                  <a:ext uri="{FF2B5EF4-FFF2-40B4-BE49-F238E27FC236}">
                    <a16:creationId xmlns:a16="http://schemas.microsoft.com/office/drawing/2014/main" id="{B3B9F130-5BB3-344A-D28C-1DC662106FE5}"/>
                  </a:ext>
                </a:extLst>
              </p:cNvPr>
              <p:cNvPicPr/>
              <p:nvPr/>
            </p:nvPicPr>
            <p:blipFill>
              <a:blip r:embed="rId19"/>
              <a:stretch>
                <a:fillRect/>
              </a:stretch>
            </p:blipFill>
            <p:spPr>
              <a:xfrm>
                <a:off x="2859818" y="2512561"/>
                <a:ext cx="42840" cy="3096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49" name="Ink 48">
                <a:extLst>
                  <a:ext uri="{FF2B5EF4-FFF2-40B4-BE49-F238E27FC236}">
                    <a16:creationId xmlns:a16="http://schemas.microsoft.com/office/drawing/2014/main" id="{EC9E973D-D171-9468-B8BE-5A496BAC29C5}"/>
                  </a:ext>
                </a:extLst>
              </p14:cNvPr>
              <p14:cNvContentPartPr/>
              <p14:nvPr/>
            </p14:nvContentPartPr>
            <p14:xfrm>
              <a:off x="2270498" y="1693921"/>
              <a:ext cx="253080" cy="313920"/>
            </p14:xfrm>
          </p:contentPart>
        </mc:Choice>
        <mc:Fallback>
          <p:pic>
            <p:nvPicPr>
              <p:cNvPr id="49" name="Ink 48">
                <a:extLst>
                  <a:ext uri="{FF2B5EF4-FFF2-40B4-BE49-F238E27FC236}">
                    <a16:creationId xmlns:a16="http://schemas.microsoft.com/office/drawing/2014/main" id="{EC9E973D-D171-9468-B8BE-5A496BAC29C5}"/>
                  </a:ext>
                </a:extLst>
              </p:cNvPr>
              <p:cNvPicPr/>
              <p:nvPr/>
            </p:nvPicPr>
            <p:blipFill>
              <a:blip r:embed="rId21"/>
              <a:stretch>
                <a:fillRect/>
              </a:stretch>
            </p:blipFill>
            <p:spPr>
              <a:xfrm>
                <a:off x="2262927" y="1686370"/>
                <a:ext cx="268222" cy="329023"/>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50" name="Ink 49">
                <a:extLst>
                  <a:ext uri="{FF2B5EF4-FFF2-40B4-BE49-F238E27FC236}">
                    <a16:creationId xmlns:a16="http://schemas.microsoft.com/office/drawing/2014/main" id="{026E8D17-F37B-23EE-4F91-23BC0CB6230B}"/>
                  </a:ext>
                </a:extLst>
              </p14:cNvPr>
              <p14:cNvContentPartPr/>
              <p14:nvPr/>
            </p14:nvContentPartPr>
            <p14:xfrm>
              <a:off x="1054058" y="1770241"/>
              <a:ext cx="619920" cy="566640"/>
            </p14:xfrm>
          </p:contentPart>
        </mc:Choice>
        <mc:Fallback>
          <p:pic>
            <p:nvPicPr>
              <p:cNvPr id="50" name="Ink 49">
                <a:extLst>
                  <a:ext uri="{FF2B5EF4-FFF2-40B4-BE49-F238E27FC236}">
                    <a16:creationId xmlns:a16="http://schemas.microsoft.com/office/drawing/2014/main" id="{026E8D17-F37B-23EE-4F91-23BC0CB6230B}"/>
                  </a:ext>
                </a:extLst>
              </p:cNvPr>
              <p:cNvPicPr/>
              <p:nvPr/>
            </p:nvPicPr>
            <p:blipFill>
              <a:blip r:embed="rId23"/>
              <a:stretch>
                <a:fillRect/>
              </a:stretch>
            </p:blipFill>
            <p:spPr>
              <a:xfrm>
                <a:off x="1046498" y="1762676"/>
                <a:ext cx="635040" cy="58177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57" name="Ink 56">
                <a:extLst>
                  <a:ext uri="{FF2B5EF4-FFF2-40B4-BE49-F238E27FC236}">
                    <a16:creationId xmlns:a16="http://schemas.microsoft.com/office/drawing/2014/main" id="{5DAA9BB0-33E2-5D89-14A7-4BE97EB2F748}"/>
                  </a:ext>
                </a:extLst>
              </p14:cNvPr>
              <p14:cNvContentPartPr/>
              <p14:nvPr/>
            </p14:nvContentPartPr>
            <p14:xfrm>
              <a:off x="296618" y="1693921"/>
              <a:ext cx="991440" cy="283320"/>
            </p14:xfrm>
          </p:contentPart>
        </mc:Choice>
        <mc:Fallback>
          <p:pic>
            <p:nvPicPr>
              <p:cNvPr id="57" name="Ink 56">
                <a:extLst>
                  <a:ext uri="{FF2B5EF4-FFF2-40B4-BE49-F238E27FC236}">
                    <a16:creationId xmlns:a16="http://schemas.microsoft.com/office/drawing/2014/main" id="{5DAA9BB0-33E2-5D89-14A7-4BE97EB2F748}"/>
                  </a:ext>
                </a:extLst>
              </p:cNvPr>
              <p:cNvPicPr/>
              <p:nvPr/>
            </p:nvPicPr>
            <p:blipFill>
              <a:blip r:embed="rId25"/>
              <a:stretch>
                <a:fillRect/>
              </a:stretch>
            </p:blipFill>
            <p:spPr>
              <a:xfrm>
                <a:off x="285818" y="1683135"/>
                <a:ext cx="1012680" cy="304533"/>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64" name="Ink 63">
                <a:extLst>
                  <a:ext uri="{FF2B5EF4-FFF2-40B4-BE49-F238E27FC236}">
                    <a16:creationId xmlns:a16="http://schemas.microsoft.com/office/drawing/2014/main" id="{6A1F8FD9-B286-E98D-865D-7722C79EB651}"/>
                  </a:ext>
                </a:extLst>
              </p14:cNvPr>
              <p14:cNvContentPartPr/>
              <p14:nvPr/>
            </p14:nvContentPartPr>
            <p14:xfrm>
              <a:off x="2568938" y="1724521"/>
              <a:ext cx="1147680" cy="379440"/>
            </p14:xfrm>
          </p:contentPart>
        </mc:Choice>
        <mc:Fallback>
          <p:pic>
            <p:nvPicPr>
              <p:cNvPr id="64" name="Ink 63">
                <a:extLst>
                  <a:ext uri="{FF2B5EF4-FFF2-40B4-BE49-F238E27FC236}">
                    <a16:creationId xmlns:a16="http://schemas.microsoft.com/office/drawing/2014/main" id="{6A1F8FD9-B286-E98D-865D-7722C79EB651}"/>
                  </a:ext>
                </a:extLst>
              </p:cNvPr>
              <p:cNvPicPr/>
              <p:nvPr/>
            </p:nvPicPr>
            <p:blipFill>
              <a:blip r:embed="rId27"/>
              <a:stretch>
                <a:fillRect/>
              </a:stretch>
            </p:blipFill>
            <p:spPr>
              <a:xfrm>
                <a:off x="2558141" y="1713721"/>
                <a:ext cx="1168913" cy="40068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67" name="Ink 66">
                <a:extLst>
                  <a:ext uri="{FF2B5EF4-FFF2-40B4-BE49-F238E27FC236}">
                    <a16:creationId xmlns:a16="http://schemas.microsoft.com/office/drawing/2014/main" id="{D69EA931-B501-6298-D557-79EEFB7BA93D}"/>
                  </a:ext>
                </a:extLst>
              </p14:cNvPr>
              <p14:cNvContentPartPr/>
              <p14:nvPr/>
            </p14:nvContentPartPr>
            <p14:xfrm>
              <a:off x="1107698" y="1953841"/>
              <a:ext cx="207000" cy="191520"/>
            </p14:xfrm>
          </p:contentPart>
        </mc:Choice>
        <mc:Fallback>
          <p:pic>
            <p:nvPicPr>
              <p:cNvPr id="67" name="Ink 66">
                <a:extLst>
                  <a:ext uri="{FF2B5EF4-FFF2-40B4-BE49-F238E27FC236}">
                    <a16:creationId xmlns:a16="http://schemas.microsoft.com/office/drawing/2014/main" id="{D69EA931-B501-6298-D557-79EEFB7BA93D}"/>
                  </a:ext>
                </a:extLst>
              </p:cNvPr>
              <p:cNvPicPr/>
              <p:nvPr/>
            </p:nvPicPr>
            <p:blipFill>
              <a:blip r:embed="rId29"/>
              <a:stretch>
                <a:fillRect/>
              </a:stretch>
            </p:blipFill>
            <p:spPr>
              <a:xfrm>
                <a:off x="1096898" y="1943041"/>
                <a:ext cx="228240" cy="21276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68" name="Ink 67">
                <a:extLst>
                  <a:ext uri="{FF2B5EF4-FFF2-40B4-BE49-F238E27FC236}">
                    <a16:creationId xmlns:a16="http://schemas.microsoft.com/office/drawing/2014/main" id="{A57FECB8-1DDE-A455-E921-5C17A06EE72E}"/>
                  </a:ext>
                </a:extLst>
              </p14:cNvPr>
              <p14:cNvContentPartPr/>
              <p14:nvPr/>
            </p14:nvContentPartPr>
            <p14:xfrm>
              <a:off x="2668298" y="1969321"/>
              <a:ext cx="153360" cy="222120"/>
            </p14:xfrm>
          </p:contentPart>
        </mc:Choice>
        <mc:Fallback>
          <p:pic>
            <p:nvPicPr>
              <p:cNvPr id="68" name="Ink 67">
                <a:extLst>
                  <a:ext uri="{FF2B5EF4-FFF2-40B4-BE49-F238E27FC236}">
                    <a16:creationId xmlns:a16="http://schemas.microsoft.com/office/drawing/2014/main" id="{A57FECB8-1DDE-A455-E921-5C17A06EE72E}"/>
                  </a:ext>
                </a:extLst>
              </p:cNvPr>
              <p:cNvPicPr/>
              <p:nvPr/>
            </p:nvPicPr>
            <p:blipFill>
              <a:blip r:embed="rId31"/>
              <a:stretch>
                <a:fillRect/>
              </a:stretch>
            </p:blipFill>
            <p:spPr>
              <a:xfrm>
                <a:off x="2657498" y="1958538"/>
                <a:ext cx="174600" cy="243326"/>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71" name="Ink 70">
                <a:extLst>
                  <a:ext uri="{FF2B5EF4-FFF2-40B4-BE49-F238E27FC236}">
                    <a16:creationId xmlns:a16="http://schemas.microsoft.com/office/drawing/2014/main" id="{76A088A5-2028-FC6C-9174-4AC011637FC0}"/>
                  </a:ext>
                </a:extLst>
              </p14:cNvPr>
              <p14:cNvContentPartPr/>
              <p14:nvPr/>
            </p14:nvContentPartPr>
            <p14:xfrm>
              <a:off x="1046498" y="1976881"/>
              <a:ext cx="252720" cy="191520"/>
            </p14:xfrm>
          </p:contentPart>
        </mc:Choice>
        <mc:Fallback>
          <p:pic>
            <p:nvPicPr>
              <p:cNvPr id="71" name="Ink 70">
                <a:extLst>
                  <a:ext uri="{FF2B5EF4-FFF2-40B4-BE49-F238E27FC236}">
                    <a16:creationId xmlns:a16="http://schemas.microsoft.com/office/drawing/2014/main" id="{76A088A5-2028-FC6C-9174-4AC011637FC0}"/>
                  </a:ext>
                </a:extLst>
              </p:cNvPr>
              <p:cNvPicPr/>
              <p:nvPr/>
            </p:nvPicPr>
            <p:blipFill>
              <a:blip r:embed="rId33"/>
              <a:stretch>
                <a:fillRect/>
              </a:stretch>
            </p:blipFill>
            <p:spPr>
              <a:xfrm>
                <a:off x="1035713" y="1966081"/>
                <a:ext cx="273930" cy="21276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74" name="Ink 73">
                <a:extLst>
                  <a:ext uri="{FF2B5EF4-FFF2-40B4-BE49-F238E27FC236}">
                    <a16:creationId xmlns:a16="http://schemas.microsoft.com/office/drawing/2014/main" id="{11394EA5-6815-288A-554B-D2E07545EA30}"/>
                  </a:ext>
                </a:extLst>
              </p14:cNvPr>
              <p14:cNvContentPartPr/>
              <p14:nvPr/>
            </p14:nvContentPartPr>
            <p14:xfrm>
              <a:off x="319658" y="2619481"/>
              <a:ext cx="130320" cy="230040"/>
            </p14:xfrm>
          </p:contentPart>
        </mc:Choice>
        <mc:Fallback>
          <p:pic>
            <p:nvPicPr>
              <p:cNvPr id="74" name="Ink 73">
                <a:extLst>
                  <a:ext uri="{FF2B5EF4-FFF2-40B4-BE49-F238E27FC236}">
                    <a16:creationId xmlns:a16="http://schemas.microsoft.com/office/drawing/2014/main" id="{11394EA5-6815-288A-554B-D2E07545EA30}"/>
                  </a:ext>
                </a:extLst>
              </p:cNvPr>
              <p:cNvPicPr/>
              <p:nvPr/>
            </p:nvPicPr>
            <p:blipFill>
              <a:blip r:embed="rId35"/>
              <a:stretch>
                <a:fillRect/>
              </a:stretch>
            </p:blipFill>
            <p:spPr>
              <a:xfrm>
                <a:off x="308888" y="2608664"/>
                <a:ext cx="151501" cy="251313"/>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77" name="Ink 76">
                <a:extLst>
                  <a:ext uri="{FF2B5EF4-FFF2-40B4-BE49-F238E27FC236}">
                    <a16:creationId xmlns:a16="http://schemas.microsoft.com/office/drawing/2014/main" id="{85D37DE1-C581-2F6B-C5B2-75A86606C99A}"/>
                  </a:ext>
                </a:extLst>
              </p14:cNvPr>
              <p14:cNvContentPartPr/>
              <p14:nvPr/>
            </p14:nvContentPartPr>
            <p14:xfrm>
              <a:off x="3150338" y="2741881"/>
              <a:ext cx="145800" cy="191520"/>
            </p14:xfrm>
          </p:contentPart>
        </mc:Choice>
        <mc:Fallback>
          <p:pic>
            <p:nvPicPr>
              <p:cNvPr id="77" name="Ink 76">
                <a:extLst>
                  <a:ext uri="{FF2B5EF4-FFF2-40B4-BE49-F238E27FC236}">
                    <a16:creationId xmlns:a16="http://schemas.microsoft.com/office/drawing/2014/main" id="{85D37DE1-C581-2F6B-C5B2-75A86606C99A}"/>
                  </a:ext>
                </a:extLst>
              </p:cNvPr>
              <p:cNvPicPr/>
              <p:nvPr/>
            </p:nvPicPr>
            <p:blipFill>
              <a:blip r:embed="rId37"/>
              <a:stretch>
                <a:fillRect/>
              </a:stretch>
            </p:blipFill>
            <p:spPr>
              <a:xfrm>
                <a:off x="3139511" y="2731081"/>
                <a:ext cx="167093" cy="212760"/>
              </a:xfrm>
              <a:prstGeom prst="rect">
                <a:avLst/>
              </a:prstGeom>
            </p:spPr>
          </p:pic>
        </mc:Fallback>
      </mc:AlternateContent>
      <p:sp>
        <p:nvSpPr>
          <p:cNvPr id="6" name="TextBox 5">
            <a:extLst>
              <a:ext uri="{FF2B5EF4-FFF2-40B4-BE49-F238E27FC236}">
                <a16:creationId xmlns:a16="http://schemas.microsoft.com/office/drawing/2014/main" id="{CB9F6CE8-2E09-E14E-A3B5-449A0E2C8925}"/>
              </a:ext>
            </a:extLst>
          </p:cNvPr>
          <p:cNvSpPr txBox="1"/>
          <p:nvPr/>
        </p:nvSpPr>
        <p:spPr>
          <a:xfrm>
            <a:off x="3810000" y="1460500"/>
            <a:ext cx="7112000" cy="1107996"/>
          </a:xfrm>
          <a:prstGeom prst="rect">
            <a:avLst/>
          </a:prstGeom>
          <a:noFill/>
        </p:spPr>
        <p:txBody>
          <a:bodyPr vertOverflow="overflow" vert="horz" wrap="square" rtlCol="0" anchor="t">
            <a:spAutoFit/>
          </a:bodyPr>
          <a:lstStyle/>
          <a:p>
            <a:pPr algn="l"/>
            <a:r>
              <a:rPr lang="en-US" sz="2200">
                <a:solidFill>
                  <a:srgbClr val="000000"/>
                </a:solidFill>
                <a:latin typeface="Calibri"/>
                <a:cs typeface="Calibri"/>
              </a:rPr>
              <a:t>d = 30,000 km
Packet size = 1,000 bits
Signal speed = 3 × 10⁸ m/s</a:t>
            </a:r>
          </a:p>
        </p:txBody>
      </p:sp>
      <p:sp>
        <p:nvSpPr>
          <p:cNvPr id="7" name="TextBox 6">
            <a:extLst>
              <a:ext uri="{FF2B5EF4-FFF2-40B4-BE49-F238E27FC236}">
                <a16:creationId xmlns:a16="http://schemas.microsoft.com/office/drawing/2014/main" id="{B1807AA7-6492-DD42-9E16-1B1C1A170995}"/>
              </a:ext>
            </a:extLst>
          </p:cNvPr>
          <p:cNvSpPr txBox="1"/>
          <p:nvPr/>
        </p:nvSpPr>
        <p:spPr>
          <a:xfrm>
            <a:off x="254000" y="3175000"/>
            <a:ext cx="11684000" cy="461665"/>
          </a:xfrm>
          <a:prstGeom prst="rect">
            <a:avLst/>
          </a:prstGeom>
          <a:noFill/>
        </p:spPr>
        <p:txBody>
          <a:bodyPr vertOverflow="overflow" vert="horz" wrap="square" rtlCol="0" anchor="t">
            <a:spAutoFit/>
          </a:bodyPr>
          <a:lstStyle/>
          <a:p>
            <a:pPr algn="l"/>
            <a:r>
              <a:rPr lang="en-US" sz="2400" b="1">
                <a:solidFill>
                  <a:srgbClr val="000000"/>
                </a:solidFill>
                <a:latin typeface="Calibri"/>
                <a:cs typeface="Calibri"/>
              </a:rPr>
              <a:t>Q: How long does it take to send a packet from A to B?</a:t>
            </a:r>
          </a:p>
        </p:txBody>
      </p:sp>
      <mc:AlternateContent xmlns:mc="http://schemas.openxmlformats.org/markup-compatibility/2006">
        <mc:Choice xmlns:p14="http://schemas.microsoft.com/office/powerpoint/2010/main" Requires="p14">
          <p:contentPart p14:bwMode="auto" r:id="rId38">
            <p14:nvContentPartPr>
              <p14:cNvPr id="2" name="Ink 1">
                <a:extLst>
                  <a:ext uri="{FF2B5EF4-FFF2-40B4-BE49-F238E27FC236}">
                    <a16:creationId xmlns:a16="http://schemas.microsoft.com/office/drawing/2014/main" id="{6EB37AF4-3C8A-C7A5-83E8-7C1B76943DD2}"/>
                  </a:ext>
                </a:extLst>
              </p14:cNvPr>
              <p14:cNvContentPartPr/>
              <p14:nvPr/>
            </p14:nvContentPartPr>
            <p14:xfrm>
              <a:off x="563760" y="1043640"/>
              <a:ext cx="9909000" cy="5704920"/>
            </p14:xfrm>
          </p:contentPart>
        </mc:Choice>
        <mc:Fallback>
          <p:pic>
            <p:nvPicPr>
              <p:cNvPr id="2" name="Ink 1">
                <a:extLst>
                  <a:ext uri="{FF2B5EF4-FFF2-40B4-BE49-F238E27FC236}">
                    <a16:creationId xmlns:a16="http://schemas.microsoft.com/office/drawing/2014/main" id="{6EB37AF4-3C8A-C7A5-83E8-7C1B76943DD2}"/>
                  </a:ext>
                </a:extLst>
              </p:cNvPr>
              <p:cNvPicPr/>
              <p:nvPr/>
            </p:nvPicPr>
            <p:blipFill>
              <a:blip r:embed="rId39"/>
              <a:stretch>
                <a:fillRect/>
              </a:stretch>
            </p:blipFill>
            <p:spPr>
              <a:xfrm>
                <a:off x="554400" y="1034280"/>
                <a:ext cx="9927720" cy="5723640"/>
              </a:xfrm>
              <a:prstGeom prst="rect">
                <a:avLst/>
              </a:prstGeom>
            </p:spPr>
          </p:pic>
        </mc:Fallback>
      </mc:AlternateContent>
    </p:spTree>
    <p:extLst>
      <p:ext uri="{BB962C8B-B14F-4D97-AF65-F5344CB8AC3E}">
        <p14:creationId xmlns:p14="http://schemas.microsoft.com/office/powerpoint/2010/main" val="39774054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25267" y="291947"/>
            <a:ext cx="10515600" cy="894622"/>
          </a:xfrm>
        </p:spPr>
        <p:txBody>
          <a:bodyPr>
            <a:normAutofit/>
          </a:bodyPr>
          <a:lstStyle/>
          <a:p>
            <a:r>
              <a:rPr lang="en-US">
                <a:ea typeface="ＭＳ Ｐゴシック" panose="020B0600070205080204" pitchFamily="34" charset="-128"/>
              </a:rPr>
              <a:t>Packet queueing delay (revisited)</a:t>
            </a:r>
            <a:endParaRPr lang="en-US"/>
          </a:p>
        </p:txBody>
      </p:sp>
      <p:sp>
        <p:nvSpPr>
          <p:cNvPr id="34" name="Rectangle 3">
            <a:extLst>
              <a:ext uri="{FF2B5EF4-FFF2-40B4-BE49-F238E27FC236}">
                <a16:creationId xmlns:a16="http://schemas.microsoft.com/office/drawing/2014/main" id="{98FB6AB4-1235-1542-AA41-4826D9F4BEA2}"/>
              </a:ext>
            </a:extLst>
          </p:cNvPr>
          <p:cNvSpPr txBox="1">
            <a:spLocks noChangeArrowheads="1"/>
          </p:cNvSpPr>
          <p:nvPr/>
        </p:nvSpPr>
        <p:spPr>
          <a:xfrm>
            <a:off x="919843" y="1385661"/>
            <a:ext cx="5655128" cy="1781175"/>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30188" marR="0" lvl="0" indent="-23018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400" b="0" i="1"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a: </a:t>
            </a:r>
            <a:r>
              <a:rPr kumimoji="0" lang="en-US" altLang="en-US" sz="24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average packet arrival rate</a:t>
            </a:r>
          </a:p>
          <a:p>
            <a:pPr marL="230188" marR="0" lvl="0" indent="-23018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400" b="0" i="1"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L: </a:t>
            </a:r>
            <a:r>
              <a:rPr kumimoji="0" lang="en-US" altLang="en-US" sz="24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packet length (bits)</a:t>
            </a:r>
          </a:p>
          <a:p>
            <a:pPr marL="231775" marR="0" lvl="0" indent="-231775"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400" b="0" i="1"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R:</a:t>
            </a:r>
            <a:r>
              <a:rPr kumimoji="0" lang="en-US" altLang="en-US" sz="24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 link bandwidth (bit transmission rate)</a:t>
            </a:r>
          </a:p>
        </p:txBody>
      </p:sp>
      <p:sp>
        <p:nvSpPr>
          <p:cNvPr id="36" name="Rectangle 62">
            <a:extLst>
              <a:ext uri="{FF2B5EF4-FFF2-40B4-BE49-F238E27FC236}">
                <a16:creationId xmlns:a16="http://schemas.microsoft.com/office/drawing/2014/main" id="{A8C042B3-2BC8-9D42-8821-9A5ACDA9F178}"/>
              </a:ext>
            </a:extLst>
          </p:cNvPr>
          <p:cNvSpPr>
            <a:spLocks noChangeArrowheads="1"/>
          </p:cNvSpPr>
          <p:nvPr/>
        </p:nvSpPr>
        <p:spPr bwMode="auto">
          <a:xfrm>
            <a:off x="932543" y="4263423"/>
            <a:ext cx="5975117" cy="19335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marL="231775" indent="-231775">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231775" marR="0" lvl="0" indent="-231775" algn="l" defTabSz="914400" rtl="0" eaLnBrk="1" fontAlgn="auto" latinLnBrk="0" hangingPunct="1">
              <a:lnSpc>
                <a:spcPct val="100000"/>
              </a:lnSpc>
              <a:spcBef>
                <a:spcPct val="20000"/>
              </a:spcBef>
              <a:spcAft>
                <a:spcPts val="0"/>
              </a:spcAft>
              <a:buClr>
                <a:srgbClr val="000099"/>
              </a:buClr>
              <a:buSzPct val="100000"/>
              <a:buFont typeface="Wingdings" pitchFamily="2" charset="2"/>
              <a:buChar char="§"/>
              <a:tabLst/>
              <a:defRPr/>
            </a:pPr>
            <a:r>
              <a:rPr kumimoji="0" lang="en-US" altLang="en-US" sz="2800" b="0" i="1"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La/R</a:t>
            </a:r>
            <a:r>
              <a:rPr kumimoji="0" lang="en-US" altLang="en-US" sz="28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 ~ 0: avg. queueing delay small</a:t>
            </a:r>
          </a:p>
          <a:p>
            <a:pPr marL="231775" marR="0" lvl="0" indent="-231775" algn="l" defTabSz="914400" rtl="0" eaLnBrk="1" fontAlgn="auto" latinLnBrk="0" hangingPunct="1">
              <a:lnSpc>
                <a:spcPct val="100000"/>
              </a:lnSpc>
              <a:spcBef>
                <a:spcPct val="20000"/>
              </a:spcBef>
              <a:spcAft>
                <a:spcPts val="0"/>
              </a:spcAft>
              <a:buClr>
                <a:srgbClr val="000099"/>
              </a:buClr>
              <a:buSzPct val="100000"/>
              <a:buFont typeface="Wingdings" pitchFamily="2" charset="2"/>
              <a:buChar char="§"/>
              <a:tabLst/>
              <a:defRPr/>
            </a:pPr>
            <a:r>
              <a:rPr kumimoji="0" lang="en-US" altLang="en-US" sz="2800" b="0" i="1"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La/R </a:t>
            </a:r>
            <a:r>
              <a:rPr kumimoji="0" lang="en-US" altLang="en-US" sz="28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-&gt; 1: avg. queueing delay large</a:t>
            </a:r>
          </a:p>
          <a:p>
            <a:pPr marL="231775" marR="0" lvl="0" indent="-231775" algn="l" defTabSz="914400" rtl="0" eaLnBrk="1" fontAlgn="auto" latinLnBrk="0" hangingPunct="1">
              <a:lnSpc>
                <a:spcPct val="85000"/>
              </a:lnSpc>
              <a:spcBef>
                <a:spcPct val="20000"/>
              </a:spcBef>
              <a:spcAft>
                <a:spcPts val="0"/>
              </a:spcAft>
              <a:buClr>
                <a:srgbClr val="000099"/>
              </a:buClr>
              <a:buSzPct val="100000"/>
              <a:buFont typeface="Wingdings" pitchFamily="2" charset="2"/>
              <a:buChar char="§"/>
              <a:tabLst/>
              <a:defRPr/>
            </a:pPr>
            <a:r>
              <a:rPr kumimoji="0" lang="en-US" altLang="en-US" sz="2800" b="0" i="1"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La/R </a:t>
            </a:r>
            <a:r>
              <a:rPr kumimoji="0" lang="en-US" altLang="en-US" sz="28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&gt; 1: more “</a:t>
            </a:r>
            <a:r>
              <a:rPr kumimoji="0" lang="en-US" altLang="ja-JP" sz="28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work” arriving  is more </a:t>
            </a:r>
            <a:r>
              <a:rPr kumimoji="0" lang="en-US" altLang="en-US" sz="28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than can be serviced -  average delay infinite!</a:t>
            </a:r>
          </a:p>
        </p:txBody>
      </p:sp>
      <p:grpSp>
        <p:nvGrpSpPr>
          <p:cNvPr id="3" name="Group 2">
            <a:extLst>
              <a:ext uri="{FF2B5EF4-FFF2-40B4-BE49-F238E27FC236}">
                <a16:creationId xmlns:a16="http://schemas.microsoft.com/office/drawing/2014/main" id="{A4960A8A-B0F3-FD4C-B50A-E891A58C0AC4}"/>
              </a:ext>
            </a:extLst>
          </p:cNvPr>
          <p:cNvGrpSpPr/>
          <p:nvPr/>
        </p:nvGrpSpPr>
        <p:grpSpPr>
          <a:xfrm>
            <a:off x="8407167" y="4367394"/>
            <a:ext cx="2782888" cy="2261260"/>
            <a:chOff x="8407167" y="4367394"/>
            <a:chExt cx="2782888" cy="2261260"/>
          </a:xfrm>
        </p:grpSpPr>
        <p:pic>
          <p:nvPicPr>
            <p:cNvPr id="38" name="Picture 13">
              <a:extLst>
                <a:ext uri="{FF2B5EF4-FFF2-40B4-BE49-F238E27FC236}">
                  <a16:creationId xmlns:a16="http://schemas.microsoft.com/office/drawing/2014/main" id="{B1A5FAD0-089C-3344-A046-DF1A7F274F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43830" y="5047839"/>
              <a:ext cx="1546225" cy="1239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 name="Picture 14">
              <a:extLst>
                <a:ext uri="{FF2B5EF4-FFF2-40B4-BE49-F238E27FC236}">
                  <a16:creationId xmlns:a16="http://schemas.microsoft.com/office/drawing/2014/main" id="{15A78139-2E6F-1241-B632-699E1D3917B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07167" y="4471879"/>
              <a:ext cx="1481138"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 name="Text Box 15">
              <a:extLst>
                <a:ext uri="{FF2B5EF4-FFF2-40B4-BE49-F238E27FC236}">
                  <a16:creationId xmlns:a16="http://schemas.microsoft.com/office/drawing/2014/main" id="{2773BEED-18F1-E045-9842-B0961DCCE75A}"/>
                </a:ext>
              </a:extLst>
            </p:cNvPr>
            <p:cNvSpPr txBox="1">
              <a:spLocks noChangeArrowheads="1"/>
            </p:cNvSpPr>
            <p:nvPr/>
          </p:nvSpPr>
          <p:spPr bwMode="auto">
            <a:xfrm>
              <a:off x="9849087" y="4367394"/>
              <a:ext cx="95410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1"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La/R </a:t>
              </a:r>
              <a:r>
                <a:rPr kumimoji="0" lang="en-US" altLang="en-US" sz="18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 0</a:t>
              </a:r>
            </a:p>
          </p:txBody>
        </p:sp>
        <p:sp>
          <p:nvSpPr>
            <p:cNvPr id="41" name="Text Box 16">
              <a:extLst>
                <a:ext uri="{FF2B5EF4-FFF2-40B4-BE49-F238E27FC236}">
                  <a16:creationId xmlns:a16="http://schemas.microsoft.com/office/drawing/2014/main" id="{1431E193-344C-D942-A74A-5CEEDF81F37D}"/>
                </a:ext>
              </a:extLst>
            </p:cNvPr>
            <p:cNvSpPr txBox="1">
              <a:spLocks noChangeArrowheads="1"/>
            </p:cNvSpPr>
            <p:nvPr/>
          </p:nvSpPr>
          <p:spPr bwMode="auto">
            <a:xfrm>
              <a:off x="9643830" y="6259322"/>
              <a:ext cx="102463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1"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La/R -&gt; 1</a:t>
              </a:r>
            </a:p>
          </p:txBody>
        </p:sp>
      </p:grpSp>
      <p:grpSp>
        <p:nvGrpSpPr>
          <p:cNvPr id="8" name="Group 7">
            <a:extLst>
              <a:ext uri="{FF2B5EF4-FFF2-40B4-BE49-F238E27FC236}">
                <a16:creationId xmlns:a16="http://schemas.microsoft.com/office/drawing/2014/main" id="{64CBB938-955C-5845-9EF9-984B02536D24}"/>
              </a:ext>
            </a:extLst>
          </p:cNvPr>
          <p:cNvGrpSpPr/>
          <p:nvPr/>
        </p:nvGrpSpPr>
        <p:grpSpPr>
          <a:xfrm>
            <a:off x="8001634" y="1103085"/>
            <a:ext cx="3246937" cy="2992869"/>
            <a:chOff x="7232377" y="708301"/>
            <a:chExt cx="3769920" cy="3402168"/>
          </a:xfrm>
        </p:grpSpPr>
        <p:sp>
          <p:nvSpPr>
            <p:cNvPr id="43" name="Rectangle 61">
              <a:extLst>
                <a:ext uri="{FF2B5EF4-FFF2-40B4-BE49-F238E27FC236}">
                  <a16:creationId xmlns:a16="http://schemas.microsoft.com/office/drawing/2014/main" id="{73B85C70-6AD3-A74E-B899-2CAB2E6D8DEB}"/>
                </a:ext>
              </a:extLst>
            </p:cNvPr>
            <p:cNvSpPr>
              <a:spLocks noChangeArrowheads="1"/>
            </p:cNvSpPr>
            <p:nvPr/>
          </p:nvSpPr>
          <p:spPr bwMode="auto">
            <a:xfrm>
              <a:off x="7381311" y="3605438"/>
              <a:ext cx="2911022"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342900" marR="0" lvl="0" indent="-342900" algn="ctr" defTabSz="914400" rtl="0" eaLnBrk="1" fontAlgn="auto" latinLnBrk="0" hangingPunct="1">
                <a:lnSpc>
                  <a:spcPct val="85000"/>
                </a:lnSpc>
                <a:spcBef>
                  <a:spcPts val="0"/>
                </a:spcBef>
                <a:spcAft>
                  <a:spcPts val="0"/>
                </a:spcAft>
                <a:buClr>
                  <a:srgbClr val="ED7D31"/>
                </a:buClr>
                <a:buSzPct val="85000"/>
                <a:buFont typeface="Wingdings" pitchFamily="2" charset="2"/>
                <a:buNone/>
                <a:tabLst/>
                <a:defRPr/>
              </a:pPr>
              <a:r>
                <a:rPr kumimoji="0" lang="en-US" altLang="en-US" sz="1600" b="0" i="0" u="none" strike="noStrike" kern="1200" cap="none" spc="0" normalizeH="0" baseline="0" noProof="0">
                  <a:ln>
                    <a:noFill/>
                  </a:ln>
                  <a:solidFill>
                    <a:srgbClr val="000099"/>
                  </a:solidFill>
                  <a:effectLst/>
                  <a:uLnTx/>
                  <a:uFillTx/>
                  <a:latin typeface="Calibri" panose="020F0502020204030204"/>
                  <a:ea typeface="ＭＳ Ｐゴシック" panose="020B0600070205080204" pitchFamily="34" charset="-128"/>
                  <a:cs typeface="+mn-cs"/>
                </a:rPr>
                <a:t>traffic intensity = </a:t>
              </a:r>
              <a:r>
                <a:rPr kumimoji="0" lang="en-US" altLang="en-US" sz="1600" b="0" i="1" u="none" strike="noStrike" kern="1200" cap="none" spc="0" normalizeH="0" baseline="0" noProof="0">
                  <a:ln>
                    <a:noFill/>
                  </a:ln>
                  <a:solidFill>
                    <a:srgbClr val="000099"/>
                  </a:solidFill>
                  <a:effectLst/>
                  <a:uLnTx/>
                  <a:uFillTx/>
                  <a:latin typeface="Calibri" panose="020F0502020204030204"/>
                  <a:ea typeface="ＭＳ Ｐゴシック" panose="020B0600070205080204" pitchFamily="34" charset="-128"/>
                  <a:cs typeface="+mn-cs"/>
                </a:rPr>
                <a:t>La/R</a:t>
              </a:r>
            </a:p>
          </p:txBody>
        </p:sp>
        <p:sp>
          <p:nvSpPr>
            <p:cNvPr id="44" name="Rectangle 61">
              <a:extLst>
                <a:ext uri="{FF2B5EF4-FFF2-40B4-BE49-F238E27FC236}">
                  <a16:creationId xmlns:a16="http://schemas.microsoft.com/office/drawing/2014/main" id="{D565FA6F-EE7F-1947-B171-B184CC646846}"/>
                </a:ext>
              </a:extLst>
            </p:cNvPr>
            <p:cNvSpPr>
              <a:spLocks noChangeArrowheads="1"/>
            </p:cNvSpPr>
            <p:nvPr/>
          </p:nvSpPr>
          <p:spPr bwMode="auto">
            <a:xfrm rot="-5400000">
              <a:off x="6114777" y="2075824"/>
              <a:ext cx="274002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342900" marR="0" lvl="0" indent="-342900" algn="ctr" defTabSz="914400" rtl="0" eaLnBrk="1" fontAlgn="auto" latinLnBrk="0" hangingPunct="1">
                <a:lnSpc>
                  <a:spcPct val="85000"/>
                </a:lnSpc>
                <a:spcBef>
                  <a:spcPts val="0"/>
                </a:spcBef>
                <a:spcAft>
                  <a:spcPts val="0"/>
                </a:spcAft>
                <a:buClr>
                  <a:srgbClr val="ED7D31"/>
                </a:buClr>
                <a:buSzPct val="85000"/>
                <a:buFont typeface="Wingdings" pitchFamily="2" charset="2"/>
                <a:buNone/>
                <a:tabLst/>
                <a:defRPr/>
              </a:pPr>
              <a:r>
                <a:rPr kumimoji="0" lang="en-US" altLang="en-US" sz="1600" b="0" i="0" u="none" strike="noStrike" kern="1200" cap="none" spc="0" normalizeH="0" baseline="0" noProof="0">
                  <a:ln>
                    <a:noFill/>
                  </a:ln>
                  <a:solidFill>
                    <a:srgbClr val="000099"/>
                  </a:solidFill>
                  <a:effectLst/>
                  <a:uLnTx/>
                  <a:uFillTx/>
                  <a:latin typeface="Calibri" panose="020F0502020204030204"/>
                  <a:ea typeface="ＭＳ Ｐゴシック" panose="020B0600070205080204" pitchFamily="34" charset="-128"/>
                  <a:cs typeface="+mn-cs"/>
                </a:rPr>
                <a:t>average  queueing delay</a:t>
              </a:r>
            </a:p>
          </p:txBody>
        </p:sp>
        <p:cxnSp>
          <p:nvCxnSpPr>
            <p:cNvPr id="4" name="Straight Connector 3">
              <a:extLst>
                <a:ext uri="{FF2B5EF4-FFF2-40B4-BE49-F238E27FC236}">
                  <a16:creationId xmlns:a16="http://schemas.microsoft.com/office/drawing/2014/main" id="{A0ADD9BD-AAA5-0A4C-A989-80C8555AF5C9}"/>
                </a:ext>
              </a:extLst>
            </p:cNvPr>
            <p:cNvCxnSpPr/>
            <p:nvPr/>
          </p:nvCxnSpPr>
          <p:spPr>
            <a:xfrm>
              <a:off x="7616120" y="3540100"/>
              <a:ext cx="338617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092D706D-5B93-BF40-B02A-097828633F63}"/>
                </a:ext>
              </a:extLst>
            </p:cNvPr>
            <p:cNvCxnSpPr>
              <a:cxnSpLocks/>
            </p:cNvCxnSpPr>
            <p:nvPr/>
          </p:nvCxnSpPr>
          <p:spPr>
            <a:xfrm flipV="1">
              <a:off x="7601372" y="1041103"/>
              <a:ext cx="0" cy="250593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Freeform 6">
              <a:extLst>
                <a:ext uri="{FF2B5EF4-FFF2-40B4-BE49-F238E27FC236}">
                  <a16:creationId xmlns:a16="http://schemas.microsoft.com/office/drawing/2014/main" id="{60D82080-1EB0-1D48-9322-5FD97E7CB228}"/>
                </a:ext>
              </a:extLst>
            </p:cNvPr>
            <p:cNvSpPr/>
            <p:nvPr/>
          </p:nvSpPr>
          <p:spPr>
            <a:xfrm>
              <a:off x="7616120" y="708301"/>
              <a:ext cx="2743200" cy="2816942"/>
            </a:xfrm>
            <a:custGeom>
              <a:avLst/>
              <a:gdLst>
                <a:gd name="connsiteX0" fmla="*/ 0 w 2743200"/>
                <a:gd name="connsiteY0" fmla="*/ 2816942 h 2824866"/>
                <a:gd name="connsiteX1" fmla="*/ 663677 w 2743200"/>
                <a:gd name="connsiteY1" fmla="*/ 2802193 h 2824866"/>
                <a:gd name="connsiteX2" fmla="*/ 1976284 w 2743200"/>
                <a:gd name="connsiteY2" fmla="*/ 2625212 h 2824866"/>
                <a:gd name="connsiteX3" fmla="*/ 2551471 w 2743200"/>
                <a:gd name="connsiteY3" fmla="*/ 1946787 h 2824866"/>
                <a:gd name="connsiteX4" fmla="*/ 2743200 w 2743200"/>
                <a:gd name="connsiteY4" fmla="*/ 0 h 2824866"/>
                <a:gd name="connsiteX0" fmla="*/ 0 w 2743200"/>
                <a:gd name="connsiteY0" fmla="*/ 2816942 h 2821238"/>
                <a:gd name="connsiteX1" fmla="*/ 663677 w 2743200"/>
                <a:gd name="connsiteY1" fmla="*/ 2802193 h 2821238"/>
                <a:gd name="connsiteX2" fmla="*/ 1976284 w 2743200"/>
                <a:gd name="connsiteY2" fmla="*/ 2625212 h 2821238"/>
                <a:gd name="connsiteX3" fmla="*/ 2551471 w 2743200"/>
                <a:gd name="connsiteY3" fmla="*/ 1946787 h 2821238"/>
                <a:gd name="connsiteX4" fmla="*/ 2743200 w 2743200"/>
                <a:gd name="connsiteY4" fmla="*/ 0 h 2821238"/>
                <a:gd name="connsiteX0" fmla="*/ 0 w 2743200"/>
                <a:gd name="connsiteY0" fmla="*/ 2816942 h 2816942"/>
                <a:gd name="connsiteX1" fmla="*/ 663677 w 2743200"/>
                <a:gd name="connsiteY1" fmla="*/ 2802193 h 2816942"/>
                <a:gd name="connsiteX2" fmla="*/ 1976284 w 2743200"/>
                <a:gd name="connsiteY2" fmla="*/ 2625212 h 2816942"/>
                <a:gd name="connsiteX3" fmla="*/ 2551471 w 2743200"/>
                <a:gd name="connsiteY3" fmla="*/ 1946787 h 2816942"/>
                <a:gd name="connsiteX4" fmla="*/ 2743200 w 2743200"/>
                <a:gd name="connsiteY4" fmla="*/ 0 h 28169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43200" h="2816942">
                  <a:moveTo>
                    <a:pt x="0" y="2816942"/>
                  </a:moveTo>
                  <a:cubicBezTo>
                    <a:pt x="363998" y="2816020"/>
                    <a:pt x="477171" y="2811923"/>
                    <a:pt x="663677" y="2802193"/>
                  </a:cubicBezTo>
                  <a:cubicBezTo>
                    <a:pt x="850183" y="2792463"/>
                    <a:pt x="1661652" y="2767780"/>
                    <a:pt x="1976284" y="2625212"/>
                  </a:cubicBezTo>
                  <a:cubicBezTo>
                    <a:pt x="2290916" y="2482644"/>
                    <a:pt x="2423652" y="2384322"/>
                    <a:pt x="2551471" y="1946787"/>
                  </a:cubicBezTo>
                  <a:cubicBezTo>
                    <a:pt x="2679290" y="1509252"/>
                    <a:pt x="2711245" y="754626"/>
                    <a:pt x="2743200" y="0"/>
                  </a:cubicBezTo>
                </a:path>
              </a:pathLst>
            </a:cu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9" name="Straight Connector 48">
              <a:extLst>
                <a:ext uri="{FF2B5EF4-FFF2-40B4-BE49-F238E27FC236}">
                  <a16:creationId xmlns:a16="http://schemas.microsoft.com/office/drawing/2014/main" id="{AD56710D-BCD1-D24F-A4F9-77096E20A72E}"/>
                </a:ext>
              </a:extLst>
            </p:cNvPr>
            <p:cNvCxnSpPr>
              <a:cxnSpLocks/>
            </p:cNvCxnSpPr>
            <p:nvPr/>
          </p:nvCxnSpPr>
          <p:spPr>
            <a:xfrm flipV="1">
              <a:off x="10442559" y="1034169"/>
              <a:ext cx="0" cy="2505931"/>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0" name="Rectangle 61">
              <a:extLst>
                <a:ext uri="{FF2B5EF4-FFF2-40B4-BE49-F238E27FC236}">
                  <a16:creationId xmlns:a16="http://schemas.microsoft.com/office/drawing/2014/main" id="{0FBDF69D-B808-184B-8874-313F4C390D12}"/>
                </a:ext>
              </a:extLst>
            </p:cNvPr>
            <p:cNvSpPr>
              <a:spLocks noChangeArrowheads="1"/>
            </p:cNvSpPr>
            <p:nvPr/>
          </p:nvSpPr>
          <p:spPr bwMode="auto">
            <a:xfrm>
              <a:off x="10214306" y="3605644"/>
              <a:ext cx="509587"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342900" marR="0" lvl="0" indent="-342900" algn="ctr" defTabSz="914400" rtl="0" eaLnBrk="1" fontAlgn="auto" latinLnBrk="0" hangingPunct="1">
                <a:lnSpc>
                  <a:spcPct val="85000"/>
                </a:lnSpc>
                <a:spcBef>
                  <a:spcPts val="0"/>
                </a:spcBef>
                <a:spcAft>
                  <a:spcPts val="0"/>
                </a:spcAft>
                <a:buClr>
                  <a:srgbClr val="ED7D31"/>
                </a:buClr>
                <a:buSzPct val="85000"/>
                <a:buFont typeface="Wingdings" pitchFamily="2" charset="2"/>
                <a:buNone/>
                <a:tabLst/>
                <a:defRPr/>
              </a:pPr>
              <a:r>
                <a:rPr kumimoji="0" lang="en-US" altLang="en-US" sz="16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1</a:t>
              </a:r>
              <a:endParaRPr kumimoji="0" lang="en-US" altLang="en-US" sz="1600" b="0" i="1"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endParaRPr>
            </a:p>
          </p:txBody>
        </p:sp>
      </p:grpSp>
      <p:grpSp>
        <p:nvGrpSpPr>
          <p:cNvPr id="35" name="Group 34">
            <a:extLst>
              <a:ext uri="{FF2B5EF4-FFF2-40B4-BE49-F238E27FC236}">
                <a16:creationId xmlns:a16="http://schemas.microsoft.com/office/drawing/2014/main" id="{968DE26F-E1EB-6340-A73C-A69AEE44E1A3}"/>
              </a:ext>
            </a:extLst>
          </p:cNvPr>
          <p:cNvGrpSpPr/>
          <p:nvPr/>
        </p:nvGrpSpPr>
        <p:grpSpPr>
          <a:xfrm>
            <a:off x="1199878" y="3314700"/>
            <a:ext cx="3457968" cy="523220"/>
            <a:chOff x="1211074" y="3275230"/>
            <a:chExt cx="3457968" cy="523220"/>
          </a:xfrm>
        </p:grpSpPr>
        <p:sp>
          <p:nvSpPr>
            <p:cNvPr id="37" name="TextBox 36">
              <a:extLst>
                <a:ext uri="{FF2B5EF4-FFF2-40B4-BE49-F238E27FC236}">
                  <a16:creationId xmlns:a16="http://schemas.microsoft.com/office/drawing/2014/main" id="{DD8FA4E1-6E52-6E45-BE14-7A8BD35AF254}"/>
                </a:ext>
              </a:extLst>
            </p:cNvPr>
            <p:cNvSpPr txBox="1"/>
            <p:nvPr/>
          </p:nvSpPr>
          <p:spPr>
            <a:xfrm>
              <a:off x="2188876" y="3327958"/>
              <a:ext cx="248016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Calibri" panose="020F0502020204030204"/>
                  <a:ea typeface="+mn-ea"/>
                  <a:cs typeface="+mn-cs"/>
                </a:rPr>
                <a:t>service rate of bits</a:t>
              </a:r>
            </a:p>
          </p:txBody>
        </p:sp>
        <p:sp>
          <p:nvSpPr>
            <p:cNvPr id="31" name="TextBox 30">
              <a:extLst>
                <a:ext uri="{FF2B5EF4-FFF2-40B4-BE49-F238E27FC236}">
                  <a16:creationId xmlns:a16="http://schemas.microsoft.com/office/drawing/2014/main" id="{C01B4976-C8AE-174D-9311-91F8A265BA23}"/>
                </a:ext>
              </a:extLst>
            </p:cNvPr>
            <p:cNvSpPr txBox="1"/>
            <p:nvPr/>
          </p:nvSpPr>
          <p:spPr>
            <a:xfrm>
              <a:off x="1211074" y="3275230"/>
              <a:ext cx="380232"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1" u="none" strike="noStrike" kern="1200" cap="none" spc="0" normalizeH="0" baseline="0" noProof="0">
                  <a:ln>
                    <a:noFill/>
                  </a:ln>
                  <a:solidFill>
                    <a:prstClr val="black"/>
                  </a:solidFill>
                  <a:effectLst/>
                  <a:uLnTx/>
                  <a:uFillTx/>
                  <a:latin typeface="Calibri" panose="020F0502020204030204"/>
                  <a:ea typeface="+mn-ea"/>
                  <a:cs typeface="+mn-cs"/>
                </a:rPr>
                <a:t>R</a:t>
              </a:r>
            </a:p>
          </p:txBody>
        </p:sp>
      </p:grpSp>
      <p:grpSp>
        <p:nvGrpSpPr>
          <p:cNvPr id="28" name="Group 27">
            <a:extLst>
              <a:ext uri="{FF2B5EF4-FFF2-40B4-BE49-F238E27FC236}">
                <a16:creationId xmlns:a16="http://schemas.microsoft.com/office/drawing/2014/main" id="{F721EE9D-CD4D-004A-84CA-31C281B024A8}"/>
              </a:ext>
            </a:extLst>
          </p:cNvPr>
          <p:cNvGrpSpPr/>
          <p:nvPr/>
        </p:nvGrpSpPr>
        <p:grpSpPr>
          <a:xfrm>
            <a:off x="1066278" y="2847705"/>
            <a:ext cx="3490678" cy="523220"/>
            <a:chOff x="1066278" y="2873829"/>
            <a:chExt cx="3490678" cy="523220"/>
          </a:xfrm>
        </p:grpSpPr>
        <p:sp>
          <p:nvSpPr>
            <p:cNvPr id="30" name="TextBox 29">
              <a:extLst>
                <a:ext uri="{FF2B5EF4-FFF2-40B4-BE49-F238E27FC236}">
                  <a16:creationId xmlns:a16="http://schemas.microsoft.com/office/drawing/2014/main" id="{2F034B6D-9F3F-EF42-917A-B59F6EAB30BB}"/>
                </a:ext>
              </a:extLst>
            </p:cNvPr>
            <p:cNvSpPr txBox="1"/>
            <p:nvPr/>
          </p:nvSpPr>
          <p:spPr>
            <a:xfrm>
              <a:off x="2169123" y="2910251"/>
              <a:ext cx="238783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Calibri" panose="020F0502020204030204"/>
                  <a:ea typeface="+mn-ea"/>
                  <a:cs typeface="+mn-cs"/>
                </a:rPr>
                <a:t>arrival rate of bits</a:t>
              </a:r>
            </a:p>
          </p:txBody>
        </p:sp>
        <p:grpSp>
          <p:nvGrpSpPr>
            <p:cNvPr id="27" name="Group 26">
              <a:extLst>
                <a:ext uri="{FF2B5EF4-FFF2-40B4-BE49-F238E27FC236}">
                  <a16:creationId xmlns:a16="http://schemas.microsoft.com/office/drawing/2014/main" id="{7C0CBFD6-32CD-E94E-9190-978FFA7B0691}"/>
                </a:ext>
              </a:extLst>
            </p:cNvPr>
            <p:cNvGrpSpPr/>
            <p:nvPr/>
          </p:nvGrpSpPr>
          <p:grpSpPr>
            <a:xfrm>
              <a:off x="1066278" y="2873829"/>
              <a:ext cx="681588" cy="523220"/>
              <a:chOff x="1066278" y="2873829"/>
              <a:chExt cx="681588" cy="523220"/>
            </a:xfrm>
          </p:grpSpPr>
          <p:sp>
            <p:nvSpPr>
              <p:cNvPr id="9" name="TextBox 8">
                <a:extLst>
                  <a:ext uri="{FF2B5EF4-FFF2-40B4-BE49-F238E27FC236}">
                    <a16:creationId xmlns:a16="http://schemas.microsoft.com/office/drawing/2014/main" id="{F9845216-48CA-8A4D-BC7A-8DFDC99E6171}"/>
                  </a:ext>
                </a:extLst>
              </p:cNvPr>
              <p:cNvSpPr txBox="1"/>
              <p:nvPr/>
            </p:nvSpPr>
            <p:spPr>
              <a:xfrm>
                <a:off x="1066278" y="2873829"/>
                <a:ext cx="335348"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1" u="none" strike="noStrike" kern="1200" cap="none" spc="0" normalizeH="0" baseline="0" noProof="0">
                    <a:ln>
                      <a:noFill/>
                    </a:ln>
                    <a:solidFill>
                      <a:prstClr val="black"/>
                    </a:solidFill>
                    <a:effectLst/>
                    <a:uLnTx/>
                    <a:uFillTx/>
                    <a:latin typeface="Calibri" panose="020F0502020204030204"/>
                    <a:ea typeface="+mn-ea"/>
                    <a:cs typeface="+mn-cs"/>
                  </a:rPr>
                  <a:t>L</a:t>
                </a:r>
              </a:p>
            </p:txBody>
          </p:sp>
          <p:sp>
            <p:nvSpPr>
              <p:cNvPr id="23" name="TextBox 22">
                <a:extLst>
                  <a:ext uri="{FF2B5EF4-FFF2-40B4-BE49-F238E27FC236}">
                    <a16:creationId xmlns:a16="http://schemas.microsoft.com/office/drawing/2014/main" id="{1A53F0E9-8E80-A943-9832-323BDA97F5BF}"/>
                  </a:ext>
                </a:extLst>
              </p:cNvPr>
              <p:cNvSpPr txBox="1"/>
              <p:nvPr/>
            </p:nvSpPr>
            <p:spPr>
              <a:xfrm>
                <a:off x="1378854" y="2873829"/>
                <a:ext cx="369012"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1" u="none" strike="noStrike" kern="1200" cap="none" spc="0" normalizeH="0" baseline="0" noProof="0">
                    <a:ln>
                      <a:noFill/>
                    </a:ln>
                    <a:solidFill>
                      <a:prstClr val="black"/>
                    </a:solidFill>
                    <a:effectLst/>
                    <a:uLnTx/>
                    <a:uFillTx/>
                    <a:latin typeface="Calibri" panose="020F0502020204030204"/>
                    <a:ea typeface="+mn-ea"/>
                    <a:cs typeface="+mn-cs"/>
                  </a:rPr>
                  <a:t>a</a:t>
                </a:r>
              </a:p>
            </p:txBody>
          </p:sp>
          <p:sp>
            <p:nvSpPr>
              <p:cNvPr id="15" name="TextBox 14">
                <a:extLst>
                  <a:ext uri="{FF2B5EF4-FFF2-40B4-BE49-F238E27FC236}">
                    <a16:creationId xmlns:a16="http://schemas.microsoft.com/office/drawing/2014/main" id="{E33B9835-FBCA-2945-B2FE-6A65F179414A}"/>
                  </a:ext>
                </a:extLst>
              </p:cNvPr>
              <p:cNvSpPr txBox="1"/>
              <p:nvPr/>
            </p:nvSpPr>
            <p:spPr>
              <a:xfrm>
                <a:off x="1278923" y="2909664"/>
                <a:ext cx="24237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a:ln>
                      <a:noFill/>
                    </a:ln>
                    <a:solidFill>
                      <a:prstClr val="black"/>
                    </a:solidFill>
                    <a:effectLst/>
                    <a:uLnTx/>
                    <a:uFillTx/>
                    <a:latin typeface="Calibri" panose="020F0502020204030204"/>
                    <a:ea typeface="+mn-ea"/>
                    <a:cs typeface="+mn-cs"/>
                  </a:rPr>
                  <a:t>.</a:t>
                </a:r>
              </a:p>
            </p:txBody>
          </p:sp>
        </p:grpSp>
      </p:grpSp>
      <p:grpSp>
        <p:nvGrpSpPr>
          <p:cNvPr id="42" name="Group 41">
            <a:extLst>
              <a:ext uri="{FF2B5EF4-FFF2-40B4-BE49-F238E27FC236}">
                <a16:creationId xmlns:a16="http://schemas.microsoft.com/office/drawing/2014/main" id="{B8A52679-E3D0-7A40-AFD1-ED1F5DDCFEFF}"/>
              </a:ext>
            </a:extLst>
          </p:cNvPr>
          <p:cNvGrpSpPr/>
          <p:nvPr/>
        </p:nvGrpSpPr>
        <p:grpSpPr>
          <a:xfrm>
            <a:off x="1204684" y="2981937"/>
            <a:ext cx="3323775" cy="584775"/>
            <a:chOff x="1204684" y="2981937"/>
            <a:chExt cx="3323775" cy="584775"/>
          </a:xfrm>
        </p:grpSpPr>
        <p:cxnSp>
          <p:nvCxnSpPr>
            <p:cNvPr id="33" name="Straight Connector 32">
              <a:extLst>
                <a:ext uri="{FF2B5EF4-FFF2-40B4-BE49-F238E27FC236}">
                  <a16:creationId xmlns:a16="http://schemas.microsoft.com/office/drawing/2014/main" id="{54B20A77-13F3-3949-9616-C4379DD39AC0}"/>
                </a:ext>
              </a:extLst>
            </p:cNvPr>
            <p:cNvCxnSpPr>
              <a:cxnSpLocks/>
            </p:cNvCxnSpPr>
            <p:nvPr/>
          </p:nvCxnSpPr>
          <p:spPr>
            <a:xfrm>
              <a:off x="2300167" y="3338737"/>
              <a:ext cx="222829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3BD9D88F-A0EC-DA4A-90D7-298338304867}"/>
                </a:ext>
              </a:extLst>
            </p:cNvPr>
            <p:cNvCxnSpPr>
              <a:cxnSpLocks/>
            </p:cNvCxnSpPr>
            <p:nvPr/>
          </p:nvCxnSpPr>
          <p:spPr>
            <a:xfrm>
              <a:off x="1204684" y="3342018"/>
              <a:ext cx="34834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0E5C3780-9436-0E4E-AA3C-69E9505009EA}"/>
                </a:ext>
              </a:extLst>
            </p:cNvPr>
            <p:cNvSpPr txBox="1"/>
            <p:nvPr/>
          </p:nvSpPr>
          <p:spPr>
            <a:xfrm>
              <a:off x="1687802" y="2981937"/>
              <a:ext cx="638629"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1" u="none" strike="noStrike" kern="1200" cap="none" spc="0" normalizeH="0" baseline="0" noProof="0">
                  <a:ln>
                    <a:noFill/>
                  </a:ln>
                  <a:solidFill>
                    <a:prstClr val="black"/>
                  </a:solidFill>
                  <a:effectLst/>
                  <a:uLnTx/>
                  <a:uFillTx/>
                  <a:latin typeface="Calibri" panose="020F0502020204030204"/>
                  <a:ea typeface="+mn-ea"/>
                  <a:cs typeface="+mn-cs"/>
                </a:rPr>
                <a:t>:</a:t>
              </a:r>
            </a:p>
          </p:txBody>
        </p:sp>
      </p:grpSp>
      <p:sp>
        <p:nvSpPr>
          <p:cNvPr id="25" name="TextBox 24">
            <a:extLst>
              <a:ext uri="{FF2B5EF4-FFF2-40B4-BE49-F238E27FC236}">
                <a16:creationId xmlns:a16="http://schemas.microsoft.com/office/drawing/2014/main" id="{9214578D-0F9A-7D4F-B8DE-DB101BD0AEFD}"/>
              </a:ext>
            </a:extLst>
          </p:cNvPr>
          <p:cNvSpPr txBox="1"/>
          <p:nvPr/>
        </p:nvSpPr>
        <p:spPr>
          <a:xfrm>
            <a:off x="5025350" y="2902857"/>
            <a:ext cx="1582613" cy="95410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1" u="none" strike="noStrike" kern="1200" cap="none" spc="0" normalizeH="0" baseline="0" noProof="0">
                <a:ln>
                  <a:noFill/>
                </a:ln>
                <a:solidFill>
                  <a:srgbClr val="0000A3"/>
                </a:solidFill>
                <a:effectLst/>
                <a:uLnTx/>
                <a:uFillTx/>
                <a:latin typeface="Calibri" panose="020F0502020204030204"/>
                <a:ea typeface="+mn-ea"/>
                <a:cs typeface="+mn-cs"/>
              </a:rPr>
              <a:t>“traffic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1" u="none" strike="noStrike" kern="1200" cap="none" spc="0" normalizeH="0" baseline="0" noProof="0">
                <a:ln>
                  <a:noFill/>
                </a:ln>
                <a:solidFill>
                  <a:srgbClr val="0000A3"/>
                </a:solidFill>
                <a:effectLst/>
                <a:uLnTx/>
                <a:uFillTx/>
                <a:latin typeface="Calibri" panose="020F0502020204030204"/>
                <a:ea typeface="+mn-ea"/>
                <a:cs typeface="+mn-cs"/>
              </a:rPr>
              <a:t>intensity”</a:t>
            </a:r>
          </a:p>
        </p:txBody>
      </p:sp>
      <mc:AlternateContent xmlns:mc="http://schemas.openxmlformats.org/markup-compatibility/2006">
        <mc:Choice xmlns:p14="http://schemas.microsoft.com/office/powerpoint/2010/main" Requires="p14">
          <p:contentPart p14:bwMode="auto" r:id="rId5">
            <p14:nvContentPartPr>
              <p14:cNvPr id="5" name="Ink 4">
                <a:extLst>
                  <a:ext uri="{FF2B5EF4-FFF2-40B4-BE49-F238E27FC236}">
                    <a16:creationId xmlns:a16="http://schemas.microsoft.com/office/drawing/2014/main" id="{93DDCE06-4F38-90C5-0326-B19F88FB7F00}"/>
                  </a:ext>
                </a:extLst>
              </p14:cNvPr>
              <p14:cNvContentPartPr/>
              <p14:nvPr/>
            </p14:nvContentPartPr>
            <p14:xfrm>
              <a:off x="1274760" y="30600"/>
              <a:ext cx="10620720" cy="4237920"/>
            </p14:xfrm>
          </p:contentPart>
        </mc:Choice>
        <mc:Fallback>
          <p:pic>
            <p:nvPicPr>
              <p:cNvPr id="5" name="Ink 4">
                <a:extLst>
                  <a:ext uri="{FF2B5EF4-FFF2-40B4-BE49-F238E27FC236}">
                    <a16:creationId xmlns:a16="http://schemas.microsoft.com/office/drawing/2014/main" id="{93DDCE06-4F38-90C5-0326-B19F88FB7F00}"/>
                  </a:ext>
                </a:extLst>
              </p:cNvPr>
              <p:cNvPicPr/>
              <p:nvPr/>
            </p:nvPicPr>
            <p:blipFill>
              <a:blip r:embed="rId6"/>
              <a:stretch>
                <a:fillRect/>
              </a:stretch>
            </p:blipFill>
            <p:spPr>
              <a:xfrm>
                <a:off x="1265400" y="21240"/>
                <a:ext cx="10639440" cy="4256640"/>
              </a:xfrm>
              <a:prstGeom prst="rect">
                <a:avLst/>
              </a:prstGeom>
            </p:spPr>
          </p:pic>
        </mc:Fallback>
      </mc:AlternateContent>
    </p:spTree>
    <p:extLst>
      <p:ext uri="{BB962C8B-B14F-4D97-AF65-F5344CB8AC3E}">
        <p14:creationId xmlns:p14="http://schemas.microsoft.com/office/powerpoint/2010/main" val="3081701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dissolve">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dissolve">
                                      <p:cBhvr>
                                        <p:cTn id="12" dur="500"/>
                                        <p:tgtEl>
                                          <p:spTgt spid="3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2"/>
                                        </p:tgtEl>
                                        <p:attrNameLst>
                                          <p:attrName>style.visibility</p:attrName>
                                        </p:attrNameLst>
                                      </p:cBhvr>
                                      <p:to>
                                        <p:strVal val="visible"/>
                                      </p:to>
                                    </p:set>
                                    <p:animEffect transition="in" filter="dissolve">
                                      <p:cBhvr>
                                        <p:cTn id="17" dur="500"/>
                                        <p:tgtEl>
                                          <p:spTgt spid="42"/>
                                        </p:tgtEl>
                                      </p:cBhvr>
                                    </p:animEffect>
                                  </p:childTnLst>
                                </p:cTn>
                              </p:par>
                            </p:childTnLst>
                          </p:cTn>
                        </p:par>
                        <p:par>
                          <p:cTn id="18" fill="hold">
                            <p:stCondLst>
                              <p:cond delay="500"/>
                            </p:stCondLst>
                            <p:childTnLst>
                              <p:par>
                                <p:cTn id="19" presetID="9" presetClass="entr" presetSubtype="0" fill="hold" grpId="0" nodeType="after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dissolve">
                                      <p:cBhvr>
                                        <p:cTn id="21" dur="500"/>
                                        <p:tgtEl>
                                          <p:spTgt spid="25"/>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36"/>
                                        </p:tgtEl>
                                        <p:attrNameLst>
                                          <p:attrName>style.visibility</p:attrName>
                                        </p:attrNameLst>
                                      </p:cBhvr>
                                      <p:to>
                                        <p:strVal val="visible"/>
                                      </p:to>
                                    </p:set>
                                    <p:animEffect transition="in" filter="dissolve">
                                      <p:cBhvr>
                                        <p:cTn id="26" dur="500"/>
                                        <p:tgtEl>
                                          <p:spTgt spid="36"/>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dissolve">
                                      <p:cBhvr>
                                        <p:cTn id="31" dur="500"/>
                                        <p:tgtEl>
                                          <p:spTgt spid="8"/>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nodeType="clickEffect">
                                  <p:stCondLst>
                                    <p:cond delay="0"/>
                                  </p:stCondLst>
                                  <p:childTnLst>
                                    <p:set>
                                      <p:cBhvr>
                                        <p:cTn id="35" dur="1" fill="hold">
                                          <p:stCondLst>
                                            <p:cond delay="0"/>
                                          </p:stCondLst>
                                        </p:cTn>
                                        <p:tgtEl>
                                          <p:spTgt spid="3"/>
                                        </p:tgtEl>
                                        <p:attrNameLst>
                                          <p:attrName>style.visibility</p:attrName>
                                        </p:attrNameLst>
                                      </p:cBhvr>
                                      <p:to>
                                        <p:strVal val="visible"/>
                                      </p:to>
                                    </p:set>
                                    <p:animEffect transition="in" filter="dissolve">
                                      <p:cBhvr>
                                        <p:cTn id="3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2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6FB04-1E98-4125-F8E7-57162670CB46}"/>
              </a:ext>
            </a:extLst>
          </p:cNvPr>
          <p:cNvSpPr>
            <a:spLocks noGrp="1"/>
          </p:cNvSpPr>
          <p:nvPr>
            <p:ph type="title"/>
          </p:nvPr>
        </p:nvSpPr>
        <p:spPr/>
        <p:txBody>
          <a:bodyPr/>
          <a:lstStyle/>
          <a:p>
            <a:r>
              <a:rPr lang="en-US"/>
              <a:t>End-to-end delay</a:t>
            </a:r>
          </a:p>
        </p:txBody>
      </p:sp>
      <p:sp>
        <p:nvSpPr>
          <p:cNvPr id="3" name="Content Placeholder 2">
            <a:extLst>
              <a:ext uri="{FF2B5EF4-FFF2-40B4-BE49-F238E27FC236}">
                <a16:creationId xmlns:a16="http://schemas.microsoft.com/office/drawing/2014/main" id="{BF300F1F-50E5-F636-1158-0E08B5BA603E}"/>
              </a:ext>
            </a:extLst>
          </p:cNvPr>
          <p:cNvSpPr>
            <a:spLocks noGrp="1"/>
          </p:cNvSpPr>
          <p:nvPr>
            <p:ph sz="half" idx="1"/>
          </p:nvPr>
        </p:nvSpPr>
        <p:spPr>
          <a:xfrm>
            <a:off x="690774" y="2114394"/>
            <a:ext cx="11292567" cy="5144229"/>
          </a:xfrm>
        </p:spPr>
        <p:txBody>
          <a:bodyPr/>
          <a:lstStyle/>
          <a:p>
            <a:r>
              <a:rPr lang="en-US"/>
              <a:t>What is end-to-end delay?</a:t>
            </a:r>
          </a:p>
          <a:p>
            <a:pPr marL="130175" indent="0">
              <a:buNone/>
            </a:pPr>
            <a:endParaRPr lang="en-US"/>
          </a:p>
        </p:txBody>
      </p:sp>
      <mc:AlternateContent xmlns:mc="http://schemas.openxmlformats.org/markup-compatibility/2006">
        <mc:Choice xmlns:p14="http://schemas.microsoft.com/office/powerpoint/2010/main" Requires="p14">
          <p:contentPart p14:bwMode="auto" r:id="rId3">
            <p14:nvContentPartPr>
              <p14:cNvPr id="11" name="Ink 10">
                <a:extLst>
                  <a:ext uri="{FF2B5EF4-FFF2-40B4-BE49-F238E27FC236}">
                    <a16:creationId xmlns:a16="http://schemas.microsoft.com/office/drawing/2014/main" id="{B58FB08B-6DB3-2A99-06BA-38DBDB961B20}"/>
                  </a:ext>
                </a:extLst>
              </p14:cNvPr>
              <p14:cNvContentPartPr/>
              <p14:nvPr/>
            </p14:nvContentPartPr>
            <p14:xfrm>
              <a:off x="1987538" y="1142761"/>
              <a:ext cx="619920" cy="482400"/>
            </p14:xfrm>
          </p:contentPart>
        </mc:Choice>
        <mc:Fallback>
          <p:pic>
            <p:nvPicPr>
              <p:cNvPr id="11" name="Ink 10">
                <a:extLst>
                  <a:ext uri="{FF2B5EF4-FFF2-40B4-BE49-F238E27FC236}">
                    <a16:creationId xmlns:a16="http://schemas.microsoft.com/office/drawing/2014/main" id="{B58FB08B-6DB3-2A99-06BA-38DBDB961B20}"/>
                  </a:ext>
                </a:extLst>
              </p:cNvPr>
              <p:cNvPicPr/>
              <p:nvPr/>
            </p:nvPicPr>
            <p:blipFill>
              <a:blip r:embed="rId4"/>
              <a:stretch>
                <a:fillRect/>
              </a:stretch>
            </p:blipFill>
            <p:spPr>
              <a:xfrm>
                <a:off x="1979982" y="1135201"/>
                <a:ext cx="635031" cy="49752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31" name="Ink 30">
                <a:extLst>
                  <a:ext uri="{FF2B5EF4-FFF2-40B4-BE49-F238E27FC236}">
                    <a16:creationId xmlns:a16="http://schemas.microsoft.com/office/drawing/2014/main" id="{BD178D0C-1383-2A4A-C666-CE28CDDEFF44}"/>
                  </a:ext>
                </a:extLst>
              </p14:cNvPr>
              <p14:cNvContentPartPr/>
              <p14:nvPr/>
            </p14:nvContentPartPr>
            <p14:xfrm>
              <a:off x="6983258" y="1242121"/>
              <a:ext cx="352080" cy="253080"/>
            </p14:xfrm>
          </p:contentPart>
        </mc:Choice>
        <mc:Fallback>
          <p:pic>
            <p:nvPicPr>
              <p:cNvPr id="31" name="Ink 30">
                <a:extLst>
                  <a:ext uri="{FF2B5EF4-FFF2-40B4-BE49-F238E27FC236}">
                    <a16:creationId xmlns:a16="http://schemas.microsoft.com/office/drawing/2014/main" id="{BD178D0C-1383-2A4A-C666-CE28CDDEFF44}"/>
                  </a:ext>
                </a:extLst>
              </p:cNvPr>
              <p:cNvPicPr/>
              <p:nvPr/>
            </p:nvPicPr>
            <p:blipFill>
              <a:blip r:embed="rId6"/>
              <a:stretch>
                <a:fillRect/>
              </a:stretch>
            </p:blipFill>
            <p:spPr>
              <a:xfrm>
                <a:off x="6975698" y="1234550"/>
                <a:ext cx="367200" cy="268222"/>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32" name="Ink 31">
                <a:extLst>
                  <a:ext uri="{FF2B5EF4-FFF2-40B4-BE49-F238E27FC236}">
                    <a16:creationId xmlns:a16="http://schemas.microsoft.com/office/drawing/2014/main" id="{FBFE6ADB-68F2-5DEA-C134-BF2926A2D81C}"/>
                  </a:ext>
                </a:extLst>
              </p14:cNvPr>
              <p14:cNvContentPartPr/>
              <p14:nvPr/>
            </p14:nvContentPartPr>
            <p14:xfrm>
              <a:off x="6004058" y="1433641"/>
              <a:ext cx="666000" cy="46080"/>
            </p14:xfrm>
          </p:contentPart>
        </mc:Choice>
        <mc:Fallback>
          <p:pic>
            <p:nvPicPr>
              <p:cNvPr id="32" name="Ink 31">
                <a:extLst>
                  <a:ext uri="{FF2B5EF4-FFF2-40B4-BE49-F238E27FC236}">
                    <a16:creationId xmlns:a16="http://schemas.microsoft.com/office/drawing/2014/main" id="{FBFE6ADB-68F2-5DEA-C134-BF2926A2D81C}"/>
                  </a:ext>
                </a:extLst>
              </p:cNvPr>
              <p:cNvPicPr/>
              <p:nvPr/>
            </p:nvPicPr>
            <p:blipFill>
              <a:blip r:embed="rId8"/>
              <a:stretch>
                <a:fillRect/>
              </a:stretch>
            </p:blipFill>
            <p:spPr>
              <a:xfrm>
                <a:off x="5996498" y="1426140"/>
                <a:ext cx="681120" cy="61083"/>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33" name="Ink 32">
                <a:extLst>
                  <a:ext uri="{FF2B5EF4-FFF2-40B4-BE49-F238E27FC236}">
                    <a16:creationId xmlns:a16="http://schemas.microsoft.com/office/drawing/2014/main" id="{9780C2F9-283F-F57E-1D41-06EC08E2FAA6}"/>
                  </a:ext>
                </a:extLst>
              </p14:cNvPr>
              <p14:cNvContentPartPr/>
              <p14:nvPr/>
            </p14:nvContentPartPr>
            <p14:xfrm>
              <a:off x="2928578" y="1257601"/>
              <a:ext cx="2808360" cy="283320"/>
            </p14:xfrm>
          </p:contentPart>
        </mc:Choice>
        <mc:Fallback>
          <p:pic>
            <p:nvPicPr>
              <p:cNvPr id="33" name="Ink 32">
                <a:extLst>
                  <a:ext uri="{FF2B5EF4-FFF2-40B4-BE49-F238E27FC236}">
                    <a16:creationId xmlns:a16="http://schemas.microsoft.com/office/drawing/2014/main" id="{9780C2F9-283F-F57E-1D41-06EC08E2FAA6}"/>
                  </a:ext>
                </a:extLst>
              </p:cNvPr>
              <p:cNvPicPr/>
              <p:nvPr/>
            </p:nvPicPr>
            <p:blipFill>
              <a:blip r:embed="rId10"/>
              <a:stretch>
                <a:fillRect/>
              </a:stretch>
            </p:blipFill>
            <p:spPr>
              <a:xfrm>
                <a:off x="2921018" y="1250051"/>
                <a:ext cx="2823480" cy="298421"/>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47" name="Ink 46">
                <a:extLst>
                  <a:ext uri="{FF2B5EF4-FFF2-40B4-BE49-F238E27FC236}">
                    <a16:creationId xmlns:a16="http://schemas.microsoft.com/office/drawing/2014/main" id="{A94047FE-7796-6001-2D69-B15D617F214B}"/>
                  </a:ext>
                </a:extLst>
              </p14:cNvPr>
              <p14:cNvContentPartPr/>
              <p14:nvPr/>
            </p14:nvContentPartPr>
            <p14:xfrm>
              <a:off x="7488338" y="1165801"/>
              <a:ext cx="1278000" cy="443880"/>
            </p14:xfrm>
          </p:contentPart>
        </mc:Choice>
        <mc:Fallback>
          <p:pic>
            <p:nvPicPr>
              <p:cNvPr id="47" name="Ink 46">
                <a:extLst>
                  <a:ext uri="{FF2B5EF4-FFF2-40B4-BE49-F238E27FC236}">
                    <a16:creationId xmlns:a16="http://schemas.microsoft.com/office/drawing/2014/main" id="{A94047FE-7796-6001-2D69-B15D617F214B}"/>
                  </a:ext>
                </a:extLst>
              </p:cNvPr>
              <p:cNvPicPr/>
              <p:nvPr/>
            </p:nvPicPr>
            <p:blipFill>
              <a:blip r:embed="rId12"/>
              <a:stretch>
                <a:fillRect/>
              </a:stretch>
            </p:blipFill>
            <p:spPr>
              <a:xfrm>
                <a:off x="7480778" y="1158247"/>
                <a:ext cx="1293120" cy="458988"/>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48" name="Ink 47">
                <a:extLst>
                  <a:ext uri="{FF2B5EF4-FFF2-40B4-BE49-F238E27FC236}">
                    <a16:creationId xmlns:a16="http://schemas.microsoft.com/office/drawing/2014/main" id="{351620A0-A55C-AE79-4C78-14C499F85621}"/>
                  </a:ext>
                </a:extLst>
              </p14:cNvPr>
              <p14:cNvContentPartPr/>
              <p14:nvPr/>
            </p14:nvContentPartPr>
            <p14:xfrm>
              <a:off x="2400458" y="821641"/>
              <a:ext cx="15840" cy="183960"/>
            </p14:xfrm>
          </p:contentPart>
        </mc:Choice>
        <mc:Fallback>
          <p:pic>
            <p:nvPicPr>
              <p:cNvPr id="48" name="Ink 47">
                <a:extLst>
                  <a:ext uri="{FF2B5EF4-FFF2-40B4-BE49-F238E27FC236}">
                    <a16:creationId xmlns:a16="http://schemas.microsoft.com/office/drawing/2014/main" id="{351620A0-A55C-AE79-4C78-14C499F85621}"/>
                  </a:ext>
                </a:extLst>
              </p:cNvPr>
              <p:cNvPicPr/>
              <p:nvPr/>
            </p:nvPicPr>
            <p:blipFill>
              <a:blip r:embed="rId14"/>
              <a:stretch>
                <a:fillRect/>
              </a:stretch>
            </p:blipFill>
            <p:spPr>
              <a:xfrm>
                <a:off x="2389407" y="810841"/>
                <a:ext cx="37574" cy="20520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49" name="Ink 48">
                <a:extLst>
                  <a:ext uri="{FF2B5EF4-FFF2-40B4-BE49-F238E27FC236}">
                    <a16:creationId xmlns:a16="http://schemas.microsoft.com/office/drawing/2014/main" id="{1C605CAA-2D5E-E06A-95FA-5EA9944E3CE4}"/>
                  </a:ext>
                </a:extLst>
              </p14:cNvPr>
              <p14:cNvContentPartPr/>
              <p14:nvPr/>
            </p14:nvContentPartPr>
            <p14:xfrm>
              <a:off x="3724178" y="959161"/>
              <a:ext cx="145800" cy="138240"/>
            </p14:xfrm>
          </p:contentPart>
        </mc:Choice>
        <mc:Fallback>
          <p:pic>
            <p:nvPicPr>
              <p:cNvPr id="49" name="Ink 48">
                <a:extLst>
                  <a:ext uri="{FF2B5EF4-FFF2-40B4-BE49-F238E27FC236}">
                    <a16:creationId xmlns:a16="http://schemas.microsoft.com/office/drawing/2014/main" id="{1C605CAA-2D5E-E06A-95FA-5EA9944E3CE4}"/>
                  </a:ext>
                </a:extLst>
              </p:cNvPr>
              <p:cNvPicPr/>
              <p:nvPr/>
            </p:nvPicPr>
            <p:blipFill>
              <a:blip r:embed="rId16"/>
              <a:stretch>
                <a:fillRect/>
              </a:stretch>
            </p:blipFill>
            <p:spPr>
              <a:xfrm>
                <a:off x="3713378" y="948333"/>
                <a:ext cx="167040" cy="159535"/>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50" name="Ink 49">
                <a:extLst>
                  <a:ext uri="{FF2B5EF4-FFF2-40B4-BE49-F238E27FC236}">
                    <a16:creationId xmlns:a16="http://schemas.microsoft.com/office/drawing/2014/main" id="{5BF1EDDC-1620-A0CF-08DC-E6B0434560BB}"/>
                  </a:ext>
                </a:extLst>
              </p14:cNvPr>
              <p14:cNvContentPartPr/>
              <p14:nvPr/>
            </p14:nvContentPartPr>
            <p14:xfrm>
              <a:off x="4910018" y="1012801"/>
              <a:ext cx="160920" cy="183960"/>
            </p14:xfrm>
          </p:contentPart>
        </mc:Choice>
        <mc:Fallback>
          <p:pic>
            <p:nvPicPr>
              <p:cNvPr id="50" name="Ink 49">
                <a:extLst>
                  <a:ext uri="{FF2B5EF4-FFF2-40B4-BE49-F238E27FC236}">
                    <a16:creationId xmlns:a16="http://schemas.microsoft.com/office/drawing/2014/main" id="{5BF1EDDC-1620-A0CF-08DC-E6B0434560BB}"/>
                  </a:ext>
                </a:extLst>
              </p:cNvPr>
              <p:cNvPicPr/>
              <p:nvPr/>
            </p:nvPicPr>
            <p:blipFill>
              <a:blip r:embed="rId18"/>
              <a:stretch>
                <a:fillRect/>
              </a:stretch>
            </p:blipFill>
            <p:spPr>
              <a:xfrm>
                <a:off x="4899242" y="1002001"/>
                <a:ext cx="182113" cy="20520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53" name="Ink 52">
                <a:extLst>
                  <a:ext uri="{FF2B5EF4-FFF2-40B4-BE49-F238E27FC236}">
                    <a16:creationId xmlns:a16="http://schemas.microsoft.com/office/drawing/2014/main" id="{7B67E635-910C-9752-91CB-806056BF06AB}"/>
                  </a:ext>
                </a:extLst>
              </p14:cNvPr>
              <p14:cNvContentPartPr/>
              <p14:nvPr/>
            </p14:nvContentPartPr>
            <p14:xfrm>
              <a:off x="7075058" y="966721"/>
              <a:ext cx="275760" cy="130680"/>
            </p14:xfrm>
          </p:contentPart>
        </mc:Choice>
        <mc:Fallback>
          <p:pic>
            <p:nvPicPr>
              <p:cNvPr id="53" name="Ink 52">
                <a:extLst>
                  <a:ext uri="{FF2B5EF4-FFF2-40B4-BE49-F238E27FC236}">
                    <a16:creationId xmlns:a16="http://schemas.microsoft.com/office/drawing/2014/main" id="{7B67E635-910C-9752-91CB-806056BF06AB}"/>
                  </a:ext>
                </a:extLst>
              </p:cNvPr>
              <p:cNvPicPr/>
              <p:nvPr/>
            </p:nvPicPr>
            <p:blipFill>
              <a:blip r:embed="rId20"/>
              <a:stretch>
                <a:fillRect/>
              </a:stretch>
            </p:blipFill>
            <p:spPr>
              <a:xfrm>
                <a:off x="7064258" y="955891"/>
                <a:ext cx="297000" cy="151979"/>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4" name="Ink 3">
                <a:extLst>
                  <a:ext uri="{FF2B5EF4-FFF2-40B4-BE49-F238E27FC236}">
                    <a16:creationId xmlns:a16="http://schemas.microsoft.com/office/drawing/2014/main" id="{07C517F8-13C5-9DB4-23FA-BEC005A112DE}"/>
                  </a:ext>
                </a:extLst>
              </p14:cNvPr>
              <p14:cNvContentPartPr/>
              <p14:nvPr/>
            </p14:nvContentPartPr>
            <p14:xfrm>
              <a:off x="2006640" y="2738160"/>
              <a:ext cx="2738520" cy="752760"/>
            </p14:xfrm>
          </p:contentPart>
        </mc:Choice>
        <mc:Fallback>
          <p:pic>
            <p:nvPicPr>
              <p:cNvPr id="4" name="Ink 3">
                <a:extLst>
                  <a:ext uri="{FF2B5EF4-FFF2-40B4-BE49-F238E27FC236}">
                    <a16:creationId xmlns:a16="http://schemas.microsoft.com/office/drawing/2014/main" id="{07C517F8-13C5-9DB4-23FA-BEC005A112DE}"/>
                  </a:ext>
                </a:extLst>
              </p:cNvPr>
              <p:cNvPicPr/>
              <p:nvPr/>
            </p:nvPicPr>
            <p:blipFill>
              <a:blip r:embed="rId22"/>
              <a:stretch>
                <a:fillRect/>
              </a:stretch>
            </p:blipFill>
            <p:spPr>
              <a:xfrm>
                <a:off x="1997280" y="2728800"/>
                <a:ext cx="2757240" cy="771480"/>
              </a:xfrm>
              <a:prstGeom prst="rect">
                <a:avLst/>
              </a:prstGeom>
            </p:spPr>
          </p:pic>
        </mc:Fallback>
      </mc:AlternateContent>
    </p:spTree>
    <p:extLst>
      <p:ext uri="{BB962C8B-B14F-4D97-AF65-F5344CB8AC3E}">
        <p14:creationId xmlns:p14="http://schemas.microsoft.com/office/powerpoint/2010/main" val="30367736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Line 38">
            <a:extLst>
              <a:ext uri="{FF2B5EF4-FFF2-40B4-BE49-F238E27FC236}">
                <a16:creationId xmlns:a16="http://schemas.microsoft.com/office/drawing/2014/main" id="{54E266FC-2C53-E845-810D-72800D812F60}"/>
              </a:ext>
            </a:extLst>
          </p:cNvPr>
          <p:cNvSpPr>
            <a:spLocks noChangeShapeType="1"/>
          </p:cNvSpPr>
          <p:nvPr/>
        </p:nvSpPr>
        <p:spPr bwMode="auto">
          <a:xfrm>
            <a:off x="2831406" y="5366286"/>
            <a:ext cx="469144" cy="31549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Line 105">
            <a:extLst>
              <a:ext uri="{FF2B5EF4-FFF2-40B4-BE49-F238E27FC236}">
                <a16:creationId xmlns:a16="http://schemas.microsoft.com/office/drawing/2014/main" id="{BF1773B1-5019-2B4A-BE6A-B8195D8981B9}"/>
              </a:ext>
            </a:extLst>
          </p:cNvPr>
          <p:cNvSpPr>
            <a:spLocks noChangeShapeType="1"/>
          </p:cNvSpPr>
          <p:nvPr/>
        </p:nvSpPr>
        <p:spPr bwMode="auto">
          <a:xfrm flipV="1">
            <a:off x="3691311" y="5467468"/>
            <a:ext cx="639909" cy="2079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81" name="Group 180">
            <a:extLst>
              <a:ext uri="{FF2B5EF4-FFF2-40B4-BE49-F238E27FC236}">
                <a16:creationId xmlns:a16="http://schemas.microsoft.com/office/drawing/2014/main" id="{349EA779-C782-D646-A376-27962D2DE8E5}"/>
              </a:ext>
            </a:extLst>
          </p:cNvPr>
          <p:cNvGrpSpPr/>
          <p:nvPr/>
        </p:nvGrpSpPr>
        <p:grpSpPr>
          <a:xfrm>
            <a:off x="3109054" y="5514269"/>
            <a:ext cx="860625" cy="398511"/>
            <a:chOff x="7493876" y="2774731"/>
            <a:chExt cx="1481958" cy="894622"/>
          </a:xfrm>
        </p:grpSpPr>
        <p:sp>
          <p:nvSpPr>
            <p:cNvPr id="182" name="Freeform 181">
              <a:extLst>
                <a:ext uri="{FF2B5EF4-FFF2-40B4-BE49-F238E27FC236}">
                  <a16:creationId xmlns:a16="http://schemas.microsoft.com/office/drawing/2014/main" id="{051DA911-6679-5545-AC55-97B68D0A5904}"/>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183" name="Oval 182">
              <a:extLst>
                <a:ext uri="{FF2B5EF4-FFF2-40B4-BE49-F238E27FC236}">
                  <a16:creationId xmlns:a16="http://schemas.microsoft.com/office/drawing/2014/main" id="{1B387723-AD5A-6B40-86DC-4E06378B6C31}"/>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184" name="Group 183">
              <a:extLst>
                <a:ext uri="{FF2B5EF4-FFF2-40B4-BE49-F238E27FC236}">
                  <a16:creationId xmlns:a16="http://schemas.microsoft.com/office/drawing/2014/main" id="{EAEAA504-561F-934C-865A-D764D9D4B585}"/>
                </a:ext>
              </a:extLst>
            </p:cNvPr>
            <p:cNvGrpSpPr/>
            <p:nvPr/>
          </p:nvGrpSpPr>
          <p:grpSpPr>
            <a:xfrm>
              <a:off x="7713663" y="2848339"/>
              <a:ext cx="1042107" cy="425543"/>
              <a:chOff x="7786941" y="2884917"/>
              <a:chExt cx="897649" cy="353919"/>
            </a:xfrm>
          </p:grpSpPr>
          <p:sp>
            <p:nvSpPr>
              <p:cNvPr id="185" name="Freeform 184">
                <a:extLst>
                  <a:ext uri="{FF2B5EF4-FFF2-40B4-BE49-F238E27FC236}">
                    <a16:creationId xmlns:a16="http://schemas.microsoft.com/office/drawing/2014/main" id="{B39429AE-64BE-C648-B108-3B471FFD1A34}"/>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6" name="Freeform 185">
                <a:extLst>
                  <a:ext uri="{FF2B5EF4-FFF2-40B4-BE49-F238E27FC236}">
                    <a16:creationId xmlns:a16="http://schemas.microsoft.com/office/drawing/2014/main" id="{109B151A-13E2-DE44-ACE5-AC68DBD136E0}"/>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7" name="Freeform 186">
                <a:extLst>
                  <a:ext uri="{FF2B5EF4-FFF2-40B4-BE49-F238E27FC236}">
                    <a16:creationId xmlns:a16="http://schemas.microsoft.com/office/drawing/2014/main" id="{EF70FD4D-FD10-ED44-BB61-DD85162EEA3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8" name="Freeform 187">
                <a:extLst>
                  <a:ext uri="{FF2B5EF4-FFF2-40B4-BE49-F238E27FC236}">
                    <a16:creationId xmlns:a16="http://schemas.microsoft.com/office/drawing/2014/main" id="{F03C20EC-4A97-134D-9A10-FFE3DDFF03F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20" name="Line 106">
            <a:extLst>
              <a:ext uri="{FF2B5EF4-FFF2-40B4-BE49-F238E27FC236}">
                <a16:creationId xmlns:a16="http://schemas.microsoft.com/office/drawing/2014/main" id="{254FEBFF-881B-E94A-B5B4-5A077C547A5D}"/>
              </a:ext>
            </a:extLst>
          </p:cNvPr>
          <p:cNvSpPr>
            <a:spLocks noChangeShapeType="1"/>
          </p:cNvSpPr>
          <p:nvPr/>
        </p:nvSpPr>
        <p:spPr bwMode="auto">
          <a:xfrm>
            <a:off x="4626350" y="5451593"/>
            <a:ext cx="677550" cy="2079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Line 108">
            <a:extLst>
              <a:ext uri="{FF2B5EF4-FFF2-40B4-BE49-F238E27FC236}">
                <a16:creationId xmlns:a16="http://schemas.microsoft.com/office/drawing/2014/main" id="{524659AB-C458-864A-B318-E8190017E7B8}"/>
              </a:ext>
            </a:extLst>
          </p:cNvPr>
          <p:cNvSpPr>
            <a:spLocks noChangeShapeType="1"/>
          </p:cNvSpPr>
          <p:nvPr/>
        </p:nvSpPr>
        <p:spPr bwMode="auto">
          <a:xfrm flipH="1">
            <a:off x="4388223" y="5062655"/>
            <a:ext cx="661222" cy="2730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Line 291">
            <a:extLst>
              <a:ext uri="{FF2B5EF4-FFF2-40B4-BE49-F238E27FC236}">
                <a16:creationId xmlns:a16="http://schemas.microsoft.com/office/drawing/2014/main" id="{EB8F889A-4D2D-1B4E-8BFD-EC217EFF65EB}"/>
              </a:ext>
            </a:extLst>
          </p:cNvPr>
          <p:cNvSpPr>
            <a:spLocks noChangeShapeType="1"/>
          </p:cNvSpPr>
          <p:nvPr/>
        </p:nvSpPr>
        <p:spPr bwMode="auto">
          <a:xfrm>
            <a:off x="4356474" y="5583355"/>
            <a:ext cx="318847" cy="311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72" name="Group 171">
            <a:extLst>
              <a:ext uri="{FF2B5EF4-FFF2-40B4-BE49-F238E27FC236}">
                <a16:creationId xmlns:a16="http://schemas.microsoft.com/office/drawing/2014/main" id="{DA77B42D-EF91-9343-B8AA-7F791CA6173D}"/>
              </a:ext>
            </a:extLst>
          </p:cNvPr>
          <p:cNvGrpSpPr/>
          <p:nvPr/>
        </p:nvGrpSpPr>
        <p:grpSpPr>
          <a:xfrm>
            <a:off x="3957067" y="5203592"/>
            <a:ext cx="860625" cy="398511"/>
            <a:chOff x="7493876" y="2774731"/>
            <a:chExt cx="1481958" cy="894622"/>
          </a:xfrm>
        </p:grpSpPr>
        <p:sp>
          <p:nvSpPr>
            <p:cNvPr id="173" name="Freeform 172">
              <a:extLst>
                <a:ext uri="{FF2B5EF4-FFF2-40B4-BE49-F238E27FC236}">
                  <a16:creationId xmlns:a16="http://schemas.microsoft.com/office/drawing/2014/main" id="{717B3640-CBA8-9D4D-B10E-118D83758289}"/>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174" name="Oval 173">
              <a:extLst>
                <a:ext uri="{FF2B5EF4-FFF2-40B4-BE49-F238E27FC236}">
                  <a16:creationId xmlns:a16="http://schemas.microsoft.com/office/drawing/2014/main" id="{3DF87D0C-16B9-0242-9434-F058BACF6AF2}"/>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175" name="Group 174">
              <a:extLst>
                <a:ext uri="{FF2B5EF4-FFF2-40B4-BE49-F238E27FC236}">
                  <a16:creationId xmlns:a16="http://schemas.microsoft.com/office/drawing/2014/main" id="{875F2C4B-EC99-0546-B8BC-E6ABDA1C57CF}"/>
                </a:ext>
              </a:extLst>
            </p:cNvPr>
            <p:cNvGrpSpPr/>
            <p:nvPr/>
          </p:nvGrpSpPr>
          <p:grpSpPr>
            <a:xfrm>
              <a:off x="7713663" y="2848339"/>
              <a:ext cx="1042107" cy="425543"/>
              <a:chOff x="7786941" y="2884917"/>
              <a:chExt cx="897649" cy="353919"/>
            </a:xfrm>
          </p:grpSpPr>
          <p:sp>
            <p:nvSpPr>
              <p:cNvPr id="176" name="Freeform 175">
                <a:extLst>
                  <a:ext uri="{FF2B5EF4-FFF2-40B4-BE49-F238E27FC236}">
                    <a16:creationId xmlns:a16="http://schemas.microsoft.com/office/drawing/2014/main" id="{7AB43264-5575-584F-8FE6-D1C2C13E1C3E}"/>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7" name="Freeform 176">
                <a:extLst>
                  <a:ext uri="{FF2B5EF4-FFF2-40B4-BE49-F238E27FC236}">
                    <a16:creationId xmlns:a16="http://schemas.microsoft.com/office/drawing/2014/main" id="{99D8A414-A25C-5C43-9BC9-95C40A420EC9}"/>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8" name="Freeform 177">
                <a:extLst>
                  <a:ext uri="{FF2B5EF4-FFF2-40B4-BE49-F238E27FC236}">
                    <a16:creationId xmlns:a16="http://schemas.microsoft.com/office/drawing/2014/main" id="{B398E537-2A8D-B343-AFFC-0C206FB72B18}"/>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9" name="Freeform 178">
                <a:extLst>
                  <a:ext uri="{FF2B5EF4-FFF2-40B4-BE49-F238E27FC236}">
                    <a16:creationId xmlns:a16="http://schemas.microsoft.com/office/drawing/2014/main" id="{8F5B5F4D-A081-8041-8446-B98FF777149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22" name="Line 113">
            <a:extLst>
              <a:ext uri="{FF2B5EF4-FFF2-40B4-BE49-F238E27FC236}">
                <a16:creationId xmlns:a16="http://schemas.microsoft.com/office/drawing/2014/main" id="{EEC03E85-460E-344B-B658-EA55A9271333}"/>
              </a:ext>
            </a:extLst>
          </p:cNvPr>
          <p:cNvSpPr>
            <a:spLocks noChangeShapeType="1"/>
          </p:cNvSpPr>
          <p:nvPr/>
        </p:nvSpPr>
        <p:spPr bwMode="auto">
          <a:xfrm flipH="1">
            <a:off x="5602660" y="5511918"/>
            <a:ext cx="865759" cy="1444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Line 294">
            <a:extLst>
              <a:ext uri="{FF2B5EF4-FFF2-40B4-BE49-F238E27FC236}">
                <a16:creationId xmlns:a16="http://schemas.microsoft.com/office/drawing/2014/main" id="{6AFF4B42-51C0-8447-92BB-FCA57D50B68A}"/>
              </a:ext>
            </a:extLst>
          </p:cNvPr>
          <p:cNvSpPr>
            <a:spLocks noChangeShapeType="1"/>
          </p:cNvSpPr>
          <p:nvPr/>
        </p:nvSpPr>
        <p:spPr bwMode="auto">
          <a:xfrm flipH="1">
            <a:off x="4997823" y="5773855"/>
            <a:ext cx="487128" cy="1524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64" name="Group 163">
            <a:extLst>
              <a:ext uri="{FF2B5EF4-FFF2-40B4-BE49-F238E27FC236}">
                <a16:creationId xmlns:a16="http://schemas.microsoft.com/office/drawing/2014/main" id="{CEAC493A-EEEF-7C4F-AA98-1801621812D4}"/>
              </a:ext>
            </a:extLst>
          </p:cNvPr>
          <p:cNvGrpSpPr/>
          <p:nvPr/>
        </p:nvGrpSpPr>
        <p:grpSpPr>
          <a:xfrm>
            <a:off x="4985387" y="5543879"/>
            <a:ext cx="860625" cy="398511"/>
            <a:chOff x="7493876" y="2774731"/>
            <a:chExt cx="1481958" cy="894622"/>
          </a:xfrm>
        </p:grpSpPr>
        <p:sp>
          <p:nvSpPr>
            <p:cNvPr id="165" name="Freeform 164">
              <a:extLst>
                <a:ext uri="{FF2B5EF4-FFF2-40B4-BE49-F238E27FC236}">
                  <a16:creationId xmlns:a16="http://schemas.microsoft.com/office/drawing/2014/main" id="{7C772A01-ED51-DF4C-9654-6B6278386C2E}"/>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166" name="Oval 165">
              <a:extLst>
                <a:ext uri="{FF2B5EF4-FFF2-40B4-BE49-F238E27FC236}">
                  <a16:creationId xmlns:a16="http://schemas.microsoft.com/office/drawing/2014/main" id="{B003DFE7-C366-8140-9629-CD63DF215ED0}"/>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167" name="Group 166">
              <a:extLst>
                <a:ext uri="{FF2B5EF4-FFF2-40B4-BE49-F238E27FC236}">
                  <a16:creationId xmlns:a16="http://schemas.microsoft.com/office/drawing/2014/main" id="{5F84292C-45D7-D245-AF05-1049328026B3}"/>
                </a:ext>
              </a:extLst>
            </p:cNvPr>
            <p:cNvGrpSpPr/>
            <p:nvPr/>
          </p:nvGrpSpPr>
          <p:grpSpPr>
            <a:xfrm>
              <a:off x="7713663" y="2848339"/>
              <a:ext cx="1042107" cy="425543"/>
              <a:chOff x="7786941" y="2884917"/>
              <a:chExt cx="897649" cy="353919"/>
            </a:xfrm>
          </p:grpSpPr>
          <p:sp>
            <p:nvSpPr>
              <p:cNvPr id="168" name="Freeform 167">
                <a:extLst>
                  <a:ext uri="{FF2B5EF4-FFF2-40B4-BE49-F238E27FC236}">
                    <a16:creationId xmlns:a16="http://schemas.microsoft.com/office/drawing/2014/main" id="{672ECA71-4ED1-A742-8D27-C7DD78E8129A}"/>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9" name="Freeform 168">
                <a:extLst>
                  <a:ext uri="{FF2B5EF4-FFF2-40B4-BE49-F238E27FC236}">
                    <a16:creationId xmlns:a16="http://schemas.microsoft.com/office/drawing/2014/main" id="{AB422B19-1B67-F744-AB96-3C00EBB25FA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0" name="Freeform 169">
                <a:extLst>
                  <a:ext uri="{FF2B5EF4-FFF2-40B4-BE49-F238E27FC236}">
                    <a16:creationId xmlns:a16="http://schemas.microsoft.com/office/drawing/2014/main" id="{64DBC56A-851B-1045-8E18-0E1AE5828A8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1" name="Freeform 170">
                <a:extLst>
                  <a:ext uri="{FF2B5EF4-FFF2-40B4-BE49-F238E27FC236}">
                    <a16:creationId xmlns:a16="http://schemas.microsoft.com/office/drawing/2014/main" id="{687D1E8F-A9D2-414E-B37C-C2A41CFCDB2B}"/>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25267" y="291947"/>
            <a:ext cx="10515600" cy="894622"/>
          </a:xfrm>
        </p:spPr>
        <p:txBody>
          <a:bodyPr>
            <a:normAutofit/>
          </a:bodyPr>
          <a:lstStyle/>
          <a:p>
            <a:r>
              <a:rPr lang="en-US">
                <a:ea typeface="ＭＳ Ｐゴシック" panose="020B0600070205080204" pitchFamily="34" charset="-128"/>
              </a:rPr>
              <a:t>How do you measure delay on network?</a:t>
            </a:r>
            <a:endParaRPr lang="en-US" sz="4400"/>
          </a:p>
        </p:txBody>
      </p:sp>
      <p:sp>
        <p:nvSpPr>
          <p:cNvPr id="17" name="Rectangle 5">
            <a:extLst>
              <a:ext uri="{FF2B5EF4-FFF2-40B4-BE49-F238E27FC236}">
                <a16:creationId xmlns:a16="http://schemas.microsoft.com/office/drawing/2014/main" id="{921D3CC3-7FC4-4346-86E8-F841A7674F2D}"/>
              </a:ext>
            </a:extLst>
          </p:cNvPr>
          <p:cNvSpPr txBox="1">
            <a:spLocks noChangeArrowheads="1"/>
          </p:cNvSpPr>
          <p:nvPr/>
        </p:nvSpPr>
        <p:spPr>
          <a:xfrm>
            <a:off x="980180" y="1270000"/>
            <a:ext cx="10342830" cy="36830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30238" lvl="1" indent="-287338">
              <a:spcBef>
                <a:spcPts val="1000"/>
              </a:spcBef>
              <a:buClr>
                <a:srgbClr val="0000A3"/>
              </a:buClr>
              <a:buFont typeface="Wingdings" pitchFamily="2" charset="2"/>
              <a:buChar char="§"/>
              <a:defRPr/>
            </a:pPr>
            <a:r>
              <a:rPr lang="en-US" altLang="en-US" sz="2000" b="1">
                <a:solidFill>
                  <a:srgbClr val="C00000"/>
                </a:solidFill>
                <a:latin typeface="Calibri" panose="020F0502020204030204"/>
                <a:ea typeface="ＭＳ Ｐゴシック" panose="020B0600070205080204" pitchFamily="34" charset="-128"/>
              </a:rPr>
              <a:t>Ping: </a:t>
            </a:r>
            <a:r>
              <a:rPr lang="en-US" altLang="en-US" sz="2000">
                <a:latin typeface="Calibri" panose="020F0502020204030204"/>
                <a:ea typeface="ＭＳ Ｐゴシック" panose="020B0600070205080204" pitchFamily="34" charset="-128"/>
              </a:rPr>
              <a:t>provides delay measurement from source to a destination</a:t>
            </a:r>
            <a:endParaRPr kumimoji="0" lang="en-US" altLang="en-US" sz="2000" i="0" u="none" strike="noStrike" kern="1200" cap="none" spc="0" normalizeH="0" baseline="0" noProof="0">
              <a:ln>
                <a:noFill/>
              </a:ln>
              <a:effectLst/>
              <a:uLnTx/>
              <a:uFillTx/>
              <a:latin typeface="Calibri" panose="020F0502020204030204"/>
              <a:ea typeface="ＭＳ Ｐゴシック" panose="020B0600070205080204" pitchFamily="34" charset="-128"/>
            </a:endParaRPr>
          </a:p>
          <a:p>
            <a:pPr marL="630238" lvl="1" indent="-287338">
              <a:spcBef>
                <a:spcPts val="1000"/>
              </a:spcBef>
              <a:buClr>
                <a:srgbClr val="0000A3"/>
              </a:buClr>
              <a:buFont typeface="Wingdings" pitchFamily="2" charset="2"/>
              <a:buChar char="§"/>
              <a:defRPr/>
            </a:pPr>
            <a:r>
              <a:rPr kumimoji="0" lang="en-US" altLang="en-US" sz="2000" b="1" i="0" u="none" strike="noStrike" kern="1200" cap="none" spc="0" normalizeH="0" baseline="0" noProof="0">
                <a:ln>
                  <a:noFill/>
                </a:ln>
                <a:solidFill>
                  <a:srgbClr val="C00000"/>
                </a:solidFill>
                <a:effectLst/>
                <a:uLnTx/>
                <a:uFillTx/>
                <a:latin typeface="Calibri" panose="020F0502020204030204"/>
                <a:ea typeface="ＭＳ Ｐゴシック" panose="020B0600070205080204" pitchFamily="34" charset="-128"/>
                <a:cs typeface="+mn-cs"/>
              </a:rPr>
              <a:t>traceroute</a:t>
            </a:r>
            <a:r>
              <a:rPr kumimoji="0" lang="en-US" altLang="en-US" sz="2000" b="0" i="0" u="none" strike="noStrike" kern="1200" cap="none" spc="0" normalizeH="0" baseline="0" noProof="0">
                <a:ln>
                  <a:noFill/>
                </a:ln>
                <a:solidFill>
                  <a:srgbClr val="FF0000"/>
                </a:solidFill>
                <a:effectLst/>
                <a:uLnTx/>
                <a:uFillTx/>
                <a:latin typeface="Calibri" panose="020F0502020204030204"/>
                <a:ea typeface="ＭＳ Ｐゴシック" panose="020B0600070205080204" pitchFamily="34" charset="-128"/>
                <a:cs typeface="+mn-cs"/>
              </a:rPr>
              <a:t> </a:t>
            </a:r>
            <a:r>
              <a:rPr kumimoji="0" lang="en-US" altLang="en-US" sz="20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program: provides delay measurement from source to router along end-end Internet path towards destination.  For all </a:t>
            </a:r>
            <a:r>
              <a:rPr kumimoji="0" lang="en-US" altLang="en-US" sz="2000" b="0" i="1" u="none" strike="noStrike" kern="1200" cap="none" spc="0" normalizeH="0" baseline="0" noProof="0" err="1">
                <a:ln>
                  <a:noFill/>
                </a:ln>
                <a:solidFill>
                  <a:prstClr val="black"/>
                </a:solidFill>
                <a:effectLst/>
                <a:uLnTx/>
                <a:uFillTx/>
                <a:latin typeface="Calibri" panose="020F0502020204030204"/>
                <a:ea typeface="ＭＳ Ｐゴシック" panose="020B0600070205080204" pitchFamily="34" charset="-128"/>
                <a:cs typeface="+mn-cs"/>
              </a:rPr>
              <a:t>i</a:t>
            </a:r>
            <a:r>
              <a:rPr kumimoji="0" lang="en-US" altLang="en-US" sz="2000" b="0" i="1"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a:t>
            </a:r>
          </a:p>
          <a:p>
            <a:pPr marL="1130300" lvl="2" indent="-225425">
              <a:buClr>
                <a:srgbClr val="0000A8"/>
              </a:buClr>
              <a:defRPr/>
            </a:pPr>
            <a:r>
              <a:rPr kumimoji="0" lang="en-US" altLang="en-US" sz="2000" b="0" i="0" u="none" strike="noStrike" kern="1200" cap="none" spc="0" normalizeH="0" baseline="0" noProof="0">
                <a:ln>
                  <a:noFill/>
                </a:ln>
                <a:solidFill>
                  <a:prstClr val="black"/>
                </a:solidFill>
                <a:effectLst/>
                <a:uLnTx/>
                <a:uFillTx/>
                <a:latin typeface="Calibri" panose="020F0502020204030204"/>
                <a:ea typeface="Arial" panose="020B0604020202020204" pitchFamily="34" charset="0"/>
                <a:cs typeface="+mn-cs"/>
              </a:rPr>
              <a:t>sends three packets that will reach router </a:t>
            </a:r>
            <a:r>
              <a:rPr kumimoji="0" lang="en-US" altLang="en-US" sz="2000" b="0" i="1" u="none" strike="noStrike" kern="1200" cap="none" spc="0" normalizeH="0" baseline="0" noProof="0" err="1">
                <a:ln>
                  <a:noFill/>
                </a:ln>
                <a:solidFill>
                  <a:prstClr val="black"/>
                </a:solidFill>
                <a:effectLst/>
                <a:uLnTx/>
                <a:uFillTx/>
                <a:latin typeface="Calibri" panose="020F0502020204030204"/>
                <a:ea typeface="Arial" panose="020B0604020202020204" pitchFamily="34" charset="0"/>
                <a:cs typeface="+mn-cs"/>
              </a:rPr>
              <a:t>i</a:t>
            </a:r>
            <a:r>
              <a:rPr kumimoji="0" lang="en-US" altLang="en-US" sz="2000" b="0" i="0" u="none" strike="noStrike" kern="1200" cap="none" spc="0" normalizeH="0" baseline="0" noProof="0">
                <a:ln>
                  <a:noFill/>
                </a:ln>
                <a:solidFill>
                  <a:prstClr val="black"/>
                </a:solidFill>
                <a:effectLst/>
                <a:uLnTx/>
                <a:uFillTx/>
                <a:latin typeface="Calibri" panose="020F0502020204030204"/>
                <a:ea typeface="Arial" panose="020B0604020202020204" pitchFamily="34" charset="0"/>
                <a:cs typeface="+mn-cs"/>
              </a:rPr>
              <a:t> on path towards destination (with time-to-live field value of </a:t>
            </a:r>
            <a:r>
              <a:rPr kumimoji="0" lang="en-US" altLang="en-US" sz="2000" b="0" i="1" u="none" strike="noStrike" kern="1200" cap="none" spc="0" normalizeH="0" baseline="0" noProof="0" err="1">
                <a:ln>
                  <a:noFill/>
                </a:ln>
                <a:solidFill>
                  <a:prstClr val="black"/>
                </a:solidFill>
                <a:effectLst/>
                <a:uLnTx/>
                <a:uFillTx/>
                <a:latin typeface="Calibri" panose="020F0502020204030204"/>
                <a:ea typeface="Arial" panose="020B0604020202020204" pitchFamily="34" charset="0"/>
                <a:cs typeface="+mn-cs"/>
              </a:rPr>
              <a:t>i</a:t>
            </a:r>
            <a:r>
              <a:rPr kumimoji="0" lang="en-US" altLang="en-US" sz="2000" b="0" i="0" u="none" strike="noStrike" kern="1200" cap="none" spc="0" normalizeH="0" baseline="0" noProof="0">
                <a:ln>
                  <a:noFill/>
                </a:ln>
                <a:solidFill>
                  <a:prstClr val="black"/>
                </a:solidFill>
                <a:effectLst/>
                <a:uLnTx/>
                <a:uFillTx/>
                <a:latin typeface="Calibri" panose="020F0502020204030204"/>
                <a:ea typeface="Arial" panose="020B0604020202020204" pitchFamily="34" charset="0"/>
                <a:cs typeface="+mn-cs"/>
              </a:rPr>
              <a:t>)</a:t>
            </a:r>
          </a:p>
          <a:p>
            <a:pPr marL="1130300" lvl="2" indent="-225425">
              <a:buClr>
                <a:srgbClr val="0000A8"/>
              </a:buClr>
              <a:defRPr/>
            </a:pPr>
            <a:r>
              <a:rPr kumimoji="0" lang="en-US" altLang="en-US" sz="2000" b="0" i="0" u="none" strike="noStrike" kern="1200" cap="none" spc="0" normalizeH="0" baseline="0" noProof="0">
                <a:ln>
                  <a:noFill/>
                </a:ln>
                <a:solidFill>
                  <a:prstClr val="black"/>
                </a:solidFill>
                <a:effectLst/>
                <a:uLnTx/>
                <a:uFillTx/>
                <a:latin typeface="Calibri" panose="020F0502020204030204"/>
                <a:ea typeface="Arial" panose="020B0604020202020204" pitchFamily="34" charset="0"/>
                <a:cs typeface="+mn-cs"/>
              </a:rPr>
              <a:t>router </a:t>
            </a:r>
            <a:r>
              <a:rPr kumimoji="0" lang="en-US" altLang="en-US" sz="2000" b="0" i="1" u="none" strike="noStrike" kern="1200" cap="none" spc="0" normalizeH="0" baseline="0" noProof="0" err="1">
                <a:ln>
                  <a:noFill/>
                </a:ln>
                <a:solidFill>
                  <a:prstClr val="black"/>
                </a:solidFill>
                <a:effectLst/>
                <a:uLnTx/>
                <a:uFillTx/>
                <a:latin typeface="Calibri" panose="020F0502020204030204"/>
                <a:ea typeface="Arial" panose="020B0604020202020204" pitchFamily="34" charset="0"/>
                <a:cs typeface="+mn-cs"/>
              </a:rPr>
              <a:t>i</a:t>
            </a:r>
            <a:r>
              <a:rPr kumimoji="0" lang="en-US" altLang="en-US" sz="2000" b="0" i="0" u="none" strike="noStrike" kern="1200" cap="none" spc="0" normalizeH="0" baseline="0" noProof="0">
                <a:ln>
                  <a:noFill/>
                </a:ln>
                <a:solidFill>
                  <a:prstClr val="black"/>
                </a:solidFill>
                <a:effectLst/>
                <a:uLnTx/>
                <a:uFillTx/>
                <a:latin typeface="Calibri" panose="020F0502020204030204"/>
                <a:ea typeface="Arial" panose="020B0604020202020204" pitchFamily="34" charset="0"/>
                <a:cs typeface="+mn-cs"/>
              </a:rPr>
              <a:t> will return packets to sender</a:t>
            </a:r>
          </a:p>
          <a:p>
            <a:pPr marL="1130300" lvl="2" indent="-225425">
              <a:buClr>
                <a:srgbClr val="0000A8"/>
              </a:buClr>
              <a:defRPr/>
            </a:pPr>
            <a:r>
              <a:rPr kumimoji="0" lang="en-US" altLang="en-US" sz="2000" b="0" i="0" u="none" strike="noStrike" kern="1200" cap="none" spc="0" normalizeH="0" baseline="0" noProof="0">
                <a:ln>
                  <a:noFill/>
                </a:ln>
                <a:solidFill>
                  <a:prstClr val="black"/>
                </a:solidFill>
                <a:effectLst/>
                <a:uLnTx/>
                <a:uFillTx/>
                <a:latin typeface="Calibri" panose="020F0502020204030204"/>
                <a:ea typeface="Arial" panose="020B0604020202020204" pitchFamily="34" charset="0"/>
                <a:cs typeface="+mn-cs"/>
              </a:rPr>
              <a:t>sender measures time interval between transmission and reply</a:t>
            </a:r>
          </a:p>
          <a:p>
            <a:pPr marL="630238" lvl="1" indent="-287338">
              <a:spcBef>
                <a:spcPts val="1000"/>
              </a:spcBef>
              <a:buClr>
                <a:srgbClr val="0000A3"/>
              </a:buClr>
              <a:buFont typeface="Wingdings" pitchFamily="2" charset="2"/>
              <a:buChar char="§"/>
              <a:defRPr/>
            </a:pPr>
            <a:endParaRPr kumimoji="0" lang="en-US" altLang="en-US" sz="2000" b="0" i="1"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23" name="Line 260">
            <a:extLst>
              <a:ext uri="{FF2B5EF4-FFF2-40B4-BE49-F238E27FC236}">
                <a16:creationId xmlns:a16="http://schemas.microsoft.com/office/drawing/2014/main" id="{146ED7EC-5957-5A4D-8C10-71CB9EFF9CF6}"/>
              </a:ext>
            </a:extLst>
          </p:cNvPr>
          <p:cNvSpPr>
            <a:spLocks noChangeShapeType="1"/>
          </p:cNvSpPr>
          <p:nvPr/>
        </p:nvSpPr>
        <p:spPr bwMode="auto">
          <a:xfrm>
            <a:off x="6721850" y="5476993"/>
            <a:ext cx="677550" cy="2079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Line 261">
            <a:extLst>
              <a:ext uri="{FF2B5EF4-FFF2-40B4-BE49-F238E27FC236}">
                <a16:creationId xmlns:a16="http://schemas.microsoft.com/office/drawing/2014/main" id="{7F082344-D846-A442-8098-3870FBC04E2E}"/>
              </a:ext>
            </a:extLst>
          </p:cNvPr>
          <p:cNvSpPr>
            <a:spLocks noChangeShapeType="1"/>
          </p:cNvSpPr>
          <p:nvPr/>
        </p:nvSpPr>
        <p:spPr bwMode="auto">
          <a:xfrm flipH="1">
            <a:off x="7660060" y="5423018"/>
            <a:ext cx="777191" cy="2778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Line 292">
            <a:extLst>
              <a:ext uri="{FF2B5EF4-FFF2-40B4-BE49-F238E27FC236}">
                <a16:creationId xmlns:a16="http://schemas.microsoft.com/office/drawing/2014/main" id="{F2A2632A-A659-1B45-9C0A-17E3A7312946}"/>
              </a:ext>
            </a:extLst>
          </p:cNvPr>
          <p:cNvSpPr>
            <a:spLocks noChangeShapeType="1"/>
          </p:cNvSpPr>
          <p:nvPr/>
        </p:nvSpPr>
        <p:spPr bwMode="auto">
          <a:xfrm>
            <a:off x="6280524" y="5170605"/>
            <a:ext cx="318847" cy="311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Line 295">
            <a:extLst>
              <a:ext uri="{FF2B5EF4-FFF2-40B4-BE49-F238E27FC236}">
                <a16:creationId xmlns:a16="http://schemas.microsoft.com/office/drawing/2014/main" id="{69CE8977-5EAF-2D48-AB87-ABB232029696}"/>
              </a:ext>
            </a:extLst>
          </p:cNvPr>
          <p:cNvSpPr>
            <a:spLocks noChangeShapeType="1"/>
          </p:cNvSpPr>
          <p:nvPr/>
        </p:nvSpPr>
        <p:spPr bwMode="auto">
          <a:xfrm>
            <a:off x="5394926" y="5277473"/>
            <a:ext cx="8857" cy="2603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Text Box 300">
            <a:extLst>
              <a:ext uri="{FF2B5EF4-FFF2-40B4-BE49-F238E27FC236}">
                <a16:creationId xmlns:a16="http://schemas.microsoft.com/office/drawing/2014/main" id="{A650D718-81E6-C34A-AA06-669C83840015}"/>
              </a:ext>
            </a:extLst>
          </p:cNvPr>
          <p:cNvSpPr txBox="1">
            <a:spLocks noChangeArrowheads="1"/>
          </p:cNvSpPr>
          <p:nvPr/>
        </p:nvSpPr>
        <p:spPr bwMode="auto">
          <a:xfrm>
            <a:off x="2999161" y="5135680"/>
            <a:ext cx="13971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srgbClr val="FF0000"/>
                </a:solidFill>
                <a:effectLst/>
                <a:uLnTx/>
                <a:uFillTx/>
                <a:latin typeface="Calibri" panose="020F0502020204030204"/>
                <a:ea typeface="ＭＳ Ｐゴシック" panose="020B0600070205080204" pitchFamily="34" charset="-128"/>
                <a:cs typeface="+mn-cs"/>
              </a:rPr>
              <a:t>3 probes</a:t>
            </a:r>
          </a:p>
        </p:txBody>
      </p:sp>
      <p:sp>
        <p:nvSpPr>
          <p:cNvPr id="30" name="Text Box 302">
            <a:extLst>
              <a:ext uri="{FF2B5EF4-FFF2-40B4-BE49-F238E27FC236}">
                <a16:creationId xmlns:a16="http://schemas.microsoft.com/office/drawing/2014/main" id="{8C2F6269-CD63-DC47-AA5A-D6F6AD85E9F6}"/>
              </a:ext>
            </a:extLst>
          </p:cNvPr>
          <p:cNvSpPr txBox="1">
            <a:spLocks noChangeArrowheads="1"/>
          </p:cNvSpPr>
          <p:nvPr/>
        </p:nvSpPr>
        <p:spPr bwMode="auto">
          <a:xfrm>
            <a:off x="3613524" y="5696068"/>
            <a:ext cx="13971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srgbClr val="FF0000"/>
                </a:solidFill>
                <a:effectLst/>
                <a:uLnTx/>
                <a:uFillTx/>
                <a:latin typeface="Calibri" panose="020F0502020204030204"/>
                <a:ea typeface="ＭＳ Ｐゴシック" panose="020B0600070205080204" pitchFamily="34" charset="-128"/>
                <a:cs typeface="+mn-cs"/>
              </a:rPr>
              <a:t>3 probes</a:t>
            </a:r>
          </a:p>
        </p:txBody>
      </p:sp>
      <p:sp>
        <p:nvSpPr>
          <p:cNvPr id="31" name="Text Box 304">
            <a:extLst>
              <a:ext uri="{FF2B5EF4-FFF2-40B4-BE49-F238E27FC236}">
                <a16:creationId xmlns:a16="http://schemas.microsoft.com/office/drawing/2014/main" id="{43A2AD3C-9D79-9140-BB67-1BE3BD4261D1}"/>
              </a:ext>
            </a:extLst>
          </p:cNvPr>
          <p:cNvSpPr txBox="1">
            <a:spLocks noChangeArrowheads="1"/>
          </p:cNvSpPr>
          <p:nvPr/>
        </p:nvSpPr>
        <p:spPr bwMode="auto">
          <a:xfrm>
            <a:off x="4842700" y="5044156"/>
            <a:ext cx="13971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srgbClr val="FF0000"/>
                </a:solidFill>
                <a:effectLst/>
                <a:uLnTx/>
                <a:uFillTx/>
                <a:latin typeface="Calibri" panose="020F0502020204030204"/>
                <a:ea typeface="ＭＳ Ｐゴシック" panose="020B0600070205080204" pitchFamily="34" charset="-128"/>
                <a:cs typeface="+mn-cs"/>
              </a:rPr>
              <a:t>3 probes</a:t>
            </a:r>
          </a:p>
        </p:txBody>
      </p:sp>
      <p:grpSp>
        <p:nvGrpSpPr>
          <p:cNvPr id="32" name="Group 100">
            <a:extLst>
              <a:ext uri="{FF2B5EF4-FFF2-40B4-BE49-F238E27FC236}">
                <a16:creationId xmlns:a16="http://schemas.microsoft.com/office/drawing/2014/main" id="{1BEC51D1-0886-F14D-B99F-4CA3879860C9}"/>
              </a:ext>
            </a:extLst>
          </p:cNvPr>
          <p:cNvGrpSpPr>
            <a:grpSpLocks/>
          </p:cNvGrpSpPr>
          <p:nvPr/>
        </p:nvGrpSpPr>
        <p:grpSpPr bwMode="auto">
          <a:xfrm>
            <a:off x="1934728" y="5072180"/>
            <a:ext cx="1027081" cy="688975"/>
            <a:chOff x="-44" y="1473"/>
            <a:chExt cx="981" cy="1105"/>
          </a:xfrm>
        </p:grpSpPr>
        <p:pic>
          <p:nvPicPr>
            <p:cNvPr id="33" name="Picture 101" descr="desktop_computer_stylized_medium">
              <a:extLst>
                <a:ext uri="{FF2B5EF4-FFF2-40B4-BE49-F238E27FC236}">
                  <a16:creationId xmlns:a16="http://schemas.microsoft.com/office/drawing/2014/main" id="{C4436358-53EB-1341-B2F7-BBA9BFD86F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Freeform 102">
              <a:extLst>
                <a:ext uri="{FF2B5EF4-FFF2-40B4-BE49-F238E27FC236}">
                  <a16:creationId xmlns:a16="http://schemas.microsoft.com/office/drawing/2014/main" id="{4813CA23-213B-0C4B-B526-D05F84EB9650}"/>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37" name="Group 103">
            <a:extLst>
              <a:ext uri="{FF2B5EF4-FFF2-40B4-BE49-F238E27FC236}">
                <a16:creationId xmlns:a16="http://schemas.microsoft.com/office/drawing/2014/main" id="{838A2555-9382-2A43-A8D2-3F77BF649C4C}"/>
              </a:ext>
            </a:extLst>
          </p:cNvPr>
          <p:cNvGrpSpPr>
            <a:grpSpLocks/>
          </p:cNvGrpSpPr>
          <p:nvPr/>
        </p:nvGrpSpPr>
        <p:grpSpPr bwMode="auto">
          <a:xfrm flipH="1">
            <a:off x="8177586" y="5110280"/>
            <a:ext cx="1051754" cy="669925"/>
            <a:chOff x="-44" y="1473"/>
            <a:chExt cx="981" cy="1105"/>
          </a:xfrm>
        </p:grpSpPr>
        <p:pic>
          <p:nvPicPr>
            <p:cNvPr id="42" name="Picture 104" descr="desktop_computer_stylized_medium">
              <a:extLst>
                <a:ext uri="{FF2B5EF4-FFF2-40B4-BE49-F238E27FC236}">
                  <a16:creationId xmlns:a16="http://schemas.microsoft.com/office/drawing/2014/main" id="{99E32CCD-2CED-C441-BCF6-83FBBB7A20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 name="Freeform 105">
              <a:extLst>
                <a:ext uri="{FF2B5EF4-FFF2-40B4-BE49-F238E27FC236}">
                  <a16:creationId xmlns:a16="http://schemas.microsoft.com/office/drawing/2014/main" id="{1DE64A0C-778E-0542-AF02-9D5203B331AF}"/>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44" name="Freeform 303">
            <a:extLst>
              <a:ext uri="{FF2B5EF4-FFF2-40B4-BE49-F238E27FC236}">
                <a16:creationId xmlns:a16="http://schemas.microsoft.com/office/drawing/2014/main" id="{D57CFF59-F6AE-0444-8D13-D8E49817EC92}"/>
              </a:ext>
            </a:extLst>
          </p:cNvPr>
          <p:cNvSpPr>
            <a:spLocks/>
          </p:cNvSpPr>
          <p:nvPr/>
        </p:nvSpPr>
        <p:spPr bwMode="auto">
          <a:xfrm>
            <a:off x="2868986" y="5356343"/>
            <a:ext cx="3135331" cy="403225"/>
          </a:xfrm>
          <a:custGeom>
            <a:avLst/>
            <a:gdLst>
              <a:gd name="T0" fmla="*/ 2147483647 w 1416"/>
              <a:gd name="T1" fmla="*/ 2147483647 h 254"/>
              <a:gd name="T2" fmla="*/ 2147483647 w 1416"/>
              <a:gd name="T3" fmla="*/ 2147483647 h 254"/>
              <a:gd name="T4" fmla="*/ 2147483647 w 1416"/>
              <a:gd name="T5" fmla="*/ 2147483647 h 254"/>
              <a:gd name="T6" fmla="*/ 2147483647 w 1416"/>
              <a:gd name="T7" fmla="*/ 2147483647 h 254"/>
              <a:gd name="T8" fmla="*/ 2147483647 w 1416"/>
              <a:gd name="T9" fmla="*/ 2147483647 h 254"/>
              <a:gd name="T10" fmla="*/ 2147483647 w 1416"/>
              <a:gd name="T11" fmla="*/ 2147483647 h 254"/>
              <a:gd name="T12" fmla="*/ 0 w 1416"/>
              <a:gd name="T13" fmla="*/ 2147483647 h 254"/>
              <a:gd name="T14" fmla="*/ 0 60000 65536"/>
              <a:gd name="T15" fmla="*/ 0 60000 65536"/>
              <a:gd name="T16" fmla="*/ 0 60000 65536"/>
              <a:gd name="T17" fmla="*/ 0 60000 65536"/>
              <a:gd name="T18" fmla="*/ 0 60000 65536"/>
              <a:gd name="T19" fmla="*/ 0 60000 65536"/>
              <a:gd name="T20" fmla="*/ 0 60000 65536"/>
              <a:gd name="T21" fmla="*/ 0 w 1416"/>
              <a:gd name="T22" fmla="*/ 0 h 254"/>
              <a:gd name="T23" fmla="*/ 1416 w 1416"/>
              <a:gd name="T24" fmla="*/ 254 h 25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16" h="254">
                <a:moveTo>
                  <a:pt x="76" y="30"/>
                </a:moveTo>
                <a:cubicBezTo>
                  <a:pt x="137" y="11"/>
                  <a:pt x="200" y="170"/>
                  <a:pt x="324" y="170"/>
                </a:cubicBezTo>
                <a:cubicBezTo>
                  <a:pt x="461" y="165"/>
                  <a:pt x="717" y="0"/>
                  <a:pt x="896" y="2"/>
                </a:cubicBezTo>
                <a:cubicBezTo>
                  <a:pt x="1075" y="4"/>
                  <a:pt x="1416" y="122"/>
                  <a:pt x="1400" y="182"/>
                </a:cubicBezTo>
                <a:cubicBezTo>
                  <a:pt x="1384" y="242"/>
                  <a:pt x="1073" y="63"/>
                  <a:pt x="896" y="74"/>
                </a:cubicBezTo>
                <a:cubicBezTo>
                  <a:pt x="719" y="85"/>
                  <a:pt x="489" y="254"/>
                  <a:pt x="340" y="250"/>
                </a:cubicBezTo>
                <a:cubicBezTo>
                  <a:pt x="191" y="246"/>
                  <a:pt x="62" y="32"/>
                  <a:pt x="0" y="50"/>
                </a:cubicBezTo>
              </a:path>
            </a:pathLst>
          </a:custGeom>
          <a:noFill/>
          <a:ln w="2857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5" name="Freeform 299">
            <a:extLst>
              <a:ext uri="{FF2B5EF4-FFF2-40B4-BE49-F238E27FC236}">
                <a16:creationId xmlns:a16="http://schemas.microsoft.com/office/drawing/2014/main" id="{106F45C5-44D3-EB44-A1DD-18F6304B9226}"/>
              </a:ext>
            </a:extLst>
          </p:cNvPr>
          <p:cNvSpPr>
            <a:spLocks/>
          </p:cNvSpPr>
          <p:nvPr/>
        </p:nvSpPr>
        <p:spPr bwMode="auto">
          <a:xfrm>
            <a:off x="2900736" y="5392855"/>
            <a:ext cx="584553" cy="419100"/>
          </a:xfrm>
          <a:custGeom>
            <a:avLst/>
            <a:gdLst>
              <a:gd name="T0" fmla="*/ 2147483647 w 264"/>
              <a:gd name="T1" fmla="*/ 0 h 264"/>
              <a:gd name="T2" fmla="*/ 2147483647 w 264"/>
              <a:gd name="T3" fmla="*/ 2147483647 h 264"/>
              <a:gd name="T4" fmla="*/ 0 w 264"/>
              <a:gd name="T5" fmla="*/ 2147483647 h 264"/>
              <a:gd name="T6" fmla="*/ 0 60000 65536"/>
              <a:gd name="T7" fmla="*/ 0 60000 65536"/>
              <a:gd name="T8" fmla="*/ 0 60000 65536"/>
              <a:gd name="T9" fmla="*/ 0 w 264"/>
              <a:gd name="T10" fmla="*/ 0 h 264"/>
              <a:gd name="T11" fmla="*/ 264 w 264"/>
              <a:gd name="T12" fmla="*/ 264 h 264"/>
            </a:gdLst>
            <a:ahLst/>
            <a:cxnLst>
              <a:cxn ang="T6">
                <a:pos x="T0" y="T1"/>
              </a:cxn>
              <a:cxn ang="T7">
                <a:pos x="T2" y="T3"/>
              </a:cxn>
              <a:cxn ang="T8">
                <a:pos x="T4" y="T5"/>
              </a:cxn>
            </a:cxnLst>
            <a:rect l="T9" t="T10" r="T11" b="T12"/>
            <a:pathLst>
              <a:path w="264" h="264">
                <a:moveTo>
                  <a:pt x="60" y="0"/>
                </a:moveTo>
                <a:cubicBezTo>
                  <a:pt x="86" y="31"/>
                  <a:pt x="264" y="176"/>
                  <a:pt x="228" y="220"/>
                </a:cubicBezTo>
                <a:cubicBezTo>
                  <a:pt x="192" y="264"/>
                  <a:pt x="60" y="109"/>
                  <a:pt x="0" y="88"/>
                </a:cubicBezTo>
              </a:path>
            </a:pathLst>
          </a:custGeom>
          <a:noFill/>
          <a:ln w="2857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6" name="Freeform 301">
            <a:extLst>
              <a:ext uri="{FF2B5EF4-FFF2-40B4-BE49-F238E27FC236}">
                <a16:creationId xmlns:a16="http://schemas.microsoft.com/office/drawing/2014/main" id="{B0DADD8E-881D-B14F-BA59-384DC3B918B6}"/>
              </a:ext>
            </a:extLst>
          </p:cNvPr>
          <p:cNvSpPr>
            <a:spLocks/>
          </p:cNvSpPr>
          <p:nvPr/>
        </p:nvSpPr>
        <p:spPr bwMode="auto">
          <a:xfrm>
            <a:off x="2894387" y="5307130"/>
            <a:ext cx="1877656" cy="474663"/>
          </a:xfrm>
          <a:custGeom>
            <a:avLst/>
            <a:gdLst>
              <a:gd name="T0" fmla="*/ 2147483647 w 848"/>
              <a:gd name="T1" fmla="*/ 2147483647 h 299"/>
              <a:gd name="T2" fmla="*/ 2147483647 w 848"/>
              <a:gd name="T3" fmla="*/ 2147483647 h 299"/>
              <a:gd name="T4" fmla="*/ 2147483647 w 848"/>
              <a:gd name="T5" fmla="*/ 2147483647 h 299"/>
              <a:gd name="T6" fmla="*/ 2147483647 w 848"/>
              <a:gd name="T7" fmla="*/ 2147483647 h 299"/>
              <a:gd name="T8" fmla="*/ 0 w 848"/>
              <a:gd name="T9" fmla="*/ 2147483647 h 299"/>
              <a:gd name="T10" fmla="*/ 0 60000 65536"/>
              <a:gd name="T11" fmla="*/ 0 60000 65536"/>
              <a:gd name="T12" fmla="*/ 0 60000 65536"/>
              <a:gd name="T13" fmla="*/ 0 60000 65536"/>
              <a:gd name="T14" fmla="*/ 0 60000 65536"/>
              <a:gd name="T15" fmla="*/ 0 w 848"/>
              <a:gd name="T16" fmla="*/ 0 h 299"/>
              <a:gd name="T17" fmla="*/ 848 w 848"/>
              <a:gd name="T18" fmla="*/ 299 h 299"/>
            </a:gdLst>
            <a:ahLst/>
            <a:cxnLst>
              <a:cxn ang="T10">
                <a:pos x="T0" y="T1"/>
              </a:cxn>
              <a:cxn ang="T11">
                <a:pos x="T2" y="T3"/>
              </a:cxn>
              <a:cxn ang="T12">
                <a:pos x="T4" y="T5"/>
              </a:cxn>
              <a:cxn ang="T13">
                <a:pos x="T6" y="T7"/>
              </a:cxn>
              <a:cxn ang="T14">
                <a:pos x="T8" y="T9"/>
              </a:cxn>
            </a:cxnLst>
            <a:rect l="T15" t="T16" r="T17" b="T18"/>
            <a:pathLst>
              <a:path w="848" h="299">
                <a:moveTo>
                  <a:pt x="76" y="76"/>
                </a:moveTo>
                <a:cubicBezTo>
                  <a:pt x="137" y="57"/>
                  <a:pt x="200" y="216"/>
                  <a:pt x="324" y="216"/>
                </a:cubicBezTo>
                <a:cubicBezTo>
                  <a:pt x="448" y="216"/>
                  <a:pt x="792" y="0"/>
                  <a:pt x="820" y="76"/>
                </a:cubicBezTo>
                <a:cubicBezTo>
                  <a:pt x="848" y="152"/>
                  <a:pt x="469" y="245"/>
                  <a:pt x="340" y="296"/>
                </a:cubicBezTo>
                <a:cubicBezTo>
                  <a:pt x="203" y="299"/>
                  <a:pt x="62" y="78"/>
                  <a:pt x="0" y="96"/>
                </a:cubicBezTo>
              </a:path>
            </a:pathLst>
          </a:custGeom>
          <a:noFill/>
          <a:ln w="2857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56" name="Group 155">
            <a:extLst>
              <a:ext uri="{FF2B5EF4-FFF2-40B4-BE49-F238E27FC236}">
                <a16:creationId xmlns:a16="http://schemas.microsoft.com/office/drawing/2014/main" id="{91E1CD52-668E-2940-80F2-B10C4C902272}"/>
              </a:ext>
            </a:extLst>
          </p:cNvPr>
          <p:cNvGrpSpPr/>
          <p:nvPr/>
        </p:nvGrpSpPr>
        <p:grpSpPr>
          <a:xfrm>
            <a:off x="6096000" y="5229664"/>
            <a:ext cx="860625" cy="398511"/>
            <a:chOff x="7493876" y="2774731"/>
            <a:chExt cx="1481958" cy="894622"/>
          </a:xfrm>
        </p:grpSpPr>
        <p:sp>
          <p:nvSpPr>
            <p:cNvPr id="157" name="Freeform 156">
              <a:extLst>
                <a:ext uri="{FF2B5EF4-FFF2-40B4-BE49-F238E27FC236}">
                  <a16:creationId xmlns:a16="http://schemas.microsoft.com/office/drawing/2014/main" id="{524447EB-AF2A-A041-9AAF-22AE80BEBBCF}"/>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158" name="Oval 157">
              <a:extLst>
                <a:ext uri="{FF2B5EF4-FFF2-40B4-BE49-F238E27FC236}">
                  <a16:creationId xmlns:a16="http://schemas.microsoft.com/office/drawing/2014/main" id="{02DFC5C8-0F07-0646-B191-3F36D49C2341}"/>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159" name="Group 158">
              <a:extLst>
                <a:ext uri="{FF2B5EF4-FFF2-40B4-BE49-F238E27FC236}">
                  <a16:creationId xmlns:a16="http://schemas.microsoft.com/office/drawing/2014/main" id="{39560971-B62C-2E4C-935A-836B55269213}"/>
                </a:ext>
              </a:extLst>
            </p:cNvPr>
            <p:cNvGrpSpPr/>
            <p:nvPr/>
          </p:nvGrpSpPr>
          <p:grpSpPr>
            <a:xfrm>
              <a:off x="7713663" y="2848339"/>
              <a:ext cx="1042107" cy="425543"/>
              <a:chOff x="7786941" y="2884917"/>
              <a:chExt cx="897649" cy="353919"/>
            </a:xfrm>
          </p:grpSpPr>
          <p:sp>
            <p:nvSpPr>
              <p:cNvPr id="160" name="Freeform 159">
                <a:extLst>
                  <a:ext uri="{FF2B5EF4-FFF2-40B4-BE49-F238E27FC236}">
                    <a16:creationId xmlns:a16="http://schemas.microsoft.com/office/drawing/2014/main" id="{E2E046A7-F455-5A48-9F2B-58FE95A5E2B2}"/>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1" name="Freeform 160">
                <a:extLst>
                  <a:ext uri="{FF2B5EF4-FFF2-40B4-BE49-F238E27FC236}">
                    <a16:creationId xmlns:a16="http://schemas.microsoft.com/office/drawing/2014/main" id="{B411AFE3-7C43-B447-9404-B41B6AD175D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2" name="Freeform 161">
                <a:extLst>
                  <a:ext uri="{FF2B5EF4-FFF2-40B4-BE49-F238E27FC236}">
                    <a16:creationId xmlns:a16="http://schemas.microsoft.com/office/drawing/2014/main" id="{149A557C-1B39-D44A-ABCE-44F29E0A3D12}"/>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3" name="Freeform 162">
                <a:extLst>
                  <a:ext uri="{FF2B5EF4-FFF2-40B4-BE49-F238E27FC236}">
                    <a16:creationId xmlns:a16="http://schemas.microsoft.com/office/drawing/2014/main" id="{C47C4949-2773-9643-AB8D-C5F0FC9CD57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60" name="Rectangle 5">
            <a:extLst>
              <a:ext uri="{FF2B5EF4-FFF2-40B4-BE49-F238E27FC236}">
                <a16:creationId xmlns:a16="http://schemas.microsoft.com/office/drawing/2014/main" id="{C45704CB-2C2D-E04A-BF4B-17BB274AE2EB}"/>
              </a:ext>
            </a:extLst>
          </p:cNvPr>
          <p:cNvSpPr txBox="1">
            <a:spLocks noChangeArrowheads="1"/>
          </p:cNvSpPr>
          <p:nvPr/>
        </p:nvSpPr>
        <p:spPr>
          <a:xfrm>
            <a:off x="911652" y="3340485"/>
            <a:ext cx="10342830" cy="1723652"/>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2625" marR="0" lvl="1" indent="-22542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endParaRPr kumimoji="0" lang="en-US" altLang="en-US" sz="3200" b="0" i="0" u="none" strike="noStrike" kern="1200" cap="none" spc="0" normalizeH="0" baseline="0" noProof="0">
              <a:ln>
                <a:noFill/>
              </a:ln>
              <a:solidFill>
                <a:prstClr val="black"/>
              </a:solidFill>
              <a:effectLst/>
              <a:uLnTx/>
              <a:uFillTx/>
              <a:latin typeface="Calibri" panose="020F0502020204030204"/>
              <a:ea typeface="Arial" panose="020B0604020202020204" pitchFamily="34" charset="0"/>
              <a:cs typeface="+mn-cs"/>
            </a:endParaRPr>
          </a:p>
        </p:txBody>
      </p:sp>
      <p:sp>
        <p:nvSpPr>
          <p:cNvPr id="61" name="Slide Number Placeholder 5">
            <a:extLst>
              <a:ext uri="{FF2B5EF4-FFF2-40B4-BE49-F238E27FC236}">
                <a16:creationId xmlns:a16="http://schemas.microsoft.com/office/drawing/2014/main" id="{B25BBF9C-F6B7-D74C-8D2F-80041D2036F7}"/>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Introduction: 1-</a:t>
            </a:r>
            <a:fld id="{C4204591-24BD-A542-B9D5-F8D8A88D2FEE}" type="slidenum">
              <a:rPr lang="en-US" smtClean="0"/>
              <a:pPr/>
              <a:t>27</a:t>
            </a:fld>
            <a:endParaRPr lang="en-US"/>
          </a:p>
        </p:txBody>
      </p:sp>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D81BADEA-A47A-621C-6220-A09B08D6D7D0}"/>
                  </a:ext>
                </a:extLst>
              </p14:cNvPr>
              <p14:cNvContentPartPr/>
              <p14:nvPr/>
            </p14:nvContentPartPr>
            <p14:xfrm>
              <a:off x="20160" y="3403440"/>
              <a:ext cx="8424000" cy="3037680"/>
            </p14:xfrm>
          </p:contentPart>
        </mc:Choice>
        <mc:Fallback>
          <p:pic>
            <p:nvPicPr>
              <p:cNvPr id="3" name="Ink 2">
                <a:extLst>
                  <a:ext uri="{FF2B5EF4-FFF2-40B4-BE49-F238E27FC236}">
                    <a16:creationId xmlns:a16="http://schemas.microsoft.com/office/drawing/2014/main" id="{D81BADEA-A47A-621C-6220-A09B08D6D7D0}"/>
                  </a:ext>
                </a:extLst>
              </p:cNvPr>
              <p:cNvPicPr/>
              <p:nvPr/>
            </p:nvPicPr>
            <p:blipFill>
              <a:blip r:embed="rId5"/>
              <a:stretch>
                <a:fillRect/>
              </a:stretch>
            </p:blipFill>
            <p:spPr>
              <a:xfrm>
                <a:off x="10800" y="3394080"/>
                <a:ext cx="8442720" cy="3056400"/>
              </a:xfrm>
              <a:prstGeom prst="rect">
                <a:avLst/>
              </a:prstGeom>
            </p:spPr>
          </p:pic>
        </mc:Fallback>
      </mc:AlternateContent>
    </p:spTree>
    <p:extLst>
      <p:ext uri="{BB962C8B-B14F-4D97-AF65-F5344CB8AC3E}">
        <p14:creationId xmlns:p14="http://schemas.microsoft.com/office/powerpoint/2010/main" val="1964799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nodePh="1">
                                  <p:stCondLst>
                                    <p:cond delay="0"/>
                                  </p:stCondLst>
                                  <p:endCondLst>
                                    <p:cond evt="begin" delay="0">
                                      <p:tn val="21"/>
                                    </p:cond>
                                  </p:endCondLst>
                                  <p:childTnLst>
                                    <p:set>
                                      <p:cBhvr>
                                        <p:cTn id="22" dur="1" fill="hold">
                                          <p:stCondLst>
                                            <p:cond delay="0"/>
                                          </p:stCondLst>
                                        </p:cTn>
                                        <p:tgtEl>
                                          <p:spTgt spid="60"/>
                                        </p:tgtEl>
                                        <p:attrNameLst>
                                          <p:attrName>style.visibility</p:attrName>
                                        </p:attrNameLst>
                                      </p:cBhvr>
                                      <p:to>
                                        <p:strVal val="visible"/>
                                      </p:to>
                                    </p:set>
                                    <p:animEffect transition="in" filter="dissolve">
                                      <p:cBhvr>
                                        <p:cTn id="23" dur="500"/>
                                        <p:tgtEl>
                                          <p:spTgt spid="60"/>
                                        </p:tgtEl>
                                      </p:cBhvr>
                                    </p:animEffect>
                                  </p:childTnLst>
                                </p:cTn>
                              </p:par>
                            </p:childTnLst>
                          </p:cTn>
                        </p:par>
                        <p:par>
                          <p:cTn id="24" fill="hold">
                            <p:stCondLst>
                              <p:cond delay="500"/>
                            </p:stCondLst>
                            <p:childTnLst>
                              <p:par>
                                <p:cTn id="25" presetID="1" presetClass="entr" presetSubtype="0" fill="hold" nodeType="afterEffect">
                                  <p:stCondLst>
                                    <p:cond delay="0"/>
                                  </p:stCondLst>
                                  <p:childTnLst>
                                    <p:set>
                                      <p:cBhvr>
                                        <p:cTn id="26" dur="1" fill="hold">
                                          <p:stCondLst>
                                            <p:cond delay="0"/>
                                          </p:stCondLst>
                                        </p:cTn>
                                        <p:tgtEl>
                                          <p:spTgt spid="145"/>
                                        </p:tgtEl>
                                        <p:attrNameLst>
                                          <p:attrName>style.visibility</p:attrName>
                                        </p:attrNameLst>
                                      </p:cBhvr>
                                      <p:to>
                                        <p:strVal val="visible"/>
                                      </p:to>
                                    </p:set>
                                  </p:childTnLst>
                                  <p:subTnLst>
                                    <p:set>
                                      <p:cBhvr override="childStyle">
                                        <p:cTn dur="1" fill="hold" display="0" masterRel="nextClick" afterEffect="1"/>
                                        <p:tgtEl>
                                          <p:spTgt spid="145"/>
                                        </p:tgtEl>
                                        <p:attrNameLst>
                                          <p:attrName>style.visibility</p:attrName>
                                        </p:attrNameLst>
                                      </p:cBhvr>
                                      <p:to>
                                        <p:strVal val="hidden"/>
                                      </p:to>
                                    </p:set>
                                  </p:subTnLst>
                                </p:cTn>
                              </p:par>
                              <p:par>
                                <p:cTn id="27" presetID="1" presetClass="entr" presetSubtype="0" fill="hold" grpId="0" nodeType="withEffect">
                                  <p:stCondLst>
                                    <p:cond delay="0"/>
                                  </p:stCondLst>
                                  <p:childTnLst>
                                    <p:set>
                                      <p:cBhvr>
                                        <p:cTn id="28" dur="1" fill="hold">
                                          <p:stCondLst>
                                            <p:cond delay="0"/>
                                          </p:stCondLst>
                                        </p:cTn>
                                        <p:tgtEl>
                                          <p:spTgt spid="29"/>
                                        </p:tgtEl>
                                        <p:attrNameLst>
                                          <p:attrName>style.visibility</p:attrName>
                                        </p:attrNameLst>
                                      </p:cBhvr>
                                      <p:to>
                                        <p:strVal val="visible"/>
                                      </p:to>
                                    </p:set>
                                  </p:childTnLst>
                                  <p:subTnLst>
                                    <p:set>
                                      <p:cBhvr override="childStyle">
                                        <p:cTn dur="1" fill="hold" display="0" masterRel="nextClick" afterEffect="1"/>
                                        <p:tgtEl>
                                          <p:spTgt spid="29"/>
                                        </p:tgtEl>
                                        <p:attrNameLst>
                                          <p:attrName>style.visibility</p:attrName>
                                        </p:attrNameLst>
                                      </p:cBhvr>
                                      <p:to>
                                        <p:strVal val="hidden"/>
                                      </p:to>
                                    </p:set>
                                  </p:sub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46"/>
                                        </p:tgtEl>
                                        <p:attrNameLst>
                                          <p:attrName>style.visibility</p:attrName>
                                        </p:attrNameLst>
                                      </p:cBhvr>
                                      <p:to>
                                        <p:strVal val="visible"/>
                                      </p:to>
                                    </p:set>
                                  </p:childTnLst>
                                  <p:subTnLst>
                                    <p:set>
                                      <p:cBhvr override="childStyle">
                                        <p:cTn dur="1" fill="hold" display="0" masterRel="nextClick" afterEffect="1"/>
                                        <p:tgtEl>
                                          <p:spTgt spid="146"/>
                                        </p:tgtEl>
                                        <p:attrNameLst>
                                          <p:attrName>style.visibility</p:attrName>
                                        </p:attrNameLst>
                                      </p:cBhvr>
                                      <p:to>
                                        <p:strVal val="hidden"/>
                                      </p:to>
                                    </p:set>
                                  </p:subTnLst>
                                </p:cTn>
                              </p:par>
                              <p:par>
                                <p:cTn id="33" presetID="1" presetClass="entr" presetSubtype="0" fill="hold" grpId="0" nodeType="withEffect">
                                  <p:stCondLst>
                                    <p:cond delay="0"/>
                                  </p:stCondLst>
                                  <p:childTnLst>
                                    <p:set>
                                      <p:cBhvr>
                                        <p:cTn id="34" dur="1" fill="hold">
                                          <p:stCondLst>
                                            <p:cond delay="0"/>
                                          </p:stCondLst>
                                        </p:cTn>
                                        <p:tgtEl>
                                          <p:spTgt spid="30"/>
                                        </p:tgtEl>
                                        <p:attrNameLst>
                                          <p:attrName>style.visibility</p:attrName>
                                        </p:attrNameLst>
                                      </p:cBhvr>
                                      <p:to>
                                        <p:strVal val="visible"/>
                                      </p:to>
                                    </p:set>
                                  </p:childTnLst>
                                  <p:subTnLst>
                                    <p:set>
                                      <p:cBhvr override="childStyle">
                                        <p:cTn dur="1" fill="hold" display="0" masterRel="nextClick" afterEffect="1"/>
                                        <p:tgtEl>
                                          <p:spTgt spid="30"/>
                                        </p:tgtEl>
                                        <p:attrNameLst>
                                          <p:attrName>style.visibility</p:attrName>
                                        </p:attrNameLst>
                                      </p:cBhvr>
                                      <p:to>
                                        <p:strVal val="hidden"/>
                                      </p:to>
                                    </p:set>
                                  </p:sub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4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p:bldP spid="31" grpId="0"/>
      <p:bldP spid="6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 name="Line 321">
            <a:extLst>
              <a:ext uri="{FF2B5EF4-FFF2-40B4-BE49-F238E27FC236}">
                <a16:creationId xmlns:a16="http://schemas.microsoft.com/office/drawing/2014/main" id="{3126CBA0-B637-EA43-AF7F-E011318DF501}"/>
              </a:ext>
            </a:extLst>
          </p:cNvPr>
          <p:cNvSpPr>
            <a:spLocks noChangeShapeType="1"/>
          </p:cNvSpPr>
          <p:nvPr/>
        </p:nvSpPr>
        <p:spPr bwMode="auto">
          <a:xfrm>
            <a:off x="3004779" y="4480629"/>
            <a:ext cx="631666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grpSp>
        <p:nvGrpSpPr>
          <p:cNvPr id="307" name="Group 306">
            <a:extLst>
              <a:ext uri="{FF2B5EF4-FFF2-40B4-BE49-F238E27FC236}">
                <a16:creationId xmlns:a16="http://schemas.microsoft.com/office/drawing/2014/main" id="{9E117FAC-DD71-2841-B7A4-CC7377DD9672}"/>
              </a:ext>
            </a:extLst>
          </p:cNvPr>
          <p:cNvGrpSpPr/>
          <p:nvPr/>
        </p:nvGrpSpPr>
        <p:grpSpPr>
          <a:xfrm>
            <a:off x="4551470" y="4103771"/>
            <a:ext cx="1463604" cy="737240"/>
            <a:chOff x="7493876" y="2774731"/>
            <a:chExt cx="1481958" cy="894622"/>
          </a:xfrm>
        </p:grpSpPr>
        <p:sp>
          <p:nvSpPr>
            <p:cNvPr id="308" name="Freeform 307">
              <a:extLst>
                <a:ext uri="{FF2B5EF4-FFF2-40B4-BE49-F238E27FC236}">
                  <a16:creationId xmlns:a16="http://schemas.microsoft.com/office/drawing/2014/main" id="{8BB48DB0-8C5D-004F-B9CE-3206F91F8A28}"/>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309" name="Oval 308">
              <a:extLst>
                <a:ext uri="{FF2B5EF4-FFF2-40B4-BE49-F238E27FC236}">
                  <a16:creationId xmlns:a16="http://schemas.microsoft.com/office/drawing/2014/main" id="{ED05AE36-8F36-F942-94A6-2BA819CD30A2}"/>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310" name="Group 309">
              <a:extLst>
                <a:ext uri="{FF2B5EF4-FFF2-40B4-BE49-F238E27FC236}">
                  <a16:creationId xmlns:a16="http://schemas.microsoft.com/office/drawing/2014/main" id="{7A4729A4-A1F6-DF49-A60A-44BF1ECD7351}"/>
                </a:ext>
              </a:extLst>
            </p:cNvPr>
            <p:cNvGrpSpPr/>
            <p:nvPr/>
          </p:nvGrpSpPr>
          <p:grpSpPr>
            <a:xfrm>
              <a:off x="7713663" y="2848339"/>
              <a:ext cx="1042107" cy="425543"/>
              <a:chOff x="7786941" y="2884917"/>
              <a:chExt cx="897649" cy="353919"/>
            </a:xfrm>
          </p:grpSpPr>
          <p:sp>
            <p:nvSpPr>
              <p:cNvPr id="311" name="Freeform 310">
                <a:extLst>
                  <a:ext uri="{FF2B5EF4-FFF2-40B4-BE49-F238E27FC236}">
                    <a16:creationId xmlns:a16="http://schemas.microsoft.com/office/drawing/2014/main" id="{40897A26-02AE-B342-8B9D-CC1606C29E35}"/>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2" name="Freeform 311">
                <a:extLst>
                  <a:ext uri="{FF2B5EF4-FFF2-40B4-BE49-F238E27FC236}">
                    <a16:creationId xmlns:a16="http://schemas.microsoft.com/office/drawing/2014/main" id="{5AD51D90-0DBF-5941-A195-23707A53FCED}"/>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3" name="Freeform 312">
                <a:extLst>
                  <a:ext uri="{FF2B5EF4-FFF2-40B4-BE49-F238E27FC236}">
                    <a16:creationId xmlns:a16="http://schemas.microsoft.com/office/drawing/2014/main" id="{C2FFDCAB-1FB6-B14D-887A-093D9A7A5E72}"/>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4" name="Freeform 313">
                <a:extLst>
                  <a:ext uri="{FF2B5EF4-FFF2-40B4-BE49-F238E27FC236}">
                    <a16:creationId xmlns:a16="http://schemas.microsoft.com/office/drawing/2014/main" id="{7D1F7198-65E3-1B44-8C17-E6AF9ECF42A8}"/>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677504" y="108792"/>
            <a:ext cx="10515600" cy="894622"/>
          </a:xfrm>
        </p:spPr>
        <p:txBody>
          <a:bodyPr>
            <a:normAutofit/>
          </a:bodyPr>
          <a:lstStyle/>
          <a:p>
            <a:r>
              <a:rPr lang="en-US" altLang="en-US">
                <a:ea typeface="ＭＳ Ｐゴシック" panose="020B0600070205080204" pitchFamily="34" charset="-128"/>
              </a:rPr>
              <a:t>Throughput</a:t>
            </a:r>
            <a:endParaRPr lang="en-US"/>
          </a:p>
        </p:txBody>
      </p:sp>
      <p:sp>
        <p:nvSpPr>
          <p:cNvPr id="43" name="Rectangle 3">
            <a:extLst>
              <a:ext uri="{FF2B5EF4-FFF2-40B4-BE49-F238E27FC236}">
                <a16:creationId xmlns:a16="http://schemas.microsoft.com/office/drawing/2014/main" id="{494751C5-3228-E445-BD01-72428A7EAB59}"/>
              </a:ext>
            </a:extLst>
          </p:cNvPr>
          <p:cNvSpPr txBox="1">
            <a:spLocks noChangeArrowheads="1"/>
          </p:cNvSpPr>
          <p:nvPr/>
        </p:nvSpPr>
        <p:spPr>
          <a:xfrm>
            <a:off x="989013" y="1359295"/>
            <a:ext cx="10973804" cy="1779588"/>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marR="0" lvl="0" indent="-28733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1" u="none" strike="noStrike" kern="1200" cap="none" spc="0" normalizeH="0" baseline="0" noProof="0">
                <a:ln>
                  <a:noFill/>
                </a:ln>
                <a:solidFill>
                  <a:srgbClr val="CC0000"/>
                </a:solidFill>
                <a:effectLst/>
                <a:uLnTx/>
                <a:uFillTx/>
                <a:latin typeface="Calibri" panose="020F0502020204030204"/>
                <a:ea typeface="ＭＳ Ｐゴシック" panose="020B0600070205080204" pitchFamily="34" charset="-128"/>
                <a:cs typeface="+mn-cs"/>
              </a:rPr>
              <a:t>throughput:</a:t>
            </a:r>
            <a:r>
              <a:rPr kumimoji="0" lang="en-US" altLang="en-US" sz="28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 rate (bits/time unit) at which bits are being sent from sender to receiver</a:t>
            </a:r>
          </a:p>
          <a:p>
            <a:pPr marL="682625" marR="0" lvl="1" indent="-22542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800" b="0" i="1" u="none" strike="noStrike" kern="1200" cap="none" spc="0" normalizeH="0" baseline="0" noProof="0">
                <a:ln>
                  <a:noFill/>
                </a:ln>
                <a:solidFill>
                  <a:srgbClr val="CC0000"/>
                </a:solidFill>
                <a:effectLst/>
                <a:uLnTx/>
                <a:uFillTx/>
                <a:latin typeface="Calibri" panose="020F0502020204030204"/>
                <a:ea typeface="Arial" panose="020B0604020202020204" pitchFamily="34" charset="0"/>
                <a:cs typeface="+mn-cs"/>
              </a:rPr>
              <a:t>instantaneous:</a:t>
            </a:r>
            <a:r>
              <a:rPr kumimoji="0" lang="en-US" altLang="en-US" sz="2800" b="0" i="0" u="none" strike="noStrike" kern="1200" cap="none" spc="0" normalizeH="0" baseline="0" noProof="0">
                <a:ln>
                  <a:noFill/>
                </a:ln>
                <a:solidFill>
                  <a:prstClr val="black"/>
                </a:solidFill>
                <a:effectLst/>
                <a:uLnTx/>
                <a:uFillTx/>
                <a:latin typeface="Calibri" panose="020F0502020204030204"/>
                <a:ea typeface="Arial" panose="020B0604020202020204" pitchFamily="34" charset="0"/>
                <a:cs typeface="+mn-cs"/>
              </a:rPr>
              <a:t> rate at given point in time</a:t>
            </a:r>
          </a:p>
          <a:p>
            <a:pPr marL="682625" marR="0" lvl="1" indent="-22542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800" b="0" i="1" u="none" strike="noStrike" kern="1200" cap="none" spc="0" normalizeH="0" baseline="0" noProof="0">
                <a:ln>
                  <a:noFill/>
                </a:ln>
                <a:solidFill>
                  <a:srgbClr val="CC0000"/>
                </a:solidFill>
                <a:effectLst/>
                <a:uLnTx/>
                <a:uFillTx/>
                <a:latin typeface="Calibri" panose="020F0502020204030204"/>
                <a:ea typeface="Arial" panose="020B0604020202020204" pitchFamily="34" charset="0"/>
                <a:cs typeface="+mn-cs"/>
              </a:rPr>
              <a:t>average:</a:t>
            </a:r>
            <a:r>
              <a:rPr kumimoji="0" lang="en-US" altLang="en-US" sz="2800" b="0" i="0" u="none" strike="noStrike" kern="1200" cap="none" spc="0" normalizeH="0" baseline="0" noProof="0">
                <a:ln>
                  <a:noFill/>
                </a:ln>
                <a:solidFill>
                  <a:prstClr val="black"/>
                </a:solidFill>
                <a:effectLst/>
                <a:uLnTx/>
                <a:uFillTx/>
                <a:latin typeface="Calibri" panose="020F0502020204030204"/>
                <a:ea typeface="Arial" panose="020B0604020202020204" pitchFamily="34" charset="0"/>
                <a:cs typeface="+mn-cs"/>
              </a:rPr>
              <a:t> rate over longer period of time</a:t>
            </a:r>
          </a:p>
        </p:txBody>
      </p:sp>
      <p:sp>
        <p:nvSpPr>
          <p:cNvPr id="232" name="AutoShape 327">
            <a:extLst>
              <a:ext uri="{FF2B5EF4-FFF2-40B4-BE49-F238E27FC236}">
                <a16:creationId xmlns:a16="http://schemas.microsoft.com/office/drawing/2014/main" id="{5F173245-5658-9842-84FB-CB60E39B479B}"/>
              </a:ext>
            </a:extLst>
          </p:cNvPr>
          <p:cNvSpPr>
            <a:spLocks noChangeArrowheads="1"/>
          </p:cNvSpPr>
          <p:nvPr/>
        </p:nvSpPr>
        <p:spPr bwMode="auto">
          <a:xfrm>
            <a:off x="1980004" y="3615115"/>
            <a:ext cx="500062" cy="581025"/>
          </a:xfrm>
          <a:prstGeom prst="can">
            <a:avLst>
              <a:gd name="adj" fmla="val 23491"/>
            </a:avLst>
          </a:prstGeom>
          <a:gradFill rotWithShape="1">
            <a:gsLst>
              <a:gs pos="0">
                <a:srgbClr val="000099"/>
              </a:gs>
              <a:gs pos="100000">
                <a:srgbClr val="FFFFFF"/>
              </a:gs>
            </a:gsLst>
            <a:lin ang="0" scaled="1"/>
          </a:gra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a:endParaRPr>
          </a:p>
        </p:txBody>
      </p:sp>
      <p:grpSp>
        <p:nvGrpSpPr>
          <p:cNvPr id="233" name="Group 64">
            <a:extLst>
              <a:ext uri="{FF2B5EF4-FFF2-40B4-BE49-F238E27FC236}">
                <a16:creationId xmlns:a16="http://schemas.microsoft.com/office/drawing/2014/main" id="{67159F46-3967-E744-8DC9-4BF77234442F}"/>
              </a:ext>
            </a:extLst>
          </p:cNvPr>
          <p:cNvGrpSpPr>
            <a:grpSpLocks/>
          </p:cNvGrpSpPr>
          <p:nvPr/>
        </p:nvGrpSpPr>
        <p:grpSpPr bwMode="auto">
          <a:xfrm>
            <a:off x="2538054" y="4021842"/>
            <a:ext cx="352425" cy="876300"/>
            <a:chOff x="4140" y="429"/>
            <a:chExt cx="1425" cy="2396"/>
          </a:xfrm>
        </p:grpSpPr>
        <p:sp>
          <p:nvSpPr>
            <p:cNvPr id="234" name="Freeform 65">
              <a:extLst>
                <a:ext uri="{FF2B5EF4-FFF2-40B4-BE49-F238E27FC236}">
                  <a16:creationId xmlns:a16="http://schemas.microsoft.com/office/drawing/2014/main" id="{18E23374-8E41-5441-B267-3B9BBC53C6B1}"/>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sp>
          <p:nvSpPr>
            <p:cNvPr id="235" name="Rectangle 66">
              <a:extLst>
                <a:ext uri="{FF2B5EF4-FFF2-40B4-BE49-F238E27FC236}">
                  <a16:creationId xmlns:a16="http://schemas.microsoft.com/office/drawing/2014/main" id="{27E4969F-608F-ED4F-8638-18FB214A40AD}"/>
                </a:ext>
              </a:extLst>
            </p:cNvPr>
            <p:cNvSpPr>
              <a:spLocks noChangeArrowheads="1"/>
            </p:cNvSpPr>
            <p:nvPr/>
          </p:nvSpPr>
          <p:spPr bwMode="auto">
            <a:xfrm>
              <a:off x="4204" y="429"/>
              <a:ext cx="1046" cy="2283"/>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sp>
          <p:nvSpPr>
            <p:cNvPr id="236" name="Freeform 67">
              <a:extLst>
                <a:ext uri="{FF2B5EF4-FFF2-40B4-BE49-F238E27FC236}">
                  <a16:creationId xmlns:a16="http://schemas.microsoft.com/office/drawing/2014/main" id="{846F4A49-2AF9-7341-80F3-DC7E3F14171A}"/>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sp>
          <p:nvSpPr>
            <p:cNvPr id="237" name="Freeform 68">
              <a:extLst>
                <a:ext uri="{FF2B5EF4-FFF2-40B4-BE49-F238E27FC236}">
                  <a16:creationId xmlns:a16="http://schemas.microsoft.com/office/drawing/2014/main" id="{EC71E4BE-7627-F340-B915-B4971024560E}"/>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sp>
          <p:nvSpPr>
            <p:cNvPr id="238" name="Rectangle 69">
              <a:extLst>
                <a:ext uri="{FF2B5EF4-FFF2-40B4-BE49-F238E27FC236}">
                  <a16:creationId xmlns:a16="http://schemas.microsoft.com/office/drawing/2014/main" id="{39BFB098-B374-994B-AE99-4F9D17A4D828}"/>
                </a:ext>
              </a:extLst>
            </p:cNvPr>
            <p:cNvSpPr>
              <a:spLocks noChangeArrowheads="1"/>
            </p:cNvSpPr>
            <p:nvPr/>
          </p:nvSpPr>
          <p:spPr bwMode="auto">
            <a:xfrm>
              <a:off x="4211" y="694"/>
              <a:ext cx="597" cy="48"/>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grpSp>
          <p:nvGrpSpPr>
            <p:cNvPr id="239" name="Group 70">
              <a:extLst>
                <a:ext uri="{FF2B5EF4-FFF2-40B4-BE49-F238E27FC236}">
                  <a16:creationId xmlns:a16="http://schemas.microsoft.com/office/drawing/2014/main" id="{71537DBF-21A3-7C4A-9E72-AADF2D0ED1A6}"/>
                </a:ext>
              </a:extLst>
            </p:cNvPr>
            <p:cNvGrpSpPr>
              <a:grpSpLocks/>
            </p:cNvGrpSpPr>
            <p:nvPr/>
          </p:nvGrpSpPr>
          <p:grpSpPr bwMode="auto">
            <a:xfrm>
              <a:off x="4749" y="668"/>
              <a:ext cx="581" cy="145"/>
              <a:chOff x="614" y="2568"/>
              <a:chExt cx="725" cy="139"/>
            </a:xfrm>
          </p:grpSpPr>
          <p:sp>
            <p:nvSpPr>
              <p:cNvPr id="264" name="AutoShape 71">
                <a:extLst>
                  <a:ext uri="{FF2B5EF4-FFF2-40B4-BE49-F238E27FC236}">
                    <a16:creationId xmlns:a16="http://schemas.microsoft.com/office/drawing/2014/main" id="{66BF3AD7-2A1F-894F-AB3E-2B0CE27C8AD7}"/>
                  </a:ext>
                </a:extLst>
              </p:cNvPr>
              <p:cNvSpPr>
                <a:spLocks noChangeArrowheads="1"/>
              </p:cNvSpPr>
              <p:nvPr/>
            </p:nvSpPr>
            <p:spPr bwMode="auto">
              <a:xfrm>
                <a:off x="615" y="2568"/>
                <a:ext cx="721"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sp>
            <p:nvSpPr>
              <p:cNvPr id="265" name="AutoShape 72">
                <a:extLst>
                  <a:ext uri="{FF2B5EF4-FFF2-40B4-BE49-F238E27FC236}">
                    <a16:creationId xmlns:a16="http://schemas.microsoft.com/office/drawing/2014/main" id="{B978B677-CCD4-A441-ACE5-4B37776C7AB3}"/>
                  </a:ext>
                </a:extLst>
              </p:cNvPr>
              <p:cNvSpPr>
                <a:spLocks noChangeArrowheads="1"/>
              </p:cNvSpPr>
              <p:nvPr/>
            </p:nvSpPr>
            <p:spPr bwMode="auto">
              <a:xfrm>
                <a:off x="631" y="2584"/>
                <a:ext cx="689" cy="10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grpSp>
        <p:sp>
          <p:nvSpPr>
            <p:cNvPr id="240" name="Rectangle 73">
              <a:extLst>
                <a:ext uri="{FF2B5EF4-FFF2-40B4-BE49-F238E27FC236}">
                  <a16:creationId xmlns:a16="http://schemas.microsoft.com/office/drawing/2014/main" id="{87FAAAA1-868A-A144-AF79-9ADFFCEF3D67}"/>
                </a:ext>
              </a:extLst>
            </p:cNvPr>
            <p:cNvSpPr>
              <a:spLocks noChangeArrowheads="1"/>
            </p:cNvSpPr>
            <p:nvPr/>
          </p:nvSpPr>
          <p:spPr bwMode="auto">
            <a:xfrm>
              <a:off x="4223" y="1019"/>
              <a:ext cx="597" cy="48"/>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grpSp>
          <p:nvGrpSpPr>
            <p:cNvPr id="241" name="Group 74">
              <a:extLst>
                <a:ext uri="{FF2B5EF4-FFF2-40B4-BE49-F238E27FC236}">
                  <a16:creationId xmlns:a16="http://schemas.microsoft.com/office/drawing/2014/main" id="{CDE6DCC7-0A8B-2541-8C76-B2190F25D240}"/>
                </a:ext>
              </a:extLst>
            </p:cNvPr>
            <p:cNvGrpSpPr>
              <a:grpSpLocks/>
            </p:cNvGrpSpPr>
            <p:nvPr/>
          </p:nvGrpSpPr>
          <p:grpSpPr bwMode="auto">
            <a:xfrm>
              <a:off x="4747" y="994"/>
              <a:ext cx="581" cy="134"/>
              <a:chOff x="614" y="2568"/>
              <a:chExt cx="725" cy="139"/>
            </a:xfrm>
          </p:grpSpPr>
          <p:sp>
            <p:nvSpPr>
              <p:cNvPr id="262" name="AutoShape 75">
                <a:extLst>
                  <a:ext uri="{FF2B5EF4-FFF2-40B4-BE49-F238E27FC236}">
                    <a16:creationId xmlns:a16="http://schemas.microsoft.com/office/drawing/2014/main" id="{6D9E7A58-B5A8-C440-B788-66B9572452B0}"/>
                  </a:ext>
                </a:extLst>
              </p:cNvPr>
              <p:cNvSpPr>
                <a:spLocks noChangeArrowheads="1"/>
              </p:cNvSpPr>
              <p:nvPr/>
            </p:nvSpPr>
            <p:spPr bwMode="auto">
              <a:xfrm>
                <a:off x="617" y="2567"/>
                <a:ext cx="721" cy="140"/>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sp>
            <p:nvSpPr>
              <p:cNvPr id="263" name="AutoShape 76">
                <a:extLst>
                  <a:ext uri="{FF2B5EF4-FFF2-40B4-BE49-F238E27FC236}">
                    <a16:creationId xmlns:a16="http://schemas.microsoft.com/office/drawing/2014/main" id="{81AE3D1A-686F-644D-9B4E-3E1E85407298}"/>
                  </a:ext>
                </a:extLst>
              </p:cNvPr>
              <p:cNvSpPr>
                <a:spLocks noChangeArrowheads="1"/>
              </p:cNvSpPr>
              <p:nvPr/>
            </p:nvSpPr>
            <p:spPr bwMode="auto">
              <a:xfrm>
                <a:off x="634" y="2585"/>
                <a:ext cx="689"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grpSp>
        <p:sp>
          <p:nvSpPr>
            <p:cNvPr id="242" name="Rectangle 77">
              <a:extLst>
                <a:ext uri="{FF2B5EF4-FFF2-40B4-BE49-F238E27FC236}">
                  <a16:creationId xmlns:a16="http://schemas.microsoft.com/office/drawing/2014/main" id="{C9C2D902-8035-BE42-B27B-AB7485B0C4E0}"/>
                </a:ext>
              </a:extLst>
            </p:cNvPr>
            <p:cNvSpPr>
              <a:spLocks noChangeArrowheads="1"/>
            </p:cNvSpPr>
            <p:nvPr/>
          </p:nvSpPr>
          <p:spPr bwMode="auto">
            <a:xfrm>
              <a:off x="4217" y="1358"/>
              <a:ext cx="597" cy="48"/>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sp>
          <p:nvSpPr>
            <p:cNvPr id="243" name="Rectangle 78">
              <a:extLst>
                <a:ext uri="{FF2B5EF4-FFF2-40B4-BE49-F238E27FC236}">
                  <a16:creationId xmlns:a16="http://schemas.microsoft.com/office/drawing/2014/main" id="{5A1C3FEB-4927-F742-8C1F-5CF5556DE786}"/>
                </a:ext>
              </a:extLst>
            </p:cNvPr>
            <p:cNvSpPr>
              <a:spLocks noChangeArrowheads="1"/>
            </p:cNvSpPr>
            <p:nvPr/>
          </p:nvSpPr>
          <p:spPr bwMode="auto">
            <a:xfrm>
              <a:off x="4230" y="1653"/>
              <a:ext cx="597" cy="48"/>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grpSp>
          <p:nvGrpSpPr>
            <p:cNvPr id="244" name="Group 79">
              <a:extLst>
                <a:ext uri="{FF2B5EF4-FFF2-40B4-BE49-F238E27FC236}">
                  <a16:creationId xmlns:a16="http://schemas.microsoft.com/office/drawing/2014/main" id="{D2A72B02-ADAB-FE44-9468-3B43E6DB3E47}"/>
                </a:ext>
              </a:extLst>
            </p:cNvPr>
            <p:cNvGrpSpPr>
              <a:grpSpLocks/>
            </p:cNvGrpSpPr>
            <p:nvPr/>
          </p:nvGrpSpPr>
          <p:grpSpPr bwMode="auto">
            <a:xfrm>
              <a:off x="4735" y="1627"/>
              <a:ext cx="582" cy="151"/>
              <a:chOff x="614" y="2568"/>
              <a:chExt cx="725" cy="139"/>
            </a:xfrm>
          </p:grpSpPr>
          <p:sp>
            <p:nvSpPr>
              <p:cNvPr id="260" name="AutoShape 80">
                <a:extLst>
                  <a:ext uri="{FF2B5EF4-FFF2-40B4-BE49-F238E27FC236}">
                    <a16:creationId xmlns:a16="http://schemas.microsoft.com/office/drawing/2014/main" id="{A1A29232-9E86-634B-8831-8B3719318AEE}"/>
                  </a:ext>
                </a:extLst>
              </p:cNvPr>
              <p:cNvSpPr>
                <a:spLocks noChangeArrowheads="1"/>
              </p:cNvSpPr>
              <p:nvPr/>
            </p:nvSpPr>
            <p:spPr bwMode="auto">
              <a:xfrm>
                <a:off x="616" y="2568"/>
                <a:ext cx="720" cy="140"/>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sp>
            <p:nvSpPr>
              <p:cNvPr id="261" name="AutoShape 81">
                <a:extLst>
                  <a:ext uri="{FF2B5EF4-FFF2-40B4-BE49-F238E27FC236}">
                    <a16:creationId xmlns:a16="http://schemas.microsoft.com/office/drawing/2014/main" id="{138F9F1B-5A09-C54A-8F38-4FBA6FFE45E5}"/>
                  </a:ext>
                </a:extLst>
              </p:cNvPr>
              <p:cNvSpPr>
                <a:spLocks noChangeArrowheads="1"/>
              </p:cNvSpPr>
              <p:nvPr/>
            </p:nvSpPr>
            <p:spPr bwMode="auto">
              <a:xfrm>
                <a:off x="632" y="2584"/>
                <a:ext cx="688"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grpSp>
        <p:sp>
          <p:nvSpPr>
            <p:cNvPr id="245" name="Freeform 82">
              <a:extLst>
                <a:ext uri="{FF2B5EF4-FFF2-40B4-BE49-F238E27FC236}">
                  <a16:creationId xmlns:a16="http://schemas.microsoft.com/office/drawing/2014/main" id="{EDD21BCA-4123-324D-B71B-475B7D03C58F}"/>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grpSp>
          <p:nvGrpSpPr>
            <p:cNvPr id="246" name="Group 83">
              <a:extLst>
                <a:ext uri="{FF2B5EF4-FFF2-40B4-BE49-F238E27FC236}">
                  <a16:creationId xmlns:a16="http://schemas.microsoft.com/office/drawing/2014/main" id="{791D1F13-E15D-3C4F-AB67-56D2965D4138}"/>
                </a:ext>
              </a:extLst>
            </p:cNvPr>
            <p:cNvGrpSpPr>
              <a:grpSpLocks/>
            </p:cNvGrpSpPr>
            <p:nvPr/>
          </p:nvGrpSpPr>
          <p:grpSpPr bwMode="auto">
            <a:xfrm>
              <a:off x="4739" y="1327"/>
              <a:ext cx="582" cy="139"/>
              <a:chOff x="614" y="2568"/>
              <a:chExt cx="725" cy="139"/>
            </a:xfrm>
          </p:grpSpPr>
          <p:sp>
            <p:nvSpPr>
              <p:cNvPr id="258" name="AutoShape 84">
                <a:extLst>
                  <a:ext uri="{FF2B5EF4-FFF2-40B4-BE49-F238E27FC236}">
                    <a16:creationId xmlns:a16="http://schemas.microsoft.com/office/drawing/2014/main" id="{13423582-B530-6D49-927C-1307226E75F4}"/>
                  </a:ext>
                </a:extLst>
              </p:cNvPr>
              <p:cNvSpPr>
                <a:spLocks noChangeArrowheads="1"/>
              </p:cNvSpPr>
              <p:nvPr/>
            </p:nvSpPr>
            <p:spPr bwMode="auto">
              <a:xfrm>
                <a:off x="611" y="2568"/>
                <a:ext cx="728" cy="13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sp>
            <p:nvSpPr>
              <p:cNvPr id="259" name="AutoShape 85">
                <a:extLst>
                  <a:ext uri="{FF2B5EF4-FFF2-40B4-BE49-F238E27FC236}">
                    <a16:creationId xmlns:a16="http://schemas.microsoft.com/office/drawing/2014/main" id="{CC15074F-1F06-4B4F-9C77-C1CA17ACAA0E}"/>
                  </a:ext>
                </a:extLst>
              </p:cNvPr>
              <p:cNvSpPr>
                <a:spLocks noChangeArrowheads="1"/>
              </p:cNvSpPr>
              <p:nvPr/>
            </p:nvSpPr>
            <p:spPr bwMode="auto">
              <a:xfrm>
                <a:off x="627" y="2586"/>
                <a:ext cx="696"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grpSp>
        <p:sp>
          <p:nvSpPr>
            <p:cNvPr id="247" name="Rectangle 86">
              <a:extLst>
                <a:ext uri="{FF2B5EF4-FFF2-40B4-BE49-F238E27FC236}">
                  <a16:creationId xmlns:a16="http://schemas.microsoft.com/office/drawing/2014/main" id="{81BB7800-4ED5-D84D-B257-C94B51DF5A14}"/>
                </a:ext>
              </a:extLst>
            </p:cNvPr>
            <p:cNvSpPr>
              <a:spLocks noChangeArrowheads="1"/>
            </p:cNvSpPr>
            <p:nvPr/>
          </p:nvSpPr>
          <p:spPr bwMode="auto">
            <a:xfrm>
              <a:off x="5250" y="429"/>
              <a:ext cx="71" cy="2287"/>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sp>
          <p:nvSpPr>
            <p:cNvPr id="248" name="Freeform 87">
              <a:extLst>
                <a:ext uri="{FF2B5EF4-FFF2-40B4-BE49-F238E27FC236}">
                  <a16:creationId xmlns:a16="http://schemas.microsoft.com/office/drawing/2014/main" id="{AF9C8EDC-F5CE-1A46-A494-23925A5A7301}"/>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sp>
          <p:nvSpPr>
            <p:cNvPr id="249" name="Freeform 88">
              <a:extLst>
                <a:ext uri="{FF2B5EF4-FFF2-40B4-BE49-F238E27FC236}">
                  <a16:creationId xmlns:a16="http://schemas.microsoft.com/office/drawing/2014/main" id="{0663E233-F771-A246-84D6-36A0AA5C75DD}"/>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sp>
          <p:nvSpPr>
            <p:cNvPr id="250" name="Oval 89">
              <a:extLst>
                <a:ext uri="{FF2B5EF4-FFF2-40B4-BE49-F238E27FC236}">
                  <a16:creationId xmlns:a16="http://schemas.microsoft.com/office/drawing/2014/main" id="{3F5ABDC5-D954-4D4D-A3B4-7A133CD7155B}"/>
                </a:ext>
              </a:extLst>
            </p:cNvPr>
            <p:cNvSpPr>
              <a:spLocks noChangeArrowheads="1"/>
            </p:cNvSpPr>
            <p:nvPr/>
          </p:nvSpPr>
          <p:spPr bwMode="auto">
            <a:xfrm>
              <a:off x="5520" y="2612"/>
              <a:ext cx="45"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sp>
          <p:nvSpPr>
            <p:cNvPr id="251" name="Freeform 90">
              <a:extLst>
                <a:ext uri="{FF2B5EF4-FFF2-40B4-BE49-F238E27FC236}">
                  <a16:creationId xmlns:a16="http://schemas.microsoft.com/office/drawing/2014/main" id="{B976B037-AAAD-864E-94BA-6AFFD4E96488}"/>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sp>
          <p:nvSpPr>
            <p:cNvPr id="252" name="AutoShape 91">
              <a:extLst>
                <a:ext uri="{FF2B5EF4-FFF2-40B4-BE49-F238E27FC236}">
                  <a16:creationId xmlns:a16="http://schemas.microsoft.com/office/drawing/2014/main" id="{F4F4A156-282A-314C-8FCF-EB151E922FCC}"/>
                </a:ext>
              </a:extLst>
            </p:cNvPr>
            <p:cNvSpPr>
              <a:spLocks noChangeArrowheads="1"/>
            </p:cNvSpPr>
            <p:nvPr/>
          </p:nvSpPr>
          <p:spPr bwMode="auto">
            <a:xfrm>
              <a:off x="4140" y="2677"/>
              <a:ext cx="1200" cy="148"/>
            </a:xfrm>
            <a:prstGeom prst="roundRect">
              <a:avLst>
                <a:gd name="adj" fmla="val 50000"/>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sp>
          <p:nvSpPr>
            <p:cNvPr id="253" name="AutoShape 92">
              <a:extLst>
                <a:ext uri="{FF2B5EF4-FFF2-40B4-BE49-F238E27FC236}">
                  <a16:creationId xmlns:a16="http://schemas.microsoft.com/office/drawing/2014/main" id="{80AE788A-CE80-7741-B4E5-F6C880916718}"/>
                </a:ext>
              </a:extLst>
            </p:cNvPr>
            <p:cNvSpPr>
              <a:spLocks noChangeArrowheads="1"/>
            </p:cNvSpPr>
            <p:nvPr/>
          </p:nvSpPr>
          <p:spPr bwMode="auto">
            <a:xfrm>
              <a:off x="4204" y="2712"/>
              <a:ext cx="1072" cy="82"/>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sp>
          <p:nvSpPr>
            <p:cNvPr id="254" name="Oval 93">
              <a:extLst>
                <a:ext uri="{FF2B5EF4-FFF2-40B4-BE49-F238E27FC236}">
                  <a16:creationId xmlns:a16="http://schemas.microsoft.com/office/drawing/2014/main" id="{BB81643B-3A3A-0C41-86BE-809F30A178CC}"/>
                </a:ext>
              </a:extLst>
            </p:cNvPr>
            <p:cNvSpPr>
              <a:spLocks noChangeArrowheads="1"/>
            </p:cNvSpPr>
            <p:nvPr/>
          </p:nvSpPr>
          <p:spPr bwMode="auto">
            <a:xfrm>
              <a:off x="4307" y="2382"/>
              <a:ext cx="160"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sp>
          <p:nvSpPr>
            <p:cNvPr id="255" name="Oval 94">
              <a:extLst>
                <a:ext uri="{FF2B5EF4-FFF2-40B4-BE49-F238E27FC236}">
                  <a16:creationId xmlns:a16="http://schemas.microsoft.com/office/drawing/2014/main" id="{0A2F6572-0039-324D-A51E-D01D404A5555}"/>
                </a:ext>
              </a:extLst>
            </p:cNvPr>
            <p:cNvSpPr>
              <a:spLocks noChangeArrowheads="1"/>
            </p:cNvSpPr>
            <p:nvPr/>
          </p:nvSpPr>
          <p:spPr bwMode="auto">
            <a:xfrm>
              <a:off x="4487" y="2382"/>
              <a:ext cx="160" cy="143"/>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FF0000"/>
                </a:solidFill>
                <a:effectLst/>
                <a:uLnTx/>
                <a:uFillTx/>
                <a:latin typeface="Arial" panose="020B0604020202020204" pitchFamily="34" charset="0"/>
                <a:ea typeface="ＭＳ Ｐゴシック" panose="020B0600070205080204" pitchFamily="34" charset="-128"/>
                <a:cs typeface="Arial"/>
              </a:endParaRPr>
            </a:p>
          </p:txBody>
        </p:sp>
        <p:sp>
          <p:nvSpPr>
            <p:cNvPr id="256" name="Oval 95">
              <a:extLst>
                <a:ext uri="{FF2B5EF4-FFF2-40B4-BE49-F238E27FC236}">
                  <a16:creationId xmlns:a16="http://schemas.microsoft.com/office/drawing/2014/main" id="{43600795-A6CA-4C4B-9800-07AB28F89B1F}"/>
                </a:ext>
              </a:extLst>
            </p:cNvPr>
            <p:cNvSpPr>
              <a:spLocks noChangeArrowheads="1"/>
            </p:cNvSpPr>
            <p:nvPr/>
          </p:nvSpPr>
          <p:spPr bwMode="auto">
            <a:xfrm>
              <a:off x="4660" y="2382"/>
              <a:ext cx="160" cy="139"/>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sp>
          <p:nvSpPr>
            <p:cNvPr id="257" name="Rectangle 96">
              <a:extLst>
                <a:ext uri="{FF2B5EF4-FFF2-40B4-BE49-F238E27FC236}">
                  <a16:creationId xmlns:a16="http://schemas.microsoft.com/office/drawing/2014/main" id="{32CFBA4E-295B-BF40-8717-00CE15115957}"/>
                </a:ext>
              </a:extLst>
            </p:cNvPr>
            <p:cNvSpPr>
              <a:spLocks noChangeArrowheads="1"/>
            </p:cNvSpPr>
            <p:nvPr/>
          </p:nvSpPr>
          <p:spPr bwMode="auto">
            <a:xfrm>
              <a:off x="5064" y="1835"/>
              <a:ext cx="83" cy="760"/>
            </a:xfrm>
            <a:prstGeom prst="rect">
              <a:avLst/>
            </a:prstGeom>
            <a:solidFill>
              <a:srgbClr val="29292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grpSp>
      <p:grpSp>
        <p:nvGrpSpPr>
          <p:cNvPr id="266" name="Group 61">
            <a:extLst>
              <a:ext uri="{FF2B5EF4-FFF2-40B4-BE49-F238E27FC236}">
                <a16:creationId xmlns:a16="http://schemas.microsoft.com/office/drawing/2014/main" id="{2E0D8697-E30E-C84C-9F0E-29142F2D4E67}"/>
              </a:ext>
            </a:extLst>
          </p:cNvPr>
          <p:cNvGrpSpPr>
            <a:grpSpLocks/>
          </p:cNvGrpSpPr>
          <p:nvPr/>
        </p:nvGrpSpPr>
        <p:grpSpPr bwMode="auto">
          <a:xfrm flipH="1">
            <a:off x="9843242" y="4083754"/>
            <a:ext cx="1192212" cy="1171575"/>
            <a:chOff x="-44" y="1473"/>
            <a:chExt cx="981" cy="1105"/>
          </a:xfrm>
        </p:grpSpPr>
        <p:pic>
          <p:nvPicPr>
            <p:cNvPr id="267" name="Picture 62" descr="desktop_computer_stylized_medium">
              <a:extLst>
                <a:ext uri="{FF2B5EF4-FFF2-40B4-BE49-F238E27FC236}">
                  <a16:creationId xmlns:a16="http://schemas.microsoft.com/office/drawing/2014/main" id="{85154182-D3D3-494A-8DEB-F001E6EB4B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8" name="Freeform 63">
              <a:extLst>
                <a:ext uri="{FF2B5EF4-FFF2-40B4-BE49-F238E27FC236}">
                  <a16:creationId xmlns:a16="http://schemas.microsoft.com/office/drawing/2014/main" id="{E36B34F6-C549-9143-AA71-C07DF7E0B17F}"/>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grpSp>
      <p:sp>
        <p:nvSpPr>
          <p:cNvPr id="269" name="Text Box 325">
            <a:extLst>
              <a:ext uri="{FF2B5EF4-FFF2-40B4-BE49-F238E27FC236}">
                <a16:creationId xmlns:a16="http://schemas.microsoft.com/office/drawing/2014/main" id="{2685AEBC-A012-9B46-B78A-88C2A3D512DD}"/>
              </a:ext>
            </a:extLst>
          </p:cNvPr>
          <p:cNvSpPr txBox="1">
            <a:spLocks noChangeArrowheads="1"/>
          </p:cNvSpPr>
          <p:nvPr/>
        </p:nvSpPr>
        <p:spPr bwMode="auto">
          <a:xfrm>
            <a:off x="792820" y="5516537"/>
            <a:ext cx="2198742" cy="103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85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rPr>
              <a:t>server, with</a:t>
            </a:r>
          </a:p>
          <a:p>
            <a:pPr marL="0" marR="0" lvl="0" indent="0" algn="r" defTabSz="914400" rtl="0" eaLnBrk="0" fontAlgn="base" latinLnBrk="0" hangingPunct="0">
              <a:lnSpc>
                <a:spcPct val="85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rPr>
              <a:t>file of F bits </a:t>
            </a:r>
          </a:p>
          <a:p>
            <a:pPr marL="0" marR="0" lvl="0" indent="0" algn="r" defTabSz="914400" rtl="0" eaLnBrk="0" fontAlgn="base" latinLnBrk="0" hangingPunct="0">
              <a:lnSpc>
                <a:spcPct val="85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rPr>
              <a:t>to send to client</a:t>
            </a:r>
          </a:p>
        </p:txBody>
      </p:sp>
      <p:sp>
        <p:nvSpPr>
          <p:cNvPr id="270" name="Text Box 328">
            <a:extLst>
              <a:ext uri="{FF2B5EF4-FFF2-40B4-BE49-F238E27FC236}">
                <a16:creationId xmlns:a16="http://schemas.microsoft.com/office/drawing/2014/main" id="{99E6BFD3-F62C-B043-9B11-0DBFC35AC6AD}"/>
              </a:ext>
            </a:extLst>
          </p:cNvPr>
          <p:cNvSpPr txBox="1">
            <a:spLocks noChangeArrowheads="1"/>
          </p:cNvSpPr>
          <p:nvPr/>
        </p:nvSpPr>
        <p:spPr bwMode="auto">
          <a:xfrm>
            <a:off x="3097926" y="4936011"/>
            <a:ext cx="1722587" cy="722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rPr>
              <a:t>link capacity</a:t>
            </a:r>
          </a:p>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rPr>
              <a:t> R</a:t>
            </a:r>
            <a:r>
              <a:rPr kumimoji="0" lang="en-US" altLang="en-US" sz="3200" b="0" i="0" u="none" strike="noStrike" kern="1200" cap="none" spc="0" normalizeH="0" baseline="-25000" noProof="0">
                <a:ln>
                  <a:noFill/>
                </a:ln>
                <a:solidFill>
                  <a:srgbClr val="000000"/>
                </a:solidFill>
                <a:effectLst/>
                <a:uLnTx/>
                <a:uFillTx/>
                <a:latin typeface="Calibri" panose="020F0502020204030204"/>
                <a:ea typeface="ＭＳ Ｐゴシック" panose="020B0600070205080204" pitchFamily="34" charset="-128"/>
                <a:cs typeface="Arial"/>
              </a:rPr>
              <a:t>s</a:t>
            </a:r>
            <a:r>
              <a:rPr kumimoji="0" lang="en-US" altLang="en-US" sz="2400" b="0" i="0" u="none" strike="noStrike" kern="1200" cap="none" spc="0" normalizeH="0" baseline="-25000" noProof="0">
                <a:ln>
                  <a:noFill/>
                </a:ln>
                <a:solidFill>
                  <a:srgbClr val="000000"/>
                </a:solidFill>
                <a:effectLst/>
                <a:uLnTx/>
                <a:uFillTx/>
                <a:latin typeface="Calibri" panose="020F0502020204030204"/>
                <a:ea typeface="ＭＳ Ｐゴシック" panose="020B0600070205080204" pitchFamily="34" charset="-128"/>
                <a:cs typeface="Arial"/>
              </a:rPr>
              <a:t> </a:t>
            </a:r>
            <a:r>
              <a:rPr kumimoji="0" lang="en-US" altLang="en-US" sz="2400" b="0" i="0" u="none" strike="noStrike" kern="120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rPr>
              <a:t>bits/sec</a:t>
            </a:r>
          </a:p>
        </p:txBody>
      </p:sp>
      <p:sp>
        <p:nvSpPr>
          <p:cNvPr id="271" name="Text Box 329">
            <a:extLst>
              <a:ext uri="{FF2B5EF4-FFF2-40B4-BE49-F238E27FC236}">
                <a16:creationId xmlns:a16="http://schemas.microsoft.com/office/drawing/2014/main" id="{A5259771-F5CC-2A4E-B736-3B818B7FD93C}"/>
              </a:ext>
            </a:extLst>
          </p:cNvPr>
          <p:cNvSpPr txBox="1">
            <a:spLocks noChangeArrowheads="1"/>
          </p:cNvSpPr>
          <p:nvPr/>
        </p:nvSpPr>
        <p:spPr bwMode="auto">
          <a:xfrm>
            <a:off x="7217773" y="4939162"/>
            <a:ext cx="1722587" cy="722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rPr>
              <a:t>link capacity</a:t>
            </a:r>
          </a:p>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rPr>
              <a:t> R</a:t>
            </a:r>
            <a:r>
              <a:rPr kumimoji="0" lang="en-US" altLang="en-US" sz="3200" b="0" i="0" u="none" strike="noStrike" kern="1200" cap="none" spc="0" normalizeH="0" baseline="-25000" noProof="0">
                <a:ln>
                  <a:noFill/>
                </a:ln>
                <a:solidFill>
                  <a:srgbClr val="000000"/>
                </a:solidFill>
                <a:effectLst/>
                <a:uLnTx/>
                <a:uFillTx/>
                <a:latin typeface="Calibri" panose="020F0502020204030204"/>
                <a:ea typeface="ＭＳ Ｐゴシック" panose="020B0600070205080204" pitchFamily="34" charset="-128"/>
                <a:cs typeface="Arial"/>
              </a:rPr>
              <a:t>c</a:t>
            </a:r>
            <a:r>
              <a:rPr kumimoji="0" lang="en-US" altLang="en-US" sz="2400" b="0" i="0" u="none" strike="noStrike" kern="1200" cap="none" spc="0" normalizeH="0" baseline="-25000" noProof="0">
                <a:ln>
                  <a:noFill/>
                </a:ln>
                <a:solidFill>
                  <a:srgbClr val="000000"/>
                </a:solidFill>
                <a:effectLst/>
                <a:uLnTx/>
                <a:uFillTx/>
                <a:latin typeface="Calibri" panose="020F0502020204030204"/>
                <a:ea typeface="ＭＳ Ｐゴシック" panose="020B0600070205080204" pitchFamily="34" charset="-128"/>
                <a:cs typeface="Arial"/>
              </a:rPr>
              <a:t> </a:t>
            </a:r>
            <a:r>
              <a:rPr kumimoji="0" lang="en-US" altLang="en-US" sz="2400" b="0" i="0" u="none" strike="noStrike" kern="120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rPr>
              <a:t>bits/sec</a:t>
            </a:r>
          </a:p>
        </p:txBody>
      </p:sp>
      <p:grpSp>
        <p:nvGrpSpPr>
          <p:cNvPr id="301" name="Group 99">
            <a:extLst>
              <a:ext uri="{FF2B5EF4-FFF2-40B4-BE49-F238E27FC236}">
                <a16:creationId xmlns:a16="http://schemas.microsoft.com/office/drawing/2014/main" id="{4B6F3DA1-2A9C-2E4C-B823-1CEA5B30C4A7}"/>
              </a:ext>
            </a:extLst>
          </p:cNvPr>
          <p:cNvGrpSpPr>
            <a:grpSpLocks/>
          </p:cNvGrpSpPr>
          <p:nvPr/>
        </p:nvGrpSpPr>
        <p:grpSpPr bwMode="auto">
          <a:xfrm>
            <a:off x="644751" y="4976621"/>
            <a:ext cx="9050338" cy="1484313"/>
            <a:chOff x="-335" y="3658"/>
            <a:chExt cx="5701" cy="935"/>
          </a:xfrm>
        </p:grpSpPr>
        <p:sp>
          <p:nvSpPr>
            <p:cNvPr id="302" name="Text Box 353">
              <a:extLst>
                <a:ext uri="{FF2B5EF4-FFF2-40B4-BE49-F238E27FC236}">
                  <a16:creationId xmlns:a16="http://schemas.microsoft.com/office/drawing/2014/main" id="{07E7AB23-0BD9-F14F-9990-6EF08491E442}"/>
                </a:ext>
              </a:extLst>
            </p:cNvPr>
            <p:cNvSpPr txBox="1">
              <a:spLocks noChangeArrowheads="1"/>
            </p:cNvSpPr>
            <p:nvPr/>
          </p:nvSpPr>
          <p:spPr bwMode="auto">
            <a:xfrm>
              <a:off x="-335" y="3942"/>
              <a:ext cx="1461" cy="65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altLang="en-US" sz="24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rPr>
                <a:t>server sends bits </a:t>
              </a:r>
            </a:p>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altLang="en-US" sz="24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rPr>
                <a:t>(fluid) into pipe</a:t>
              </a:r>
            </a:p>
            <a:p>
              <a:pPr marL="0" marR="0" lvl="0" indent="0" algn="ctr" defTabSz="914400" rtl="0" eaLnBrk="0" fontAlgn="base" latinLnBrk="0" hangingPunct="0">
                <a:lnSpc>
                  <a:spcPct val="85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Gill Sans MT" panose="020B0502020104020203" pitchFamily="34" charset="77"/>
                <a:ea typeface="ＭＳ Ｐゴシック" panose="020B0600070205080204" pitchFamily="34" charset="-128"/>
                <a:cs typeface="Arial"/>
              </a:endParaRPr>
            </a:p>
          </p:txBody>
        </p:sp>
        <p:sp>
          <p:nvSpPr>
            <p:cNvPr id="303" name="Text Box 336">
              <a:extLst>
                <a:ext uri="{FF2B5EF4-FFF2-40B4-BE49-F238E27FC236}">
                  <a16:creationId xmlns:a16="http://schemas.microsoft.com/office/drawing/2014/main" id="{22B4F102-0AE6-894B-9FDB-169832FE1D37}"/>
                </a:ext>
              </a:extLst>
            </p:cNvPr>
            <p:cNvSpPr txBox="1">
              <a:spLocks noChangeArrowheads="1"/>
            </p:cNvSpPr>
            <p:nvPr/>
          </p:nvSpPr>
          <p:spPr bwMode="auto">
            <a:xfrm>
              <a:off x="1089" y="3661"/>
              <a:ext cx="1769" cy="65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altLang="en-US" sz="2400" b="0" i="0" u="none" strike="noStrike" kern="0" cap="none" spc="0" normalizeH="0" baseline="0" noProof="0">
                  <a:ln>
                    <a:noFill/>
                  </a:ln>
                  <a:solidFill>
                    <a:srgbClr val="000000"/>
                  </a:solidFill>
                  <a:effectLst/>
                  <a:uLnTx/>
                  <a:uFillTx/>
                  <a:latin typeface="Gill Sans MT" panose="020B0502020104020203" pitchFamily="34" charset="77"/>
                  <a:ea typeface="ＭＳ Ｐゴシック" panose="020B0600070205080204" pitchFamily="34" charset="-128"/>
                  <a:cs typeface="Arial"/>
                </a:rPr>
                <a:t> </a:t>
              </a:r>
              <a:r>
                <a:rPr kumimoji="0" lang="en-US" altLang="en-US" sz="24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rPr>
                <a:t>pipe that can carry</a:t>
              </a:r>
            </a:p>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altLang="en-US" sz="24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rPr>
                <a:t>fluid at rate</a:t>
              </a:r>
            </a:p>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altLang="en-US" sz="24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rPr>
                <a:t> (</a:t>
              </a:r>
              <a:r>
                <a:rPr kumimoji="0" lang="en-US" altLang="en-US" sz="2400" b="0" i="1"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rPr>
                <a:t>R</a:t>
              </a:r>
              <a:r>
                <a:rPr kumimoji="0" lang="en-US" altLang="en-US" sz="3200" b="0" i="1" u="none" strike="noStrike" kern="0" cap="none" spc="0" normalizeH="0" baseline="-25000" noProof="0">
                  <a:ln>
                    <a:noFill/>
                  </a:ln>
                  <a:solidFill>
                    <a:srgbClr val="000000"/>
                  </a:solidFill>
                  <a:effectLst/>
                  <a:uLnTx/>
                  <a:uFillTx/>
                  <a:latin typeface="Calibri" panose="020F0502020204030204"/>
                  <a:ea typeface="ＭＳ Ｐゴシック" panose="020B0600070205080204" pitchFamily="34" charset="-128"/>
                  <a:cs typeface="Arial"/>
                </a:rPr>
                <a:t>s</a:t>
              </a:r>
              <a:r>
                <a:rPr kumimoji="0" lang="en-US" altLang="en-US" sz="2400" b="0" i="1" u="none" strike="noStrike" kern="0" cap="none" spc="0" normalizeH="0" baseline="-25000" noProof="0">
                  <a:ln>
                    <a:noFill/>
                  </a:ln>
                  <a:solidFill>
                    <a:srgbClr val="000000"/>
                  </a:solidFill>
                  <a:effectLst/>
                  <a:uLnTx/>
                  <a:uFillTx/>
                  <a:latin typeface="Calibri" panose="020F0502020204030204"/>
                  <a:ea typeface="ＭＳ Ｐゴシック" panose="020B0600070205080204" pitchFamily="34" charset="-128"/>
                  <a:cs typeface="Arial"/>
                </a:rPr>
                <a:t> </a:t>
              </a:r>
              <a:r>
                <a:rPr kumimoji="0" lang="en-US" altLang="en-US" sz="24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rPr>
                <a:t>bits/sec)</a:t>
              </a:r>
            </a:p>
          </p:txBody>
        </p:sp>
        <p:sp>
          <p:nvSpPr>
            <p:cNvPr id="304" name="Text Box 346">
              <a:extLst>
                <a:ext uri="{FF2B5EF4-FFF2-40B4-BE49-F238E27FC236}">
                  <a16:creationId xmlns:a16="http://schemas.microsoft.com/office/drawing/2014/main" id="{99C94E9C-7B58-B945-A1E2-8510D3FF88DA}"/>
                </a:ext>
              </a:extLst>
            </p:cNvPr>
            <p:cNvSpPr txBox="1">
              <a:spLocks noChangeArrowheads="1"/>
            </p:cNvSpPr>
            <p:nvPr/>
          </p:nvSpPr>
          <p:spPr bwMode="auto">
            <a:xfrm>
              <a:off x="3506" y="3658"/>
              <a:ext cx="1860" cy="65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altLang="en-US" sz="24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rPr>
                <a:t> pipe that can carry</a:t>
              </a:r>
            </a:p>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altLang="en-US" sz="24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rPr>
                <a:t>fluid at rate</a:t>
              </a:r>
            </a:p>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altLang="en-US" sz="2400" b="0" i="1"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rPr>
                <a:t> (R</a:t>
              </a:r>
              <a:r>
                <a:rPr kumimoji="0" lang="en-US" altLang="en-US" sz="3200" b="0" i="1" u="none" strike="noStrike" kern="0" cap="none" spc="0" normalizeH="0" baseline="-25000" noProof="0">
                  <a:ln>
                    <a:noFill/>
                  </a:ln>
                  <a:solidFill>
                    <a:srgbClr val="000000"/>
                  </a:solidFill>
                  <a:effectLst/>
                  <a:uLnTx/>
                  <a:uFillTx/>
                  <a:latin typeface="Calibri" panose="020F0502020204030204"/>
                  <a:ea typeface="ＭＳ Ｐゴシック" panose="020B0600070205080204" pitchFamily="34" charset="-128"/>
                  <a:cs typeface="Arial"/>
                </a:rPr>
                <a:t>c</a:t>
              </a:r>
              <a:r>
                <a:rPr kumimoji="0" lang="en-US" altLang="en-US" sz="2400" b="0" i="1" u="none" strike="noStrike" kern="0" cap="none" spc="0" normalizeH="0" baseline="-25000" noProof="0">
                  <a:ln>
                    <a:noFill/>
                  </a:ln>
                  <a:solidFill>
                    <a:srgbClr val="000000"/>
                  </a:solidFill>
                  <a:effectLst/>
                  <a:uLnTx/>
                  <a:uFillTx/>
                  <a:latin typeface="Calibri" panose="020F0502020204030204"/>
                  <a:ea typeface="ＭＳ Ｐゴシック" panose="020B0600070205080204" pitchFamily="34" charset="-128"/>
                  <a:cs typeface="Arial"/>
                </a:rPr>
                <a:t> </a:t>
              </a:r>
              <a:r>
                <a:rPr kumimoji="0" lang="en-US" altLang="en-US" sz="24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rPr>
                <a:t>bits/sec)</a:t>
              </a:r>
            </a:p>
          </p:txBody>
        </p:sp>
      </p:grpSp>
      <p:grpSp>
        <p:nvGrpSpPr>
          <p:cNvPr id="8" name="Group 7">
            <a:extLst>
              <a:ext uri="{FF2B5EF4-FFF2-40B4-BE49-F238E27FC236}">
                <a16:creationId xmlns:a16="http://schemas.microsoft.com/office/drawing/2014/main" id="{2A92D340-73A9-4F49-8534-B5C904B778B4}"/>
              </a:ext>
            </a:extLst>
          </p:cNvPr>
          <p:cNvGrpSpPr/>
          <p:nvPr/>
        </p:nvGrpSpPr>
        <p:grpSpPr>
          <a:xfrm>
            <a:off x="2071329" y="4013904"/>
            <a:ext cx="7826649" cy="763664"/>
            <a:chOff x="2071329" y="4013904"/>
            <a:chExt cx="7826649" cy="763664"/>
          </a:xfrm>
        </p:grpSpPr>
        <p:sp>
          <p:nvSpPr>
            <p:cNvPr id="290" name="AutoShape 350">
              <a:extLst>
                <a:ext uri="{FF2B5EF4-FFF2-40B4-BE49-F238E27FC236}">
                  <a16:creationId xmlns:a16="http://schemas.microsoft.com/office/drawing/2014/main" id="{3D33AE23-1C65-834A-A5D5-8D03E4720BAD}"/>
                </a:ext>
              </a:extLst>
            </p:cNvPr>
            <p:cNvSpPr>
              <a:spLocks noChangeArrowheads="1"/>
            </p:cNvSpPr>
            <p:nvPr/>
          </p:nvSpPr>
          <p:spPr bwMode="auto">
            <a:xfrm>
              <a:off x="9008978" y="4275842"/>
              <a:ext cx="889000" cy="485775"/>
            </a:xfrm>
            <a:prstGeom prst="rightArrow">
              <a:avLst>
                <a:gd name="adj1" fmla="val 50000"/>
                <a:gd name="adj2" fmla="val 45752"/>
              </a:avLst>
            </a:prstGeom>
            <a:gradFill rotWithShape="1">
              <a:gsLst>
                <a:gs pos="0">
                  <a:srgbClr val="FFFFFF"/>
                </a:gs>
                <a:gs pos="100000">
                  <a:srgbClr val="CC0000"/>
                </a:gs>
              </a:gsLst>
              <a:lin ang="0" scaled="1"/>
            </a:gradFill>
            <a:ln w="9525">
              <a:solidFill>
                <a:srgbClr val="CC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a:endParaRPr>
            </a:p>
          </p:txBody>
        </p:sp>
        <p:grpSp>
          <p:nvGrpSpPr>
            <p:cNvPr id="291" name="Group 335">
              <a:extLst>
                <a:ext uri="{FF2B5EF4-FFF2-40B4-BE49-F238E27FC236}">
                  <a16:creationId xmlns:a16="http://schemas.microsoft.com/office/drawing/2014/main" id="{1AB0D837-8757-A24A-AA3E-5914390BD015}"/>
                </a:ext>
              </a:extLst>
            </p:cNvPr>
            <p:cNvGrpSpPr>
              <a:grpSpLocks/>
            </p:cNvGrpSpPr>
            <p:nvPr/>
          </p:nvGrpSpPr>
          <p:grpSpPr bwMode="auto">
            <a:xfrm>
              <a:off x="3016469" y="4319954"/>
              <a:ext cx="2322512" cy="392112"/>
              <a:chOff x="2249" y="3430"/>
              <a:chExt cx="1389" cy="256"/>
            </a:xfrm>
          </p:grpSpPr>
          <p:sp>
            <p:nvSpPr>
              <p:cNvPr id="292" name="Oval 333">
                <a:extLst>
                  <a:ext uri="{FF2B5EF4-FFF2-40B4-BE49-F238E27FC236}">
                    <a16:creationId xmlns:a16="http://schemas.microsoft.com/office/drawing/2014/main" id="{6E6EF4F3-E324-EE41-857E-2F00CC4C3ACC}"/>
                  </a:ext>
                </a:extLst>
              </p:cNvPr>
              <p:cNvSpPr>
                <a:spLocks noChangeArrowheads="1"/>
              </p:cNvSpPr>
              <p:nvPr/>
            </p:nvSpPr>
            <p:spPr bwMode="auto">
              <a:xfrm>
                <a:off x="3569" y="3433"/>
                <a:ext cx="69" cy="253"/>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charset="0"/>
                  <a:ea typeface="ＭＳ Ｐゴシック" charset="0"/>
                  <a:cs typeface="ＭＳ Ｐゴシック" charset="0"/>
                </a:endParaRPr>
              </a:p>
            </p:txBody>
          </p:sp>
          <p:sp>
            <p:nvSpPr>
              <p:cNvPr id="293" name="Rectangle 332">
                <a:extLst>
                  <a:ext uri="{FF2B5EF4-FFF2-40B4-BE49-F238E27FC236}">
                    <a16:creationId xmlns:a16="http://schemas.microsoft.com/office/drawing/2014/main" id="{B2682ADB-A65B-D047-86A5-56687D6DFCC8}"/>
                  </a:ext>
                </a:extLst>
              </p:cNvPr>
              <p:cNvSpPr>
                <a:spLocks noChangeArrowheads="1"/>
              </p:cNvSpPr>
              <p:nvPr/>
            </p:nvSpPr>
            <p:spPr bwMode="auto">
              <a:xfrm>
                <a:off x="2275" y="3433"/>
                <a:ext cx="1326" cy="253"/>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charset="0"/>
                  <a:ea typeface="ＭＳ Ｐゴシック" charset="0"/>
                  <a:cs typeface="ＭＳ Ｐゴシック" charset="0"/>
                </a:endParaRPr>
              </a:p>
            </p:txBody>
          </p:sp>
          <p:sp>
            <p:nvSpPr>
              <p:cNvPr id="294" name="Oval 331">
                <a:extLst>
                  <a:ext uri="{FF2B5EF4-FFF2-40B4-BE49-F238E27FC236}">
                    <a16:creationId xmlns:a16="http://schemas.microsoft.com/office/drawing/2014/main" id="{C101BC4D-17C9-324C-82E8-C4AAA13D8A1D}"/>
                  </a:ext>
                </a:extLst>
              </p:cNvPr>
              <p:cNvSpPr>
                <a:spLocks noChangeArrowheads="1"/>
              </p:cNvSpPr>
              <p:nvPr/>
            </p:nvSpPr>
            <p:spPr bwMode="auto">
              <a:xfrm>
                <a:off x="2249" y="3430"/>
                <a:ext cx="69" cy="253"/>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a:endParaRPr>
              </a:p>
            </p:txBody>
          </p:sp>
          <p:sp>
            <p:nvSpPr>
              <p:cNvPr id="295" name="Rectangle 334">
                <a:extLst>
                  <a:ext uri="{FF2B5EF4-FFF2-40B4-BE49-F238E27FC236}">
                    <a16:creationId xmlns:a16="http://schemas.microsoft.com/office/drawing/2014/main" id="{4A8174FB-A99D-5C4E-ADC6-1958FC2B1BFF}"/>
                  </a:ext>
                </a:extLst>
              </p:cNvPr>
              <p:cNvSpPr>
                <a:spLocks noChangeArrowheads="1"/>
              </p:cNvSpPr>
              <p:nvPr/>
            </p:nvSpPr>
            <p:spPr bwMode="auto">
              <a:xfrm>
                <a:off x="3562" y="3438"/>
                <a:ext cx="44" cy="246"/>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charset="0"/>
                  <a:ea typeface="ＭＳ Ｐゴシック" charset="0"/>
                  <a:cs typeface="ＭＳ Ｐゴシック" charset="0"/>
                </a:endParaRPr>
              </a:p>
            </p:txBody>
          </p:sp>
        </p:grpSp>
        <p:grpSp>
          <p:nvGrpSpPr>
            <p:cNvPr id="296" name="Group 341">
              <a:extLst>
                <a:ext uri="{FF2B5EF4-FFF2-40B4-BE49-F238E27FC236}">
                  <a16:creationId xmlns:a16="http://schemas.microsoft.com/office/drawing/2014/main" id="{0EB2E33F-C4E3-1644-9D50-3FCE1862D72B}"/>
                </a:ext>
              </a:extLst>
            </p:cNvPr>
            <p:cNvGrpSpPr>
              <a:grpSpLocks/>
            </p:cNvGrpSpPr>
            <p:nvPr/>
          </p:nvGrpSpPr>
          <p:grpSpPr bwMode="auto">
            <a:xfrm>
              <a:off x="6475852" y="4196543"/>
              <a:ext cx="2801937" cy="581025"/>
              <a:chOff x="2249" y="3430"/>
              <a:chExt cx="1389" cy="256"/>
            </a:xfrm>
          </p:grpSpPr>
          <p:sp>
            <p:nvSpPr>
              <p:cNvPr id="297" name="Oval 342">
                <a:extLst>
                  <a:ext uri="{FF2B5EF4-FFF2-40B4-BE49-F238E27FC236}">
                    <a16:creationId xmlns:a16="http://schemas.microsoft.com/office/drawing/2014/main" id="{8B0433EF-9C73-5648-874B-82F2F6B3FE8A}"/>
                  </a:ext>
                </a:extLst>
              </p:cNvPr>
              <p:cNvSpPr>
                <a:spLocks noChangeArrowheads="1"/>
              </p:cNvSpPr>
              <p:nvPr/>
            </p:nvSpPr>
            <p:spPr bwMode="auto">
              <a:xfrm>
                <a:off x="3569" y="3433"/>
                <a:ext cx="69" cy="253"/>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charset="0"/>
                  <a:ea typeface="ＭＳ Ｐゴシック" charset="0"/>
                  <a:cs typeface="ＭＳ Ｐゴシック" charset="0"/>
                </a:endParaRPr>
              </a:p>
            </p:txBody>
          </p:sp>
          <p:sp>
            <p:nvSpPr>
              <p:cNvPr id="298" name="Rectangle 343">
                <a:extLst>
                  <a:ext uri="{FF2B5EF4-FFF2-40B4-BE49-F238E27FC236}">
                    <a16:creationId xmlns:a16="http://schemas.microsoft.com/office/drawing/2014/main" id="{4E0FBD5F-0BE8-F549-8413-D4068F104413}"/>
                  </a:ext>
                </a:extLst>
              </p:cNvPr>
              <p:cNvSpPr>
                <a:spLocks noChangeArrowheads="1"/>
              </p:cNvSpPr>
              <p:nvPr/>
            </p:nvSpPr>
            <p:spPr bwMode="auto">
              <a:xfrm>
                <a:off x="2275" y="3433"/>
                <a:ext cx="1326" cy="253"/>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charset="0"/>
                  <a:ea typeface="ＭＳ Ｐゴシック" charset="0"/>
                  <a:cs typeface="ＭＳ Ｐゴシック" charset="0"/>
                </a:endParaRPr>
              </a:p>
            </p:txBody>
          </p:sp>
          <p:sp>
            <p:nvSpPr>
              <p:cNvPr id="299" name="Oval 344">
                <a:extLst>
                  <a:ext uri="{FF2B5EF4-FFF2-40B4-BE49-F238E27FC236}">
                    <a16:creationId xmlns:a16="http://schemas.microsoft.com/office/drawing/2014/main" id="{48CAF989-114C-CC4C-8DBF-A27BA3216107}"/>
                  </a:ext>
                </a:extLst>
              </p:cNvPr>
              <p:cNvSpPr>
                <a:spLocks noChangeArrowheads="1"/>
              </p:cNvSpPr>
              <p:nvPr/>
            </p:nvSpPr>
            <p:spPr bwMode="auto">
              <a:xfrm>
                <a:off x="2249" y="3430"/>
                <a:ext cx="69" cy="253"/>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a:endParaRPr>
              </a:p>
            </p:txBody>
          </p:sp>
          <p:sp>
            <p:nvSpPr>
              <p:cNvPr id="300" name="Rectangle 345">
                <a:extLst>
                  <a:ext uri="{FF2B5EF4-FFF2-40B4-BE49-F238E27FC236}">
                    <a16:creationId xmlns:a16="http://schemas.microsoft.com/office/drawing/2014/main" id="{C659DCD3-540C-0146-BAAD-7DBA3AC0F7BE}"/>
                  </a:ext>
                </a:extLst>
              </p:cNvPr>
              <p:cNvSpPr>
                <a:spLocks noChangeArrowheads="1"/>
              </p:cNvSpPr>
              <p:nvPr/>
            </p:nvSpPr>
            <p:spPr bwMode="auto">
              <a:xfrm>
                <a:off x="3562" y="3438"/>
                <a:ext cx="44" cy="246"/>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charset="0"/>
                  <a:ea typeface="ＭＳ Ｐゴシック" charset="0"/>
                  <a:cs typeface="ＭＳ Ｐゴシック" charset="0"/>
                </a:endParaRPr>
              </a:p>
            </p:txBody>
          </p:sp>
        </p:grpSp>
        <p:sp>
          <p:nvSpPr>
            <p:cNvPr id="305" name="AutoShape 351">
              <a:extLst>
                <a:ext uri="{FF2B5EF4-FFF2-40B4-BE49-F238E27FC236}">
                  <a16:creationId xmlns:a16="http://schemas.microsoft.com/office/drawing/2014/main" id="{371DACA7-8356-6549-B395-6F1207E7F7B9}"/>
                </a:ext>
              </a:extLst>
            </p:cNvPr>
            <p:cNvSpPr>
              <a:spLocks noChangeArrowheads="1"/>
            </p:cNvSpPr>
            <p:nvPr/>
          </p:nvSpPr>
          <p:spPr bwMode="auto">
            <a:xfrm>
              <a:off x="5295542" y="4258379"/>
              <a:ext cx="1279525" cy="485775"/>
            </a:xfrm>
            <a:prstGeom prst="rightArrow">
              <a:avLst>
                <a:gd name="adj1" fmla="val 50000"/>
                <a:gd name="adj2" fmla="val 65850"/>
              </a:avLst>
            </a:prstGeom>
            <a:gradFill rotWithShape="1">
              <a:gsLst>
                <a:gs pos="0">
                  <a:srgbClr val="FFFFFF"/>
                </a:gs>
                <a:gs pos="100000">
                  <a:srgbClr val="CC0000"/>
                </a:gs>
              </a:gsLst>
              <a:lin ang="0" scaled="1"/>
            </a:gradFill>
            <a:ln w="9525">
              <a:solidFill>
                <a:srgbClr val="CC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a:endParaRPr>
            </a:p>
          </p:txBody>
        </p:sp>
        <p:sp>
          <p:nvSpPr>
            <p:cNvPr id="306" name="AutoShape 349">
              <a:extLst>
                <a:ext uri="{FF2B5EF4-FFF2-40B4-BE49-F238E27FC236}">
                  <a16:creationId xmlns:a16="http://schemas.microsoft.com/office/drawing/2014/main" id="{DAF93F8F-35E4-524B-97A1-6252C154B956}"/>
                </a:ext>
              </a:extLst>
            </p:cNvPr>
            <p:cNvSpPr>
              <a:spLocks noChangeArrowheads="1"/>
            </p:cNvSpPr>
            <p:nvPr/>
          </p:nvSpPr>
          <p:spPr bwMode="auto">
            <a:xfrm flipV="1">
              <a:off x="2071329" y="4013904"/>
              <a:ext cx="974725" cy="720725"/>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gradFill rotWithShape="1">
              <a:gsLst>
                <a:gs pos="0">
                  <a:srgbClr val="FFFFFF"/>
                </a:gs>
                <a:gs pos="100000">
                  <a:srgbClr val="CC0000"/>
                </a:gs>
              </a:gsLst>
              <a:lin ang="0" scaled="1"/>
            </a:gradFill>
            <a:ln w="9525">
              <a:solidFill>
                <a:srgbClr val="CC0000"/>
              </a:solidFill>
              <a:miter lim="800000"/>
              <a:headEnd/>
              <a:tailEnd/>
            </a:ln>
          </p:spPr>
          <p:txBody>
            <a:bodyPr rot="10800000"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grpSp>
      <p:cxnSp>
        <p:nvCxnSpPr>
          <p:cNvPr id="4" name="Straight Connector 3">
            <a:extLst>
              <a:ext uri="{FF2B5EF4-FFF2-40B4-BE49-F238E27FC236}">
                <a16:creationId xmlns:a16="http://schemas.microsoft.com/office/drawing/2014/main" id="{491116CC-72E2-1E41-B441-B2A46728B7B8}"/>
              </a:ext>
            </a:extLst>
          </p:cNvPr>
          <p:cNvCxnSpPr/>
          <p:nvPr/>
        </p:nvCxnSpPr>
        <p:spPr>
          <a:xfrm>
            <a:off x="2663444" y="4956164"/>
            <a:ext cx="0" cy="499262"/>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5" name="Straight Connector 314">
            <a:extLst>
              <a:ext uri="{FF2B5EF4-FFF2-40B4-BE49-F238E27FC236}">
                <a16:creationId xmlns:a16="http://schemas.microsoft.com/office/drawing/2014/main" id="{0240B1B8-8762-A749-A5D9-196239F727C6}"/>
              </a:ext>
            </a:extLst>
          </p:cNvPr>
          <p:cNvCxnSpPr/>
          <p:nvPr/>
        </p:nvCxnSpPr>
        <p:spPr>
          <a:xfrm>
            <a:off x="3671250" y="4571341"/>
            <a:ext cx="0" cy="499262"/>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6" name="Straight Connector 315">
            <a:extLst>
              <a:ext uri="{FF2B5EF4-FFF2-40B4-BE49-F238E27FC236}">
                <a16:creationId xmlns:a16="http://schemas.microsoft.com/office/drawing/2014/main" id="{8FDF4627-F3A2-F640-9920-1210DF3A14EE}"/>
              </a:ext>
            </a:extLst>
          </p:cNvPr>
          <p:cNvCxnSpPr/>
          <p:nvPr/>
        </p:nvCxnSpPr>
        <p:spPr>
          <a:xfrm>
            <a:off x="7773171" y="4574886"/>
            <a:ext cx="0" cy="499262"/>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74" name="Slide Number Placeholder 5">
            <a:extLst>
              <a:ext uri="{FF2B5EF4-FFF2-40B4-BE49-F238E27FC236}">
                <a16:creationId xmlns:a16="http://schemas.microsoft.com/office/drawing/2014/main" id="{4DCC6A02-3817-1E4F-92DD-D0AA6AC8445A}"/>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Introduction: 1-</a:t>
            </a:r>
            <a:fld id="{C4204591-24BD-A542-B9D5-F8D8A88D2FEE}" type="slidenum">
              <a:rPr lang="en-US" smtClean="0"/>
              <a:pPr/>
              <a:t>28</a:t>
            </a:fld>
            <a:endParaRPr lang="en-US"/>
          </a:p>
        </p:txBody>
      </p:sp>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EB0422E6-1AC4-101C-943F-E0B07F185F65}"/>
                  </a:ext>
                </a:extLst>
              </p14:cNvPr>
              <p14:cNvContentPartPr/>
              <p14:nvPr/>
            </p14:nvContentPartPr>
            <p14:xfrm>
              <a:off x="2113560" y="1817280"/>
              <a:ext cx="8789040" cy="4411440"/>
            </p14:xfrm>
          </p:contentPart>
        </mc:Choice>
        <mc:Fallback>
          <p:pic>
            <p:nvPicPr>
              <p:cNvPr id="3" name="Ink 2">
                <a:extLst>
                  <a:ext uri="{FF2B5EF4-FFF2-40B4-BE49-F238E27FC236}">
                    <a16:creationId xmlns:a16="http://schemas.microsoft.com/office/drawing/2014/main" id="{EB0422E6-1AC4-101C-943F-E0B07F185F65}"/>
                  </a:ext>
                </a:extLst>
              </p:cNvPr>
              <p:cNvPicPr/>
              <p:nvPr/>
            </p:nvPicPr>
            <p:blipFill>
              <a:blip r:embed="rId5"/>
              <a:stretch>
                <a:fillRect/>
              </a:stretch>
            </p:blipFill>
            <p:spPr>
              <a:xfrm>
                <a:off x="2104200" y="1807920"/>
                <a:ext cx="8807760" cy="4430160"/>
              </a:xfrm>
              <a:prstGeom prst="rect">
                <a:avLst/>
              </a:prstGeom>
            </p:spPr>
          </p:pic>
        </mc:Fallback>
      </mc:AlternateContent>
    </p:spTree>
    <p:extLst>
      <p:ext uri="{BB962C8B-B14F-4D97-AF65-F5344CB8AC3E}">
        <p14:creationId xmlns:p14="http://schemas.microsoft.com/office/powerpoint/2010/main" val="1703818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01"/>
                                        </p:tgtEl>
                                        <p:attrNameLst>
                                          <p:attrName>style.visibility</p:attrName>
                                        </p:attrNameLst>
                                      </p:cBhvr>
                                      <p:to>
                                        <p:strVal val="visible"/>
                                      </p:to>
                                    </p:set>
                                    <p:animEffect transition="in" filter="dissolve">
                                      <p:cBhvr>
                                        <p:cTn id="7" dur="500"/>
                                        <p:tgtEl>
                                          <p:spTgt spid="301"/>
                                        </p:tgtEl>
                                      </p:cBhvr>
                                    </p:animEffect>
                                  </p:childTnLst>
                                </p:cTn>
                              </p:par>
                              <p:par>
                                <p:cTn id="8" presetID="9"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dissolve">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25267" y="291947"/>
            <a:ext cx="10515600" cy="894622"/>
          </a:xfrm>
        </p:spPr>
        <p:txBody>
          <a:bodyPr>
            <a:normAutofit/>
          </a:bodyPr>
          <a:lstStyle/>
          <a:p>
            <a:r>
              <a:rPr lang="en-US" altLang="en-US" sz="4400">
                <a:ea typeface="ＭＳ Ｐゴシック" panose="020B0600070205080204" pitchFamily="34" charset="-128"/>
              </a:rPr>
              <a:t>Throughput: network scenario</a:t>
            </a:r>
            <a:endParaRPr lang="en-US" sz="4400"/>
          </a:p>
        </p:txBody>
      </p:sp>
      <p:grpSp>
        <p:nvGrpSpPr>
          <p:cNvPr id="3" name="Group 2">
            <a:extLst>
              <a:ext uri="{FF2B5EF4-FFF2-40B4-BE49-F238E27FC236}">
                <a16:creationId xmlns:a16="http://schemas.microsoft.com/office/drawing/2014/main" id="{30BDC7F4-E0CA-5441-8A92-F3458106F4EB}"/>
              </a:ext>
            </a:extLst>
          </p:cNvPr>
          <p:cNvGrpSpPr/>
          <p:nvPr/>
        </p:nvGrpSpPr>
        <p:grpSpPr>
          <a:xfrm>
            <a:off x="1066778" y="1303830"/>
            <a:ext cx="4754562" cy="5021997"/>
            <a:chOff x="6096000" y="1390614"/>
            <a:chExt cx="4754562" cy="5021997"/>
          </a:xfrm>
        </p:grpSpPr>
        <p:sp>
          <p:nvSpPr>
            <p:cNvPr id="602" name="Text Box 44">
              <a:extLst>
                <a:ext uri="{FF2B5EF4-FFF2-40B4-BE49-F238E27FC236}">
                  <a16:creationId xmlns:a16="http://schemas.microsoft.com/office/drawing/2014/main" id="{42F82D1E-8ED4-4F44-9C3C-BDFDC81291EA}"/>
                </a:ext>
              </a:extLst>
            </p:cNvPr>
            <p:cNvSpPr txBox="1">
              <a:spLocks noChangeArrowheads="1"/>
            </p:cNvSpPr>
            <p:nvPr/>
          </p:nvSpPr>
          <p:spPr bwMode="auto">
            <a:xfrm>
              <a:off x="6096000" y="5581614"/>
              <a:ext cx="475456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rPr>
                <a:t>10 connections (fairly) share backbone bottleneck link </a:t>
              </a:r>
              <a:r>
                <a:rPr kumimoji="0" lang="en-US" altLang="en-US" sz="2400" b="0" i="1" u="none" strike="noStrike" kern="120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rPr>
                <a:t>R</a:t>
              </a:r>
              <a:r>
                <a:rPr kumimoji="0" lang="en-US" altLang="en-US" sz="2400" b="0" i="0" u="none" strike="noStrike" kern="1200" cap="none" spc="0" normalizeH="0" baseline="-25000" noProof="0">
                  <a:ln>
                    <a:noFill/>
                  </a:ln>
                  <a:solidFill>
                    <a:srgbClr val="000000"/>
                  </a:solidFill>
                  <a:effectLst/>
                  <a:uLnTx/>
                  <a:uFillTx/>
                  <a:latin typeface="Calibri" panose="020F0502020204030204"/>
                  <a:ea typeface="ＭＳ Ｐゴシック" panose="020B0600070205080204" pitchFamily="34" charset="-128"/>
                  <a:cs typeface="Arial"/>
                </a:rPr>
                <a:t> </a:t>
              </a:r>
              <a:r>
                <a:rPr kumimoji="0" lang="en-US" altLang="en-US" sz="2400" b="0" i="0" u="none" strike="noStrike" kern="120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rPr>
                <a:t>bits/sec</a:t>
              </a:r>
            </a:p>
          </p:txBody>
        </p:sp>
        <p:sp>
          <p:nvSpPr>
            <p:cNvPr id="603" name="Freeform 296">
              <a:extLst>
                <a:ext uri="{FF2B5EF4-FFF2-40B4-BE49-F238E27FC236}">
                  <a16:creationId xmlns:a16="http://schemas.microsoft.com/office/drawing/2014/main" id="{12223E81-DDE4-C440-BABA-D7BC48DB125E}"/>
                </a:ext>
              </a:extLst>
            </p:cNvPr>
            <p:cNvSpPr>
              <a:spLocks/>
            </p:cNvSpPr>
            <p:nvPr/>
          </p:nvSpPr>
          <p:spPr bwMode="auto">
            <a:xfrm>
              <a:off x="6742112" y="2666964"/>
              <a:ext cx="3127375" cy="1498600"/>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04" name="Text Box 35">
              <a:extLst>
                <a:ext uri="{FF2B5EF4-FFF2-40B4-BE49-F238E27FC236}">
                  <a16:creationId xmlns:a16="http://schemas.microsoft.com/office/drawing/2014/main" id="{8E3A2589-33AD-0948-8AAD-49FBF5318781}"/>
                </a:ext>
              </a:extLst>
            </p:cNvPr>
            <p:cNvSpPr txBox="1">
              <a:spLocks noChangeArrowheads="1"/>
            </p:cNvSpPr>
            <p:nvPr/>
          </p:nvSpPr>
          <p:spPr bwMode="auto">
            <a:xfrm>
              <a:off x="6605587" y="2290727"/>
              <a:ext cx="6762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rPr>
                <a:t>R</a:t>
              </a:r>
              <a:r>
                <a:rPr kumimoji="0" lang="en-US" altLang="en-US" sz="3200" b="0" i="0" u="none" strike="noStrike" kern="1200" cap="none" spc="0" normalizeH="0" baseline="-25000" noProof="0">
                  <a:ln>
                    <a:noFill/>
                  </a:ln>
                  <a:solidFill>
                    <a:srgbClr val="000000"/>
                  </a:solidFill>
                  <a:effectLst/>
                  <a:uLnTx/>
                  <a:uFillTx/>
                  <a:latin typeface="Calibri" panose="020F0502020204030204"/>
                  <a:ea typeface="ＭＳ Ｐゴシック" panose="020B0600070205080204" pitchFamily="34" charset="-128"/>
                  <a:cs typeface="Arial"/>
                </a:rPr>
                <a:t>s</a:t>
              </a:r>
              <a:endParaRPr kumimoji="0" lang="en-US" altLang="en-US" sz="2400" b="0" i="0" u="none" strike="noStrike" kern="120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05" name="Oval 40">
              <a:extLst>
                <a:ext uri="{FF2B5EF4-FFF2-40B4-BE49-F238E27FC236}">
                  <a16:creationId xmlns:a16="http://schemas.microsoft.com/office/drawing/2014/main" id="{8D4D9D6D-6FB5-AA4B-B509-A8973E6C8AC9}"/>
                </a:ext>
              </a:extLst>
            </p:cNvPr>
            <p:cNvSpPr>
              <a:spLocks noChangeArrowheads="1"/>
            </p:cNvSpPr>
            <p:nvPr/>
          </p:nvSpPr>
          <p:spPr bwMode="auto">
            <a:xfrm rot="5400000">
              <a:off x="8470106" y="3718683"/>
              <a:ext cx="50800" cy="525462"/>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000000"/>
                </a:solidFill>
                <a:effectLst/>
                <a:uLnTx/>
                <a:uFillTx/>
                <a:latin typeface="Calibri" panose="020F0502020204030204"/>
                <a:ea typeface="ＭＳ Ｐゴシック" charset="0"/>
                <a:cs typeface="ＭＳ Ｐゴシック" charset="0"/>
              </a:endParaRPr>
            </a:p>
          </p:txBody>
        </p:sp>
        <p:sp>
          <p:nvSpPr>
            <p:cNvPr id="606" name="Rectangle 41">
              <a:extLst>
                <a:ext uri="{FF2B5EF4-FFF2-40B4-BE49-F238E27FC236}">
                  <a16:creationId xmlns:a16="http://schemas.microsoft.com/office/drawing/2014/main" id="{557406FF-659D-D646-B73D-12838ED2BD49}"/>
                </a:ext>
              </a:extLst>
            </p:cNvPr>
            <p:cNvSpPr>
              <a:spLocks noChangeArrowheads="1"/>
            </p:cNvSpPr>
            <p:nvPr/>
          </p:nvSpPr>
          <p:spPr bwMode="auto">
            <a:xfrm rot="5400000">
              <a:off x="8003381" y="3224971"/>
              <a:ext cx="984250" cy="525462"/>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000000"/>
                </a:solidFill>
                <a:effectLst/>
                <a:uLnTx/>
                <a:uFillTx/>
                <a:latin typeface="Calibri" panose="020F0502020204030204"/>
                <a:ea typeface="ＭＳ Ｐゴシック" charset="0"/>
                <a:cs typeface="ＭＳ Ｐゴシック" charset="0"/>
              </a:endParaRPr>
            </a:p>
          </p:txBody>
        </p:sp>
        <p:sp>
          <p:nvSpPr>
            <p:cNvPr id="607" name="Oval 42">
              <a:extLst>
                <a:ext uri="{FF2B5EF4-FFF2-40B4-BE49-F238E27FC236}">
                  <a16:creationId xmlns:a16="http://schemas.microsoft.com/office/drawing/2014/main" id="{0A481A93-ECB7-E246-837A-F6BC6402D6BD}"/>
                </a:ext>
              </a:extLst>
            </p:cNvPr>
            <p:cNvSpPr>
              <a:spLocks noChangeArrowheads="1"/>
            </p:cNvSpPr>
            <p:nvPr/>
          </p:nvSpPr>
          <p:spPr bwMode="auto">
            <a:xfrm rot="5400000">
              <a:off x="8474075" y="2739989"/>
              <a:ext cx="52387" cy="525463"/>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08" name="Rectangle 43">
              <a:extLst>
                <a:ext uri="{FF2B5EF4-FFF2-40B4-BE49-F238E27FC236}">
                  <a16:creationId xmlns:a16="http://schemas.microsoft.com/office/drawing/2014/main" id="{A6B95B4A-EADA-2646-8C69-44AD71FF2F13}"/>
                </a:ext>
              </a:extLst>
            </p:cNvPr>
            <p:cNvSpPr>
              <a:spLocks noChangeArrowheads="1"/>
            </p:cNvSpPr>
            <p:nvPr/>
          </p:nvSpPr>
          <p:spPr bwMode="auto">
            <a:xfrm rot="5400000">
              <a:off x="8474075" y="3711539"/>
              <a:ext cx="31750" cy="511175"/>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000000"/>
                </a:solidFill>
                <a:effectLst/>
                <a:uLnTx/>
                <a:uFillTx/>
                <a:latin typeface="Calibri" panose="020F0502020204030204"/>
                <a:ea typeface="ＭＳ Ｐゴシック" charset="0"/>
                <a:cs typeface="ＭＳ Ｐゴシック" charset="0"/>
              </a:endParaRPr>
            </a:p>
          </p:txBody>
        </p:sp>
        <p:sp>
          <p:nvSpPr>
            <p:cNvPr id="609" name="Oval 31">
              <a:extLst>
                <a:ext uri="{FF2B5EF4-FFF2-40B4-BE49-F238E27FC236}">
                  <a16:creationId xmlns:a16="http://schemas.microsoft.com/office/drawing/2014/main" id="{D34D4E69-9BEB-E84C-9C95-F587DC39C7FA}"/>
                </a:ext>
              </a:extLst>
            </p:cNvPr>
            <p:cNvSpPr>
              <a:spLocks noChangeArrowheads="1"/>
            </p:cNvSpPr>
            <p:nvPr/>
          </p:nvSpPr>
          <p:spPr bwMode="auto">
            <a:xfrm rot="1792560">
              <a:off x="7480300" y="2614577"/>
              <a:ext cx="38100" cy="158750"/>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000000"/>
                </a:solidFill>
                <a:effectLst/>
                <a:uLnTx/>
                <a:uFillTx/>
                <a:latin typeface="Calibri" panose="020F0502020204030204"/>
                <a:ea typeface="ＭＳ Ｐゴシック" charset="0"/>
                <a:cs typeface="ＭＳ Ｐゴシック" charset="0"/>
              </a:endParaRPr>
            </a:p>
          </p:txBody>
        </p:sp>
        <p:sp>
          <p:nvSpPr>
            <p:cNvPr id="610" name="Rectangle 32">
              <a:extLst>
                <a:ext uri="{FF2B5EF4-FFF2-40B4-BE49-F238E27FC236}">
                  <a16:creationId xmlns:a16="http://schemas.microsoft.com/office/drawing/2014/main" id="{AF4F01BC-E0BA-6145-9A94-C368A9DCD9FA}"/>
                </a:ext>
              </a:extLst>
            </p:cNvPr>
            <p:cNvSpPr>
              <a:spLocks noChangeArrowheads="1"/>
            </p:cNvSpPr>
            <p:nvPr/>
          </p:nvSpPr>
          <p:spPr bwMode="auto">
            <a:xfrm rot="1792560">
              <a:off x="6815137" y="2411377"/>
              <a:ext cx="730250" cy="158750"/>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000000"/>
                </a:solidFill>
                <a:effectLst/>
                <a:uLnTx/>
                <a:uFillTx/>
                <a:latin typeface="Calibri" panose="020F0502020204030204"/>
                <a:ea typeface="ＭＳ Ｐゴシック" charset="0"/>
                <a:cs typeface="ＭＳ Ｐゴシック" charset="0"/>
              </a:endParaRPr>
            </a:p>
          </p:txBody>
        </p:sp>
        <p:sp>
          <p:nvSpPr>
            <p:cNvPr id="611" name="Oval 33">
              <a:extLst>
                <a:ext uri="{FF2B5EF4-FFF2-40B4-BE49-F238E27FC236}">
                  <a16:creationId xmlns:a16="http://schemas.microsoft.com/office/drawing/2014/main" id="{0FB3506E-741A-1449-B57D-DCE4E8B681A0}"/>
                </a:ext>
              </a:extLst>
            </p:cNvPr>
            <p:cNvSpPr>
              <a:spLocks noChangeArrowheads="1"/>
            </p:cNvSpPr>
            <p:nvPr/>
          </p:nvSpPr>
          <p:spPr bwMode="auto">
            <a:xfrm rot="1792560">
              <a:off x="6850062" y="2211352"/>
              <a:ext cx="38100" cy="158750"/>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12" name="Rectangle 34">
              <a:extLst>
                <a:ext uri="{FF2B5EF4-FFF2-40B4-BE49-F238E27FC236}">
                  <a16:creationId xmlns:a16="http://schemas.microsoft.com/office/drawing/2014/main" id="{323C4318-B148-DC47-ABE2-1E709105E921}"/>
                </a:ext>
              </a:extLst>
            </p:cNvPr>
            <p:cNvSpPr>
              <a:spLocks noChangeArrowheads="1"/>
            </p:cNvSpPr>
            <p:nvPr/>
          </p:nvSpPr>
          <p:spPr bwMode="auto">
            <a:xfrm rot="1792560">
              <a:off x="7477125" y="2611402"/>
              <a:ext cx="23812" cy="153987"/>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000000"/>
                </a:solidFill>
                <a:effectLst/>
                <a:uLnTx/>
                <a:uFillTx/>
                <a:latin typeface="Calibri" panose="020F0502020204030204"/>
                <a:ea typeface="ＭＳ Ｐゴシック" charset="0"/>
                <a:cs typeface="ＭＳ Ｐゴシック" charset="0"/>
              </a:endParaRPr>
            </a:p>
          </p:txBody>
        </p:sp>
        <p:sp>
          <p:nvSpPr>
            <p:cNvPr id="613" name="Line 456">
              <a:extLst>
                <a:ext uri="{FF2B5EF4-FFF2-40B4-BE49-F238E27FC236}">
                  <a16:creationId xmlns:a16="http://schemas.microsoft.com/office/drawing/2014/main" id="{8173438F-0B9B-B64F-A181-BAB4D0B2F0C7}"/>
                </a:ext>
              </a:extLst>
            </p:cNvPr>
            <p:cNvSpPr>
              <a:spLocks noChangeShapeType="1"/>
            </p:cNvSpPr>
            <p:nvPr/>
          </p:nvSpPr>
          <p:spPr bwMode="auto">
            <a:xfrm rot="1792560">
              <a:off x="6686550" y="2482814"/>
              <a:ext cx="955675" cy="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14" name="Oval 469">
              <a:extLst>
                <a:ext uri="{FF2B5EF4-FFF2-40B4-BE49-F238E27FC236}">
                  <a16:creationId xmlns:a16="http://schemas.microsoft.com/office/drawing/2014/main" id="{7E85E8A1-86AF-324B-8460-F6A7D5EAC092}"/>
                </a:ext>
              </a:extLst>
            </p:cNvPr>
            <p:cNvSpPr>
              <a:spLocks noChangeArrowheads="1"/>
            </p:cNvSpPr>
            <p:nvPr/>
          </p:nvSpPr>
          <p:spPr bwMode="auto">
            <a:xfrm rot="2768172">
              <a:off x="7989887" y="2617752"/>
              <a:ext cx="47625" cy="142875"/>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000000"/>
                </a:solidFill>
                <a:effectLst/>
                <a:uLnTx/>
                <a:uFillTx/>
                <a:latin typeface="Calibri" panose="020F0502020204030204"/>
                <a:ea typeface="ＭＳ Ｐゴシック" charset="0"/>
                <a:cs typeface="ＭＳ Ｐゴシック" charset="0"/>
              </a:endParaRPr>
            </a:p>
          </p:txBody>
        </p:sp>
        <p:sp>
          <p:nvSpPr>
            <p:cNvPr id="615" name="Rectangle 470">
              <a:extLst>
                <a:ext uri="{FF2B5EF4-FFF2-40B4-BE49-F238E27FC236}">
                  <a16:creationId xmlns:a16="http://schemas.microsoft.com/office/drawing/2014/main" id="{55557922-2CFC-1B45-B737-1FBBBEAE269A}"/>
                </a:ext>
              </a:extLst>
            </p:cNvPr>
            <p:cNvSpPr>
              <a:spLocks noChangeArrowheads="1"/>
            </p:cNvSpPr>
            <p:nvPr/>
          </p:nvSpPr>
          <p:spPr bwMode="auto">
            <a:xfrm rot="2768172">
              <a:off x="7268369" y="2285170"/>
              <a:ext cx="915988" cy="142875"/>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000000"/>
                </a:solidFill>
                <a:effectLst/>
                <a:uLnTx/>
                <a:uFillTx/>
                <a:latin typeface="Calibri" panose="020F0502020204030204"/>
                <a:ea typeface="ＭＳ Ｐゴシック" charset="0"/>
                <a:cs typeface="ＭＳ Ｐゴシック" charset="0"/>
              </a:endParaRPr>
            </a:p>
          </p:txBody>
        </p:sp>
        <p:sp>
          <p:nvSpPr>
            <p:cNvPr id="616" name="Oval 471">
              <a:extLst>
                <a:ext uri="{FF2B5EF4-FFF2-40B4-BE49-F238E27FC236}">
                  <a16:creationId xmlns:a16="http://schemas.microsoft.com/office/drawing/2014/main" id="{5D3F57BE-8666-1D44-A006-F78419384E95}"/>
                </a:ext>
              </a:extLst>
            </p:cNvPr>
            <p:cNvSpPr>
              <a:spLocks noChangeArrowheads="1"/>
            </p:cNvSpPr>
            <p:nvPr/>
          </p:nvSpPr>
          <p:spPr bwMode="auto">
            <a:xfrm rot="2768172">
              <a:off x="7419975" y="1958939"/>
              <a:ext cx="47625" cy="142875"/>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17" name="Rectangle 472">
              <a:extLst>
                <a:ext uri="{FF2B5EF4-FFF2-40B4-BE49-F238E27FC236}">
                  <a16:creationId xmlns:a16="http://schemas.microsoft.com/office/drawing/2014/main" id="{64C792DE-6968-B34C-9D1B-D2467DCDD720}"/>
                </a:ext>
              </a:extLst>
            </p:cNvPr>
            <p:cNvSpPr>
              <a:spLocks noChangeArrowheads="1"/>
            </p:cNvSpPr>
            <p:nvPr/>
          </p:nvSpPr>
          <p:spPr bwMode="auto">
            <a:xfrm rot="2768172">
              <a:off x="7989887" y="2609814"/>
              <a:ext cx="30163" cy="138113"/>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000000"/>
                </a:solidFill>
                <a:effectLst/>
                <a:uLnTx/>
                <a:uFillTx/>
                <a:latin typeface="Calibri" panose="020F0502020204030204"/>
                <a:ea typeface="ＭＳ Ｐゴシック" charset="0"/>
                <a:cs typeface="ＭＳ Ｐゴシック" charset="0"/>
              </a:endParaRPr>
            </a:p>
          </p:txBody>
        </p:sp>
        <p:sp>
          <p:nvSpPr>
            <p:cNvPr id="618" name="Line 473">
              <a:extLst>
                <a:ext uri="{FF2B5EF4-FFF2-40B4-BE49-F238E27FC236}">
                  <a16:creationId xmlns:a16="http://schemas.microsoft.com/office/drawing/2014/main" id="{51F1769C-1A62-EC4E-B22E-FFF40B43E7CF}"/>
                </a:ext>
              </a:extLst>
            </p:cNvPr>
            <p:cNvSpPr>
              <a:spLocks noChangeShapeType="1"/>
            </p:cNvSpPr>
            <p:nvPr/>
          </p:nvSpPr>
          <p:spPr bwMode="auto">
            <a:xfrm rot="2768172">
              <a:off x="7111999" y="2341527"/>
              <a:ext cx="1196975" cy="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19" name="Oval 476">
              <a:extLst>
                <a:ext uri="{FF2B5EF4-FFF2-40B4-BE49-F238E27FC236}">
                  <a16:creationId xmlns:a16="http://schemas.microsoft.com/office/drawing/2014/main" id="{551553F9-6760-6E44-947E-2E2826C45546}"/>
                </a:ext>
              </a:extLst>
            </p:cNvPr>
            <p:cNvSpPr>
              <a:spLocks noChangeArrowheads="1"/>
            </p:cNvSpPr>
            <p:nvPr/>
          </p:nvSpPr>
          <p:spPr bwMode="auto">
            <a:xfrm rot="19807440" flipH="1">
              <a:off x="6943725" y="4467189"/>
              <a:ext cx="38100" cy="158750"/>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000000"/>
                </a:solidFill>
                <a:effectLst/>
                <a:uLnTx/>
                <a:uFillTx/>
                <a:latin typeface="Calibri" panose="020F0502020204030204"/>
                <a:ea typeface="ＭＳ Ｐゴシック" charset="0"/>
                <a:cs typeface="ＭＳ Ｐゴシック" charset="0"/>
              </a:endParaRPr>
            </a:p>
          </p:txBody>
        </p:sp>
        <p:sp>
          <p:nvSpPr>
            <p:cNvPr id="620" name="Rectangle 477">
              <a:extLst>
                <a:ext uri="{FF2B5EF4-FFF2-40B4-BE49-F238E27FC236}">
                  <a16:creationId xmlns:a16="http://schemas.microsoft.com/office/drawing/2014/main" id="{424063E3-158A-984A-BFC8-01ECC771823D}"/>
                </a:ext>
              </a:extLst>
            </p:cNvPr>
            <p:cNvSpPr>
              <a:spLocks noChangeArrowheads="1"/>
            </p:cNvSpPr>
            <p:nvPr/>
          </p:nvSpPr>
          <p:spPr bwMode="auto">
            <a:xfrm rot="19807440" flipH="1">
              <a:off x="6916737" y="4263989"/>
              <a:ext cx="730250" cy="158750"/>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000000"/>
                </a:solidFill>
                <a:effectLst/>
                <a:uLnTx/>
                <a:uFillTx/>
                <a:latin typeface="Calibri" panose="020F0502020204030204"/>
                <a:ea typeface="ＭＳ Ｐゴシック" charset="0"/>
                <a:cs typeface="ＭＳ Ｐゴシック" charset="0"/>
              </a:endParaRPr>
            </a:p>
          </p:txBody>
        </p:sp>
        <p:sp>
          <p:nvSpPr>
            <p:cNvPr id="621" name="Oval 478">
              <a:extLst>
                <a:ext uri="{FF2B5EF4-FFF2-40B4-BE49-F238E27FC236}">
                  <a16:creationId xmlns:a16="http://schemas.microsoft.com/office/drawing/2014/main" id="{E5AD8F86-97E2-7648-BE88-A4ABC6A350D0}"/>
                </a:ext>
              </a:extLst>
            </p:cNvPr>
            <p:cNvSpPr>
              <a:spLocks noChangeArrowheads="1"/>
            </p:cNvSpPr>
            <p:nvPr/>
          </p:nvSpPr>
          <p:spPr bwMode="auto">
            <a:xfrm rot="19807440" flipH="1">
              <a:off x="7575550" y="4063964"/>
              <a:ext cx="36512" cy="158750"/>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22" name="Rectangle 479">
              <a:extLst>
                <a:ext uri="{FF2B5EF4-FFF2-40B4-BE49-F238E27FC236}">
                  <a16:creationId xmlns:a16="http://schemas.microsoft.com/office/drawing/2014/main" id="{598EC6E7-BD77-134B-A756-3D43B04CC7E1}"/>
                </a:ext>
              </a:extLst>
            </p:cNvPr>
            <p:cNvSpPr>
              <a:spLocks noChangeArrowheads="1"/>
            </p:cNvSpPr>
            <p:nvPr/>
          </p:nvSpPr>
          <p:spPr bwMode="auto">
            <a:xfrm rot="19807440" flipH="1">
              <a:off x="6959600" y="4464014"/>
              <a:ext cx="23812" cy="153988"/>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000000"/>
                </a:solidFill>
                <a:effectLst/>
                <a:uLnTx/>
                <a:uFillTx/>
                <a:latin typeface="Calibri" panose="020F0502020204030204"/>
                <a:ea typeface="ＭＳ Ｐゴシック" charset="0"/>
                <a:cs typeface="ＭＳ Ｐゴシック" charset="0"/>
              </a:endParaRPr>
            </a:p>
          </p:txBody>
        </p:sp>
        <p:sp>
          <p:nvSpPr>
            <p:cNvPr id="623" name="Line 480">
              <a:extLst>
                <a:ext uri="{FF2B5EF4-FFF2-40B4-BE49-F238E27FC236}">
                  <a16:creationId xmlns:a16="http://schemas.microsoft.com/office/drawing/2014/main" id="{AFDCBA44-8593-C94C-9FA7-FED9DC63A55B}"/>
                </a:ext>
              </a:extLst>
            </p:cNvPr>
            <p:cNvSpPr>
              <a:spLocks noChangeShapeType="1"/>
            </p:cNvSpPr>
            <p:nvPr/>
          </p:nvSpPr>
          <p:spPr bwMode="auto">
            <a:xfrm rot="19807440" flipH="1">
              <a:off x="6821487" y="4335427"/>
              <a:ext cx="955675" cy="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24" name="Oval 483">
              <a:extLst>
                <a:ext uri="{FF2B5EF4-FFF2-40B4-BE49-F238E27FC236}">
                  <a16:creationId xmlns:a16="http://schemas.microsoft.com/office/drawing/2014/main" id="{9B669AE7-0EE8-EC41-9DC1-37D185E64362}"/>
                </a:ext>
              </a:extLst>
            </p:cNvPr>
            <p:cNvSpPr>
              <a:spLocks noChangeArrowheads="1"/>
            </p:cNvSpPr>
            <p:nvPr/>
          </p:nvSpPr>
          <p:spPr bwMode="auto">
            <a:xfrm rot="18831828" flipV="1">
              <a:off x="8197850" y="4240177"/>
              <a:ext cx="47625" cy="142875"/>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000000"/>
                </a:solidFill>
                <a:effectLst/>
                <a:uLnTx/>
                <a:uFillTx/>
                <a:latin typeface="Calibri" panose="020F0502020204030204"/>
                <a:ea typeface="ＭＳ Ｐゴシック" charset="0"/>
                <a:cs typeface="ＭＳ Ｐゴシック" charset="0"/>
              </a:endParaRPr>
            </a:p>
          </p:txBody>
        </p:sp>
        <p:sp>
          <p:nvSpPr>
            <p:cNvPr id="625" name="Rectangle 484">
              <a:extLst>
                <a:ext uri="{FF2B5EF4-FFF2-40B4-BE49-F238E27FC236}">
                  <a16:creationId xmlns:a16="http://schemas.microsoft.com/office/drawing/2014/main" id="{C65A0801-59C0-0744-8000-2F197C940E78}"/>
                </a:ext>
              </a:extLst>
            </p:cNvPr>
            <p:cNvSpPr>
              <a:spLocks noChangeArrowheads="1"/>
            </p:cNvSpPr>
            <p:nvPr/>
          </p:nvSpPr>
          <p:spPr bwMode="auto">
            <a:xfrm rot="18831828" flipV="1">
              <a:off x="7475537" y="4571964"/>
              <a:ext cx="917575" cy="142875"/>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000000"/>
                </a:solidFill>
                <a:effectLst/>
                <a:uLnTx/>
                <a:uFillTx/>
                <a:latin typeface="Calibri" panose="020F0502020204030204"/>
                <a:ea typeface="ＭＳ Ｐゴシック" charset="0"/>
                <a:cs typeface="ＭＳ Ｐゴシック" charset="0"/>
              </a:endParaRPr>
            </a:p>
          </p:txBody>
        </p:sp>
        <p:sp>
          <p:nvSpPr>
            <p:cNvPr id="626" name="Oval 485">
              <a:extLst>
                <a:ext uri="{FF2B5EF4-FFF2-40B4-BE49-F238E27FC236}">
                  <a16:creationId xmlns:a16="http://schemas.microsoft.com/office/drawing/2014/main" id="{618A0B18-5A9F-C940-A80E-7B06B49B60F9}"/>
                </a:ext>
              </a:extLst>
            </p:cNvPr>
            <p:cNvSpPr>
              <a:spLocks noChangeArrowheads="1"/>
            </p:cNvSpPr>
            <p:nvPr/>
          </p:nvSpPr>
          <p:spPr bwMode="auto">
            <a:xfrm rot="18831828" flipV="1">
              <a:off x="7629525" y="4898989"/>
              <a:ext cx="47625" cy="142875"/>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27" name="Rectangle 486">
              <a:extLst>
                <a:ext uri="{FF2B5EF4-FFF2-40B4-BE49-F238E27FC236}">
                  <a16:creationId xmlns:a16="http://schemas.microsoft.com/office/drawing/2014/main" id="{0EC6AAEC-D5EF-0B44-AE75-B5161067D347}"/>
                </a:ext>
              </a:extLst>
            </p:cNvPr>
            <p:cNvSpPr>
              <a:spLocks noChangeArrowheads="1"/>
            </p:cNvSpPr>
            <p:nvPr/>
          </p:nvSpPr>
          <p:spPr bwMode="auto">
            <a:xfrm rot="18831828" flipV="1">
              <a:off x="8197850" y="4249702"/>
              <a:ext cx="30162" cy="138112"/>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000000"/>
                </a:solidFill>
                <a:effectLst/>
                <a:uLnTx/>
                <a:uFillTx/>
                <a:latin typeface="Calibri" panose="020F0502020204030204"/>
                <a:ea typeface="ＭＳ Ｐゴシック" charset="0"/>
                <a:cs typeface="ＭＳ Ｐゴシック" charset="0"/>
              </a:endParaRPr>
            </a:p>
          </p:txBody>
        </p:sp>
        <p:sp>
          <p:nvSpPr>
            <p:cNvPr id="628" name="Line 487">
              <a:extLst>
                <a:ext uri="{FF2B5EF4-FFF2-40B4-BE49-F238E27FC236}">
                  <a16:creationId xmlns:a16="http://schemas.microsoft.com/office/drawing/2014/main" id="{6C5A899D-7A45-874B-9EBC-4587CF6DE09E}"/>
                </a:ext>
              </a:extLst>
            </p:cNvPr>
            <p:cNvSpPr>
              <a:spLocks noChangeShapeType="1"/>
            </p:cNvSpPr>
            <p:nvPr/>
          </p:nvSpPr>
          <p:spPr bwMode="auto">
            <a:xfrm rot="18831828" flipV="1">
              <a:off x="7319962" y="4657690"/>
              <a:ext cx="1196975" cy="0"/>
            </a:xfrm>
            <a:prstGeom prst="line">
              <a:avLst/>
            </a:prstGeom>
            <a:noFill/>
            <a:ln w="38100">
              <a:solidFill>
                <a:srgbClr val="FF3300"/>
              </a:solidFill>
              <a:round/>
              <a:headEnd type="triangle" w="med" len="me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29" name="Oval 500">
              <a:extLst>
                <a:ext uri="{FF2B5EF4-FFF2-40B4-BE49-F238E27FC236}">
                  <a16:creationId xmlns:a16="http://schemas.microsoft.com/office/drawing/2014/main" id="{2C1CCE43-DB7D-AE44-BC92-2EC22940EC4F}"/>
                </a:ext>
              </a:extLst>
            </p:cNvPr>
            <p:cNvSpPr>
              <a:spLocks noChangeArrowheads="1"/>
            </p:cNvSpPr>
            <p:nvPr/>
          </p:nvSpPr>
          <p:spPr bwMode="auto">
            <a:xfrm rot="19807440" flipH="1">
              <a:off x="9150350" y="2586002"/>
              <a:ext cx="38100" cy="158750"/>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000000"/>
                </a:solidFill>
                <a:effectLst/>
                <a:uLnTx/>
                <a:uFillTx/>
                <a:latin typeface="Calibri" panose="020F0502020204030204"/>
                <a:ea typeface="ＭＳ Ｐゴシック" charset="0"/>
                <a:cs typeface="ＭＳ Ｐゴシック" charset="0"/>
              </a:endParaRPr>
            </a:p>
          </p:txBody>
        </p:sp>
        <p:sp>
          <p:nvSpPr>
            <p:cNvPr id="630" name="Rectangle 501">
              <a:extLst>
                <a:ext uri="{FF2B5EF4-FFF2-40B4-BE49-F238E27FC236}">
                  <a16:creationId xmlns:a16="http://schemas.microsoft.com/office/drawing/2014/main" id="{40D89921-5710-C74C-85E3-E00C000E60C7}"/>
                </a:ext>
              </a:extLst>
            </p:cNvPr>
            <p:cNvSpPr>
              <a:spLocks noChangeArrowheads="1"/>
            </p:cNvSpPr>
            <p:nvPr/>
          </p:nvSpPr>
          <p:spPr bwMode="auto">
            <a:xfrm rot="19807440" flipH="1">
              <a:off x="9123362" y="2382802"/>
              <a:ext cx="730250" cy="158750"/>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000000"/>
                </a:solidFill>
                <a:effectLst/>
                <a:uLnTx/>
                <a:uFillTx/>
                <a:latin typeface="Calibri" panose="020F0502020204030204"/>
                <a:ea typeface="ＭＳ Ｐゴシック" charset="0"/>
                <a:cs typeface="ＭＳ Ｐゴシック" charset="0"/>
              </a:endParaRPr>
            </a:p>
          </p:txBody>
        </p:sp>
        <p:sp>
          <p:nvSpPr>
            <p:cNvPr id="631" name="Oval 502">
              <a:extLst>
                <a:ext uri="{FF2B5EF4-FFF2-40B4-BE49-F238E27FC236}">
                  <a16:creationId xmlns:a16="http://schemas.microsoft.com/office/drawing/2014/main" id="{04ED2CB6-E629-0044-88FF-DD5D436E58BF}"/>
                </a:ext>
              </a:extLst>
            </p:cNvPr>
            <p:cNvSpPr>
              <a:spLocks noChangeArrowheads="1"/>
            </p:cNvSpPr>
            <p:nvPr/>
          </p:nvSpPr>
          <p:spPr bwMode="auto">
            <a:xfrm rot="19807440" flipH="1">
              <a:off x="9782175" y="2182777"/>
              <a:ext cx="36512" cy="158750"/>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32" name="Rectangle 503">
              <a:extLst>
                <a:ext uri="{FF2B5EF4-FFF2-40B4-BE49-F238E27FC236}">
                  <a16:creationId xmlns:a16="http://schemas.microsoft.com/office/drawing/2014/main" id="{0D6041B8-7217-4F4F-92D9-8F4D04231EDF}"/>
                </a:ext>
              </a:extLst>
            </p:cNvPr>
            <p:cNvSpPr>
              <a:spLocks noChangeArrowheads="1"/>
            </p:cNvSpPr>
            <p:nvPr/>
          </p:nvSpPr>
          <p:spPr bwMode="auto">
            <a:xfrm rot="19807440" flipH="1">
              <a:off x="9166225" y="2582827"/>
              <a:ext cx="25400" cy="153987"/>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000000"/>
                </a:solidFill>
                <a:effectLst/>
                <a:uLnTx/>
                <a:uFillTx/>
                <a:latin typeface="Calibri" panose="020F0502020204030204"/>
                <a:ea typeface="ＭＳ Ｐゴシック" charset="0"/>
                <a:cs typeface="ＭＳ Ｐゴシック" charset="0"/>
              </a:endParaRPr>
            </a:p>
          </p:txBody>
        </p:sp>
        <p:sp>
          <p:nvSpPr>
            <p:cNvPr id="633" name="Line 504">
              <a:extLst>
                <a:ext uri="{FF2B5EF4-FFF2-40B4-BE49-F238E27FC236}">
                  <a16:creationId xmlns:a16="http://schemas.microsoft.com/office/drawing/2014/main" id="{45C56574-1E78-FA49-9616-971A302E931F}"/>
                </a:ext>
              </a:extLst>
            </p:cNvPr>
            <p:cNvSpPr>
              <a:spLocks noChangeShapeType="1"/>
            </p:cNvSpPr>
            <p:nvPr/>
          </p:nvSpPr>
          <p:spPr bwMode="auto">
            <a:xfrm rot="19807440" flipH="1">
              <a:off x="9028112" y="2454239"/>
              <a:ext cx="955675" cy="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34" name="Oval 507">
              <a:extLst>
                <a:ext uri="{FF2B5EF4-FFF2-40B4-BE49-F238E27FC236}">
                  <a16:creationId xmlns:a16="http://schemas.microsoft.com/office/drawing/2014/main" id="{9F9B82D5-4B1D-6043-BBA5-D051EBBBCAD8}"/>
                </a:ext>
              </a:extLst>
            </p:cNvPr>
            <p:cNvSpPr>
              <a:spLocks noChangeArrowheads="1"/>
            </p:cNvSpPr>
            <p:nvPr/>
          </p:nvSpPr>
          <p:spPr bwMode="auto">
            <a:xfrm rot="1792560">
              <a:off x="9907587" y="4546564"/>
              <a:ext cx="38100" cy="158750"/>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000000"/>
                </a:solidFill>
                <a:effectLst/>
                <a:uLnTx/>
                <a:uFillTx/>
                <a:latin typeface="Calibri" panose="020F0502020204030204"/>
                <a:ea typeface="ＭＳ Ｐゴシック" charset="0"/>
                <a:cs typeface="ＭＳ Ｐゴシック" charset="0"/>
              </a:endParaRPr>
            </a:p>
          </p:txBody>
        </p:sp>
        <p:sp>
          <p:nvSpPr>
            <p:cNvPr id="635" name="Rectangle 508">
              <a:extLst>
                <a:ext uri="{FF2B5EF4-FFF2-40B4-BE49-F238E27FC236}">
                  <a16:creationId xmlns:a16="http://schemas.microsoft.com/office/drawing/2014/main" id="{0C717AD0-EA8E-2246-B4E3-6A0F4C1E9FA2}"/>
                </a:ext>
              </a:extLst>
            </p:cNvPr>
            <p:cNvSpPr>
              <a:spLocks noChangeArrowheads="1"/>
            </p:cNvSpPr>
            <p:nvPr/>
          </p:nvSpPr>
          <p:spPr bwMode="auto">
            <a:xfrm rot="1792560">
              <a:off x="9240837" y="4341777"/>
              <a:ext cx="731838" cy="158750"/>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000000"/>
                </a:solidFill>
                <a:effectLst/>
                <a:uLnTx/>
                <a:uFillTx/>
                <a:latin typeface="Calibri" panose="020F0502020204030204"/>
                <a:ea typeface="ＭＳ Ｐゴシック" charset="0"/>
                <a:cs typeface="ＭＳ Ｐゴシック" charset="0"/>
              </a:endParaRPr>
            </a:p>
          </p:txBody>
        </p:sp>
        <p:sp>
          <p:nvSpPr>
            <p:cNvPr id="636" name="Oval 509">
              <a:extLst>
                <a:ext uri="{FF2B5EF4-FFF2-40B4-BE49-F238E27FC236}">
                  <a16:creationId xmlns:a16="http://schemas.microsoft.com/office/drawing/2014/main" id="{EE3B1AF8-64A0-EC47-B91B-48B11E36D825}"/>
                </a:ext>
              </a:extLst>
            </p:cNvPr>
            <p:cNvSpPr>
              <a:spLocks noChangeArrowheads="1"/>
            </p:cNvSpPr>
            <p:nvPr/>
          </p:nvSpPr>
          <p:spPr bwMode="auto">
            <a:xfrm rot="1792560">
              <a:off x="9275762" y="4141752"/>
              <a:ext cx="38100" cy="158750"/>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37" name="Rectangle 510">
              <a:extLst>
                <a:ext uri="{FF2B5EF4-FFF2-40B4-BE49-F238E27FC236}">
                  <a16:creationId xmlns:a16="http://schemas.microsoft.com/office/drawing/2014/main" id="{860AFC74-9568-6A49-803C-0B2D793022B7}"/>
                </a:ext>
              </a:extLst>
            </p:cNvPr>
            <p:cNvSpPr>
              <a:spLocks noChangeArrowheads="1"/>
            </p:cNvSpPr>
            <p:nvPr/>
          </p:nvSpPr>
          <p:spPr bwMode="auto">
            <a:xfrm rot="1792560">
              <a:off x="9902825" y="4543389"/>
              <a:ext cx="25400" cy="152400"/>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000000"/>
                </a:solidFill>
                <a:effectLst/>
                <a:uLnTx/>
                <a:uFillTx/>
                <a:latin typeface="Calibri" panose="020F0502020204030204"/>
                <a:ea typeface="ＭＳ Ｐゴシック" charset="0"/>
                <a:cs typeface="ＭＳ Ｐゴシック" charset="0"/>
              </a:endParaRPr>
            </a:p>
          </p:txBody>
        </p:sp>
        <p:sp>
          <p:nvSpPr>
            <p:cNvPr id="638" name="Line 511">
              <a:extLst>
                <a:ext uri="{FF2B5EF4-FFF2-40B4-BE49-F238E27FC236}">
                  <a16:creationId xmlns:a16="http://schemas.microsoft.com/office/drawing/2014/main" id="{2B4EDB9F-73F1-C34D-96D9-5CDCB88B2124}"/>
                </a:ext>
              </a:extLst>
            </p:cNvPr>
            <p:cNvSpPr>
              <a:spLocks noChangeShapeType="1"/>
            </p:cNvSpPr>
            <p:nvPr/>
          </p:nvSpPr>
          <p:spPr bwMode="auto">
            <a:xfrm rot="1792560">
              <a:off x="9102725" y="4441789"/>
              <a:ext cx="1062037" cy="1270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39" name="Text Box 513">
              <a:extLst>
                <a:ext uri="{FF2B5EF4-FFF2-40B4-BE49-F238E27FC236}">
                  <a16:creationId xmlns:a16="http://schemas.microsoft.com/office/drawing/2014/main" id="{4778714E-EE95-9947-8879-8B2FE318CB66}"/>
                </a:ext>
              </a:extLst>
            </p:cNvPr>
            <p:cNvSpPr txBox="1">
              <a:spLocks noChangeArrowheads="1"/>
            </p:cNvSpPr>
            <p:nvPr/>
          </p:nvSpPr>
          <p:spPr bwMode="auto">
            <a:xfrm>
              <a:off x="7575550" y="1849402"/>
              <a:ext cx="6762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rPr>
                <a:t>R</a:t>
              </a:r>
              <a:r>
                <a:rPr kumimoji="0" lang="en-US" altLang="en-US" sz="3200" b="0" i="0" u="none" strike="noStrike" kern="1200" cap="none" spc="0" normalizeH="0" baseline="-25000" noProof="0">
                  <a:ln>
                    <a:noFill/>
                  </a:ln>
                  <a:solidFill>
                    <a:srgbClr val="000000"/>
                  </a:solidFill>
                  <a:effectLst/>
                  <a:uLnTx/>
                  <a:uFillTx/>
                  <a:latin typeface="Calibri" panose="020F0502020204030204"/>
                  <a:ea typeface="ＭＳ Ｐゴシック" panose="020B0600070205080204" pitchFamily="34" charset="-128"/>
                  <a:cs typeface="Arial"/>
                </a:rPr>
                <a:t>s</a:t>
              </a:r>
              <a:endParaRPr kumimoji="0" lang="en-US" altLang="en-US" sz="2400" b="0" i="0" u="none" strike="noStrike" kern="120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40" name="Text Box 514">
              <a:extLst>
                <a:ext uri="{FF2B5EF4-FFF2-40B4-BE49-F238E27FC236}">
                  <a16:creationId xmlns:a16="http://schemas.microsoft.com/office/drawing/2014/main" id="{60849EC9-A207-4C41-AD9D-A92DEE98BF4C}"/>
                </a:ext>
              </a:extLst>
            </p:cNvPr>
            <p:cNvSpPr txBox="1">
              <a:spLocks noChangeArrowheads="1"/>
            </p:cNvSpPr>
            <p:nvPr/>
          </p:nvSpPr>
          <p:spPr bwMode="auto">
            <a:xfrm>
              <a:off x="9402762" y="2357402"/>
              <a:ext cx="6762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rPr>
                <a:t>R</a:t>
              </a:r>
              <a:r>
                <a:rPr kumimoji="0" lang="en-US" altLang="en-US" sz="3200" b="0" i="0" u="none" strike="noStrike" kern="1200" cap="none" spc="0" normalizeH="0" baseline="-25000" noProof="0">
                  <a:ln>
                    <a:noFill/>
                  </a:ln>
                  <a:solidFill>
                    <a:srgbClr val="000000"/>
                  </a:solidFill>
                  <a:effectLst/>
                  <a:uLnTx/>
                  <a:uFillTx/>
                  <a:latin typeface="Calibri" panose="020F0502020204030204"/>
                  <a:ea typeface="ＭＳ Ｐゴシック" panose="020B0600070205080204" pitchFamily="34" charset="-128"/>
                  <a:cs typeface="Arial"/>
                </a:rPr>
                <a:t>s</a:t>
              </a:r>
              <a:endParaRPr kumimoji="0" lang="en-US" altLang="en-US" sz="2400" b="0" i="0" u="none" strike="noStrike" kern="120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41" name="Freeform 515">
              <a:extLst>
                <a:ext uri="{FF2B5EF4-FFF2-40B4-BE49-F238E27FC236}">
                  <a16:creationId xmlns:a16="http://schemas.microsoft.com/office/drawing/2014/main" id="{F6112B49-DFF7-4442-8AE0-8CF8CFAA614D}"/>
                </a:ext>
              </a:extLst>
            </p:cNvPr>
            <p:cNvSpPr>
              <a:spLocks/>
            </p:cNvSpPr>
            <p:nvPr/>
          </p:nvSpPr>
          <p:spPr bwMode="auto">
            <a:xfrm>
              <a:off x="7569200" y="2717764"/>
              <a:ext cx="800100" cy="1381125"/>
            </a:xfrm>
            <a:custGeom>
              <a:avLst/>
              <a:gdLst>
                <a:gd name="T0" fmla="*/ 0 w 504"/>
                <a:gd name="T1" fmla="*/ 0 h 870"/>
                <a:gd name="T2" fmla="*/ 2147483647 w 504"/>
                <a:gd name="T3" fmla="*/ 2147483647 h 870"/>
                <a:gd name="T4" fmla="*/ 2147483647 w 504"/>
                <a:gd name="T5" fmla="*/ 2147483647 h 870"/>
                <a:gd name="T6" fmla="*/ 2147483647 w 504"/>
                <a:gd name="T7" fmla="*/ 2147483647 h 870"/>
                <a:gd name="T8" fmla="*/ 2147483647 w 504"/>
                <a:gd name="T9" fmla="*/ 2147483647 h 870"/>
                <a:gd name="T10" fmla="*/ 2147483647 w 504"/>
                <a:gd name="T11" fmla="*/ 2147483647 h 870"/>
                <a:gd name="T12" fmla="*/ 2147483647 w 504"/>
                <a:gd name="T13" fmla="*/ 2147483647 h 870"/>
                <a:gd name="T14" fmla="*/ 2147483647 w 504"/>
                <a:gd name="T15" fmla="*/ 2147483647 h 870"/>
                <a:gd name="T16" fmla="*/ 2147483647 w 504"/>
                <a:gd name="T17" fmla="*/ 2147483647 h 870"/>
                <a:gd name="T18" fmla="*/ 2147483647 w 504"/>
                <a:gd name="T19" fmla="*/ 2147483647 h 87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04"/>
                <a:gd name="T31" fmla="*/ 0 h 870"/>
                <a:gd name="T32" fmla="*/ 504 w 504"/>
                <a:gd name="T33" fmla="*/ 870 h 87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04" h="870">
                  <a:moveTo>
                    <a:pt x="0" y="0"/>
                  </a:moveTo>
                  <a:cubicBezTo>
                    <a:pt x="21" y="11"/>
                    <a:pt x="79" y="44"/>
                    <a:pt x="129" y="63"/>
                  </a:cubicBezTo>
                  <a:cubicBezTo>
                    <a:pt x="179" y="82"/>
                    <a:pt x="255" y="102"/>
                    <a:pt x="299" y="112"/>
                  </a:cubicBezTo>
                  <a:cubicBezTo>
                    <a:pt x="343" y="122"/>
                    <a:pt x="362" y="116"/>
                    <a:pt x="392" y="121"/>
                  </a:cubicBezTo>
                  <a:cubicBezTo>
                    <a:pt x="417" y="124"/>
                    <a:pt x="469" y="100"/>
                    <a:pt x="479" y="145"/>
                  </a:cubicBezTo>
                  <a:cubicBezTo>
                    <a:pt x="490" y="191"/>
                    <a:pt x="504" y="700"/>
                    <a:pt x="490" y="772"/>
                  </a:cubicBezTo>
                  <a:cubicBezTo>
                    <a:pt x="477" y="845"/>
                    <a:pt x="447" y="842"/>
                    <a:pt x="406" y="839"/>
                  </a:cubicBezTo>
                  <a:cubicBezTo>
                    <a:pt x="365" y="836"/>
                    <a:pt x="323" y="835"/>
                    <a:pt x="286" y="833"/>
                  </a:cubicBezTo>
                  <a:cubicBezTo>
                    <a:pt x="250" y="831"/>
                    <a:pt x="226" y="822"/>
                    <a:pt x="192" y="828"/>
                  </a:cubicBezTo>
                  <a:cubicBezTo>
                    <a:pt x="158" y="834"/>
                    <a:pt x="107" y="861"/>
                    <a:pt x="84" y="870"/>
                  </a:cubicBezTo>
                </a:path>
              </a:pathLst>
            </a:custGeom>
            <a:noFill/>
            <a:ln w="38100">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42" name="Text Box 516">
              <a:extLst>
                <a:ext uri="{FF2B5EF4-FFF2-40B4-BE49-F238E27FC236}">
                  <a16:creationId xmlns:a16="http://schemas.microsoft.com/office/drawing/2014/main" id="{EFC98C88-858D-E34E-9C48-139358543E42}"/>
                </a:ext>
              </a:extLst>
            </p:cNvPr>
            <p:cNvSpPr txBox="1">
              <a:spLocks noChangeArrowheads="1"/>
            </p:cNvSpPr>
            <p:nvPr/>
          </p:nvSpPr>
          <p:spPr bwMode="auto">
            <a:xfrm>
              <a:off x="6583362" y="3833062"/>
              <a:ext cx="67468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rPr>
                <a:t>R</a:t>
              </a:r>
              <a:r>
                <a:rPr kumimoji="0" lang="en-US" altLang="en-US" sz="3200" b="0" i="0" u="none" strike="noStrike" kern="1200" cap="none" spc="0" normalizeH="0" baseline="-25000" noProof="0">
                  <a:ln>
                    <a:noFill/>
                  </a:ln>
                  <a:solidFill>
                    <a:srgbClr val="000000"/>
                  </a:solidFill>
                  <a:effectLst/>
                  <a:uLnTx/>
                  <a:uFillTx/>
                  <a:latin typeface="Calibri" panose="020F0502020204030204"/>
                  <a:ea typeface="ＭＳ Ｐゴシック" panose="020B0600070205080204" pitchFamily="34" charset="-128"/>
                  <a:cs typeface="Arial"/>
                </a:rPr>
                <a:t>c</a:t>
              </a:r>
              <a:endParaRPr kumimoji="0" lang="en-US" altLang="en-US" sz="2400" b="0" i="0" u="none" strike="noStrike" kern="120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43" name="Freeform 517">
              <a:extLst>
                <a:ext uri="{FF2B5EF4-FFF2-40B4-BE49-F238E27FC236}">
                  <a16:creationId xmlns:a16="http://schemas.microsoft.com/office/drawing/2014/main" id="{3FAF4BE0-D787-B34B-BA37-0770AC8BF2E1}"/>
                </a:ext>
              </a:extLst>
            </p:cNvPr>
            <p:cNvSpPr>
              <a:spLocks/>
            </p:cNvSpPr>
            <p:nvPr/>
          </p:nvSpPr>
          <p:spPr bwMode="auto">
            <a:xfrm>
              <a:off x="8032750" y="2695539"/>
              <a:ext cx="431800" cy="1570038"/>
            </a:xfrm>
            <a:custGeom>
              <a:avLst/>
              <a:gdLst>
                <a:gd name="T0" fmla="*/ 0 w 272"/>
                <a:gd name="T1" fmla="*/ 0 h 989"/>
                <a:gd name="T2" fmla="*/ 2147483647 w 272"/>
                <a:gd name="T3" fmla="*/ 2147483647 h 989"/>
                <a:gd name="T4" fmla="*/ 2147483647 w 272"/>
                <a:gd name="T5" fmla="*/ 2147483647 h 989"/>
                <a:gd name="T6" fmla="*/ 2147483647 w 272"/>
                <a:gd name="T7" fmla="*/ 2147483647 h 989"/>
                <a:gd name="T8" fmla="*/ 2147483647 w 272"/>
                <a:gd name="T9" fmla="*/ 2147483647 h 989"/>
                <a:gd name="T10" fmla="*/ 2147483647 w 272"/>
                <a:gd name="T11" fmla="*/ 2147483647 h 989"/>
                <a:gd name="T12" fmla="*/ 2147483647 w 272"/>
                <a:gd name="T13" fmla="*/ 2147483647 h 989"/>
                <a:gd name="T14" fmla="*/ 0 60000 65536"/>
                <a:gd name="T15" fmla="*/ 0 60000 65536"/>
                <a:gd name="T16" fmla="*/ 0 60000 65536"/>
                <a:gd name="T17" fmla="*/ 0 60000 65536"/>
                <a:gd name="T18" fmla="*/ 0 60000 65536"/>
                <a:gd name="T19" fmla="*/ 0 60000 65536"/>
                <a:gd name="T20" fmla="*/ 0 60000 65536"/>
                <a:gd name="T21" fmla="*/ 0 w 272"/>
                <a:gd name="T22" fmla="*/ 0 h 989"/>
                <a:gd name="T23" fmla="*/ 272 w 272"/>
                <a:gd name="T24" fmla="*/ 989 h 98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72" h="989">
                  <a:moveTo>
                    <a:pt x="0" y="0"/>
                  </a:moveTo>
                  <a:cubicBezTo>
                    <a:pt x="15" y="13"/>
                    <a:pt x="49" y="56"/>
                    <a:pt x="92" y="80"/>
                  </a:cubicBezTo>
                  <a:cubicBezTo>
                    <a:pt x="231" y="84"/>
                    <a:pt x="204" y="89"/>
                    <a:pt x="257" y="147"/>
                  </a:cubicBezTo>
                  <a:cubicBezTo>
                    <a:pt x="270" y="295"/>
                    <a:pt x="272" y="652"/>
                    <a:pt x="268" y="774"/>
                  </a:cubicBezTo>
                  <a:cubicBezTo>
                    <a:pt x="268" y="895"/>
                    <a:pt x="261" y="853"/>
                    <a:pt x="257" y="875"/>
                  </a:cubicBezTo>
                  <a:cubicBezTo>
                    <a:pt x="251" y="894"/>
                    <a:pt x="257" y="889"/>
                    <a:pt x="242" y="908"/>
                  </a:cubicBezTo>
                  <a:cubicBezTo>
                    <a:pt x="227" y="927"/>
                    <a:pt x="183" y="972"/>
                    <a:pt x="167" y="989"/>
                  </a:cubicBezTo>
                </a:path>
              </a:pathLst>
            </a:custGeom>
            <a:noFill/>
            <a:ln w="38100">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44" name="Freeform 518">
              <a:extLst>
                <a:ext uri="{FF2B5EF4-FFF2-40B4-BE49-F238E27FC236}">
                  <a16:creationId xmlns:a16="http://schemas.microsoft.com/office/drawing/2014/main" id="{9EF6A7FC-B534-4346-A5DD-041A4F1C6C62}"/>
                </a:ext>
              </a:extLst>
            </p:cNvPr>
            <p:cNvSpPr>
              <a:spLocks/>
            </p:cNvSpPr>
            <p:nvPr/>
          </p:nvSpPr>
          <p:spPr bwMode="auto">
            <a:xfrm>
              <a:off x="8616950" y="2679664"/>
              <a:ext cx="638175" cy="1538288"/>
            </a:xfrm>
            <a:custGeom>
              <a:avLst/>
              <a:gdLst>
                <a:gd name="T0" fmla="*/ 2147483647 w 402"/>
                <a:gd name="T1" fmla="*/ 0 h 969"/>
                <a:gd name="T2" fmla="*/ 2147483647 w 402"/>
                <a:gd name="T3" fmla="*/ 2147483647 h 969"/>
                <a:gd name="T4" fmla="*/ 2147483647 w 402"/>
                <a:gd name="T5" fmla="*/ 2147483647 h 969"/>
                <a:gd name="T6" fmla="*/ 2147483647 w 402"/>
                <a:gd name="T7" fmla="*/ 2147483647 h 969"/>
                <a:gd name="T8" fmla="*/ 2147483647 w 402"/>
                <a:gd name="T9" fmla="*/ 2147483647 h 969"/>
                <a:gd name="T10" fmla="*/ 2147483647 w 402"/>
                <a:gd name="T11" fmla="*/ 2147483647 h 969"/>
                <a:gd name="T12" fmla="*/ 2147483647 w 402"/>
                <a:gd name="T13" fmla="*/ 2147483647 h 969"/>
                <a:gd name="T14" fmla="*/ 2147483647 w 402"/>
                <a:gd name="T15" fmla="*/ 2147483647 h 969"/>
                <a:gd name="T16" fmla="*/ 2147483647 w 402"/>
                <a:gd name="T17" fmla="*/ 2147483647 h 96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02"/>
                <a:gd name="T28" fmla="*/ 0 h 969"/>
                <a:gd name="T29" fmla="*/ 402 w 402"/>
                <a:gd name="T30" fmla="*/ 969 h 96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02" h="969">
                  <a:moveTo>
                    <a:pt x="306" y="0"/>
                  </a:moveTo>
                  <a:cubicBezTo>
                    <a:pt x="295" y="5"/>
                    <a:pt x="262" y="24"/>
                    <a:pt x="240" y="36"/>
                  </a:cubicBezTo>
                  <a:cubicBezTo>
                    <a:pt x="218" y="48"/>
                    <a:pt x="199" y="58"/>
                    <a:pt x="174" y="72"/>
                  </a:cubicBezTo>
                  <a:cubicBezTo>
                    <a:pt x="149" y="86"/>
                    <a:pt x="115" y="101"/>
                    <a:pt x="90" y="119"/>
                  </a:cubicBezTo>
                  <a:cubicBezTo>
                    <a:pt x="64" y="136"/>
                    <a:pt x="72" y="127"/>
                    <a:pt x="25" y="178"/>
                  </a:cubicBezTo>
                  <a:cubicBezTo>
                    <a:pt x="14" y="223"/>
                    <a:pt x="0" y="732"/>
                    <a:pt x="14" y="804"/>
                  </a:cubicBezTo>
                  <a:cubicBezTo>
                    <a:pt x="27" y="877"/>
                    <a:pt x="53" y="854"/>
                    <a:pt x="98" y="871"/>
                  </a:cubicBezTo>
                  <a:cubicBezTo>
                    <a:pt x="144" y="888"/>
                    <a:pt x="209" y="884"/>
                    <a:pt x="261" y="900"/>
                  </a:cubicBezTo>
                  <a:cubicBezTo>
                    <a:pt x="312" y="916"/>
                    <a:pt x="373" y="955"/>
                    <a:pt x="402" y="969"/>
                  </a:cubicBezTo>
                </a:path>
              </a:pathLst>
            </a:custGeom>
            <a:noFill/>
            <a:ln w="38100">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45" name="Text Box 519">
              <a:extLst>
                <a:ext uri="{FF2B5EF4-FFF2-40B4-BE49-F238E27FC236}">
                  <a16:creationId xmlns:a16="http://schemas.microsoft.com/office/drawing/2014/main" id="{1E5107AF-4847-B347-A6D3-3304434E8FD3}"/>
                </a:ext>
              </a:extLst>
            </p:cNvPr>
            <p:cNvSpPr txBox="1">
              <a:spLocks noChangeArrowheads="1"/>
            </p:cNvSpPr>
            <p:nvPr/>
          </p:nvSpPr>
          <p:spPr bwMode="auto">
            <a:xfrm>
              <a:off x="7842250" y="4444964"/>
              <a:ext cx="6762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rPr>
                <a:t>R</a:t>
              </a:r>
              <a:r>
                <a:rPr kumimoji="0" lang="en-US" altLang="en-US" sz="3200" b="0" i="0" u="none" strike="noStrike" kern="1200" cap="none" spc="0" normalizeH="0" baseline="-25000" noProof="0">
                  <a:ln>
                    <a:noFill/>
                  </a:ln>
                  <a:solidFill>
                    <a:srgbClr val="000000"/>
                  </a:solidFill>
                  <a:effectLst/>
                  <a:uLnTx/>
                  <a:uFillTx/>
                  <a:latin typeface="Calibri" panose="020F0502020204030204"/>
                  <a:ea typeface="ＭＳ Ｐゴシック" panose="020B0600070205080204" pitchFamily="34" charset="-128"/>
                  <a:cs typeface="Arial"/>
                </a:rPr>
                <a:t>c</a:t>
              </a:r>
              <a:endParaRPr kumimoji="0" lang="en-US" altLang="en-US" sz="2400" b="0" i="0" u="none" strike="noStrike" kern="120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46" name="Text Box 520">
              <a:extLst>
                <a:ext uri="{FF2B5EF4-FFF2-40B4-BE49-F238E27FC236}">
                  <a16:creationId xmlns:a16="http://schemas.microsoft.com/office/drawing/2014/main" id="{7DD67220-8D5A-6E44-9C8F-8DC54227B25F}"/>
                </a:ext>
              </a:extLst>
            </p:cNvPr>
            <p:cNvSpPr txBox="1">
              <a:spLocks noChangeArrowheads="1"/>
            </p:cNvSpPr>
            <p:nvPr/>
          </p:nvSpPr>
          <p:spPr bwMode="auto">
            <a:xfrm>
              <a:off x="9529762" y="3932202"/>
              <a:ext cx="67468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rPr>
                <a:t>R</a:t>
              </a:r>
              <a:r>
                <a:rPr kumimoji="0" lang="en-US" altLang="en-US" sz="3200" b="0" i="0" u="none" strike="noStrike" kern="1200" cap="none" spc="0" normalizeH="0" baseline="-25000" noProof="0">
                  <a:ln>
                    <a:noFill/>
                  </a:ln>
                  <a:solidFill>
                    <a:srgbClr val="000000"/>
                  </a:solidFill>
                  <a:effectLst/>
                  <a:uLnTx/>
                  <a:uFillTx/>
                  <a:latin typeface="Calibri" panose="020F0502020204030204"/>
                  <a:ea typeface="ＭＳ Ｐゴシック" panose="020B0600070205080204" pitchFamily="34" charset="-128"/>
                  <a:cs typeface="Arial"/>
                </a:rPr>
                <a:t>c</a:t>
              </a:r>
              <a:endParaRPr kumimoji="0" lang="en-US" altLang="en-US" sz="2400" b="0" i="0" u="none" strike="noStrike" kern="120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47" name="Text Box 521">
              <a:extLst>
                <a:ext uri="{FF2B5EF4-FFF2-40B4-BE49-F238E27FC236}">
                  <a16:creationId xmlns:a16="http://schemas.microsoft.com/office/drawing/2014/main" id="{5252B1FF-D0A1-1D49-8AD4-E08822F2FA9A}"/>
                </a:ext>
              </a:extLst>
            </p:cNvPr>
            <p:cNvSpPr txBox="1">
              <a:spLocks noChangeArrowheads="1"/>
            </p:cNvSpPr>
            <p:nvPr/>
          </p:nvSpPr>
          <p:spPr bwMode="auto">
            <a:xfrm>
              <a:off x="8558212" y="3303552"/>
              <a:ext cx="6762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rPr>
                <a:t>R</a:t>
              </a:r>
            </a:p>
          </p:txBody>
        </p:sp>
        <p:grpSp>
          <p:nvGrpSpPr>
            <p:cNvPr id="649" name="Group 81">
              <a:extLst>
                <a:ext uri="{FF2B5EF4-FFF2-40B4-BE49-F238E27FC236}">
                  <a16:creationId xmlns:a16="http://schemas.microsoft.com/office/drawing/2014/main" id="{6FDBF652-A395-234F-BA73-32CC54B4720C}"/>
                </a:ext>
              </a:extLst>
            </p:cNvPr>
            <p:cNvGrpSpPr>
              <a:grpSpLocks/>
            </p:cNvGrpSpPr>
            <p:nvPr/>
          </p:nvGrpSpPr>
          <p:grpSpPr bwMode="auto">
            <a:xfrm>
              <a:off x="6435725" y="1730339"/>
              <a:ext cx="352425" cy="660400"/>
              <a:chOff x="4140" y="429"/>
              <a:chExt cx="1425" cy="2396"/>
            </a:xfrm>
          </p:grpSpPr>
          <p:sp>
            <p:nvSpPr>
              <p:cNvPr id="650" name="Freeform 82">
                <a:extLst>
                  <a:ext uri="{FF2B5EF4-FFF2-40B4-BE49-F238E27FC236}">
                    <a16:creationId xmlns:a16="http://schemas.microsoft.com/office/drawing/2014/main" id="{11ED42DE-3E1B-9B40-9A14-016018BA3CF5}"/>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51" name="Rectangle 83">
                <a:extLst>
                  <a:ext uri="{FF2B5EF4-FFF2-40B4-BE49-F238E27FC236}">
                    <a16:creationId xmlns:a16="http://schemas.microsoft.com/office/drawing/2014/main" id="{69066424-99FF-0247-8B01-B3EC332AA481}"/>
                  </a:ext>
                </a:extLst>
              </p:cNvPr>
              <p:cNvSpPr>
                <a:spLocks noChangeArrowheads="1"/>
              </p:cNvSpPr>
              <p:nvPr/>
            </p:nvSpPr>
            <p:spPr bwMode="auto">
              <a:xfrm>
                <a:off x="4204" y="429"/>
                <a:ext cx="1046" cy="2287"/>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52" name="Freeform 84">
                <a:extLst>
                  <a:ext uri="{FF2B5EF4-FFF2-40B4-BE49-F238E27FC236}">
                    <a16:creationId xmlns:a16="http://schemas.microsoft.com/office/drawing/2014/main" id="{024DB4DC-EB26-FF42-8E20-FFB6C8EFBD95}"/>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53" name="Freeform 85">
                <a:extLst>
                  <a:ext uri="{FF2B5EF4-FFF2-40B4-BE49-F238E27FC236}">
                    <a16:creationId xmlns:a16="http://schemas.microsoft.com/office/drawing/2014/main" id="{E2B0F75E-1C81-FF41-A3F5-E7ADC8B671EA}"/>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54" name="Rectangle 86">
                <a:extLst>
                  <a:ext uri="{FF2B5EF4-FFF2-40B4-BE49-F238E27FC236}">
                    <a16:creationId xmlns:a16="http://schemas.microsoft.com/office/drawing/2014/main" id="{223D30BF-8699-6A44-AEB2-35D0F31FABD6}"/>
                  </a:ext>
                </a:extLst>
              </p:cNvPr>
              <p:cNvSpPr>
                <a:spLocks noChangeArrowheads="1"/>
              </p:cNvSpPr>
              <p:nvPr/>
            </p:nvSpPr>
            <p:spPr bwMode="auto">
              <a:xfrm>
                <a:off x="4211" y="694"/>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655" name="Group 87">
                <a:extLst>
                  <a:ext uri="{FF2B5EF4-FFF2-40B4-BE49-F238E27FC236}">
                    <a16:creationId xmlns:a16="http://schemas.microsoft.com/office/drawing/2014/main" id="{2B7A3D5E-6156-0044-BF32-DFE6857F6F3A}"/>
                  </a:ext>
                </a:extLst>
              </p:cNvPr>
              <p:cNvGrpSpPr>
                <a:grpSpLocks/>
              </p:cNvGrpSpPr>
              <p:nvPr/>
            </p:nvGrpSpPr>
            <p:grpSpPr bwMode="auto">
              <a:xfrm>
                <a:off x="4749" y="668"/>
                <a:ext cx="581" cy="145"/>
                <a:chOff x="614" y="2568"/>
                <a:chExt cx="725" cy="139"/>
              </a:xfrm>
            </p:grpSpPr>
            <p:sp>
              <p:nvSpPr>
                <p:cNvPr id="680" name="AutoShape 88">
                  <a:extLst>
                    <a:ext uri="{FF2B5EF4-FFF2-40B4-BE49-F238E27FC236}">
                      <a16:creationId xmlns:a16="http://schemas.microsoft.com/office/drawing/2014/main" id="{CE04A0BE-092C-E54B-91D3-87501C8CF3DD}"/>
                    </a:ext>
                  </a:extLst>
                </p:cNvPr>
                <p:cNvSpPr>
                  <a:spLocks noChangeArrowheads="1"/>
                </p:cNvSpPr>
                <p:nvPr/>
              </p:nvSpPr>
              <p:spPr bwMode="auto">
                <a:xfrm>
                  <a:off x="615" y="2560"/>
                  <a:ext cx="721" cy="14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81" name="AutoShape 89">
                  <a:extLst>
                    <a:ext uri="{FF2B5EF4-FFF2-40B4-BE49-F238E27FC236}">
                      <a16:creationId xmlns:a16="http://schemas.microsoft.com/office/drawing/2014/main" id="{F5E55A3E-082B-F842-9E07-78A2A9954295}"/>
                    </a:ext>
                  </a:extLst>
                </p:cNvPr>
                <p:cNvSpPr>
                  <a:spLocks noChangeArrowheads="1"/>
                </p:cNvSpPr>
                <p:nvPr/>
              </p:nvSpPr>
              <p:spPr bwMode="auto">
                <a:xfrm>
                  <a:off x="631" y="2582"/>
                  <a:ext cx="689"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656" name="Rectangle 90">
                <a:extLst>
                  <a:ext uri="{FF2B5EF4-FFF2-40B4-BE49-F238E27FC236}">
                    <a16:creationId xmlns:a16="http://schemas.microsoft.com/office/drawing/2014/main" id="{3335A9A0-ABC5-1A45-A4DB-4B8E3B4F0D3E}"/>
                  </a:ext>
                </a:extLst>
              </p:cNvPr>
              <p:cNvSpPr>
                <a:spLocks noChangeArrowheads="1"/>
              </p:cNvSpPr>
              <p:nvPr/>
            </p:nvSpPr>
            <p:spPr bwMode="auto">
              <a:xfrm>
                <a:off x="4223" y="1016"/>
                <a:ext cx="597" cy="52"/>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657" name="Group 91">
                <a:extLst>
                  <a:ext uri="{FF2B5EF4-FFF2-40B4-BE49-F238E27FC236}">
                    <a16:creationId xmlns:a16="http://schemas.microsoft.com/office/drawing/2014/main" id="{6C288698-9C54-614A-9160-55F71D5AEC28}"/>
                  </a:ext>
                </a:extLst>
              </p:cNvPr>
              <p:cNvGrpSpPr>
                <a:grpSpLocks/>
              </p:cNvGrpSpPr>
              <p:nvPr/>
            </p:nvGrpSpPr>
            <p:grpSpPr bwMode="auto">
              <a:xfrm>
                <a:off x="4747" y="994"/>
                <a:ext cx="581" cy="134"/>
                <a:chOff x="614" y="2568"/>
                <a:chExt cx="725" cy="139"/>
              </a:xfrm>
            </p:grpSpPr>
            <p:sp>
              <p:nvSpPr>
                <p:cNvPr id="678" name="AutoShape 92">
                  <a:extLst>
                    <a:ext uri="{FF2B5EF4-FFF2-40B4-BE49-F238E27FC236}">
                      <a16:creationId xmlns:a16="http://schemas.microsoft.com/office/drawing/2014/main" id="{6A0C18A4-1291-7E43-9345-2A91D6A4B36D}"/>
                    </a:ext>
                  </a:extLst>
                </p:cNvPr>
                <p:cNvSpPr>
                  <a:spLocks noChangeArrowheads="1"/>
                </p:cNvSpPr>
                <p:nvPr/>
              </p:nvSpPr>
              <p:spPr bwMode="auto">
                <a:xfrm>
                  <a:off x="617" y="2567"/>
                  <a:ext cx="721"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79" name="AutoShape 93">
                  <a:extLst>
                    <a:ext uri="{FF2B5EF4-FFF2-40B4-BE49-F238E27FC236}">
                      <a16:creationId xmlns:a16="http://schemas.microsoft.com/office/drawing/2014/main" id="{AC667623-4334-3148-A595-C268518DA618}"/>
                    </a:ext>
                  </a:extLst>
                </p:cNvPr>
                <p:cNvSpPr>
                  <a:spLocks noChangeArrowheads="1"/>
                </p:cNvSpPr>
                <p:nvPr/>
              </p:nvSpPr>
              <p:spPr bwMode="auto">
                <a:xfrm>
                  <a:off x="634" y="2585"/>
                  <a:ext cx="689" cy="102"/>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658" name="Rectangle 94">
                <a:extLst>
                  <a:ext uri="{FF2B5EF4-FFF2-40B4-BE49-F238E27FC236}">
                    <a16:creationId xmlns:a16="http://schemas.microsoft.com/office/drawing/2014/main" id="{80DE7B80-C6BB-8A4D-BED5-F51D9888FD6E}"/>
                  </a:ext>
                </a:extLst>
              </p:cNvPr>
              <p:cNvSpPr>
                <a:spLocks noChangeArrowheads="1"/>
              </p:cNvSpPr>
              <p:nvPr/>
            </p:nvSpPr>
            <p:spPr bwMode="auto">
              <a:xfrm>
                <a:off x="4217" y="1356"/>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59" name="Rectangle 95">
                <a:extLst>
                  <a:ext uri="{FF2B5EF4-FFF2-40B4-BE49-F238E27FC236}">
                    <a16:creationId xmlns:a16="http://schemas.microsoft.com/office/drawing/2014/main" id="{53B39C8C-A4C0-E44F-A049-598F76D03ED1}"/>
                  </a:ext>
                </a:extLst>
              </p:cNvPr>
              <p:cNvSpPr>
                <a:spLocks noChangeArrowheads="1"/>
              </p:cNvSpPr>
              <p:nvPr/>
            </p:nvSpPr>
            <p:spPr bwMode="auto">
              <a:xfrm>
                <a:off x="4230" y="1656"/>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660" name="Group 96">
                <a:extLst>
                  <a:ext uri="{FF2B5EF4-FFF2-40B4-BE49-F238E27FC236}">
                    <a16:creationId xmlns:a16="http://schemas.microsoft.com/office/drawing/2014/main" id="{8FAE680F-D5F2-F141-AF0E-EFEDC93174C5}"/>
                  </a:ext>
                </a:extLst>
              </p:cNvPr>
              <p:cNvGrpSpPr>
                <a:grpSpLocks/>
              </p:cNvGrpSpPr>
              <p:nvPr/>
            </p:nvGrpSpPr>
            <p:grpSpPr bwMode="auto">
              <a:xfrm>
                <a:off x="4735" y="1627"/>
                <a:ext cx="582" cy="151"/>
                <a:chOff x="614" y="2568"/>
                <a:chExt cx="725" cy="139"/>
              </a:xfrm>
            </p:grpSpPr>
            <p:sp>
              <p:nvSpPr>
                <p:cNvPr id="676" name="AutoShape 97">
                  <a:extLst>
                    <a:ext uri="{FF2B5EF4-FFF2-40B4-BE49-F238E27FC236}">
                      <a16:creationId xmlns:a16="http://schemas.microsoft.com/office/drawing/2014/main" id="{F6E6D6FE-5487-4B45-9CD9-034725C3419B}"/>
                    </a:ext>
                  </a:extLst>
                </p:cNvPr>
                <p:cNvSpPr>
                  <a:spLocks noChangeArrowheads="1"/>
                </p:cNvSpPr>
                <p:nvPr/>
              </p:nvSpPr>
              <p:spPr bwMode="auto">
                <a:xfrm>
                  <a:off x="616" y="2568"/>
                  <a:ext cx="720"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77" name="AutoShape 98">
                  <a:extLst>
                    <a:ext uri="{FF2B5EF4-FFF2-40B4-BE49-F238E27FC236}">
                      <a16:creationId xmlns:a16="http://schemas.microsoft.com/office/drawing/2014/main" id="{17E4B9CD-9942-AB49-9DCF-EA4C278CAD0C}"/>
                    </a:ext>
                  </a:extLst>
                </p:cNvPr>
                <p:cNvSpPr>
                  <a:spLocks noChangeArrowheads="1"/>
                </p:cNvSpPr>
                <p:nvPr/>
              </p:nvSpPr>
              <p:spPr bwMode="auto">
                <a:xfrm>
                  <a:off x="632" y="2584"/>
                  <a:ext cx="688"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661" name="Freeform 99">
                <a:extLst>
                  <a:ext uri="{FF2B5EF4-FFF2-40B4-BE49-F238E27FC236}">
                    <a16:creationId xmlns:a16="http://schemas.microsoft.com/office/drawing/2014/main" id="{66DBC1AB-D3D3-D54A-97DB-61ACDA49892E}"/>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662" name="Group 100">
                <a:extLst>
                  <a:ext uri="{FF2B5EF4-FFF2-40B4-BE49-F238E27FC236}">
                    <a16:creationId xmlns:a16="http://schemas.microsoft.com/office/drawing/2014/main" id="{0ACCF28A-C12F-C84F-B594-FD3A670B69E4}"/>
                  </a:ext>
                </a:extLst>
              </p:cNvPr>
              <p:cNvGrpSpPr>
                <a:grpSpLocks/>
              </p:cNvGrpSpPr>
              <p:nvPr/>
            </p:nvGrpSpPr>
            <p:grpSpPr bwMode="auto">
              <a:xfrm>
                <a:off x="4739" y="1327"/>
                <a:ext cx="582" cy="139"/>
                <a:chOff x="614" y="2568"/>
                <a:chExt cx="725" cy="139"/>
              </a:xfrm>
            </p:grpSpPr>
            <p:sp>
              <p:nvSpPr>
                <p:cNvPr id="674" name="AutoShape 101">
                  <a:extLst>
                    <a:ext uri="{FF2B5EF4-FFF2-40B4-BE49-F238E27FC236}">
                      <a16:creationId xmlns:a16="http://schemas.microsoft.com/office/drawing/2014/main" id="{279BBDF1-57E3-A241-8A44-3F0A3BA124F7}"/>
                    </a:ext>
                  </a:extLst>
                </p:cNvPr>
                <p:cNvSpPr>
                  <a:spLocks noChangeArrowheads="1"/>
                </p:cNvSpPr>
                <p:nvPr/>
              </p:nvSpPr>
              <p:spPr bwMode="auto">
                <a:xfrm>
                  <a:off x="611" y="2569"/>
                  <a:ext cx="728"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75" name="AutoShape 102">
                  <a:extLst>
                    <a:ext uri="{FF2B5EF4-FFF2-40B4-BE49-F238E27FC236}">
                      <a16:creationId xmlns:a16="http://schemas.microsoft.com/office/drawing/2014/main" id="{0D4E61D6-1AA1-2940-BBA5-24DFE246E503}"/>
                    </a:ext>
                  </a:extLst>
                </p:cNvPr>
                <p:cNvSpPr>
                  <a:spLocks noChangeArrowheads="1"/>
                </p:cNvSpPr>
                <p:nvPr/>
              </p:nvSpPr>
              <p:spPr bwMode="auto">
                <a:xfrm>
                  <a:off x="627" y="2586"/>
                  <a:ext cx="696"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663" name="Rectangle 103">
                <a:extLst>
                  <a:ext uri="{FF2B5EF4-FFF2-40B4-BE49-F238E27FC236}">
                    <a16:creationId xmlns:a16="http://schemas.microsoft.com/office/drawing/2014/main" id="{564FBD96-ADF5-5342-92F4-3395008B5746}"/>
                  </a:ext>
                </a:extLst>
              </p:cNvPr>
              <p:cNvSpPr>
                <a:spLocks noChangeArrowheads="1"/>
              </p:cNvSpPr>
              <p:nvPr/>
            </p:nvSpPr>
            <p:spPr bwMode="auto">
              <a:xfrm>
                <a:off x="5250" y="429"/>
                <a:ext cx="71" cy="2287"/>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64" name="Freeform 104">
                <a:extLst>
                  <a:ext uri="{FF2B5EF4-FFF2-40B4-BE49-F238E27FC236}">
                    <a16:creationId xmlns:a16="http://schemas.microsoft.com/office/drawing/2014/main" id="{F15B27D1-B45C-7141-AB8B-599571DEF3A7}"/>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65" name="Freeform 105">
                <a:extLst>
                  <a:ext uri="{FF2B5EF4-FFF2-40B4-BE49-F238E27FC236}">
                    <a16:creationId xmlns:a16="http://schemas.microsoft.com/office/drawing/2014/main" id="{4DC70B30-DD3F-2740-89CC-C75EDB999D47}"/>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66" name="Oval 106">
                <a:extLst>
                  <a:ext uri="{FF2B5EF4-FFF2-40B4-BE49-F238E27FC236}">
                    <a16:creationId xmlns:a16="http://schemas.microsoft.com/office/drawing/2014/main" id="{A0C40071-87FF-864A-81D4-E4F739BF5378}"/>
                  </a:ext>
                </a:extLst>
              </p:cNvPr>
              <p:cNvSpPr>
                <a:spLocks noChangeArrowheads="1"/>
              </p:cNvSpPr>
              <p:nvPr/>
            </p:nvSpPr>
            <p:spPr bwMode="auto">
              <a:xfrm>
                <a:off x="5520" y="2612"/>
                <a:ext cx="45" cy="98"/>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67" name="Freeform 107">
                <a:extLst>
                  <a:ext uri="{FF2B5EF4-FFF2-40B4-BE49-F238E27FC236}">
                    <a16:creationId xmlns:a16="http://schemas.microsoft.com/office/drawing/2014/main" id="{2F33C2FE-86C4-B34F-945A-3F9BDF777E58}"/>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68" name="AutoShape 108">
                <a:extLst>
                  <a:ext uri="{FF2B5EF4-FFF2-40B4-BE49-F238E27FC236}">
                    <a16:creationId xmlns:a16="http://schemas.microsoft.com/office/drawing/2014/main" id="{A771515B-1A0A-B646-9681-C95CE2F66630}"/>
                  </a:ext>
                </a:extLst>
              </p:cNvPr>
              <p:cNvSpPr>
                <a:spLocks noChangeArrowheads="1"/>
              </p:cNvSpPr>
              <p:nvPr/>
            </p:nvSpPr>
            <p:spPr bwMode="auto">
              <a:xfrm>
                <a:off x="4140" y="2675"/>
                <a:ext cx="1200" cy="150"/>
              </a:xfrm>
              <a:prstGeom prst="roundRect">
                <a:avLst>
                  <a:gd name="adj" fmla="val 50000"/>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69" name="AutoShape 109">
                <a:extLst>
                  <a:ext uri="{FF2B5EF4-FFF2-40B4-BE49-F238E27FC236}">
                    <a16:creationId xmlns:a16="http://schemas.microsoft.com/office/drawing/2014/main" id="{8DE21308-0063-2D44-A69A-52DF4BDDDF36}"/>
                  </a:ext>
                </a:extLst>
              </p:cNvPr>
              <p:cNvSpPr>
                <a:spLocks noChangeArrowheads="1"/>
              </p:cNvSpPr>
              <p:nvPr/>
            </p:nvSpPr>
            <p:spPr bwMode="auto">
              <a:xfrm>
                <a:off x="4204" y="2710"/>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70" name="Oval 110">
                <a:extLst>
                  <a:ext uri="{FF2B5EF4-FFF2-40B4-BE49-F238E27FC236}">
                    <a16:creationId xmlns:a16="http://schemas.microsoft.com/office/drawing/2014/main" id="{4B5FBC97-4AE7-1140-B25E-7DBB15568DA9}"/>
                  </a:ext>
                </a:extLst>
              </p:cNvPr>
              <p:cNvSpPr>
                <a:spLocks noChangeArrowheads="1"/>
              </p:cNvSpPr>
              <p:nvPr/>
            </p:nvSpPr>
            <p:spPr bwMode="auto">
              <a:xfrm>
                <a:off x="4307" y="2382"/>
                <a:ext cx="160" cy="144"/>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71" name="Oval 111">
                <a:extLst>
                  <a:ext uri="{FF2B5EF4-FFF2-40B4-BE49-F238E27FC236}">
                    <a16:creationId xmlns:a16="http://schemas.microsoft.com/office/drawing/2014/main" id="{E22768CA-2A7E-3243-8775-0A66ECEBDAE1}"/>
                  </a:ext>
                </a:extLst>
              </p:cNvPr>
              <p:cNvSpPr>
                <a:spLocks noChangeArrowheads="1"/>
              </p:cNvSpPr>
              <p:nvPr/>
            </p:nvSpPr>
            <p:spPr bwMode="auto">
              <a:xfrm>
                <a:off x="4487" y="2382"/>
                <a:ext cx="160" cy="144"/>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0" cap="none" spc="0" normalizeH="0" baseline="0" noProof="0">
                  <a:ln>
                    <a:noFill/>
                  </a:ln>
                  <a:solidFill>
                    <a:srgbClr val="FF0000"/>
                  </a:solidFill>
                  <a:effectLst/>
                  <a:uLnTx/>
                  <a:uFillTx/>
                  <a:latin typeface="Calibri" panose="020F0502020204030204"/>
                  <a:ea typeface="ＭＳ Ｐゴシック" panose="020B0600070205080204" pitchFamily="34" charset="-128"/>
                  <a:cs typeface="Arial"/>
                </a:endParaRPr>
              </a:p>
            </p:txBody>
          </p:sp>
          <p:sp>
            <p:nvSpPr>
              <p:cNvPr id="672" name="Oval 112">
                <a:extLst>
                  <a:ext uri="{FF2B5EF4-FFF2-40B4-BE49-F238E27FC236}">
                    <a16:creationId xmlns:a16="http://schemas.microsoft.com/office/drawing/2014/main" id="{D28018C4-A680-2845-A99A-8AA0A8E021CE}"/>
                  </a:ext>
                </a:extLst>
              </p:cNvPr>
              <p:cNvSpPr>
                <a:spLocks noChangeArrowheads="1"/>
              </p:cNvSpPr>
              <p:nvPr/>
            </p:nvSpPr>
            <p:spPr bwMode="auto">
              <a:xfrm>
                <a:off x="4660" y="2382"/>
                <a:ext cx="160" cy="138"/>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73" name="Rectangle 113">
                <a:extLst>
                  <a:ext uri="{FF2B5EF4-FFF2-40B4-BE49-F238E27FC236}">
                    <a16:creationId xmlns:a16="http://schemas.microsoft.com/office/drawing/2014/main" id="{8FC5897C-9D21-3A46-90EF-445C7839A9DA}"/>
                  </a:ext>
                </a:extLst>
              </p:cNvPr>
              <p:cNvSpPr>
                <a:spLocks noChangeArrowheads="1"/>
              </p:cNvSpPr>
              <p:nvPr/>
            </p:nvSpPr>
            <p:spPr bwMode="auto">
              <a:xfrm>
                <a:off x="5064" y="1834"/>
                <a:ext cx="83" cy="760"/>
              </a:xfrm>
              <a:prstGeom prst="rect">
                <a:avLst/>
              </a:prstGeom>
              <a:solidFill>
                <a:srgbClr val="29292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nvGrpSpPr>
            <p:cNvPr id="682" name="Group 114">
              <a:extLst>
                <a:ext uri="{FF2B5EF4-FFF2-40B4-BE49-F238E27FC236}">
                  <a16:creationId xmlns:a16="http://schemas.microsoft.com/office/drawing/2014/main" id="{B83A96A8-659A-C14A-81F1-36FF3203AFE6}"/>
                </a:ext>
              </a:extLst>
            </p:cNvPr>
            <p:cNvGrpSpPr>
              <a:grpSpLocks/>
            </p:cNvGrpSpPr>
            <p:nvPr/>
          </p:nvGrpSpPr>
          <p:grpSpPr bwMode="auto">
            <a:xfrm>
              <a:off x="7010400" y="1390614"/>
              <a:ext cx="352425" cy="660400"/>
              <a:chOff x="4140" y="429"/>
              <a:chExt cx="1425" cy="2396"/>
            </a:xfrm>
          </p:grpSpPr>
          <p:sp>
            <p:nvSpPr>
              <p:cNvPr id="683" name="Freeform 115">
                <a:extLst>
                  <a:ext uri="{FF2B5EF4-FFF2-40B4-BE49-F238E27FC236}">
                    <a16:creationId xmlns:a16="http://schemas.microsoft.com/office/drawing/2014/main" id="{51E7F745-188F-2049-8F3D-A9F1E48EAE63}"/>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84" name="Rectangle 116">
                <a:extLst>
                  <a:ext uri="{FF2B5EF4-FFF2-40B4-BE49-F238E27FC236}">
                    <a16:creationId xmlns:a16="http://schemas.microsoft.com/office/drawing/2014/main" id="{3330E9B6-9A70-F341-BB07-3C7E5FBB6536}"/>
                  </a:ext>
                </a:extLst>
              </p:cNvPr>
              <p:cNvSpPr>
                <a:spLocks noChangeArrowheads="1"/>
              </p:cNvSpPr>
              <p:nvPr/>
            </p:nvSpPr>
            <p:spPr bwMode="auto">
              <a:xfrm>
                <a:off x="4204" y="429"/>
                <a:ext cx="1046" cy="2287"/>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85" name="Freeform 117">
                <a:extLst>
                  <a:ext uri="{FF2B5EF4-FFF2-40B4-BE49-F238E27FC236}">
                    <a16:creationId xmlns:a16="http://schemas.microsoft.com/office/drawing/2014/main" id="{10DD9A9D-A76F-3641-9CE7-9F73150FB952}"/>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86" name="Freeform 118">
                <a:extLst>
                  <a:ext uri="{FF2B5EF4-FFF2-40B4-BE49-F238E27FC236}">
                    <a16:creationId xmlns:a16="http://schemas.microsoft.com/office/drawing/2014/main" id="{1D744195-71CA-F84A-A0EC-B41BAA550BE5}"/>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87" name="Rectangle 119">
                <a:extLst>
                  <a:ext uri="{FF2B5EF4-FFF2-40B4-BE49-F238E27FC236}">
                    <a16:creationId xmlns:a16="http://schemas.microsoft.com/office/drawing/2014/main" id="{08B258E9-429B-A04E-9B31-61FC9C0C9034}"/>
                  </a:ext>
                </a:extLst>
              </p:cNvPr>
              <p:cNvSpPr>
                <a:spLocks noChangeArrowheads="1"/>
              </p:cNvSpPr>
              <p:nvPr/>
            </p:nvSpPr>
            <p:spPr bwMode="auto">
              <a:xfrm>
                <a:off x="4211" y="694"/>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688" name="Group 120">
                <a:extLst>
                  <a:ext uri="{FF2B5EF4-FFF2-40B4-BE49-F238E27FC236}">
                    <a16:creationId xmlns:a16="http://schemas.microsoft.com/office/drawing/2014/main" id="{052466FA-382D-B34A-B153-D2714C4495BA}"/>
                  </a:ext>
                </a:extLst>
              </p:cNvPr>
              <p:cNvGrpSpPr>
                <a:grpSpLocks/>
              </p:cNvGrpSpPr>
              <p:nvPr/>
            </p:nvGrpSpPr>
            <p:grpSpPr bwMode="auto">
              <a:xfrm>
                <a:off x="4749" y="668"/>
                <a:ext cx="581" cy="145"/>
                <a:chOff x="614" y="2568"/>
                <a:chExt cx="725" cy="139"/>
              </a:xfrm>
            </p:grpSpPr>
            <p:sp>
              <p:nvSpPr>
                <p:cNvPr id="713" name="AutoShape 121">
                  <a:extLst>
                    <a:ext uri="{FF2B5EF4-FFF2-40B4-BE49-F238E27FC236}">
                      <a16:creationId xmlns:a16="http://schemas.microsoft.com/office/drawing/2014/main" id="{A21CDD7A-2555-5B47-9078-A436ACA9B20D}"/>
                    </a:ext>
                  </a:extLst>
                </p:cNvPr>
                <p:cNvSpPr>
                  <a:spLocks noChangeArrowheads="1"/>
                </p:cNvSpPr>
                <p:nvPr/>
              </p:nvSpPr>
              <p:spPr bwMode="auto">
                <a:xfrm>
                  <a:off x="615" y="2560"/>
                  <a:ext cx="721" cy="14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14" name="AutoShape 122">
                  <a:extLst>
                    <a:ext uri="{FF2B5EF4-FFF2-40B4-BE49-F238E27FC236}">
                      <a16:creationId xmlns:a16="http://schemas.microsoft.com/office/drawing/2014/main" id="{CBF9610B-13CA-D841-A288-8379AC7B45D4}"/>
                    </a:ext>
                  </a:extLst>
                </p:cNvPr>
                <p:cNvSpPr>
                  <a:spLocks noChangeArrowheads="1"/>
                </p:cNvSpPr>
                <p:nvPr/>
              </p:nvSpPr>
              <p:spPr bwMode="auto">
                <a:xfrm>
                  <a:off x="631" y="2582"/>
                  <a:ext cx="689"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689" name="Rectangle 123">
                <a:extLst>
                  <a:ext uri="{FF2B5EF4-FFF2-40B4-BE49-F238E27FC236}">
                    <a16:creationId xmlns:a16="http://schemas.microsoft.com/office/drawing/2014/main" id="{CBC048D4-7B3A-6F41-A02E-503359CF5C92}"/>
                  </a:ext>
                </a:extLst>
              </p:cNvPr>
              <p:cNvSpPr>
                <a:spLocks noChangeArrowheads="1"/>
              </p:cNvSpPr>
              <p:nvPr/>
            </p:nvSpPr>
            <p:spPr bwMode="auto">
              <a:xfrm>
                <a:off x="4223" y="1016"/>
                <a:ext cx="597" cy="52"/>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690" name="Group 124">
                <a:extLst>
                  <a:ext uri="{FF2B5EF4-FFF2-40B4-BE49-F238E27FC236}">
                    <a16:creationId xmlns:a16="http://schemas.microsoft.com/office/drawing/2014/main" id="{4D7B123C-FEF1-E041-894F-F31DD588C361}"/>
                  </a:ext>
                </a:extLst>
              </p:cNvPr>
              <p:cNvGrpSpPr>
                <a:grpSpLocks/>
              </p:cNvGrpSpPr>
              <p:nvPr/>
            </p:nvGrpSpPr>
            <p:grpSpPr bwMode="auto">
              <a:xfrm>
                <a:off x="4747" y="994"/>
                <a:ext cx="581" cy="134"/>
                <a:chOff x="614" y="2568"/>
                <a:chExt cx="725" cy="139"/>
              </a:xfrm>
            </p:grpSpPr>
            <p:sp>
              <p:nvSpPr>
                <p:cNvPr id="711" name="AutoShape 125">
                  <a:extLst>
                    <a:ext uri="{FF2B5EF4-FFF2-40B4-BE49-F238E27FC236}">
                      <a16:creationId xmlns:a16="http://schemas.microsoft.com/office/drawing/2014/main" id="{DAEC4BE7-B702-0848-BF3B-82C6FCF0AE7A}"/>
                    </a:ext>
                  </a:extLst>
                </p:cNvPr>
                <p:cNvSpPr>
                  <a:spLocks noChangeArrowheads="1"/>
                </p:cNvSpPr>
                <p:nvPr/>
              </p:nvSpPr>
              <p:spPr bwMode="auto">
                <a:xfrm>
                  <a:off x="617" y="2567"/>
                  <a:ext cx="721"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12" name="AutoShape 126">
                  <a:extLst>
                    <a:ext uri="{FF2B5EF4-FFF2-40B4-BE49-F238E27FC236}">
                      <a16:creationId xmlns:a16="http://schemas.microsoft.com/office/drawing/2014/main" id="{FBEAEEDC-D373-2043-9097-A4F8AEA4ED4B}"/>
                    </a:ext>
                  </a:extLst>
                </p:cNvPr>
                <p:cNvSpPr>
                  <a:spLocks noChangeArrowheads="1"/>
                </p:cNvSpPr>
                <p:nvPr/>
              </p:nvSpPr>
              <p:spPr bwMode="auto">
                <a:xfrm>
                  <a:off x="634" y="2585"/>
                  <a:ext cx="689" cy="102"/>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691" name="Rectangle 127">
                <a:extLst>
                  <a:ext uri="{FF2B5EF4-FFF2-40B4-BE49-F238E27FC236}">
                    <a16:creationId xmlns:a16="http://schemas.microsoft.com/office/drawing/2014/main" id="{4DD8CBA3-5EC3-7B48-9BE0-6003CD8A0AA3}"/>
                  </a:ext>
                </a:extLst>
              </p:cNvPr>
              <p:cNvSpPr>
                <a:spLocks noChangeArrowheads="1"/>
              </p:cNvSpPr>
              <p:nvPr/>
            </p:nvSpPr>
            <p:spPr bwMode="auto">
              <a:xfrm>
                <a:off x="4217" y="1356"/>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92" name="Rectangle 128">
                <a:extLst>
                  <a:ext uri="{FF2B5EF4-FFF2-40B4-BE49-F238E27FC236}">
                    <a16:creationId xmlns:a16="http://schemas.microsoft.com/office/drawing/2014/main" id="{BA5E53EA-3ECC-A847-B148-B8ED1636EA9D}"/>
                  </a:ext>
                </a:extLst>
              </p:cNvPr>
              <p:cNvSpPr>
                <a:spLocks noChangeArrowheads="1"/>
              </p:cNvSpPr>
              <p:nvPr/>
            </p:nvSpPr>
            <p:spPr bwMode="auto">
              <a:xfrm>
                <a:off x="4230" y="1656"/>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693" name="Group 129">
                <a:extLst>
                  <a:ext uri="{FF2B5EF4-FFF2-40B4-BE49-F238E27FC236}">
                    <a16:creationId xmlns:a16="http://schemas.microsoft.com/office/drawing/2014/main" id="{C816273C-68D1-2045-8CE5-F2A266739EB5}"/>
                  </a:ext>
                </a:extLst>
              </p:cNvPr>
              <p:cNvGrpSpPr>
                <a:grpSpLocks/>
              </p:cNvGrpSpPr>
              <p:nvPr/>
            </p:nvGrpSpPr>
            <p:grpSpPr bwMode="auto">
              <a:xfrm>
                <a:off x="4735" y="1627"/>
                <a:ext cx="582" cy="151"/>
                <a:chOff x="614" y="2568"/>
                <a:chExt cx="725" cy="139"/>
              </a:xfrm>
            </p:grpSpPr>
            <p:sp>
              <p:nvSpPr>
                <p:cNvPr id="709" name="AutoShape 130">
                  <a:extLst>
                    <a:ext uri="{FF2B5EF4-FFF2-40B4-BE49-F238E27FC236}">
                      <a16:creationId xmlns:a16="http://schemas.microsoft.com/office/drawing/2014/main" id="{AE043AC3-A076-4449-9CD3-8DA37B0F0905}"/>
                    </a:ext>
                  </a:extLst>
                </p:cNvPr>
                <p:cNvSpPr>
                  <a:spLocks noChangeArrowheads="1"/>
                </p:cNvSpPr>
                <p:nvPr/>
              </p:nvSpPr>
              <p:spPr bwMode="auto">
                <a:xfrm>
                  <a:off x="616" y="2568"/>
                  <a:ext cx="720"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10" name="AutoShape 131">
                  <a:extLst>
                    <a:ext uri="{FF2B5EF4-FFF2-40B4-BE49-F238E27FC236}">
                      <a16:creationId xmlns:a16="http://schemas.microsoft.com/office/drawing/2014/main" id="{E346A75D-7CBE-8A47-B07E-5D39EAB4BEA6}"/>
                    </a:ext>
                  </a:extLst>
                </p:cNvPr>
                <p:cNvSpPr>
                  <a:spLocks noChangeArrowheads="1"/>
                </p:cNvSpPr>
                <p:nvPr/>
              </p:nvSpPr>
              <p:spPr bwMode="auto">
                <a:xfrm>
                  <a:off x="632" y="2584"/>
                  <a:ext cx="688"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694" name="Freeform 132">
                <a:extLst>
                  <a:ext uri="{FF2B5EF4-FFF2-40B4-BE49-F238E27FC236}">
                    <a16:creationId xmlns:a16="http://schemas.microsoft.com/office/drawing/2014/main" id="{F00AFCE9-BD33-D444-BA2F-95E3560637A7}"/>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695" name="Group 133">
                <a:extLst>
                  <a:ext uri="{FF2B5EF4-FFF2-40B4-BE49-F238E27FC236}">
                    <a16:creationId xmlns:a16="http://schemas.microsoft.com/office/drawing/2014/main" id="{DF061EE0-DC00-D341-ACD4-2D438E4D7331}"/>
                  </a:ext>
                </a:extLst>
              </p:cNvPr>
              <p:cNvGrpSpPr>
                <a:grpSpLocks/>
              </p:cNvGrpSpPr>
              <p:nvPr/>
            </p:nvGrpSpPr>
            <p:grpSpPr bwMode="auto">
              <a:xfrm>
                <a:off x="4739" y="1327"/>
                <a:ext cx="582" cy="139"/>
                <a:chOff x="614" y="2568"/>
                <a:chExt cx="725" cy="139"/>
              </a:xfrm>
            </p:grpSpPr>
            <p:sp>
              <p:nvSpPr>
                <p:cNvPr id="707" name="AutoShape 134">
                  <a:extLst>
                    <a:ext uri="{FF2B5EF4-FFF2-40B4-BE49-F238E27FC236}">
                      <a16:creationId xmlns:a16="http://schemas.microsoft.com/office/drawing/2014/main" id="{8A5DEFF2-82FF-9C4B-B30F-DD02A99BAB51}"/>
                    </a:ext>
                  </a:extLst>
                </p:cNvPr>
                <p:cNvSpPr>
                  <a:spLocks noChangeArrowheads="1"/>
                </p:cNvSpPr>
                <p:nvPr/>
              </p:nvSpPr>
              <p:spPr bwMode="auto">
                <a:xfrm>
                  <a:off x="611" y="2569"/>
                  <a:ext cx="728"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08" name="AutoShape 135">
                  <a:extLst>
                    <a:ext uri="{FF2B5EF4-FFF2-40B4-BE49-F238E27FC236}">
                      <a16:creationId xmlns:a16="http://schemas.microsoft.com/office/drawing/2014/main" id="{9E0A6440-9A0A-834A-BE6A-CB243F8A046A}"/>
                    </a:ext>
                  </a:extLst>
                </p:cNvPr>
                <p:cNvSpPr>
                  <a:spLocks noChangeArrowheads="1"/>
                </p:cNvSpPr>
                <p:nvPr/>
              </p:nvSpPr>
              <p:spPr bwMode="auto">
                <a:xfrm>
                  <a:off x="627" y="2586"/>
                  <a:ext cx="696"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696" name="Rectangle 136">
                <a:extLst>
                  <a:ext uri="{FF2B5EF4-FFF2-40B4-BE49-F238E27FC236}">
                    <a16:creationId xmlns:a16="http://schemas.microsoft.com/office/drawing/2014/main" id="{C3E6428A-F3CA-6646-8504-7A4B80873016}"/>
                  </a:ext>
                </a:extLst>
              </p:cNvPr>
              <p:cNvSpPr>
                <a:spLocks noChangeArrowheads="1"/>
              </p:cNvSpPr>
              <p:nvPr/>
            </p:nvSpPr>
            <p:spPr bwMode="auto">
              <a:xfrm>
                <a:off x="5250" y="429"/>
                <a:ext cx="71" cy="2287"/>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97" name="Freeform 137">
                <a:extLst>
                  <a:ext uri="{FF2B5EF4-FFF2-40B4-BE49-F238E27FC236}">
                    <a16:creationId xmlns:a16="http://schemas.microsoft.com/office/drawing/2014/main" id="{36A1B92D-73B3-1E48-9DF6-56C52B1C0EF1}"/>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98" name="Freeform 138">
                <a:extLst>
                  <a:ext uri="{FF2B5EF4-FFF2-40B4-BE49-F238E27FC236}">
                    <a16:creationId xmlns:a16="http://schemas.microsoft.com/office/drawing/2014/main" id="{BBCC47D2-9636-8645-A30A-A9FB9FEB7049}"/>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99" name="Oval 139">
                <a:extLst>
                  <a:ext uri="{FF2B5EF4-FFF2-40B4-BE49-F238E27FC236}">
                    <a16:creationId xmlns:a16="http://schemas.microsoft.com/office/drawing/2014/main" id="{538F95FE-99F4-114C-88F1-20DC65C7D98C}"/>
                  </a:ext>
                </a:extLst>
              </p:cNvPr>
              <p:cNvSpPr>
                <a:spLocks noChangeArrowheads="1"/>
              </p:cNvSpPr>
              <p:nvPr/>
            </p:nvSpPr>
            <p:spPr bwMode="auto">
              <a:xfrm>
                <a:off x="5520" y="2612"/>
                <a:ext cx="45" cy="98"/>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00" name="Freeform 140">
                <a:extLst>
                  <a:ext uri="{FF2B5EF4-FFF2-40B4-BE49-F238E27FC236}">
                    <a16:creationId xmlns:a16="http://schemas.microsoft.com/office/drawing/2014/main" id="{3A2D7A8F-740E-E44C-8A64-6BF5A90E8E2A}"/>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01" name="AutoShape 141">
                <a:extLst>
                  <a:ext uri="{FF2B5EF4-FFF2-40B4-BE49-F238E27FC236}">
                    <a16:creationId xmlns:a16="http://schemas.microsoft.com/office/drawing/2014/main" id="{E95BA8FE-A8C5-0F4B-802A-0FFE3E9344D0}"/>
                  </a:ext>
                </a:extLst>
              </p:cNvPr>
              <p:cNvSpPr>
                <a:spLocks noChangeArrowheads="1"/>
              </p:cNvSpPr>
              <p:nvPr/>
            </p:nvSpPr>
            <p:spPr bwMode="auto">
              <a:xfrm>
                <a:off x="4140" y="2675"/>
                <a:ext cx="1200" cy="150"/>
              </a:xfrm>
              <a:prstGeom prst="roundRect">
                <a:avLst>
                  <a:gd name="adj" fmla="val 50000"/>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02" name="AutoShape 142">
                <a:extLst>
                  <a:ext uri="{FF2B5EF4-FFF2-40B4-BE49-F238E27FC236}">
                    <a16:creationId xmlns:a16="http://schemas.microsoft.com/office/drawing/2014/main" id="{05E6F7D8-B8C8-534A-8606-ED15889043B6}"/>
                  </a:ext>
                </a:extLst>
              </p:cNvPr>
              <p:cNvSpPr>
                <a:spLocks noChangeArrowheads="1"/>
              </p:cNvSpPr>
              <p:nvPr/>
            </p:nvSpPr>
            <p:spPr bwMode="auto">
              <a:xfrm>
                <a:off x="4204" y="2710"/>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03" name="Oval 143">
                <a:extLst>
                  <a:ext uri="{FF2B5EF4-FFF2-40B4-BE49-F238E27FC236}">
                    <a16:creationId xmlns:a16="http://schemas.microsoft.com/office/drawing/2014/main" id="{D7668313-20A1-7840-BCF9-D2778D9E79AE}"/>
                  </a:ext>
                </a:extLst>
              </p:cNvPr>
              <p:cNvSpPr>
                <a:spLocks noChangeArrowheads="1"/>
              </p:cNvSpPr>
              <p:nvPr/>
            </p:nvSpPr>
            <p:spPr bwMode="auto">
              <a:xfrm>
                <a:off x="4307" y="2382"/>
                <a:ext cx="160" cy="144"/>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04" name="Oval 144">
                <a:extLst>
                  <a:ext uri="{FF2B5EF4-FFF2-40B4-BE49-F238E27FC236}">
                    <a16:creationId xmlns:a16="http://schemas.microsoft.com/office/drawing/2014/main" id="{3152B3AD-E2B7-A045-8DF7-86DF2FE62ACB}"/>
                  </a:ext>
                </a:extLst>
              </p:cNvPr>
              <p:cNvSpPr>
                <a:spLocks noChangeArrowheads="1"/>
              </p:cNvSpPr>
              <p:nvPr/>
            </p:nvSpPr>
            <p:spPr bwMode="auto">
              <a:xfrm>
                <a:off x="4487" y="2382"/>
                <a:ext cx="160" cy="144"/>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0" cap="none" spc="0" normalizeH="0" baseline="0" noProof="0">
                  <a:ln>
                    <a:noFill/>
                  </a:ln>
                  <a:solidFill>
                    <a:srgbClr val="FF0000"/>
                  </a:solidFill>
                  <a:effectLst/>
                  <a:uLnTx/>
                  <a:uFillTx/>
                  <a:latin typeface="Calibri" panose="020F0502020204030204"/>
                  <a:ea typeface="ＭＳ Ｐゴシック" panose="020B0600070205080204" pitchFamily="34" charset="-128"/>
                  <a:cs typeface="Arial"/>
                </a:endParaRPr>
              </a:p>
            </p:txBody>
          </p:sp>
          <p:sp>
            <p:nvSpPr>
              <p:cNvPr id="705" name="Oval 145">
                <a:extLst>
                  <a:ext uri="{FF2B5EF4-FFF2-40B4-BE49-F238E27FC236}">
                    <a16:creationId xmlns:a16="http://schemas.microsoft.com/office/drawing/2014/main" id="{7A3BC98F-1F3C-794E-BD03-4960366B4C92}"/>
                  </a:ext>
                </a:extLst>
              </p:cNvPr>
              <p:cNvSpPr>
                <a:spLocks noChangeArrowheads="1"/>
              </p:cNvSpPr>
              <p:nvPr/>
            </p:nvSpPr>
            <p:spPr bwMode="auto">
              <a:xfrm>
                <a:off x="4660" y="2382"/>
                <a:ext cx="160" cy="138"/>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06" name="Rectangle 146">
                <a:extLst>
                  <a:ext uri="{FF2B5EF4-FFF2-40B4-BE49-F238E27FC236}">
                    <a16:creationId xmlns:a16="http://schemas.microsoft.com/office/drawing/2014/main" id="{FD2E8B12-7E5B-534C-992F-CC974F01D2BD}"/>
                  </a:ext>
                </a:extLst>
              </p:cNvPr>
              <p:cNvSpPr>
                <a:spLocks noChangeArrowheads="1"/>
              </p:cNvSpPr>
              <p:nvPr/>
            </p:nvSpPr>
            <p:spPr bwMode="auto">
              <a:xfrm>
                <a:off x="5064" y="1834"/>
                <a:ext cx="83" cy="760"/>
              </a:xfrm>
              <a:prstGeom prst="rect">
                <a:avLst/>
              </a:prstGeom>
              <a:solidFill>
                <a:srgbClr val="29292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nvGrpSpPr>
            <p:cNvPr id="715" name="Group 147">
              <a:extLst>
                <a:ext uri="{FF2B5EF4-FFF2-40B4-BE49-F238E27FC236}">
                  <a16:creationId xmlns:a16="http://schemas.microsoft.com/office/drawing/2014/main" id="{4942FA46-AAAE-D947-BF1A-4481A3448211}"/>
                </a:ext>
              </a:extLst>
            </p:cNvPr>
            <p:cNvGrpSpPr>
              <a:grpSpLocks/>
            </p:cNvGrpSpPr>
            <p:nvPr/>
          </p:nvGrpSpPr>
          <p:grpSpPr bwMode="auto">
            <a:xfrm>
              <a:off x="9861550" y="1646202"/>
              <a:ext cx="352425" cy="660400"/>
              <a:chOff x="4140" y="429"/>
              <a:chExt cx="1425" cy="2396"/>
            </a:xfrm>
          </p:grpSpPr>
          <p:sp>
            <p:nvSpPr>
              <p:cNvPr id="716" name="Freeform 148">
                <a:extLst>
                  <a:ext uri="{FF2B5EF4-FFF2-40B4-BE49-F238E27FC236}">
                    <a16:creationId xmlns:a16="http://schemas.microsoft.com/office/drawing/2014/main" id="{CC23ABEE-8791-714B-8A1A-4F7AD8EF3BF9}"/>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17" name="Rectangle 149">
                <a:extLst>
                  <a:ext uri="{FF2B5EF4-FFF2-40B4-BE49-F238E27FC236}">
                    <a16:creationId xmlns:a16="http://schemas.microsoft.com/office/drawing/2014/main" id="{2B86FF99-00DB-934B-8BA7-48C64B644A45}"/>
                  </a:ext>
                </a:extLst>
              </p:cNvPr>
              <p:cNvSpPr>
                <a:spLocks noChangeArrowheads="1"/>
              </p:cNvSpPr>
              <p:nvPr/>
            </p:nvSpPr>
            <p:spPr bwMode="auto">
              <a:xfrm>
                <a:off x="4204" y="429"/>
                <a:ext cx="1046" cy="2287"/>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18" name="Freeform 150">
                <a:extLst>
                  <a:ext uri="{FF2B5EF4-FFF2-40B4-BE49-F238E27FC236}">
                    <a16:creationId xmlns:a16="http://schemas.microsoft.com/office/drawing/2014/main" id="{956FBF0C-5170-794A-B33B-82657D571646}"/>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19" name="Freeform 151">
                <a:extLst>
                  <a:ext uri="{FF2B5EF4-FFF2-40B4-BE49-F238E27FC236}">
                    <a16:creationId xmlns:a16="http://schemas.microsoft.com/office/drawing/2014/main" id="{445CE280-0D0A-6B4F-84F6-532AE192658F}"/>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20" name="Rectangle 152">
                <a:extLst>
                  <a:ext uri="{FF2B5EF4-FFF2-40B4-BE49-F238E27FC236}">
                    <a16:creationId xmlns:a16="http://schemas.microsoft.com/office/drawing/2014/main" id="{0D6EBFB3-4B17-8B4D-84D1-393E2919BF54}"/>
                  </a:ext>
                </a:extLst>
              </p:cNvPr>
              <p:cNvSpPr>
                <a:spLocks noChangeArrowheads="1"/>
              </p:cNvSpPr>
              <p:nvPr/>
            </p:nvSpPr>
            <p:spPr bwMode="auto">
              <a:xfrm>
                <a:off x="4211" y="694"/>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721" name="Group 153">
                <a:extLst>
                  <a:ext uri="{FF2B5EF4-FFF2-40B4-BE49-F238E27FC236}">
                    <a16:creationId xmlns:a16="http://schemas.microsoft.com/office/drawing/2014/main" id="{68337FBF-F76C-C544-8BA6-563723BD11B9}"/>
                  </a:ext>
                </a:extLst>
              </p:cNvPr>
              <p:cNvGrpSpPr>
                <a:grpSpLocks/>
              </p:cNvGrpSpPr>
              <p:nvPr/>
            </p:nvGrpSpPr>
            <p:grpSpPr bwMode="auto">
              <a:xfrm>
                <a:off x="4749" y="668"/>
                <a:ext cx="581" cy="145"/>
                <a:chOff x="614" y="2568"/>
                <a:chExt cx="725" cy="139"/>
              </a:xfrm>
            </p:grpSpPr>
            <p:sp>
              <p:nvSpPr>
                <p:cNvPr id="746" name="AutoShape 154">
                  <a:extLst>
                    <a:ext uri="{FF2B5EF4-FFF2-40B4-BE49-F238E27FC236}">
                      <a16:creationId xmlns:a16="http://schemas.microsoft.com/office/drawing/2014/main" id="{7983AE2B-9F40-7446-964A-C0D1EC25521C}"/>
                    </a:ext>
                  </a:extLst>
                </p:cNvPr>
                <p:cNvSpPr>
                  <a:spLocks noChangeArrowheads="1"/>
                </p:cNvSpPr>
                <p:nvPr/>
              </p:nvSpPr>
              <p:spPr bwMode="auto">
                <a:xfrm>
                  <a:off x="615" y="2560"/>
                  <a:ext cx="721" cy="14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47" name="AutoShape 155">
                  <a:extLst>
                    <a:ext uri="{FF2B5EF4-FFF2-40B4-BE49-F238E27FC236}">
                      <a16:creationId xmlns:a16="http://schemas.microsoft.com/office/drawing/2014/main" id="{ADC46602-CC63-8141-8BF1-5EC8D1824C61}"/>
                    </a:ext>
                  </a:extLst>
                </p:cNvPr>
                <p:cNvSpPr>
                  <a:spLocks noChangeArrowheads="1"/>
                </p:cNvSpPr>
                <p:nvPr/>
              </p:nvSpPr>
              <p:spPr bwMode="auto">
                <a:xfrm>
                  <a:off x="631" y="2582"/>
                  <a:ext cx="689"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722" name="Rectangle 156">
                <a:extLst>
                  <a:ext uri="{FF2B5EF4-FFF2-40B4-BE49-F238E27FC236}">
                    <a16:creationId xmlns:a16="http://schemas.microsoft.com/office/drawing/2014/main" id="{0B0E3BE7-5708-A949-85C0-8553CB933EFE}"/>
                  </a:ext>
                </a:extLst>
              </p:cNvPr>
              <p:cNvSpPr>
                <a:spLocks noChangeArrowheads="1"/>
              </p:cNvSpPr>
              <p:nvPr/>
            </p:nvSpPr>
            <p:spPr bwMode="auto">
              <a:xfrm>
                <a:off x="4223" y="1016"/>
                <a:ext cx="597" cy="52"/>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723" name="Group 157">
                <a:extLst>
                  <a:ext uri="{FF2B5EF4-FFF2-40B4-BE49-F238E27FC236}">
                    <a16:creationId xmlns:a16="http://schemas.microsoft.com/office/drawing/2014/main" id="{59EFAC4A-A3D4-9E4D-84E2-5BD8A5D33E2C}"/>
                  </a:ext>
                </a:extLst>
              </p:cNvPr>
              <p:cNvGrpSpPr>
                <a:grpSpLocks/>
              </p:cNvGrpSpPr>
              <p:nvPr/>
            </p:nvGrpSpPr>
            <p:grpSpPr bwMode="auto">
              <a:xfrm>
                <a:off x="4747" y="994"/>
                <a:ext cx="581" cy="134"/>
                <a:chOff x="614" y="2568"/>
                <a:chExt cx="725" cy="139"/>
              </a:xfrm>
            </p:grpSpPr>
            <p:sp>
              <p:nvSpPr>
                <p:cNvPr id="744" name="AutoShape 158">
                  <a:extLst>
                    <a:ext uri="{FF2B5EF4-FFF2-40B4-BE49-F238E27FC236}">
                      <a16:creationId xmlns:a16="http://schemas.microsoft.com/office/drawing/2014/main" id="{B68D7D2F-A4EC-6343-AAA2-E27A5BE91747}"/>
                    </a:ext>
                  </a:extLst>
                </p:cNvPr>
                <p:cNvSpPr>
                  <a:spLocks noChangeArrowheads="1"/>
                </p:cNvSpPr>
                <p:nvPr/>
              </p:nvSpPr>
              <p:spPr bwMode="auto">
                <a:xfrm>
                  <a:off x="617" y="2567"/>
                  <a:ext cx="721"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45" name="AutoShape 159">
                  <a:extLst>
                    <a:ext uri="{FF2B5EF4-FFF2-40B4-BE49-F238E27FC236}">
                      <a16:creationId xmlns:a16="http://schemas.microsoft.com/office/drawing/2014/main" id="{5C8BE6BD-0D6C-BE4F-A7C1-CFA5A3A723F5}"/>
                    </a:ext>
                  </a:extLst>
                </p:cNvPr>
                <p:cNvSpPr>
                  <a:spLocks noChangeArrowheads="1"/>
                </p:cNvSpPr>
                <p:nvPr/>
              </p:nvSpPr>
              <p:spPr bwMode="auto">
                <a:xfrm>
                  <a:off x="634" y="2585"/>
                  <a:ext cx="689" cy="102"/>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724" name="Rectangle 160">
                <a:extLst>
                  <a:ext uri="{FF2B5EF4-FFF2-40B4-BE49-F238E27FC236}">
                    <a16:creationId xmlns:a16="http://schemas.microsoft.com/office/drawing/2014/main" id="{584E618E-4A1F-8343-97FD-62858B78F5C6}"/>
                  </a:ext>
                </a:extLst>
              </p:cNvPr>
              <p:cNvSpPr>
                <a:spLocks noChangeArrowheads="1"/>
              </p:cNvSpPr>
              <p:nvPr/>
            </p:nvSpPr>
            <p:spPr bwMode="auto">
              <a:xfrm>
                <a:off x="4217" y="1356"/>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25" name="Rectangle 161">
                <a:extLst>
                  <a:ext uri="{FF2B5EF4-FFF2-40B4-BE49-F238E27FC236}">
                    <a16:creationId xmlns:a16="http://schemas.microsoft.com/office/drawing/2014/main" id="{12F0293A-C413-F449-BF89-9E1C83526B5A}"/>
                  </a:ext>
                </a:extLst>
              </p:cNvPr>
              <p:cNvSpPr>
                <a:spLocks noChangeArrowheads="1"/>
              </p:cNvSpPr>
              <p:nvPr/>
            </p:nvSpPr>
            <p:spPr bwMode="auto">
              <a:xfrm>
                <a:off x="4230" y="1656"/>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726" name="Group 162">
                <a:extLst>
                  <a:ext uri="{FF2B5EF4-FFF2-40B4-BE49-F238E27FC236}">
                    <a16:creationId xmlns:a16="http://schemas.microsoft.com/office/drawing/2014/main" id="{1A6200EB-5E59-2B47-9B1A-EF30A5EAD25B}"/>
                  </a:ext>
                </a:extLst>
              </p:cNvPr>
              <p:cNvGrpSpPr>
                <a:grpSpLocks/>
              </p:cNvGrpSpPr>
              <p:nvPr/>
            </p:nvGrpSpPr>
            <p:grpSpPr bwMode="auto">
              <a:xfrm>
                <a:off x="4735" y="1627"/>
                <a:ext cx="582" cy="151"/>
                <a:chOff x="614" y="2568"/>
                <a:chExt cx="725" cy="139"/>
              </a:xfrm>
            </p:grpSpPr>
            <p:sp>
              <p:nvSpPr>
                <p:cNvPr id="742" name="AutoShape 163">
                  <a:extLst>
                    <a:ext uri="{FF2B5EF4-FFF2-40B4-BE49-F238E27FC236}">
                      <a16:creationId xmlns:a16="http://schemas.microsoft.com/office/drawing/2014/main" id="{B97E9310-11F5-E248-A0DF-E45AE8F9B84B}"/>
                    </a:ext>
                  </a:extLst>
                </p:cNvPr>
                <p:cNvSpPr>
                  <a:spLocks noChangeArrowheads="1"/>
                </p:cNvSpPr>
                <p:nvPr/>
              </p:nvSpPr>
              <p:spPr bwMode="auto">
                <a:xfrm>
                  <a:off x="616" y="2568"/>
                  <a:ext cx="720"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43" name="AutoShape 164">
                  <a:extLst>
                    <a:ext uri="{FF2B5EF4-FFF2-40B4-BE49-F238E27FC236}">
                      <a16:creationId xmlns:a16="http://schemas.microsoft.com/office/drawing/2014/main" id="{968E1571-41AC-434C-B887-D8EBC7A3B079}"/>
                    </a:ext>
                  </a:extLst>
                </p:cNvPr>
                <p:cNvSpPr>
                  <a:spLocks noChangeArrowheads="1"/>
                </p:cNvSpPr>
                <p:nvPr/>
              </p:nvSpPr>
              <p:spPr bwMode="auto">
                <a:xfrm>
                  <a:off x="632" y="2584"/>
                  <a:ext cx="688"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727" name="Freeform 165">
                <a:extLst>
                  <a:ext uri="{FF2B5EF4-FFF2-40B4-BE49-F238E27FC236}">
                    <a16:creationId xmlns:a16="http://schemas.microsoft.com/office/drawing/2014/main" id="{BE30363C-DD3A-B943-9269-1BAD5BA36988}"/>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728" name="Group 166">
                <a:extLst>
                  <a:ext uri="{FF2B5EF4-FFF2-40B4-BE49-F238E27FC236}">
                    <a16:creationId xmlns:a16="http://schemas.microsoft.com/office/drawing/2014/main" id="{38788B69-339D-7F4E-B301-8175DEA9DEDF}"/>
                  </a:ext>
                </a:extLst>
              </p:cNvPr>
              <p:cNvGrpSpPr>
                <a:grpSpLocks/>
              </p:cNvGrpSpPr>
              <p:nvPr/>
            </p:nvGrpSpPr>
            <p:grpSpPr bwMode="auto">
              <a:xfrm>
                <a:off x="4739" y="1327"/>
                <a:ext cx="582" cy="139"/>
                <a:chOff x="614" y="2568"/>
                <a:chExt cx="725" cy="139"/>
              </a:xfrm>
            </p:grpSpPr>
            <p:sp>
              <p:nvSpPr>
                <p:cNvPr id="740" name="AutoShape 167">
                  <a:extLst>
                    <a:ext uri="{FF2B5EF4-FFF2-40B4-BE49-F238E27FC236}">
                      <a16:creationId xmlns:a16="http://schemas.microsoft.com/office/drawing/2014/main" id="{97B97885-9739-1F45-B789-FBABCFF92AAE}"/>
                    </a:ext>
                  </a:extLst>
                </p:cNvPr>
                <p:cNvSpPr>
                  <a:spLocks noChangeArrowheads="1"/>
                </p:cNvSpPr>
                <p:nvPr/>
              </p:nvSpPr>
              <p:spPr bwMode="auto">
                <a:xfrm>
                  <a:off x="611" y="2569"/>
                  <a:ext cx="728"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41" name="AutoShape 168">
                  <a:extLst>
                    <a:ext uri="{FF2B5EF4-FFF2-40B4-BE49-F238E27FC236}">
                      <a16:creationId xmlns:a16="http://schemas.microsoft.com/office/drawing/2014/main" id="{84771018-17F5-D14A-8D8C-59EE601BC2C9}"/>
                    </a:ext>
                  </a:extLst>
                </p:cNvPr>
                <p:cNvSpPr>
                  <a:spLocks noChangeArrowheads="1"/>
                </p:cNvSpPr>
                <p:nvPr/>
              </p:nvSpPr>
              <p:spPr bwMode="auto">
                <a:xfrm>
                  <a:off x="627" y="2586"/>
                  <a:ext cx="696"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729" name="Rectangle 169">
                <a:extLst>
                  <a:ext uri="{FF2B5EF4-FFF2-40B4-BE49-F238E27FC236}">
                    <a16:creationId xmlns:a16="http://schemas.microsoft.com/office/drawing/2014/main" id="{7A058DA4-516B-7D41-BD30-6364FF15C960}"/>
                  </a:ext>
                </a:extLst>
              </p:cNvPr>
              <p:cNvSpPr>
                <a:spLocks noChangeArrowheads="1"/>
              </p:cNvSpPr>
              <p:nvPr/>
            </p:nvSpPr>
            <p:spPr bwMode="auto">
              <a:xfrm>
                <a:off x="5250" y="429"/>
                <a:ext cx="71" cy="2287"/>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30" name="Freeform 170">
                <a:extLst>
                  <a:ext uri="{FF2B5EF4-FFF2-40B4-BE49-F238E27FC236}">
                    <a16:creationId xmlns:a16="http://schemas.microsoft.com/office/drawing/2014/main" id="{856E246C-1591-CA4F-8ADE-8DDDDAA77931}"/>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31" name="Freeform 171">
                <a:extLst>
                  <a:ext uri="{FF2B5EF4-FFF2-40B4-BE49-F238E27FC236}">
                    <a16:creationId xmlns:a16="http://schemas.microsoft.com/office/drawing/2014/main" id="{31F0BA80-7560-4D47-A9F7-FD31AEA4344D}"/>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32" name="Oval 172">
                <a:extLst>
                  <a:ext uri="{FF2B5EF4-FFF2-40B4-BE49-F238E27FC236}">
                    <a16:creationId xmlns:a16="http://schemas.microsoft.com/office/drawing/2014/main" id="{0250F674-2E69-7A49-BD4A-7A0B63C62F3A}"/>
                  </a:ext>
                </a:extLst>
              </p:cNvPr>
              <p:cNvSpPr>
                <a:spLocks noChangeArrowheads="1"/>
              </p:cNvSpPr>
              <p:nvPr/>
            </p:nvSpPr>
            <p:spPr bwMode="auto">
              <a:xfrm>
                <a:off x="5520" y="2612"/>
                <a:ext cx="45" cy="98"/>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33" name="Freeform 173">
                <a:extLst>
                  <a:ext uri="{FF2B5EF4-FFF2-40B4-BE49-F238E27FC236}">
                    <a16:creationId xmlns:a16="http://schemas.microsoft.com/office/drawing/2014/main" id="{D9EA6536-474B-D64B-B205-1D6C9BA825CA}"/>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34" name="AutoShape 174">
                <a:extLst>
                  <a:ext uri="{FF2B5EF4-FFF2-40B4-BE49-F238E27FC236}">
                    <a16:creationId xmlns:a16="http://schemas.microsoft.com/office/drawing/2014/main" id="{E488D72C-E2D7-A24F-8921-7455381C5E4D}"/>
                  </a:ext>
                </a:extLst>
              </p:cNvPr>
              <p:cNvSpPr>
                <a:spLocks noChangeArrowheads="1"/>
              </p:cNvSpPr>
              <p:nvPr/>
            </p:nvSpPr>
            <p:spPr bwMode="auto">
              <a:xfrm>
                <a:off x="4140" y="2675"/>
                <a:ext cx="1200" cy="150"/>
              </a:xfrm>
              <a:prstGeom prst="roundRect">
                <a:avLst>
                  <a:gd name="adj" fmla="val 50000"/>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35" name="AutoShape 175">
                <a:extLst>
                  <a:ext uri="{FF2B5EF4-FFF2-40B4-BE49-F238E27FC236}">
                    <a16:creationId xmlns:a16="http://schemas.microsoft.com/office/drawing/2014/main" id="{912439D6-774F-1547-AA0D-047E22092538}"/>
                  </a:ext>
                </a:extLst>
              </p:cNvPr>
              <p:cNvSpPr>
                <a:spLocks noChangeArrowheads="1"/>
              </p:cNvSpPr>
              <p:nvPr/>
            </p:nvSpPr>
            <p:spPr bwMode="auto">
              <a:xfrm>
                <a:off x="4204" y="2710"/>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36" name="Oval 176">
                <a:extLst>
                  <a:ext uri="{FF2B5EF4-FFF2-40B4-BE49-F238E27FC236}">
                    <a16:creationId xmlns:a16="http://schemas.microsoft.com/office/drawing/2014/main" id="{A2D2898C-A040-C744-8B60-25B92A3EDD4A}"/>
                  </a:ext>
                </a:extLst>
              </p:cNvPr>
              <p:cNvSpPr>
                <a:spLocks noChangeArrowheads="1"/>
              </p:cNvSpPr>
              <p:nvPr/>
            </p:nvSpPr>
            <p:spPr bwMode="auto">
              <a:xfrm>
                <a:off x="4307" y="2382"/>
                <a:ext cx="160" cy="144"/>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37" name="Oval 177">
                <a:extLst>
                  <a:ext uri="{FF2B5EF4-FFF2-40B4-BE49-F238E27FC236}">
                    <a16:creationId xmlns:a16="http://schemas.microsoft.com/office/drawing/2014/main" id="{6D69F5EA-B0E7-DA4A-8B00-86E1B289A3A5}"/>
                  </a:ext>
                </a:extLst>
              </p:cNvPr>
              <p:cNvSpPr>
                <a:spLocks noChangeArrowheads="1"/>
              </p:cNvSpPr>
              <p:nvPr/>
            </p:nvSpPr>
            <p:spPr bwMode="auto">
              <a:xfrm>
                <a:off x="4487" y="2382"/>
                <a:ext cx="160" cy="144"/>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0" cap="none" spc="0" normalizeH="0" baseline="0" noProof="0">
                  <a:ln>
                    <a:noFill/>
                  </a:ln>
                  <a:solidFill>
                    <a:srgbClr val="FF0000"/>
                  </a:solidFill>
                  <a:effectLst/>
                  <a:uLnTx/>
                  <a:uFillTx/>
                  <a:latin typeface="Calibri" panose="020F0502020204030204"/>
                  <a:ea typeface="ＭＳ Ｐゴシック" panose="020B0600070205080204" pitchFamily="34" charset="-128"/>
                  <a:cs typeface="Arial"/>
                </a:endParaRPr>
              </a:p>
            </p:txBody>
          </p:sp>
          <p:sp>
            <p:nvSpPr>
              <p:cNvPr id="738" name="Oval 178">
                <a:extLst>
                  <a:ext uri="{FF2B5EF4-FFF2-40B4-BE49-F238E27FC236}">
                    <a16:creationId xmlns:a16="http://schemas.microsoft.com/office/drawing/2014/main" id="{CB13C9A5-3005-C744-AAF5-43F081367869}"/>
                  </a:ext>
                </a:extLst>
              </p:cNvPr>
              <p:cNvSpPr>
                <a:spLocks noChangeArrowheads="1"/>
              </p:cNvSpPr>
              <p:nvPr/>
            </p:nvSpPr>
            <p:spPr bwMode="auto">
              <a:xfrm>
                <a:off x="4660" y="2382"/>
                <a:ext cx="160" cy="138"/>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39" name="Rectangle 179">
                <a:extLst>
                  <a:ext uri="{FF2B5EF4-FFF2-40B4-BE49-F238E27FC236}">
                    <a16:creationId xmlns:a16="http://schemas.microsoft.com/office/drawing/2014/main" id="{5E9EBF99-398D-4346-9CCC-C08D38A90EF0}"/>
                  </a:ext>
                </a:extLst>
              </p:cNvPr>
              <p:cNvSpPr>
                <a:spLocks noChangeArrowheads="1"/>
              </p:cNvSpPr>
              <p:nvPr/>
            </p:nvSpPr>
            <p:spPr bwMode="auto">
              <a:xfrm>
                <a:off x="5064" y="1834"/>
                <a:ext cx="83" cy="760"/>
              </a:xfrm>
              <a:prstGeom prst="rect">
                <a:avLst/>
              </a:prstGeom>
              <a:solidFill>
                <a:srgbClr val="29292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nvGrpSpPr>
            <p:cNvPr id="748" name="Group 180">
              <a:extLst>
                <a:ext uri="{FF2B5EF4-FFF2-40B4-BE49-F238E27FC236}">
                  <a16:creationId xmlns:a16="http://schemas.microsoft.com/office/drawing/2014/main" id="{68A8F3DD-C4CD-1A4A-A99E-EE08AE2B9ABE}"/>
                </a:ext>
              </a:extLst>
            </p:cNvPr>
            <p:cNvGrpSpPr>
              <a:grpSpLocks/>
            </p:cNvGrpSpPr>
            <p:nvPr/>
          </p:nvGrpSpPr>
          <p:grpSpPr bwMode="auto">
            <a:xfrm flipH="1">
              <a:off x="10010775" y="4435439"/>
              <a:ext cx="803275" cy="771525"/>
              <a:chOff x="-44" y="1473"/>
              <a:chExt cx="981" cy="1105"/>
            </a:xfrm>
          </p:grpSpPr>
          <p:pic>
            <p:nvPicPr>
              <p:cNvPr id="749" name="Picture 181" descr="desktop_computer_stylized_medium">
                <a:extLst>
                  <a:ext uri="{FF2B5EF4-FFF2-40B4-BE49-F238E27FC236}">
                    <a16:creationId xmlns:a16="http://schemas.microsoft.com/office/drawing/2014/main" id="{FB1222DE-2F29-E94E-BA2E-8430BD1F41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0" name="Freeform 182">
                <a:extLst>
                  <a:ext uri="{FF2B5EF4-FFF2-40B4-BE49-F238E27FC236}">
                    <a16:creationId xmlns:a16="http://schemas.microsoft.com/office/drawing/2014/main" id="{25C576CA-310E-BF45-AEA0-47D91F2AB2BD}"/>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nvGrpSpPr>
            <p:cNvPr id="751" name="Group 183">
              <a:extLst>
                <a:ext uri="{FF2B5EF4-FFF2-40B4-BE49-F238E27FC236}">
                  <a16:creationId xmlns:a16="http://schemas.microsoft.com/office/drawing/2014/main" id="{292C5560-DFC2-574D-8C62-B6F62F2DC84B}"/>
                </a:ext>
              </a:extLst>
            </p:cNvPr>
            <p:cNvGrpSpPr>
              <a:grpSpLocks/>
            </p:cNvGrpSpPr>
            <p:nvPr/>
          </p:nvGrpSpPr>
          <p:grpSpPr bwMode="auto">
            <a:xfrm>
              <a:off x="6096000" y="4416389"/>
              <a:ext cx="803275" cy="771525"/>
              <a:chOff x="-44" y="1473"/>
              <a:chExt cx="981" cy="1105"/>
            </a:xfrm>
          </p:grpSpPr>
          <p:pic>
            <p:nvPicPr>
              <p:cNvPr id="752" name="Picture 184" descr="desktop_computer_stylized_medium">
                <a:extLst>
                  <a:ext uri="{FF2B5EF4-FFF2-40B4-BE49-F238E27FC236}">
                    <a16:creationId xmlns:a16="http://schemas.microsoft.com/office/drawing/2014/main" id="{5ADBABA6-9549-8F45-9CC6-895C1B7130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3" name="Freeform 185">
                <a:extLst>
                  <a:ext uri="{FF2B5EF4-FFF2-40B4-BE49-F238E27FC236}">
                    <a16:creationId xmlns:a16="http://schemas.microsoft.com/office/drawing/2014/main" id="{175C8E0C-2E66-F847-85BF-1DF27F6E9D58}"/>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nvGrpSpPr>
            <p:cNvPr id="754" name="Group 186">
              <a:extLst>
                <a:ext uri="{FF2B5EF4-FFF2-40B4-BE49-F238E27FC236}">
                  <a16:creationId xmlns:a16="http://schemas.microsoft.com/office/drawing/2014/main" id="{BFA50ABA-EF43-8248-BFEE-B2185F9FF4CA}"/>
                </a:ext>
              </a:extLst>
            </p:cNvPr>
            <p:cNvGrpSpPr>
              <a:grpSpLocks/>
            </p:cNvGrpSpPr>
            <p:nvPr/>
          </p:nvGrpSpPr>
          <p:grpSpPr bwMode="auto">
            <a:xfrm>
              <a:off x="6718300" y="4865652"/>
              <a:ext cx="803275" cy="771525"/>
              <a:chOff x="-44" y="1473"/>
              <a:chExt cx="981" cy="1105"/>
            </a:xfrm>
          </p:grpSpPr>
          <p:pic>
            <p:nvPicPr>
              <p:cNvPr id="755" name="Picture 187" descr="desktop_computer_stylized_medium">
                <a:extLst>
                  <a:ext uri="{FF2B5EF4-FFF2-40B4-BE49-F238E27FC236}">
                    <a16:creationId xmlns:a16="http://schemas.microsoft.com/office/drawing/2014/main" id="{F7F3CEF1-4AEE-174D-A7EB-35D5923CD4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6" name="Freeform 188">
                <a:extLst>
                  <a:ext uri="{FF2B5EF4-FFF2-40B4-BE49-F238E27FC236}">
                    <a16:creationId xmlns:a16="http://schemas.microsoft.com/office/drawing/2014/main" id="{092BEB98-510F-A54D-8396-7B8E24FE0928}"/>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sp>
        <p:nvSpPr>
          <p:cNvPr id="648" name="Rectangle 523">
            <a:extLst>
              <a:ext uri="{FF2B5EF4-FFF2-40B4-BE49-F238E27FC236}">
                <a16:creationId xmlns:a16="http://schemas.microsoft.com/office/drawing/2014/main" id="{17573379-BEF3-6842-92C8-C7C11E0F12A1}"/>
              </a:ext>
            </a:extLst>
          </p:cNvPr>
          <p:cNvSpPr txBox="1">
            <a:spLocks noChangeArrowheads="1"/>
          </p:cNvSpPr>
          <p:nvPr/>
        </p:nvSpPr>
        <p:spPr bwMode="auto">
          <a:xfrm>
            <a:off x="6423336" y="1491893"/>
            <a:ext cx="4522733"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0"/>
              </a:buClr>
              <a:buSzPct val="100000"/>
              <a:buFont typeface="Wingdings" pitchFamily="2" charset="2"/>
              <a:buChar char="§"/>
              <a:defRPr sz="2800">
                <a:solidFill>
                  <a:schemeClr val="tx1"/>
                </a:solidFill>
                <a:latin typeface="+mn-lt"/>
                <a:ea typeface="ＭＳ Ｐゴシック" charset="0"/>
                <a:cs typeface="+mn-cs"/>
              </a:defRPr>
            </a:lvl1pPr>
            <a:lvl2pPr marL="742950" indent="-285750" algn="l" rtl="0" eaLnBrk="0" fontAlgn="base" hangingPunct="0">
              <a:lnSpc>
                <a:spcPct val="85000"/>
              </a:lnSpc>
              <a:spcBef>
                <a:spcPct val="20000"/>
              </a:spcBef>
              <a:spcAft>
                <a:spcPct val="0"/>
              </a:spcAft>
              <a:buClr>
                <a:srgbClr val="000090"/>
              </a:buClr>
              <a:buFont typeface="Arial" panose="020B0604020202020204" pitchFamily="34" charset="0"/>
              <a:buChar char="•"/>
              <a:defRPr sz="2400">
                <a:solidFill>
                  <a:schemeClr val="tx1"/>
                </a:solidFill>
                <a:latin typeface="+mn-lt"/>
                <a:ea typeface="Arial" charset="0"/>
                <a:cs typeface="+mn-cs"/>
              </a:defRPr>
            </a:lvl2pPr>
            <a:lvl3pPr marL="1143000" indent="-228600" algn="l" rtl="0" eaLnBrk="0" fontAlgn="base" hangingPunct="0">
              <a:spcBef>
                <a:spcPct val="20000"/>
              </a:spcBef>
              <a:spcAft>
                <a:spcPct val="0"/>
              </a:spcAft>
              <a:buClr>
                <a:srgbClr val="000090"/>
              </a:buClr>
              <a:buFont typeface="Wingdings" pitchFamily="2" charset="2"/>
              <a:buChar char="§"/>
              <a:defRPr sz="2000">
                <a:solidFill>
                  <a:schemeClr val="tx1"/>
                </a:solidFill>
                <a:latin typeface="Comic Sans MS" pitchFamily="66" charset="0"/>
                <a:ea typeface="Arial" charset="0"/>
                <a:cs typeface="+mn-cs"/>
              </a:defRPr>
            </a:lvl3pPr>
            <a:lvl4pPr marL="1600200" indent="-228600" algn="l" rtl="0" eaLnBrk="0" fontAlgn="base" hangingPunct="0">
              <a:spcBef>
                <a:spcPct val="20000"/>
              </a:spcBef>
              <a:spcAft>
                <a:spcPct val="0"/>
              </a:spcAft>
              <a:buClr>
                <a:srgbClr val="000090"/>
              </a:buClr>
              <a:buFont typeface="Wingdings" pitchFamily="2" charset="2"/>
              <a:buChar char="§"/>
              <a:defRPr sz="2000">
                <a:solidFill>
                  <a:schemeClr val="tx1"/>
                </a:solidFill>
                <a:latin typeface="Times New Roman" pitchFamily="18" charset="0"/>
                <a:ea typeface="Arial" charset="0"/>
                <a:cs typeface="+mn-cs"/>
              </a:defRPr>
            </a:lvl4pPr>
            <a:lvl5pPr marL="2057400" indent="-228600" algn="l" rtl="0" eaLnBrk="0" fontAlgn="base" hangingPunct="0">
              <a:spcBef>
                <a:spcPct val="20000"/>
              </a:spcBef>
              <a:spcAft>
                <a:spcPct val="0"/>
              </a:spcAft>
              <a:buClr>
                <a:srgbClr val="000090"/>
              </a:buClr>
              <a:buFont typeface="Wingdings" pitchFamily="2" charset="2"/>
              <a:buChar char="§"/>
              <a:defRPr sz="2000">
                <a:solidFill>
                  <a:schemeClr val="tx1"/>
                </a:solidFill>
                <a:latin typeface="Times New Roman" pitchFamily="18" charset="0"/>
                <a:ea typeface="Arial" charset="0"/>
                <a:cs typeface="+mn-cs"/>
              </a:defRPr>
            </a:lvl5pPr>
            <a:lvl6pPr marL="2514600" indent="-228600" algn="l" rtl="0" fontAlgn="base">
              <a:spcBef>
                <a:spcPct val="20000"/>
              </a:spcBef>
              <a:spcAft>
                <a:spcPct val="0"/>
              </a:spcAft>
              <a:buChar char="»"/>
              <a:defRPr sz="2000">
                <a:solidFill>
                  <a:schemeClr val="tx1"/>
                </a:solidFill>
                <a:latin typeface="Times New Roman" pitchFamily="18" charset="0"/>
                <a:cs typeface="+mn-cs"/>
              </a:defRPr>
            </a:lvl6pPr>
            <a:lvl7pPr marL="2971800" indent="-228600" algn="l" rtl="0" fontAlgn="base">
              <a:spcBef>
                <a:spcPct val="20000"/>
              </a:spcBef>
              <a:spcAft>
                <a:spcPct val="0"/>
              </a:spcAft>
              <a:buChar char="»"/>
              <a:defRPr sz="2000">
                <a:solidFill>
                  <a:schemeClr val="tx1"/>
                </a:solidFill>
                <a:latin typeface="Times New Roman" pitchFamily="18" charset="0"/>
                <a:cs typeface="+mn-cs"/>
              </a:defRPr>
            </a:lvl7pPr>
            <a:lvl8pPr marL="3429000" indent="-228600" algn="l" rtl="0" fontAlgn="base">
              <a:spcBef>
                <a:spcPct val="20000"/>
              </a:spcBef>
              <a:spcAft>
                <a:spcPct val="0"/>
              </a:spcAft>
              <a:buChar char="»"/>
              <a:defRPr sz="2000">
                <a:solidFill>
                  <a:schemeClr val="tx1"/>
                </a:solidFill>
                <a:latin typeface="Times New Roman" pitchFamily="18" charset="0"/>
                <a:cs typeface="+mn-cs"/>
              </a:defRPr>
            </a:lvl8pPr>
            <a:lvl9pPr marL="3886200" indent="-228600" algn="l" rtl="0" fontAlgn="base">
              <a:spcBef>
                <a:spcPct val="20000"/>
              </a:spcBef>
              <a:spcAft>
                <a:spcPct val="0"/>
              </a:spcAft>
              <a:buChar char="»"/>
              <a:defRPr sz="2000">
                <a:solidFill>
                  <a:schemeClr val="tx1"/>
                </a:solidFill>
                <a:latin typeface="Times New Roman" pitchFamily="18" charset="0"/>
                <a:cs typeface="+mn-cs"/>
              </a:defRPr>
            </a:lvl9pPr>
          </a:lstStyle>
          <a:p>
            <a:pPr marL="342900" marR="0" lvl="0" indent="-342900" algn="l" defTabSz="914400" rtl="0" eaLnBrk="1" fontAlgn="base" latinLnBrk="0" hangingPunct="1">
              <a:lnSpc>
                <a:spcPct val="85000"/>
              </a:lnSpc>
              <a:spcBef>
                <a:spcPct val="20000"/>
              </a:spcBef>
              <a:spcAft>
                <a:spcPct val="0"/>
              </a:spcAft>
              <a:buClr>
                <a:srgbClr val="000090"/>
              </a:buClr>
              <a:buSzPct val="100000"/>
              <a:buFont typeface="Wingdings" pitchFamily="2" charset="2"/>
              <a:buChar char="§"/>
              <a:tabLst/>
              <a:defRPr/>
            </a:pPr>
            <a:r>
              <a:rPr kumimoji="0" lang="en-US" altLang="en-US" sz="3200" b="0" i="0" u="none" strike="noStrike" kern="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per-connection end-end throughput: </a:t>
            </a:r>
            <a:r>
              <a:rPr kumimoji="0" lang="en-US" altLang="en-US" sz="3200" b="0" i="1" u="none" strike="noStrike" kern="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min(R</a:t>
            </a:r>
            <a:r>
              <a:rPr kumimoji="0" lang="en-US" altLang="en-US" sz="3200" b="0" i="1" u="none" strike="noStrike" kern="0" cap="none" spc="0" normalizeH="0" baseline="-25000" noProof="0">
                <a:ln>
                  <a:noFill/>
                </a:ln>
                <a:solidFill>
                  <a:prstClr val="black"/>
                </a:solidFill>
                <a:effectLst/>
                <a:uLnTx/>
                <a:uFillTx/>
                <a:latin typeface="Calibri" panose="020F0502020204030204"/>
                <a:ea typeface="ＭＳ Ｐゴシック" panose="020B0600070205080204" pitchFamily="34" charset="-128"/>
                <a:cs typeface="+mn-cs"/>
              </a:rPr>
              <a:t>c</a:t>
            </a:r>
            <a:r>
              <a:rPr kumimoji="0" lang="en-US" altLang="en-US" sz="3200" b="0" i="1" u="none" strike="noStrike" kern="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,R</a:t>
            </a:r>
            <a:r>
              <a:rPr kumimoji="0" lang="en-US" altLang="en-US" sz="3200" b="0" i="1" u="none" strike="noStrike" kern="0" cap="none" spc="0" normalizeH="0" baseline="-25000" noProof="0">
                <a:ln>
                  <a:noFill/>
                </a:ln>
                <a:solidFill>
                  <a:prstClr val="black"/>
                </a:solidFill>
                <a:effectLst/>
                <a:uLnTx/>
                <a:uFillTx/>
                <a:latin typeface="Calibri" panose="020F0502020204030204"/>
                <a:ea typeface="ＭＳ Ｐゴシック" panose="020B0600070205080204" pitchFamily="34" charset="-128"/>
                <a:cs typeface="+mn-cs"/>
              </a:rPr>
              <a:t>s</a:t>
            </a:r>
            <a:r>
              <a:rPr kumimoji="0" lang="en-US" altLang="en-US" sz="3200" b="0" i="1" u="none" strike="noStrike" kern="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,R/10)</a:t>
            </a:r>
          </a:p>
          <a:p>
            <a:pPr marL="342900" marR="0" lvl="0" indent="-342900" algn="l" defTabSz="914400" rtl="0" eaLnBrk="1" fontAlgn="base" latinLnBrk="0" hangingPunct="1">
              <a:lnSpc>
                <a:spcPct val="85000"/>
              </a:lnSpc>
              <a:spcBef>
                <a:spcPct val="20000"/>
              </a:spcBef>
              <a:spcAft>
                <a:spcPct val="0"/>
              </a:spcAft>
              <a:buClr>
                <a:srgbClr val="000090"/>
              </a:buClr>
              <a:buSzPct val="100000"/>
              <a:buFont typeface="Wingdings" pitchFamily="2" charset="2"/>
              <a:buChar char="§"/>
              <a:tabLst/>
              <a:defRPr/>
            </a:pPr>
            <a:r>
              <a:rPr kumimoji="0" lang="en-US" altLang="en-US" sz="3200" b="0" i="0" u="none" strike="noStrike" kern="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in practice: </a:t>
            </a:r>
            <a:r>
              <a:rPr kumimoji="0" lang="en-US" altLang="en-US" sz="3200" b="0" i="1" u="none" strike="noStrike" kern="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R</a:t>
            </a:r>
            <a:r>
              <a:rPr kumimoji="0" lang="en-US" altLang="en-US" sz="3200" b="0" i="1" u="none" strike="noStrike" kern="0" cap="none" spc="0" normalizeH="0" baseline="-25000" noProof="0">
                <a:ln>
                  <a:noFill/>
                </a:ln>
                <a:solidFill>
                  <a:prstClr val="black"/>
                </a:solidFill>
                <a:effectLst/>
                <a:uLnTx/>
                <a:uFillTx/>
                <a:latin typeface="Calibri" panose="020F0502020204030204"/>
                <a:ea typeface="ＭＳ Ｐゴシック" panose="020B0600070205080204" pitchFamily="34" charset="-128"/>
                <a:cs typeface="+mn-cs"/>
              </a:rPr>
              <a:t>c</a:t>
            </a:r>
            <a:r>
              <a:rPr kumimoji="0" lang="en-US" altLang="en-US" sz="3200" b="0" i="0" u="none" strike="noStrike" kern="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 or </a:t>
            </a:r>
            <a:r>
              <a:rPr kumimoji="0" lang="en-US" altLang="en-US" sz="3200" b="0" i="1" u="none" strike="noStrike" kern="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R</a:t>
            </a:r>
            <a:r>
              <a:rPr kumimoji="0" lang="en-US" altLang="en-US" sz="3200" b="0" i="1" u="none" strike="noStrike" kern="0" cap="none" spc="0" normalizeH="0" baseline="-25000" noProof="0">
                <a:ln>
                  <a:noFill/>
                </a:ln>
                <a:solidFill>
                  <a:prstClr val="black"/>
                </a:solidFill>
                <a:effectLst/>
                <a:uLnTx/>
                <a:uFillTx/>
                <a:latin typeface="Calibri" panose="020F0502020204030204"/>
                <a:ea typeface="ＭＳ Ｐゴシック" panose="020B0600070205080204" pitchFamily="34" charset="-128"/>
                <a:cs typeface="+mn-cs"/>
              </a:rPr>
              <a:t>s</a:t>
            </a:r>
            <a:r>
              <a:rPr kumimoji="0" lang="en-US" altLang="en-US" sz="3200" b="0" i="0" u="none" strike="noStrike" kern="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 is often bottleneck</a:t>
            </a:r>
          </a:p>
        </p:txBody>
      </p:sp>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2327DB54-2343-5D9F-CEE1-037F0975A6CE}"/>
                  </a:ext>
                </a:extLst>
              </p14:cNvPr>
              <p14:cNvContentPartPr/>
              <p14:nvPr/>
            </p14:nvContentPartPr>
            <p14:xfrm>
              <a:off x="8430120" y="2292840"/>
              <a:ext cx="875520" cy="568440"/>
            </p14:xfrm>
          </p:contentPart>
        </mc:Choice>
        <mc:Fallback>
          <p:pic>
            <p:nvPicPr>
              <p:cNvPr id="4" name="Ink 3">
                <a:extLst>
                  <a:ext uri="{FF2B5EF4-FFF2-40B4-BE49-F238E27FC236}">
                    <a16:creationId xmlns:a16="http://schemas.microsoft.com/office/drawing/2014/main" id="{2327DB54-2343-5D9F-CEE1-037F0975A6CE}"/>
                  </a:ext>
                </a:extLst>
              </p:cNvPr>
              <p:cNvPicPr/>
              <p:nvPr/>
            </p:nvPicPr>
            <p:blipFill>
              <a:blip r:embed="rId5"/>
              <a:stretch>
                <a:fillRect/>
              </a:stretch>
            </p:blipFill>
            <p:spPr>
              <a:xfrm>
                <a:off x="8420760" y="2283480"/>
                <a:ext cx="894240" cy="587160"/>
              </a:xfrm>
              <a:prstGeom prst="rect">
                <a:avLst/>
              </a:prstGeom>
            </p:spPr>
          </p:pic>
        </mc:Fallback>
      </mc:AlternateContent>
    </p:spTree>
    <p:extLst>
      <p:ext uri="{BB962C8B-B14F-4D97-AF65-F5344CB8AC3E}">
        <p14:creationId xmlns:p14="http://schemas.microsoft.com/office/powerpoint/2010/main" val="42128916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AACB6-5B4E-BE78-488B-C907C93F67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EE468B-A0DE-87D0-3503-62C77C754D7A}"/>
              </a:ext>
            </a:extLst>
          </p:cNvPr>
          <p:cNvSpPr>
            <a:spLocks noGrp="1"/>
          </p:cNvSpPr>
          <p:nvPr>
            <p:ph type="title"/>
          </p:nvPr>
        </p:nvSpPr>
        <p:spPr>
          <a:xfrm>
            <a:off x="825267" y="291947"/>
            <a:ext cx="10515600" cy="894622"/>
          </a:xfrm>
        </p:spPr>
        <p:txBody>
          <a:bodyPr>
            <a:normAutofit/>
          </a:bodyPr>
          <a:lstStyle/>
          <a:p>
            <a:r>
              <a:rPr lang="en-US">
                <a:ea typeface="ＭＳ Ｐゴシック" panose="020B0600070205080204" pitchFamily="34" charset="-128"/>
              </a:rPr>
              <a:t>How do you measure end-to-end throughput on network?</a:t>
            </a:r>
            <a:endParaRPr lang="en-US" sz="4400"/>
          </a:p>
        </p:txBody>
      </p:sp>
      <p:sp>
        <p:nvSpPr>
          <p:cNvPr id="17" name="Rectangle 5">
            <a:extLst>
              <a:ext uri="{FF2B5EF4-FFF2-40B4-BE49-F238E27FC236}">
                <a16:creationId xmlns:a16="http://schemas.microsoft.com/office/drawing/2014/main" id="{0780D9B1-BF0A-5EAF-30A0-54CA13D9AF23}"/>
              </a:ext>
            </a:extLst>
          </p:cNvPr>
          <p:cNvSpPr txBox="1">
            <a:spLocks noChangeArrowheads="1"/>
          </p:cNvSpPr>
          <p:nvPr/>
        </p:nvSpPr>
        <p:spPr>
          <a:xfrm>
            <a:off x="980180" y="1324511"/>
            <a:ext cx="10342830" cy="3613177"/>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marR="0" lvl="0" indent="-28733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lang="en-US" altLang="en-US">
                <a:latin typeface="Calibri" panose="020F0502020204030204"/>
                <a:ea typeface="ＭＳ Ｐゴシック" panose="020B0600070205080204" pitchFamily="34" charset="-128"/>
              </a:rPr>
              <a:t>V</a:t>
            </a:r>
            <a:r>
              <a:rPr kumimoji="0" lang="en-US" altLang="en-US" sz="2800" i="0" u="none" strike="noStrike" kern="1200" cap="none" spc="0" normalizeH="0" baseline="0" noProof="0" err="1">
                <a:ln>
                  <a:noFill/>
                </a:ln>
                <a:effectLst/>
                <a:uLnTx/>
                <a:uFillTx/>
                <a:latin typeface="Calibri" panose="020F0502020204030204"/>
                <a:ea typeface="ＭＳ Ｐゴシック" panose="020B0600070205080204" pitchFamily="34" charset="-128"/>
                <a:cs typeface="+mn-cs"/>
              </a:rPr>
              <a:t>arious</a:t>
            </a:r>
            <a:r>
              <a:rPr kumimoji="0" lang="en-US" altLang="en-US" sz="2800" i="0" u="none" strike="noStrike" kern="1200" cap="none" spc="0" normalizeH="0" baseline="0" noProof="0">
                <a:ln>
                  <a:noFill/>
                </a:ln>
                <a:effectLst/>
                <a:uLnTx/>
                <a:uFillTx/>
                <a:latin typeface="Calibri" panose="020F0502020204030204"/>
                <a:ea typeface="ＭＳ Ｐゴシック" panose="020B0600070205080204" pitchFamily="34" charset="-128"/>
                <a:cs typeface="+mn-cs"/>
              </a:rPr>
              <a:t> speed</a:t>
            </a:r>
            <a:r>
              <a:rPr kumimoji="0" lang="en-US" altLang="en-US" sz="2800" i="0" u="none" strike="noStrike" kern="1200" cap="none" spc="0" normalizeH="0" noProof="0">
                <a:ln>
                  <a:noFill/>
                </a:ln>
                <a:effectLst/>
                <a:uLnTx/>
                <a:uFillTx/>
                <a:latin typeface="Calibri" panose="020F0502020204030204"/>
                <a:ea typeface="ＭＳ Ｐゴシック" panose="020B0600070205080204" pitchFamily="34" charset="-128"/>
                <a:cs typeface="+mn-cs"/>
              </a:rPr>
              <a:t> test tools (e.g., </a:t>
            </a:r>
            <a:r>
              <a:rPr kumimoji="0" lang="en-US" altLang="en-US" sz="2800" i="0" u="none" strike="noStrike" kern="1200" cap="none" spc="0" normalizeH="0" noProof="0" err="1">
                <a:ln>
                  <a:noFill/>
                </a:ln>
                <a:effectLst/>
                <a:uLnTx/>
                <a:uFillTx/>
                <a:latin typeface="Calibri" panose="020F0502020204030204"/>
                <a:ea typeface="ＭＳ Ｐゴシック" panose="020B0600070205080204" pitchFamily="34" charset="-128"/>
                <a:cs typeface="+mn-cs"/>
              </a:rPr>
              <a:t>ookla</a:t>
            </a:r>
            <a:r>
              <a:rPr kumimoji="0" lang="en-US" altLang="en-US" sz="2800" i="0" u="none" strike="noStrike" kern="1200" cap="none" spc="0" normalizeH="0" noProof="0">
                <a:ln>
                  <a:noFill/>
                </a:ln>
                <a:effectLst/>
                <a:uLnTx/>
                <a:uFillTx/>
                <a:latin typeface="Calibri" panose="020F0502020204030204"/>
                <a:ea typeface="ＭＳ Ｐゴシック" panose="020B0600070205080204" pitchFamily="34" charset="-128"/>
                <a:cs typeface="+mn-cs"/>
              </a:rPr>
              <a:t> </a:t>
            </a:r>
            <a:r>
              <a:rPr kumimoji="0" lang="en-US" altLang="en-US" sz="2800" i="0" u="none" strike="noStrike" kern="1200" cap="none" spc="0" normalizeH="0" noProof="0" err="1">
                <a:ln>
                  <a:noFill/>
                </a:ln>
                <a:effectLst/>
                <a:uLnTx/>
                <a:uFillTx/>
                <a:latin typeface="Calibri" panose="020F0502020204030204"/>
                <a:ea typeface="ＭＳ Ｐゴシック" panose="020B0600070205080204" pitchFamily="34" charset="-128"/>
                <a:cs typeface="+mn-cs"/>
              </a:rPr>
              <a:t>speedtest</a:t>
            </a:r>
            <a:r>
              <a:rPr kumimoji="0" lang="en-US" altLang="en-US" sz="2800" i="0" u="none" strike="noStrike" kern="1200" cap="none" spc="0" normalizeH="0" noProof="0">
                <a:ln>
                  <a:noFill/>
                </a:ln>
                <a:effectLst/>
                <a:uLnTx/>
                <a:uFillTx/>
                <a:latin typeface="Calibri" panose="020F0502020204030204"/>
                <a:ea typeface="ＭＳ Ｐゴシック" panose="020B0600070205080204" pitchFamily="34" charset="-128"/>
                <a:cs typeface="+mn-cs"/>
              </a:rPr>
              <a:t>, </a:t>
            </a:r>
            <a:r>
              <a:rPr kumimoji="0" lang="en-US" altLang="en-US" sz="2800" i="0" u="none" strike="noStrike" kern="1200" cap="none" spc="0" normalizeH="0" noProof="0" err="1">
                <a:ln>
                  <a:noFill/>
                </a:ln>
                <a:effectLst/>
                <a:uLnTx/>
                <a:uFillTx/>
                <a:latin typeface="Calibri" panose="020F0502020204030204"/>
                <a:ea typeface="ＭＳ Ｐゴシック" panose="020B0600070205080204" pitchFamily="34" charset="-128"/>
                <a:cs typeface="+mn-cs"/>
              </a:rPr>
              <a:t>mlab</a:t>
            </a:r>
            <a:r>
              <a:rPr kumimoji="0" lang="en-US" altLang="en-US" sz="2800" i="0" u="none" strike="noStrike" kern="1200" cap="none" spc="0" normalizeH="0" noProof="0">
                <a:ln>
                  <a:noFill/>
                </a:ln>
                <a:effectLst/>
                <a:uLnTx/>
                <a:uFillTx/>
                <a:latin typeface="Calibri" panose="020F0502020204030204"/>
                <a:ea typeface="ＭＳ Ｐゴシック" panose="020B0600070205080204" pitchFamily="34" charset="-128"/>
                <a:cs typeface="+mn-cs"/>
              </a:rPr>
              <a:t> ndt7, </a:t>
            </a:r>
            <a:r>
              <a:rPr kumimoji="0" lang="en-US" altLang="en-US" sz="2800" i="0" u="none" strike="noStrike" kern="1200" cap="none" spc="0" normalizeH="0" noProof="0" err="1">
                <a:ln>
                  <a:noFill/>
                </a:ln>
                <a:effectLst/>
                <a:uLnTx/>
                <a:uFillTx/>
                <a:latin typeface="Calibri" panose="020F0502020204030204"/>
                <a:ea typeface="ＭＳ Ｐゴシック" panose="020B0600070205080204" pitchFamily="34" charset="-128"/>
                <a:cs typeface="+mn-cs"/>
              </a:rPr>
              <a:t>iperf</a:t>
            </a:r>
            <a:r>
              <a:rPr kumimoji="0" lang="en-US" altLang="en-US" sz="2800" i="0" u="none" strike="noStrike" kern="1200" cap="none" spc="0" normalizeH="0" noProof="0">
                <a:ln>
                  <a:noFill/>
                </a:ln>
                <a:effectLst/>
                <a:uLnTx/>
                <a:uFillTx/>
                <a:latin typeface="Calibri" panose="020F0502020204030204"/>
                <a:ea typeface="ＭＳ Ｐゴシック" panose="020B0600070205080204" pitchFamily="34" charset="-128"/>
                <a:cs typeface="+mn-cs"/>
              </a:rPr>
              <a:t>)</a:t>
            </a:r>
          </a:p>
          <a:p>
            <a:pPr marL="287338" marR="0" lvl="0" indent="-28733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lang="en-US" altLang="en-US">
                <a:latin typeface="Calibri" panose="020F0502020204030204"/>
                <a:ea typeface="ＭＳ Ｐゴシック" panose="020B0600070205080204" pitchFamily="34" charset="-128"/>
              </a:rPr>
              <a:t>How does a </a:t>
            </a:r>
            <a:r>
              <a:rPr lang="en-US" altLang="en-US" err="1">
                <a:latin typeface="Calibri" panose="020F0502020204030204"/>
                <a:ea typeface="ＭＳ Ｐゴシック" panose="020B0600070205080204" pitchFamily="34" charset="-128"/>
              </a:rPr>
              <a:t>speedtest</a:t>
            </a:r>
            <a:r>
              <a:rPr lang="en-US" altLang="en-US">
                <a:latin typeface="Calibri" panose="020F0502020204030204"/>
                <a:ea typeface="ＭＳ Ｐゴシック" panose="020B0600070205080204" pitchFamily="34" charset="-128"/>
              </a:rPr>
              <a:t> work?</a:t>
            </a:r>
          </a:p>
          <a:p>
            <a:pPr marL="0" marR="0" lvl="0" indent="0" algn="l" defTabSz="914400" rtl="0" eaLnBrk="1" fontAlgn="auto" latinLnBrk="0" hangingPunct="1">
              <a:lnSpc>
                <a:spcPct val="90000"/>
              </a:lnSpc>
              <a:spcBef>
                <a:spcPts val="1000"/>
              </a:spcBef>
              <a:spcAft>
                <a:spcPts val="0"/>
              </a:spcAft>
              <a:buClr>
                <a:srgbClr val="0000A3"/>
              </a:buClr>
              <a:buSzTx/>
              <a:buNone/>
              <a:tabLst/>
              <a:defRPr/>
            </a:pPr>
            <a:endParaRPr lang="en-US" altLang="en-US">
              <a:latin typeface="Calibri" panose="020F0502020204030204"/>
              <a:ea typeface="ＭＳ Ｐゴシック" panose="020B0600070205080204" pitchFamily="34" charset="-128"/>
            </a:endParaRPr>
          </a:p>
          <a:p>
            <a:pPr marL="0" marR="0" lvl="0" indent="0" algn="l" defTabSz="914400" rtl="0" eaLnBrk="1" fontAlgn="auto" latinLnBrk="0" hangingPunct="1">
              <a:lnSpc>
                <a:spcPct val="90000"/>
              </a:lnSpc>
              <a:spcBef>
                <a:spcPts val="1000"/>
              </a:spcBef>
              <a:spcAft>
                <a:spcPts val="0"/>
              </a:spcAft>
              <a:buClr>
                <a:srgbClr val="0000A3"/>
              </a:buClr>
              <a:buSzTx/>
              <a:buNone/>
              <a:tabLst/>
              <a:defRPr/>
            </a:pPr>
            <a:endParaRPr lang="en-US" altLang="en-US">
              <a:latin typeface="Calibri" panose="020F0502020204030204"/>
              <a:ea typeface="ＭＳ Ｐゴシック" panose="020B0600070205080204" pitchFamily="34" charset="-128"/>
            </a:endParaRPr>
          </a:p>
          <a:p>
            <a:pPr marL="0" marR="0" lvl="0" indent="0" algn="l" defTabSz="914400" rtl="0" eaLnBrk="1" fontAlgn="auto" latinLnBrk="0" hangingPunct="1">
              <a:lnSpc>
                <a:spcPct val="90000"/>
              </a:lnSpc>
              <a:spcBef>
                <a:spcPts val="1000"/>
              </a:spcBef>
              <a:spcAft>
                <a:spcPts val="0"/>
              </a:spcAft>
              <a:buClr>
                <a:srgbClr val="0000A3"/>
              </a:buClr>
              <a:buSzTx/>
              <a:buNone/>
              <a:tabLst/>
              <a:defRPr/>
            </a:pPr>
            <a:endParaRPr lang="en-US" altLang="en-US">
              <a:latin typeface="Calibri" panose="020F0502020204030204"/>
              <a:ea typeface="ＭＳ Ｐゴシック" panose="020B0600070205080204" pitchFamily="34" charset="-128"/>
            </a:endParaRPr>
          </a:p>
          <a:p>
            <a:pPr marL="0" marR="0" lvl="0" indent="0" algn="l" defTabSz="914400" rtl="0" eaLnBrk="1" fontAlgn="auto" latinLnBrk="0" hangingPunct="1">
              <a:lnSpc>
                <a:spcPct val="90000"/>
              </a:lnSpc>
              <a:spcBef>
                <a:spcPts val="1000"/>
              </a:spcBef>
              <a:spcAft>
                <a:spcPts val="0"/>
              </a:spcAft>
              <a:buClr>
                <a:srgbClr val="0000A3"/>
              </a:buClr>
              <a:buSzTx/>
              <a:buNone/>
              <a:tabLst/>
              <a:defRPr/>
            </a:pPr>
            <a:endParaRPr lang="en-US" altLang="en-US">
              <a:latin typeface="Calibri" panose="020F0502020204030204"/>
              <a:ea typeface="ＭＳ Ｐゴシック" panose="020B0600070205080204" pitchFamily="34" charset="-128"/>
            </a:endParaRPr>
          </a:p>
          <a:p>
            <a:pPr marL="287338" marR="0" lvl="0" indent="-28733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lang="en-US" altLang="en-US">
                <a:latin typeface="Calibri" panose="020F0502020204030204"/>
                <a:ea typeface="ＭＳ Ｐゴシック" panose="020B0600070205080204" pitchFamily="34" charset="-128"/>
              </a:rPr>
              <a:t>Let’s take a </a:t>
            </a:r>
            <a:r>
              <a:rPr lang="en-US" altLang="en-US">
                <a:latin typeface="Calibri" panose="020F0502020204030204"/>
                <a:ea typeface="ＭＳ Ｐゴシック" panose="020B0600070205080204" pitchFamily="34" charset="-128"/>
                <a:hlinkClick r:id="rId3"/>
              </a:rPr>
              <a:t>speedtest</a:t>
            </a:r>
            <a:r>
              <a:rPr lang="en-US" altLang="en-US">
                <a:latin typeface="Calibri" panose="020F0502020204030204"/>
                <a:ea typeface="ＭＳ Ｐゴシック" panose="020B0600070205080204" pitchFamily="34" charset="-128"/>
              </a:rPr>
              <a:t> </a:t>
            </a:r>
          </a:p>
        </p:txBody>
      </p:sp>
      <p:sp>
        <p:nvSpPr>
          <p:cNvPr id="60" name="Rectangle 5">
            <a:extLst>
              <a:ext uri="{FF2B5EF4-FFF2-40B4-BE49-F238E27FC236}">
                <a16:creationId xmlns:a16="http://schemas.microsoft.com/office/drawing/2014/main" id="{BE180470-8868-B8BA-2FCA-1E0C84191608}"/>
              </a:ext>
            </a:extLst>
          </p:cNvPr>
          <p:cNvSpPr txBox="1">
            <a:spLocks noChangeArrowheads="1"/>
          </p:cNvSpPr>
          <p:nvPr/>
        </p:nvSpPr>
        <p:spPr>
          <a:xfrm>
            <a:off x="911652" y="3340485"/>
            <a:ext cx="10342830" cy="1723652"/>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2625" marR="0" lvl="1" indent="-22542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endParaRPr kumimoji="0" lang="en-US" altLang="en-US" sz="3200" b="0" i="0" u="none" strike="noStrike" kern="1200" cap="none" spc="0" normalizeH="0" baseline="0" noProof="0">
              <a:ln>
                <a:noFill/>
              </a:ln>
              <a:solidFill>
                <a:prstClr val="black"/>
              </a:solidFill>
              <a:effectLst/>
              <a:uLnTx/>
              <a:uFillTx/>
              <a:latin typeface="Calibri" panose="020F0502020204030204"/>
              <a:ea typeface="Arial" panose="020B0604020202020204" pitchFamily="34" charset="0"/>
              <a:cs typeface="+mn-cs"/>
            </a:endParaRPr>
          </a:p>
        </p:txBody>
      </p:sp>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40F3392B-3AB2-420A-4343-A9F012A60C8E}"/>
                  </a:ext>
                </a:extLst>
              </p14:cNvPr>
              <p14:cNvContentPartPr/>
              <p14:nvPr/>
            </p14:nvContentPartPr>
            <p14:xfrm>
              <a:off x="1893960" y="2387880"/>
              <a:ext cx="5006160" cy="1333080"/>
            </p14:xfrm>
          </p:contentPart>
        </mc:Choice>
        <mc:Fallback>
          <p:pic>
            <p:nvPicPr>
              <p:cNvPr id="3" name="Ink 2">
                <a:extLst>
                  <a:ext uri="{FF2B5EF4-FFF2-40B4-BE49-F238E27FC236}">
                    <a16:creationId xmlns:a16="http://schemas.microsoft.com/office/drawing/2014/main" id="{40F3392B-3AB2-420A-4343-A9F012A60C8E}"/>
                  </a:ext>
                </a:extLst>
              </p:cNvPr>
              <p:cNvPicPr/>
              <p:nvPr/>
            </p:nvPicPr>
            <p:blipFill>
              <a:blip r:embed="rId5"/>
              <a:stretch>
                <a:fillRect/>
              </a:stretch>
            </p:blipFill>
            <p:spPr>
              <a:xfrm>
                <a:off x="1884600" y="2378520"/>
                <a:ext cx="5024880" cy="1351800"/>
              </a:xfrm>
              <a:prstGeom prst="rect">
                <a:avLst/>
              </a:prstGeom>
            </p:spPr>
          </p:pic>
        </mc:Fallback>
      </mc:AlternateContent>
    </p:spTree>
    <p:extLst>
      <p:ext uri="{BB962C8B-B14F-4D97-AF65-F5344CB8AC3E}">
        <p14:creationId xmlns:p14="http://schemas.microsoft.com/office/powerpoint/2010/main" val="1864475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grpId="0" nodeType="clickEffect" nodePh="1">
                                  <p:stCondLst>
                                    <p:cond delay="0"/>
                                  </p:stCondLst>
                                  <p:endCondLst>
                                    <p:cond evt="begin" delay="0">
                                      <p:tn val="17"/>
                                    </p:cond>
                                  </p:endCondLst>
                                  <p:childTnLst>
                                    <p:set>
                                      <p:cBhvr>
                                        <p:cTn id="18" dur="1" fill="hold">
                                          <p:stCondLst>
                                            <p:cond delay="0"/>
                                          </p:stCondLst>
                                        </p:cTn>
                                        <p:tgtEl>
                                          <p:spTgt spid="60"/>
                                        </p:tgtEl>
                                        <p:attrNameLst>
                                          <p:attrName>style.visibility</p:attrName>
                                        </p:attrNameLst>
                                      </p:cBhvr>
                                      <p:to>
                                        <p:strVal val="visible"/>
                                      </p:to>
                                    </p:set>
                                    <p:animEffect transition="in" filter="dissolve">
                                      <p:cBhvr>
                                        <p:cTn id="19"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a:extLst>
              <a:ext uri="{FF2B5EF4-FFF2-40B4-BE49-F238E27FC236}">
                <a16:creationId xmlns:a16="http://schemas.microsoft.com/office/drawing/2014/main" id="{0F634E52-EC29-67A4-991A-C2ED13D1BEA1}"/>
              </a:ext>
            </a:extLst>
          </p:cNvPr>
          <p:cNvSpPr>
            <a:spLocks noGrp="1"/>
          </p:cNvSpPr>
          <p:nvPr>
            <p:ph type="title"/>
          </p:nvPr>
        </p:nvSpPr>
        <p:spPr/>
        <p:txBody>
          <a:bodyPr/>
          <a:lstStyle/>
          <a:p>
            <a:r>
              <a:rPr lang="en-US"/>
              <a:t>What is the official unit of energy?</a:t>
            </a:r>
          </a:p>
        </p:txBody>
      </p:sp>
      <p:sp>
        <p:nvSpPr>
          <p:cNvPr id="6" name="Slide Number Placeholder 5">
            <a:extLst>
              <a:ext uri="{FF2B5EF4-FFF2-40B4-BE49-F238E27FC236}">
                <a16:creationId xmlns:a16="http://schemas.microsoft.com/office/drawing/2014/main" id="{5A9F2FBD-043A-4127-9646-0C51730F17C8}"/>
              </a:ext>
            </a:extLst>
          </p:cNvPr>
          <p:cNvSpPr>
            <a:spLocks noGrp="1"/>
          </p:cNvSpPr>
          <p:nvPr>
            <p:ph type="sldNum" sz="quarter" idx="12"/>
          </p:nvPr>
        </p:nvSpPr>
        <p:spPr/>
        <p:txBody>
          <a:bodyPr/>
          <a:lstStyle/>
          <a:p>
            <a:fld id="{B5CEABB6-07DC-46E8-9B57-56EC44A396E5}" type="slidenum">
              <a:rPr lang="en-US" smtClean="0"/>
              <a:pPr/>
              <a:t>31</a:t>
            </a:fld>
            <a:endParaRPr lang="en-US"/>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3" name="Add-in 2" title="Interactive content from Mentimeter">
                <a:extLst>
                  <a:ext uri="{FF2B5EF4-FFF2-40B4-BE49-F238E27FC236}">
                    <a16:creationId xmlns:a16="http://schemas.microsoft.com/office/drawing/2014/main" id="{67E870EB-B167-A02F-0AB3-DAD3AC9DDE7F}"/>
                  </a:ext>
                </a:extLst>
              </p:cNvPr>
              <p:cNvGraphicFramePr>
                <a:graphicFrameLocks noGrp="1"/>
              </p:cNvGraphicFramePr>
              <p:nvPr>
                <p:extLst>
                  <p:ext uri="{D42A27DB-BD31-4B8C-83A1-F6EECF244321}">
                    <p14:modId xmlns:p14="http://schemas.microsoft.com/office/powerpoint/2010/main" val="3953445850"/>
                  </p:ext>
                </p:extLst>
              </p:nvPr>
            </p:nvGraphicFramePr>
            <p:xfrm>
              <a:off x="381000" y="215899"/>
              <a:ext cx="11430000" cy="6426200"/>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3" name="Add-in 2" title="Interactive content from Mentimeter">
                <a:extLst>
                  <a:ext uri="{FF2B5EF4-FFF2-40B4-BE49-F238E27FC236}">
                    <a16:creationId xmlns:a16="http://schemas.microsoft.com/office/drawing/2014/main" id="{67E870EB-B167-A02F-0AB3-DAD3AC9DDE7F}"/>
                  </a:ext>
                </a:extLst>
              </p:cNvPr>
              <p:cNvPicPr>
                <a:picLocks noGrp="1" noRot="1" noChangeAspect="1" noMove="1" noResize="1" noEditPoints="1" noAdjustHandles="1" noChangeArrowheads="1" noChangeShapeType="1"/>
              </p:cNvPicPr>
              <p:nvPr/>
            </p:nvPicPr>
            <p:blipFill>
              <a:blip r:embed="rId3"/>
              <a:stretch>
                <a:fillRect/>
              </a:stretch>
            </p:blipFill>
            <p:spPr>
              <a:xfrm>
                <a:off x="381000" y="215899"/>
                <a:ext cx="11430000" cy="6426200"/>
              </a:xfrm>
              <a:prstGeom prst="rect">
                <a:avLst/>
              </a:prstGeom>
            </p:spPr>
          </p:pic>
        </mc:Fallback>
      </mc:AlternateContent>
    </p:spTree>
    <p:extLst>
      <p:ext uri="{BB962C8B-B14F-4D97-AF65-F5344CB8AC3E}">
        <p14:creationId xmlns:p14="http://schemas.microsoft.com/office/powerpoint/2010/main" val="5088231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35933-1396-BBAD-EE5D-C505696A958B}"/>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C7C79E91-9995-C65B-E72A-9E12A5F6B564}"/>
              </a:ext>
            </a:extLst>
          </p:cNvPr>
          <p:cNvSpPr>
            <a:spLocks noGrp="1"/>
          </p:cNvSpPr>
          <p:nvPr>
            <p:ph type="title"/>
          </p:nvPr>
        </p:nvSpPr>
        <p:spPr/>
        <p:txBody>
          <a:bodyPr>
            <a:normAutofit fontScale="90000"/>
          </a:bodyPr>
          <a:lstStyle/>
          <a:p>
            <a:r>
              <a:rPr lang="en-US"/>
              <a:t>In a packet-switched network w/ each link having a bandwidth 100 kbps. What is the end-to-end transmission delay for sending 1 kbit data?</a:t>
            </a:r>
          </a:p>
        </p:txBody>
      </p:sp>
      <p:sp>
        <p:nvSpPr>
          <p:cNvPr id="6" name="Slide Number Placeholder 5">
            <a:extLst>
              <a:ext uri="{FF2B5EF4-FFF2-40B4-BE49-F238E27FC236}">
                <a16:creationId xmlns:a16="http://schemas.microsoft.com/office/drawing/2014/main" id="{314F613E-407C-0AF8-EF95-48269A5BFAC8}"/>
              </a:ext>
            </a:extLst>
          </p:cNvPr>
          <p:cNvSpPr>
            <a:spLocks noGrp="1"/>
          </p:cNvSpPr>
          <p:nvPr>
            <p:ph type="sldNum" sz="quarter" idx="12"/>
          </p:nvPr>
        </p:nvSpPr>
        <p:spPr/>
        <p:txBody>
          <a:bodyPr/>
          <a:lstStyle/>
          <a:p>
            <a:fld id="{B5CEABB6-07DC-46E8-9B57-56EC44A396E5}" type="slidenum">
              <a:rPr lang="en-US" smtClean="0"/>
              <a:pPr/>
              <a:t>32</a:t>
            </a:fld>
            <a:endParaRPr lang="en-US"/>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3" name="Add-in 2" title="Interactive content from Mentimeter">
                <a:extLst>
                  <a:ext uri="{FF2B5EF4-FFF2-40B4-BE49-F238E27FC236}">
                    <a16:creationId xmlns:a16="http://schemas.microsoft.com/office/drawing/2014/main" id="{66F7A5E8-1834-374F-5A67-D8016EA0E948}"/>
                  </a:ext>
                </a:extLst>
              </p:cNvPr>
              <p:cNvGraphicFramePr>
                <a:graphicFrameLocks noGrp="1"/>
              </p:cNvGraphicFramePr>
              <p:nvPr>
                <p:extLst>
                  <p:ext uri="{D42A27DB-BD31-4B8C-83A1-F6EECF244321}">
                    <p14:modId xmlns:p14="http://schemas.microsoft.com/office/powerpoint/2010/main" val="2872195035"/>
                  </p:ext>
                </p:extLst>
              </p:nvPr>
            </p:nvGraphicFramePr>
            <p:xfrm>
              <a:off x="381000" y="215899"/>
              <a:ext cx="11430000" cy="6426200"/>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3" name="Add-in 2" title="Interactive content from Mentimeter">
                <a:extLst>
                  <a:ext uri="{FF2B5EF4-FFF2-40B4-BE49-F238E27FC236}">
                    <a16:creationId xmlns:a16="http://schemas.microsoft.com/office/drawing/2014/main" id="{66F7A5E8-1834-374F-5A67-D8016EA0E948}"/>
                  </a:ext>
                </a:extLst>
              </p:cNvPr>
              <p:cNvPicPr>
                <a:picLocks noGrp="1" noRot="1" noChangeAspect="1" noMove="1" noResize="1" noEditPoints="1" noAdjustHandles="1" noChangeArrowheads="1" noChangeShapeType="1"/>
              </p:cNvPicPr>
              <p:nvPr/>
            </p:nvPicPr>
            <p:blipFill>
              <a:blip r:embed="rId3"/>
              <a:stretch>
                <a:fillRect/>
              </a:stretch>
            </p:blipFill>
            <p:spPr>
              <a:xfrm>
                <a:off x="381000" y="215899"/>
                <a:ext cx="11430000" cy="6426200"/>
              </a:xfrm>
              <a:prstGeom prst="rect">
                <a:avLst/>
              </a:prstGeom>
            </p:spPr>
          </p:pic>
        </mc:Fallback>
      </mc:AlternateContent>
      <mc:AlternateContent xmlns:mc="http://schemas.openxmlformats.org/markup-compatibility/2006">
        <mc:Choice xmlns:we="http://schemas.microsoft.com/office/webextensions/webextension/2010/11" xmlns:pca="http://schemas.microsoft.com/office/powerpoint/2013/contentapp" Requires="we pca">
          <p:graphicFrame>
            <p:nvGraphicFramePr>
              <p:cNvPr id="4" name="Add-in 3">
                <a:extLst>
                  <a:ext uri="{FF2B5EF4-FFF2-40B4-BE49-F238E27FC236}">
                    <a16:creationId xmlns:a16="http://schemas.microsoft.com/office/drawing/2014/main" id="{379574B1-A1E9-B307-8CF2-886C93B88B88}"/>
                  </a:ext>
                </a:extLst>
              </p:cNvPr>
              <p:cNvGraphicFramePr>
                <a:graphicFrameLocks noGrp="1"/>
              </p:cNvGraphicFramePr>
              <p:nvPr/>
            </p:nvGraphicFramePr>
            <p:xfrm>
              <a:off x="381000" y="215899"/>
              <a:ext cx="11430000" cy="6426200"/>
            </p:xfrm>
            <a:graphic>
              <a:graphicData uri="http://schemas.microsoft.com/office/webextensions/webextension/2010/11">
                <we:webextensionref xmlns:we="http://schemas.microsoft.com/office/webextensions/webextension/2010/11" xmlns:r="http://schemas.openxmlformats.org/officeDocument/2006/relationships" r:id="rId4"/>
              </a:graphicData>
            </a:graphic>
          </p:graphicFrame>
        </mc:Choice>
        <mc:Fallback>
          <p:pic>
            <p:nvPicPr>
              <p:cNvPr id="4" name="Add-in 3">
                <a:extLst>
                  <a:ext uri="{FF2B5EF4-FFF2-40B4-BE49-F238E27FC236}">
                    <a16:creationId xmlns:a16="http://schemas.microsoft.com/office/drawing/2014/main" id="{379574B1-A1E9-B307-8CF2-886C93B88B88}"/>
                  </a:ext>
                </a:extLst>
              </p:cNvPr>
              <p:cNvPicPr>
                <a:picLocks noGrp="1" noRot="1" noChangeAspect="1" noMove="1" noResize="1" noEditPoints="1" noAdjustHandles="1" noChangeArrowheads="1" noChangeShapeType="1"/>
              </p:cNvPicPr>
              <p:nvPr/>
            </p:nvPicPr>
            <p:blipFill>
              <a:blip r:embed="rId5"/>
              <a:stretch>
                <a:fillRect/>
              </a:stretch>
            </p:blipFill>
            <p:spPr>
              <a:xfrm>
                <a:off x="381000" y="215899"/>
                <a:ext cx="11430000" cy="6426200"/>
              </a:xfrm>
              <a:prstGeom prst="rect">
                <a:avLst/>
              </a:prstGeom>
            </p:spPr>
          </p:pic>
        </mc:Fallback>
      </mc:AlternateContent>
    </p:spTree>
    <p:extLst>
      <p:ext uri="{BB962C8B-B14F-4D97-AF65-F5344CB8AC3E}">
        <p14:creationId xmlns:p14="http://schemas.microsoft.com/office/powerpoint/2010/main" val="8790540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68840D-DEAE-5A8A-5456-791651FA4F9D}"/>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C5619217-CC71-C0B4-DD9C-2E9106044F85}"/>
              </a:ext>
            </a:extLst>
          </p:cNvPr>
          <p:cNvSpPr>
            <a:spLocks noGrp="1"/>
          </p:cNvSpPr>
          <p:nvPr>
            <p:ph type="title"/>
          </p:nvPr>
        </p:nvSpPr>
        <p:spPr/>
        <p:txBody>
          <a:bodyPr>
            <a:normAutofit/>
          </a:bodyPr>
          <a:lstStyle/>
          <a:p>
            <a:r>
              <a:rPr lang="en-US"/>
              <a:t>Which statement is NOT true for packet switching.</a:t>
            </a:r>
          </a:p>
        </p:txBody>
      </p:sp>
      <p:sp>
        <p:nvSpPr>
          <p:cNvPr id="6" name="Slide Number Placeholder 5">
            <a:extLst>
              <a:ext uri="{FF2B5EF4-FFF2-40B4-BE49-F238E27FC236}">
                <a16:creationId xmlns:a16="http://schemas.microsoft.com/office/drawing/2014/main" id="{B7E9CB8F-BFE3-DBF1-231E-CD0BC68BFB6B}"/>
              </a:ext>
            </a:extLst>
          </p:cNvPr>
          <p:cNvSpPr>
            <a:spLocks noGrp="1"/>
          </p:cNvSpPr>
          <p:nvPr>
            <p:ph type="sldNum" sz="quarter" idx="12"/>
          </p:nvPr>
        </p:nvSpPr>
        <p:spPr/>
        <p:txBody>
          <a:bodyPr/>
          <a:lstStyle/>
          <a:p>
            <a:fld id="{B5CEABB6-07DC-46E8-9B57-56EC44A396E5}" type="slidenum">
              <a:rPr lang="en-US" smtClean="0"/>
              <a:pPr/>
              <a:t>33</a:t>
            </a:fld>
            <a:endParaRPr lang="en-US"/>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3" name="Add-in 2" title="Interactive content from Mentimeter">
                <a:extLst>
                  <a:ext uri="{FF2B5EF4-FFF2-40B4-BE49-F238E27FC236}">
                    <a16:creationId xmlns:a16="http://schemas.microsoft.com/office/drawing/2014/main" id="{A89DCB75-1312-2F6A-D798-AF79539C98FF}"/>
                  </a:ext>
                </a:extLst>
              </p:cNvPr>
              <p:cNvGraphicFramePr>
                <a:graphicFrameLocks noGrp="1"/>
              </p:cNvGraphicFramePr>
              <p:nvPr>
                <p:extLst>
                  <p:ext uri="{D42A27DB-BD31-4B8C-83A1-F6EECF244321}">
                    <p14:modId xmlns:p14="http://schemas.microsoft.com/office/powerpoint/2010/main" val="3262382552"/>
                  </p:ext>
                </p:extLst>
              </p:nvPr>
            </p:nvGraphicFramePr>
            <p:xfrm>
              <a:off x="381000" y="215899"/>
              <a:ext cx="11430000" cy="6426200"/>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3" name="Add-in 2" title="Interactive content from Mentimeter">
                <a:extLst>
                  <a:ext uri="{FF2B5EF4-FFF2-40B4-BE49-F238E27FC236}">
                    <a16:creationId xmlns:a16="http://schemas.microsoft.com/office/drawing/2014/main" id="{A89DCB75-1312-2F6A-D798-AF79539C98FF}"/>
                  </a:ext>
                </a:extLst>
              </p:cNvPr>
              <p:cNvPicPr>
                <a:picLocks noGrp="1" noRot="1" noChangeAspect="1" noMove="1" noResize="1" noEditPoints="1" noAdjustHandles="1" noChangeArrowheads="1" noChangeShapeType="1"/>
              </p:cNvPicPr>
              <p:nvPr/>
            </p:nvPicPr>
            <p:blipFill>
              <a:blip r:embed="rId3"/>
              <a:stretch>
                <a:fillRect/>
              </a:stretch>
            </p:blipFill>
            <p:spPr>
              <a:xfrm>
                <a:off x="381000" y="215899"/>
                <a:ext cx="11430000" cy="6426200"/>
              </a:xfrm>
              <a:prstGeom prst="rect">
                <a:avLst/>
              </a:prstGeom>
            </p:spPr>
          </p:pic>
        </mc:Fallback>
      </mc:AlternateContent>
      <mc:AlternateContent xmlns:mc="http://schemas.openxmlformats.org/markup-compatibility/2006">
        <mc:Choice xmlns:we="http://schemas.microsoft.com/office/webextensions/webextension/2010/11" xmlns:pca="http://schemas.microsoft.com/office/powerpoint/2013/contentapp" Requires="we pca">
          <p:graphicFrame>
            <p:nvGraphicFramePr>
              <p:cNvPr id="4" name="Add-in 3">
                <a:extLst>
                  <a:ext uri="{FF2B5EF4-FFF2-40B4-BE49-F238E27FC236}">
                    <a16:creationId xmlns:a16="http://schemas.microsoft.com/office/drawing/2014/main" id="{BBBD003C-9A12-D090-00A4-C9F982865B5F}"/>
                  </a:ext>
                </a:extLst>
              </p:cNvPr>
              <p:cNvGraphicFramePr>
                <a:graphicFrameLocks noGrp="1"/>
              </p:cNvGraphicFramePr>
              <p:nvPr/>
            </p:nvGraphicFramePr>
            <p:xfrm>
              <a:off x="381000" y="215899"/>
              <a:ext cx="11430000" cy="6426200"/>
            </p:xfrm>
            <a:graphic>
              <a:graphicData uri="http://schemas.microsoft.com/office/webextensions/webextension/2010/11">
                <we:webextensionref xmlns:we="http://schemas.microsoft.com/office/webextensions/webextension/2010/11" xmlns:r="http://schemas.openxmlformats.org/officeDocument/2006/relationships" r:id="rId4"/>
              </a:graphicData>
            </a:graphic>
          </p:graphicFrame>
        </mc:Choice>
        <mc:Fallback>
          <p:pic>
            <p:nvPicPr>
              <p:cNvPr id="4" name="Add-in 3">
                <a:extLst>
                  <a:ext uri="{FF2B5EF4-FFF2-40B4-BE49-F238E27FC236}">
                    <a16:creationId xmlns:a16="http://schemas.microsoft.com/office/drawing/2014/main" id="{BBBD003C-9A12-D090-00A4-C9F982865B5F}"/>
                  </a:ext>
                </a:extLst>
              </p:cNvPr>
              <p:cNvPicPr>
                <a:picLocks noGrp="1" noRot="1" noChangeAspect="1" noMove="1" noResize="1" noEditPoints="1" noAdjustHandles="1" noChangeArrowheads="1" noChangeShapeType="1"/>
              </p:cNvPicPr>
              <p:nvPr/>
            </p:nvPicPr>
            <p:blipFill>
              <a:blip r:embed="rId3"/>
              <a:stretch>
                <a:fillRect/>
              </a:stretch>
            </p:blipFill>
            <p:spPr>
              <a:xfrm>
                <a:off x="381000" y="215899"/>
                <a:ext cx="11430000" cy="6426200"/>
              </a:xfrm>
              <a:prstGeom prst="rect">
                <a:avLst/>
              </a:prstGeom>
            </p:spPr>
          </p:pic>
        </mc:Fallback>
      </mc:AlternateContent>
      <mc:AlternateContent xmlns:mc="http://schemas.openxmlformats.org/markup-compatibility/2006">
        <mc:Choice xmlns:we="http://schemas.microsoft.com/office/webextensions/webextension/2010/11" xmlns:pca="http://schemas.microsoft.com/office/powerpoint/2013/contentapp" Requires="we pca">
          <p:graphicFrame>
            <p:nvGraphicFramePr>
              <p:cNvPr id="5" name="Add-in 4">
                <a:extLst>
                  <a:ext uri="{FF2B5EF4-FFF2-40B4-BE49-F238E27FC236}">
                    <a16:creationId xmlns:a16="http://schemas.microsoft.com/office/drawing/2014/main" id="{9B6994F9-AAFB-D065-102B-6D7CB64A45EE}"/>
                  </a:ext>
                </a:extLst>
              </p:cNvPr>
              <p:cNvGraphicFramePr>
                <a:graphicFrameLocks noGrp="1"/>
              </p:cNvGraphicFramePr>
              <p:nvPr/>
            </p:nvGraphicFramePr>
            <p:xfrm>
              <a:off x="381000" y="215899"/>
              <a:ext cx="11430000" cy="6426200"/>
            </p:xfrm>
            <a:graphic>
              <a:graphicData uri="http://schemas.microsoft.com/office/webextensions/webextension/2010/11">
                <we:webextensionref xmlns:we="http://schemas.microsoft.com/office/webextensions/webextension/2010/11" xmlns:r="http://schemas.openxmlformats.org/officeDocument/2006/relationships" r:id="rId5"/>
              </a:graphicData>
            </a:graphic>
          </p:graphicFrame>
        </mc:Choice>
        <mc:Fallback>
          <p:pic>
            <p:nvPicPr>
              <p:cNvPr id="5" name="Add-in 4">
                <a:extLst>
                  <a:ext uri="{FF2B5EF4-FFF2-40B4-BE49-F238E27FC236}">
                    <a16:creationId xmlns:a16="http://schemas.microsoft.com/office/drawing/2014/main" id="{9B6994F9-AAFB-D065-102B-6D7CB64A45EE}"/>
                  </a:ext>
                </a:extLst>
              </p:cNvPr>
              <p:cNvPicPr>
                <a:picLocks noGrp="1" noRot="1" noChangeAspect="1" noMove="1" noResize="1" noEditPoints="1" noAdjustHandles="1" noChangeArrowheads="1" noChangeShapeType="1"/>
              </p:cNvPicPr>
              <p:nvPr/>
            </p:nvPicPr>
            <p:blipFill>
              <a:blip r:embed="rId3"/>
              <a:stretch>
                <a:fillRect/>
              </a:stretch>
            </p:blipFill>
            <p:spPr>
              <a:xfrm>
                <a:off x="381000" y="215899"/>
                <a:ext cx="11430000" cy="6426200"/>
              </a:xfrm>
              <a:prstGeom prst="rect">
                <a:avLst/>
              </a:prstGeom>
            </p:spPr>
          </p:pic>
        </mc:Fallback>
      </mc:AlternateContent>
    </p:spTree>
    <p:extLst>
      <p:ext uri="{BB962C8B-B14F-4D97-AF65-F5344CB8AC3E}">
        <p14:creationId xmlns:p14="http://schemas.microsoft.com/office/powerpoint/2010/main" val="24298825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91AC2-9ED7-9067-C8DF-CE1E10996CCE}"/>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14A6309D-1C49-5429-7374-06C47483F1A8}"/>
              </a:ext>
            </a:extLst>
          </p:cNvPr>
          <p:cNvSpPr>
            <a:spLocks noGrp="1"/>
          </p:cNvSpPr>
          <p:nvPr>
            <p:ph type="title"/>
          </p:nvPr>
        </p:nvSpPr>
        <p:spPr/>
        <p:txBody>
          <a:bodyPr>
            <a:normAutofit fontScale="90000"/>
          </a:bodyPr>
          <a:lstStyle/>
          <a:p>
            <a:r>
              <a:rPr lang="en-US"/>
              <a:t>Congestion control needs to be implemented in a circuit-switched network</a:t>
            </a:r>
          </a:p>
        </p:txBody>
      </p:sp>
      <p:sp>
        <p:nvSpPr>
          <p:cNvPr id="6" name="Slide Number Placeholder 5">
            <a:extLst>
              <a:ext uri="{FF2B5EF4-FFF2-40B4-BE49-F238E27FC236}">
                <a16:creationId xmlns:a16="http://schemas.microsoft.com/office/drawing/2014/main" id="{1F07C242-7A7E-952F-F6E5-1E1ADCDAB6BE}"/>
              </a:ext>
            </a:extLst>
          </p:cNvPr>
          <p:cNvSpPr>
            <a:spLocks noGrp="1"/>
          </p:cNvSpPr>
          <p:nvPr>
            <p:ph type="sldNum" sz="quarter" idx="12"/>
          </p:nvPr>
        </p:nvSpPr>
        <p:spPr/>
        <p:txBody>
          <a:bodyPr/>
          <a:lstStyle/>
          <a:p>
            <a:fld id="{B5CEABB6-07DC-46E8-9B57-56EC44A396E5}" type="slidenum">
              <a:rPr lang="en-US" smtClean="0"/>
              <a:pPr/>
              <a:t>34</a:t>
            </a:fld>
            <a:endParaRPr lang="en-US"/>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3" name="Add-in 2" title="Interactive content from Mentimeter">
                <a:extLst>
                  <a:ext uri="{FF2B5EF4-FFF2-40B4-BE49-F238E27FC236}">
                    <a16:creationId xmlns:a16="http://schemas.microsoft.com/office/drawing/2014/main" id="{E501BEB9-90FD-E522-1568-952EF6F311BC}"/>
                  </a:ext>
                </a:extLst>
              </p:cNvPr>
              <p:cNvGraphicFramePr>
                <a:graphicFrameLocks noGrp="1"/>
              </p:cNvGraphicFramePr>
              <p:nvPr>
                <p:extLst>
                  <p:ext uri="{D42A27DB-BD31-4B8C-83A1-F6EECF244321}">
                    <p14:modId xmlns:p14="http://schemas.microsoft.com/office/powerpoint/2010/main" val="1275739757"/>
                  </p:ext>
                </p:extLst>
              </p:nvPr>
            </p:nvGraphicFramePr>
            <p:xfrm>
              <a:off x="381000" y="215899"/>
              <a:ext cx="11430000" cy="6426200"/>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3" name="Add-in 2" title="Interactive content from Mentimeter">
                <a:extLst>
                  <a:ext uri="{FF2B5EF4-FFF2-40B4-BE49-F238E27FC236}">
                    <a16:creationId xmlns:a16="http://schemas.microsoft.com/office/drawing/2014/main" id="{E501BEB9-90FD-E522-1568-952EF6F311BC}"/>
                  </a:ext>
                </a:extLst>
              </p:cNvPr>
              <p:cNvPicPr>
                <a:picLocks noGrp="1" noRot="1" noChangeAspect="1" noMove="1" noResize="1" noEditPoints="1" noAdjustHandles="1" noChangeArrowheads="1" noChangeShapeType="1"/>
              </p:cNvPicPr>
              <p:nvPr/>
            </p:nvPicPr>
            <p:blipFill>
              <a:blip r:embed="rId3"/>
              <a:stretch>
                <a:fillRect/>
              </a:stretch>
            </p:blipFill>
            <p:spPr>
              <a:xfrm>
                <a:off x="381000" y="215899"/>
                <a:ext cx="11430000" cy="6426200"/>
              </a:xfrm>
              <a:prstGeom prst="rect">
                <a:avLst/>
              </a:prstGeom>
            </p:spPr>
          </p:pic>
        </mc:Fallback>
      </mc:AlternateContent>
      <mc:AlternateContent xmlns:mc="http://schemas.openxmlformats.org/markup-compatibility/2006">
        <mc:Choice xmlns:we="http://schemas.microsoft.com/office/webextensions/webextension/2010/11" xmlns:pca="http://schemas.microsoft.com/office/powerpoint/2013/contentapp" Requires="we pca">
          <p:graphicFrame>
            <p:nvGraphicFramePr>
              <p:cNvPr id="4" name="Add-in 3">
                <a:extLst>
                  <a:ext uri="{FF2B5EF4-FFF2-40B4-BE49-F238E27FC236}">
                    <a16:creationId xmlns:a16="http://schemas.microsoft.com/office/drawing/2014/main" id="{5F4B1310-D30D-BB53-652C-4A7055922F15}"/>
                  </a:ext>
                </a:extLst>
              </p:cNvPr>
              <p:cNvGraphicFramePr>
                <a:graphicFrameLocks noGrp="1"/>
              </p:cNvGraphicFramePr>
              <p:nvPr/>
            </p:nvGraphicFramePr>
            <p:xfrm>
              <a:off x="381000" y="215899"/>
              <a:ext cx="11430000" cy="6426200"/>
            </p:xfrm>
            <a:graphic>
              <a:graphicData uri="http://schemas.microsoft.com/office/webextensions/webextension/2010/11">
                <we:webextensionref xmlns:we="http://schemas.microsoft.com/office/webextensions/webextension/2010/11" xmlns:r="http://schemas.openxmlformats.org/officeDocument/2006/relationships" r:id="rId4"/>
              </a:graphicData>
            </a:graphic>
          </p:graphicFrame>
        </mc:Choice>
        <mc:Fallback>
          <p:pic>
            <p:nvPicPr>
              <p:cNvPr id="4" name="Add-in 3">
                <a:extLst>
                  <a:ext uri="{FF2B5EF4-FFF2-40B4-BE49-F238E27FC236}">
                    <a16:creationId xmlns:a16="http://schemas.microsoft.com/office/drawing/2014/main" id="{5F4B1310-D30D-BB53-652C-4A7055922F15}"/>
                  </a:ext>
                </a:extLst>
              </p:cNvPr>
              <p:cNvPicPr>
                <a:picLocks noGrp="1" noRot="1" noChangeAspect="1" noMove="1" noResize="1" noEditPoints="1" noAdjustHandles="1" noChangeArrowheads="1" noChangeShapeType="1"/>
              </p:cNvPicPr>
              <p:nvPr/>
            </p:nvPicPr>
            <p:blipFill>
              <a:blip r:embed="rId3"/>
              <a:stretch>
                <a:fillRect/>
              </a:stretch>
            </p:blipFill>
            <p:spPr>
              <a:xfrm>
                <a:off x="381000" y="215899"/>
                <a:ext cx="11430000" cy="6426200"/>
              </a:xfrm>
              <a:prstGeom prst="rect">
                <a:avLst/>
              </a:prstGeom>
            </p:spPr>
          </p:pic>
        </mc:Fallback>
      </mc:AlternateContent>
      <mc:AlternateContent xmlns:mc="http://schemas.openxmlformats.org/markup-compatibility/2006">
        <mc:Choice xmlns:we="http://schemas.microsoft.com/office/webextensions/webextension/2010/11" xmlns:pca="http://schemas.microsoft.com/office/powerpoint/2013/contentapp" Requires="we pca">
          <p:graphicFrame>
            <p:nvGraphicFramePr>
              <p:cNvPr id="5" name="Add-in 4">
                <a:extLst>
                  <a:ext uri="{FF2B5EF4-FFF2-40B4-BE49-F238E27FC236}">
                    <a16:creationId xmlns:a16="http://schemas.microsoft.com/office/drawing/2014/main" id="{82D2C367-EAC1-EC5E-71A0-DB19AC944AEE}"/>
                  </a:ext>
                </a:extLst>
              </p:cNvPr>
              <p:cNvGraphicFramePr>
                <a:graphicFrameLocks noGrp="1"/>
              </p:cNvGraphicFramePr>
              <p:nvPr/>
            </p:nvGraphicFramePr>
            <p:xfrm>
              <a:off x="381000" y="215899"/>
              <a:ext cx="11430000" cy="6426200"/>
            </p:xfrm>
            <a:graphic>
              <a:graphicData uri="http://schemas.microsoft.com/office/webextensions/webextension/2010/11">
                <we:webextensionref xmlns:we="http://schemas.microsoft.com/office/webextensions/webextension/2010/11" xmlns:r="http://schemas.openxmlformats.org/officeDocument/2006/relationships" r:id="rId5"/>
              </a:graphicData>
            </a:graphic>
          </p:graphicFrame>
        </mc:Choice>
        <mc:Fallback>
          <p:pic>
            <p:nvPicPr>
              <p:cNvPr id="5" name="Add-in 4">
                <a:extLst>
                  <a:ext uri="{FF2B5EF4-FFF2-40B4-BE49-F238E27FC236}">
                    <a16:creationId xmlns:a16="http://schemas.microsoft.com/office/drawing/2014/main" id="{82D2C367-EAC1-EC5E-71A0-DB19AC944AEE}"/>
                  </a:ext>
                </a:extLst>
              </p:cNvPr>
              <p:cNvPicPr>
                <a:picLocks noGrp="1" noRot="1" noChangeAspect="1" noMove="1" noResize="1" noEditPoints="1" noAdjustHandles="1" noChangeArrowheads="1" noChangeShapeType="1"/>
              </p:cNvPicPr>
              <p:nvPr/>
            </p:nvPicPr>
            <p:blipFill>
              <a:blip r:embed="rId3"/>
              <a:stretch>
                <a:fillRect/>
              </a:stretch>
            </p:blipFill>
            <p:spPr>
              <a:xfrm>
                <a:off x="381000" y="215899"/>
                <a:ext cx="11430000" cy="6426200"/>
              </a:xfrm>
              <a:prstGeom prst="rect">
                <a:avLst/>
              </a:prstGeom>
            </p:spPr>
          </p:pic>
        </mc:Fallback>
      </mc:AlternateContent>
      <mc:AlternateContent xmlns:mc="http://schemas.openxmlformats.org/markup-compatibility/2006">
        <mc:Choice xmlns:we="http://schemas.microsoft.com/office/webextensions/webextension/2010/11" xmlns:pca="http://schemas.microsoft.com/office/powerpoint/2013/contentapp" Requires="we pca">
          <p:graphicFrame>
            <p:nvGraphicFramePr>
              <p:cNvPr id="7" name="Add-in 6">
                <a:extLst>
                  <a:ext uri="{FF2B5EF4-FFF2-40B4-BE49-F238E27FC236}">
                    <a16:creationId xmlns:a16="http://schemas.microsoft.com/office/drawing/2014/main" id="{D7D02D02-1C41-AFBA-4DCE-0A5DF515EFA2}"/>
                  </a:ext>
                </a:extLst>
              </p:cNvPr>
              <p:cNvGraphicFramePr>
                <a:graphicFrameLocks noGrp="1"/>
              </p:cNvGraphicFramePr>
              <p:nvPr/>
            </p:nvGraphicFramePr>
            <p:xfrm>
              <a:off x="381000" y="215899"/>
              <a:ext cx="11430000" cy="6426200"/>
            </p:xfrm>
            <a:graphic>
              <a:graphicData uri="http://schemas.microsoft.com/office/webextensions/webextension/2010/11">
                <we:webextensionref xmlns:we="http://schemas.microsoft.com/office/webextensions/webextension/2010/11" xmlns:r="http://schemas.openxmlformats.org/officeDocument/2006/relationships" r:id="rId6"/>
              </a:graphicData>
            </a:graphic>
          </p:graphicFrame>
        </mc:Choice>
        <mc:Fallback>
          <p:pic>
            <p:nvPicPr>
              <p:cNvPr id="7" name="Add-in 6">
                <a:extLst>
                  <a:ext uri="{FF2B5EF4-FFF2-40B4-BE49-F238E27FC236}">
                    <a16:creationId xmlns:a16="http://schemas.microsoft.com/office/drawing/2014/main" id="{D7D02D02-1C41-AFBA-4DCE-0A5DF515EFA2}"/>
                  </a:ext>
                </a:extLst>
              </p:cNvPr>
              <p:cNvPicPr>
                <a:picLocks noGrp="1" noRot="1" noChangeAspect="1" noMove="1" noResize="1" noEditPoints="1" noAdjustHandles="1" noChangeArrowheads="1" noChangeShapeType="1"/>
              </p:cNvPicPr>
              <p:nvPr/>
            </p:nvPicPr>
            <p:blipFill>
              <a:blip r:embed="rId3"/>
              <a:stretch>
                <a:fillRect/>
              </a:stretch>
            </p:blipFill>
            <p:spPr>
              <a:xfrm>
                <a:off x="381000" y="215899"/>
                <a:ext cx="11430000" cy="6426200"/>
              </a:xfrm>
              <a:prstGeom prst="rect">
                <a:avLst/>
              </a:prstGeom>
            </p:spPr>
          </p:pic>
        </mc:Fallback>
      </mc:AlternateContent>
    </p:spTree>
    <p:extLst>
      <p:ext uri="{BB962C8B-B14F-4D97-AF65-F5344CB8AC3E}">
        <p14:creationId xmlns:p14="http://schemas.microsoft.com/office/powerpoint/2010/main" val="22322204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E2CD9-760E-4E3E-8C8A-F348E4947EFB}"/>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99D2AF89-0EF4-4C5D-00FC-8C9A3B71A84F}"/>
              </a:ext>
            </a:extLst>
          </p:cNvPr>
          <p:cNvSpPr>
            <a:spLocks noGrp="1"/>
          </p:cNvSpPr>
          <p:nvPr>
            <p:ph type="title"/>
          </p:nvPr>
        </p:nvSpPr>
        <p:spPr/>
        <p:txBody>
          <a:bodyPr>
            <a:normAutofit/>
          </a:bodyPr>
          <a:lstStyle/>
          <a:p>
            <a:r>
              <a:rPr lang="en-US"/>
              <a:t>And the winner is... 🥁</a:t>
            </a:r>
          </a:p>
        </p:txBody>
      </p:sp>
      <p:sp>
        <p:nvSpPr>
          <p:cNvPr id="6" name="Slide Number Placeholder 5">
            <a:extLst>
              <a:ext uri="{FF2B5EF4-FFF2-40B4-BE49-F238E27FC236}">
                <a16:creationId xmlns:a16="http://schemas.microsoft.com/office/drawing/2014/main" id="{B81F4FFA-4B63-3C47-289C-9B3FE41861AD}"/>
              </a:ext>
            </a:extLst>
          </p:cNvPr>
          <p:cNvSpPr>
            <a:spLocks noGrp="1"/>
          </p:cNvSpPr>
          <p:nvPr>
            <p:ph type="sldNum" sz="quarter" idx="12"/>
          </p:nvPr>
        </p:nvSpPr>
        <p:spPr/>
        <p:txBody>
          <a:bodyPr/>
          <a:lstStyle/>
          <a:p>
            <a:fld id="{B5CEABB6-07DC-46E8-9B57-56EC44A396E5}" type="slidenum">
              <a:rPr lang="en-US" smtClean="0"/>
              <a:pPr/>
              <a:t>35</a:t>
            </a:fld>
            <a:endParaRPr lang="en-US"/>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3" name="Add-in 2" title="Interactive content from Mentimeter">
                <a:extLst>
                  <a:ext uri="{FF2B5EF4-FFF2-40B4-BE49-F238E27FC236}">
                    <a16:creationId xmlns:a16="http://schemas.microsoft.com/office/drawing/2014/main" id="{8AAC78F9-50A8-766A-C2BD-7EF77539FF6D}"/>
                  </a:ext>
                </a:extLst>
              </p:cNvPr>
              <p:cNvGraphicFramePr>
                <a:graphicFrameLocks noGrp="1"/>
              </p:cNvGraphicFramePr>
              <p:nvPr>
                <p:extLst>
                  <p:ext uri="{D42A27DB-BD31-4B8C-83A1-F6EECF244321}">
                    <p14:modId xmlns:p14="http://schemas.microsoft.com/office/powerpoint/2010/main" val="1062897904"/>
                  </p:ext>
                </p:extLst>
              </p:nvPr>
            </p:nvGraphicFramePr>
            <p:xfrm>
              <a:off x="381000" y="215899"/>
              <a:ext cx="11430000" cy="6426200"/>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3" name="Add-in 2" title="Interactive content from Mentimeter">
                <a:extLst>
                  <a:ext uri="{FF2B5EF4-FFF2-40B4-BE49-F238E27FC236}">
                    <a16:creationId xmlns:a16="http://schemas.microsoft.com/office/drawing/2014/main" id="{8AAC78F9-50A8-766A-C2BD-7EF77539FF6D}"/>
                  </a:ext>
                </a:extLst>
              </p:cNvPr>
              <p:cNvPicPr>
                <a:picLocks noGrp="1" noRot="1" noChangeAspect="1" noMove="1" noResize="1" noEditPoints="1" noAdjustHandles="1" noChangeArrowheads="1" noChangeShapeType="1"/>
              </p:cNvPicPr>
              <p:nvPr/>
            </p:nvPicPr>
            <p:blipFill>
              <a:blip r:embed="rId3"/>
              <a:stretch>
                <a:fillRect/>
              </a:stretch>
            </p:blipFill>
            <p:spPr>
              <a:xfrm>
                <a:off x="381000" y="215899"/>
                <a:ext cx="11430000" cy="6426200"/>
              </a:xfrm>
              <a:prstGeom prst="rect">
                <a:avLst/>
              </a:prstGeom>
            </p:spPr>
          </p:pic>
        </mc:Fallback>
      </mc:AlternateContent>
      <mc:AlternateContent xmlns:mc="http://schemas.openxmlformats.org/markup-compatibility/2006">
        <mc:Choice xmlns:we="http://schemas.microsoft.com/office/webextensions/webextension/2010/11" xmlns:pca="http://schemas.microsoft.com/office/powerpoint/2013/contentapp" Requires="we pca">
          <p:graphicFrame>
            <p:nvGraphicFramePr>
              <p:cNvPr id="4" name="Add-in 3">
                <a:extLst>
                  <a:ext uri="{FF2B5EF4-FFF2-40B4-BE49-F238E27FC236}">
                    <a16:creationId xmlns:a16="http://schemas.microsoft.com/office/drawing/2014/main" id="{E36BA643-927D-4964-56A0-C492E3997916}"/>
                  </a:ext>
                </a:extLst>
              </p:cNvPr>
              <p:cNvGraphicFramePr>
                <a:graphicFrameLocks noGrp="1"/>
              </p:cNvGraphicFramePr>
              <p:nvPr/>
            </p:nvGraphicFramePr>
            <p:xfrm>
              <a:off x="381000" y="215899"/>
              <a:ext cx="11430000" cy="6426200"/>
            </p:xfrm>
            <a:graphic>
              <a:graphicData uri="http://schemas.microsoft.com/office/webextensions/webextension/2010/11">
                <we:webextensionref xmlns:we="http://schemas.microsoft.com/office/webextensions/webextension/2010/11" xmlns:r="http://schemas.openxmlformats.org/officeDocument/2006/relationships" r:id="rId4"/>
              </a:graphicData>
            </a:graphic>
          </p:graphicFrame>
        </mc:Choice>
        <mc:Fallback>
          <p:pic>
            <p:nvPicPr>
              <p:cNvPr id="4" name="Add-in 3">
                <a:extLst>
                  <a:ext uri="{FF2B5EF4-FFF2-40B4-BE49-F238E27FC236}">
                    <a16:creationId xmlns:a16="http://schemas.microsoft.com/office/drawing/2014/main" id="{E36BA643-927D-4964-56A0-C492E3997916}"/>
                  </a:ext>
                </a:extLst>
              </p:cNvPr>
              <p:cNvPicPr>
                <a:picLocks noGrp="1" noRot="1" noChangeAspect="1" noMove="1" noResize="1" noEditPoints="1" noAdjustHandles="1" noChangeArrowheads="1" noChangeShapeType="1"/>
              </p:cNvPicPr>
              <p:nvPr/>
            </p:nvPicPr>
            <p:blipFill>
              <a:blip r:embed="rId3"/>
              <a:stretch>
                <a:fillRect/>
              </a:stretch>
            </p:blipFill>
            <p:spPr>
              <a:xfrm>
                <a:off x="381000" y="215899"/>
                <a:ext cx="11430000" cy="6426200"/>
              </a:xfrm>
              <a:prstGeom prst="rect">
                <a:avLst/>
              </a:prstGeom>
            </p:spPr>
          </p:pic>
        </mc:Fallback>
      </mc:AlternateContent>
      <mc:AlternateContent xmlns:mc="http://schemas.openxmlformats.org/markup-compatibility/2006">
        <mc:Choice xmlns:we="http://schemas.microsoft.com/office/webextensions/webextension/2010/11" xmlns:pca="http://schemas.microsoft.com/office/powerpoint/2013/contentapp" Requires="we pca">
          <p:graphicFrame>
            <p:nvGraphicFramePr>
              <p:cNvPr id="5" name="Add-in 4">
                <a:extLst>
                  <a:ext uri="{FF2B5EF4-FFF2-40B4-BE49-F238E27FC236}">
                    <a16:creationId xmlns:a16="http://schemas.microsoft.com/office/drawing/2014/main" id="{24B8367D-1103-1719-849D-3442538A505B}"/>
                  </a:ext>
                </a:extLst>
              </p:cNvPr>
              <p:cNvGraphicFramePr>
                <a:graphicFrameLocks noGrp="1"/>
              </p:cNvGraphicFramePr>
              <p:nvPr/>
            </p:nvGraphicFramePr>
            <p:xfrm>
              <a:off x="381000" y="215899"/>
              <a:ext cx="11430000" cy="6426200"/>
            </p:xfrm>
            <a:graphic>
              <a:graphicData uri="http://schemas.microsoft.com/office/webextensions/webextension/2010/11">
                <we:webextensionref xmlns:we="http://schemas.microsoft.com/office/webextensions/webextension/2010/11" xmlns:r="http://schemas.openxmlformats.org/officeDocument/2006/relationships" r:id="rId5"/>
              </a:graphicData>
            </a:graphic>
          </p:graphicFrame>
        </mc:Choice>
        <mc:Fallback>
          <p:pic>
            <p:nvPicPr>
              <p:cNvPr id="5" name="Add-in 4">
                <a:extLst>
                  <a:ext uri="{FF2B5EF4-FFF2-40B4-BE49-F238E27FC236}">
                    <a16:creationId xmlns:a16="http://schemas.microsoft.com/office/drawing/2014/main" id="{24B8367D-1103-1719-849D-3442538A505B}"/>
                  </a:ext>
                </a:extLst>
              </p:cNvPr>
              <p:cNvPicPr>
                <a:picLocks noGrp="1" noRot="1" noChangeAspect="1" noMove="1" noResize="1" noEditPoints="1" noAdjustHandles="1" noChangeArrowheads="1" noChangeShapeType="1"/>
              </p:cNvPicPr>
              <p:nvPr/>
            </p:nvPicPr>
            <p:blipFill>
              <a:blip r:embed="rId3"/>
              <a:stretch>
                <a:fillRect/>
              </a:stretch>
            </p:blipFill>
            <p:spPr>
              <a:xfrm>
                <a:off x="381000" y="215899"/>
                <a:ext cx="11430000" cy="6426200"/>
              </a:xfrm>
              <a:prstGeom prst="rect">
                <a:avLst/>
              </a:prstGeom>
            </p:spPr>
          </p:pic>
        </mc:Fallback>
      </mc:AlternateContent>
      <mc:AlternateContent xmlns:mc="http://schemas.openxmlformats.org/markup-compatibility/2006">
        <mc:Choice xmlns:we="http://schemas.microsoft.com/office/webextensions/webextension/2010/11" xmlns:pca="http://schemas.microsoft.com/office/powerpoint/2013/contentapp" Requires="we pca">
          <p:graphicFrame>
            <p:nvGraphicFramePr>
              <p:cNvPr id="7" name="Add-in 6">
                <a:extLst>
                  <a:ext uri="{FF2B5EF4-FFF2-40B4-BE49-F238E27FC236}">
                    <a16:creationId xmlns:a16="http://schemas.microsoft.com/office/drawing/2014/main" id="{C9178A0F-B2C1-77C1-CC3C-A26A80BED52C}"/>
                  </a:ext>
                </a:extLst>
              </p:cNvPr>
              <p:cNvGraphicFramePr>
                <a:graphicFrameLocks noGrp="1"/>
              </p:cNvGraphicFramePr>
              <p:nvPr/>
            </p:nvGraphicFramePr>
            <p:xfrm>
              <a:off x="381000" y="215899"/>
              <a:ext cx="11430000" cy="6426200"/>
            </p:xfrm>
            <a:graphic>
              <a:graphicData uri="http://schemas.microsoft.com/office/webextensions/webextension/2010/11">
                <we:webextensionref xmlns:we="http://schemas.microsoft.com/office/webextensions/webextension/2010/11" xmlns:r="http://schemas.openxmlformats.org/officeDocument/2006/relationships" r:id="rId6"/>
              </a:graphicData>
            </a:graphic>
          </p:graphicFrame>
        </mc:Choice>
        <mc:Fallback>
          <p:pic>
            <p:nvPicPr>
              <p:cNvPr id="7" name="Add-in 6">
                <a:extLst>
                  <a:ext uri="{FF2B5EF4-FFF2-40B4-BE49-F238E27FC236}">
                    <a16:creationId xmlns:a16="http://schemas.microsoft.com/office/drawing/2014/main" id="{C9178A0F-B2C1-77C1-CC3C-A26A80BED52C}"/>
                  </a:ext>
                </a:extLst>
              </p:cNvPr>
              <p:cNvPicPr>
                <a:picLocks noGrp="1" noRot="1" noChangeAspect="1" noMove="1" noResize="1" noEditPoints="1" noAdjustHandles="1" noChangeArrowheads="1" noChangeShapeType="1"/>
              </p:cNvPicPr>
              <p:nvPr/>
            </p:nvPicPr>
            <p:blipFill>
              <a:blip r:embed="rId3"/>
              <a:stretch>
                <a:fillRect/>
              </a:stretch>
            </p:blipFill>
            <p:spPr>
              <a:xfrm>
                <a:off x="381000" y="215899"/>
                <a:ext cx="11430000" cy="6426200"/>
              </a:xfrm>
              <a:prstGeom prst="rect">
                <a:avLst/>
              </a:prstGeom>
            </p:spPr>
          </p:pic>
        </mc:Fallback>
      </mc:AlternateContent>
      <mc:AlternateContent xmlns:mc="http://schemas.openxmlformats.org/markup-compatibility/2006">
        <mc:Choice xmlns:we="http://schemas.microsoft.com/office/webextensions/webextension/2010/11" xmlns:pca="http://schemas.microsoft.com/office/powerpoint/2013/contentapp" Requires="we pca">
          <p:graphicFrame>
            <p:nvGraphicFramePr>
              <p:cNvPr id="8" name="Add-in 7">
                <a:extLst>
                  <a:ext uri="{FF2B5EF4-FFF2-40B4-BE49-F238E27FC236}">
                    <a16:creationId xmlns:a16="http://schemas.microsoft.com/office/drawing/2014/main" id="{88F94011-D992-7A0F-FB7F-D8554D26BFA5}"/>
                  </a:ext>
                </a:extLst>
              </p:cNvPr>
              <p:cNvGraphicFramePr>
                <a:graphicFrameLocks noGrp="1"/>
              </p:cNvGraphicFramePr>
              <p:nvPr/>
            </p:nvGraphicFramePr>
            <p:xfrm>
              <a:off x="381000" y="215899"/>
              <a:ext cx="11430000" cy="6426200"/>
            </p:xfrm>
            <a:graphic>
              <a:graphicData uri="http://schemas.microsoft.com/office/webextensions/webextension/2010/11">
                <we:webextensionref xmlns:we="http://schemas.microsoft.com/office/webextensions/webextension/2010/11" xmlns:r="http://schemas.openxmlformats.org/officeDocument/2006/relationships" r:id="rId7"/>
              </a:graphicData>
            </a:graphic>
          </p:graphicFrame>
        </mc:Choice>
        <mc:Fallback>
          <p:pic>
            <p:nvPicPr>
              <p:cNvPr id="8" name="Add-in 7">
                <a:extLst>
                  <a:ext uri="{FF2B5EF4-FFF2-40B4-BE49-F238E27FC236}">
                    <a16:creationId xmlns:a16="http://schemas.microsoft.com/office/drawing/2014/main" id="{88F94011-D992-7A0F-FB7F-D8554D26BFA5}"/>
                  </a:ext>
                </a:extLst>
              </p:cNvPr>
              <p:cNvPicPr>
                <a:picLocks noGrp="1" noRot="1" noChangeAspect="1" noMove="1" noResize="1" noEditPoints="1" noAdjustHandles="1" noChangeArrowheads="1" noChangeShapeType="1"/>
              </p:cNvPicPr>
              <p:nvPr/>
            </p:nvPicPr>
            <p:blipFill>
              <a:blip r:embed="rId3"/>
              <a:stretch>
                <a:fillRect/>
              </a:stretch>
            </p:blipFill>
            <p:spPr>
              <a:xfrm>
                <a:off x="381000" y="215899"/>
                <a:ext cx="11430000" cy="6426200"/>
              </a:xfrm>
              <a:prstGeom prst="rect">
                <a:avLst/>
              </a:prstGeom>
            </p:spPr>
          </p:pic>
        </mc:Fallback>
      </mc:AlternateContent>
    </p:spTree>
    <p:extLst>
      <p:ext uri="{BB962C8B-B14F-4D97-AF65-F5344CB8AC3E}">
        <p14:creationId xmlns:p14="http://schemas.microsoft.com/office/powerpoint/2010/main" val="32762197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81103-72AF-E603-2A4D-F640B0B1C608}"/>
              </a:ext>
            </a:extLst>
          </p:cNvPr>
          <p:cNvSpPr>
            <a:spLocks noGrp="1"/>
          </p:cNvSpPr>
          <p:nvPr>
            <p:ph type="title"/>
          </p:nvPr>
        </p:nvSpPr>
        <p:spPr/>
        <p:txBody>
          <a:bodyPr/>
          <a:lstStyle/>
          <a:p>
            <a:r>
              <a:rPr lang="en-US"/>
              <a:t>How to teach rest of networking?</a:t>
            </a:r>
          </a:p>
        </p:txBody>
      </p:sp>
      <p:sp>
        <p:nvSpPr>
          <p:cNvPr id="3" name="Content Placeholder 2">
            <a:extLst>
              <a:ext uri="{FF2B5EF4-FFF2-40B4-BE49-F238E27FC236}">
                <a16:creationId xmlns:a16="http://schemas.microsoft.com/office/drawing/2014/main" id="{F636050D-0E1B-0E30-0FF4-047CC4117DE8}"/>
              </a:ext>
            </a:extLst>
          </p:cNvPr>
          <p:cNvSpPr>
            <a:spLocks noGrp="1"/>
          </p:cNvSpPr>
          <p:nvPr>
            <p:ph sz="half" idx="1"/>
          </p:nvPr>
        </p:nvSpPr>
        <p:spPr>
          <a:xfrm>
            <a:off x="152400" y="1143000"/>
            <a:ext cx="4508500" cy="5207000"/>
          </a:xfrm>
        </p:spPr>
        <p:txBody>
          <a:bodyPr/>
          <a:lstStyle/>
          <a:p>
            <a:pPr marL="0" indent="0" algn="l">
              <a:lnSpc>
                <a:spcPts val="2200"/>
              </a:lnSpc>
              <a:buNone/>
            </a:pPr>
            <a:r>
              <a:rPr lang="en-US" sz="2600" b="1"/>
              <a:t>Bottom-Up</a:t>
            </a:r>
          </a:p>
          <a:p>
            <a:pPr marL="0" indent="0" algn="l">
              <a:lnSpc>
                <a:spcPts val="2200"/>
              </a:lnSpc>
              <a:spcBef>
                <a:spcPts val="300"/>
              </a:spcBef>
              <a:buNone/>
            </a:pPr>
            <a:r>
              <a:rPr lang="en-US" sz="1700" i="1"/>
              <a:t>Physical → Application (Tanenbaum)</a:t>
            </a:r>
          </a:p>
          <a:p>
            <a:pPr marL="0" indent="0" algn="l">
              <a:lnSpc>
                <a:spcPts val="2200"/>
              </a:lnSpc>
              <a:spcBef>
                <a:spcPts val="600"/>
              </a:spcBef>
              <a:buNone/>
            </a:pPr>
            <a:r>
              <a:rPr lang="en-US" sz="2000" b="1">
                <a:solidFill>
                  <a:srgbClr val="196B24"/>
                </a:solidFill>
              </a:rPr>
              <a:t>Pros</a:t>
            </a:r>
          </a:p>
          <a:p>
            <a:pPr marL="200025" indent="-200025" algn="l">
              <a:lnSpc>
                <a:spcPts val="2200"/>
              </a:lnSpc>
              <a:spcBef>
                <a:spcPts val="300"/>
              </a:spcBef>
              <a:buFont typeface="Arial"/>
              <a:buChar char="•"/>
            </a:pPr>
            <a:r>
              <a:rPr lang="en-US" sz="1800"/>
              <a:t>Mirrors how networks were engineered</a:t>
            </a:r>
          </a:p>
          <a:p>
            <a:pPr marL="200025" indent="-200025" algn="l">
              <a:lnSpc>
                <a:spcPts val="2200"/>
              </a:lnSpc>
              <a:spcBef>
                <a:spcPts val="300"/>
              </a:spcBef>
              <a:buFont typeface="Arial"/>
              <a:buChar char="•"/>
            </a:pPr>
            <a:r>
              <a:rPr lang="en-US" sz="1800"/>
              <a:t>Builds deep appreciation for L1/MAC fundamentals</a:t>
            </a:r>
          </a:p>
          <a:p>
            <a:pPr marL="0" indent="0" algn="l">
              <a:lnSpc>
                <a:spcPts val="2200"/>
              </a:lnSpc>
              <a:spcBef>
                <a:spcPts val="600"/>
              </a:spcBef>
              <a:buNone/>
            </a:pPr>
            <a:r>
              <a:rPr lang="en-US" sz="2000" b="1">
                <a:solidFill>
                  <a:srgbClr val="C00000"/>
                </a:solidFill>
              </a:rPr>
              <a:t>Cons</a:t>
            </a:r>
          </a:p>
          <a:p>
            <a:pPr marL="200025" indent="-200025" algn="l">
              <a:lnSpc>
                <a:spcPts val="2200"/>
              </a:lnSpc>
              <a:spcBef>
                <a:spcPts val="300"/>
              </a:spcBef>
              <a:buFont typeface="Arial"/>
              <a:buChar char="•"/>
            </a:pPr>
            <a:r>
              <a:rPr lang="en-US" sz="1800"/>
              <a:t>Dry start; weak motivation</a:t>
            </a:r>
          </a:p>
          <a:p>
            <a:pPr marL="200025" indent="-200025" algn="l">
              <a:lnSpc>
                <a:spcPts val="2200"/>
              </a:lnSpc>
              <a:spcBef>
                <a:spcPts val="300"/>
              </a:spcBef>
              <a:buFont typeface="Arial"/>
              <a:buChar char="•"/>
            </a:pPr>
            <a:r>
              <a:rPr lang="en-US" sz="1800"/>
              <a:t>Apps and "why" come too late</a:t>
            </a:r>
          </a:p>
        </p:txBody>
      </p:sp>
      <p:sp>
        <p:nvSpPr>
          <p:cNvPr id="4" name="Content Placeholder 3">
            <a:extLst>
              <a:ext uri="{FF2B5EF4-FFF2-40B4-BE49-F238E27FC236}">
                <a16:creationId xmlns:a16="http://schemas.microsoft.com/office/drawing/2014/main" id="{550916F8-3915-6FA5-ABA4-ED1F8510AD81}"/>
              </a:ext>
            </a:extLst>
          </p:cNvPr>
          <p:cNvSpPr>
            <a:spLocks noGrp="1"/>
          </p:cNvSpPr>
          <p:nvPr>
            <p:ph sz="half" idx="2"/>
          </p:nvPr>
        </p:nvSpPr>
        <p:spPr>
          <a:xfrm>
            <a:off x="7937500" y="1143000"/>
            <a:ext cx="4127500" cy="5207000"/>
          </a:xfrm>
        </p:spPr>
        <p:txBody>
          <a:bodyPr/>
          <a:lstStyle/>
          <a:p>
            <a:pPr marL="0" indent="0" algn="l">
              <a:lnSpc>
                <a:spcPts val="2200"/>
              </a:lnSpc>
              <a:buNone/>
            </a:pPr>
            <a:r>
              <a:rPr lang="en-US" sz="2600" b="1"/>
              <a:t>Top-Down</a:t>
            </a:r>
          </a:p>
          <a:p>
            <a:pPr marL="0" indent="0" algn="l">
              <a:lnSpc>
                <a:spcPts val="2200"/>
              </a:lnSpc>
              <a:spcBef>
                <a:spcPts val="300"/>
              </a:spcBef>
              <a:buNone/>
            </a:pPr>
            <a:r>
              <a:rPr lang="en-US" sz="1700" i="1"/>
              <a:t>Application → Physical (Kurose &amp; Ross)</a:t>
            </a:r>
          </a:p>
          <a:p>
            <a:pPr marL="0" indent="0" algn="l">
              <a:lnSpc>
                <a:spcPts val="2200"/>
              </a:lnSpc>
              <a:spcBef>
                <a:spcPts val="600"/>
              </a:spcBef>
              <a:buNone/>
            </a:pPr>
            <a:r>
              <a:rPr lang="en-US" sz="2000" b="1">
                <a:solidFill>
                  <a:srgbClr val="196B24"/>
                </a:solidFill>
              </a:rPr>
              <a:t>Pros</a:t>
            </a:r>
          </a:p>
          <a:p>
            <a:pPr marL="200025" indent="-200025" algn="l">
              <a:lnSpc>
                <a:spcPts val="2200"/>
              </a:lnSpc>
              <a:spcBef>
                <a:spcPts val="300"/>
              </a:spcBef>
              <a:buFont typeface="Arial"/>
              <a:buChar char="•"/>
            </a:pPr>
            <a:r>
              <a:rPr lang="en-US" sz="1800"/>
              <a:t>Grounded in apps students use daily</a:t>
            </a:r>
          </a:p>
          <a:p>
            <a:pPr marL="200025" indent="-200025" algn="l">
              <a:lnSpc>
                <a:spcPts val="2200"/>
              </a:lnSpc>
              <a:spcBef>
                <a:spcPts val="300"/>
              </a:spcBef>
              <a:buFont typeface="Arial"/>
              <a:buChar char="•"/>
            </a:pPr>
            <a:r>
              <a:rPr lang="en-US" sz="1800"/>
              <a:t>Socket programming early builds confidence</a:t>
            </a:r>
          </a:p>
          <a:p>
            <a:pPr marL="0" indent="0" algn="l">
              <a:lnSpc>
                <a:spcPts val="2200"/>
              </a:lnSpc>
              <a:spcBef>
                <a:spcPts val="600"/>
              </a:spcBef>
              <a:buNone/>
            </a:pPr>
            <a:r>
              <a:rPr lang="en-US" sz="2000" b="1">
                <a:solidFill>
                  <a:srgbClr val="C00000"/>
                </a:solidFill>
              </a:rPr>
              <a:t>Cons</a:t>
            </a:r>
          </a:p>
          <a:p>
            <a:pPr marL="200025" indent="-200025" algn="l">
              <a:lnSpc>
                <a:spcPts val="2200"/>
              </a:lnSpc>
              <a:spcBef>
                <a:spcPts val="300"/>
              </a:spcBef>
              <a:buFont typeface="Arial"/>
              <a:buChar char="•"/>
            </a:pPr>
            <a:r>
              <a:rPr lang="en-US" sz="1800"/>
              <a:t>Lower layers feel like "magic"</a:t>
            </a:r>
          </a:p>
          <a:p>
            <a:pPr marL="200025" indent="-200025" algn="l">
              <a:lnSpc>
                <a:spcPts val="2200"/>
              </a:lnSpc>
              <a:spcBef>
                <a:spcPts val="300"/>
              </a:spcBef>
              <a:buFont typeface="Arial"/>
              <a:buChar char="•"/>
            </a:pPr>
            <a:r>
              <a:rPr lang="en-US" sz="1800"/>
              <a:t>Physical-layer topics get rushed</a:t>
            </a:r>
          </a:p>
        </p:txBody>
      </p:sp>
      <p:sp>
        <p:nvSpPr>
          <p:cNvPr id="6" name="Slide Number Placeholder 5">
            <a:extLst>
              <a:ext uri="{FF2B5EF4-FFF2-40B4-BE49-F238E27FC236}">
                <a16:creationId xmlns:a16="http://schemas.microsoft.com/office/drawing/2014/main" id="{E8AF3DC1-F7B0-BAAF-33BF-FA99F06EA676}"/>
              </a:ext>
            </a:extLst>
          </p:cNvPr>
          <p:cNvSpPr>
            <a:spLocks noGrp="1"/>
          </p:cNvSpPr>
          <p:nvPr>
            <p:ph type="sldNum" sz="quarter" idx="12"/>
          </p:nvPr>
        </p:nvSpPr>
        <p:spPr/>
        <p:txBody>
          <a:bodyPr/>
          <a:lstStyle/>
          <a:p>
            <a:fld id="{B5CEABB6-07DC-46E8-9B57-56EC44A396E5}" type="slidenum">
              <a:rPr lang="en-US" smtClean="0"/>
              <a:pPr/>
              <a:t>36</a:t>
            </a:fld>
            <a:endParaRPr lang="en-US"/>
          </a:p>
        </p:txBody>
      </p:sp>
      <p:sp>
        <p:nvSpPr>
          <p:cNvPr id="7" name="Rectangle 6">
            <a:extLst>
              <a:ext uri="{FF2B5EF4-FFF2-40B4-BE49-F238E27FC236}">
                <a16:creationId xmlns:a16="http://schemas.microsoft.com/office/drawing/2014/main" id="{5F9C3F12-2C4D-FBC3-6A91-16B082D4F335}"/>
              </a:ext>
            </a:extLst>
          </p:cNvPr>
          <p:cNvSpPr>
            <a:spLocks noChangeArrowheads="1"/>
          </p:cNvSpPr>
          <p:nvPr/>
        </p:nvSpPr>
        <p:spPr bwMode="auto">
          <a:xfrm>
            <a:off x="5147885" y="2276079"/>
            <a:ext cx="1892300" cy="3530600"/>
          </a:xfrm>
          <a:prstGeom prst="rect">
            <a:avLst/>
          </a:prstGeom>
          <a:solidFill>
            <a:schemeClr val="bg1"/>
          </a:solidFill>
          <a:ln w="38100">
            <a:solidFill>
              <a:schemeClr val="tx1"/>
            </a:solidFill>
            <a:miter lim="800000"/>
            <a:headEnd/>
            <a:tailEnd/>
          </a:ln>
          <a:effectLst>
            <a:outerShdw blurRad="304800" dist="38100" dir="18900000" algn="b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ts val="2060"/>
              </a:lnSpc>
              <a:spcBef>
                <a:spcPts val="0"/>
              </a:spcBef>
              <a:spcAft>
                <a:spcPts val="0"/>
              </a:spcAft>
              <a:buClrTx/>
              <a:buSzTx/>
              <a:buFontTx/>
              <a:buNone/>
              <a:tabLst/>
              <a:defRPr/>
            </a:pPr>
            <a:endParaRPr kumimoji="0" lang="en-US" altLang="en-US" sz="28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8" name="Text Box 7">
            <a:extLst>
              <a:ext uri="{FF2B5EF4-FFF2-40B4-BE49-F238E27FC236}">
                <a16:creationId xmlns:a16="http://schemas.microsoft.com/office/drawing/2014/main" id="{A61C6A7C-1891-1F4F-2D32-7B77E5624CC2}"/>
              </a:ext>
            </a:extLst>
          </p:cNvPr>
          <p:cNvSpPr txBox="1">
            <a:spLocks noChangeArrowheads="1"/>
          </p:cNvSpPr>
          <p:nvPr/>
        </p:nvSpPr>
        <p:spPr bwMode="auto">
          <a:xfrm>
            <a:off x="5738421" y="4591622"/>
            <a:ext cx="700833"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a:ln>
                  <a:noFill/>
                </a:ln>
                <a:solidFill>
                  <a:srgbClr val="C00000"/>
                </a:solidFill>
                <a:effectLst/>
                <a:uLnTx/>
                <a:uFillTx/>
                <a:latin typeface="Calibri" panose="020F0502020204030204"/>
                <a:ea typeface="ＭＳ Ｐゴシック" panose="020B0600070205080204" pitchFamily="34" charset="-128"/>
                <a:cs typeface="+mn-cs"/>
              </a:rPr>
              <a:t>link</a:t>
            </a:r>
          </a:p>
        </p:txBody>
      </p:sp>
      <p:sp>
        <p:nvSpPr>
          <p:cNvPr id="9" name="Line 8">
            <a:extLst>
              <a:ext uri="{FF2B5EF4-FFF2-40B4-BE49-F238E27FC236}">
                <a16:creationId xmlns:a16="http://schemas.microsoft.com/office/drawing/2014/main" id="{2201ECE7-E6E5-E163-1534-C647EA5611C1}"/>
              </a:ext>
            </a:extLst>
          </p:cNvPr>
          <p:cNvSpPr>
            <a:spLocks noChangeShapeType="1"/>
          </p:cNvSpPr>
          <p:nvPr/>
        </p:nvSpPr>
        <p:spPr bwMode="auto">
          <a:xfrm>
            <a:off x="5141535" y="3011771"/>
            <a:ext cx="188595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ts val="206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Line 9">
            <a:extLst>
              <a:ext uri="{FF2B5EF4-FFF2-40B4-BE49-F238E27FC236}">
                <a16:creationId xmlns:a16="http://schemas.microsoft.com/office/drawing/2014/main" id="{3A0E5423-6616-2211-DF47-A0E221E257AB}"/>
              </a:ext>
            </a:extLst>
          </p:cNvPr>
          <p:cNvSpPr>
            <a:spLocks noChangeShapeType="1"/>
          </p:cNvSpPr>
          <p:nvPr/>
        </p:nvSpPr>
        <p:spPr bwMode="auto">
          <a:xfrm>
            <a:off x="5141535" y="3716621"/>
            <a:ext cx="188595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ts val="206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Line 10">
            <a:extLst>
              <a:ext uri="{FF2B5EF4-FFF2-40B4-BE49-F238E27FC236}">
                <a16:creationId xmlns:a16="http://schemas.microsoft.com/office/drawing/2014/main" id="{C9598988-C6B2-8D97-7F6D-361F7103D873}"/>
              </a:ext>
            </a:extLst>
          </p:cNvPr>
          <p:cNvSpPr>
            <a:spLocks noChangeShapeType="1"/>
          </p:cNvSpPr>
          <p:nvPr/>
        </p:nvSpPr>
        <p:spPr bwMode="auto">
          <a:xfrm>
            <a:off x="5141535" y="4427821"/>
            <a:ext cx="188595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ts val="206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Line 11">
            <a:extLst>
              <a:ext uri="{FF2B5EF4-FFF2-40B4-BE49-F238E27FC236}">
                <a16:creationId xmlns:a16="http://schemas.microsoft.com/office/drawing/2014/main" id="{359E4E9B-4EB3-A4F4-3C6A-2F6E06DB6E30}"/>
              </a:ext>
            </a:extLst>
          </p:cNvPr>
          <p:cNvSpPr>
            <a:spLocks noChangeShapeType="1"/>
          </p:cNvSpPr>
          <p:nvPr/>
        </p:nvSpPr>
        <p:spPr bwMode="auto">
          <a:xfrm>
            <a:off x="5141535" y="5139021"/>
            <a:ext cx="188595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ts val="206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Box 7">
            <a:extLst>
              <a:ext uri="{FF2B5EF4-FFF2-40B4-BE49-F238E27FC236}">
                <a16:creationId xmlns:a16="http://schemas.microsoft.com/office/drawing/2014/main" id="{FE867CF6-7C99-7B82-615D-C111A821A9B6}"/>
              </a:ext>
            </a:extLst>
          </p:cNvPr>
          <p:cNvSpPr txBox="1">
            <a:spLocks noChangeArrowheads="1"/>
          </p:cNvSpPr>
          <p:nvPr/>
        </p:nvSpPr>
        <p:spPr bwMode="auto">
          <a:xfrm>
            <a:off x="5177079" y="2444166"/>
            <a:ext cx="1795813"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a:ln>
                  <a:noFill/>
                </a:ln>
                <a:solidFill>
                  <a:srgbClr val="C00000"/>
                </a:solidFill>
                <a:effectLst/>
                <a:uLnTx/>
                <a:uFillTx/>
                <a:latin typeface="Calibri" panose="020F0502020204030204"/>
                <a:ea typeface="ＭＳ Ｐゴシック" panose="020B0600070205080204" pitchFamily="34" charset="-128"/>
                <a:cs typeface="+mn-cs"/>
              </a:rPr>
              <a:t>application</a:t>
            </a:r>
          </a:p>
        </p:txBody>
      </p:sp>
      <p:sp>
        <p:nvSpPr>
          <p:cNvPr id="14" name="Text Box 7">
            <a:extLst>
              <a:ext uri="{FF2B5EF4-FFF2-40B4-BE49-F238E27FC236}">
                <a16:creationId xmlns:a16="http://schemas.microsoft.com/office/drawing/2014/main" id="{47868F12-6C6E-6B98-A84A-41E96AF3F33F}"/>
              </a:ext>
            </a:extLst>
          </p:cNvPr>
          <p:cNvSpPr txBox="1">
            <a:spLocks noChangeArrowheads="1"/>
          </p:cNvSpPr>
          <p:nvPr/>
        </p:nvSpPr>
        <p:spPr bwMode="auto">
          <a:xfrm>
            <a:off x="5374535" y="3885041"/>
            <a:ext cx="1400896"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a:ln>
                  <a:noFill/>
                </a:ln>
                <a:solidFill>
                  <a:srgbClr val="C00000"/>
                </a:solidFill>
                <a:effectLst/>
                <a:uLnTx/>
                <a:uFillTx/>
                <a:latin typeface="Calibri" panose="020F0502020204030204"/>
                <a:ea typeface="ＭＳ Ｐゴシック" panose="020B0600070205080204" pitchFamily="34" charset="-128"/>
                <a:cs typeface="+mn-cs"/>
              </a:rPr>
              <a:t>network</a:t>
            </a:r>
          </a:p>
        </p:txBody>
      </p:sp>
      <p:sp>
        <p:nvSpPr>
          <p:cNvPr id="15" name="Text Box 7">
            <a:extLst>
              <a:ext uri="{FF2B5EF4-FFF2-40B4-BE49-F238E27FC236}">
                <a16:creationId xmlns:a16="http://schemas.microsoft.com/office/drawing/2014/main" id="{049B1DB2-172E-E490-4847-1E33912ED79F}"/>
              </a:ext>
            </a:extLst>
          </p:cNvPr>
          <p:cNvSpPr txBox="1">
            <a:spLocks noChangeArrowheads="1"/>
          </p:cNvSpPr>
          <p:nvPr/>
        </p:nvSpPr>
        <p:spPr bwMode="auto">
          <a:xfrm>
            <a:off x="5259490" y="3150749"/>
            <a:ext cx="1547860"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a:ln>
                  <a:noFill/>
                </a:ln>
                <a:solidFill>
                  <a:srgbClr val="C00000"/>
                </a:solidFill>
                <a:effectLst/>
                <a:uLnTx/>
                <a:uFillTx/>
                <a:latin typeface="Calibri" panose="020F0502020204030204"/>
                <a:ea typeface="ＭＳ Ｐゴシック" panose="020B0600070205080204" pitchFamily="34" charset="-128"/>
                <a:cs typeface="+mn-cs"/>
              </a:rPr>
              <a:t>transport</a:t>
            </a:r>
          </a:p>
        </p:txBody>
      </p:sp>
      <p:sp>
        <p:nvSpPr>
          <p:cNvPr id="16" name="Text Box 7">
            <a:extLst>
              <a:ext uri="{FF2B5EF4-FFF2-40B4-BE49-F238E27FC236}">
                <a16:creationId xmlns:a16="http://schemas.microsoft.com/office/drawing/2014/main" id="{968B4141-4B3C-E7C9-7C91-AB1D1C797501}"/>
              </a:ext>
            </a:extLst>
          </p:cNvPr>
          <p:cNvSpPr txBox="1">
            <a:spLocks noChangeArrowheads="1"/>
          </p:cNvSpPr>
          <p:nvPr/>
        </p:nvSpPr>
        <p:spPr bwMode="auto">
          <a:xfrm>
            <a:off x="5432544" y="5258539"/>
            <a:ext cx="1340302"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a:ln>
                  <a:noFill/>
                </a:ln>
                <a:solidFill>
                  <a:srgbClr val="C00000"/>
                </a:solidFill>
                <a:effectLst/>
                <a:uLnTx/>
                <a:uFillTx/>
                <a:latin typeface="Calibri" panose="020F0502020204030204"/>
                <a:ea typeface="ＭＳ Ｐゴシック" panose="020B0600070205080204" pitchFamily="34" charset="-128"/>
                <a:cs typeface="+mn-cs"/>
              </a:rPr>
              <a:t>physical</a:t>
            </a:r>
          </a:p>
        </p:txBody>
      </p:sp>
      <p:grpSp>
        <p:nvGrpSpPr>
          <p:cNvPr id="17" name="Group 16">
            <a:extLst>
              <a:ext uri="{FF2B5EF4-FFF2-40B4-BE49-F238E27FC236}">
                <a16:creationId xmlns:a16="http://schemas.microsoft.com/office/drawing/2014/main" id="{5FDCA173-0D31-0EDB-3303-0DA00A8FD965}"/>
              </a:ext>
            </a:extLst>
          </p:cNvPr>
          <p:cNvGrpSpPr/>
          <p:nvPr/>
        </p:nvGrpSpPr>
        <p:grpSpPr>
          <a:xfrm>
            <a:off x="5166329" y="2268187"/>
            <a:ext cx="1877786" cy="734786"/>
            <a:chOff x="8980714" y="751114"/>
            <a:chExt cx="1877786" cy="734786"/>
          </a:xfrm>
        </p:grpSpPr>
        <p:sp>
          <p:nvSpPr>
            <p:cNvPr id="18" name="Rectangle 17">
              <a:extLst>
                <a:ext uri="{FF2B5EF4-FFF2-40B4-BE49-F238E27FC236}">
                  <a16:creationId xmlns:a16="http://schemas.microsoft.com/office/drawing/2014/main" id="{B8DC8D00-020E-12D4-9709-41BB5CB3FA07}"/>
                </a:ext>
              </a:extLst>
            </p:cNvPr>
            <p:cNvSpPr/>
            <p:nvPr/>
          </p:nvSpPr>
          <p:spPr>
            <a:xfrm>
              <a:off x="8980714" y="751114"/>
              <a:ext cx="1877786" cy="73478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 Box 7">
              <a:extLst>
                <a:ext uri="{FF2B5EF4-FFF2-40B4-BE49-F238E27FC236}">
                  <a16:creationId xmlns:a16="http://schemas.microsoft.com/office/drawing/2014/main" id="{D934ED03-E988-33F6-0140-702D3480A54E}"/>
                </a:ext>
              </a:extLst>
            </p:cNvPr>
            <p:cNvSpPr txBox="1">
              <a:spLocks noChangeArrowheads="1"/>
            </p:cNvSpPr>
            <p:nvPr/>
          </p:nvSpPr>
          <p:spPr bwMode="auto">
            <a:xfrm>
              <a:off x="9029564" y="899878"/>
              <a:ext cx="1795813"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a:ln>
                    <a:noFill/>
                  </a:ln>
                  <a:solidFill>
                    <a:schemeClr val="bg1"/>
                  </a:solidFill>
                  <a:effectLst/>
                  <a:uLnTx/>
                  <a:uFillTx/>
                  <a:latin typeface="Calibri" panose="020F0502020204030204"/>
                  <a:ea typeface="ＭＳ Ｐゴシック" panose="020B0600070205080204" pitchFamily="34" charset="-128"/>
                  <a:cs typeface="+mn-cs"/>
                </a:rPr>
                <a:t>application</a:t>
              </a:r>
            </a:p>
          </p:txBody>
        </p:sp>
      </p:grpSp>
      <p:grpSp>
        <p:nvGrpSpPr>
          <p:cNvPr id="20" name="Group 19">
            <a:extLst>
              <a:ext uri="{FF2B5EF4-FFF2-40B4-BE49-F238E27FC236}">
                <a16:creationId xmlns:a16="http://schemas.microsoft.com/office/drawing/2014/main" id="{42138C8C-0CD1-E12E-E638-AC5B386B17E1}"/>
              </a:ext>
            </a:extLst>
          </p:cNvPr>
          <p:cNvGrpSpPr/>
          <p:nvPr/>
        </p:nvGrpSpPr>
        <p:grpSpPr>
          <a:xfrm>
            <a:off x="5168580" y="3023571"/>
            <a:ext cx="1861418" cy="688224"/>
            <a:chOff x="8993850" y="766270"/>
            <a:chExt cx="1861418" cy="688224"/>
          </a:xfrm>
        </p:grpSpPr>
        <p:sp>
          <p:nvSpPr>
            <p:cNvPr id="21" name="Rectangle 20">
              <a:extLst>
                <a:ext uri="{FF2B5EF4-FFF2-40B4-BE49-F238E27FC236}">
                  <a16:creationId xmlns:a16="http://schemas.microsoft.com/office/drawing/2014/main" id="{596FA28B-9826-993E-EBFB-5AA40330DBE8}"/>
                </a:ext>
              </a:extLst>
            </p:cNvPr>
            <p:cNvSpPr/>
            <p:nvPr/>
          </p:nvSpPr>
          <p:spPr>
            <a:xfrm>
              <a:off x="8993850" y="766270"/>
              <a:ext cx="1861418" cy="688224"/>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Box 7">
              <a:extLst>
                <a:ext uri="{FF2B5EF4-FFF2-40B4-BE49-F238E27FC236}">
                  <a16:creationId xmlns:a16="http://schemas.microsoft.com/office/drawing/2014/main" id="{081A4CA1-9E29-7099-01F2-59476295D998}"/>
                </a:ext>
              </a:extLst>
            </p:cNvPr>
            <p:cNvSpPr txBox="1">
              <a:spLocks noChangeArrowheads="1"/>
            </p:cNvSpPr>
            <p:nvPr/>
          </p:nvSpPr>
          <p:spPr bwMode="auto">
            <a:xfrm>
              <a:off x="9153542" y="899878"/>
              <a:ext cx="1547860"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a:ln>
                    <a:noFill/>
                  </a:ln>
                  <a:solidFill>
                    <a:schemeClr val="bg1"/>
                  </a:solidFill>
                  <a:effectLst/>
                  <a:uLnTx/>
                  <a:uFillTx/>
                  <a:latin typeface="Calibri" panose="020F0502020204030204"/>
                  <a:ea typeface="ＭＳ Ｐゴシック" panose="020B0600070205080204" pitchFamily="34" charset="-128"/>
                  <a:cs typeface="+mn-cs"/>
                </a:rPr>
                <a:t>transport</a:t>
              </a:r>
            </a:p>
          </p:txBody>
        </p:sp>
      </p:grpSp>
      <p:grpSp>
        <p:nvGrpSpPr>
          <p:cNvPr id="23" name="Group 22">
            <a:extLst>
              <a:ext uri="{FF2B5EF4-FFF2-40B4-BE49-F238E27FC236}">
                <a16:creationId xmlns:a16="http://schemas.microsoft.com/office/drawing/2014/main" id="{82021AD2-992C-04E9-7EAF-D12562E8B089}"/>
              </a:ext>
            </a:extLst>
          </p:cNvPr>
          <p:cNvGrpSpPr/>
          <p:nvPr/>
        </p:nvGrpSpPr>
        <p:grpSpPr>
          <a:xfrm>
            <a:off x="5165887" y="3731719"/>
            <a:ext cx="1861418" cy="677992"/>
            <a:chOff x="8993850" y="766270"/>
            <a:chExt cx="1861418" cy="677992"/>
          </a:xfrm>
        </p:grpSpPr>
        <p:sp>
          <p:nvSpPr>
            <p:cNvPr id="24" name="Rectangle 23">
              <a:extLst>
                <a:ext uri="{FF2B5EF4-FFF2-40B4-BE49-F238E27FC236}">
                  <a16:creationId xmlns:a16="http://schemas.microsoft.com/office/drawing/2014/main" id="{731356C5-B570-B3C2-215D-05E3F887E437}"/>
                </a:ext>
              </a:extLst>
            </p:cNvPr>
            <p:cNvSpPr/>
            <p:nvPr/>
          </p:nvSpPr>
          <p:spPr>
            <a:xfrm>
              <a:off x="8993850" y="766270"/>
              <a:ext cx="1861418" cy="67799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 Box 7">
              <a:extLst>
                <a:ext uri="{FF2B5EF4-FFF2-40B4-BE49-F238E27FC236}">
                  <a16:creationId xmlns:a16="http://schemas.microsoft.com/office/drawing/2014/main" id="{585111C8-7383-296E-5776-6319724778B2}"/>
                </a:ext>
              </a:extLst>
            </p:cNvPr>
            <p:cNvSpPr txBox="1">
              <a:spLocks noChangeArrowheads="1"/>
            </p:cNvSpPr>
            <p:nvPr/>
          </p:nvSpPr>
          <p:spPr bwMode="auto">
            <a:xfrm>
              <a:off x="9227024" y="899878"/>
              <a:ext cx="1400896"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a:ln>
                    <a:noFill/>
                  </a:ln>
                  <a:solidFill>
                    <a:schemeClr val="bg1"/>
                  </a:solidFill>
                  <a:effectLst/>
                  <a:uLnTx/>
                  <a:uFillTx/>
                  <a:latin typeface="Calibri" panose="020F0502020204030204"/>
                  <a:ea typeface="ＭＳ Ｐゴシック" panose="020B0600070205080204" pitchFamily="34" charset="-128"/>
                  <a:cs typeface="+mn-cs"/>
                </a:rPr>
                <a:t>network</a:t>
              </a:r>
            </a:p>
          </p:txBody>
        </p:sp>
      </p:grpSp>
      <p:grpSp>
        <p:nvGrpSpPr>
          <p:cNvPr id="26" name="Group 25">
            <a:extLst>
              <a:ext uri="{FF2B5EF4-FFF2-40B4-BE49-F238E27FC236}">
                <a16:creationId xmlns:a16="http://schemas.microsoft.com/office/drawing/2014/main" id="{DFFC15FB-4F9B-FD59-D532-11168E5FCE02}"/>
              </a:ext>
            </a:extLst>
          </p:cNvPr>
          <p:cNvGrpSpPr/>
          <p:nvPr/>
        </p:nvGrpSpPr>
        <p:grpSpPr>
          <a:xfrm>
            <a:off x="5166425" y="4446330"/>
            <a:ext cx="1861418" cy="677992"/>
            <a:chOff x="8993850" y="766270"/>
            <a:chExt cx="1861418" cy="677992"/>
          </a:xfrm>
        </p:grpSpPr>
        <p:sp>
          <p:nvSpPr>
            <p:cNvPr id="27" name="Rectangle 26">
              <a:extLst>
                <a:ext uri="{FF2B5EF4-FFF2-40B4-BE49-F238E27FC236}">
                  <a16:creationId xmlns:a16="http://schemas.microsoft.com/office/drawing/2014/main" id="{FAC8BEE5-66DF-8D2D-59AE-DB4F3138F066}"/>
                </a:ext>
              </a:extLst>
            </p:cNvPr>
            <p:cNvSpPr/>
            <p:nvPr/>
          </p:nvSpPr>
          <p:spPr>
            <a:xfrm>
              <a:off x="8993850" y="766270"/>
              <a:ext cx="1861418" cy="67799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 Box 7">
              <a:extLst>
                <a:ext uri="{FF2B5EF4-FFF2-40B4-BE49-F238E27FC236}">
                  <a16:creationId xmlns:a16="http://schemas.microsoft.com/office/drawing/2014/main" id="{22DF91A4-5FF3-1D1A-A988-12C3F0BAF1A7}"/>
                </a:ext>
              </a:extLst>
            </p:cNvPr>
            <p:cNvSpPr txBox="1">
              <a:spLocks noChangeArrowheads="1"/>
            </p:cNvSpPr>
            <p:nvPr/>
          </p:nvSpPr>
          <p:spPr bwMode="auto">
            <a:xfrm>
              <a:off x="9577056" y="899878"/>
              <a:ext cx="700834"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a:ln>
                    <a:noFill/>
                  </a:ln>
                  <a:solidFill>
                    <a:schemeClr val="bg1"/>
                  </a:solidFill>
                  <a:effectLst/>
                  <a:uLnTx/>
                  <a:uFillTx/>
                  <a:latin typeface="Calibri" panose="020F0502020204030204"/>
                  <a:ea typeface="ＭＳ Ｐゴシック" panose="020B0600070205080204" pitchFamily="34" charset="-128"/>
                  <a:cs typeface="+mn-cs"/>
                </a:rPr>
                <a:t>link</a:t>
              </a:r>
            </a:p>
          </p:txBody>
        </p:sp>
      </p:grpSp>
      <p:grpSp>
        <p:nvGrpSpPr>
          <p:cNvPr id="29" name="Group 28">
            <a:extLst>
              <a:ext uri="{FF2B5EF4-FFF2-40B4-BE49-F238E27FC236}">
                <a16:creationId xmlns:a16="http://schemas.microsoft.com/office/drawing/2014/main" id="{B7994FC0-790D-BFDC-2517-A6FA43A17123}"/>
              </a:ext>
            </a:extLst>
          </p:cNvPr>
          <p:cNvGrpSpPr/>
          <p:nvPr/>
        </p:nvGrpSpPr>
        <p:grpSpPr>
          <a:xfrm>
            <a:off x="5160501" y="5159325"/>
            <a:ext cx="1861418" cy="639758"/>
            <a:chOff x="8993850" y="784041"/>
            <a:chExt cx="1861418" cy="639758"/>
          </a:xfrm>
        </p:grpSpPr>
        <p:sp>
          <p:nvSpPr>
            <p:cNvPr id="30" name="Rectangle 29">
              <a:extLst>
                <a:ext uri="{FF2B5EF4-FFF2-40B4-BE49-F238E27FC236}">
                  <a16:creationId xmlns:a16="http://schemas.microsoft.com/office/drawing/2014/main" id="{FD82C683-F91E-09DD-DD89-3FAB356FFDEE}"/>
                </a:ext>
              </a:extLst>
            </p:cNvPr>
            <p:cNvSpPr/>
            <p:nvPr/>
          </p:nvSpPr>
          <p:spPr>
            <a:xfrm>
              <a:off x="8993850" y="784041"/>
              <a:ext cx="1861418" cy="63975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 Box 7">
              <a:extLst>
                <a:ext uri="{FF2B5EF4-FFF2-40B4-BE49-F238E27FC236}">
                  <a16:creationId xmlns:a16="http://schemas.microsoft.com/office/drawing/2014/main" id="{008D3C5D-3A4D-107D-C62E-FABCEA7DD89C}"/>
                </a:ext>
              </a:extLst>
            </p:cNvPr>
            <p:cNvSpPr txBox="1">
              <a:spLocks noChangeArrowheads="1"/>
            </p:cNvSpPr>
            <p:nvPr/>
          </p:nvSpPr>
          <p:spPr bwMode="auto">
            <a:xfrm>
              <a:off x="9257324" y="899878"/>
              <a:ext cx="1340303"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a:ln>
                    <a:noFill/>
                  </a:ln>
                  <a:solidFill>
                    <a:schemeClr val="bg1"/>
                  </a:solidFill>
                  <a:effectLst/>
                  <a:uLnTx/>
                  <a:uFillTx/>
                  <a:latin typeface="Calibri" panose="020F0502020204030204"/>
                  <a:ea typeface="ＭＳ Ｐゴシック" panose="020B0600070205080204" pitchFamily="34" charset="-128"/>
                  <a:cs typeface="+mn-cs"/>
                </a:rPr>
                <a:t>physical</a:t>
              </a:r>
            </a:p>
          </p:txBody>
        </p:sp>
      </p:grpSp>
      <p:cxnSp>
        <p:nvCxnSpPr>
          <p:cNvPr id="33" name="Straight Arrow Connector 32">
            <a:extLst>
              <a:ext uri="{FF2B5EF4-FFF2-40B4-BE49-F238E27FC236}">
                <a16:creationId xmlns:a16="http://schemas.microsoft.com/office/drawing/2014/main" id="{B56E2E76-8308-9940-B63D-573A30B84FAA}"/>
              </a:ext>
            </a:extLst>
          </p:cNvPr>
          <p:cNvCxnSpPr/>
          <p:nvPr/>
        </p:nvCxnSpPr>
        <p:spPr>
          <a:xfrm flipV="1">
            <a:off x="4779818" y="2873358"/>
            <a:ext cx="0" cy="2401804"/>
          </a:xfrm>
          <a:prstGeom prst="straightConnector1">
            <a:avLst/>
          </a:prstGeom>
          <a:ln w="76200" cap="flat" cmpd="sng" algn="ctr">
            <a:solidFill>
              <a:srgbClr val="0E2841"/>
            </a:solidFill>
            <a:prstDash val="solid"/>
            <a:miter lim="800000"/>
            <a:tailEnd type="triangle"/>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494FB0DE-E6B2-A8E1-6D72-D5CDC32DE39C}"/>
              </a:ext>
            </a:extLst>
          </p:cNvPr>
          <p:cNvCxnSpPr>
            <a:cxnSpLocks/>
          </p:cNvCxnSpPr>
          <p:nvPr/>
        </p:nvCxnSpPr>
        <p:spPr>
          <a:xfrm>
            <a:off x="7398328" y="2834265"/>
            <a:ext cx="0" cy="2677435"/>
          </a:xfrm>
          <a:prstGeom prst="straightConnector1">
            <a:avLst/>
          </a:prstGeom>
          <a:ln w="76200" cap="flat" cmpd="sng" algn="ctr">
            <a:solidFill>
              <a:srgbClr val="0E2841"/>
            </a:solidFill>
            <a:prstDash val="solid"/>
            <a:miter lim="800000"/>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582480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47BCAC2-4B0D-C24F-A1AA-5CFB26132E0B}"/>
              </a:ext>
            </a:extLst>
          </p:cNvPr>
          <p:cNvSpPr>
            <a:spLocks noGrp="1"/>
          </p:cNvSpPr>
          <p:nvPr>
            <p:ph type="title"/>
          </p:nvPr>
        </p:nvSpPr>
        <p:spPr>
          <a:xfrm>
            <a:off x="774374" y="80244"/>
            <a:ext cx="10515600" cy="894622"/>
          </a:xfrm>
        </p:spPr>
        <p:txBody>
          <a:bodyPr>
            <a:normAutofit/>
          </a:bodyPr>
          <a:lstStyle/>
          <a:p>
            <a:r>
              <a:rPr lang="en-US" altLang="en-US">
                <a:ea typeface="ＭＳ Ｐゴシック" panose="020B0600070205080204" pitchFamily="34" charset="-128"/>
              </a:rPr>
              <a:t>Writing a networked application</a:t>
            </a:r>
            <a:endParaRPr lang="en-US"/>
          </a:p>
        </p:txBody>
      </p:sp>
      <p:sp>
        <p:nvSpPr>
          <p:cNvPr id="68" name="Rectangle 3">
            <a:extLst>
              <a:ext uri="{FF2B5EF4-FFF2-40B4-BE49-F238E27FC236}">
                <a16:creationId xmlns:a16="http://schemas.microsoft.com/office/drawing/2014/main" id="{AE0F6699-BC13-C349-9AC1-8B36945FEAA0}"/>
              </a:ext>
            </a:extLst>
          </p:cNvPr>
          <p:cNvSpPr txBox="1">
            <a:spLocks noChangeArrowheads="1"/>
          </p:cNvSpPr>
          <p:nvPr/>
        </p:nvSpPr>
        <p:spPr bwMode="auto">
          <a:xfrm>
            <a:off x="798691" y="1183986"/>
            <a:ext cx="10965041" cy="2328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Gill Sans MT" pitchFamily="34" charset="0"/>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Gill Sans MT" pitchFamily="34" charset="0"/>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Times New Roman" pitchFamily="18" charset="0"/>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8" charset="0"/>
                <a:ea typeface="ＭＳ Ｐゴシック"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8"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8"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8"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8" charset="0"/>
              </a:defRPr>
            </a:lvl9pPr>
          </a:lstStyle>
          <a:p>
            <a:pPr marL="342900" marR="0" lvl="0" indent="-342900" algn="l" defTabSz="914400" rtl="0" eaLnBrk="0" fontAlgn="base" latinLnBrk="0" hangingPunct="0">
              <a:lnSpc>
                <a:spcPct val="85000"/>
              </a:lnSpc>
              <a:spcBef>
                <a:spcPct val="20000"/>
              </a:spcBef>
              <a:spcAft>
                <a:spcPct val="0"/>
              </a:spcAft>
              <a:buClr>
                <a:srgbClr val="000099"/>
              </a:buClr>
              <a:buSzPct val="100000"/>
              <a:buFont typeface="Wingdings" pitchFamily="2" charset="2"/>
              <a:buChar char="§"/>
              <a:tabLst/>
              <a:defRPr/>
            </a:pPr>
            <a:r>
              <a:rPr kumimoji="0" lang="en-US" altLang="en-US" b="1" i="0" u="none" strike="noStrike" kern="0" cap="none" spc="0" normalizeH="0" baseline="0" noProof="0">
                <a:ln>
                  <a:noFill/>
                </a:ln>
                <a:solidFill>
                  <a:srgbClr val="CC0000"/>
                </a:solidFill>
                <a:effectLst/>
                <a:uLnTx/>
                <a:uFillTx/>
                <a:latin typeface="Calibri" panose="020F0502020204030204"/>
                <a:ea typeface="ＭＳ Ｐゴシック" panose="020B0600070205080204" pitchFamily="34" charset="-128"/>
              </a:rPr>
              <a:t>socket</a:t>
            </a:r>
            <a:r>
              <a:rPr kumimoji="0" lang="en-US" altLang="en-US" b="0" i="0" u="none" strike="noStrike" kern="0" cap="none" spc="0" normalizeH="0" baseline="0" noProof="0">
                <a:ln>
                  <a:noFill/>
                </a:ln>
                <a:solidFill>
                  <a:prstClr val="black"/>
                </a:solidFill>
                <a:effectLst/>
                <a:uLnTx/>
                <a:uFillTx/>
                <a:latin typeface="Calibri" panose="020F0502020204030204"/>
                <a:ea typeface="ＭＳ Ｐゴシック" panose="020B0600070205080204" pitchFamily="34" charset="-128"/>
              </a:rPr>
              <a:t>: software endpoint where a process sends and receives data over the network</a:t>
            </a:r>
          </a:p>
          <a:p>
            <a:pPr marL="342900" marR="0" lvl="0" indent="-342900" algn="l" defTabSz="914400" rtl="0" eaLnBrk="0" fontAlgn="base" latinLnBrk="0" hangingPunct="0">
              <a:lnSpc>
                <a:spcPct val="85000"/>
              </a:lnSpc>
              <a:spcBef>
                <a:spcPct val="20000"/>
              </a:spcBef>
              <a:spcAft>
                <a:spcPct val="0"/>
              </a:spcAft>
              <a:buClr>
                <a:srgbClr val="000099"/>
              </a:buClr>
              <a:buSzPct val="100000"/>
              <a:buFont typeface="Wingdings" pitchFamily="2" charset="2"/>
              <a:buChar char="§"/>
              <a:tabLst/>
              <a:defRPr/>
            </a:pPr>
            <a:r>
              <a:rPr kumimoji="0" lang="en-US" altLang="en-US" sz="2800" b="0" i="0" u="none" strike="noStrike" kern="0" cap="none" spc="0" normalizeH="0" baseline="0" noProof="0">
                <a:ln>
                  <a:noFill/>
                </a:ln>
                <a:solidFill>
                  <a:prstClr val="black"/>
                </a:solidFill>
                <a:effectLst/>
                <a:uLnTx/>
                <a:uFillTx/>
                <a:latin typeface="Calibri" panose="020F0502020204030204"/>
                <a:ea typeface="ＭＳ Ｐゴシック" panose="020B0600070205080204" pitchFamily="34" charset="-128"/>
              </a:rPr>
              <a:t>socket analogous to door</a:t>
            </a:r>
          </a:p>
          <a:p>
            <a:pPr marL="742950" marR="0" lvl="1" indent="-285750" algn="l" defTabSz="914400" rtl="0" eaLnBrk="0" fontAlgn="base" latinLnBrk="0" hangingPunct="0">
              <a:lnSpc>
                <a:spcPct val="85000"/>
              </a:lnSpc>
              <a:spcBef>
                <a:spcPct val="20000"/>
              </a:spcBef>
              <a:spcAft>
                <a:spcPct val="0"/>
              </a:spcAft>
              <a:buClr>
                <a:srgbClr val="000099"/>
              </a:buClr>
              <a:buSzTx/>
              <a:buFont typeface="Arial" panose="020B0604020202020204" pitchFamily="34" charset="0"/>
              <a:buChar char="•"/>
              <a:tabLst/>
              <a:defRPr/>
            </a:pPr>
            <a:r>
              <a:rPr kumimoji="0" lang="en-US" altLang="en-US" sz="2800" b="0" i="0" u="none" strike="noStrike" kern="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sending process shoves message out door</a:t>
            </a:r>
          </a:p>
          <a:p>
            <a:pPr marL="742950" marR="0" lvl="1" indent="-285750" algn="l" defTabSz="914400" rtl="0" eaLnBrk="0" fontAlgn="base" latinLnBrk="0" hangingPunct="0">
              <a:lnSpc>
                <a:spcPct val="85000"/>
              </a:lnSpc>
              <a:spcBef>
                <a:spcPct val="20000"/>
              </a:spcBef>
              <a:spcAft>
                <a:spcPct val="0"/>
              </a:spcAft>
              <a:buClr>
                <a:srgbClr val="000099"/>
              </a:buClr>
              <a:buSzTx/>
              <a:buFont typeface="Arial" panose="020B0604020202020204" pitchFamily="34" charset="0"/>
              <a:buChar char="•"/>
              <a:tabLst/>
              <a:defRPr/>
            </a:pPr>
            <a:r>
              <a:rPr kumimoji="0" lang="en-US" altLang="en-US" sz="2800" b="0" i="0" u="none" strike="noStrike" kern="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sending process relies on transport infrastructure on other side of door to deliver message to socket at receiving process</a:t>
            </a:r>
          </a:p>
          <a:p>
            <a:pPr marL="742950" marR="0" lvl="1" indent="-285750" algn="l" defTabSz="914400" rtl="0" eaLnBrk="0" fontAlgn="base" latinLnBrk="0" hangingPunct="0">
              <a:lnSpc>
                <a:spcPct val="85000"/>
              </a:lnSpc>
              <a:spcBef>
                <a:spcPct val="20000"/>
              </a:spcBef>
              <a:spcAft>
                <a:spcPct val="0"/>
              </a:spcAft>
              <a:buClr>
                <a:srgbClr val="000099"/>
              </a:buClr>
              <a:buSzTx/>
              <a:buFont typeface="Arial" panose="020B0604020202020204" pitchFamily="34" charset="0"/>
              <a:buChar char="•"/>
              <a:tabLst/>
              <a:defRPr/>
            </a:pPr>
            <a:r>
              <a:rPr kumimoji="0" lang="en-US" altLang="en-US" sz="2800" b="0" i="0" u="none" strike="noStrike" kern="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two sockets involved: one on each side</a:t>
            </a:r>
          </a:p>
        </p:txBody>
      </p:sp>
      <p:sp>
        <p:nvSpPr>
          <p:cNvPr id="69" name="Freeform 66">
            <a:extLst>
              <a:ext uri="{FF2B5EF4-FFF2-40B4-BE49-F238E27FC236}">
                <a16:creationId xmlns:a16="http://schemas.microsoft.com/office/drawing/2014/main" id="{C55660F8-73B5-034B-A597-DD5D87ECF66A}"/>
              </a:ext>
            </a:extLst>
          </p:cNvPr>
          <p:cNvSpPr>
            <a:spLocks/>
          </p:cNvSpPr>
          <p:nvPr/>
        </p:nvSpPr>
        <p:spPr bwMode="auto">
          <a:xfrm>
            <a:off x="8482481" y="4098352"/>
            <a:ext cx="736600" cy="1998662"/>
          </a:xfrm>
          <a:custGeom>
            <a:avLst/>
            <a:gdLst>
              <a:gd name="T0" fmla="*/ 2147483647 w 464"/>
              <a:gd name="T1" fmla="*/ 2147483647 h 1259"/>
              <a:gd name="T2" fmla="*/ 0 w 464"/>
              <a:gd name="T3" fmla="*/ 0 h 1259"/>
              <a:gd name="T4" fmla="*/ 2147483647 w 464"/>
              <a:gd name="T5" fmla="*/ 2147483647 h 1259"/>
              <a:gd name="T6" fmla="*/ 2147483647 w 464"/>
              <a:gd name="T7" fmla="*/ 2147483647 h 1259"/>
              <a:gd name="T8" fmla="*/ 2147483647 w 464"/>
              <a:gd name="T9" fmla="*/ 2147483647 h 1259"/>
              <a:gd name="T10" fmla="*/ 0 60000 65536"/>
              <a:gd name="T11" fmla="*/ 0 60000 65536"/>
              <a:gd name="T12" fmla="*/ 0 60000 65536"/>
              <a:gd name="T13" fmla="*/ 0 60000 65536"/>
              <a:gd name="T14" fmla="*/ 0 60000 65536"/>
              <a:gd name="T15" fmla="*/ 0 w 464"/>
              <a:gd name="T16" fmla="*/ 0 h 1259"/>
              <a:gd name="T17" fmla="*/ 464 w 464"/>
              <a:gd name="T18" fmla="*/ 1259 h 1259"/>
            </a:gdLst>
            <a:ahLst/>
            <a:cxnLst>
              <a:cxn ang="T10">
                <a:pos x="T0" y="T1"/>
              </a:cxn>
              <a:cxn ang="T11">
                <a:pos x="T2" y="T3"/>
              </a:cxn>
              <a:cxn ang="T12">
                <a:pos x="T4" y="T5"/>
              </a:cxn>
              <a:cxn ang="T13">
                <a:pos x="T6" y="T7"/>
              </a:cxn>
              <a:cxn ang="T14">
                <a:pos x="T8" y="T9"/>
              </a:cxn>
            </a:cxnLst>
            <a:rect l="T15" t="T16" r="T17" b="T18"/>
            <a:pathLst>
              <a:path w="464" h="1259">
                <a:moveTo>
                  <a:pt x="464" y="1060"/>
                </a:moveTo>
                <a:lnTo>
                  <a:pt x="0" y="0"/>
                </a:lnTo>
                <a:lnTo>
                  <a:pt x="6" y="1258"/>
                </a:lnTo>
                <a:lnTo>
                  <a:pt x="382" y="1259"/>
                </a:lnTo>
                <a:lnTo>
                  <a:pt x="464" y="1060"/>
                </a:lnTo>
                <a:close/>
              </a:path>
            </a:pathLst>
          </a:custGeom>
          <a:gradFill rotWithShape="1">
            <a:gsLst>
              <a:gs pos="0">
                <a:srgbClr val="FFFFFF"/>
              </a:gs>
              <a:gs pos="100000">
                <a:srgbClr val="B2B2B2"/>
              </a:gs>
            </a:gsLst>
            <a:lin ang="0" scaled="1"/>
          </a:gradFill>
          <a:ln w="9525">
            <a:solidFill>
              <a:srgbClr val="DDDDDD"/>
            </a:solidFill>
            <a:round/>
            <a:headEnd/>
            <a:tailEnd/>
          </a:ln>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0" name="Freeform 7">
            <a:extLst>
              <a:ext uri="{FF2B5EF4-FFF2-40B4-BE49-F238E27FC236}">
                <a16:creationId xmlns:a16="http://schemas.microsoft.com/office/drawing/2014/main" id="{ABAB43B4-03FC-2A42-98B9-913DD8EC77B7}"/>
              </a:ext>
            </a:extLst>
          </p:cNvPr>
          <p:cNvSpPr>
            <a:spLocks/>
          </p:cNvSpPr>
          <p:nvPr/>
        </p:nvSpPr>
        <p:spPr bwMode="auto">
          <a:xfrm>
            <a:off x="5167781" y="5395339"/>
            <a:ext cx="1808162" cy="1031875"/>
          </a:xfrm>
          <a:custGeom>
            <a:avLst/>
            <a:gdLst>
              <a:gd name="T0" fmla="*/ 2147483647 w 2135"/>
              <a:gd name="T1" fmla="*/ 2147483647 h 1662"/>
              <a:gd name="T2" fmla="*/ 2147483647 w 2135"/>
              <a:gd name="T3" fmla="*/ 2147483647 h 1662"/>
              <a:gd name="T4" fmla="*/ 2147483647 w 2135"/>
              <a:gd name="T5" fmla="*/ 2147483647 h 1662"/>
              <a:gd name="T6" fmla="*/ 2147483647 w 2135"/>
              <a:gd name="T7" fmla="*/ 2147483647 h 1662"/>
              <a:gd name="T8" fmla="*/ 2147483647 w 2135"/>
              <a:gd name="T9" fmla="*/ 2147483647 h 1662"/>
              <a:gd name="T10" fmla="*/ 2147483647 w 2135"/>
              <a:gd name="T11" fmla="*/ 2147483647 h 1662"/>
              <a:gd name="T12" fmla="*/ 2147483647 w 2135"/>
              <a:gd name="T13" fmla="*/ 2147483647 h 1662"/>
              <a:gd name="T14" fmla="*/ 2147483647 w 2135"/>
              <a:gd name="T15" fmla="*/ 2147483647 h 1662"/>
              <a:gd name="T16" fmla="*/ 2147483647 w 2135"/>
              <a:gd name="T17" fmla="*/ 2147483647 h 1662"/>
              <a:gd name="T18" fmla="*/ 2147483647 w 2135"/>
              <a:gd name="T19" fmla="*/ 2147483647 h 1662"/>
              <a:gd name="T20" fmla="*/ 2147483647 w 2135"/>
              <a:gd name="T21" fmla="*/ 2147483647 h 16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35"/>
              <a:gd name="T34" fmla="*/ 0 h 1662"/>
              <a:gd name="T35" fmla="*/ 2135 w 2135"/>
              <a:gd name="T36" fmla="*/ 1662 h 16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9CDFF9"/>
          </a:solidFill>
          <a:ln>
            <a:noFill/>
          </a:ln>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1" name="Text Box 51">
            <a:extLst>
              <a:ext uri="{FF2B5EF4-FFF2-40B4-BE49-F238E27FC236}">
                <a16:creationId xmlns:a16="http://schemas.microsoft.com/office/drawing/2014/main" id="{66AD3E16-6743-CC4C-9091-25C6B0A95F7F}"/>
              </a:ext>
            </a:extLst>
          </p:cNvPr>
          <p:cNvSpPr txBox="1">
            <a:spLocks noChangeArrowheads="1"/>
          </p:cNvSpPr>
          <p:nvPr/>
        </p:nvSpPr>
        <p:spPr bwMode="auto">
          <a:xfrm>
            <a:off x="5605931" y="5527102"/>
            <a:ext cx="87471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Internet</a:t>
            </a:r>
          </a:p>
        </p:txBody>
      </p:sp>
      <p:sp>
        <p:nvSpPr>
          <p:cNvPr id="72" name="Line 52">
            <a:extLst>
              <a:ext uri="{FF2B5EF4-FFF2-40B4-BE49-F238E27FC236}">
                <a16:creationId xmlns:a16="http://schemas.microsoft.com/office/drawing/2014/main" id="{2374F19B-E4B6-644E-AEE0-FC14C13C0183}"/>
              </a:ext>
            </a:extLst>
          </p:cNvPr>
          <p:cNvSpPr>
            <a:spLocks noChangeShapeType="1"/>
          </p:cNvSpPr>
          <p:nvPr/>
        </p:nvSpPr>
        <p:spPr bwMode="auto">
          <a:xfrm>
            <a:off x="4926481" y="5938264"/>
            <a:ext cx="2211387" cy="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3" name="Text Box 53">
            <a:extLst>
              <a:ext uri="{FF2B5EF4-FFF2-40B4-BE49-F238E27FC236}">
                <a16:creationId xmlns:a16="http://schemas.microsoft.com/office/drawing/2014/main" id="{AD6E6CB7-7739-BE4D-84DA-1BBDF2D16B38}"/>
              </a:ext>
            </a:extLst>
          </p:cNvPr>
          <p:cNvSpPr txBox="1">
            <a:spLocks noChangeArrowheads="1"/>
          </p:cNvSpPr>
          <p:nvPr/>
        </p:nvSpPr>
        <p:spPr bwMode="auto">
          <a:xfrm>
            <a:off x="8947618" y="5163564"/>
            <a:ext cx="1063625"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C00000"/>
                </a:solidFill>
                <a:effectLst/>
                <a:uLnTx/>
                <a:uFillTx/>
                <a:latin typeface="Arial" panose="020B0604020202020204" pitchFamily="34" charset="0"/>
                <a:ea typeface="ＭＳ Ｐゴシック" panose="020B0600070205080204" pitchFamily="34" charset="-128"/>
                <a:cs typeface="+mn-cs"/>
              </a:rPr>
              <a:t>controlled</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C00000"/>
                </a:solidFill>
                <a:effectLst/>
                <a:uLnTx/>
                <a:uFillTx/>
                <a:latin typeface="Arial" panose="020B0604020202020204" pitchFamily="34" charset="0"/>
                <a:ea typeface="ＭＳ Ｐゴシック" panose="020B0600070205080204" pitchFamily="34" charset="-128"/>
                <a:cs typeface="+mn-cs"/>
              </a:rPr>
              <a:t>by OS</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CC0000"/>
              </a:solidFill>
              <a:effectLst/>
              <a:uLnTx/>
              <a:uFillTx/>
              <a:latin typeface="Times New Roman" panose="02020603050405020304" pitchFamily="18" charset="0"/>
              <a:ea typeface="ＭＳ Ｐゴシック" panose="020B0600070205080204" pitchFamily="34" charset="-128"/>
              <a:cs typeface="+mn-cs"/>
            </a:endParaRPr>
          </a:p>
        </p:txBody>
      </p:sp>
      <p:sp>
        <p:nvSpPr>
          <p:cNvPr id="74" name="Text Box 56">
            <a:extLst>
              <a:ext uri="{FF2B5EF4-FFF2-40B4-BE49-F238E27FC236}">
                <a16:creationId xmlns:a16="http://schemas.microsoft.com/office/drawing/2014/main" id="{20BE946D-C7D0-4A45-83B1-1480163BA20F}"/>
              </a:ext>
            </a:extLst>
          </p:cNvPr>
          <p:cNvSpPr txBox="1">
            <a:spLocks noChangeArrowheads="1"/>
          </p:cNvSpPr>
          <p:nvPr/>
        </p:nvSpPr>
        <p:spPr bwMode="auto">
          <a:xfrm>
            <a:off x="8925393" y="4263452"/>
            <a:ext cx="147002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C00000"/>
                </a:solidFill>
                <a:effectLst/>
                <a:uLnTx/>
                <a:uFillTx/>
                <a:latin typeface="Arial" panose="020B0604020202020204" pitchFamily="34" charset="0"/>
                <a:ea typeface="ＭＳ Ｐゴシック" panose="020B0600070205080204" pitchFamily="34" charset="-128"/>
                <a:cs typeface="+mn-cs"/>
              </a:rPr>
              <a:t>controlled by</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C00000"/>
                </a:solidFill>
                <a:effectLst/>
                <a:uLnTx/>
                <a:uFillTx/>
                <a:latin typeface="Arial" panose="020B0604020202020204" pitchFamily="34" charset="0"/>
                <a:ea typeface="ＭＳ Ｐゴシック" panose="020B0600070205080204" pitchFamily="34" charset="-128"/>
                <a:cs typeface="+mn-cs"/>
              </a:rPr>
              <a:t>app developer</a:t>
            </a:r>
          </a:p>
        </p:txBody>
      </p:sp>
      <p:sp>
        <p:nvSpPr>
          <p:cNvPr id="75" name="Freeform 45">
            <a:extLst>
              <a:ext uri="{FF2B5EF4-FFF2-40B4-BE49-F238E27FC236}">
                <a16:creationId xmlns:a16="http://schemas.microsoft.com/office/drawing/2014/main" id="{6780AD31-F16D-1B4A-BC72-926F1B2A7FE8}"/>
              </a:ext>
            </a:extLst>
          </p:cNvPr>
          <p:cNvSpPr>
            <a:spLocks/>
          </p:cNvSpPr>
          <p:nvPr/>
        </p:nvSpPr>
        <p:spPr bwMode="auto">
          <a:xfrm>
            <a:off x="2742081" y="4161852"/>
            <a:ext cx="758825" cy="1997075"/>
          </a:xfrm>
          <a:custGeom>
            <a:avLst/>
            <a:gdLst>
              <a:gd name="T0" fmla="*/ 0 w 478"/>
              <a:gd name="T1" fmla="*/ 2147483647 h 1258"/>
              <a:gd name="T2" fmla="*/ 2147483647 w 478"/>
              <a:gd name="T3" fmla="*/ 0 h 1258"/>
              <a:gd name="T4" fmla="*/ 2147483647 w 478"/>
              <a:gd name="T5" fmla="*/ 2147483647 h 1258"/>
              <a:gd name="T6" fmla="*/ 2147483647 w 478"/>
              <a:gd name="T7" fmla="*/ 2147483647 h 1258"/>
              <a:gd name="T8" fmla="*/ 0 w 478"/>
              <a:gd name="T9" fmla="*/ 2147483647 h 1258"/>
              <a:gd name="T10" fmla="*/ 0 60000 65536"/>
              <a:gd name="T11" fmla="*/ 0 60000 65536"/>
              <a:gd name="T12" fmla="*/ 0 60000 65536"/>
              <a:gd name="T13" fmla="*/ 0 60000 65536"/>
              <a:gd name="T14" fmla="*/ 0 60000 65536"/>
              <a:gd name="T15" fmla="*/ 0 w 478"/>
              <a:gd name="T16" fmla="*/ 0 h 1258"/>
              <a:gd name="T17" fmla="*/ 478 w 478"/>
              <a:gd name="T18" fmla="*/ 1258 h 1258"/>
            </a:gdLst>
            <a:ahLst/>
            <a:cxnLst>
              <a:cxn ang="T10">
                <a:pos x="T0" y="T1"/>
              </a:cxn>
              <a:cxn ang="T11">
                <a:pos x="T2" y="T3"/>
              </a:cxn>
              <a:cxn ang="T12">
                <a:pos x="T4" y="T5"/>
              </a:cxn>
              <a:cxn ang="T13">
                <a:pos x="T6" y="T7"/>
              </a:cxn>
              <a:cxn ang="T14">
                <a:pos x="T8" y="T9"/>
              </a:cxn>
            </a:cxnLst>
            <a:rect l="T15" t="T16" r="T17" b="T18"/>
            <a:pathLst>
              <a:path w="478" h="1258">
                <a:moveTo>
                  <a:pt x="0" y="1040"/>
                </a:moveTo>
                <a:lnTo>
                  <a:pt x="478" y="0"/>
                </a:lnTo>
                <a:lnTo>
                  <a:pt x="472" y="1258"/>
                </a:lnTo>
                <a:lnTo>
                  <a:pt x="41" y="1246"/>
                </a:lnTo>
                <a:lnTo>
                  <a:pt x="0" y="1040"/>
                </a:lnTo>
                <a:close/>
              </a:path>
            </a:pathLst>
          </a:custGeom>
          <a:gradFill rotWithShape="1">
            <a:gsLst>
              <a:gs pos="0">
                <a:srgbClr val="FFFFFF"/>
              </a:gs>
              <a:gs pos="100000">
                <a:srgbClr val="B2B2B2"/>
              </a:gs>
            </a:gsLst>
            <a:lin ang="0" scaled="1"/>
          </a:gradFill>
          <a:ln w="9525">
            <a:solidFill>
              <a:srgbClr val="DDDDDD"/>
            </a:solidFill>
            <a:round/>
            <a:headEnd/>
            <a:tailEnd/>
          </a:ln>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6" name="Rectangle 23">
            <a:extLst>
              <a:ext uri="{FF2B5EF4-FFF2-40B4-BE49-F238E27FC236}">
                <a16:creationId xmlns:a16="http://schemas.microsoft.com/office/drawing/2014/main" id="{F7C1C383-CE46-7C44-B7F2-94606E877EF3}"/>
              </a:ext>
            </a:extLst>
          </p:cNvPr>
          <p:cNvSpPr>
            <a:spLocks noChangeArrowheads="1"/>
          </p:cNvSpPr>
          <p:nvPr/>
        </p:nvSpPr>
        <p:spPr bwMode="auto">
          <a:xfrm>
            <a:off x="3545356" y="4117402"/>
            <a:ext cx="1296987" cy="1981200"/>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7" name="Rectangle 24">
            <a:extLst>
              <a:ext uri="{FF2B5EF4-FFF2-40B4-BE49-F238E27FC236}">
                <a16:creationId xmlns:a16="http://schemas.microsoft.com/office/drawing/2014/main" id="{FD8D123C-B8FD-A64F-9AD3-86943A5D550B}"/>
              </a:ext>
            </a:extLst>
          </p:cNvPr>
          <p:cNvSpPr>
            <a:spLocks noChangeArrowheads="1"/>
          </p:cNvSpPr>
          <p:nvPr/>
        </p:nvSpPr>
        <p:spPr bwMode="auto">
          <a:xfrm>
            <a:off x="3507256" y="4171377"/>
            <a:ext cx="1273175" cy="1979612"/>
          </a:xfrm>
          <a:prstGeom prst="rect">
            <a:avLst/>
          </a:prstGeom>
          <a:solidFill>
            <a:srgbClr val="FFFFFF"/>
          </a:solidFill>
          <a:ln w="2857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8" name="Line 25">
            <a:extLst>
              <a:ext uri="{FF2B5EF4-FFF2-40B4-BE49-F238E27FC236}">
                <a16:creationId xmlns:a16="http://schemas.microsoft.com/office/drawing/2014/main" id="{A30BEE8C-0165-984E-888C-91DC647B6A97}"/>
              </a:ext>
            </a:extLst>
          </p:cNvPr>
          <p:cNvSpPr>
            <a:spLocks noChangeShapeType="1"/>
          </p:cNvSpPr>
          <p:nvPr/>
        </p:nvSpPr>
        <p:spPr bwMode="auto">
          <a:xfrm>
            <a:off x="3516781" y="4931789"/>
            <a:ext cx="1263650" cy="317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9" name="Text Box 26">
            <a:extLst>
              <a:ext uri="{FF2B5EF4-FFF2-40B4-BE49-F238E27FC236}">
                <a16:creationId xmlns:a16="http://schemas.microsoft.com/office/drawing/2014/main" id="{4E5CE7E7-BE20-B242-B8AA-2C5D479929F4}"/>
              </a:ext>
            </a:extLst>
          </p:cNvPr>
          <p:cNvSpPr txBox="1">
            <a:spLocks noChangeArrowheads="1"/>
          </p:cNvSpPr>
          <p:nvPr/>
        </p:nvSpPr>
        <p:spPr bwMode="auto">
          <a:xfrm>
            <a:off x="3473918" y="4914327"/>
            <a:ext cx="1317625" cy="32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969696"/>
                </a:solidFill>
                <a:effectLst/>
                <a:uLnTx/>
                <a:uFillTx/>
                <a:latin typeface="Tahoma" panose="020B0604030504040204" pitchFamily="34" charset="0"/>
                <a:ea typeface="ＭＳ Ｐゴシック" panose="020B0600070205080204" pitchFamily="34" charset="-128"/>
                <a:cs typeface="+mn-cs"/>
              </a:rPr>
              <a:t>transport</a:t>
            </a:r>
          </a:p>
        </p:txBody>
      </p:sp>
      <p:sp>
        <p:nvSpPr>
          <p:cNvPr id="80" name="Line 27">
            <a:extLst>
              <a:ext uri="{FF2B5EF4-FFF2-40B4-BE49-F238E27FC236}">
                <a16:creationId xmlns:a16="http://schemas.microsoft.com/office/drawing/2014/main" id="{9AB6E7C8-3093-D94D-9D3B-10F5749B7340}"/>
              </a:ext>
            </a:extLst>
          </p:cNvPr>
          <p:cNvSpPr>
            <a:spLocks noChangeShapeType="1"/>
          </p:cNvSpPr>
          <p:nvPr/>
        </p:nvSpPr>
        <p:spPr bwMode="auto">
          <a:xfrm>
            <a:off x="3524718" y="5252464"/>
            <a:ext cx="1263650" cy="317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1" name="Line 28">
            <a:extLst>
              <a:ext uri="{FF2B5EF4-FFF2-40B4-BE49-F238E27FC236}">
                <a16:creationId xmlns:a16="http://schemas.microsoft.com/office/drawing/2014/main" id="{2F4C67B7-677F-C84F-B3B7-01AAFB2AD3B3}"/>
              </a:ext>
            </a:extLst>
          </p:cNvPr>
          <p:cNvSpPr>
            <a:spLocks noChangeShapeType="1"/>
          </p:cNvSpPr>
          <p:nvPr/>
        </p:nvSpPr>
        <p:spPr bwMode="auto">
          <a:xfrm>
            <a:off x="3510431" y="5562027"/>
            <a:ext cx="1263650" cy="317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2" name="Line 29">
            <a:extLst>
              <a:ext uri="{FF2B5EF4-FFF2-40B4-BE49-F238E27FC236}">
                <a16:creationId xmlns:a16="http://schemas.microsoft.com/office/drawing/2014/main" id="{3E1AB729-CEED-FF4B-AB94-DA2863E62F5F}"/>
              </a:ext>
            </a:extLst>
          </p:cNvPr>
          <p:cNvSpPr>
            <a:spLocks noChangeShapeType="1"/>
          </p:cNvSpPr>
          <p:nvPr/>
        </p:nvSpPr>
        <p:spPr bwMode="auto">
          <a:xfrm>
            <a:off x="3510431" y="5847777"/>
            <a:ext cx="1263650" cy="317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3" name="Text Box 26">
            <a:extLst>
              <a:ext uri="{FF2B5EF4-FFF2-40B4-BE49-F238E27FC236}">
                <a16:creationId xmlns:a16="http://schemas.microsoft.com/office/drawing/2014/main" id="{B3BC3B01-336B-B648-9417-1795AE45E555}"/>
              </a:ext>
            </a:extLst>
          </p:cNvPr>
          <p:cNvSpPr txBox="1">
            <a:spLocks noChangeArrowheads="1"/>
          </p:cNvSpPr>
          <p:nvPr/>
        </p:nvSpPr>
        <p:spPr bwMode="auto">
          <a:xfrm>
            <a:off x="3508843" y="4161852"/>
            <a:ext cx="1317625" cy="32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sp>
        <p:nvSpPr>
          <p:cNvPr id="84" name="Text Box 26">
            <a:extLst>
              <a:ext uri="{FF2B5EF4-FFF2-40B4-BE49-F238E27FC236}">
                <a16:creationId xmlns:a16="http://schemas.microsoft.com/office/drawing/2014/main" id="{DC97EC39-5ADE-8D46-9FEE-DBDD51FDB394}"/>
              </a:ext>
            </a:extLst>
          </p:cNvPr>
          <p:cNvSpPr txBox="1">
            <a:spLocks noChangeArrowheads="1"/>
          </p:cNvSpPr>
          <p:nvPr/>
        </p:nvSpPr>
        <p:spPr bwMode="auto">
          <a:xfrm>
            <a:off x="3464393" y="5819202"/>
            <a:ext cx="1317625" cy="32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969696"/>
                </a:solidFill>
                <a:effectLst/>
                <a:uLnTx/>
                <a:uFillTx/>
                <a:latin typeface="Tahoma" panose="020B0604030504040204" pitchFamily="34" charset="0"/>
                <a:ea typeface="ＭＳ Ｐゴシック" panose="020B0600070205080204" pitchFamily="34" charset="-128"/>
                <a:cs typeface="+mn-cs"/>
              </a:rPr>
              <a:t>physical</a:t>
            </a:r>
          </a:p>
        </p:txBody>
      </p:sp>
      <p:sp>
        <p:nvSpPr>
          <p:cNvPr id="85" name="Text Box 26">
            <a:extLst>
              <a:ext uri="{FF2B5EF4-FFF2-40B4-BE49-F238E27FC236}">
                <a16:creationId xmlns:a16="http://schemas.microsoft.com/office/drawing/2014/main" id="{8C832346-4F39-4844-8091-F736554D8A35}"/>
              </a:ext>
            </a:extLst>
          </p:cNvPr>
          <p:cNvSpPr txBox="1">
            <a:spLocks noChangeArrowheads="1"/>
          </p:cNvSpPr>
          <p:nvPr/>
        </p:nvSpPr>
        <p:spPr bwMode="auto">
          <a:xfrm>
            <a:off x="3483443" y="5533452"/>
            <a:ext cx="1317625" cy="32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969696"/>
                </a:solidFill>
                <a:effectLst/>
                <a:uLnTx/>
                <a:uFillTx/>
                <a:latin typeface="Tahoma" panose="020B0604030504040204" pitchFamily="34" charset="0"/>
                <a:ea typeface="ＭＳ Ｐゴシック" panose="020B0600070205080204" pitchFamily="34" charset="-128"/>
                <a:cs typeface="+mn-cs"/>
              </a:rPr>
              <a:t>link</a:t>
            </a:r>
          </a:p>
        </p:txBody>
      </p:sp>
      <p:sp>
        <p:nvSpPr>
          <p:cNvPr id="86" name="Text Box 26">
            <a:extLst>
              <a:ext uri="{FF2B5EF4-FFF2-40B4-BE49-F238E27FC236}">
                <a16:creationId xmlns:a16="http://schemas.microsoft.com/office/drawing/2014/main" id="{68FADC82-2C08-DB43-951D-4FB06FD5E788}"/>
              </a:ext>
            </a:extLst>
          </p:cNvPr>
          <p:cNvSpPr txBox="1">
            <a:spLocks noChangeArrowheads="1"/>
          </p:cNvSpPr>
          <p:nvPr/>
        </p:nvSpPr>
        <p:spPr bwMode="auto">
          <a:xfrm>
            <a:off x="3473918" y="5238177"/>
            <a:ext cx="1317625" cy="32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969696"/>
                </a:solidFill>
                <a:effectLst/>
                <a:uLnTx/>
                <a:uFillTx/>
                <a:latin typeface="Tahoma" panose="020B0604030504040204" pitchFamily="34" charset="0"/>
                <a:ea typeface="ＭＳ Ｐゴシック" panose="020B0600070205080204" pitchFamily="34" charset="-128"/>
                <a:cs typeface="+mn-cs"/>
              </a:rPr>
              <a:t>network</a:t>
            </a:r>
          </a:p>
        </p:txBody>
      </p:sp>
      <p:sp>
        <p:nvSpPr>
          <p:cNvPr id="87" name="Oval 57">
            <a:extLst>
              <a:ext uri="{FF2B5EF4-FFF2-40B4-BE49-F238E27FC236}">
                <a16:creationId xmlns:a16="http://schemas.microsoft.com/office/drawing/2014/main" id="{FBC4E611-49B5-5546-8E93-C03CEF4C030E}"/>
              </a:ext>
            </a:extLst>
          </p:cNvPr>
          <p:cNvSpPr>
            <a:spLocks noChangeArrowheads="1"/>
          </p:cNvSpPr>
          <p:nvPr/>
        </p:nvSpPr>
        <p:spPr bwMode="auto">
          <a:xfrm>
            <a:off x="3642193" y="4436489"/>
            <a:ext cx="990600" cy="304800"/>
          </a:xfrm>
          <a:prstGeom prst="ellipse">
            <a:avLst/>
          </a:prstGeom>
          <a:solidFill>
            <a:srgbClr val="CCFFFF"/>
          </a:soli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process</a:t>
            </a:r>
          </a:p>
        </p:txBody>
      </p:sp>
      <p:grpSp>
        <p:nvGrpSpPr>
          <p:cNvPr id="88" name="Group 58">
            <a:extLst>
              <a:ext uri="{FF2B5EF4-FFF2-40B4-BE49-F238E27FC236}">
                <a16:creationId xmlns:a16="http://schemas.microsoft.com/office/drawing/2014/main" id="{BDB7A80F-EA2D-2740-83B7-DE5AFE13D157}"/>
              </a:ext>
            </a:extLst>
          </p:cNvPr>
          <p:cNvGrpSpPr>
            <a:grpSpLocks/>
          </p:cNvGrpSpPr>
          <p:nvPr/>
        </p:nvGrpSpPr>
        <p:grpSpPr bwMode="auto">
          <a:xfrm>
            <a:off x="3889843" y="4796852"/>
            <a:ext cx="546100" cy="225425"/>
            <a:chOff x="1287" y="2524"/>
            <a:chExt cx="260" cy="100"/>
          </a:xfrm>
        </p:grpSpPr>
        <p:sp>
          <p:nvSpPr>
            <p:cNvPr id="89" name="Rectangle 59">
              <a:extLst>
                <a:ext uri="{FF2B5EF4-FFF2-40B4-BE49-F238E27FC236}">
                  <a16:creationId xmlns:a16="http://schemas.microsoft.com/office/drawing/2014/main" id="{DE66C40C-3B9D-EF46-85B9-52614CA50C61}"/>
                </a:ext>
              </a:extLst>
            </p:cNvPr>
            <p:cNvSpPr>
              <a:spLocks noChangeArrowheads="1"/>
            </p:cNvSpPr>
            <p:nvPr/>
          </p:nvSpPr>
          <p:spPr bwMode="auto">
            <a:xfrm>
              <a:off x="1287" y="2524"/>
              <a:ext cx="260" cy="100"/>
            </a:xfrm>
            <a:prstGeom prst="rect">
              <a:avLst/>
            </a:prstGeom>
            <a:solidFill>
              <a:srgbClr val="C96B72"/>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 name="Rectangle 60">
              <a:extLst>
                <a:ext uri="{FF2B5EF4-FFF2-40B4-BE49-F238E27FC236}">
                  <a16:creationId xmlns:a16="http://schemas.microsoft.com/office/drawing/2014/main" id="{BB035EC9-3E84-A147-B1F1-334CDBA3D785}"/>
                </a:ext>
              </a:extLst>
            </p:cNvPr>
            <p:cNvSpPr>
              <a:spLocks noChangeArrowheads="1"/>
            </p:cNvSpPr>
            <p:nvPr/>
          </p:nvSpPr>
          <p:spPr bwMode="auto">
            <a:xfrm>
              <a:off x="1338" y="2537"/>
              <a:ext cx="156" cy="76"/>
            </a:xfrm>
            <a:prstGeom prst="rect">
              <a:avLst/>
            </a:prstGeom>
            <a:solidFill>
              <a:srgbClr val="FFFFFF"/>
            </a:solidFill>
            <a:ln w="9525">
              <a:no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 name="Rectangle 61">
              <a:extLst>
                <a:ext uri="{FF2B5EF4-FFF2-40B4-BE49-F238E27FC236}">
                  <a16:creationId xmlns:a16="http://schemas.microsoft.com/office/drawing/2014/main" id="{A4F869EE-C3F1-524C-9E52-D9CF58C69BA9}"/>
                </a:ext>
              </a:extLst>
            </p:cNvPr>
            <p:cNvSpPr>
              <a:spLocks noChangeArrowheads="1"/>
            </p:cNvSpPr>
            <p:nvPr/>
          </p:nvSpPr>
          <p:spPr bwMode="auto">
            <a:xfrm>
              <a:off x="1503" y="2582"/>
              <a:ext cx="27" cy="27"/>
            </a:xfrm>
            <a:prstGeom prst="rect">
              <a:avLst/>
            </a:prstGeom>
            <a:solidFill>
              <a:srgbClr val="C00000"/>
            </a:solidFill>
            <a:ln w="9525">
              <a:no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2" name="Rectangle 62">
              <a:extLst>
                <a:ext uri="{FF2B5EF4-FFF2-40B4-BE49-F238E27FC236}">
                  <a16:creationId xmlns:a16="http://schemas.microsoft.com/office/drawing/2014/main" id="{58E3BF21-8802-5F4C-9E24-B71F07259B07}"/>
                </a:ext>
              </a:extLst>
            </p:cNvPr>
            <p:cNvSpPr>
              <a:spLocks noChangeArrowheads="1"/>
            </p:cNvSpPr>
            <p:nvPr/>
          </p:nvSpPr>
          <p:spPr bwMode="auto">
            <a:xfrm>
              <a:off x="1298" y="2583"/>
              <a:ext cx="26" cy="27"/>
            </a:xfrm>
            <a:prstGeom prst="rect">
              <a:avLst/>
            </a:prstGeom>
            <a:solidFill>
              <a:srgbClr val="C00000"/>
            </a:solidFill>
            <a:ln w="9525">
              <a:no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93" name="Rectangle 23">
            <a:extLst>
              <a:ext uri="{FF2B5EF4-FFF2-40B4-BE49-F238E27FC236}">
                <a16:creationId xmlns:a16="http://schemas.microsoft.com/office/drawing/2014/main" id="{EA6D85FB-86B2-B745-ADFD-3765EC14F8AD}"/>
              </a:ext>
            </a:extLst>
          </p:cNvPr>
          <p:cNvSpPr>
            <a:spLocks noChangeArrowheads="1"/>
          </p:cNvSpPr>
          <p:nvPr/>
        </p:nvSpPr>
        <p:spPr bwMode="auto">
          <a:xfrm>
            <a:off x="7207718" y="4088827"/>
            <a:ext cx="1296988" cy="1981200"/>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94" name="Rectangle 24">
            <a:extLst>
              <a:ext uri="{FF2B5EF4-FFF2-40B4-BE49-F238E27FC236}">
                <a16:creationId xmlns:a16="http://schemas.microsoft.com/office/drawing/2014/main" id="{A1355835-1546-1740-B9B8-CC9141EB37F1}"/>
              </a:ext>
            </a:extLst>
          </p:cNvPr>
          <p:cNvSpPr>
            <a:spLocks noChangeArrowheads="1"/>
          </p:cNvSpPr>
          <p:nvPr/>
        </p:nvSpPr>
        <p:spPr bwMode="auto">
          <a:xfrm>
            <a:off x="7169618" y="4142802"/>
            <a:ext cx="1273175" cy="1979612"/>
          </a:xfrm>
          <a:prstGeom prst="rect">
            <a:avLst/>
          </a:prstGeom>
          <a:solidFill>
            <a:srgbClr val="FFFFFF"/>
          </a:solidFill>
          <a:ln w="2857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95" name="Line 25">
            <a:extLst>
              <a:ext uri="{FF2B5EF4-FFF2-40B4-BE49-F238E27FC236}">
                <a16:creationId xmlns:a16="http://schemas.microsoft.com/office/drawing/2014/main" id="{22344C4F-F96A-944B-9A5E-6962A9AC2F9D}"/>
              </a:ext>
            </a:extLst>
          </p:cNvPr>
          <p:cNvSpPr>
            <a:spLocks noChangeShapeType="1"/>
          </p:cNvSpPr>
          <p:nvPr/>
        </p:nvSpPr>
        <p:spPr bwMode="auto">
          <a:xfrm>
            <a:off x="7179143" y="4903214"/>
            <a:ext cx="1263650" cy="317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6" name="Text Box 26">
            <a:extLst>
              <a:ext uri="{FF2B5EF4-FFF2-40B4-BE49-F238E27FC236}">
                <a16:creationId xmlns:a16="http://schemas.microsoft.com/office/drawing/2014/main" id="{93E8ABA8-42C2-C44C-8972-76E2C7AD813D}"/>
              </a:ext>
            </a:extLst>
          </p:cNvPr>
          <p:cNvSpPr txBox="1">
            <a:spLocks noChangeArrowheads="1"/>
          </p:cNvSpPr>
          <p:nvPr/>
        </p:nvSpPr>
        <p:spPr bwMode="auto">
          <a:xfrm>
            <a:off x="7136281" y="4885752"/>
            <a:ext cx="1317625" cy="32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969696"/>
                </a:solidFill>
                <a:effectLst/>
                <a:uLnTx/>
                <a:uFillTx/>
                <a:latin typeface="Tahoma" panose="020B0604030504040204" pitchFamily="34" charset="0"/>
                <a:ea typeface="ＭＳ Ｐゴシック" panose="020B0600070205080204" pitchFamily="34" charset="-128"/>
                <a:cs typeface="+mn-cs"/>
              </a:rPr>
              <a:t>transport</a:t>
            </a:r>
          </a:p>
        </p:txBody>
      </p:sp>
      <p:sp>
        <p:nvSpPr>
          <p:cNvPr id="97" name="Line 27">
            <a:extLst>
              <a:ext uri="{FF2B5EF4-FFF2-40B4-BE49-F238E27FC236}">
                <a16:creationId xmlns:a16="http://schemas.microsoft.com/office/drawing/2014/main" id="{4C22E15D-78C1-E143-93B3-4A31B8A2541D}"/>
              </a:ext>
            </a:extLst>
          </p:cNvPr>
          <p:cNvSpPr>
            <a:spLocks noChangeShapeType="1"/>
          </p:cNvSpPr>
          <p:nvPr/>
        </p:nvSpPr>
        <p:spPr bwMode="auto">
          <a:xfrm>
            <a:off x="7187081" y="5223889"/>
            <a:ext cx="1263650" cy="317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 name="Line 28">
            <a:extLst>
              <a:ext uri="{FF2B5EF4-FFF2-40B4-BE49-F238E27FC236}">
                <a16:creationId xmlns:a16="http://schemas.microsoft.com/office/drawing/2014/main" id="{5648F986-3546-E545-A6F7-3CF9C2DDADF0}"/>
              </a:ext>
            </a:extLst>
          </p:cNvPr>
          <p:cNvSpPr>
            <a:spLocks noChangeShapeType="1"/>
          </p:cNvSpPr>
          <p:nvPr/>
        </p:nvSpPr>
        <p:spPr bwMode="auto">
          <a:xfrm>
            <a:off x="7172793" y="5533452"/>
            <a:ext cx="1263650" cy="317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9" name="Line 29">
            <a:extLst>
              <a:ext uri="{FF2B5EF4-FFF2-40B4-BE49-F238E27FC236}">
                <a16:creationId xmlns:a16="http://schemas.microsoft.com/office/drawing/2014/main" id="{55B6D46E-D326-D64F-A181-AB7274FEB64E}"/>
              </a:ext>
            </a:extLst>
          </p:cNvPr>
          <p:cNvSpPr>
            <a:spLocks noChangeShapeType="1"/>
          </p:cNvSpPr>
          <p:nvPr/>
        </p:nvSpPr>
        <p:spPr bwMode="auto">
          <a:xfrm>
            <a:off x="7172793" y="5819202"/>
            <a:ext cx="1263650" cy="317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0" name="Text Box 26">
            <a:extLst>
              <a:ext uri="{FF2B5EF4-FFF2-40B4-BE49-F238E27FC236}">
                <a16:creationId xmlns:a16="http://schemas.microsoft.com/office/drawing/2014/main" id="{704444CB-075A-0948-9F82-6F49A25E3EAD}"/>
              </a:ext>
            </a:extLst>
          </p:cNvPr>
          <p:cNvSpPr txBox="1">
            <a:spLocks noChangeArrowheads="1"/>
          </p:cNvSpPr>
          <p:nvPr/>
        </p:nvSpPr>
        <p:spPr bwMode="auto">
          <a:xfrm>
            <a:off x="7171206" y="4133277"/>
            <a:ext cx="1317625" cy="32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sp>
        <p:nvSpPr>
          <p:cNvPr id="101" name="Text Box 26">
            <a:extLst>
              <a:ext uri="{FF2B5EF4-FFF2-40B4-BE49-F238E27FC236}">
                <a16:creationId xmlns:a16="http://schemas.microsoft.com/office/drawing/2014/main" id="{40B8469F-1FF4-FE40-9A71-D5EC33D37348}"/>
              </a:ext>
            </a:extLst>
          </p:cNvPr>
          <p:cNvSpPr txBox="1">
            <a:spLocks noChangeArrowheads="1"/>
          </p:cNvSpPr>
          <p:nvPr/>
        </p:nvSpPr>
        <p:spPr bwMode="auto">
          <a:xfrm>
            <a:off x="7126756" y="5790627"/>
            <a:ext cx="1317625" cy="32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969696"/>
                </a:solidFill>
                <a:effectLst/>
                <a:uLnTx/>
                <a:uFillTx/>
                <a:latin typeface="Tahoma" panose="020B0604030504040204" pitchFamily="34" charset="0"/>
                <a:ea typeface="ＭＳ Ｐゴシック" panose="020B0600070205080204" pitchFamily="34" charset="-128"/>
                <a:cs typeface="+mn-cs"/>
              </a:rPr>
              <a:t>physical</a:t>
            </a:r>
          </a:p>
        </p:txBody>
      </p:sp>
      <p:sp>
        <p:nvSpPr>
          <p:cNvPr id="102" name="Text Box 26">
            <a:extLst>
              <a:ext uri="{FF2B5EF4-FFF2-40B4-BE49-F238E27FC236}">
                <a16:creationId xmlns:a16="http://schemas.microsoft.com/office/drawing/2014/main" id="{713E03C4-58F2-5D42-92BD-0578A2D33BD2}"/>
              </a:ext>
            </a:extLst>
          </p:cNvPr>
          <p:cNvSpPr txBox="1">
            <a:spLocks noChangeArrowheads="1"/>
          </p:cNvSpPr>
          <p:nvPr/>
        </p:nvSpPr>
        <p:spPr bwMode="auto">
          <a:xfrm>
            <a:off x="7145806" y="5504877"/>
            <a:ext cx="1317625" cy="32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969696"/>
                </a:solidFill>
                <a:effectLst/>
                <a:uLnTx/>
                <a:uFillTx/>
                <a:latin typeface="Tahoma" panose="020B0604030504040204" pitchFamily="34" charset="0"/>
                <a:ea typeface="ＭＳ Ｐゴシック" panose="020B0600070205080204" pitchFamily="34" charset="-128"/>
                <a:cs typeface="+mn-cs"/>
              </a:rPr>
              <a:t>link</a:t>
            </a:r>
          </a:p>
        </p:txBody>
      </p:sp>
      <p:sp>
        <p:nvSpPr>
          <p:cNvPr id="103" name="Text Box 26">
            <a:extLst>
              <a:ext uri="{FF2B5EF4-FFF2-40B4-BE49-F238E27FC236}">
                <a16:creationId xmlns:a16="http://schemas.microsoft.com/office/drawing/2014/main" id="{76001FF3-4EB3-9E44-B006-298749345144}"/>
              </a:ext>
            </a:extLst>
          </p:cNvPr>
          <p:cNvSpPr txBox="1">
            <a:spLocks noChangeArrowheads="1"/>
          </p:cNvSpPr>
          <p:nvPr/>
        </p:nvSpPr>
        <p:spPr bwMode="auto">
          <a:xfrm>
            <a:off x="7136281" y="5209602"/>
            <a:ext cx="1317625" cy="32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969696"/>
                </a:solidFill>
                <a:effectLst/>
                <a:uLnTx/>
                <a:uFillTx/>
                <a:latin typeface="Tahoma" panose="020B0604030504040204" pitchFamily="34" charset="0"/>
                <a:ea typeface="ＭＳ Ｐゴシック" panose="020B0600070205080204" pitchFamily="34" charset="-128"/>
                <a:cs typeface="+mn-cs"/>
              </a:rPr>
              <a:t>network</a:t>
            </a:r>
          </a:p>
        </p:txBody>
      </p:sp>
      <p:sp>
        <p:nvSpPr>
          <p:cNvPr id="104" name="Oval 78">
            <a:extLst>
              <a:ext uri="{FF2B5EF4-FFF2-40B4-BE49-F238E27FC236}">
                <a16:creationId xmlns:a16="http://schemas.microsoft.com/office/drawing/2014/main" id="{8A13F36B-8768-0745-9E90-83E8FC5EE560}"/>
              </a:ext>
            </a:extLst>
          </p:cNvPr>
          <p:cNvSpPr>
            <a:spLocks noChangeArrowheads="1"/>
          </p:cNvSpPr>
          <p:nvPr/>
        </p:nvSpPr>
        <p:spPr bwMode="auto">
          <a:xfrm>
            <a:off x="7304556" y="4407914"/>
            <a:ext cx="990600" cy="304800"/>
          </a:xfrm>
          <a:prstGeom prst="ellipse">
            <a:avLst/>
          </a:prstGeom>
          <a:solidFill>
            <a:srgbClr val="CCFFFF"/>
          </a:soli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process</a:t>
            </a:r>
          </a:p>
        </p:txBody>
      </p:sp>
      <p:grpSp>
        <p:nvGrpSpPr>
          <p:cNvPr id="105" name="Group 79">
            <a:extLst>
              <a:ext uri="{FF2B5EF4-FFF2-40B4-BE49-F238E27FC236}">
                <a16:creationId xmlns:a16="http://schemas.microsoft.com/office/drawing/2014/main" id="{535443B2-390F-4D43-AFF5-FF5F8E34F3A9}"/>
              </a:ext>
            </a:extLst>
          </p:cNvPr>
          <p:cNvGrpSpPr>
            <a:grpSpLocks/>
          </p:cNvGrpSpPr>
          <p:nvPr/>
        </p:nvGrpSpPr>
        <p:grpSpPr bwMode="auto">
          <a:xfrm>
            <a:off x="7552206" y="4768277"/>
            <a:ext cx="546100" cy="225425"/>
            <a:chOff x="1287" y="2524"/>
            <a:chExt cx="260" cy="100"/>
          </a:xfrm>
        </p:grpSpPr>
        <p:sp>
          <p:nvSpPr>
            <p:cNvPr id="106" name="Rectangle 80">
              <a:extLst>
                <a:ext uri="{FF2B5EF4-FFF2-40B4-BE49-F238E27FC236}">
                  <a16:creationId xmlns:a16="http://schemas.microsoft.com/office/drawing/2014/main" id="{160B4F41-7E38-6E47-B7F6-C6AA76DC2EAA}"/>
                </a:ext>
              </a:extLst>
            </p:cNvPr>
            <p:cNvSpPr>
              <a:spLocks noChangeArrowheads="1"/>
            </p:cNvSpPr>
            <p:nvPr/>
          </p:nvSpPr>
          <p:spPr bwMode="auto">
            <a:xfrm>
              <a:off x="1287" y="2524"/>
              <a:ext cx="260" cy="100"/>
            </a:xfrm>
            <a:prstGeom prst="rect">
              <a:avLst/>
            </a:prstGeom>
            <a:solidFill>
              <a:srgbClr val="C96B72"/>
            </a:solidFill>
            <a:ln w="9525">
              <a:no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7" name="Rectangle 81">
              <a:extLst>
                <a:ext uri="{FF2B5EF4-FFF2-40B4-BE49-F238E27FC236}">
                  <a16:creationId xmlns:a16="http://schemas.microsoft.com/office/drawing/2014/main" id="{28B3876F-4677-0D4D-AF89-6E06B2B3CD7D}"/>
                </a:ext>
              </a:extLst>
            </p:cNvPr>
            <p:cNvSpPr>
              <a:spLocks noChangeArrowheads="1"/>
            </p:cNvSpPr>
            <p:nvPr/>
          </p:nvSpPr>
          <p:spPr bwMode="auto">
            <a:xfrm>
              <a:off x="1338" y="2537"/>
              <a:ext cx="156" cy="76"/>
            </a:xfrm>
            <a:prstGeom prst="rect">
              <a:avLst/>
            </a:prstGeom>
            <a:solidFill>
              <a:srgbClr val="FFFFFF"/>
            </a:solidFill>
            <a:ln w="9525">
              <a:no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8" name="Rectangle 82">
              <a:extLst>
                <a:ext uri="{FF2B5EF4-FFF2-40B4-BE49-F238E27FC236}">
                  <a16:creationId xmlns:a16="http://schemas.microsoft.com/office/drawing/2014/main" id="{51611D2E-921B-804E-9775-6922F75F41D7}"/>
                </a:ext>
              </a:extLst>
            </p:cNvPr>
            <p:cNvSpPr>
              <a:spLocks noChangeArrowheads="1"/>
            </p:cNvSpPr>
            <p:nvPr/>
          </p:nvSpPr>
          <p:spPr bwMode="auto">
            <a:xfrm>
              <a:off x="1503" y="2582"/>
              <a:ext cx="27" cy="27"/>
            </a:xfrm>
            <a:prstGeom prst="rect">
              <a:avLst/>
            </a:prstGeom>
            <a:solidFill>
              <a:srgbClr val="C00000"/>
            </a:solidFill>
            <a:ln w="9525">
              <a:no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9" name="Rectangle 83">
              <a:extLst>
                <a:ext uri="{FF2B5EF4-FFF2-40B4-BE49-F238E27FC236}">
                  <a16:creationId xmlns:a16="http://schemas.microsoft.com/office/drawing/2014/main" id="{CBFB6CF2-1A50-F741-BAE7-97F8AF134DB5}"/>
                </a:ext>
              </a:extLst>
            </p:cNvPr>
            <p:cNvSpPr>
              <a:spLocks noChangeArrowheads="1"/>
            </p:cNvSpPr>
            <p:nvPr/>
          </p:nvSpPr>
          <p:spPr bwMode="auto">
            <a:xfrm>
              <a:off x="1298" y="2583"/>
              <a:ext cx="26" cy="27"/>
            </a:xfrm>
            <a:prstGeom prst="rect">
              <a:avLst/>
            </a:prstGeom>
            <a:solidFill>
              <a:srgbClr val="C00000"/>
            </a:solidFill>
            <a:ln w="9525">
              <a:no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110" name="Line 88">
            <a:extLst>
              <a:ext uri="{FF2B5EF4-FFF2-40B4-BE49-F238E27FC236}">
                <a16:creationId xmlns:a16="http://schemas.microsoft.com/office/drawing/2014/main" id="{EAAA0F7C-765D-CD49-B290-164DB9D3A19B}"/>
              </a:ext>
            </a:extLst>
          </p:cNvPr>
          <p:cNvSpPr>
            <a:spLocks noChangeShapeType="1"/>
          </p:cNvSpPr>
          <p:nvPr/>
        </p:nvSpPr>
        <p:spPr bwMode="auto">
          <a:xfrm flipH="1">
            <a:off x="8361831" y="4539677"/>
            <a:ext cx="609600" cy="0"/>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1" name="Line 89">
            <a:extLst>
              <a:ext uri="{FF2B5EF4-FFF2-40B4-BE49-F238E27FC236}">
                <a16:creationId xmlns:a16="http://schemas.microsoft.com/office/drawing/2014/main" id="{D2CD81D4-6282-5749-AF3E-B0E55816CDA4}"/>
              </a:ext>
            </a:extLst>
          </p:cNvPr>
          <p:cNvSpPr>
            <a:spLocks noChangeShapeType="1"/>
          </p:cNvSpPr>
          <p:nvPr/>
        </p:nvSpPr>
        <p:spPr bwMode="auto">
          <a:xfrm>
            <a:off x="8587256" y="4965127"/>
            <a:ext cx="0" cy="1022350"/>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2" name="Line 90">
            <a:extLst>
              <a:ext uri="{FF2B5EF4-FFF2-40B4-BE49-F238E27FC236}">
                <a16:creationId xmlns:a16="http://schemas.microsoft.com/office/drawing/2014/main" id="{86899CB5-FD7D-A644-9755-2DA9E5F4AA77}"/>
              </a:ext>
            </a:extLst>
          </p:cNvPr>
          <p:cNvSpPr>
            <a:spLocks noChangeShapeType="1"/>
          </p:cNvSpPr>
          <p:nvPr/>
        </p:nvSpPr>
        <p:spPr bwMode="auto">
          <a:xfrm flipH="1">
            <a:off x="8611068" y="5465189"/>
            <a:ext cx="609600" cy="0"/>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3" name="Text Box 56">
            <a:extLst>
              <a:ext uri="{FF2B5EF4-FFF2-40B4-BE49-F238E27FC236}">
                <a16:creationId xmlns:a16="http://schemas.microsoft.com/office/drawing/2014/main" id="{2CFC877C-1B09-8849-95D0-2EBA259C9E78}"/>
              </a:ext>
            </a:extLst>
          </p:cNvPr>
          <p:cNvSpPr txBox="1">
            <a:spLocks noChangeArrowheads="1"/>
          </p:cNvSpPr>
          <p:nvPr/>
        </p:nvSpPr>
        <p:spPr bwMode="auto">
          <a:xfrm>
            <a:off x="5524968" y="4220589"/>
            <a:ext cx="9175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altLang="en-US" sz="2000" b="0" i="1" u="none" strike="noStrike" kern="0" cap="none" spc="0" normalizeH="0" baseline="0" noProof="0">
                <a:ln>
                  <a:noFill/>
                </a:ln>
                <a:solidFill>
                  <a:srgbClr val="CC0000"/>
                </a:solidFill>
                <a:effectLst/>
                <a:uLnTx/>
                <a:uFillTx/>
                <a:latin typeface="Arial" panose="020B0604020202020204" pitchFamily="34" charset="0"/>
                <a:ea typeface="ＭＳ Ｐゴシック" panose="020B0600070205080204" pitchFamily="34" charset="-128"/>
                <a:cs typeface="+mn-cs"/>
              </a:rPr>
              <a:t>socket</a:t>
            </a:r>
          </a:p>
        </p:txBody>
      </p:sp>
      <p:sp>
        <p:nvSpPr>
          <p:cNvPr id="114" name="Line 92">
            <a:extLst>
              <a:ext uri="{FF2B5EF4-FFF2-40B4-BE49-F238E27FC236}">
                <a16:creationId xmlns:a16="http://schemas.microsoft.com/office/drawing/2014/main" id="{F5883250-9436-014C-B8FA-7F184F4516E0}"/>
              </a:ext>
            </a:extLst>
          </p:cNvPr>
          <p:cNvSpPr>
            <a:spLocks noChangeShapeType="1"/>
          </p:cNvSpPr>
          <p:nvPr/>
        </p:nvSpPr>
        <p:spPr bwMode="auto">
          <a:xfrm flipV="1">
            <a:off x="4528018" y="4420614"/>
            <a:ext cx="968375" cy="434975"/>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5" name="Line 93">
            <a:extLst>
              <a:ext uri="{FF2B5EF4-FFF2-40B4-BE49-F238E27FC236}">
                <a16:creationId xmlns:a16="http://schemas.microsoft.com/office/drawing/2014/main" id="{F83582A8-D082-E24D-9637-B677A079F014}"/>
              </a:ext>
            </a:extLst>
          </p:cNvPr>
          <p:cNvSpPr>
            <a:spLocks noChangeShapeType="1"/>
          </p:cNvSpPr>
          <p:nvPr/>
        </p:nvSpPr>
        <p:spPr bwMode="auto">
          <a:xfrm flipH="1" flipV="1">
            <a:off x="6463181" y="4409502"/>
            <a:ext cx="968375" cy="434975"/>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116" name="Group 96">
            <a:extLst>
              <a:ext uri="{FF2B5EF4-FFF2-40B4-BE49-F238E27FC236}">
                <a16:creationId xmlns:a16="http://schemas.microsoft.com/office/drawing/2014/main" id="{A4EC689D-3AE5-AC42-8E9A-D41B31DF26A0}"/>
              </a:ext>
            </a:extLst>
          </p:cNvPr>
          <p:cNvGrpSpPr>
            <a:grpSpLocks/>
          </p:cNvGrpSpPr>
          <p:nvPr/>
        </p:nvGrpSpPr>
        <p:grpSpPr bwMode="auto">
          <a:xfrm>
            <a:off x="2318218" y="5474714"/>
            <a:ext cx="719138" cy="773113"/>
            <a:chOff x="-44" y="1473"/>
            <a:chExt cx="981" cy="1105"/>
          </a:xfrm>
        </p:grpSpPr>
        <p:pic>
          <p:nvPicPr>
            <p:cNvPr id="117" name="Picture 97" descr="desktop_computer_stylized_medium">
              <a:extLst>
                <a:ext uri="{FF2B5EF4-FFF2-40B4-BE49-F238E27FC236}">
                  <a16:creationId xmlns:a16="http://schemas.microsoft.com/office/drawing/2014/main" id="{4EAFAA9B-1FE4-8048-AEF5-4600C1CB33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8" name="Freeform 98">
              <a:extLst>
                <a:ext uri="{FF2B5EF4-FFF2-40B4-BE49-F238E27FC236}">
                  <a16:creationId xmlns:a16="http://schemas.microsoft.com/office/drawing/2014/main" id="{88B1BD01-DE89-6A4D-A050-0D8D405A8F98}"/>
                </a:ext>
              </a:extLst>
            </p:cNvPr>
            <p:cNvSpPr>
              <a:spLocks/>
            </p:cNvSpPr>
            <p:nvPr/>
          </p:nvSpPr>
          <p:spPr bwMode="auto">
            <a:xfrm flipH="1">
              <a:off x="374" y="1579"/>
              <a:ext cx="477" cy="506"/>
            </a:xfrm>
            <a:custGeom>
              <a:avLst/>
              <a:gdLst>
                <a:gd name="T0" fmla="*/ 0 w 356"/>
                <a:gd name="T1" fmla="*/ 0 h 368"/>
                <a:gd name="T2" fmla="*/ 24164 w 356"/>
                <a:gd name="T3" fmla="*/ 1678 h 368"/>
                <a:gd name="T4" fmla="*/ 28666 w 356"/>
                <a:gd name="T5" fmla="*/ 34959 h 368"/>
                <a:gd name="T6" fmla="*/ 6318 w 356"/>
                <a:gd name="T7" fmla="*/ 4372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19" name="Group 99">
            <a:extLst>
              <a:ext uri="{FF2B5EF4-FFF2-40B4-BE49-F238E27FC236}">
                <a16:creationId xmlns:a16="http://schemas.microsoft.com/office/drawing/2014/main" id="{13D0F484-888E-5342-9E3B-6B702B522B88}"/>
              </a:ext>
            </a:extLst>
          </p:cNvPr>
          <p:cNvGrpSpPr>
            <a:grpSpLocks/>
          </p:cNvGrpSpPr>
          <p:nvPr/>
        </p:nvGrpSpPr>
        <p:grpSpPr bwMode="auto">
          <a:xfrm flipH="1">
            <a:off x="9014293" y="5669977"/>
            <a:ext cx="719138" cy="773112"/>
            <a:chOff x="-44" y="1473"/>
            <a:chExt cx="981" cy="1105"/>
          </a:xfrm>
        </p:grpSpPr>
        <p:pic>
          <p:nvPicPr>
            <p:cNvPr id="120" name="Picture 100" descr="desktop_computer_stylized_medium">
              <a:extLst>
                <a:ext uri="{FF2B5EF4-FFF2-40B4-BE49-F238E27FC236}">
                  <a16:creationId xmlns:a16="http://schemas.microsoft.com/office/drawing/2014/main" id="{A3C739BC-E497-6E4F-8AF0-1E359C6228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1" name="Freeform 101">
              <a:extLst>
                <a:ext uri="{FF2B5EF4-FFF2-40B4-BE49-F238E27FC236}">
                  <a16:creationId xmlns:a16="http://schemas.microsoft.com/office/drawing/2014/main" id="{34D4BA65-175D-534B-96CE-35055DA62B6A}"/>
                </a:ext>
              </a:extLst>
            </p:cNvPr>
            <p:cNvSpPr>
              <a:spLocks/>
            </p:cNvSpPr>
            <p:nvPr/>
          </p:nvSpPr>
          <p:spPr bwMode="auto">
            <a:xfrm flipH="1">
              <a:off x="374" y="1579"/>
              <a:ext cx="477" cy="506"/>
            </a:xfrm>
            <a:custGeom>
              <a:avLst/>
              <a:gdLst>
                <a:gd name="T0" fmla="*/ 0 w 356"/>
                <a:gd name="T1" fmla="*/ 0 h 368"/>
                <a:gd name="T2" fmla="*/ 24164 w 356"/>
                <a:gd name="T3" fmla="*/ 1678 h 368"/>
                <a:gd name="T4" fmla="*/ 28666 w 356"/>
                <a:gd name="T5" fmla="*/ 34959 h 368"/>
                <a:gd name="T6" fmla="*/ 6318 w 356"/>
                <a:gd name="T7" fmla="*/ 4372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57" name="Slide Number Placeholder 2">
            <a:extLst>
              <a:ext uri="{FF2B5EF4-FFF2-40B4-BE49-F238E27FC236}">
                <a16:creationId xmlns:a16="http://schemas.microsoft.com/office/drawing/2014/main" id="{4F8ECF08-A4D3-AC44-87C7-BD50757B39D8}"/>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t>Application Layer: 2-</a:t>
            </a:r>
            <a:fld id="{C4204591-24BD-A542-B9D5-F8D8A88D2FEE}" type="slidenum">
              <a:rPr lang="en-US" smtClean="0"/>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100" b="0" i="0" u="none" strike="noStrike" kern="1200" cap="none" spc="0" normalizeH="0" baseline="0" noProof="0">
              <a:ln>
                <a:noFill/>
              </a:ln>
              <a:solidFill>
                <a:prstClr val="white">
                  <a:lumMod val="50000"/>
                </a:prstClr>
              </a:solidFill>
              <a:effectLst/>
              <a:uLnTx/>
              <a:uFillTx/>
              <a:latin typeface="Calibri" panose="020F0502020204030204"/>
              <a:ea typeface="+mn-ea"/>
              <a:cs typeface="+mn-cs"/>
            </a:endParaRPr>
          </a:p>
        </p:txBody>
      </p:sp>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D389B2D1-6DFB-CB20-0164-86EB9F78A4B1}"/>
                  </a:ext>
                </a:extLst>
              </p14:cNvPr>
              <p14:cNvContentPartPr/>
              <p14:nvPr/>
            </p14:nvContentPartPr>
            <p14:xfrm>
              <a:off x="-360" y="4204080"/>
              <a:ext cx="3475800" cy="1589760"/>
            </p14:xfrm>
          </p:contentPart>
        </mc:Choice>
        <mc:Fallback>
          <p:pic>
            <p:nvPicPr>
              <p:cNvPr id="2" name="Ink 1">
                <a:extLst>
                  <a:ext uri="{FF2B5EF4-FFF2-40B4-BE49-F238E27FC236}">
                    <a16:creationId xmlns:a16="http://schemas.microsoft.com/office/drawing/2014/main" id="{D389B2D1-6DFB-CB20-0164-86EB9F78A4B1}"/>
                  </a:ext>
                </a:extLst>
              </p:cNvPr>
              <p:cNvPicPr/>
              <p:nvPr/>
            </p:nvPicPr>
            <p:blipFill>
              <a:blip r:embed="rId5"/>
              <a:stretch>
                <a:fillRect/>
              </a:stretch>
            </p:blipFill>
            <p:spPr>
              <a:xfrm>
                <a:off x="-9720" y="4194720"/>
                <a:ext cx="3494520" cy="1608480"/>
              </a:xfrm>
              <a:prstGeom prst="rect">
                <a:avLst/>
              </a:prstGeom>
            </p:spPr>
          </p:pic>
        </mc:Fallback>
      </mc:AlternateContent>
    </p:spTree>
    <p:extLst>
      <p:ext uri="{BB962C8B-B14F-4D97-AF65-F5344CB8AC3E}">
        <p14:creationId xmlns:p14="http://schemas.microsoft.com/office/powerpoint/2010/main" val="609172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68">
                                            <p:txEl>
                                              <p:pRg st="1" end="1"/>
                                            </p:txEl>
                                          </p:spTgt>
                                        </p:tgtEl>
                                        <p:attrNameLst>
                                          <p:attrName>style.visibility</p:attrName>
                                        </p:attrNameLst>
                                      </p:cBhvr>
                                      <p:to>
                                        <p:strVal val="visible"/>
                                      </p:to>
                                    </p:set>
                                    <p:animEffect transition="in" filter="dissolve">
                                      <p:cBhvr>
                                        <p:cTn id="7" dur="500"/>
                                        <p:tgtEl>
                                          <p:spTgt spid="68">
                                            <p:txEl>
                                              <p:pRg st="1" end="1"/>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68">
                                            <p:txEl>
                                              <p:pRg st="2" end="2"/>
                                            </p:txEl>
                                          </p:spTgt>
                                        </p:tgtEl>
                                        <p:attrNameLst>
                                          <p:attrName>style.visibility</p:attrName>
                                        </p:attrNameLst>
                                      </p:cBhvr>
                                      <p:to>
                                        <p:strVal val="visible"/>
                                      </p:to>
                                    </p:set>
                                    <p:animEffect transition="in" filter="dissolve">
                                      <p:cBhvr>
                                        <p:cTn id="10" dur="500"/>
                                        <p:tgtEl>
                                          <p:spTgt spid="68">
                                            <p:txEl>
                                              <p:pRg st="2" end="2"/>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68">
                                            <p:txEl>
                                              <p:pRg st="3" end="3"/>
                                            </p:txEl>
                                          </p:spTgt>
                                        </p:tgtEl>
                                        <p:attrNameLst>
                                          <p:attrName>style.visibility</p:attrName>
                                        </p:attrNameLst>
                                      </p:cBhvr>
                                      <p:to>
                                        <p:strVal val="visible"/>
                                      </p:to>
                                    </p:set>
                                    <p:animEffect transition="in" filter="dissolve">
                                      <p:cBhvr>
                                        <p:cTn id="13" dur="500"/>
                                        <p:tgtEl>
                                          <p:spTgt spid="6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lientCodePanel">
            <a:extLst>
              <a:ext uri="{FF2B5EF4-FFF2-40B4-BE49-F238E27FC236}">
                <a16:creationId xmlns:a16="http://schemas.microsoft.com/office/drawing/2014/main" id="{1C07B647-3F20-4F47-A01E-5E73B5234CBA}"/>
              </a:ext>
            </a:extLst>
          </p:cNvPr>
          <p:cNvSpPr/>
          <p:nvPr/>
        </p:nvSpPr>
        <p:spPr>
          <a:xfrm>
            <a:off x="6273800" y="1066800"/>
            <a:ext cx="5867400" cy="5334000"/>
          </a:xfrm>
          <a:prstGeom prst="rect">
            <a:avLst/>
          </a:prstGeom>
          <a:solidFill>
            <a:srgbClr val="1E1E2E"/>
          </a:solidFill>
          <a:ln w="19050" cap="flat" cmpd="sng" algn="ctr">
            <a:solidFill>
              <a:srgbClr val="E9713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ServerCodePanel">
            <a:extLst>
              <a:ext uri="{FF2B5EF4-FFF2-40B4-BE49-F238E27FC236}">
                <a16:creationId xmlns:a16="http://schemas.microsoft.com/office/drawing/2014/main" id="{4A5B3315-D4DB-9D4F-B618-E28C9D54DBE1}"/>
              </a:ext>
            </a:extLst>
          </p:cNvPr>
          <p:cNvSpPr/>
          <p:nvPr/>
        </p:nvSpPr>
        <p:spPr>
          <a:xfrm>
            <a:off x="304800" y="1066800"/>
            <a:ext cx="5867400" cy="5334000"/>
          </a:xfrm>
          <a:prstGeom prst="rect">
            <a:avLst/>
          </a:prstGeom>
          <a:solidFill>
            <a:srgbClr val="1E1E2E"/>
          </a:solidFill>
          <a:ln w="19050" cap="flat" cmpd="sng" algn="ctr">
            <a:solidFill>
              <a:srgbClr val="15608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ClientHeaderBar">
            <a:extLst>
              <a:ext uri="{FF2B5EF4-FFF2-40B4-BE49-F238E27FC236}">
                <a16:creationId xmlns:a16="http://schemas.microsoft.com/office/drawing/2014/main" id="{A6A3FEE5-8AD8-9A4F-9012-9927DCF77B62}"/>
              </a:ext>
            </a:extLst>
          </p:cNvPr>
          <p:cNvSpPr/>
          <p:nvPr/>
        </p:nvSpPr>
        <p:spPr>
          <a:xfrm>
            <a:off x="6273800" y="1066800"/>
            <a:ext cx="5867400" cy="406400"/>
          </a:xfrm>
          <a:prstGeom prst="rect">
            <a:avLst/>
          </a:prstGeom>
          <a:solidFill>
            <a:srgbClr val="E9713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ServerHeaderBar">
            <a:extLst>
              <a:ext uri="{FF2B5EF4-FFF2-40B4-BE49-F238E27FC236}">
                <a16:creationId xmlns:a16="http://schemas.microsoft.com/office/drawing/2014/main" id="{A8012864-AF4D-7D4B-83F3-0F1B4B99BE2E}"/>
              </a:ext>
            </a:extLst>
          </p:cNvPr>
          <p:cNvSpPr/>
          <p:nvPr/>
        </p:nvSpPr>
        <p:spPr>
          <a:xfrm>
            <a:off x="304800" y="1066800"/>
            <a:ext cx="5867400" cy="406400"/>
          </a:xfrm>
          <a:prstGeom prst="rect">
            <a:avLst/>
          </a:prstGeom>
          <a:solidFill>
            <a:srgbClr val="15608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 name="Title 1">
            <a:extLst>
              <a:ext uri="{FF2B5EF4-FFF2-40B4-BE49-F238E27FC236}">
                <a16:creationId xmlns:a16="http://schemas.microsoft.com/office/drawing/2014/main" id="{EDFBF993-8D47-68D5-B80B-EE96B6D6E8E6}"/>
              </a:ext>
            </a:extLst>
          </p:cNvPr>
          <p:cNvSpPr>
            <a:spLocks noGrp="1"/>
          </p:cNvSpPr>
          <p:nvPr>
            <p:ph type="title"/>
          </p:nvPr>
        </p:nvSpPr>
        <p:spPr/>
        <p:txBody>
          <a:bodyPr/>
          <a:lstStyle/>
          <a:p>
            <a:r>
              <a:rPr lang="en-US"/>
              <a:t>Socket Program</a:t>
            </a:r>
          </a:p>
        </p:txBody>
      </p:sp>
      <p:sp>
        <p:nvSpPr>
          <p:cNvPr id="5" name="Content Placeholder 4">
            <a:extLst>
              <a:ext uri="{FF2B5EF4-FFF2-40B4-BE49-F238E27FC236}">
                <a16:creationId xmlns:a16="http://schemas.microsoft.com/office/drawing/2014/main" id="{F55A957A-5F43-1A4A-B25B-5513548203B4}"/>
              </a:ext>
            </a:extLst>
          </p:cNvPr>
          <p:cNvSpPr>
            <a:spLocks noGrp="1"/>
          </p:cNvSpPr>
          <p:nvPr>
            <p:ph sz="half" idx="1"/>
          </p:nvPr>
        </p:nvSpPr>
        <p:spPr>
          <a:xfrm>
            <a:off x="457200" y="1117600"/>
            <a:ext cx="5562600" cy="5207000"/>
          </a:xfrm>
        </p:spPr>
        <p:txBody>
          <a:bodyPr>
            <a:normAutofit lnSpcReduction="10000"/>
          </a:bodyPr>
          <a:lstStyle/>
          <a:p>
            <a:pPr marL="0" indent="0" algn="l">
              <a:lnSpc>
                <a:spcPct val="100000"/>
              </a:lnSpc>
              <a:spcAft>
                <a:spcPts val="600"/>
              </a:spcAft>
              <a:buNone/>
            </a:pPr>
            <a:r>
              <a:rPr lang="en-US" sz="1800" b="1">
                <a:solidFill>
                  <a:srgbClr val="FFFFFF"/>
                </a:solidFill>
                <a:latin typeface="Calibri"/>
              </a:rPr>
              <a:t>● ●  Server (TCP)</a:t>
            </a:r>
          </a:p>
          <a:p>
            <a:pPr marL="0" indent="0" algn="l">
              <a:lnSpc>
                <a:spcPct val="115000"/>
              </a:lnSpc>
              <a:buNone/>
            </a:pPr>
            <a:r>
              <a:rPr lang="en-US" sz="1600">
                <a:solidFill>
                  <a:srgbClr val="C678DD"/>
                </a:solidFill>
                <a:latin typeface="Consolas"/>
                <a:cs typeface="Consolas"/>
              </a:rPr>
              <a:t>import</a:t>
            </a:r>
            <a:r>
              <a:rPr lang="en-US" sz="1600">
                <a:solidFill>
                  <a:srgbClr val="ABB2BF"/>
                </a:solidFill>
                <a:latin typeface="Consolas"/>
                <a:cs typeface="Consolas"/>
              </a:rPr>
              <a:t> socket</a:t>
            </a:r>
          </a:p>
          <a:p>
            <a:pPr marL="0" indent="0" algn="l">
              <a:lnSpc>
                <a:spcPct val="115000"/>
              </a:lnSpc>
              <a:buNone/>
            </a:pPr>
            <a:endParaRPr lang="en-US" sz="800"/>
          </a:p>
          <a:p>
            <a:pPr marL="0" indent="0" algn="l">
              <a:lnSpc>
                <a:spcPct val="115000"/>
              </a:lnSpc>
              <a:buNone/>
            </a:pPr>
            <a:r>
              <a:rPr lang="en-US" sz="1600">
                <a:solidFill>
                  <a:srgbClr val="ABB2BF"/>
                </a:solidFill>
                <a:latin typeface="Consolas"/>
                <a:cs typeface="Consolas"/>
              </a:rPr>
              <a:t>s = </a:t>
            </a:r>
            <a:r>
              <a:rPr lang="en-US" sz="1600">
                <a:solidFill>
                  <a:srgbClr val="61AFEF"/>
                </a:solidFill>
                <a:latin typeface="Consolas"/>
                <a:cs typeface="Consolas"/>
              </a:rPr>
              <a:t>socket</a:t>
            </a:r>
            <a:r>
              <a:rPr lang="en-US" sz="1600">
                <a:solidFill>
                  <a:srgbClr val="ABB2BF"/>
                </a:solidFill>
                <a:latin typeface="Consolas"/>
                <a:cs typeface="Consolas"/>
              </a:rPr>
              <a:t>.socket(socket.</a:t>
            </a:r>
            <a:r>
              <a:rPr lang="en-US" sz="1600">
                <a:solidFill>
                  <a:srgbClr val="E5C07B"/>
                </a:solidFill>
                <a:latin typeface="Consolas"/>
                <a:cs typeface="Consolas"/>
              </a:rPr>
              <a:t>AF_INET</a:t>
            </a:r>
            <a:r>
              <a:rPr lang="en-US" sz="1600">
                <a:solidFill>
                  <a:srgbClr val="ABB2BF"/>
                </a:solidFill>
                <a:latin typeface="Consolas"/>
                <a:cs typeface="Consolas"/>
              </a:rPr>
              <a:t>,</a:t>
            </a:r>
          </a:p>
          <a:p>
            <a:pPr marL="0" indent="0" algn="l">
              <a:lnSpc>
                <a:spcPct val="115000"/>
              </a:lnSpc>
              <a:buNone/>
            </a:pPr>
            <a:r>
              <a:rPr lang="en-US" sz="1600">
                <a:solidFill>
                  <a:srgbClr val="ABB2BF"/>
                </a:solidFill>
                <a:latin typeface="Consolas"/>
                <a:cs typeface="Consolas"/>
              </a:rPr>
              <a:t>                  socket.</a:t>
            </a:r>
            <a:r>
              <a:rPr lang="en-US" sz="1600">
                <a:solidFill>
                  <a:srgbClr val="E5C07B"/>
                </a:solidFill>
                <a:latin typeface="Consolas"/>
                <a:cs typeface="Consolas"/>
              </a:rPr>
              <a:t>SOCK_STREAM</a:t>
            </a:r>
            <a:r>
              <a:rPr lang="en-US" sz="1600">
                <a:solidFill>
                  <a:srgbClr val="ABB2BF"/>
                </a:solidFill>
                <a:latin typeface="Consolas"/>
                <a:cs typeface="Consolas"/>
              </a:rPr>
              <a:t>)</a:t>
            </a:r>
          </a:p>
          <a:p>
            <a:pPr marL="0" indent="0" algn="l">
              <a:lnSpc>
                <a:spcPct val="115000"/>
              </a:lnSpc>
              <a:buNone/>
            </a:pPr>
            <a:r>
              <a:rPr lang="en-US" sz="1600">
                <a:solidFill>
                  <a:srgbClr val="ABB2BF"/>
                </a:solidFill>
                <a:latin typeface="Consolas"/>
                <a:cs typeface="Consolas"/>
              </a:rPr>
              <a:t>s.bind((</a:t>
            </a:r>
            <a:r>
              <a:rPr lang="en-US" sz="1600">
                <a:solidFill>
                  <a:srgbClr val="98C379"/>
                </a:solidFill>
                <a:latin typeface="Consolas"/>
                <a:cs typeface="Consolas"/>
              </a:rPr>
              <a:t>''</a:t>
            </a:r>
            <a:r>
              <a:rPr lang="en-US" sz="1600">
                <a:solidFill>
                  <a:srgbClr val="ABB2BF"/>
                </a:solidFill>
                <a:latin typeface="Consolas"/>
                <a:cs typeface="Consolas"/>
              </a:rPr>
              <a:t>, </a:t>
            </a:r>
            <a:r>
              <a:rPr lang="en-US" sz="1600">
                <a:solidFill>
                  <a:srgbClr val="D19A66"/>
                </a:solidFill>
                <a:latin typeface="Consolas"/>
                <a:cs typeface="Consolas"/>
              </a:rPr>
              <a:t>12000</a:t>
            </a:r>
            <a:r>
              <a:rPr lang="en-US" sz="1600">
                <a:solidFill>
                  <a:srgbClr val="ABB2BF"/>
                </a:solidFill>
                <a:latin typeface="Consolas"/>
                <a:cs typeface="Consolas"/>
              </a:rPr>
              <a:t>))</a:t>
            </a:r>
          </a:p>
          <a:p>
            <a:pPr marL="0" indent="0" algn="l">
              <a:lnSpc>
                <a:spcPct val="115000"/>
              </a:lnSpc>
              <a:buNone/>
            </a:pPr>
            <a:r>
              <a:rPr lang="en-US" sz="1600">
                <a:solidFill>
                  <a:srgbClr val="ABB2BF"/>
                </a:solidFill>
                <a:latin typeface="Consolas"/>
                <a:cs typeface="Consolas"/>
              </a:rPr>
              <a:t>s.listen(</a:t>
            </a:r>
            <a:r>
              <a:rPr lang="en-US" sz="1600">
                <a:solidFill>
                  <a:srgbClr val="D19A66"/>
                </a:solidFill>
                <a:latin typeface="Consolas"/>
                <a:cs typeface="Consolas"/>
              </a:rPr>
              <a:t>1</a:t>
            </a:r>
            <a:r>
              <a:rPr lang="en-US" sz="1600">
                <a:solidFill>
                  <a:srgbClr val="ABB2BF"/>
                </a:solidFill>
                <a:latin typeface="Consolas"/>
                <a:cs typeface="Consolas"/>
              </a:rPr>
              <a:t>)</a:t>
            </a:r>
          </a:p>
          <a:p>
            <a:pPr marL="0" indent="0" algn="l">
              <a:lnSpc>
                <a:spcPct val="115000"/>
              </a:lnSpc>
              <a:buNone/>
            </a:pPr>
            <a:r>
              <a:rPr lang="en-US" sz="1600" i="1">
                <a:solidFill>
                  <a:srgbClr val="7F848E"/>
                </a:solidFill>
                <a:latin typeface="Consolas"/>
                <a:cs typeface="Consolas"/>
              </a:rPr>
              <a:t># wait for a client</a:t>
            </a:r>
          </a:p>
          <a:p>
            <a:pPr marL="0" indent="0" algn="l">
              <a:lnSpc>
                <a:spcPct val="115000"/>
              </a:lnSpc>
              <a:buNone/>
            </a:pPr>
            <a:r>
              <a:rPr lang="en-US" sz="1600">
                <a:solidFill>
                  <a:srgbClr val="ABB2BF"/>
                </a:solidFill>
                <a:latin typeface="Consolas"/>
                <a:cs typeface="Consolas"/>
              </a:rPr>
              <a:t>conn, addr = s.accept()</a:t>
            </a:r>
          </a:p>
          <a:p>
            <a:pPr marL="0" indent="0" algn="l">
              <a:lnSpc>
                <a:spcPct val="115000"/>
              </a:lnSpc>
              <a:buNone/>
            </a:pPr>
            <a:endParaRPr lang="en-US" sz="800"/>
          </a:p>
          <a:p>
            <a:pPr marL="0" indent="0" algn="l">
              <a:lnSpc>
                <a:spcPct val="115000"/>
              </a:lnSpc>
              <a:buNone/>
            </a:pPr>
            <a:r>
              <a:rPr lang="en-US" sz="1600">
                <a:solidFill>
                  <a:srgbClr val="ABB2BF"/>
                </a:solidFill>
                <a:latin typeface="Consolas"/>
                <a:cs typeface="Consolas"/>
              </a:rPr>
              <a:t>data = conn.recv(</a:t>
            </a:r>
            <a:r>
              <a:rPr lang="en-US" sz="1600">
                <a:solidFill>
                  <a:srgbClr val="D19A66"/>
                </a:solidFill>
                <a:latin typeface="Consolas"/>
                <a:cs typeface="Consolas"/>
              </a:rPr>
              <a:t>1024</a:t>
            </a:r>
            <a:r>
              <a:rPr lang="en-US" sz="1600">
                <a:solidFill>
                  <a:srgbClr val="ABB2BF"/>
                </a:solidFill>
                <a:latin typeface="Consolas"/>
                <a:cs typeface="Consolas"/>
              </a:rPr>
              <a:t>).decode()</a:t>
            </a:r>
          </a:p>
          <a:p>
            <a:pPr marL="0" indent="0" algn="l">
              <a:lnSpc>
                <a:spcPct val="115000"/>
              </a:lnSpc>
              <a:buNone/>
            </a:pPr>
            <a:r>
              <a:rPr lang="en-US" sz="1600">
                <a:solidFill>
                  <a:srgbClr val="ABB2BF"/>
                </a:solidFill>
                <a:latin typeface="Consolas"/>
                <a:cs typeface="Consolas"/>
              </a:rPr>
              <a:t>reply = data.upper()</a:t>
            </a:r>
          </a:p>
          <a:p>
            <a:pPr marL="0" indent="0" algn="l">
              <a:lnSpc>
                <a:spcPct val="115000"/>
              </a:lnSpc>
              <a:buNone/>
            </a:pPr>
            <a:r>
              <a:rPr lang="en-US" sz="1600">
                <a:solidFill>
                  <a:srgbClr val="ABB2BF"/>
                </a:solidFill>
                <a:latin typeface="Consolas"/>
                <a:cs typeface="Consolas"/>
              </a:rPr>
              <a:t>conn.send(reply.encode())</a:t>
            </a:r>
          </a:p>
          <a:p>
            <a:pPr marL="0" indent="0" algn="l">
              <a:lnSpc>
                <a:spcPct val="115000"/>
              </a:lnSpc>
              <a:buNone/>
            </a:pPr>
            <a:r>
              <a:rPr lang="en-US" sz="1600">
                <a:solidFill>
                  <a:srgbClr val="ABB2BF"/>
                </a:solidFill>
                <a:latin typeface="Consolas"/>
                <a:cs typeface="Consolas"/>
              </a:rPr>
              <a:t>conn.close()</a:t>
            </a:r>
          </a:p>
        </p:txBody>
      </p:sp>
      <p:sp>
        <p:nvSpPr>
          <p:cNvPr id="6" name="Content Placeholder 5">
            <a:extLst>
              <a:ext uri="{FF2B5EF4-FFF2-40B4-BE49-F238E27FC236}">
                <a16:creationId xmlns:a16="http://schemas.microsoft.com/office/drawing/2014/main" id="{707B649D-B2F7-17E7-92B6-DBF088CD177B}"/>
              </a:ext>
            </a:extLst>
          </p:cNvPr>
          <p:cNvSpPr>
            <a:spLocks noGrp="1"/>
          </p:cNvSpPr>
          <p:nvPr>
            <p:ph sz="half" idx="2"/>
          </p:nvPr>
        </p:nvSpPr>
        <p:spPr>
          <a:xfrm>
            <a:off x="6426200" y="1117600"/>
            <a:ext cx="5562600" cy="5207000"/>
          </a:xfrm>
        </p:spPr>
        <p:txBody>
          <a:bodyPr>
            <a:normAutofit lnSpcReduction="10000"/>
          </a:bodyPr>
          <a:lstStyle/>
          <a:p>
            <a:pPr marL="0" indent="0" algn="l">
              <a:lnSpc>
                <a:spcPct val="100000"/>
              </a:lnSpc>
              <a:spcAft>
                <a:spcPts val="600"/>
              </a:spcAft>
              <a:buNone/>
            </a:pPr>
            <a:r>
              <a:rPr lang="en-US" sz="1800" b="1">
                <a:solidFill>
                  <a:srgbClr val="FFFFFF"/>
                </a:solidFill>
                <a:latin typeface="Calibri"/>
              </a:rPr>
              <a:t>● ●  Client (TCP)</a:t>
            </a:r>
          </a:p>
          <a:p>
            <a:pPr marL="0" indent="0" algn="l">
              <a:lnSpc>
                <a:spcPct val="115000"/>
              </a:lnSpc>
              <a:buNone/>
            </a:pPr>
            <a:r>
              <a:rPr lang="en-US" sz="1600">
                <a:solidFill>
                  <a:srgbClr val="C678DD"/>
                </a:solidFill>
                <a:latin typeface="Consolas"/>
                <a:cs typeface="Consolas"/>
              </a:rPr>
              <a:t>import</a:t>
            </a:r>
            <a:r>
              <a:rPr lang="en-US" sz="1600">
                <a:solidFill>
                  <a:srgbClr val="ABB2BF"/>
                </a:solidFill>
                <a:latin typeface="Consolas"/>
                <a:cs typeface="Consolas"/>
              </a:rPr>
              <a:t> socket</a:t>
            </a:r>
          </a:p>
          <a:p>
            <a:pPr marL="0" indent="0" algn="l">
              <a:lnSpc>
                <a:spcPct val="115000"/>
              </a:lnSpc>
              <a:buNone/>
            </a:pPr>
            <a:endParaRPr lang="en-US" sz="800"/>
          </a:p>
          <a:p>
            <a:pPr marL="0" indent="0" algn="l">
              <a:lnSpc>
                <a:spcPct val="115000"/>
              </a:lnSpc>
              <a:buNone/>
            </a:pPr>
            <a:r>
              <a:rPr lang="en-US" sz="1600">
                <a:solidFill>
                  <a:srgbClr val="ABB2BF"/>
                </a:solidFill>
                <a:latin typeface="Consolas"/>
                <a:cs typeface="Consolas"/>
              </a:rPr>
              <a:t>s = </a:t>
            </a:r>
            <a:r>
              <a:rPr lang="en-US" sz="1600">
                <a:solidFill>
                  <a:srgbClr val="61AFEF"/>
                </a:solidFill>
                <a:latin typeface="Consolas"/>
                <a:cs typeface="Consolas"/>
              </a:rPr>
              <a:t>socket</a:t>
            </a:r>
            <a:r>
              <a:rPr lang="en-US" sz="1600">
                <a:solidFill>
                  <a:srgbClr val="ABB2BF"/>
                </a:solidFill>
                <a:latin typeface="Consolas"/>
                <a:cs typeface="Consolas"/>
              </a:rPr>
              <a:t>.socket(socket.</a:t>
            </a:r>
            <a:r>
              <a:rPr lang="en-US" sz="1600">
                <a:solidFill>
                  <a:srgbClr val="E5C07B"/>
                </a:solidFill>
                <a:latin typeface="Consolas"/>
                <a:cs typeface="Consolas"/>
              </a:rPr>
              <a:t>AF_INET</a:t>
            </a:r>
            <a:r>
              <a:rPr lang="en-US" sz="1600">
                <a:solidFill>
                  <a:srgbClr val="ABB2BF"/>
                </a:solidFill>
                <a:latin typeface="Consolas"/>
                <a:cs typeface="Consolas"/>
              </a:rPr>
              <a:t>,</a:t>
            </a:r>
          </a:p>
          <a:p>
            <a:pPr marL="0" indent="0" algn="l">
              <a:lnSpc>
                <a:spcPct val="115000"/>
              </a:lnSpc>
              <a:buNone/>
            </a:pPr>
            <a:r>
              <a:rPr lang="en-US" sz="1600">
                <a:solidFill>
                  <a:srgbClr val="ABB2BF"/>
                </a:solidFill>
                <a:latin typeface="Consolas"/>
                <a:cs typeface="Consolas"/>
              </a:rPr>
              <a:t>                  socket.</a:t>
            </a:r>
            <a:r>
              <a:rPr lang="en-US" sz="1600">
                <a:solidFill>
                  <a:srgbClr val="E5C07B"/>
                </a:solidFill>
                <a:latin typeface="Consolas"/>
                <a:cs typeface="Consolas"/>
              </a:rPr>
              <a:t>SOCK_STREAM</a:t>
            </a:r>
            <a:r>
              <a:rPr lang="en-US" sz="1600">
                <a:solidFill>
                  <a:srgbClr val="ABB2BF"/>
                </a:solidFill>
                <a:latin typeface="Consolas"/>
                <a:cs typeface="Consolas"/>
              </a:rPr>
              <a:t>)</a:t>
            </a:r>
          </a:p>
          <a:p>
            <a:pPr marL="0" indent="0" algn="l">
              <a:lnSpc>
                <a:spcPct val="115000"/>
              </a:lnSpc>
              <a:buNone/>
            </a:pPr>
            <a:r>
              <a:rPr lang="en-US" sz="1600">
                <a:solidFill>
                  <a:srgbClr val="ABB2BF"/>
                </a:solidFill>
                <a:latin typeface="Consolas"/>
                <a:cs typeface="Consolas"/>
              </a:rPr>
              <a:t>s.connect((</a:t>
            </a:r>
            <a:r>
              <a:rPr lang="en-US" sz="1600">
                <a:solidFill>
                  <a:srgbClr val="98C379"/>
                </a:solidFill>
                <a:latin typeface="Consolas"/>
                <a:cs typeface="Consolas"/>
              </a:rPr>
              <a:t>'localhost'</a:t>
            </a:r>
            <a:r>
              <a:rPr lang="en-US" sz="1600">
                <a:solidFill>
                  <a:srgbClr val="ABB2BF"/>
                </a:solidFill>
                <a:latin typeface="Consolas"/>
                <a:cs typeface="Consolas"/>
              </a:rPr>
              <a:t>, </a:t>
            </a:r>
            <a:r>
              <a:rPr lang="en-US" sz="1600">
                <a:solidFill>
                  <a:srgbClr val="D19A66"/>
                </a:solidFill>
                <a:latin typeface="Consolas"/>
                <a:cs typeface="Consolas"/>
              </a:rPr>
              <a:t>12000</a:t>
            </a:r>
            <a:r>
              <a:rPr lang="en-US" sz="1600">
                <a:solidFill>
                  <a:srgbClr val="ABB2BF"/>
                </a:solidFill>
                <a:latin typeface="Consolas"/>
                <a:cs typeface="Consolas"/>
              </a:rPr>
              <a:t>))</a:t>
            </a:r>
          </a:p>
          <a:p>
            <a:pPr marL="0" indent="0" algn="l">
              <a:lnSpc>
                <a:spcPct val="115000"/>
              </a:lnSpc>
              <a:buNone/>
            </a:pPr>
            <a:endParaRPr lang="en-US" sz="800"/>
          </a:p>
          <a:p>
            <a:pPr marL="0" indent="0" algn="l">
              <a:lnSpc>
                <a:spcPct val="115000"/>
              </a:lnSpc>
              <a:buNone/>
            </a:pPr>
            <a:r>
              <a:rPr lang="en-US" sz="1600" i="1">
                <a:solidFill>
                  <a:srgbClr val="7F848E"/>
                </a:solidFill>
                <a:latin typeface="Consolas"/>
                <a:cs typeface="Consolas"/>
              </a:rPr>
              <a:t># send a line to the server</a:t>
            </a:r>
          </a:p>
          <a:p>
            <a:pPr marL="0" indent="0" algn="l">
              <a:lnSpc>
                <a:spcPct val="115000"/>
              </a:lnSpc>
              <a:buNone/>
            </a:pPr>
            <a:r>
              <a:rPr lang="en-US" sz="1600">
                <a:solidFill>
                  <a:srgbClr val="ABB2BF"/>
                </a:solidFill>
                <a:latin typeface="Consolas"/>
                <a:cs typeface="Consolas"/>
              </a:rPr>
              <a:t>msg = </a:t>
            </a:r>
            <a:r>
              <a:rPr lang="en-US" sz="1600">
                <a:solidFill>
                  <a:srgbClr val="61AFEF"/>
                </a:solidFill>
                <a:latin typeface="Consolas"/>
                <a:cs typeface="Consolas"/>
              </a:rPr>
              <a:t>input</a:t>
            </a:r>
            <a:r>
              <a:rPr lang="en-US" sz="1600">
                <a:solidFill>
                  <a:srgbClr val="ABB2BF"/>
                </a:solidFill>
                <a:latin typeface="Consolas"/>
                <a:cs typeface="Consolas"/>
              </a:rPr>
              <a:t>(</a:t>
            </a:r>
            <a:r>
              <a:rPr lang="en-US" sz="1600">
                <a:solidFill>
                  <a:srgbClr val="98C379"/>
                </a:solidFill>
                <a:latin typeface="Consolas"/>
                <a:cs typeface="Consolas"/>
              </a:rPr>
              <a:t>'Enter message: '</a:t>
            </a:r>
            <a:r>
              <a:rPr lang="en-US" sz="1600">
                <a:solidFill>
                  <a:srgbClr val="ABB2BF"/>
                </a:solidFill>
                <a:latin typeface="Consolas"/>
                <a:cs typeface="Consolas"/>
              </a:rPr>
              <a:t>)</a:t>
            </a:r>
          </a:p>
          <a:p>
            <a:pPr marL="0" indent="0" algn="l">
              <a:lnSpc>
                <a:spcPct val="115000"/>
              </a:lnSpc>
              <a:buNone/>
            </a:pPr>
            <a:r>
              <a:rPr lang="en-US" sz="1600">
                <a:solidFill>
                  <a:srgbClr val="ABB2BF"/>
                </a:solidFill>
                <a:latin typeface="Consolas"/>
                <a:cs typeface="Consolas"/>
              </a:rPr>
              <a:t>s.send(msg.encode())</a:t>
            </a:r>
          </a:p>
          <a:p>
            <a:pPr marL="0" indent="0" algn="l">
              <a:lnSpc>
                <a:spcPct val="115000"/>
              </a:lnSpc>
              <a:buNone/>
            </a:pPr>
            <a:endParaRPr lang="en-US" sz="800"/>
          </a:p>
          <a:p>
            <a:pPr marL="0" indent="0" algn="l">
              <a:lnSpc>
                <a:spcPct val="115000"/>
              </a:lnSpc>
              <a:buNone/>
            </a:pPr>
            <a:r>
              <a:rPr lang="en-US" sz="1600">
                <a:solidFill>
                  <a:srgbClr val="ABB2BF"/>
                </a:solidFill>
                <a:latin typeface="Consolas"/>
                <a:cs typeface="Consolas"/>
              </a:rPr>
              <a:t>reply = s.recv(</a:t>
            </a:r>
            <a:r>
              <a:rPr lang="en-US" sz="1600">
                <a:solidFill>
                  <a:srgbClr val="D19A66"/>
                </a:solidFill>
                <a:latin typeface="Consolas"/>
                <a:cs typeface="Consolas"/>
              </a:rPr>
              <a:t>1024</a:t>
            </a:r>
            <a:r>
              <a:rPr lang="en-US" sz="1600">
                <a:solidFill>
                  <a:srgbClr val="ABB2BF"/>
                </a:solidFill>
                <a:latin typeface="Consolas"/>
                <a:cs typeface="Consolas"/>
              </a:rPr>
              <a:t>).decode()</a:t>
            </a:r>
          </a:p>
          <a:p>
            <a:pPr marL="0" indent="0" algn="l">
              <a:lnSpc>
                <a:spcPct val="115000"/>
              </a:lnSpc>
              <a:buNone/>
            </a:pPr>
            <a:r>
              <a:rPr lang="en-US" sz="1600">
                <a:solidFill>
                  <a:srgbClr val="61AFEF"/>
                </a:solidFill>
                <a:latin typeface="Consolas"/>
                <a:cs typeface="Consolas"/>
              </a:rPr>
              <a:t>print</a:t>
            </a:r>
            <a:r>
              <a:rPr lang="en-US" sz="1600">
                <a:solidFill>
                  <a:srgbClr val="ABB2BF"/>
                </a:solidFill>
                <a:latin typeface="Consolas"/>
                <a:cs typeface="Consolas"/>
              </a:rPr>
              <a:t>(</a:t>
            </a:r>
            <a:r>
              <a:rPr lang="en-US" sz="1600">
                <a:solidFill>
                  <a:srgbClr val="98C379"/>
                </a:solidFill>
                <a:latin typeface="Consolas"/>
                <a:cs typeface="Consolas"/>
              </a:rPr>
              <a:t>'From server:'</a:t>
            </a:r>
            <a:r>
              <a:rPr lang="en-US" sz="1600">
                <a:solidFill>
                  <a:srgbClr val="ABB2BF"/>
                </a:solidFill>
                <a:latin typeface="Consolas"/>
                <a:cs typeface="Consolas"/>
              </a:rPr>
              <a:t>, reply)</a:t>
            </a:r>
          </a:p>
          <a:p>
            <a:pPr marL="0" indent="0" algn="l">
              <a:lnSpc>
                <a:spcPct val="115000"/>
              </a:lnSpc>
              <a:buNone/>
            </a:pPr>
            <a:r>
              <a:rPr lang="en-US" sz="1600">
                <a:solidFill>
                  <a:srgbClr val="ABB2BF"/>
                </a:solidFill>
                <a:latin typeface="Consolas"/>
                <a:cs typeface="Consolas"/>
              </a:rPr>
              <a:t>s.close()</a:t>
            </a:r>
          </a:p>
        </p:txBody>
      </p:sp>
      <p:sp>
        <p:nvSpPr>
          <p:cNvPr id="3" name="Date Placeholder 2">
            <a:extLst>
              <a:ext uri="{FF2B5EF4-FFF2-40B4-BE49-F238E27FC236}">
                <a16:creationId xmlns:a16="http://schemas.microsoft.com/office/drawing/2014/main" id="{23066BA9-F759-EF8B-F99A-486E1A0738C2}"/>
              </a:ext>
            </a:extLst>
          </p:cNvPr>
          <p:cNvSpPr>
            <a:spLocks noGrp="1"/>
          </p:cNvSpPr>
          <p:nvPr>
            <p:ph type="dt" sz="half" idx="10"/>
          </p:nvPr>
        </p:nvSpPr>
        <p:spPr/>
        <p:txBody>
          <a:bodyPr/>
          <a:lstStyle/>
          <a:p>
            <a:endParaRPr lang="en-US"/>
          </a:p>
        </p:txBody>
      </p:sp>
      <p:sp>
        <p:nvSpPr>
          <p:cNvPr id="4" name="Slide Number Placeholder 3">
            <a:extLst>
              <a:ext uri="{FF2B5EF4-FFF2-40B4-BE49-F238E27FC236}">
                <a16:creationId xmlns:a16="http://schemas.microsoft.com/office/drawing/2014/main" id="{0E6E8C85-4824-B18E-C92A-F9186C431EB7}"/>
              </a:ext>
            </a:extLst>
          </p:cNvPr>
          <p:cNvSpPr>
            <a:spLocks noGrp="1"/>
          </p:cNvSpPr>
          <p:nvPr>
            <p:ph type="sldNum" sz="quarter" idx="12"/>
          </p:nvPr>
        </p:nvSpPr>
        <p:spPr/>
        <p:txBody>
          <a:bodyPr/>
          <a:lstStyle/>
          <a:p>
            <a:fld id="{B5CEABB6-07DC-46E8-9B57-56EC44A396E5}" type="slidenum">
              <a:rPr lang="en-US" smtClean="0"/>
              <a:pPr/>
              <a:t>38</a:t>
            </a:fld>
            <a:endParaRPr lang="en-US"/>
          </a:p>
        </p:txBody>
      </p:sp>
      <mc:AlternateContent xmlns:mc="http://schemas.openxmlformats.org/markup-compatibility/2006">
        <mc:Choice xmlns:p14="http://schemas.microsoft.com/office/powerpoint/2010/main" Requires="p14">
          <p:contentPart p14:bwMode="auto" r:id="rId3">
            <p14:nvContentPartPr>
              <p14:cNvPr id="11" name="Ink 10">
                <a:extLst>
                  <a:ext uri="{FF2B5EF4-FFF2-40B4-BE49-F238E27FC236}">
                    <a16:creationId xmlns:a16="http://schemas.microsoft.com/office/drawing/2014/main" id="{9B754A80-EC38-AD46-4B9A-B1EF70014249}"/>
                  </a:ext>
                </a:extLst>
              </p14:cNvPr>
              <p14:cNvContentPartPr/>
              <p14:nvPr/>
            </p14:nvContentPartPr>
            <p14:xfrm>
              <a:off x="2154960" y="15480"/>
              <a:ext cx="5646600" cy="3536640"/>
            </p14:xfrm>
          </p:contentPart>
        </mc:Choice>
        <mc:Fallback>
          <p:pic>
            <p:nvPicPr>
              <p:cNvPr id="11" name="Ink 10">
                <a:extLst>
                  <a:ext uri="{FF2B5EF4-FFF2-40B4-BE49-F238E27FC236}">
                    <a16:creationId xmlns:a16="http://schemas.microsoft.com/office/drawing/2014/main" id="{9B754A80-EC38-AD46-4B9A-B1EF70014249}"/>
                  </a:ext>
                </a:extLst>
              </p:cNvPr>
              <p:cNvPicPr/>
              <p:nvPr/>
            </p:nvPicPr>
            <p:blipFill>
              <a:blip r:embed="rId4"/>
              <a:stretch>
                <a:fillRect/>
              </a:stretch>
            </p:blipFill>
            <p:spPr>
              <a:xfrm>
                <a:off x="2145600" y="6120"/>
                <a:ext cx="5665320" cy="3555360"/>
              </a:xfrm>
              <a:prstGeom prst="rect">
                <a:avLst/>
              </a:prstGeom>
            </p:spPr>
          </p:pic>
        </mc:Fallback>
      </mc:AlternateContent>
    </p:spTree>
    <p:extLst>
      <p:ext uri="{BB962C8B-B14F-4D97-AF65-F5344CB8AC3E}">
        <p14:creationId xmlns:p14="http://schemas.microsoft.com/office/powerpoint/2010/main" val="15827258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DBA87DD-3C2F-3A3E-83A0-2558839C8B1E}"/>
              </a:ext>
            </a:extLst>
          </p:cNvPr>
          <p:cNvSpPr>
            <a:spLocks noGrp="1"/>
          </p:cNvSpPr>
          <p:nvPr>
            <p:ph type="title"/>
          </p:nvPr>
        </p:nvSpPr>
        <p:spPr/>
        <p:txBody>
          <a:bodyPr/>
          <a:lstStyle/>
          <a:p>
            <a:r>
              <a:rPr lang="en-US"/>
              <a:t>Key Takeaways</a:t>
            </a:r>
          </a:p>
        </p:txBody>
      </p:sp>
      <p:sp>
        <p:nvSpPr>
          <p:cNvPr id="8" name="Text Placeholder 7">
            <a:extLst>
              <a:ext uri="{FF2B5EF4-FFF2-40B4-BE49-F238E27FC236}">
                <a16:creationId xmlns:a16="http://schemas.microsoft.com/office/drawing/2014/main" id="{2B211F16-08B9-BC46-1E4C-CE246E8926A5}"/>
              </a:ext>
            </a:extLst>
          </p:cNvPr>
          <p:cNvSpPr>
            <a:spLocks noGrp="1"/>
          </p:cNvSpPr>
          <p:nvPr>
            <p:ph type="body" idx="1"/>
          </p:nvPr>
        </p:nvSpPr>
        <p:spPr/>
        <p:txBody>
          <a:bodyPr>
            <a:normAutofit fontScale="92500" lnSpcReduction="10000"/>
          </a:bodyPr>
          <a:lstStyle/>
          <a:p>
            <a:r>
              <a:rPr lang="en-US" b="1"/>
              <a:t>The internet is built on layering and the end-to-end principle</a:t>
            </a:r>
          </a:p>
          <a:p>
            <a:pPr lvl="1"/>
            <a:r>
              <a:rPr lang="en-US"/>
              <a:t>Protocols define services; layers hide complexity from those above</a:t>
            </a:r>
          </a:p>
          <a:p>
            <a:pPr lvl="1"/>
            <a:r>
              <a:rPr lang="en-US"/>
              <a:t>Keep the network simple; put intelligence at the endpoints</a:t>
            </a:r>
          </a:p>
          <a:p>
            <a:endParaRPr lang="en-US"/>
          </a:p>
          <a:p>
            <a:r>
              <a:rPr lang="en-US" b="1"/>
              <a:t>Performance has a few core knobs</a:t>
            </a:r>
          </a:p>
          <a:p>
            <a:pPr lvl="1"/>
            <a:r>
              <a:rPr lang="en-US"/>
              <a:t>Bandwidth, latency, jitter, loss — different apps care about different ones</a:t>
            </a:r>
          </a:p>
          <a:p>
            <a:endParaRPr lang="en-US"/>
          </a:p>
          <a:p>
            <a:r>
              <a:rPr lang="en-US" b="1"/>
              <a:t>Top-down vs bottom-up are teaching choices, not truths</a:t>
            </a:r>
          </a:p>
          <a:p>
            <a:pPr lvl="1"/>
            <a:r>
              <a:rPr lang="en-US"/>
              <a:t>Pick the order that gets students to “why” fastest</a:t>
            </a:r>
          </a:p>
          <a:p>
            <a:endParaRPr lang="en-US"/>
          </a:p>
          <a:p>
            <a:r>
              <a:rPr lang="en-US" b="1"/>
              <a:t>Sockets are where the abstractions meet code</a:t>
            </a:r>
          </a:p>
          <a:p>
            <a:pPr lvl="1"/>
            <a:r>
              <a:rPr lang="en-US"/>
              <a:t>Tutorial will work through socket programming hands-on</a:t>
            </a:r>
          </a:p>
          <a:p>
            <a:endParaRPr lang="en-US"/>
          </a:p>
          <a:p>
            <a:r>
              <a:rPr lang="en-US" b="1"/>
              <a:t>Next session:</a:t>
            </a:r>
            <a:r>
              <a:rPr lang="en-US"/>
              <a:t> addressing and routing</a:t>
            </a:r>
          </a:p>
        </p:txBody>
      </p:sp>
      <p:sp>
        <p:nvSpPr>
          <p:cNvPr id="6" name="Slide Number Placeholder 5">
            <a:extLst>
              <a:ext uri="{FF2B5EF4-FFF2-40B4-BE49-F238E27FC236}">
                <a16:creationId xmlns:a16="http://schemas.microsoft.com/office/drawing/2014/main" id="{7E4B75DF-4F3D-4471-3ADC-FB5082A97B88}"/>
              </a:ext>
            </a:extLst>
          </p:cNvPr>
          <p:cNvSpPr>
            <a:spLocks noGrp="1"/>
          </p:cNvSpPr>
          <p:nvPr>
            <p:ph type="sldNum" sz="quarter" idx="4294967295"/>
          </p:nvPr>
        </p:nvSpPr>
        <p:spPr>
          <a:xfrm>
            <a:off x="9448800" y="6356350"/>
            <a:ext cx="2743200" cy="365125"/>
          </a:xfrm>
        </p:spPr>
        <p:txBody>
          <a:bodyPr/>
          <a:lstStyle/>
          <a:p>
            <a:fld id="{B5CEABB6-07DC-46E8-9B57-56EC44A396E5}" type="slidenum">
              <a:rPr lang="en-US" smtClean="0"/>
              <a:pPr/>
              <a:t>39</a:t>
            </a:fld>
            <a:endParaRPr lang="en-US"/>
          </a:p>
        </p:txBody>
      </p:sp>
    </p:spTree>
    <p:extLst>
      <p:ext uri="{BB962C8B-B14F-4D97-AF65-F5344CB8AC3E}">
        <p14:creationId xmlns:p14="http://schemas.microsoft.com/office/powerpoint/2010/main" val="376604011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ENTI_PPT_SLIDE_MAP" val="{&quot;2518&quot;:&quot;ogqzfm53wevg&quot;,&quot;2519&quot;:&quot;j4cuudxdks5n&quot;,&quot;2520&quot;:&quot;wsf5mxom5iqu&quot;,&quot;2521&quot;:&quot;n4kh3gqi244t&quot;,&quot;2522&quot;:&quot;xcapusqkjrm8&quot;}"/>
  <p:tag name="MENTIMETER_SERIES_ID_KEY" val="alneukmf9s5q6kgas591puz49xetektz"/>
</p:tagLst>
</file>

<file path=ppt/theme/theme1.xml><?xml version="1.0" encoding="utf-8"?>
<a:theme xmlns:a="http://schemas.openxmlformats.org/drawingml/2006/main" name="Office Theme [1779947382472]">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peedtest" id="{D8385C4F-113A-AE40-95B2-06B18BF69CD5}" vid="{DAA86BB2-E181-564D-A2BE-38AE03467D3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_rels/webextension2.xml.rels><?xml version="1.0" encoding="UTF-8" standalone="yes"?>
<Relationships xmlns="http://schemas.openxmlformats.org/package/2006/relationships"><Relationship Id="rId1" Type="http://schemas.openxmlformats.org/officeDocument/2006/relationships/image" Target="../media/image127.png"/></Relationships>
</file>

<file path=ppt/webextensions/_rels/webextension3.xml.rels><?xml version="1.0" encoding="UTF-8" standalone="yes"?>
<Relationships xmlns="http://schemas.openxmlformats.org/package/2006/relationships"><Relationship Id="rId1" Type="http://schemas.openxmlformats.org/officeDocument/2006/relationships/image" Target="../media/image128.png"/></Relationships>
</file>

<file path=ppt/webextensions/_rels/webextension4.xml.rels><?xml version="1.0" encoding="UTF-8" standalone="yes"?>
<Relationships xmlns="http://schemas.openxmlformats.org/package/2006/relationships"><Relationship Id="rId1" Type="http://schemas.openxmlformats.org/officeDocument/2006/relationships/image" Target="../media/image129.png"/></Relationships>
</file>

<file path=ppt/webextensions/_rels/webextension5.xml.rels><?xml version="1.0" encoding="UTF-8" standalone="yes"?>
<Relationships xmlns="http://schemas.openxmlformats.org/package/2006/relationships"><Relationship Id="rId1" Type="http://schemas.openxmlformats.org/officeDocument/2006/relationships/image" Target="../media/image130.png"/></Relationships>
</file>

<file path=ppt/webextensions/_rels/webextension6.xml.rels><?xml version="1.0" encoding="UTF-8" standalone="yes"?>
<Relationships xmlns="http://schemas.openxmlformats.org/package/2006/relationships"><Relationship Id="rId1" Type="http://schemas.openxmlformats.org/officeDocument/2006/relationships/image" Target="../media/image130.png"/></Relationships>
</file>

<file path=ppt/webextensions/_rels/webextension7.xml.rels><?xml version="1.0" encoding="UTF-8" standalone="yes"?>
<Relationships xmlns="http://schemas.openxmlformats.org/package/2006/relationships"><Relationship Id="rId1" Type="http://schemas.openxmlformats.org/officeDocument/2006/relationships/image" Target="../media/image130.png"/></Relationships>
</file>

<file path=ppt/webextensions/_rels/webextension8.xml.rels><?xml version="1.0" encoding="UTF-8" standalone="yes"?>
<Relationships xmlns="http://schemas.openxmlformats.org/package/2006/relationships"><Relationship Id="rId1" Type="http://schemas.openxmlformats.org/officeDocument/2006/relationships/image" Target="../media/image131.png"/></Relationships>
</file>

<file path=ppt/webextensions/_rels/webextension9.xml.rels><?xml version="1.0" encoding="UTF-8" standalone="yes"?>
<Relationships xmlns="http://schemas.openxmlformats.org/package/2006/relationships"><Relationship Id="rId1" Type="http://schemas.openxmlformats.org/officeDocument/2006/relationships/image" Target="../media/image131.png"/></Relationships>
</file>

<file path=ppt/webextensions/_rels/webextension10.xml.rels><?xml version="1.0" encoding="UTF-8" standalone="yes"?>
<Relationships xmlns="http://schemas.openxmlformats.org/package/2006/relationships"><Relationship Id="rId1" Type="http://schemas.openxmlformats.org/officeDocument/2006/relationships/image" Target="../media/image131.png"/></Relationships>
</file>

<file path=ppt/webextensions/_rels/webextension11.xml.rels><?xml version="1.0" encoding="UTF-8" standalone="yes"?>
<Relationships xmlns="http://schemas.openxmlformats.org/package/2006/relationships"><Relationship Id="rId1" Type="http://schemas.openxmlformats.org/officeDocument/2006/relationships/image" Target="../media/image131.png"/></Relationships>
</file>

<file path=ppt/webextensions/_rels/webextension12.xml.rels><?xml version="1.0" encoding="UTF-8" standalone="yes"?>
<Relationships xmlns="http://schemas.openxmlformats.org/package/2006/relationships"><Relationship Id="rId1" Type="http://schemas.openxmlformats.org/officeDocument/2006/relationships/image" Target="../media/image127.png"/></Relationships>
</file>

<file path=ppt/webextensions/_rels/webextension13.xml.rels><?xml version="1.0" encoding="UTF-8" standalone="yes"?>
<Relationships xmlns="http://schemas.openxmlformats.org/package/2006/relationships"><Relationship Id="rId1" Type="http://schemas.openxmlformats.org/officeDocument/2006/relationships/image" Target="../media/image127.png"/></Relationships>
</file>

<file path=ppt/webextensions/_rels/webextension14.xml.rels><?xml version="1.0" encoding="UTF-8" standalone="yes"?>
<Relationships xmlns="http://schemas.openxmlformats.org/package/2006/relationships"><Relationship Id="rId1" Type="http://schemas.openxmlformats.org/officeDocument/2006/relationships/image" Target="../media/image127.png"/></Relationships>
</file>

<file path=ppt/webextensions/_rels/webextension15.xml.rels><?xml version="1.0" encoding="UTF-8" standalone="yes"?>
<Relationships xmlns="http://schemas.openxmlformats.org/package/2006/relationships"><Relationship Id="rId1" Type="http://schemas.openxmlformats.org/officeDocument/2006/relationships/image" Target="../media/image127.png"/></Relationships>
</file>

<file path=ppt/webextensions/_rels/webextension16.xml.rels><?xml version="1.0" encoding="UTF-8" standalone="yes"?>
<Relationships xmlns="http://schemas.openxmlformats.org/package/2006/relationships"><Relationship Id="rId1" Type="http://schemas.openxmlformats.org/officeDocument/2006/relationships/image" Target="../media/image127.png"/></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2D6F214-5255-1745-B6CD-19613C285265}">
  <we:reference id="WA200010001" version="1.0.0.1" store="Omex" storeType="OMEX"/>
  <we:alternateReferences>
    <we:reference id="WA200010001" version="1.0.0.1" store="WA200010001" storeType="OMEX"/>
  </we:alternateReferences>
  <we:properties>
    <we:property name="claude.fileId" value="&quot;69137f23-819a-4249-b7a5-8ea903be9a6d&quot;"/>
  </we:properties>
  <we:bindings/>
  <we:snapshot xmlns:r="http://schemas.openxmlformats.org/officeDocument/2006/relationships"/>
</we:webextension>
</file>

<file path=ppt/webextensions/webextension2.xml><?xml version="1.0" encoding="utf-8"?>
<we:webextension xmlns:we="http://schemas.microsoft.com/office/webextensions/webextension/2010/11" id="{D7A6B6D1-B401-CA4A-BFB9-C300AB2C477A}">
  <we:reference id="4f6160f0-3339-47d0-9fd2-7d10a3e86c34" version="4.3.0.0" store="EXCatalog" storeType="EXCatalog"/>
  <we:alternateReferences>
    <we:reference id="WA104379261" version="4.3.0.0" store="en-US" storeType="OMEX"/>
  </we:alternateReferences>
  <we:properties>
    <we:property name="MENTIMETER_QUESTION_ID_KEY" value="&quot;ogqzfm53wevg&quot;"/>
  </we:properties>
  <we:bindings/>
  <we:snapshot xmlns:r="http://schemas.openxmlformats.org/officeDocument/2006/relationships" r:embed="rId1"/>
</we:webextension>
</file>

<file path=ppt/webextensions/webextension3.xml><?xml version="1.0" encoding="utf-8"?>
<we:webextension xmlns:we="http://schemas.microsoft.com/office/webextensions/webextension/2010/11" id="{D7A6B6D1-B401-CA4A-BFB9-C300AB2C477A}">
  <we:reference id="4f6160f0-3339-47d0-9fd2-7d10a3e86c34" version="4.3.0.0" store="EXCatalog" storeType="EXCatalog"/>
  <we:alternateReferences>
    <we:reference id="WA104379261" version="4.3.0.0" store="en-US" storeType="OMEX"/>
  </we:alternateReferences>
  <we:properties>
    <we:property name="MENTIMETER_QUESTION_ID_KEY" value="&quot;ogqzfm53wevg&quot;"/>
  </we:properties>
  <we:bindings/>
  <we:snapshot xmlns:r="http://schemas.openxmlformats.org/officeDocument/2006/relationships" r:embed="rId1"/>
</we:webextension>
</file>

<file path=ppt/webextensions/webextension4.xml><?xml version="1.0" encoding="utf-8"?>
<we:webextension xmlns:we="http://schemas.microsoft.com/office/webextensions/webextension/2010/11" id="{D495837D-3843-1542-958C-F52303F386F0}">
  <we:reference id="4f6160f0-3339-47d0-9fd2-7d10a3e86c34" version="4.3.0.0" store="EXCatalog" storeType="EXCatalog"/>
  <we:alternateReferences>
    <we:reference id="WA104379261" version="4.3.0.0" store="en-US" storeType="OMEX"/>
  </we:alternateReferences>
  <we:properties>
    <we:property name="MENTIMETER_QUESTION_ID_KEY" value="&quot;j4cuudxdks5n&quot;"/>
  </we:properties>
  <we:bindings/>
  <we:snapshot xmlns:r="http://schemas.openxmlformats.org/officeDocument/2006/relationships" r:embed="rId1"/>
</we:webextension>
</file>

<file path=ppt/webextensions/webextension5.xml><?xml version="1.0" encoding="utf-8"?>
<we:webextension xmlns:we="http://schemas.microsoft.com/office/webextensions/webextension/2010/11" id="{D7A6B6D1-B401-CA4A-BFB9-C300AB2C477A}">
  <we:reference id="4f6160f0-3339-47d0-9fd2-7d10a3e86c34" version="4.3.0.0" store="EXCatalog" storeType="EXCatalog"/>
  <we:alternateReferences>
    <we:reference id="WA104379261" version="4.3.0.0" store="en-US" storeType="OMEX"/>
  </we:alternateReferences>
  <we:properties>
    <we:property name="MENTIMETER_QUESTION_ID_KEY" value="&quot;ogqzfm53wevg&quot;"/>
  </we:properties>
  <we:bindings/>
  <we:snapshot xmlns:r="http://schemas.openxmlformats.org/officeDocument/2006/relationships" r:embed="rId1"/>
</we:webextension>
</file>

<file path=ppt/webextensions/webextension6.xml><?xml version="1.0" encoding="utf-8"?>
<we:webextension xmlns:we="http://schemas.microsoft.com/office/webextensions/webextension/2010/11" id="{D495837D-3843-1542-958C-F52303F386F0}">
  <we:reference id="4f6160f0-3339-47d0-9fd2-7d10a3e86c34" version="4.3.0.0" store="EXCatalog" storeType="EXCatalog"/>
  <we:alternateReferences>
    <we:reference id="WA104379261" version="4.3.0.0" store="en-US" storeType="OMEX"/>
  </we:alternateReferences>
  <we:properties>
    <we:property name="MENTIMETER_QUESTION_ID_KEY" value="&quot;j4cuudxdks5n&quot;"/>
  </we:properties>
  <we:bindings/>
  <we:snapshot xmlns:r="http://schemas.openxmlformats.org/officeDocument/2006/relationships" r:embed="rId1"/>
</we:webextension>
</file>

<file path=ppt/webextensions/webextension7.xml><?xml version="1.0" encoding="utf-8"?>
<we:webextension xmlns:we="http://schemas.microsoft.com/office/webextensions/webextension/2010/11" id="{27C1AB07-72D9-C641-B93E-CED64C5C0A89}">
  <we:reference id="4f6160f0-3339-47d0-9fd2-7d10a3e86c34" version="4.3.0.0" store="EXCatalog" storeType="EXCatalog"/>
  <we:alternateReferences>
    <we:reference id="WA104379261" version="4.3.0.0" store="en-US" storeType="OMEX"/>
  </we:alternateReferences>
  <we:properties>
    <we:property name="MENTIMETER_QUESTION_ID_KEY" value="&quot;wsf5mxom5iqu&quot;"/>
  </we:properties>
  <we:bindings/>
  <we:snapshot xmlns:r="http://schemas.openxmlformats.org/officeDocument/2006/relationships" r:embed="rId1"/>
</we:webextension>
</file>

<file path=ppt/webextensions/webextension8.xml><?xml version="1.0" encoding="utf-8"?>
<we:webextension xmlns:we="http://schemas.microsoft.com/office/webextensions/webextension/2010/11" id="{D7A6B6D1-B401-CA4A-BFB9-C300AB2C477A}">
  <we:reference id="4f6160f0-3339-47d0-9fd2-7d10a3e86c34" version="4.3.0.0" store="EXCatalog" storeType="EXCatalog"/>
  <we:alternateReferences>
    <we:reference id="WA104379261" version="4.3.0.0" store="en-US" storeType="OMEX"/>
  </we:alternateReferences>
  <we:properties>
    <we:property name="MENTIMETER_QUESTION_ID_KEY" value="&quot;ogqzfm53wevg&quot;"/>
  </we:properties>
  <we:bindings/>
  <we:snapshot xmlns:r="http://schemas.openxmlformats.org/officeDocument/2006/relationships" r:embed="rId1"/>
</we:webextension>
</file>

<file path=ppt/webextensions/webextension9.xml><?xml version="1.0" encoding="utf-8"?>
<we:webextension xmlns:we="http://schemas.microsoft.com/office/webextensions/webextension/2010/11" id="{D495837D-3843-1542-958C-F52303F386F0}">
  <we:reference id="4f6160f0-3339-47d0-9fd2-7d10a3e86c34" version="4.3.0.0" store="EXCatalog" storeType="EXCatalog"/>
  <we:alternateReferences>
    <we:reference id="WA104379261" version="4.3.0.0" store="en-US" storeType="OMEX"/>
  </we:alternateReferences>
  <we:properties>
    <we:property name="MENTIMETER_QUESTION_ID_KEY" value="&quot;j4cuudxdks5n&quot;"/>
  </we:properties>
  <we:bindings/>
  <we:snapshot xmlns:r="http://schemas.openxmlformats.org/officeDocument/2006/relationships" r:embed="rId1"/>
</we:webextension>
</file>

<file path=ppt/webextensions/webextension10.xml><?xml version="1.0" encoding="utf-8"?>
<we:webextension xmlns:we="http://schemas.microsoft.com/office/webextensions/webextension/2010/11" id="{27C1AB07-72D9-C641-B93E-CED64C5C0A89}">
  <we:reference id="4f6160f0-3339-47d0-9fd2-7d10a3e86c34" version="4.3.0.0" store="EXCatalog" storeType="EXCatalog"/>
  <we:alternateReferences>
    <we:reference id="WA104379261" version="4.3.0.0" store="en-US" storeType="OMEX"/>
  </we:alternateReferences>
  <we:properties>
    <we:property name="MENTIMETER_QUESTION_ID_KEY" value="&quot;wsf5mxom5iqu&quot;"/>
  </we:properties>
  <we:bindings/>
  <we:snapshot xmlns:r="http://schemas.openxmlformats.org/officeDocument/2006/relationships" r:embed="rId1"/>
</we:webextension>
</file>

<file path=ppt/webextensions/webextension11.xml><?xml version="1.0" encoding="utf-8"?>
<we:webextension xmlns:we="http://schemas.microsoft.com/office/webextensions/webextension/2010/11" id="{70E20125-E36B-2046-A5E1-BDA06C611DBF}">
  <we:reference id="4f6160f0-3339-47d0-9fd2-7d10a3e86c34" version="4.3.0.0" store="EXCatalog" storeType="EXCatalog"/>
  <we:alternateReferences>
    <we:reference id="WA104379261" version="4.3.0.0" store="en-US" storeType="OMEX"/>
  </we:alternateReferences>
  <we:properties>
    <we:property name="MENTIMETER_QUESTION_ID_KEY" value="&quot;n4kh3gqi244t&quot;"/>
  </we:properties>
  <we:bindings/>
  <we:snapshot xmlns:r="http://schemas.openxmlformats.org/officeDocument/2006/relationships" r:embed="rId1"/>
</we:webextension>
</file>

<file path=ppt/webextensions/webextension12.xml><?xml version="1.0" encoding="utf-8"?>
<we:webextension xmlns:we="http://schemas.microsoft.com/office/webextensions/webextension/2010/11" id="{D7A6B6D1-B401-CA4A-BFB9-C300AB2C477A}">
  <we:reference id="4f6160f0-3339-47d0-9fd2-7d10a3e86c34" version="4.3.0.0" store="EXCatalog" storeType="EXCatalog"/>
  <we:alternateReferences>
    <we:reference id="WA104379261" version="4.3.0.0" store="en-US" storeType="OMEX"/>
  </we:alternateReferences>
  <we:properties>
    <we:property name="MENTIMETER_QUESTION_ID_KEY" value="&quot;ogqzfm53wevg&quot;"/>
  </we:properties>
  <we:bindings/>
  <we:snapshot xmlns:r="http://schemas.openxmlformats.org/officeDocument/2006/relationships" r:embed="rId1"/>
</we:webextension>
</file>

<file path=ppt/webextensions/webextension13.xml><?xml version="1.0" encoding="utf-8"?>
<we:webextension xmlns:we="http://schemas.microsoft.com/office/webextensions/webextension/2010/11" id="{D495837D-3843-1542-958C-F52303F386F0}">
  <we:reference id="4f6160f0-3339-47d0-9fd2-7d10a3e86c34" version="4.3.0.0" store="EXCatalog" storeType="EXCatalog"/>
  <we:alternateReferences>
    <we:reference id="WA104379261" version="4.3.0.0" store="en-US" storeType="OMEX"/>
  </we:alternateReferences>
  <we:properties>
    <we:property name="MENTIMETER_QUESTION_ID_KEY" value="&quot;j4cuudxdks5n&quot;"/>
  </we:properties>
  <we:bindings/>
  <we:snapshot xmlns:r="http://schemas.openxmlformats.org/officeDocument/2006/relationships" r:embed="rId1"/>
</we:webextension>
</file>

<file path=ppt/webextensions/webextension14.xml><?xml version="1.0" encoding="utf-8"?>
<we:webextension xmlns:we="http://schemas.microsoft.com/office/webextensions/webextension/2010/11" id="{27C1AB07-72D9-C641-B93E-CED64C5C0A89}">
  <we:reference id="4f6160f0-3339-47d0-9fd2-7d10a3e86c34" version="4.3.0.0" store="EXCatalog" storeType="EXCatalog"/>
  <we:alternateReferences>
    <we:reference id="WA104379261" version="4.3.0.0" store="en-US" storeType="OMEX"/>
  </we:alternateReferences>
  <we:properties>
    <we:property name="MENTIMETER_QUESTION_ID_KEY" value="&quot;wsf5mxom5iqu&quot;"/>
  </we:properties>
  <we:bindings/>
  <we:snapshot xmlns:r="http://schemas.openxmlformats.org/officeDocument/2006/relationships" r:embed="rId1"/>
</we:webextension>
</file>

<file path=ppt/webextensions/webextension15.xml><?xml version="1.0" encoding="utf-8"?>
<we:webextension xmlns:we="http://schemas.microsoft.com/office/webextensions/webextension/2010/11" id="{70E20125-E36B-2046-A5E1-BDA06C611DBF}">
  <we:reference id="4f6160f0-3339-47d0-9fd2-7d10a3e86c34" version="4.3.0.0" store="EXCatalog" storeType="EXCatalog"/>
  <we:alternateReferences>
    <we:reference id="WA104379261" version="4.3.0.0" store="en-US" storeType="OMEX"/>
  </we:alternateReferences>
  <we:properties>
    <we:property name="MENTIMETER_QUESTION_ID_KEY" value="&quot;n4kh3gqi244t&quot;"/>
  </we:properties>
  <we:bindings/>
  <we:snapshot xmlns:r="http://schemas.openxmlformats.org/officeDocument/2006/relationships" r:embed="rId1"/>
</we:webextension>
</file>

<file path=ppt/webextensions/webextension16.xml><?xml version="1.0" encoding="utf-8"?>
<we:webextension xmlns:we="http://schemas.microsoft.com/office/webextensions/webextension/2010/11" id="{C208A543-2911-954A-A8F4-89159C9BCCED}">
  <we:reference id="4f6160f0-3339-47d0-9fd2-7d10a3e86c34" version="4.3.0.0" store="EXCatalog" storeType="EXCatalog"/>
  <we:alternateReferences>
    <we:reference id="WA104379261" version="4.3.0.0" store="en-US" storeType="OMEX"/>
  </we:alternateReferences>
  <we:properties>
    <we:property name="MENTIMETER_QUESTION_ID_KEY" value="&quot;xcapusqkjrm8&quot;"/>
  </we:properties>
  <we:bindings/>
  <we:snapshot xmlns:r="http://schemas.openxmlformats.org/officeDocument/2006/relationships" r:embed="rId1"/>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11845F9-C5F4-4AA5-BA9E-EC2182E91488}">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 ds:uri="http://www.w3.org/2000/xmlns/"/>
    <ds:schemaRef ds:uri="http://www.w3.org/2001/XMLSchema-instance"/>
  </ds:schemaRefs>
</ds:datastoreItem>
</file>

<file path=customXml/itemProps2.xml><?xml version="1.0" encoding="utf-8"?>
<ds:datastoreItem xmlns:ds="http://schemas.openxmlformats.org/officeDocument/2006/customXml" ds:itemID="{6C8B084D-D430-4822-B3CB-DEADB2E7A5FC}">
  <ds:schemaRefs>
    <ds:schemaRef ds:uri="http://schemas.microsoft.com/sharepoint/v3/contenttype/forms"/>
  </ds:schemaRefs>
</ds:datastoreItem>
</file>

<file path=customXml/itemProps3.xml><?xml version="1.0" encoding="utf-8"?>
<ds:datastoreItem xmlns:ds="http://schemas.openxmlformats.org/officeDocument/2006/customXml" ds:itemID="{15BFCE94-6EC9-4D8E-89B6-C22DE7AD70CB}">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0/xmlns/"/>
    <ds:schemaRef ds:uri="http://www.w3.org/2001/XMLSchema"/>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Office Theme [1778134386449]</Template>
  <Application>Microsoft Office PowerPoint</Application>
  <PresentationFormat>Widescreen</PresentationFormat>
  <Slides>39</Slides>
  <Notes>25</Notes>
  <HiddenSlides>4</HiddenSlides>
  <ScaleCrop>false</ScaleCrop>
  <HeadingPairs>
    <vt:vector size="4" baseType="variant">
      <vt:variant>
        <vt:lpstr>Theme</vt:lpstr>
      </vt:variant>
      <vt:variant>
        <vt:i4>1</vt:i4>
      </vt:variant>
      <vt:variant>
        <vt:lpstr>Slide Titles</vt:lpstr>
      </vt:variant>
      <vt:variant>
        <vt:i4>39</vt:i4>
      </vt:variant>
    </vt:vector>
  </HeadingPairs>
  <TitlesOfParts>
    <vt:vector size="40" baseType="lpstr">
      <vt:lpstr>Office Theme [1779947382472]</vt:lpstr>
      <vt:lpstr>PowerPoint Presentation</vt:lpstr>
      <vt:lpstr>Session Expectations</vt:lpstr>
      <vt:lpstr>Recap</vt:lpstr>
      <vt:lpstr>Today’s session: How to design and implement Internet?</vt:lpstr>
      <vt:lpstr>What do we mean by architecture and why is it needed?</vt:lpstr>
      <vt:lpstr>How do we reason about Internet architecture?</vt:lpstr>
      <vt:lpstr>Implementing layers through encapsulation</vt:lpstr>
      <vt:lpstr>Today’s Internet Architecture</vt:lpstr>
      <vt:lpstr>Different protocols in each layer</vt:lpstr>
      <vt:lpstr>Layering and encapsulation</vt:lpstr>
      <vt:lpstr>Services, Layering and Encapsulation</vt:lpstr>
      <vt:lpstr>Services, Layering and Encapsulation</vt:lpstr>
      <vt:lpstr>Services, Layering and Encapsulation</vt:lpstr>
      <vt:lpstr>End-to-end overview of Internet Architecture</vt:lpstr>
      <vt:lpstr>An alternative Internet Architecture</vt:lpstr>
      <vt:lpstr>Where to implement network functions?</vt:lpstr>
      <vt:lpstr>Where to Implement Network Services? </vt:lpstr>
      <vt:lpstr>Dumb Network, Intelligent End-hosts: End-to-end principle</vt:lpstr>
      <vt:lpstr>Internet Protocol Graph</vt:lpstr>
      <vt:lpstr>Summary</vt:lpstr>
      <vt:lpstr>PowerPoint Presentation</vt:lpstr>
      <vt:lpstr>How do we measure the performance of a network?​</vt:lpstr>
      <vt:lpstr>Sources of packet delay</vt:lpstr>
      <vt:lpstr>Problem</vt:lpstr>
      <vt:lpstr>Packet queueing delay (revisited)</vt:lpstr>
      <vt:lpstr>End-to-end delay</vt:lpstr>
      <vt:lpstr>How do you measure delay on network?</vt:lpstr>
      <vt:lpstr>Throughput</vt:lpstr>
      <vt:lpstr>Throughput: network scenario</vt:lpstr>
      <vt:lpstr>How do you measure end-to-end throughput on network?</vt:lpstr>
      <vt:lpstr>What is the official unit of energy?</vt:lpstr>
      <vt:lpstr>In a packet-switched network w/ each link having a bandwidth 100 kbps. What is the end-to-end transmission delay for sending 1 kbit data?</vt:lpstr>
      <vt:lpstr>Which statement is NOT true for packet switching.</vt:lpstr>
      <vt:lpstr>Congestion control needs to be implemented in a circuit-switched network</vt:lpstr>
      <vt:lpstr>And the winner is... 🥁</vt:lpstr>
      <vt:lpstr>How to teach rest of networking?</vt:lpstr>
      <vt:lpstr>Writing a networked application</vt:lpstr>
      <vt:lpstr>Socket Program</vt:lpstr>
      <vt:lpstr>Key Takeaways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Tarun Mangla</dc:creator>
  <cp:revision>1</cp:revision>
  <dcterms:created xsi:type="dcterms:W3CDTF">2026-05-28T05:46:58Z</dcterms:created>
  <dcterms:modified xsi:type="dcterms:W3CDTF">2026-06-02T05:30:57Z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